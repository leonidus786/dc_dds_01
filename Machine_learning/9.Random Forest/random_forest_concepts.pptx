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08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158 106 7949,'0'-2'147,"0"0"0,-1 1 0,1-1 0,0 0 0,0 0 0,0 1 0,0-1 0,0 0 0,1 1 0,-1-1 0,1 0 0,-1 1 0,1-1 0,-1 0 0,1 1 0,1-3 0,0 2 84,-1 1-1,1 0 1,0 0 0,0 0-1,-1 0 1,1 1-1,0-1 1,0 0-1,0 1 1,0-1-1,0 1 1,0-1-1,3 1 1,-5 0-89,1-1 0,0 1-1,0-1 1,-1 0 0,1 1 0,0-1 0,-1 0 0,1 1 0,-1-1 0,1 0-1,-1 0 1,1 1 0,-1-1 0,0 0 0,1 0 0,-1 0 0,0 0-1,0 1 1,1-3 0,-1 2 250,16-43 5085,-15 41-2848,-3 5-1764,-3 5-521,1-1 0,0 1-1,0 0 1,0 0 0,1 1-1,0-1 1,-2 10 0,-12 61 1072,7-30-500,-73 420 1064,29 4-2246,49-422 361,-6 63-95,6 170 0,8-234 0,2 0 0,2 0 0,2 0 0,2-1 0,35 92 0,-33-111 0,2-1 0,1-1 0,1 0 0,1-1 0,1-1 0,2-1 0,0 0 0,2-2 0,0-1 0,1 0 0,2-2 0,0-1 0,0-1 0,2-1 0,55 22 0,-47-24 0,0-1 0,1-2 0,1-2 0,-1-2 0,1-1 0,1-1 0,-1-3 0,1-1 0,-1-2 0,1-1 0,-1-3 0,69-15 0,-68 8-370,-1-1 1,0-2-1,-1-1 0,39-23 0,-42 17-811,0-1-1,-1-1 0,-1-2 0,-1-1 1,-2-2-1,0 0 0,24-36 1,25-46-5839,-7-3-4441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09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6 238 10717,'-1'-4'205,"0"1"-1,0 0 1,0-1-1,1 1 1,-1-1 0,1 1-1,0-1 1,0 1-1,0-1 1,0 1-1,1 0 1,0-1 0,-1 1-1,1-1 1,0 1-1,0 0 1,1 0 0,-1-1-1,1 1 1,0 0-1,0 0 1,0 0 0,0 1-1,0-1 1,0 1-1,1-1 1,3-2 0,10-9 240,1 2 0,0 0 0,0 0 0,1 2 0,1 0 0,0 2 0,0 0 1,1 0-1,0 2 0,33-6 0,20 0-60,119-5-1,-164 15-402,29-1-463,74 5 0,-115-1 94,-1 1 0,0 0 0,1 1 0,-1 1 0,0 1 0,0 0 1,-1 1-1,0 0 0,23 14 0,-30-15-146,-1 0 1,0 1-1,0-1 1,-1 1-1,0 0 1,0 0 0,0 1-1,-1 0 1,1 0-1,-2 0 1,1 0-1,-1 0 1,3 10 0,12 43-6292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09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18 8337,'-77'54'5980,"67"-44"-4264,0 2 901,40-6-1757,24 0-168,9-6-144,8-9-324,16-6-740,13-1-744,11-8-920,3 0-2845,6 6-3984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09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69 9813,'0'-30'8369,"0"27"-6650,0-33 6124,0 39-7349,9 40 266,4 27-147,-12 1-141,-12 113-1,-1 14-235,12-93-157,0-104-76,0 0 0,1 0 0,-1 0 0,1 0 0,-1 0 0,1 0 0,-1 0 0,1 0 0,0 0-1,0 0 1,-1-1 0,1 1 0,0 0 0,0 0 0,0-1 0,0 1 0,0-1 0,0 1 0,-1-1-1,1 1 1,1-1 0,-1 0 0,0 1 0,0-1 0,0 0 0,0 0 0,0 0 0,2 0 0,3-2 2,0-1 0,0 0 0,0 0 0,-1-1 1,1 0-1,-1 0 0,0 0 0,5-6 1,-8 9-2,25-27 12,-1-2 1,-2 0 0,40-65-1,-20 29-19,4-4 2,3 2-1,96-97 1,-140 157 8,1 1 0,1 1 1,-1 0-1,10-6 0,-15 10 11,1 1 0,-1-1 0,0 1 0,0 0 0,1 0 0,-1 0 0,0 0 0,1 1 0,-1-1 0,1 1 0,-1 0 0,1 0 0,-1 0 0,1 0 0,-1 1 0,6 0 0,-2 2 23,0 0 0,0 0 0,0 1 0,0 0 0,-1 0 0,1 1 0,-1 0 0,0 0 0,-1 0 0,1 0 0,-1 1 0,0 0 0,0 0 0,6 12 0,3 8 94,-1 1-1,16 45 0,-14-31-78,37 104-577,-29-75-2082,46 97-1,-53-135 1132,15 29-2832,-7-20-2774,2-3-3836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0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60 915 11073,'0'0'96,"0"1"-1,-1-1 1,1 1-1,0 0 1,-1-1 0,1 1-1,-1-1 1,1 1-1,0-1 1,-1 1 0,1-1-1,-1 0 1,1 1-1,-1-1 1,1 1 0,-1-1-1,0 0 1,1 1-1,-1-1 1,1 0-1,-1 0 1,0 0 0,1 1-1,-1-1 1,0 0-1,1 0 1,-1 0 0,0 0-1,1 0 1,-1 0-1,1 0 1,-1 0 0,0-1-1,1 1 1,-1 0-1,0 0 1,1 0 0,-1-1-1,1 1 1,-1 0-1,0-1 1,-20-3 4967,20 1-4594,-1 1 0,0 0 0,1 0 0,-1-1 1,1 1-1,0-1 0,-1 1 0,1-1 0,0 1 1,1-1-1,-2-3 0,6-6-13,0 1 0,1 0 0,0 0 1,1 0-1,0 1 0,14-18 0,20-36 240,4-33-263,-5-3 0,36-134 1,-60 174-387,0 2 573,32-84 1,-37 120-383,0 8-13,-4 15-165,-1 14-92,-5-14 50,10 42-18,9 81 0,-2-7 0,7 6 0,6-2 0,53 142 0,-65-220 0,35 99 0,-48-126 0,-1 0 0,-1 0 0,0 1 0,-1-1 0,-1 1 0,-1 28 0,-1-36 2,-1-1-1,0 1 1,0-1 0,-1 1-1,0-1 1,0 0 0,-1 0 0,0 0-1,-1-1 1,1 1 0,-2-1-1,1 0 1,-1-1 0,0 1-1,0-1 1,0 0 0,-1-1-1,0 1 1,0-1 0,-1-1 0,1 1-1,-15 5 1,-12 3-539,-1 0 1,0-3-1,-1-1 0,-38 5 0,57-11-30,-9 1-1424,-50 0 0,73-4 1366,-1 0-1,1 0 1,0 0-1,0 0 1,0-1-1,0 1 1,-1-1-1,1 0 1,0 0-1,0 0 1,0 0-1,0-1 1,1 1-1,-1-1 1,0 0 0,-3-3-1,-25-22-11330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0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255 567 12573,'39'-39'1989,"-11"10"345,0 2-1,59-42 1,-59 50-1446,0 0 1,45-43 0,-61 51-722,-1-1-1,-1 0 1,0 0-1,-1-1 1,0-1 0,-1 1-1,-1-1 1,7-17-1,-12 26-125,0 0-1,-1 0 1,1 0-1,-1 0 1,0 0-1,-1 0 1,1 0-1,-1 0 1,0 0-1,0 0 1,0 0-1,-1 0 0,0-1 1,0 1-1,0 1 1,-1-1-1,1 0 1,-1 0-1,0 0 1,-1 1-1,1-1 1,-1 1-1,0 0 1,-7-8-1,6 8 22,-2-1 0,1 1-1,0 0 1,-1 1 0,0 0 0,1 0 0,-1 0-1,-1 0 1,1 1 0,0 0 0,-1 0-1,1 1 1,-1 0 0,1 0 0,-1 0 0,1 1-1,-1 0 1,-9 1 0,-3 2 97,1 1 1,1 0-1,-1 1 1,1 1 0,-1 1-1,2 0 1,-1 2-1,1-1 1,-27 21-1,19-11 57,1 2-1,0 0 1,2 1 0,0 2-1,-19 28 1,18-20 18,2 2 1,1 0 0,-20 51-1,34-73-185,-5 13 35,1-1-1,1 1 1,1 1-1,1-1 1,1 1-1,1 0 1,1 1-1,1-1 1,2 28-1,1-40-75,1 0-1,0 1 1,1-1-1,0 0 1,1-1-1,0 1 1,1-1-1,1 1 1,0-1-1,0-1 1,1 1-1,1-1 1,0-1-1,0 1 1,1-1-1,0-1 1,19 16-1,-20-19-34,0 0 0,1-1 0,-1 0 0,1 0-1,0-1 1,0 0 0,0-1 0,0 0 0,1 0 0,-1-1-1,16 2 1,12 1-323,55 0 0,-81-5 251,0-1 0,-1 0-1,1-1 1,-1-1 0,1 1 0,-1-1-1,0-1 1,0 0 0,0-1 0,0 0-1,-1 0 1,0-1 0,0 0 0,10-9-1,5-2-234,4-5-201,0 0 1,-2-2 0,0-1-1,32-41 1,77-125-1085,-36 14 771,-48 80 803,-51 97 63,0-1 0,0 1 0,0-1-1,1 1 1,-1-1 0,0 1 0,0-1 0,1 1 0,-1 0 0,0-1 0,0 1 0,1-1 0,-1 1-1,0 0 1,1-1 0,-1 1 0,1 0 0,-1-1 0,1 1 0,-1 0 0,0 0 0,1 0-1,-1-1 1,1 1 0,-1 0 0,1 0 0,-1 0 0,1 0 0,-1 0 0,1 0 0,-1 0-1,1 0 1,-1 0 0,1 0 0,-1 0 0,1 0 0,-1 0 0,1 0 0,-1 0 0,1 1 0,-1-1-1,1 0 1,-1 0 0,1 1 0,-1-1 0,1 0 0,-1 0 0,0 1 0,1-1 0,-1 1-1,0-1 1,1 0 0,-1 1 0,0-1 0,1 1 0,-1-1 0,0 1 0,0-1 0,0 0-1,1 1 1,-1-1 0,0 1 0,0-1 0,0 2 0,11 33 289,-9-16-160,-2 0 0,0-1 0,-2 1 0,-3 22 0,1-17 24,0 46 1,6-15 38,11 60 0,-12-109-197,1 0 0,-1 0 1,2 0-1,-1 0 0,1 0 1,3 6-1,-5-11-9,-1 0 0,1 0 1,-1 0-1,1 0 0,0 0 1,-1 0-1,1 0 0,0 0 0,0 0 1,0 0-1,0 0 0,0 0 0,0-1 1,0 1-1,0 0 0,0-1 1,0 1-1,0-1 0,0 1 0,1-1 1,-1 1-1,0-1 0,0 0 1,0 0-1,1 1 0,-1-1 0,0 0 1,0 0-1,1-1 0,-1 1 0,0 0 1,0 0-1,2-1 0,18-11 11,-2 0 1,24-20-1,-32 23-16,0 0 0,0 1 0,1 0 0,0 1 1,0 1-1,0-1 0,1 2 0,23-8 0,-29 13-3,-1-1-1,1 1 0,-1 0 1,0 0-1,1 1 1,-1 0-1,0 0 0,1 0 1,-1 1-1,0 0 0,0 0 1,0 1-1,0 0 1,7 4-1,4 5 23,0 0 0,28 26 1,-44-38-17,1 2 38,1-2-26,0 0-14,0-1 1,0 0-1,-1 1 1,1-1-1,0 0 1,-1 0 0,1 0-1,-1-1 1,1 1-1,-1-1 1,0 1-1,1-1 1,-1 0 0,0 0-1,0 0 1,2-2-1,-1-1 38,0 0 1,0-1-1,0 1 0,-1 0 0,0-1 1,0 1-1,2-11 0,3-13 147,3 0 0,0 1 0,1 0 0,2 0 0,1 2 1,1 0-1,20-27 0,-29 45-129,0 1 1,0 0-1,1 1 1,0-1 0,0 1-1,0 1 1,1-1-1,15-7 1,-18 11-26,-1 0 0,1 0 0,0 1 0,0-1 1,0 2-1,0-1 0,0 0 0,0 1 0,0 0 0,0 0 1,0 0-1,0 1 0,0-1 0,0 1 0,0 1 0,0-1 1,8 4-1,6 4 64,0 1 0,-1 1 0,0 0 0,-1 1 1,0 1-1,-1 1 0,0 0 0,-1 2 0,18 23 0,-11-10-289,-2 1-1,-2 1 0,0 1 0,22 57 0,13 29-4805,-36-83 1091,-3-7-3191,2-4-4763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1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99 116 11429,'-12'-78'2691,"11"76"-2458,1 0 1,-1 0-1,0 0 1,-1 0-1,1-1 1,0 2 0,0-1-1,-1 0 1,1 0-1,-1 0 1,0 1-1,0-1 1,1 0-1,-1 1 1,0 0-1,0-1 1,0 1-1,-4-1 1,0-1 726,5 3-798,1 0-1,-1 0 1,0 0-1,0 0 1,1 0-1,-1 0 1,0 1-1,0-1 1,1 0 0,-1 0-1,0 1 1,1-1-1,-1 1 1,0-1-1,1 1 1,-1-1-1,1 1 1,-1-1-1,1 1 1,-1-1-1,1 1 1,-1-1 0,0 2 225,0 0-242,-1-1 1,1 1 0,0 0 0,0 0-1,0 0 1,0-1 0,0 1 0,0 0 0,0 0-1,1 0 1,-1 0 0,1 0 0,-1 0 0,1 1-1,0-1 1,0 0 0,0 0 0,0 0-1,0 0 1,0 0 0,1 2 0,0 15 557,1 227 3814,-1 41-3797,-14 0-720,2 541 0,36-567 0,-16-205 0,3-1 0,29 86 0,-32-117 0,2 0 0,0-1 0,1-1 0,2 0 0,0 0 0,1-1 0,1-1 0,1-1 0,32 29 0,-40-40 0,0-1 0,1 0 0,0 0 0,0-1 0,0 0 0,0-1 0,1 0 0,0-1 0,0 0 0,1-1 0,-1 0 0,1-1 0,-1 0 0,1-1 0,0 0 0,0-1 0,-1 0 0,1-1 0,0 0 0,-1-1 0,1 0 0,21-8 0,-21 5 0,-1 0 0,0 0 0,0-1 0,-1-1 0,0 0 0,0 0 0,-1-1 0,0 0 0,0-1 0,0 0 0,-2 0 0,1-1 0,12-20 0,-15 21 0,-1 1 0,0-1 0,-1 0 0,1 0 0,-2-1 0,1 1 0,-1 0 0,-1-1 0,0 1 0,0-1 0,-1 0 0,0 1 0,-1-1 0,0 1 0,0-1 0,-1 1 0,0-1 0,-5-12 0,-1 4 0,-1 1 1,-1 0-1,-1 1 1,0 0-1,0 0 1,-2 2-1,0-1 1,-1 1-1,0 1 1,-1 1-1,0 0 1,-28-16-1,15 12-10,0 1 1,0 2-1,-1 1 0,-1 1 0,0 1 0,-1 2 0,-32-5 0,42 10-325,-1 0 0,-37 2 0,50 1-96,1 1 1,-1 1-1,1-1 0,-9 4 1,12-3-275,0 0-1,0 0 1,0 0 0,1 1 0,-1 0 0,0 0-1,-5 5 1,9-7 312,0 0-1,-1 0 0,1 0 1,0 1-1,0-1 0,-1 0 1,1 1-1,0-1 1,1 1-1,-1-1 0,0 1 1,0-1-1,0 1 1,1 0-1,-1-1 0,1 1 1,0 0-1,-1-1 0,1 1 1,0 0-1,0 0 1,0-1-1,0 1 0,0 0 1,0 0-1,1 1 1,1 0-700,0 0 0,0-1 0,0 1 0,0-1 0,0 1 0,1-1 0,-1 0 0,4 2 0,-5-3 647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1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2 15921,'-7'0'590,"-22"-1"1320,23 2-527,11 2 872,1 2 385,-1 11-1752,0 0 1,-1 0-1,0 0 0,-2 0 1,0 1-1,-1-1 1,-1 24-1,2 0-164,-1 64-676,-4 0-1,-5 0 0,-4-1 1,-51 199-1,-17 62-1687,58-180-3221,19 3-5782,8-100-1996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2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1 397 13341,'2'1'309,"0"0"1,1 0-1,-1 0 0,1 0 1,0-1-1,-1 1 0,1-1 0,-1 0 1,1 1-1,0-1 0,-1 0 0,1-1 1,0 1-1,-1 0 0,1-1 0,4-1 1,12 0 709,36 2 1406,-4 1-688,95-10 1,-131 7-1655,0-1 0,0-1 0,-1 0 1,1-1-1,-1 0 0,0-1 1,-1-1-1,0 0 0,0-1 0,21-16 1,-24 15-58,-1 0 1,0-1-1,0 0 1,-1-1-1,-1 0 1,0 0-1,0-1 1,7-16-1,-11 20 8,0 0 0,0 0-1,0 0 1,-1-1-1,-1 1 1,1-1-1,-1 1 1,-1-1 0,1 0-1,-2 1 1,1-1-1,-1 1 1,-3-15-1,2 19 49,0 0-1,1 0 1,-2 0-1,1 0 0,0 1 1,-1-1-1,0 0 0,0 1 1,0 0-1,0 0 0,0 0 1,-1 0-1,1 0 0,-1 1 1,0 0-1,0-1 0,0 1 1,0 1-1,0-1 0,0 1 1,-8-2-1,5 1 94,0 0-1,0 1 1,0 1-1,0-1 1,-1 1-1,1 0 1,0 1 0,0-1-1,0 2 1,0-1-1,0 1 1,-13 4 0,2 3 50,1 1 1,1 1 0,0 0-1,0 1 1,1 0 0,-15 16 0,-2 6-234,-39 54 1,47-55 7,1 1 0,2 1 0,-29 65 0,44-84 0,0-1 0,1 1 0,0 0 0,2 1 0,0-1 0,0 1 0,2-1 0,0 1 0,1 0 0,0 0 0,6 31 0,-3-40-120,0 0 0,0 0-1,1-1 1,-1 1 0,2-1 0,-1 0 0,1 0-1,0-1 1,1 1 0,-1-1 0,1 0-1,1-1 1,-1 1 0,1-1 0,0 0 0,0-1-1,0 0 1,12 5 0,7 2-1340,1 0-1,0-2 1,0-1-1,31 5 1,40 2-6099,13-5-5079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2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80 148 12085,'-70'-55'7815,"69"55"-7710,1-1 0,-1 1 1,1-1-1,-1 1 0,1 0 1,-1-1-1,0 1 0,1-1 1,-1 1-1,1-1 0,0 1 1,-1-1-1,1 0 0,-1 1 0,1-1 1,0 1-1,0-1 0,-1 0 1,1 1-1,0-1 0,0 0 1,0 0-1,0 1 0,0-1 1,-1 0-1,1 1 0,1-1 0,-1 0 1,0 1-1,0-1 0,0-1 1,1 1 39,0-1 1,0 0-1,0 1 0,1-1 1,-1 1-1,0-1 1,1 1-1,-1 0 1,1 0-1,-1 0 0,4-2 1,4-2 230,1 0 0,-1 1 1,21-6-1,11 1 228,1 1 0,69-3-1,94 8 116,-108 3-447,1208 32 1154,-298-1-2667,-794-28-105,-137-5 723,-32 1-620,-15 4-2403,-38-4 1997,0 0 0,0 1-1,0 0 1,0 1 0,-15 2-1,-41 10-8119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2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0 16157,'-10'13'1068,"9"-12"-889,0 1-1,0-1 1,-1 0-1,1 0 0,0 1 1,0-1-1,0 1 0,0-1 1,1 1-1,-1 0 1,0-1-1,0 1 0,1 0 1,0-1-1,-1 1 0,1 0 1,0-1-1,-1 1 1,1 0-1,0 0 0,0 0 1,1-1-1,-1 1 0,0 0 1,1-1-1,-1 1 1,1 0-1,-1 0 0,1-1 1,0 1-1,1 2 0,1 2 466,1 1-1,-1 0 0,-1 0 0,0 0 0,0 1 0,0-1 0,0 0 0,-1 9 0,2 66 2847,-3-75-3225,-2 44-112,-18 97 0,-1-1-168,13-58-248,10 179 0,2-221-1169,5 47-3229,-7-79 2234,1 1-1,1-1 1,11 27-1,21 22-11026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3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130 726 11749,'30'6'2121,"0"0"0,33 1 0,-43-7-1618,-1 1-1,20-4 1,-27 1-355,47-5 688,92-23 0,-135 26-757,-1-1 0,0 0 1,0-2-1,-1 1 0,1-2 0,-2 0 0,1 0 0,-1-1 0,0-1 1,22-22-1,-32 29-29,0-1 0,0 0 1,-1 0-1,1 0 0,-1 0 0,1 0 1,-1 0-1,-1-1 0,1 1 1,0 0-1,-1-1 0,0 0 1,0 1-1,-1-1 0,1 0 0,-1 1 1,0-1-1,0 0 0,-1-5 1,0 6 33,0 0-1,0 0 1,-1 0 0,0 1 0,1-1 0,-1 0 0,0 1 0,-1-1 0,1 1 0,-1 0 0,1-1 0,-1 1 0,0 1 0,0-1-1,0 0 1,-1 1 0,1-1 0,0 1 0,-1 0 0,0 0 0,-5-2 0,-5-1 184,-1 1 0,1 0 0,-1 1-1,0 0 1,0 2 0,0-1 0,-1 2 0,1 0 0,0 1 0,0 0 0,-30 8-1,23-4 53,-1 2-1,1 1 1,1 1-1,0 0 1,0 2-1,1 0 1,-22 17 0,8-3 123,2 2 0,1 1 0,-44 53 1,59-62-437,1 1 1,1 0-1,0 2 1,2-1-1,1 1 1,0 1-1,-10 35 1,18-47-8,0 1 0,1 1 0,0-1 0,1 0 0,0 1 0,1-1 0,1 0 0,0 1 0,0-1 0,5 16 0,-3-18 0,0-1 0,0 0 0,1-1 0,1 1 0,-1-1 0,1 0 0,1 0 0,-1 0 0,1-1 0,1 1 0,-1-2 0,1 1 0,16 11 0,-2-5 2,1-1 0,0-1 0,0-1 0,1 0-1,1-2 1,-1-1 0,1-1 0,1-1 0,-1-1 0,1-1 0,34 0 0,3-4-618,0-2 1,0-3-1,85-20 0,-76 9-453,0-3-1,-1-4 1,-1-2-1,82-45 1,-69 25-119,-2-3 1,141-115 0,-176 124 1509,56-64 0,-94 94-105,0 0 0,-1-1 0,11-25 2808,-18 39-2342,-3 13-286,-1-1 0,-1 0 0,0 0 0,-13 21 0,8-15-44,-14 36 0,12-17-115,1-1 1,-10 75-1,20-100-223,1 1 0,1-1 0,0 0 0,1 1 0,0-1 0,1 0 0,1 0-1,0 0 1,1 0 0,1-1 0,10 24 0,-12-32-37,-1 0 1,1-1-1,0 0 1,1 0-1,-1 0 1,1 0-1,0 0 0,0 0 1,0-1-1,0 0 1,0 0-1,1 0 1,-1-1-1,1 1 0,8 2 1,-4-2-56,0-1 1,-1-1-1,1 1 1,0-1 0,-1-1-1,1 0 1,0 0-1,16-3 1,-6 0-116,0-2 0,-1 0 0,1-1-1,-1-1 1,-1 0 0,1-2 0,-1 0 0,18-13 0,-7 0-120,-1-1 1,-1-1 0,-1-1-1,37-48 1,-19 13-104,44-81 1,47-132-150,-85 170 456,105-269-82,-147 349 470,-11 25 186,-16 38 375,-35 78 472,-72 178 270,121-281-1541,-64 202 460,57-172-360,3 1-1,-8 85 1,18-122-123,0 0 1,0 1-1,0-1 0,1 0 1,0 0-1,4 12 0,-4-18-13,0 0 0,0 0 0,0-1-1,0 1 1,1 0 0,-1-1 0,1 1-1,-1-1 1,1 0 0,0 1 0,0-1 0,0 0-1,1 0 1,-1 0 0,0-1 0,1 1 0,-1 0-1,1-1 1,0 0 0,-1 1 0,1-1-1,0 0 1,4 1 0,3-1 2,0 0 1,0 0-1,0-1 0,-1-1 1,1 1-1,0-2 0,13-2 1,75-24 12,-52 14-20,-35 10-4,213-56 6,-161 46 79,103-9 1,-149 22-48,0 0 0,-1 2 0,1 0 0,0 0 0,-1 2 0,31 7 0,-37-6-25,-1 0 1,1 0-1,-1 0 1,0 1 0,-1 1-1,1 0 1,-1 0-1,0 0 1,0 1-1,-1 0 1,0 1 0,8 9-1,58 86-1636,-46-63-2272,3 3-5809,-5-9-2436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4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13 9093,'-5'30'2749,"-30"-69"9616,35 39-12244,0-1 0,-1 1 0,1 0 0,0 0 0,-1-1 1,1 1-1,0 0 0,-1 0 0,1-1 0,-1 1 0,1 0 0,-1 0 0,1 0 1,0 0-1,-1-1 0,1 1 0,-1 0 0,1 0 0,-1 0 0,1 0 0,0 0 0,-1 0 1,1 0-1,-1 0 0,1 1 0,-1-1 0,1 0 0,-1 0 0,1 0 0,0 0 1,-1 0-1,1 1 0,-1-1 0,1 0 0,0 0 0,-1 1 0,1-1 0,-1 1 0,-7 21 1744,5 42-1540,3-51 215,-3 39-172,3-1 0,8 66 0,-6-105-368,0 1 1,1-1-1,0 0 1,1 0-1,1 0 1,8 16-1,-12-24 0,0-1 0,1 0 0,0-1 0,0 1 0,0 0 0,0 0 0,0-1 0,1 1 0,-1-1 0,1 0 0,0 0 0,-1 0 0,1 0 0,0 0 0,0 0 0,0-1 0,0 0 0,1 1 0,-1-1 0,0 0 0,0-1 0,1 1 0,-1-1 0,1 1 0,-1-1 0,0 0 0,1 0 0,-1 0 0,5-2 0,9-2 0,0-2 0,-1 0 0,0 0 0,0-2 0,17-10 0,76-57 0,-21 15 0,-68 47 0,97-56 0,-98 58 0,2 2 0,-1 0 0,43-11 0,-55 18 0,1 1 0,-1-1 0,1 2 0,-1-1 0,1 1 0,0 1 0,-1-1 0,1 2 0,-1-1 0,0 1 0,1 0 0,-1 1 0,0 0 0,0 0 0,0 1 0,13 8 0,6 8 0,-1 1 0,-1 1 0,35 40 0,33 36 0,-74-77 0,1 0 0,2-1 0,0-1 0,1-1 0,0-1 0,2-1 0,32 16 0,-46-27 0,1-1 0,-1 0 0,1-1 0,0 0 0,0-1 0,0 0 0,0-1 0,0 0 0,0-1 0,0 0 0,0-1 0,0-1 0,0 0 0,0 0 0,0-1 0,-1-1 0,1 0 0,14-7 0,-3-1 0,0-1 0,-1-2 0,-1 0 0,0-1 0,21-21 0,90-101 0,-90 91 0,51-54 0,-92 100 0,0 0 0,0-1 0,1 1 0,-1-1 0,0 1 0,1 0 0,-1 0 0,1 0 0,-1 0 0,1 0 0,0 0 0,-1 1 0,1-1 0,0 0 0,0 1 0,-1-1 0,1 1 0,0 0 0,0-1 0,0 1 0,0 0 0,-1 0 0,4 1 0,-3 0 0,1 0 0,-1 0 0,0 0 0,0 0 0,0 1 0,0-1 0,0 1 0,-1-1 0,1 1 0,0 0 0,-1 0 0,1 0 0,-1 0 0,0 0 0,2 3 0,2 5 0,-1 1 0,0 0 0,0-1 0,-1 1 0,0 1 0,1 12 0,-3 26 0,-2 0 0,-2 0 0,-14 75 0,8-69 0,4-20-473,-12 115 1425,21-77-2597,-2-61 141,1 0-1,0 0 1,7 19-1,0-14-6822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4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14309,'0'0'6949,"7"21"-6001,6 12-476,0-3-392,4 0-828,0 1-1124,3 5-232,7 15-3265,0 0-4312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5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697 38 12257,'-8'-6'389,"5"3"-134,0 0 0,-1 0 1,1 1-1,-1-1 0,0 1 0,0-1 1,1 1-1,-1 0 0,-1 1 0,1-1 1,0 1-1,0 0 0,-1 0 0,1 0 1,0 0-1,-1 1 0,-8 0 0,-6 3 467,1 1-1,0 1 0,0 0 0,0 1 1,0 2-1,1-1 0,0 2 1,1 0-1,0 1 0,0 1 1,-23 21-1,-8 12-183,2 2-1,-40 56 1,61-74-304,-10 16-482,-45 74-1,68-100 74,1 2 0,0-1 0,1 1 0,-11 41 0,19-57 127,0 0 1,0 1-1,0-1 0,1 1 0,-1-1 1,1 1-1,0-1 0,1 6 1,-1-9 39,0 0 0,1 0 0,-1 0 1,0 0-1,1 0 0,-1 0 0,0 0 0,1 0 1,-1 0-1,1 0 0,-1 0 0,1 0 1,0 0-1,-1 0 0,1 0 0,0-1 1,0 1-1,0 0 0,0 0 0,-1-1 1,1 1-1,0-1 0,0 1 0,0-1 1,0 1-1,0-1 0,0 1 0,1-1 0,-1 0 1,0 0-1,0 0 0,0 1 0,1-1 1,10-1-9,-1-1 0,0 0 1,0 0-1,0-1 0,0-1 1,-1 1-1,1-2 0,-1 0 1,0 0-1,0 0 0,-1-2 1,16-12-1,12-12 170,54-59 0,-79 78-83,101-120 606,17-18 687,-127 147-1301,1-1 1,-1 1-1,1 1 1,-1-1-1,1 0 1,0 1-1,0 0 1,0 0-1,0 0 0,1 0 1,-1 1-1,8-2 1,-10 3-37,0-1 0,0 1 1,0 0-1,1 1 0,-1-1 0,0 0 1,0 1-1,0-1 0,0 1 0,0 0 1,0-1-1,0 1 0,0 0 0,0 0 1,-1 0-1,1 1 0,0-1 1,-1 0-1,1 1 0,-1-1 0,1 1 1,-1-1-1,1 1 0,-1 0 0,0-1 1,0 1-1,0 0 0,0 0 0,1 2 1,4 10 120,-1 1 0,-1 0 1,0 0-1,0 0 1,-2 0-1,0 1 0,0-1 1,-2 19-1,-14 127 491,8-110-484,1-5-39,3 0 0,1 0-1,9 67 1,-8-108-134,1-1-1,-1 0 1,1 1 0,0-1-1,1 0 1,-1 0 0,1 0 0,0 0-1,0 0 1,0 0 0,1-1-1,-1 1 1,1-1 0,0 1-1,0-1 1,0 0 0,0 0 0,0-1-1,1 1 1,4 2 0,-4-3-17,1 0 0,-1 0 1,1-1-1,-1 0 1,1 0-1,0 0 1,0-1-1,-1 1 0,1-1 1,0 0-1,-1-1 1,1 1-1,0-1 0,-1 0 1,1 0-1,0 0 1,-1-1-1,6-2 1,7-3-79,-1-1 1,0 0-1,0-2 0,-1 0 1,0 0-1,0-1 1,24-26-1,80-75-474,-67 62 339,-13 13 88,62-48 1,-94 81 162,-1 0 0,1 0 1,0 0-1,0 1 0,0 0 0,13-4 1,-17 6 9,0 1 0,-1-1 0,1 1 0,0-1 0,0 1 0,0 0 0,-1 0 0,1 0 0,0 1 0,0-1 0,-1 1 0,1-1 0,0 1 0,-1 0 0,1 0 0,0 0 0,-1 0 0,1 1 0,-1-1 0,0 1 0,1-1 0,2 4 0,14 18 82,0 0 0,-2 2 0,0 0 0,-2 1 0,-1 1 1,14 38-1,-22-53-81,-1 1 0,2-1-1,-1 0 1,2-1 0,0 0 0,0 0 0,1 0 0,0-1 0,0-1 0,1 1 0,1-2 0,0 1 0,14 8-1,-20-15-33,-1 0 0,0-1 0,1 1-1,0-1 1,-1 1 0,1-1 0,0-1-1,0 1 1,0-1 0,-1 0 0,1 0-1,0 0 1,0-1 0,9-1 0,-6 0-7,-1 0 0,1-1 0,0 1 0,-1-2 0,0 1 1,0-1-1,0 0 0,7-5 0,11-14-26,0-2-1,-2 0 0,0-1 1,36-57-1,-17 24 18,-9 23 77,-32 36-34,1 1 0,-1-1 0,1 1 0,-1 0 0,1 0 0,-1-1 0,0 1 0,1 0 1,-1 0-1,0 1 0,2 1 0,-3-3-1,6 6 28,-1 0-1,1 0 1,-1 1-1,-1 0 1,1 0-1,-1 0 1,0 0-1,-1 1 1,4 11-1,-3-9 0,0 0 0,1 0 0,0 0 0,12 17-1,-13-23-32,-1 0 0,1 0-1,-1 0 1,1-1 0,0 1-1,0-1 1,1 0 0,-1 0 0,1-1-1,0 1 1,-1-1 0,1 0-1,0 0 1,0-1 0,0 1-1,1-1 1,-1 0 0,0-1-1,0 1 1,1-1 0,-1 0-1,0 0 1,0-1 0,1 1-1,-1-1 1,0 0 0,0-1-1,0 1 1,0-1 0,8-4-1,-1 0-36,-1-1 0,0 0 0,-1-1 0,1 0 0,-2 0 0,1-1 0,-1-1 0,-1 1-1,1-1 1,-2-1 0,12-19 0,77-169-481,-60 117 280,15-47-110,-7 15 48,-67 146 348,4-8 22,-35 70 178,-49 116 1,37-42-163,64-165-78,1 1-1,1-1 0,-1 1 1,0-1-1,1 1 0,0 0 1,0-1-1,0 1 0,0-1 1,1 1-1,-1-1 0,2 6 1,-1-8-11,-1 1 0,1-1-1,-1 0 1,1 1 0,0-1 0,0 0 0,0 1 0,0-1 0,0 0 0,0 0 0,0 0 0,0 0 0,0 0 0,0 0-1,1 0 1,-1 0 0,0 0 0,1-1 0,-1 1 0,0 0 0,1-1 0,-1 1 0,1-1 0,-1 0 0,1 0 0,-1 1-1,1-1 1,2 0 0,5-1-6,0-1 0,1 0 0,-1 0 0,0 0-1,11-6 1,-7 3 3,28-12-15,-1-2 0,-1-2 1,-1-2-1,0-1 0,36-32 0,88-81-13,-11 8 14,-118 104 72,0 2-1,67-35 1,-95 55-22,1 1 1,-1 0-1,1 0 1,-1 0 0,1 0-1,0 1 1,0 0-1,-1 0 1,1 1-1,0-1 1,0 1-1,0 1 1,0-1-1,0 1 1,0 0-1,-1 0 1,1 1-1,0 0 1,-1 0-1,1 0 1,-1 0-1,0 1 1,0 0-1,7 5 1,-8-4 13,0 0 0,0 1 0,0 0 0,0 0 0,-1 0 1,0 0-1,0 1 0,0-1 0,-1 1 0,1-1 0,-2 1 0,1 0 1,0 0-1,-1 0 0,0 0 0,-1 0 0,1 0 0,-1 1 1,-1 6-1,-1 8 102,0 0 0,-1 0 0,-2 0 1,-7 23-1,-1-5 46,-2 0 0,-2-2 1,-1 0-1,-2-1 0,-29 40 1,-44 40-1139,-9-14-3850,98-98 3312,0 0 0,0 0 0,0 0 0,1 1-1,-5 7 1,4-6-833,-9 15-10026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5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94 13029,'-16'-45'6053,"2"36"-3897,-3-3 2080,11-3-8524,-1 3 1720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6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31 194 12513,'-30'-24'13247,"35"22"-11720,57-14-127,1 3 1,83-8-1,137 3-640,-167 12-464,116-6-1007,420-25-4584,-216 8-6813,-258 14 662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7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496 0 15261,'-3'6'527,"0"-1"1,0 1-1,0 0 0,1 0 0,-1 0 0,1 1 0,-1 5 0,3-7-205,0 0-1,1 0 1,-1 0-1,1 0 1,0 0-1,0 0 1,0-1-1,1 1 1,-1 0 0,1-1-1,1 1 1,2 4-1,22 39 1927,3 0 0,45 54 0,-17-33-1615,-3 3 0,-3 2 0,72 139 0,-106-175-689,-3 0 0,-1 2 0,-1 0 1,7 47-1,-15-56 72,-2 0 0,-1 0 0,-1 1 0,-1-1 0,-2 1 0,-8 39 0,1-28-4,-2-1-1,-2 0 1,-2-1 0,-1 0-1,-25 42 1,11-31-318,-2-2 0,-3-1 0,-47 53 0,-1-15-2037,-5-3-1,-3-4 0,-115 77 1,84-72-4873,5-8-4823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7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202 572 14181,'-27'-24'8393,"35"142"-349,-2-21-6096,-9 137-1754,0-138-187,6 279-7,0-358 0,3-18 0,1-13 0,-7 14 0,6-19 0,0 0 0,-2 0 0,0 0 0,-1-1 0,0-33 0,2-14 0,12-59-418,4 2 1,6 0-1,55-152 1,-59 218 198,2 1 1,3 0 0,45-68-1,-47 89 122,0 0-1,3 2 0,1 1 1,1 2-1,52-41 0,-72 64 76,0 0-1,1 1 1,0 0-1,0 0 0,0 2 1,1 0-1,0 0 0,23-5 1,-32 9 17,0 1 1,0-1-1,0 1 1,-1 0-1,1 0 1,0 0-1,0 0 1,0 0-1,0 1 1,-1 0-1,1 0 0,0 0 1,-1 0-1,1 1 1,-1-1-1,1 1 1,-1 0-1,0 0 1,1 0-1,-1 0 1,0 1-1,0-1 1,-1 1-1,1 0 1,-1 0-1,1 0 1,-1 0-1,0 0 0,0 1 1,0-1-1,0 1 1,-1-1-1,0 1 1,2 6-1,0 1 4,-1 0-1,-1 0 0,1 0 0,-2 0 1,0 0-1,0 0 0,-1 0 0,0 0 1,-1 0-1,-3 11 0,-7 18-24,-22 52 0,16-46-29,-13 29 27,-20 57-145,45-111 121,0-1-1,2 1 1,0 0-1,-2 31 1,6-43 34,0 0 0,1 0 1,0 0-1,1 0 0,-1 0 0,2-1 0,-1 1 1,1 0-1,1-1 0,-1 0 0,6 8 1,-2-4-9,1-1 0,0-1 0,1 0 0,0 0 0,0 0 1,19 13-1,8 1-97,1-1-1,1-2 1,62 26 0,-84-40 67,52 22-108,-20-10-138,0 2 0,-2 3-1,71 46 1,-109-64 256,-1 1-1,0-1 0,0 1 0,0 0 0,-1 1 1,1-1-1,-2 1 0,6 9 0,-10-14 44,1 0-1,-1 0 1,1 1-1,-1-1 0,0 0 1,0 1-1,-1-1 1,1 1-1,-1-1 1,0 1-1,0-1 0,0 1 1,0-1-1,0 1 1,-1-1-1,1 1 1,-1-1-1,0 0 0,0 1 1,-1-1-1,1 0 1,-1 0-1,1 0 1,-1 0-1,-2 3 0,-2 2 23,-1-1-1,0-1 0,0 1 0,0-1 0,0 0 0,-1-1 0,0 0 1,-1 0-1,-15 6 0,-10 2 123,-44 12-1,72-24-127,-96 25 260,-121 13 0,-111-3 288,240-27-413,0 0-92,-344 25-2175,435-33 1900,0-1 1,0 0 0,1-1-1,-1 1 1,0 0 0,1-1-1,-1 0 1,1 1 0,-1-1-1,0 0 1,1-1 0,0 1-1,-3-2 1,4 3-1,0-1-1,1 1 1,-1-1 0,1 0-1,-1 1 1,0-1 0,1 0-1,0 1 1,-1-1 0,1 0-1,-1 0 1,1 1 0,0-1-1,-1 0 1,1 0 0,0 0-1,0 1 1,0-1 0,0 0-1,0 0 1,0 0-1,0 0 1,0 0 0,0 1-1,0-1 1,0 0 0,0 0-1,1 0 1,-1 0 0,0 1-1,1-1 1,-1 0 0,1 0-1,-1 1 1,1-1 0,-1 0-1,1 1 1,0-2 0,27-19-10710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9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927 845 10657,'-1'-1'346,"1"-1"1,-1 0-1,0 0 1,0 0-1,0 0 1,0 1-1,0-1 1,0 0-1,0 1 1,-1-1-1,1 1 1,-1-1-1,1 1 1,-1 0-1,1 0 1,-1 0-1,0-1 1,0 2-1,1-1 1,-1 0-1,0 0 1,0 0-1,-2 0 1,-4 1 367,0-1 0,0 1 0,0 0 0,0 1 0,-10 1 0,16-2-698,-32 6 666,0 2-1,0 1 0,1 1 1,0 2-1,1 1 0,0 1 1,-44 29-1,7 2-536,1 3 1,-64 59-1,99-77-1072,-36 40 0,-12 14-1026,58-64 1319,14-12 8,0 1 0,0-1 0,-12 17 0,40-30-145,44-15 910,1 3 0,0 2 0,120-10 0,-132 24 398,-1 3-1,1 1 1,-1 3 0,0 3 0,84 24-1,-88-19-90,477 121 2338,-453-122-2660,1-3 0,0-4 0,1-2-1,0-4 1,101-12 0,-141 7-115,-1-1 1,0-1-1,0-2 0,50-22 0,-63 22-24,0-2 0,0 1 1,-1-2-1,-1 0 0,0-2 0,-1 0 1,0 0-1,15-19 0,-9 6-7,-1 0 0,-1-2 0,-1 0 0,-2-2 1,-1 1-1,-1-2 0,-2 0 0,-1-1 0,-2 0 0,8-45 0,-16 71 20,-1 0 1,0 0-1,-1 0 0,1 0 0,-1 0 0,-1 0 0,1 0 1,-1 0-1,0 0 0,-1 0 0,0 0 0,0 0 0,0 1 0,-1-1 1,0 1-1,0-1 0,-1 1 0,0 0 0,0 1 0,0-1 0,-7-6 1,11 12 1,-1-1 0,0 0 0,0 0 1,0 0-1,0 0 0,-1 1 1,1-1-1,0 0 0,0 1 1,-1-1-1,1 1 0,0 0 1,-1-1-1,1 1 0,0 0 1,-1 0-1,1 0 0,0-1 1,-1 2-1,0-1 0,-8-1 0,0 1 1,0 0-1,0 1 0,0 0 0,0 1 0,0 0 1,1 1-1,-1 0 0,1 0 0,-12 6 0,2 1-154,1 2 1,0 0-1,0 0 0,1 2 0,1 0 0,0 1 0,1 1 1,1 0-1,0 1 0,2 1 0,0 0 0,0 0 0,2 1 0,0 1 1,-12 36-1,21-54 109,0 0 0,1 1 0,-1-1 0,0 1 0,1-1 0,-1 0 0,1 1 0,0-1 0,0 1 0,0-1 0,0 1 1,0-1-1,1 1 0,-1-1 0,1 1 0,-1-1 0,1 1 0,0-1 0,0 0 0,0 0 0,0 1 0,1-1 0,-1 0 0,0 0 0,1 0 0,0 0 0,-1 0 1,1-1-1,0 1 0,0 0 0,0-1 0,0 0 0,0 1 0,0-1 0,0 0 0,1 0 0,3 1 0,3 1-13,0-1 0,0 0 0,0-1 0,1 0-1,-1 0 1,0-1 0,0 0 0,12-2 0,-2-1 27,0-1 0,0-1 1,0 0-1,-1-2 0,19-8 1,83-50 105,-80 41 515,71-30 0,-105 52-558,1-2 86,0 2 0,1-1 0,0 1 0,0 0 0,8-1 0,-14 3-88,0 0-1,0 0 1,0 0-1,0 0 1,-1 1 0,1-1-1,0 0 1,0 1-1,0 0 1,0-1-1,-1 1 1,1 0 0,0 0-1,-1 0 1,1 0-1,0 0 1,-1 0 0,1 0-1,-1 0 1,0 1-1,1-1 1,-1 1 0,0-1-1,0 1 1,0-1-1,0 1 1,1 1-1,2 8 108,0 0 0,0 0-1,-1 0 1,0 0-1,-1 0 1,-1 1-1,0-1 1,0 19-1,-12 101 637,2-52-465,6-27-171,-44 390 546,37-395-784,-1 0 0,-2-1 1,-3 0-1,-1-2 0,-2 0 0,-3 0 0,-31 47 0,31-59-331,-1 0 1,-32 32-1,40-49 162,-1-1 1,0 0-1,-1-1 1,-1-1 0,-28 15-1,7-7-149,0-3-1,-1-1 1,-45 11 0,65-22 297,0-1 1,1 0 0,-2-2 0,1 0 0,0-1 0,0-1 0,-1-1 0,-33-6-1,49 6 126,-1-1 0,1 1 0,0-1 0,0 0 0,0 0-1,0-1 1,0 1 0,0-1 0,0 0 0,1 0 0,0-1-1,-1 0 1,1 1 0,1-1 0,-1-1 0,0 1 0,1 0-1,0-1 1,0 0 0,1 0 0,-1 0 0,1 0 0,0 0-1,0 0 1,0 0 0,1-1 0,0 1 0,0-1 0,1 1-1,-1-1 1,1-7 0,2 0 17,1 0 0,0 0 0,0 0-1,1 0 1,1 0 0,0 1 0,1 0 0,0 0 0,1 0-1,12-16 1,10-8 21,58-59 1,0 12-35,177-126 0,120-46-419,-305 205 271,523-355-1183,-39-49 572,-500 396 702,139-133 236,-163 149 8,-2 0 0,57-87 1,-85 115-111,-1-1 0,0 0 0,-1 0 0,-1-1 0,0 1 0,3-19 0,-8 30-27,0 0 0,-1-1 0,0 1 0,1 0 0,-1 0 0,-1-1 0,1 1-1,-1 0 1,0 0 0,0-1 0,0 1 0,-2-6 0,1 8 7,0-1 0,0 0 0,0 0 0,0 1 0,0-1 0,-1 1 0,1 0 0,0 0 0,-1 0 0,0 0 0,0 0 0,1 1 0,-1-1 0,0 1 0,0-1 0,-1 1 0,1 0 0,-4-1 0,-2 1 36,0 0 1,1 0-1,-1 1 1,0 0 0,1 1-1,-1 0 1,0 0 0,1 0-1,-1 1 1,1 1-1,-1 0 1,1 0 0,0 0-1,0 1 1,-8 5-1,-8 6 87,1 0-1,1 1 0,-32 31 0,31-25-97,1 2 1,1 1-1,0 1 1,2 1-1,-16 29 1,24-35-88,0 1 0,2-1 1,0 2-1,1-1 0,1 1 1,2 0-1,-6 41 0,11-56-46,0 0 0,0 0 0,0 0 0,1 0 0,1 0 0,-1 0 0,1 0 0,0-1 0,1 1 0,0-1 0,4 9 0,-5-13 27,0 0 1,0 0-1,0 0 1,0 0-1,1 0 1,-1 0-1,1-1 0,-1 1 1,1-1-1,0 0 1,0 0-1,0 0 0,0 0 1,1 0-1,-1-1 1,0 1-1,1-1 1,-1 0-1,1 0 0,0 0 1,-1-1-1,1 1 1,-1-1-1,1 0 1,0 0-1,6-1 0,73-17-120,-57 12 129,46-7 1,-63 12 51,-1 1 1,1 0-1,0 0 0,0 1 1,-1 0-1,1 0 0,0 1 1,-1 0-1,12 5 0,-9-2 59,-1 1-1,0 0 1,0 1-1,0 0 0,0 0 1,-1 1-1,-1 0 1,13 15-1,3 7 259,25 43 0,-23-31-172,-3 1 0,-1 1-1,-2 1 1,-2 1 0,-3 1 0,-1 0-1,-2 1 1,-3 0 0,-1 0 0,1 99-1,-9-106-186,-2 1-1,-3-1 0,0 0 0,-3-1 1,-2 0-1,-1 0 0,-2-1 1,-1 0-1,-3-1 0,-1-1 0,-1 0 1,-2-2-1,-37 47 0,25-42-203,-2-3 0,-1 0-1,-2-2 1,-2-2 0,-1-2 0,-1-2-1,-80 42 1,84-52-123,0-2 0,-1-2 1,-1-1-1,0-3 0,-1-1 0,0-1 0,0-3 0,-1-1 1,-81-2-1,109-4 239,-1 0 0,0-1 1,1-1-1,-1 0 0,1-1 0,0-1 1,-14-6-1,23 9 68,0-1 0,0 0 0,0 0 0,0 0 0,0-1 0,1 0 0,-1 0-1,1 0 1,0 0 0,0-1 0,1 0 0,0 1 0,-1-1 0,1 0 0,1-1 0,-1 1 0,1 0 0,0-1 0,0 0 0,-1-6 0,2-3-9,-1 0 0,2-1 0,0 1 0,1 0 0,1-1 1,0 1-1,1 0 0,0 0 0,1 0 0,11-25 0,5-3-13,1 0-1,34-50 1,47-54 0,126-138 1,-226 282 36,728-770-324,-616 660 319,-14 16-51,182-138 1,-272 227 70,2-1 1,-1 2 0,1 0 0,0 0 0,1 1 0,0 0 0,14-3 0,-25 8-14,0 1-1,1-1 1,-1 1 0,1 0-1,-1 0 1,1 0 0,-1 0-1,1 1 1,-1-1 0,1 1 0,-1-1-1,1 1 1,-1 0 0,0 0-1,1 0 1,-1 0 0,0 0-1,0 1 1,0-1 0,0 1-1,0-1 1,0 1 0,0 0 0,-1 0-1,1-1 1,-1 1 0,1 0-1,-1 1 1,0-1 0,1 0-1,0 5 1,2 3 8,0 0 1,-1 0-1,0 1 0,-1 0 0,0-1 1,0 13-1,-1 33 5,-2-1 0,-14 90-1,5-62-222,-18 108-1625,9-71-1343,6-1-3986,9-49-1490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19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7905,'0'0'1888,"-7"15"-1256,0-3-336,14 9-440,0 0-484,-4-6-996,4 18-776,-1 7-541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0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1 194 9253,'8'-10'993,"0"0"0,1 0 0,0 0 0,1 1 0,14-10 0,-21 18-689,1 0 0,-1 0 1,1 0-1,-1 0 0,1 0 0,0 0 0,-1 1 0,1 0 0,0 0 0,4 0 0,3 0 269,-7 0-410,1 0 0,0 0 0,0 0 0,0 0 0,0 1 1,0 0-1,0 0 0,0 0 0,-1 0 0,1 1 0,0 0 0,-1 0 0,1 0 0,-1 0 0,0 1 0,0 0 0,0 0 0,0 0 0,0 0 1,-1 1-1,1-1 0,-1 1 0,0 0 0,0 0 0,4 7 0,-1 3 82,0 0-1,-1 0 1,-1 0-1,0 0 1,0 1-1,-2-1 1,2 17 0,3 45 394,-1 98 0,-6-158-606,0 0-1,1 0 0,0 0 0,2 0 1,0 0-1,0-1 0,2 1 0,0-1 1,1 0-1,13 25 0,-15-35-28,0-1 1,0 1-1,0-1 0,0-1 1,1 1-1,-1-1 0,1 1 1,0-1-1,0 0 0,0-1 1,0 0-1,1 1 0,-1-1 0,1-1 1,-1 1-1,1-1 0,0 0 1,-1-1-1,1 1 0,0-1 1,0 0-1,8-2 0,8 0 6,-1-1 0,0-1 0,0-1 0,35-13 0,-20 3-6,0-1 0,-1-2 0,-1-2 0,39-29 1,-13 2-26,67-66 0,-102 87 13,2 2 1,1 1-1,0 1 0,36-20 0,-61 40 19,0 1 0,0-1 0,0 1 0,1 0-1,-1 0 1,1 0 0,-1 1 0,0-1-1,1 1 1,-1 0 0,1 0 0,-1 0 0,1 0-1,-1 0 1,1 1 0,-1 0 0,1-1-1,-1 1 1,0 1 0,1-1 0,-1 0 0,0 1-1,3 2 1,7 4 18,-1 1-1,-1 1 1,0 0 0,13 16-1,24 20 59,-34-38-137,0 0-1,1 0 1,-1-1 0,1-1 0,1 0 0,-1-1 0,1-1 0,0-1 0,0 0 0,0-1 0,0 0 0,0-1 0,1-1 0,-1-1 0,0 0 0,0-1 0,0-1 0,28-9 0,-29 8 19,-1 0 0,0-2 0,0 1-1,0-2 1,0 0 0,-1-1 0,-1 0 0,1-1 0,-1 0 0,-1-1-1,0 0 1,0-1 0,-1 0 0,0-1 0,-1 0 0,0 0-1,-1-1 1,-1 0 0,0-1 0,7-18 0,-9 17 47,-1 0 1,0 0 0,-1 0-1,-1-1 1,-1 1 0,0-1-1,0 1 1,-4-21 0,2 29 13,0 1 0,0-1 0,-1 0 0,0 1 1,-1 0-1,0-1 0,0 1 0,0 0 1,0 0-1,-1 1 0,0-1 0,0 1 0,-1 0 1,0 0-1,1 0 0,-2 0 0,1 1 1,0 0-1,-1 0 0,0 1 0,-10-6 0,9 6 15,1 1 0,0-1 0,-1 1 0,1 0 0,-1 1 0,0 0 0,1 0 0,-1 0 0,0 1 0,0 0 0,0 0 0,0 0 0,1 1 0,-1 0 0,-11 4 0,9-1 5,-1 0 0,1 0 0,0 1 0,1 0 0,0 0 0,-1 1-1,2 0 1,-1 1 0,-12 14 0,6-5 1,1 2-1,1-1 1,0 2 0,1 0 0,2 0-1,0 1 1,0 0 0,2 0-1,-7 30 1,9-21-14,0 0 0,2 0 0,2 1 0,0-1 0,7 57 0,-4-69-28,2 0 1,0 1-1,1-1 0,0-1 1,1 1-1,1-1 1,1 0-1,0-1 1,1 0-1,22 27 0,-28-38 20,1 0 0,-1 0-1,1-1 1,0 0 0,1 0-1,-1 0 1,0 0 0,1-1-1,0 1 1,-1-1-1,1 0 1,0-1 0,0 1-1,0-1 1,0 0 0,0 0-1,1-1 1,-1 1 0,0-1-1,0 0 1,0-1 0,1 1-1,-1-1 1,0 0 0,6-2-1,10-4 305,0-1 0,0-1 0,-1-1 0,28-17-1,-37 20-136,34-25 649,-37 25-787,0 0 0,0 1-1,1 0 1,0 0 0,0 1 0,1 0-1,-1 1 1,19-6 0,-25 10-58,0 0 0,-1 0 0,1 0 0,-1 0 0,1 0 0,0 0 0,-1 1 0,1 0 0,-1-1 0,1 1 0,-1 0 0,1 0 0,-1 0 0,0 0 0,1 1 0,-1-1 0,3 3 0,-1 0 0,0 0 0,0 0 0,0 0 0,-1 1 0,1 0 0,-1 0 0,4 8 0,1 4 0,-2 1 0,0 0 0,7 33 0,-5-5 0,-3 0 0,-2 0 0,-1 1 0,-6 56 0,-34 185 0,14-151 0,-5-1 0,-6-2 0,-98 240 0,48-193-102,-115 180 0,133-256-568,-5-3-1,-163 176 0,188-230 270,-103 79-1,124-108 343,-1-2-1,0-1 0,-1-1 1,-1-1-1,0-1 0,-37 10 1,57-21 90,1 0 0,0 0 0,-1-1 0,1 0 0,-1 0 0,1-1 0,-1 0 0,0-1 0,-10-1 0,16 1 8,0 0 1,0 0 0,1 0 0,-1 0 0,0-1 0,0 1 0,0-1-1,1 0 1,-1 0 0,1 0 0,0 0 0,-1 0 0,1 0 0,0 0 0,0-1-1,0 0 1,1 1 0,-1-1 0,1 0 0,-1 1 0,1-1 0,0 0-1,0 0 1,0 0 0,0 0 0,1 0 0,-1-5 0,0-6 87,1 0 1,0 1-1,1-1 0,0 1 1,1-1-1,1 1 1,0 0-1,1 0 0,10-24 1,10-13 156,32-52 1,-39 71-215,60-98-405,6 3-1,5 3 0,5 5 0,5 4 1,5 4-1,140-115 0,263-154-5881,-150 160-4645,-214 143 605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3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1343 5260,'0'0'10515,"5"-3"-9862,15-11 317,-15 10 3254,17-19-3289,-18 16-778,0-1-1,1 1 1,1 1 0,7-9 0,-11 10-76,-1 1 0,1-1 0,-1 1 0,0-1 0,-1 1 0,1-1 0,-1 0 1,1 1-1,-2-1 0,1 0 0,-1-4 0,1-1-123,1 1 111,1 0 1,0-1-1,1 1 0,5-14 0,-5 17-71,-2 3 724,-3 7-189,-63 93 1253,-6 10-542,34-36-706,3 2-1,3 1 0,-26 93 1,50-129 42,7-38-578,0-1-1,0 1 1,0 0 0,0 0-1,0 0 1,0 0 0,0 0 0,0 0-1,0 0 1,0 0 0,0 0-1,0 0 1,0 0 0,1 0 0,-1 0-1,0 0 1,0 0 0,0 0-1,0-1 1,0 1 0,0 0 0,0 0-1,0 0 1,0 0 0,1 0-1,-1 0 1,0 0 0,0 0 0,0 0-1,0 1 1,0-1 0,0 0-1,0 0 1,0 0 0,0 0 0,0 0-1,1 0 1,-1 0 0,0 0-1,0 0 1,0 0 0,0 0 0,0 0-1,0 0 1,0 0 0,0 0-1,0 0 1,0 1 0,0-1 0,0 0-1,0 0 1,0 0 0,0 0-1,0 0 1,0 0 0,1 0 0,-1 0-1,0 0 1,0 0 0,0 1-1,0-1 1,0 0 0,0 0 0,-1 0-1,10-2 32,0-1-1,-1-1 1,1 1-1,-1-2 0,0 1 1,0-1-1,-1 0 1,1 0-1,-1-1 0,0 0 1,7-9-1,10-12 2,32-47 0,-47 62-48,74-117 92,82-172 0,-89 156-74,433-713 409,-497 840-412,0 0 1,2 1-1,0 0 1,1 2-1,21-19 1,-33 32-2,0 0 0,0 0 0,0 0 0,0 0 0,0 0 0,1 1 0,-1-1 0,0 1 0,1 0 0,0 0 0,-1 0 0,1 0 0,-1 1 0,1 0 0,0-1 0,-1 2 0,1-1 0,0 0 0,-1 0 0,1 1 0,0 0 0,-1 0 0,1 0 0,-1 0 0,0 1 0,1-1 0,-1 1 0,0 0 0,0 0 0,0 0 0,0 0 0,0 0 0,0 1 0,2 3 0,5 5 0,-1 0 0,0 1 0,-1 0 0,0 1 0,-1 0 0,0 0 0,7 22 0,10 37 0,-3 2 0,-4 0 0,14 120 0,-5 236 0,-31 233 0,-34-1 0,20-372 0,5 92 0,14-381-12,0 29 80,5 42 0,8-24-1534,-11-42 553,0 0 0,1-1 0,0 1 0,1-1 0,5 8 0,-9-13 839,0 0 0,0 0-1,0 0 1,0 0 0,1 1-223,-1-1 222,0 0 1,0 0 0,0 0 0,0 0-1,0 0 1,0 0 0,1 0 0,-1 0-1,0 0 1,0 0 0,0 0 0,0 0-1,0 0 1,0 0 0,1 0-1,-1 0 1,0 0 0,0 0 0,0 0-1,0 0 1,0 0 0,0 0 0,0 0-1,1 0 1,-1 0 0,0 0 0,0 0-1,0 0 1,0 0 0,0 0 0,0 0-1,0 0 1,0-1-75,1 1 75,-1 0 0,0 0 0,0 0-1,0 0 1,0 0 0,0 0 0,0 0-1,0-1 1,0 1 0,0 0 0,0 0-1,0 0 1,0 0 0,0 0 0,0-1-1,19-21-7004,9-21-4349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4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1369 13181,'-17'-18'955,"7"8"123,-1 0 1,1 0-1,-15-9 1,23 18-858,1 0 1,-1 0 0,1 0 0,-1 0-1,1 0 1,-1 0 0,1 0 0,0-1-1,0 1 1,0 0 0,0-1 0,0 1-1,0-1 1,0 0 0,0 1 0,0-1-1,1 0 1,-1 1 0,1-1 0,-1 0-1,1 0 1,-1-2 0,2 3-110,-1-1 1,1 1-1,0-1 1,0 1-1,-1 0 1,1-1-1,0 1 0,0 0 1,0-1-1,0 1 1,1 0-1,-1 0 1,0 0-1,0 0 1,1 0-1,-1 0 0,1 0 1,-1 1-1,3-2 1,10-4 215,1 1 1,0 1-1,31-6 0,287-25 575,-244 28-1259,387-19-2991,269-29-2709,-740 54 6160,1 0 0,-1 1 0,0-1 0,1 1 0,-1 0 0,0 1 0,1-1 0,-1 1 0,0 0 0,0 0 0,0 1 0,1-1 0,-1 1 0,6 4 0,-8-4-15,-1 0 0,0 0 0,1 1 0,-1-1 0,0 1 0,0 0 1,-1-1-1,1 1 0,0 0 0,-1 0 0,0 0 0,0 0 0,0 0 0,0 0 0,0 1 1,0-1-1,-1 0 0,0 0 0,1 1 0,-1-1 0,0 0 0,-2 7 0,-3 65 548,-2 21-100,6 137-1,9-201-462,-7-31-72,0-1 0,-1 1 0,1-1 0,0 0 0,-1 1 0,1-1 0,0 0 0,0 1 0,-1-1 0,1 0 0,0 0 0,0 0 0,-1 1 0,1-1 0,0 0 0,0 0 0,0 0 0,-1 0 0,3-1 0,-2 1 3,3 1-1,0-1 0,0 0 0,0 0 0,0-1 0,0 1 0,1-1 0,-1 0 0,0 0 0,0 0 0,-1-1 0,1 1 0,5-3 0,45-29-3,-44 27 2,76-53 44,61-37 125,-120 80 112,2 1 0,0 2 0,45-15 0,-60 24-74,0 1 1,1 1-1,-1 0 1,1 1-1,-1 1 1,1 0-1,0 1 0,-1 1 1,1 0-1,-1 0 1,0 2-1,21 7 1,14 9 386,-2 1 0,55 34 1,24 12 104,-100-55-611,0-2 1,0-1-1,1-1 1,0-1-1,1-1 1,42 3-1,-58-8-75,0-1-1,0 0 0,0-1 1,0 0-1,-1-1 1,1-1-1,-1 1 1,1-2-1,-1 0 0,0 0 1,0-1-1,-1 0 1,1-1-1,-1 0 1,0-1-1,-1 0 0,18-16 1,-8 2-13,-1-2 0,0 0 0,-2-1 0,-1 0 0,-1-2 0,-1 1 0,15-42 0,-9 8-62,-2 0 0,13-89 0,-29 142 47,1-8 12,0 0-1,-1 0 0,0-17 0,-1 29-2,0 0 1,0 0-1,0 0 1,0 0-1,0 0 1,0 0-1,-1 0 1,1 0-1,-1 0 1,0 0-1,1 0 1,-1 0-1,0 0 1,0 1-1,0-1 1,0 0-1,-1 1 1,1-1-1,0 1 1,-1-1-1,1 1 1,-1-1-1,1 1 0,-1 0 1,0 0-1,1 0 1,-1 0-1,0 0 1,0 0-1,-3 0 1,1 1-3,1 1 0,-1 0 0,1 0 1,-1 0-1,1 0 0,-1 1 0,1-1 1,0 1-1,0 0 0,0 0 0,0 0 0,0 1 1,-4 3-1,5-4 2,-17 14-2,1 1 0,1 1-1,1 1 1,1 0 0,-19 31 0,-55 112-36,75-134 41,-2 4-23,-20 58 0,35-88 11,0 0 0,1 0 0,-1 1 0,1-1-1,0 0 1,-1 1 0,1-1 0,0 0-1,0 1 1,0-1 0,1 0 0,-1 1-1,1-1 1,-1 0 0,1 0 0,0 1-1,-1-1 1,1 0 0,1 0 0,-1 0-1,0 0 1,0 0 0,1 0 0,-1 0-1,1-1 1,-1 1 0,4 2 0,-3-3-10,0 1 1,1-1 0,-1 0-1,1 0 1,-1 0 0,1 0-1,-1-1 1,1 1 0,0 0-1,-1-1 1,1 0 0,0 0-1,-1 0 1,1 0 0,0 0-1,-1 0 1,1-1 0,0 0-1,-1 1 1,1-1 0,-1 0-1,1 0 1,3-2 0,12-8-30,0 0 0,0-2 0,-1 0 0,-1 0 0,0-2 0,-1 0 0,0-1 0,-2 0 0,15-23 0,12-24-33,42-91 1,-45 82 43,263-564-147,-184 338 931,-103 275-100,-11 19 247,1 9 33,1 6-863,1-1 0,-1 1 0,-1 0 0,0-1 0,-1 2 0,0-1 0,0 0 0,0 22 0,-11 103-149,5-85 130,-75 690-75,61-594-61,-6 107-3393,16-88-6643,9-34-5909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5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476 1265 12137,'-3'-2'349,"-1"0"1,1 0-1,0 0 0,1 0 0,-1-1 1,0 1-1,1-1 0,-1 0 1,1 0-1,0 0 0,0 0 0,-2-4 1,2 4 18,0-1 0,0 1 1,0 0-1,-1 0 1,1 0-1,-1 0 0,0 1 1,0-1-1,0 1 1,-5-4-1,4 3 38,1 2 0,-1-1 0,0 0 0,0 1 0,1-1 0,-1 1 0,0 0 0,0 0 0,0 1 0,0-1 0,0 1 0,-1 0 1,1 0-1,-6 1 0,7 0-192,-1 1 0,1-1 1,0 1-1,-1 0 0,1 0 0,0 0 1,0 0-1,1 1 0,-1-1 1,0 1-1,1-1 0,0 1 1,-1 0-1,1 0 0,-3 6 0,-2 3 179,1 0-1,0 1 0,1 0 0,1 0 0,-5 20 0,-8 71-261,11-60-97,-4 47-34,4 0 0,4 1 0,3 0 0,5-1 0,4 0 0,4 0 0,4-1 0,33 99 0,-21-97 0,20 71 0,-49-157 0,1 1 0,-1-1 0,1 0 0,1 0 0,-1 0 0,1 0 0,0-1 0,0 1 0,1-1 0,4 7 0,1-7 0,-11-16 0,-12-21 0,-97-225-749,70 135 543,5-1 0,6-2 0,5-1 0,5-1 0,6-1 0,4-171 0,12 205 141,5 1-1,4-1 1,31-125-1,-24 151 20,3 0-1,3 2 1,3 1 0,2 0-1,44-67 1,-51 98 37,2 2 0,1 0 1,1 1-1,2 2 0,1 1 0,1 1 0,1 2 0,1 1 1,68-37-1,-75 48 5,2 1 0,0 1 1,0 2-1,0 0 0,1 2 0,35-4 1,-41 9 0,1 0 1,-1 2-1,1 0 1,0 2 0,-1 1-1,0 0 1,0 2-1,34 10 1,-42-10 4,0 1 0,0 0 0,-1 0-1,0 2 1,0-1 0,-1 2 0,1 0 0,-2 0 0,1 1 0,-2 0-1,1 1 1,-1 1 0,-1-1 0,0 1 0,-1 1 0,0 0 0,-1 0-1,0 0 1,-1 1 0,-1 0 0,0 0 0,3 16 0,-5-4 0,-1-1 0,-1 1 0,-1 0 0,-1 0 0,-2-1 0,0 1 1,-11 37-1,-3-6-3,-2 0 0,-29 60 0,-3-14-69,-80 121 1,-81 85-156,156-229 159,28-42-52,3 2 0,1 0 0,-23 56 0,45-91 108,0 0-1,0-1 0,1 1 0,-1 0 0,1 0 0,0 1 1,1-1-1,-1 0 0,1 0 0,0 0 0,0 1 1,1-1-1,1 9 0,0-9 6,0-1-1,0 0 1,0-1 0,1 1 0,-1 0-1,1-1 1,0 1 0,0-1-1,0 0 1,0 0 0,0 0-1,1 0 1,0-1 0,-1 1 0,1-1-1,6 3 1,31 13-33,0-2-1,1-2 1,83 16-1,-8-1 32,-57-11-18,104 46 1,-138-52 21,-1 2 1,0 0 0,-1 2 0,-1 0-1,0 2 1,25 25 0,-42-36 13,0 0 1,0 0-1,0 0 0,-1 1 0,-1 0 1,1 0-1,-1 0 0,0 0 1,-1 1-1,0-1 0,0 1 1,-1 0-1,2 13 0,-4-11 2,0 1-1,0-1 0,-1 0 1,0 1-1,-1-1 0,0 0 1,-1 0-1,0 0 0,-8 17 1,0-4 9,-2-2 1,-1 1 0,0-2-1,-2 0 1,0-1 0,-1 0 0,-1-1-1,-33 26 1,6-12 11,-2-2 0,0-1 0,-2-3 0,-1-3 0,-1-1 1,-1-2-1,-106 25 0,46-22-173,-2-5 1,-206 8-1,310-26-35,-31 1-332,1-2 0,0-1 0,-52-9 0,80 7-38,0 0-1,0-1 1,0 0 0,0 0 0,1-1 0,-14-9 0,18 10-265,0-1-1,1 0 1,0 0-1,0-1 1,1 0 0,-1 0-1,1 0 1,0 0-1,1-1 1,-7-13 0,-9-33-10228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5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0 14189,'-2'32'1657,"-1"-1"1,-2 1-1,-11 37 0,2-32 12,6-17-429,1 0 1,-7 39-1,-15 189 2733,26-191-3468,3-1-1,11 81 1,-8-112-382,2-2 0,0 1 0,2 0 0,16 40 0,-16-51-107,0 0 1,0 0-1,1 0 1,1-1-1,0 0 1,1-1-1,0 0 0,1-1 1,13 11-1,-11-11-106,1 0-1,1-1 1,0-1-1,0 0 0,1-1 1,0-1-1,0 0 1,0-1-1,1-1 1,0 0-1,0-1 0,30 1 1,-34-4 40,1-1 1,-1 0-1,0-1 0,1 0 1,-1-1-1,0-1 1,0 0-1,-1 0 0,1-1 1,-1-1-1,0 0 1,-1-1-1,1 0 0,-1-1 1,0 0-1,16-17 0,-16 13-4,-1-1-1,0 0 1,0 0-1,-2-1 1,1-1-1,-2 1 1,0-1-1,-1-1 1,0 1-1,-1-1 0,-1 0 1,-1 0-1,0 0 1,-1-1-1,-1 1 1,0-1-1,-1 1 1,-1-1-1,-4-22 0,0 11-13,-1 0 0,-1 1 0,-1 0 0,-2 0 0,-1 1-1,-1 0 1,-1 1 0,-1 1 0,-1 0 0,-28-34 0,-45-36-45,51 56 37,-51-66 1,85 100 75,1 0 0,-1 0 0,1 0 1,0 0-1,0 0 0,1-1 1,-1 1-1,1-1 0,0 1 1,0-1-1,0 1 0,1-1 0,0 0 1,-1 1-1,2-9 0,0 9-1,0 1 0,0-1 0,0 1-1,1-1 1,-1 1 0,1 0 0,0-1 0,-1 1-1,1 0 1,1 0 0,-1 1 0,0-1 0,1 0-1,0 1 1,-1-1 0,1 1 0,0 0-1,0 0 1,0 0 0,1 0 0,3-1 0,11-4-3,-1 1 0,1 0 0,1 2-1,-1 0 1,0 1 0,1 1 0,0 1 0,-1 0 0,1 1 0,0 1 0,-1 1 0,1 1 0,-1 1 0,0 0 0,0 1 0,23 10 0,-16-5 30,-1 2 1,-1 0-1,0 1 0,-1 2 1,0 0-1,-1 1 1,-1 1-1,0 1 0,-2 1 1,33 42-1,-31-31 107,-1 2 1,28 62-1,16 72 228,-45-112-259,2 0-1,2-2 0,3 0 0,32 49 0,-40-77-77,2-1 0,0-1 0,2-1 0,0-1 0,1 0 0,1-2 0,0 0 0,2-2 0,0 0 0,1-2 0,53 21 0,-54-26-13,-1-1 1,1-2-1,1 0 1,-1-2 0,1-1-1,-1 0 1,1-2 0,0-1-1,0-2 1,-1 0 0,1-1-1,-1-2 1,49-15-1,-62 16-10,0-1-1,0 0 0,-1 0 0,0-2 1,0 1-1,0-1 0,-1-1 0,0 0 0,0 0 1,-1-1-1,0 0 0,-1-1 0,0 0 1,-1 0-1,0-1 0,0 1 0,-1-2 0,0 1 1,-1-1-1,0 0 0,-1 0 0,-1 0 1,0 0-1,0-1 0,-1 1 0,-1-1 0,0 0 1,-1 1-1,-1-14 0,-2 3 0,0 0-1,-2 0 1,0 1 0,-2-1-1,-1 2 1,0-1-1,-1 1 1,-2 0 0,-12-19-1,-3 1-3,-1 2 0,-1 1 1,-54-51-1,-19-4-14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6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1068 24866,'-95'-59'332,"88"55"-202,-1-1 0,1 0 0,0 0-1,1-1 1,0 0 0,0 0 0,0 0 0,0-1 0,1 0 0,0 0 0,1 0 0,-7-15 0,-1 0 482,10 19-566,1 0 1,0 0-1,-1-1 0,1 1 0,0 0 0,1-1 1,-1 1-1,1-1 0,-1 1 0,1-1 0,0 0 1,0 1-1,1-1 0,-1 1 0,1-1 1,2-6-1,1-3 55,2 1 0,-1-1 0,10-13 1,7-15 123,-5-3-29,13-51-1,-22 64-121,1 0 0,2 1 0,1 1 0,29-53 0,-38 78-61,0-1 1,0 1-1,0 0 0,0 1 0,1-1 1,-1 1-1,1-1 0,0 1 1,0 0-1,0 0 0,1 1 0,-1-1 1,0 1-1,1 0 0,0 0 0,0 0 1,-1 1-1,1 0 0,0 0 1,7-1-1,-5 3 21,0-1 1,0 1-1,1 0 0,-1 0 1,0 0-1,0 1 0,0 1 1,0-1-1,-1 1 1,1 0-1,-1 1 0,0-1 1,10 8-1,2 4 113,0 0 0,-1 2 0,0 0 0,-2 0 0,0 2 0,-1 0 0,17 30 0,-13-17 91,-1 2-1,-2 1 1,21 71-1,-29-73-221,-1 1 0,-1 0 0,-2 0 0,-1 0 0,-2 1 0,-2-1 0,-1 0 0,-1 0-1,-2 0 1,-1-1 0,-2 1 0,-2-2 0,-20 47 0,10-35-18,-2 0 0,-2-1 0,-1-1 0,-3-1 0,-1-2 0,-2-1 0,-1-2 0,-66 56 0,67-68-23,-2-1 0,0-1 0,-2-2 0,0-2 1,-53 20-1,86-37-148,0 1 1,0-1-1,0 0 1,-1 0-1,1 0 1,0-1-1,0 1 1,-1-1-1,1 0 1,-1 0-1,1 0 1,0 0-1,-6-2 1,8 2 90,1 0 0,-1-1 0,0 1 0,1 0 0,-1-1 0,0 1 0,1-1 0,-1 1 0,1-1 0,-1 0 0,1 1 0,-1-1 0,1 0 0,-1 1 0,1-1 0,0 0 0,-1 1 0,1-1 1,0 0-1,0 0 0,-1 0 0,1-2-31,0 1 1,0-1 0,0 1 0,0-1-1,0 1 1,0-1 0,1 1 0,-1-1-1,2-2 1,6-18-790,1 0-1,1 1 1,18-30-1,47-65-2084,-55 87 2346,174-242-4254,85-135 891,-107 111 4244,45-72 4674,-186 316-3802,-11 18 306,29-37 1,-49 70-1345,1 0 0,-1 0-1,1 0 1,0 0 0,-1 1 0,1-1 0,0 0-1,0 0 1,0 0 0,0 1 0,0-1-1,0 1 1,0-1 0,0 0 0,0 1-1,0 0 1,0-1 0,0 1 0,0 0 0,0-1-1,0 1 1,0 0 0,0 0 0,0 0-1,1 0 1,-1 0 0,0 0 0,0 0-1,0 0 1,0 1 0,0-1 0,0 0 0,0 1-1,1-1 1,-1 1 0,0-1 0,0 1-1,-1-1 1,1 1 0,0 0 0,0 0-1,0-1 1,0 1 0,0 0 0,-1 0 0,1 0-1,0 0 1,-1 0 0,1 0 0,-1 0-1,1 1 1,4 6 227,-1-1 0,0 1-1,-1 0 1,0 0-1,3 11 1,59 293 3400,-27-117-2836,-17-81-810,13 54-1344,-26-138 573,2 0 0,1 0 0,20 39 0,-14-38-1403,31 44-1,-37-60-1026,1-1 0,20 18-1,-5-10-6542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6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1 230 13745,'0'-2'232,"0"-1"0,0 0-1,0 0 1,0 0 0,0 0 0,1 0-1,-1 1 1,1-1 0,0 0 0,0 0-1,0 1 1,0-1 0,0 1-1,1-1 1,-1 1 0,1-1 0,-1 1-1,1 0 1,0 0 0,0 0-1,3-3 1,4-4 267,1 0-1,0 1 1,15-10-1,3 2 71,1 2 0,1 1 1,0 1-1,57-14 0,-68 21-265,19-6 169,0 2-1,0 1 1,0 2 0,1 2 0,0 1-1,49 4 1,-73 0-387,1 1 0,-1 0 0,0 1 0,0 1 0,0 0-1,0 2 1,-1-1 0,1 2 0,-1 0 0,-1 0 0,0 1 0,0 1 0,0 0 0,-1 1-1,0 1 1,-1-1 0,-1 2 0,14 17 0,-11-10-147,-1 0 0,-1 1 0,-1 0 1,-1 0-1,-1 1 0,0 1 0,6 35 0,-9-32-704,-2 1-1,0-1 1,-2 1 0,-1 0-1,-1 0 1,-5 30-1,2 11-5393,4-60 4982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6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0 124 8529,'7'-81'2244,"0"72"2764,-11-9-3903,1 2 859,20 28-1724,-1 1-332,-2 11-400,19 15-540,-6-9-329,3 3-363,4 3-2412,2 7-3133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7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0 490 12777,'0'0'1986,"1"-3"-236,24-69 5002,-24 69-6633,-1 1-1,1-1 1,0 0-1,0 1 0,0-1 1,1 1-1,-1-1 0,1 1 1,-1 0-1,1 0 1,0 0-1,0 0 0,0 0 1,0 0-1,0 0 1,0 0-1,0 1 0,1-1 1,-1 1-1,1 0 0,-1 0 1,1 0-1,-1 0 1,1 0-1,0 0 0,-1 1 1,1-1-1,0 1 0,0 0 1,-1-1-1,1 1 1,0 1-1,0-1 0,-1 0 1,1 1-1,4 1 1,4 1-14,-1 0 1,1 1 0,-1 1 0,0 0 0,0 0 0,16 13 0,-8-4-12,0 1 1,-2 0-1,0 2 0,20 26 0,48 79 125,-15-20-145,-63-93-67,0-2 0,1 1-1,0-1 1,0 0 0,0 0 0,1-1 0,1 0 0,-1 0 0,14 6 0,-7-4-4,-8-3-6,1-1 0,0-1 0,1 0 0,-1 0 0,0 0 0,1-1 0,0 0 0,-1-1 0,1 0 0,12 0 0,0-2 15,1-1 0,32-7-1,-26 3-13,2 0-2,-1-2 0,1-2 0,-1 0 0,-1-2 1,0-1-1,-1-2 0,0 0 0,-1-2 0,-1-1 1,0 0-1,-2-2 0,0-1 0,22-27 0,-13 11 2,-3-1-1,-1-1 1,-1-1-1,-3-1 1,-1-2-1,-2 0 1,25-79-1,-44 118 5,5-20-21,10-47-1,-16 66 20,0 1 0,-1-1-1,1 1 1,-1-1 0,0 0 0,0 1-1,-1-1 1,1 1 0,-1-1-1,0 1 1,0-1 0,0 1-1,-1 0 1,1-1 0,-1 1 0,0 0-1,-1 0 1,-2-5 0,4 9 0,0-1 0,0 0 0,0 0 1,-1 0-1,1 0 0,0 1 1,0-1-1,0 0 0,-1 1 0,1-1 1,0 1-1,-1 0 0,1-1 0,0 1 1,-1 0-1,1 0 0,0 0 1,-1 0-1,1 0 0,-3 0 0,1 1-1,-1 0 0,1 0 0,0 0-1,0 1 1,0-1 0,0 1-1,0 0 1,-4 2 0,-2 4-2,0 0 1,0 0 0,-14 18-1,5-3 9,2 1-1,1 0 1,1 1-1,0 0 0,-17 53 1,24-58-39,1 1 1,1 0 0,1 0 0,1 0-1,1 1 1,1 0 0,0-1 0,5 33-1,-3-46-14,0-1 0,1 1 0,0-1 1,1 1-1,0-1 0,0 0 0,0 0 0,1 0 0,0 0 0,0 0 0,1-1 0,0 0 0,0 0 0,0 0 0,1-1 0,0 0 0,0 0 0,0 0 0,1-1 0,10 6 0,-7-5 7,0-1 0,1 0-1,0-1 1,-1 0 0,1 0-1,0-1 1,0-1 0,1 0-1,-1 0 1,0-1 0,0-1-1,1 0 1,19-4-1,-15 1 27,1 0 0,-1-1-1,0-1 1,-1-1-1,0 0 1,0-1-1,0 0 1,-1-1-1,0-1 1,-1 0-1,0-1 1,-1-1-1,0 0 1,-1 0-1,0-1 1,10-17-1,-1 0 162,-1-2-1,-2 0 0,-1-1 1,17-48-1,-33 80-125,3-9 92,0 1 0,1 0 0,0 0 0,6-10-1,-9 18-100,-1 0 0,1 0 0,-1 0 0,1 0 0,-1 0 0,1 1-1,0-1 1,-1 0 0,1 0 0,0 1 0,0-1 0,-1 0 0,1 1 0,0-1-1,0 1 1,0-1 0,0 1 0,0-1 0,0 1 0,0 0 0,0-1-1,0 1 1,0 0 0,0 0 0,0 0 0,0 0 0,0 0 0,0 0-1,0 0 1,0 0 0,0 0 0,0 1 0,0-1 0,0 0 0,0 0-1,0 1 1,0-1 0,0 1 0,0-1 0,0 1 0,0-1 0,-1 1 0,1 0-1,0 0 1,0-1 0,-1 1 0,1 0 0,0 0 0,-1 0 0,1-1-1,-1 1 1,1 0 0,0 1 0,3 6 27,-1-1-1,0 0 1,0 1-1,-1 0 1,0 0 0,0-1-1,-1 1 1,0 0-1,0 1 1,-1-1 0,-1 13-1,2 1 61,1 104 137,-5 1 1,-5-1-1,-27 135 0,8-129-874,-5-2 0,-6-1 0,-81 184 0,99-272 74,-1-1 0,-3 0-1,-1-2 1,-1-1 0,-3-1-1,-51 52 1,55-65 337,-1-1-1,0-1 1,-2-1-1,0-1 1,-1-2-1,-1-1 1,-1-1-1,0-2 0,-52 16 1,44-19 130,0-2 1,-1-1-1,0-2 1,0-2-1,0-2 1,-43-4-1,65 2 182,0-1 0,0-1 0,0-1 0,1-1 0,-1 0 0,1-1 0,0-1 0,1-1 0,0 0 0,0-1 0,0-1 0,2 0 0,-1-1 0,1-1-1,-22-22 1,17 10 168,2-1-1,0 0 1,1-2-1,2 1 1,1-2-1,1 0 1,1 0-1,1-1 0,-6-34 1,8 22-62,2 0-1,1-1 1,3 0 0,1 0 0,2 0-1,7-46 1,3 25-286,2 1-1,4 0 1,2 2-1,2 0 1,32-59-1,3 10-2057,115-166 0,-130 214-205,3 3 1,2 2-1,66-62 1,27 5-6617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2:27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10201,'23'-34'5036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3:50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580 1 6469,'2'7'8755,"-3"-1"-3578,-3 1-2539,-7 3-3059,8-8 434,1 1 1,-1-1-1,1 0 0,0 1 1,-1 0-1,1-1 0,-2 5 1,-17 43 1109,2 2-1,-18 79 1,14-46-546,-37 132 308,-54 177-193,22-44-1202,26 8-2303,64-346 2687,-47 221-4152,10-79-4196,16-77-588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3:51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47 191 8837,'-37'116'1692,"34"-103"-1257,0 0 1,2 0-1,-1 1 1,1-1-1,1 1 1,0-1-1,5 27 1,0 22 1287,-5-32-1106,2 1-1,0-1 1,3 1-1,8 34 1,-8-48-456,0-1 0,1-1 1,1 1-1,0-1 1,2 0-1,-1 0 0,2-1 1,0 0-1,12 13 1,-2-6-27,1-2 0,1 0 0,1-1 0,1-1 1,0-1-1,1-1 0,0-2 0,28 12 1,-16-11-53,0-2 1,1-2 0,0-1 0,1-2 0,54 3 0,-27-8-50,0-3 0,0-4 0,0-2 0,0-3 0,-1-2 0,115-40 0,-136 36-20,0-3 1,-1-1 0,-1-2 0,-1-2-1,-2-2 1,0-2 0,68-63 0,-66 50-13,-3-2 0,-1-1 1,-2-2-1,-2-1 1,-2-2-1,29-62 0,49-127-1606,-59 127-7425,-41 95 121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3:58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500 708 10917,'-2'15'1362,"2"-11"-1010,-1 0 0,1 0 1,-1 0-1,0-1 1,0 1-1,0 0 0,0 0 1,-1 0-1,0-1 1,0 1-1,-2 3 1,-12 18 1051,2 1 1,1 0-1,-15 42 1,0 1-83,-53 103 1093,14-34-994,-72 217 0,51-51-459,86-294-793,0 0 0,0 1 0,1-1 1,1 15-1,15-43 143,-1-7-229,-2-2 0,0 1 0,14-56 1,-3 12 5,270-868-53,-290 927-38,179-566-71,-164 534 65,2 1 0,32-51 0,-48 87 27,0 0-1,0 0 0,1 0 1,0 1-1,0-1 0,0 1 1,1 0-1,0 1 1,0-1-1,7-3 0,-10 7 15,0 0 1,0 0-1,0 0 0,0 0 0,0 1 0,0-1 1,0 1-1,0-1 0,1 1 0,-1 0 0,0 1 0,0-1 1,0 0-1,0 1 0,1 0 0,-1 0 0,0 0 1,0 0-1,0 0 0,-1 1 0,1-1 0,0 1 0,0 0 1,-1-1-1,4 4 0,5 5 26,-1 0 1,1 0-1,-2 1 0,0 0 1,0 1-1,-1 0 0,0 0 0,7 16 1,5 18-71,16 50 1,-35-92 15,30 97-5,-5 1 0,25 200 0,-15 216 0,-34-476 0,8 394 17,12 192-432,-21-621 170,21 159-2692,-17-146 1566,1 0 0,8 19 0,-10-28-495,2 0 1,-1-1-1,1 0 0,12 16 0,12 3-10895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0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1734 12693,'-11'-3'505,"9"3"-388,0 0 1,0 0 0,0 0-1,0 0 1,0-1 0,0 1-1,1-1 1,-1 0 0,0 1-1,0-1 1,0 0-1,0 0 1,1 0 0,-1 0-1,1-1 1,-1 1 0,0 0-1,1-1 1,0 1-1,-3-6 2177,28 1-892,499-112-1538,-349 77-2998,289-107-1,-63-38 1997,-361 164 1872,-1-2-1,42-37 1,11-17 3989,-88 75-2813,-6 2-756,0 0-1002,0 1 0,-1-1 0,1 1-1,0 0 1,-1 0 0,1 0 0,0 1-1,-1-1 1,1 1 0,0-1 0,-1 1 0,1 0-1,0 0 1,0 1 0,0-1 0,0 1-1,0-1 1,0 1 0,1 0 0,-1 0 0,0 0-1,1 1 1,-3 2 0,-9 9 417,1 1 1,-20 28-1,28-36-373,-30 41 444,2 2-1,2 1 0,3 2 0,-27 67 0,46-98-548,2 1-1,0 1 0,1-1 0,1 1 1,2 0-1,0 0 0,2 0 1,0 0-1,2 0 0,0 0 0,2 0 1,0 0-1,9 28 0,-8-41-85,0 0 0,1 0 0,0-1 0,0 1 0,1-1 0,1-1 0,0 1 0,0-1 0,0 0 0,1-1 0,1 0-1,-1 0 1,1 0 0,1-2 0,-1 1 0,1-1 0,15 7 0,-12-8-67,0 0 1,0-1-1,0 0 0,0-1 0,1 0 1,-1-2-1,1 1 0,0-2 0,0 0 1,-1 0-1,1-1 0,-1-1 0,1 0 1,22-7-1,-5-2-187,0-1 0,-1-2 0,0-1-1,-1-1 1,-1-1 0,0-2 0,-2-1 0,0-1 0,-1-1 0,-1-1 0,-2-1 0,0-1-1,-1-1 1,-2-1 0,19-33 0,12-37-164,-5-3 0,-3-1 1,-6-2-1,40-177 0,-74 271 634,0-1 1,-1 1 0,0-1-1,-1-10 1,0 20-198,0-1 0,0 1 0,0 0 0,0-1 0,0 1 0,0 0 0,0-1 0,0 1 1,0 0-1,0-1 0,0 1 0,0 0 0,0 0 0,0-1 0,0 1 0,-1 0 0,1-1 0,0 1 0,0 0 1,0-1-1,-1 1 0,1 0 0,0 0 0,0 0 0,-1-1 0,1 1 0,0 0 0,0 0 0,-1 0 1,1-1-1,-1 1 0,-10 13 641,4-1-413,1 1 0,1 0 1,0 0-1,1 0 1,-3 16-1,-9 76 440,9-54-434,-54 480-1628,58-497-518,-1 0 0,-14 46 0,17-76 728,-3-5 928,0-1 1,1 1-1,-1-1 1,0 0-1,1 0 1,0 0-1,-1 0 1,1 0-1,0-1 1,0 0-1,0 1 1,-3-6-1,1 2 28,1-1 1,0 0-1,0 0 0,1-1 0,0 1 0,-4-15 1,-3-9-196,-49-121 782,58 147-338,-1 0 0,1 0 0,0 0 0,0 1 0,1-1 0,-1 0 0,1 0 0,0 0 0,1 0 0,-1 0 0,1 0 0,0 0 0,0 0 0,0 0 0,1 1 0,0-1 0,0 0 0,0 1 0,0-1 0,1 1 0,0 0 0,0 0 0,0 0 0,0 0 0,0 1 0,1-1 0,6-4 0,4-3 104,1 0 0,0 1-1,1 0 1,0 1 0,0 1-1,19-6 1,-6 2 101,1 1 0,0 1 0,0 2 0,1 2-1,0 0 1,0 2 0,48 0 0,-76 4-211,1 0 0,0 0-1,0 0 1,-1 1 0,1 0 0,0 0-1,-1 0 1,1 0 0,-1 0-1,1 1 1,-1-1 0,0 1-1,1 0 1,-1 0 0,4 4 0,-5-3-1,1 0 1,-1 1 0,0-1 0,0 1 0,0-1-1,-1 1 1,1 0 0,-1 0 0,0 0 0,0 0 0,-1 0-1,1 0 1,-1 0 0,1 5 0,0 14 57,-1-5-11,2 0 1,0-1-1,1 1 1,7 25 0,-8-39-79,-1 1 1,1-1 0,0 0 0,1 1 0,-1-1 0,1 0 0,0 0-1,0-1 1,0 1 0,0-1 0,1 1 0,0-1 0,-1 0 0,1 0-1,0 0 1,1-1 0,-1 0 0,0 0 0,1 0 0,-1 0 0,6 1-1,-1 0 2,1-1 1,-1-1-1,1 0 0,-1 0 0,1-1 0,0 0 0,-1 0 0,1-1 0,-1 0 0,1-1 0,-1 0 0,0-1 0,1 0 0,10-5 0,-5 2-11,-8 3 2,0 1 1,0-1-1,-1 0 1,1-1-1,-1 0 1,0 0-1,7-5 1,95-110 312,-107 118-296,-1 1 1,1-1 0,0 0 0,0 1 0,-1-1 0,1 1 0,0-1 0,0 1-1,0-1 1,0 1 0,0 0 0,0-1 0,-1 1 0,1 0 0,0 0 0,0 0-1,0 0 1,0 0 0,0 0 0,0 0 0,2 0 0,25 10 250,28 28 7,-45-30-239,8 6 2,0-1 1,2 0 0,-1-2 0,2 0-1,-1-2 1,2 0 0,-1-2-1,1 0 1,0-1 0,30 3 0,-37-10-33,1 0-1,-1-1 1,1-1 0,-1 0 0,0-1 0,0-1 0,26-11 0,-29 10-28,-1-1 0,0 1 0,-1-2 0,0 0 0,0 0 0,0-1 0,-1 0 0,12-15 0,15-13-179,-34 35 177,0-1 0,-1 0 0,0 0 0,1 0 0,-1 0 0,-1 0 0,1 0 1,0-1-1,-1 1 0,1-1 0,0-3 0,1-1-25,-3 6 39,-1 1-1,1-1 0,0 1 1,-1-1-1,1 1 0,-1 0 1,0-1-1,1 1 1,-1 0-1,0-1 0,0 1 1,1 0-1,-1 0 0,0 0 1,0 0-1,-1 0 0,1 0 1,0 0-1,0 0 1,0 0-1,-3-1 0,0 1 4,-1 1 0,0 0 0,1 0-1,-1 0 1,0 1 0,1-1 0,-1 1-1,1 0 1,-1 0 0,1 1 0,0-1 0,-7 4-1,-57 33-69,43-23-9,-21 12-299,2 2 1,-67 55-1,109-82 301,22 1-28,-12-2 106,0 0 0,1-1 0,-1 0-1,0-1 1,0 0 0,0 0 0,10-3-1,-8 2 27,0 0-1,0 1 1,0 0-1,15 1 1,29 7 62,59 17 1,19 3 4,-113-24-82,1-1 0,0-1 0,-1 0 0,1-1 0,0-2 1,-1 0-1,1-1 0,-1 0 0,0-2 0,0 0 0,0-2 0,-1 0 0,1-1 1,-2 0-1,33-22 0,-40 21-10,0 0 1,-1 0-1,-1-1 1,1 0-1,13-22 0,-12 18 2,2-6 4,0 0 0,-1-1 0,-1 0 0,-1-1 0,-1 0 0,7-31 0,16-138-1,-22 116 9,15-100-16,83-464 185,-103 623-153,-1 0 44,0 1 0,1-1 0,1 1 0,0-1 0,2 1 0,-1 1 0,16-24 0,-22 38-65,0 0 0,0 0 0,0 0 1,0 0-1,0 0 0,0 0 1,0 0-1,0-1 0,0 1 1,0 0-1,0 0 0,0 0 0,0 0 1,1 0-1,-1 0 0,0 0 1,0 0-1,0 0 0,0 0 1,0 0-1,0 0 0,0 0 1,0 0-1,0 0 0,0 0 0,1 0 1,-1 0-1,0 0 0,0 0 1,0 0-1,0 0 0,0 0 1,0 0-1,0 0 0,0 0 0,0 0 1,1 0-1,-1 0 0,0 0 1,0 0-1,0 0 0,0 0 1,0 0-1,0 0 0,0 0 1,0 1-1,0-1 0,0 0 0,0 0 1,0 0-1,0 0 0,1 0 1,-1 0-1,0 0 0,0 0 1,0 0-1,0 0 0,0 1 0,0-1 1,0 0-1,0 0 0,0 0 1,0 0-1,0 0 0,0 0 1,0 0-1,0 0 0,0 0 1,0 1-1,3 5 122,0 1-1,0-1 1,-1 1 0,0 0-1,0 0 1,0 0 0,-1 0 0,0 0-1,0 0 1,-1 0 0,0 11-1,-3 14 308,-8 42 0,5-40-172,-37 223 1056,-43 348 179,82-460-1274,5-124-188,1 0 0,1 0 0,0-1 0,12 37 0,-12-50-42,0 0 0,0-1 1,0 0-1,1 0 0,0 0 1,0 0-1,0 0 0,1-1 1,6 7-1,-8-11-6,-1 1 0,1-1-1,-1 1 1,1-1 0,0 0 0,0 0 0,-1 0 0,1 0-1,0-1 1,0 1 0,0-1 0,0 0 0,0 0-1,0 0 1,0 0 0,0 0 0,0 0 0,0-1-1,4-1 1,5-1-96,0-1 0,21-9-1,-31 12 86,16-8-199,-1-1 0,-1 0 0,0-1 0,0-1 0,-1 0 0,17-19 0,2-5-428,35-50 0,-13 5-102,-4-2 0,61-132 1,57-184-545,-114 260 918,-47 118 339,-3 48 170,-4-4-66,-1 1 0,-2-1 0,-6 47 0,0 4 55,6-57-91,-3 30 50,3 0-1,1 0 0,3 0 0,9 53 0,-8-86-56,-1-1 0,1 0-1,1 0 1,0 0 0,1-1 0,1 0 0,0 0 0,9 12 0,-10-16-6,1-1 0,0 0-1,0 0 1,1 0 0,-1-1 0,2 0 0,-1-1 0,1 0 0,-1 0 0,1-1 0,1 0 0,13 4 0,-11-5-15,1 0 0,0-1 1,0-1-1,0 0 0,0 0 1,-1-2-1,1 0 0,0 0 1,0-1-1,0 0 0,-1-1 1,1-1-1,-1 0 0,0-1 1,0 0-1,0-1 0,-1 0 1,0 0-1,0-2 0,-1 1 1,1-1-1,-2-1 0,1 0 1,14-18-1,-10 9-42,11-13-17,-2-1-1,-1 0 0,31-63 0,50-119 55,-88 162 315,-11 43-80,-10 23-30,-17 26 751,11-26-414,6-5-56,-1-1 0,0 0 0,-1 0 0,-9 7 0,15-13 241,-19 16 1210,18-24-1877,1 0 0,0 0-1,1-1 1,-1 1 0,1-1-1,0-12 1,1 16 327,0-18-347,-1 18-21,1-1 0,0 0 0,-1 1 1,0-1-1,0 1 0,0-1 0,0 1 1,-1 0-1,-3-7 0,4 8-25,-3-5 31,4 7-21,0-1-1,0 0 1,-1 0 0,1 0 0,0 1-1,-1-1 1,1 0 0,0 0 0,-1 1-1,1-1 1,-1 0 0,1 1 0,-1-1 0,0 0-1,1 1 1,-1-1 0,1 1 0,-1-1-1,0 1 1,0-1 0,1 1 0,-2-1 0,-3 5 28,0 0 1,0 0 0,0 1 0,0-1 0,1 1-1,0 0 1,0 0 0,0 0 0,0 1 0,1 0-1,0-1 1,0 1 0,-2 9 0,-4 11 105,2 0 1,1 1 0,1 0-1,1 0 1,0 33-1,4-42-120,1 0 0,1 0 0,1 0 0,0 0 0,2 0-1,0-1 1,0 0 0,15 28 0,-8-21-12,2-1 0,0-1 0,2-1 0,0 0 0,1-1 0,1-1 0,1 0 0,1-2 0,0 0 0,1-1 0,1-1 0,1-1 0,0-1 0,45 18 0,-60-28-4,1 0 1,-1-1-1,1 0 1,0 0-1,-1-1 1,1 0-1,0-1 1,0 0-1,0 0 0,0-1 1,15-3-1,-19 3-9,0-1 0,0 0 0,0 0-1,-1 0 1,1 0 0,-1-1 0,0 0 0,1 0-1,-1 0 1,-1-1 0,1 1 0,0-1 0,-1 0-1,0 0 1,0 0 0,0 0 0,0 0 0,0-1-1,-1 1 1,3-9 0,2-12 10,-1 1 0,-1-1-1,2-30 1,-4 27 11,2 1-1,8-31 1,-12 56-9,0 1 1,0-1-1,0 1 1,0-1-1,0 1 1,0-1-1,1 1 0,-1 0 1,1 0-1,-1-1 1,1 1-1,-1 0 1,1 0-1,-1 1 1,1-1-1,0 0 0,0 0 1,2 0-1,-2 5 22,0 0-1,0 0 0,0 0 0,-1 0 1,0 0-1,0 1 0,0-1 0,0 0 1,0 5-1,-1-6-9,23 247 90,-18-166-95,8 94-6,-20 310 0,-17-282 0,-101 400 0,22-251 0,-27-10 0,111-304 0,-1 0 0,-3 0 0,-31 42 0,45-71 0,0 0 0,-1-1 0,0 0 0,0-1 0,-1 0 0,-1-1 0,0 0 0,0-1 0,0 0 0,-1-1 0,-1 0 0,1-1 0,-26 8 0,21-10-24,0-1 0,0-1 0,0-1 1,0 0-1,0-1 0,0-1 0,0-1 0,0 0 0,0-1 0,0-1 0,-27-11 1,32 10-26,-1-1 0,2 0 1,-1-1-1,1-1 0,0 0 0,0 0 1,1-1-1,0-1 0,1 0 1,0 0-1,1-1 0,0 0 1,0-1-1,1 0 0,-9-18 1,6 3 6,1 0 1,2-1-1,0 0 1,2 0-1,1-1 1,1 1-1,2-1 1,1 0-1,4-52 1,4 13-10,4 0-1,2 1 1,22-67 0,-7 50-86,3 2 1,4 1 0,4 2 0,3 1 0,3 3-1,4 1 1,76-89 0,-50 79-880,3 3 0,4 3 0,3 5 1,3 3-1,127-77 0,-205 141 794,187-110-4044,-61 52-2829,-42 31-2235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2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218 136 7669,'0'-1'9,"6"-5"947,0 0-1,0 0 1,-1-1-1,0 0 1,0 0-1,-1 0 1,0-1-1,6-14 0,-10-11 3446,0 18-995,1 4 4504,-78 236-7137,39-115-773,28-76 0,-21 68 0,-23 136 0,30-105 0,5 0 0,7 1 0,8 221 0,5-329 0,2 1 0,11 44 0,-13-64 0,1-1 0,0 1 0,0-1 0,1 0 0,0 0 0,0 0 0,0 0 0,1 0 0,0-1 0,0 1 0,0-1 0,1 0 0,0 0 0,0-1 0,0 0 0,6 5 0,-8-8 0,0 0 0,0-1 0,1 1 0,-1 0 0,0-1 0,0 0 0,0 0 0,0 0 0,0 0 0,1 0 0,-1-1 0,0 1 0,0-1 0,0 0 0,0 0 0,0 0 0,5-3 0,43-24 0,-50 27 0,11-8 0,0-1 0,0 0 0,19-23 0,-6 6 0,58-59 0,103-100 0,-172 174 0,1 0 0,0 1 0,0 0 0,1 1 0,21-9 0,-31 16 0,1 0 0,0 1 0,0 0 0,0 0 0,1 1 0,-1 0 0,0 0 0,0 1 0,1 0 0,-1 0 0,0 1 0,0 0 0,1 0 0,-1 0 0,0 1 0,9 3 0,-3 1 0,0 1 0,0 0 0,-1 1 0,1 0 0,-2 1 0,1 0 0,-1 1 0,-1 0 0,1 1 0,12 18 0,8 15 0,40 77 0,-4-6 0,-48-86 0,1-2 0,2 0 0,1-1 0,0-1 0,2-2 0,45 34 0,-58-48 0,0-1 0,0-1 0,1 0 0,0-1 0,0 0 0,1-1 0,-1-1 0,1 0 0,0-1 0,0 0 0,0-1 0,1-1 0,-1 0 0,0-1 0,1 0 0,-1-1 0,0-1 0,22-5 0,-24 3 0,-1-1 0,1 0 0,-1-1 0,0 0 0,-1-1 0,1 0 0,-1 0 0,-1-1 0,1-1 0,-1 0 0,-1 0 0,0 0 0,0-1 0,10-18 0,-2 2 0,-2 0 0,-1-1 0,-1-1 0,15-57 0,-20 60 0,-1-2 0,-1 1 0,-2-1 0,0 1 0,-2-1 0,-3-36 0,1 56 0,0-1 0,-1 1 0,-1 0 0,1 0 0,-1 0 0,0 0 0,-5-8 0,7 14 0,0 0 0,0 0 0,1 0 0,-1 0 0,0 0 0,0 0 0,0 1 0,0-1 0,0 0 0,0 1 0,-1-1 0,1 0 0,0 1 0,0-1 0,0 1 0,-1 0 0,1-1 0,0 1 0,0 0 0,-1 0 0,1 0 0,0 0 0,-1 0 0,1 0 0,0 0 0,-3 1 0,-27 10 0,25-7 0,0 0 0,1 0 0,-1 0 0,1 1 0,0 0 0,0 0 0,1 0 0,-1 0 0,1 1 0,0 0 0,-3 7 0,-5 11 0,-14 39 0,20-47 0,-6 17 0,1 0 0,1 1 0,2 0 0,2 0 0,1 1 0,-1 62 0,7-83 0,0-1 0,0 0 0,2 0 0,-1 1 0,2-1 0,0-1 0,0 1 0,1-1 0,7 14 0,-6-18 0,-1 0 0,1-1 0,0 1 0,0-1 0,1 0 0,0-1 0,0 1 0,1-1 0,-1-1 0,1 1 0,1-2 0,-1 1 0,1-1 0,9 3 0,-4-2 0,1 0 1,0-1-1,0-1 0,0-1 0,1 0 1,-1-1-1,1-1 0,-1 0 1,1-1-1,-1-1 0,0 0 0,0-1 1,0-1-1,0 0 0,0-1 1,17-8-1,-10 2-6,-1-1 0,0-1 0,0 0 0,-1-2 0,-1 0 0,-1-1 0,0-1 0,-1-1 0,23-30 0,-2-9-350,-2-2 0,-2-1 0,-3-1 0,27-78 0,73-271-641,-111 343 935,24-117 361,22-195 0,-60 342-98,-5 19 1302,-8 44-946,-40 334-519,25 8-44,16-252 9,2 0-3,5 0 0,21 156 0,-22-263 0,1 0 0,1 0 0,0 0 0,0 0 0,0 0 0,1 0 0,1 0 0,-1-1 0,1 1 0,1-1 0,0 0 0,0-1 0,0 1 0,9 8 0,-11-14-7,-1 0 0,1 0-1,0 0 1,-1 0 0,1-1 0,0 0 0,0 1-1,0-1 1,0 0 0,0 0 0,1-1 0,-1 1-1,0-1 1,0 1 0,0-1 0,1 0-1,-1 0 1,0 0 0,0-1 0,0 1 0,1-1-1,3-1 1,1-1-98,-1 0-1,1 0 1,-1 0 0,0-1-1,0 0 1,-1 0 0,1 0-1,6-7 1,24-25-445,-2-1 1,-1-2-1,-2-1 1,-2-2-1,34-62 1,100-238-705,-109 217 1050,-25 58 778,-3-2 1,-4-1-1,21-102 1,-43 169 410,-3 10 130,-17 124 360,5-21-1479,-122 545 4,23-128 0,38-107-456,48-241-4737,25-164 3860,0 0 0,2 0-1,1 19 1,8 12-4994,9-3-6147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2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576 27 12981,'4'-27'3766,"-8"37"-363,-10 52 603,-46 302 3152,-28-2-5705,-175 332-1461,193-527-29,53-124-1107,1-1-1,2 2 1,2 0 0,-9 67 0,20-106 511,1 0 0,0 1-1,1-1 1,-1 0 0,3 10-1,-3-14 547,0-1-1,0 1 0,0-1 1,0 1-1,0 0 0,1-1 1,-1 1-1,0-1 0,0 1 1,0-1-1,0 1 0,1-1 1,-1 1-1,0-1 0,0 1 1,1-1-1,-1 1 0,0-1 1,1 1-1,-1-1 0,1 0 1,-1 1-1,0-1 0,1 0 1,-1 1-1,1-1 0,-1 0 1,1 1-1,-1-1 0,1 0 1,-1 0-1,1 0 0,0 1 1,-1-1-1,1 0 0,-1 0 0,1 0 1,-1 0-1,1 0 0,-1 0 1,1 0-1,0 0 0,-1 0 1,1-1-1,-1 1 0,1 0 1,-1 0-1,1 0 0,-1-1 1,1 1-1,-1 0 0,1-1 1,0 1-1,7-8-511,0 1 0,-1-1-1,0 0 1,0-1 0,-1 0 0,0 0 0,0 0-1,5-14 1,3-11-1592,11-40 1,-16 45 674,11-40-2677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2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67 7777,'0'-36'664,"-13"21"440,-1 8-680,1-2 516,6 28-2372,4-4 448,-17-9-4525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2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49 10049,'-27'6'6493,"30"-42"-2052,-3 33-3116,31-11 1942,-25 13-3097,0 1 1,1 0-1,-1 0 1,0 0-1,0 1 1,0-1-1,0 1 0,0 1 1,8 2-1,47 21 392,-51-21-494,-1 1 0,0 0 1,0 1-1,-1 0 0,0 0 1,0 1-1,0 0 1,-1 0-1,0 1 0,0 0 1,-1 0-1,0 1 1,-1-1-1,0 1 0,0 0 1,0 1-1,4 14 0,-8-17-47,1 1-1,-1-1 0,0 1 0,0-1 0,-1 0 0,0 1 0,0-1 0,-1 1 0,0-1 0,0 1 0,-1-1 0,0 0 0,0 0 1,-1 0-1,0 0 0,0 0 0,0-1 0,-1 1 0,0-1 0,-1 0 0,1 0 0,-1 0 0,0-1 0,-9 8 0,-5 3-17,0-1 0,-1-2 0,-1 1 0,0-2-1,-28 12 1,-50 14-1605,31-15-3055,-2 0-4988,49-17-1057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3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1257 12309,'-2'-1'2232,"-8"-3"-1868,-21-12 9599,20 9-8055,10 6-1838,1 0 0,-1 0-1,1 0 1,-1 0 0,1 0 0,0 0 0,0 0 0,-1 0 0,1 0 0,0 0 0,0 0 0,0 0-1,0 0 1,0 0 0,0 0 0,0 0 0,1 0 0,-1-2 0,1 1 110,0-19 237,2 1-1,1-1 1,9-32 0,-2 10-233,4-7-61,1 1 0,3 0 1,36-67-1,-40 85-104,371-664-552,-370 668 504,-15 26 27,18-26-32,-11 25 124,-3 14 107,4 44 586,-4-1 0,0 67 1,-6 21-757,-6 0 0,-27 145 0,19-205-27,-5 0 0,-3-1 0,-3-1 0,-4-1 0,-58 109 0,4-61 0,76-113-29,-2-1 1,1 0-1,-2 0 1,-16 16-1,21-24-704,0-1 0,-1 0 1,1-1-1,-1 1 0,-7 3 0,9-6-672,0 0 0,0 0-1,0-1 1,0 1 0,0-1 0,0 0 0,-1 0-1,-7-1 1,-23-2-11191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3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51 13045,'-1'-17'1011,"-1"-1"675,2 2 8647,11 35-6695,-8-10-3283,1 1 0,-1 0 1,-1 0-1,0 0 1,0 1-1,-1-1 0,0 20 1,-4 87-251,-22 142 1,5-124-106,-44 163 0,37-177-363,2-10-3027,19-86 883,-2-1 0,-14 32 0,7-32-833,2-12-2805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3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0 254 9697,'109'-91'2138,"-97"82"-1681,1 1 0,0 1-1,0 0 1,0 1 0,1 0 0,0 1 0,1 1-1,-1 0 1,1 1 0,0 0 0,-1 1-1,24 0 1,-11 0 49,8-1 68,0 2-1,0 2 1,0 0 0,44 9-1,-59-6-240,0 0-1,-1 2 0,1 0 1,-1 2-1,0 0 1,-1 1-1,0 0 0,26 19 1,-35-21-134,-1 1 0,-1-1 1,1 1-1,-1 1 0,0 0 0,-1 0 1,0 0-1,0 0 0,-1 1 0,-1 0 1,1 0-1,-2 1 0,1-1 1,-1 1-1,-1-1 0,0 1 0,1 16 1,-1 16 327,-2 1 1,-2-1 0,-9 48 0,6-51-296,2-14-80,2 0 0,0 0 0,2 0 0,0 0 0,8 36 0,-8-56-132,0 0 0,1 0 0,-1 0 0,1 0 1,1 0-1,-1 0 0,1-1 0,0 1 0,0-1 0,1 0 0,-1 0 1,1 0-1,0 0 0,1-1 0,-1 0 0,1 0 0,0 0 1,0 0-1,0-1 0,0 1 0,1-2 0,-1 1 0,11 3 0,-3-2-5,1-1-1,0 0 0,-1-1 0,1 0 0,0-2 1,0 1-1,0-2 0,18-2 0,-15 0-21,-1 0-1,0-1 0,-1 0 1,1-2-1,-1 1 1,0-2-1,0 0 0,-1-1 1,0-1-1,0 0 1,-1 0-1,0-2 0,-1 1 1,0-2-1,-1 0 1,0 0-1,-1-1 0,0 0 1,-1 0-1,0-1 1,-2-1-1,1 1 0,-2-1 1,0-1-1,0 1 1,-2-1-1,0 0 0,-1 0 1,2-30-1,-4 22-45,-2-1 0,0 1 0,-2 0 1,-1-1-1,0 1 0,-2 1 0,-1-1 0,-1 1 0,-1 0 0,-1 1 0,-1 0 0,0 0 0,-29-36 0,24 36-409,-2 1-1,0 1 1,-2 0-1,0 2 1,-26-19-1,26 23-818,-1 2-1,0-1 0,0 2 1,-1 1-1,-46-14 1,17 14-5271,7 9-4071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503 251 10857,'5'-32'896,"-3"13"202,2 1 1,0-1-1,10-26 0,-14 42-750,1 0-1,-1 0 1,0 0-1,0-1 1,0 1-1,0 0 1,0 0 0,-1 0-1,0 0 1,1 0-1,-1 0 1,0 0-1,0 0 1,-1 0-1,-1-4 1,-27-39 4163,28 45-4319,1-1-1,0 1 0,0-1 0,-1 1 1,1 0-1,-1 0 0,0-1 1,1 1-1,-1 0 0,0 0 0,1 1 1,-1-1-1,0 0 0,0 0 0,0 1 1,0 0-1,0-1 0,0 1 1,0 0-1,-2 0 0,0 0-40,1 1 1,0-1-1,0 1 0,0 0 0,0 0 1,0 1-1,0-1 0,0 1 1,0-1-1,0 1 0,-3 3 0,-6 6 17,0 0 0,1 2 0,-19 25 0,26-33-123,-53 75-45,-92 169 0,122-194 0,3 1 0,2 1 0,3 2 0,-17 82 0,31-116 0,2 1 0,1-1 0,1 1 0,0-1 0,3 1 0,0-1 0,1 1 0,1-1 0,2 0 0,8 25 0,-9-36 0,1 0 0,0-1 0,1 0 0,0 0 0,1 0 0,0-1 0,1 0 0,1 0 0,0-1 0,0-1 0,1 1 0,0-2 0,1 0 0,0 0 0,0-1 0,1 0 0,0-1 0,21 8 0,-11-8 0,0-1 0,0 0 0,1-2 0,-1-1 0,1-1 0,0 0 0,0-2 0,0-1 0,-1-1 0,1-1 0,0-1 0,-1-1 0,0-1 0,43-17 0,-24 4 0,-1-1 0,-1-2 0,-1-2 0,-1-1 0,-1-2 0,60-57 0,37-45 0,-133 127 0,1 0 0,0 0 0,0 0 0,0 1 0,0-1 0,1 1 0,-1-1 0,0 1 0,1 0 0,-1 0 0,1 0 0,-1 0 0,1 0 0,-1 0 0,1 1 0,-1-1 0,1 1 0,0 0 0,-1 0 0,1 0 0,0 0 0,-1 0 0,4 1 0,-4 1 0,1-1 0,-1 1 0,1 0 0,-1-1 0,0 1 0,0 0 0,0 1 0,0-1 0,0 0 0,0 1 0,-1-1 0,1 1 0,-1-1 0,1 1 0,-1 0 0,0-1 0,0 1 0,-1 0 0,1 0 0,0 5 0,52 157 0,-42-133 0,-3-12 0,1 1 0,0-1 0,2-1 0,0 1 0,1-2 0,1 0 0,0 0 0,1-1 0,29 25 0,-31-32 0,0-1 0,0 0 0,1-1 0,0 0 0,0-1 0,1-1 0,0 0 0,0-1 0,0 0 0,1-1 0,0-1 0,0 0 0,0-1 0,0-1 0,18 0 0,-23-1 0,0-1 0,0 0 0,0-1 0,0 0 0,0 0 0,0-1 0,-1-1 0,1 0 0,-1 0 0,0 0 0,0-1 0,0-1 0,-1 1 0,1-1 0,-2-1 0,1 0 0,-1 0 0,0 0 0,0-1 0,-1 0 0,0 0 0,0-1 0,-1 0 0,0 0 0,-1 0 0,0 0 0,0-1 0,-1 1 0,0-1 0,-1 0 0,0 0 0,0 0 0,-1 0 0,-1 0 0,0-16 0,-2-1 2,-1 1 0,-1 0 0,-2 0-1,0 0 1,-2 1 0,-1 0 0,0 0 0,-2 1 0,-1 1 0,-1 0 0,-1 0-1,-1 1 1,-1 1 0,-21-22 0,14 18-34,-2 1 1,0 1-1,-2 1 0,0 1 1,-1 2-1,-1 1 1,-1 1-1,-1 1 0,0 2 1,-50-16-1,64 26-818,0 0 0,0 1 0,-1 1 0,-32 0 0,-26 9-5540,75-7 5917,-1 0 0,1 0 0,0 0 0,0 0 0,0 1 0,-1-1 0,1 0-1,0 1 1,0-1 0,0 1 0,0 0 0,-1-1 0,1 1 0,-1 1 0,-6 18-11254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13545,'7'-30'17133,"-6"34"-16460,1 18-180,-1 1 0,-2 32 0,-1-28-525,5 44 1,-1-50 31,1 9 0,1-1 0,16 57 0,-20-85 0,0 1 0,1-1 0,-1 0 0,0 1 0,0-1 0,1 0 0,-1 0 0,1 1 0,-1-1 0,1 0 0,0 0 0,-1 0 0,1 0 0,0 1 0,0-1 0,0 0 0,0 0 0,0-1 0,0 1 0,0 0 0,0 0 0,0 0 0,0-1 0,2 1 0,2 2 0,14 7 0,-10-10 0,0 0 0,0-1 0,1 0 0,-1 0 0,0-1 0,0-1 0,0 1 0,-1-1 0,11-5 0,2 1 0,94-41 0,-84 33 0,0 2 0,1 1 0,34-7 0,-59 17 0,1 1 0,0 0 0,-1 1 0,1-1 0,0 2 0,-1-1 0,1 1 0,0 0 0,-1 1 0,1-1 0,-1 2 0,0-1 0,1 1 0,-1 0 0,-1 0 0,1 1 0,0 0 0,-1 0 0,0 1 0,0 0 0,9 8 0,-6-2 0,1 0 0,-2 0 0,0 0 0,0 1 0,-1 0 0,-1 1 0,0-1 0,0 1 0,-1 1 0,5 23 0,-1 10 0,-4-38 0,0-16 0,4-17 0,-8 22 0,11-28 0,2 0 0,1 1 0,1 1 0,1 1 0,2 0 0,0 1 0,2 1 0,1 1 0,50-42 0,-56 52 0,0 1 0,1 1 0,1 1 0,0 1 0,1 0 0,28-10 0,-42 18 0,1 0 0,0 0 0,0 1 0,0-1 0,0 1 0,0 1 0,0-1 0,0 1 0,1 0 0,-1 1 0,0-1 0,0 1 0,0 0 0,0 1 0,0 0 0,0 0 0,-1 0 0,1 0 0,-1 1 0,1 0 0,-1 0 0,0 0 0,0 1 0,0 0 0,0 0 0,4 6 0,16 22 7,-3 0 0,0 2-1,-2 1 1,-2 0 0,18 49 0,27 51-3186,-38-76-674,-20-45 1216,0 0 0,1-1 0,10 16-1,9 6-9605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5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1 15821,'3'1'377,"0"1"0,0 0 0,-1 0 0,1 0 0,0 0 0,-1 0-1,0 0 1,1 1 0,-1-1 0,0 1 0,0-1 0,0 1-1,0 0 1,-1 0 0,1 0 0,-1 0 0,1 3 0,2 5 293,-1 0 0,0 0 0,3 20 1,2 51 2333,-5 136-1,-28 81-1529,-66 141-1474,-3 25 0,91-439 0,1 0 0,1-1 0,2 1 0,0 0 0,1 0 0,9 35 0,-9-52 0,1-1 0,0 1 0,0-1 0,1 0 0,0 0 0,1 0 0,-1-1 0,2 0 0,8 12 0,-9-15 0,0 0 0,0 0 0,0 0 0,1 0 0,-1-1 0,1 0 0,0 0 0,0 0 0,0-1 0,0 0 0,1 0 0,-1 0 0,0-1 0,11 1 0,-6-2 0,-1 0 0,1 0 0,0-1 0,-1-1 0,1 0 0,-1 0 0,1-1 0,-1 0 0,0-1 0,0 0 0,-1-1 0,1 0 0,-1 0 0,0-1 0,0 0 0,-1-1 0,0 0 0,8-8 0,4-7 0,-1 0 0,0-1 0,-2-1 0,-1-1 0,19-37 0,-29 50 0,-1 0 0,0 0 0,-1 0 0,0 0 0,-1-1 0,0 1 0,-1-1 0,-1 0 0,0 0 0,0 0 0,-2 0 0,1 0 0,-4-17 0,2 21 0,-1-1 0,1 1 0,-2 0 0,1 0 0,-1 0 0,-1 1 0,0-1 0,0 1 0,0 0 0,-1 1 0,0-1 0,-1 1 0,1 0 0,-2 1 0,1-1 0,-1 1 0,1 1 0,-12-7 0,8 7 5,1 0 0,-1 0 0,0 1 0,0 1 0,-1-1 0,1 2 0,-1 0 0,1 0 0,-1 1 0,-20 0 0,27 2-240,-1-1-1,0 1 1,1 0 0,-1 0-1,1 0 1,-1 1 0,1 0-1,0 0 1,0 1 0,0-1-1,0 1 1,0 0 0,0 0-1,1 1 1,-1-1 0,1 1-1,0 0 1,0 0 0,0 1-1,1-1 1,0 1-1,0-1 1,-5 11 0,5-8-795,0 1-1,0 0 1,1-1 0,0 1 0,-2 14 0,4-18 171,0 0 1,0 0 0,0 0 0,0 0 0,1 0 0,0-1 0,-1 1 0,4 7 0,19 27-9428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5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15 15601,'-60'-15'5677,"57"39"-3733,3 0-396,-4 4-308,-9 23-288,-4-6-223,-3 9-181,-3 1-296,-1-1-512,1 3-632,3-3-149,6 1-651,1-10-424,6-3-336,0-3-3501,1-21-5148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5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13 13377,'-7'-12'3405,"14"24"-2261,0 3-728,6 3-972,-3 3-660,-7 6-621,8 25-2411,-1-10-3253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6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21 320 10589,'16'22'2352,"-12"-17"-316,-27 1 1037,22-6-2996,0 1-1,0-1 0,0 0 0,0 1 1,0-1-1,0 0 0,1 1 1,-1-1-1,0 1 0,0-1 0,0 1 1,1 0-1,-1-1 0,0 1 1,1 0-1,-1-1 0,0 1 0,1 0 1,-1 0-1,1 0 0,-1 1 1,4 19 1345,0-10-1360,0 7 352,0 0 0,-1 1 0,0 23 0,5 35 144,-7-74-475,3-4-64,5 0-16,-5 1 5,0 0-1,0-1 0,0 1 1,0-1-1,-1 0 1,1 0-1,0 0 0,-1 0 1,1 0-1,-1 0 0,1-1 1,-1 1-1,0-1 0,1 0 1,-1 0-1,0 0 0,3-4 1,20-20-19,15-18 166,2 1 1,2 2-1,53-38 0,-90 74-58,0 1 0,-1 0 0,2 0 0,-1 0 0,0 1 0,1 1 0,-1-1 0,1 1 0,0 0 0,0 1 0,0 0 0,13 0 0,-17 1-23,1 1-1,-1-1 1,0 1-1,0 1 1,1-1-1,-1 0 0,0 1 1,0 0-1,0 0 1,-1 0-1,1 0 1,0 1-1,-1 0 1,0-1-1,1 1 1,-1 0-1,0 1 1,-1-1-1,1 0 1,0 1-1,-1 0 1,0-1-1,0 1 1,2 6-1,12 40 442,22 131 714,-37-175-1191,0 1-1,0-1 1,1 0-1,0 1 1,0-1 0,1 0-1,-1 0 1,1-1-1,1 1 1,-1-1-1,1 1 1,0-1-1,6 6 1,-7-9-29,0 0 1,1 1-1,-1-1 1,1-1-1,0 1 1,0-1-1,-1 1 0,1-1 1,0 0-1,0 0 1,0-1-1,0 1 1,1-1-1,-1 0 1,0 0-1,0 0 0,0-1 1,0 1-1,0-1 1,0 0-1,7-3 1,8-3 0,1-1 0,-1 0 0,-1-2 0,0 0 1,0-2-1,-1 1 0,0-2 0,15-15 0,2-5-23,-1-1-1,43-59 0,-42 45-16,-1-2 0,-3-2-1,-2 0 1,27-72-1,-53 117 41,0 0-1,0 0 1,-1 0-1,0 0 0,1-15 1,-2 21 8,0 0 0,0 1 0,0-1 1,0 0-1,0 0 0,0 0 0,0 0 1,0 0-1,0 0 0,0 0 0,0 1 0,-1-1 1,1 0-1,0 0 0,-1 0 0,1 0 1,0 1-1,-1-1 0,1 0 0,-1 0 0,1 1 1,-1-1-1,0 0 0,1 1 0,-1-1 0,0 1 1,1-1-1,-1 1 0,0-1 0,0 1 1,1-1-1,-1 1 0,0 0 0,0-1 0,0 1 1,0 0-1,0 0 0,1 0 0,-1-1 0,0 1 1,0 0-1,0 0 0,0 0 0,0 1 1,0-1-1,0 0 0,1 0 0,-1 0 0,0 1 1,0-1-1,0 0 0,0 1 0,1-1 1,-1 1-1,0-1 0,-1 2 0,-11 5 201,1 2 0,0-1 0,0 2 0,1-1 0,1 2 0,-1-1-1,-10 16 1,-59 89-47,61-85-171,2 1 0,1 1 0,1 0 0,1 1 0,3 1 0,-12 46 0,21-65-2,0 0-1,0 1 1,2-1-1,0 0 1,0 0-1,1 0 1,6 23-1,-5-27-5,2-1 1,-1 0-1,1 0 1,1 0-1,0 0 1,0-1-1,1 0 0,0 0 1,0 0-1,1-1 1,14 13-1,-6-8-408,1-1-1,0 0 1,1-1 0,31 16 0,83 25-4008,3-8-1714,111 27-10926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9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13445,'0'0'17879,"2"2"-16671,3 3-1191,0 1 0,-1 0 0,0 0 0,0 0 0,-1 0 0,1 0 0,-1 1 0,-1 0 0,1-1 0,-1 1 0,0 0 0,-1 0 1,0 0-1,1 14 0,-1 8-24,-1 0 0,-5 40 0,3-47 7,-11 164 0,13-157 0,2 1 0,0-1 0,2 1 0,11 39 0,-14-66 0,-1-1 0,1 1 0,0-1 0,0 1 0,0-1 0,1 1 0,-1-1 0,0 1 0,1-1 0,0 0 0,-1 0 0,1 0 0,0 0 0,0 0 0,0 0 0,1-1 0,2 3 0,-3-3 0,0-1 0,0 1 0,1-1 0,-1 1 0,0-1 0,0 0 0,1 0 0,-1 0 0,0 0 0,1 0 0,-1 0 0,0-1 0,0 1 0,1-1 0,-1 1 0,0-1 0,0 0 0,0 0 0,0 0 0,0 0 0,0-1 0,3-1 0,17-13 0,-1-1 0,-1-1 0,28-31 0,50-70 0,-63 73 0,2 1 0,44-40 0,-59 65 0,0 0 0,2 2 0,0 1 0,1 0 0,0 2 0,31-13 0,-52 27 0,1-1 0,0 1 0,0 0 0,0 1 0,1-1 0,-1 1 0,0 0 0,0 0 0,0 1 0,0 0 0,0-1 0,0 2 0,0-1 0,7 3 0,-2 0 0,0 1 0,-1 0 0,1 0 0,-1 0 0,14 13 0,-12-7 0,0 1 0,0 0 0,-1 1 0,-1 0 0,0 1 0,-1 0 0,10 24 0,6 9 0,-24-47 0,1 1 0,-1-1 0,0 1 0,1-1 0,-1 1 0,0-1 0,1 1 0,-1-1 0,1 1 0,-1-1 0,0 1 0,1-1 0,-1 0 0,1 1 0,-1-1 0,1 0 0,0 1 0,-1-1 0,1 0 0,0 1 0,2-1 0,0 0 0,0 0 0,0 0 0,0 0 0,1 0 0,-1-1 0,0 1 0,0-1 0,-1 0 0,1 0 0,0 0 0,0 0 0,4-3 0,35-25 0,-21 12 0,19-10 0,1 2 0,51-23 0,-78 43 0,0 0 0,1 2 0,0 0 0,0 0 0,0 1 0,0 1 0,0 1 0,1 0 0,14 2 0,12 3 0,69 16 0,-63-8 0,-29-7 0,0-1 0,0-1 0,0 0 0,1-1 0,-1-2 0,1 0 0,0-1 0,25-3 0,-24 0 0,1-1 0,-1-1 0,0 0 0,-1-2 0,27-12 0,-38 15 0,-1 0 0,0-1 0,0 0 0,-1 0 0,0-1 0,0 0 0,0 0 0,0 0 0,-1-1 0,0 0 0,-1-1 0,1 1 0,-1-1 0,-1 0 0,6-13 0,46-154-1304,-55 172 1222,5-27 93,-6 27 128,14-26 1090,-25 170-1222,6-83-7,2-40 0,1 0 0,1 0 0,0 1 0,1-1 0,1 0 0,7 34 0,-7-48 0,0 0 0,0 0 0,1 0 0,0 0 0,0 0 0,0 0 0,0-1 0,0 1 0,1-1 0,-1 1 0,1-1 0,0 0 0,0 0 0,0 0 0,1-1 0,-1 1 0,1-1 0,-1 0 0,1 0 0,0 0 0,6 2 0,-4-3 0,0 0 0,0 0 0,0-1 0,1 1 0,-1-2 0,0 1 0,0-1 0,1 0 0,-1 0 0,0 0 0,0-1 0,0 0 0,0 0 0,8-5 0,17-8 0,-1-1 0,-1-1 0,-1-1 0,0-2 0,34-30 0,-54 42 0,11-11 0,2 0 0,0 1 0,35-21 0,-36 32 0,-16 6-15,0 1-1,1 0 1,-1 1-1,0-1 1,0 1-1,1 0 1,-1 0 0,0 0-1,0 1 1,0-1-1,0 1 1,0 0 0,-1 0-1,6 4 1,2 3 178,-1 0 1,0 1-1,10 12 1,26 24-995,-43-43 484,1 0 1,0-1-1,0 1 1,1-1-1,-1 0 1,0 0-1,1 0 1,-1-1 0,1 1-1,0-1 1,5 1-1,-5-2-263,24 3-4499,-8-4-1150,8-2-6980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9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5 15797,'-25'-4'9595,"27"6"-9030,0 1 0,-1-1 0,1 1 0,0 0-1,-1 0 1,0 0 0,0 0 0,0 0 0,1 5 0,0 33 1162,-5-18-1728,-10 38 0,13-61 2,-121 430-1,118-417 0,-57 158-351,-17 63 1249,70-202-1995,-5 56-1,11-64-371,1 0 0,0 0-1,5 26 1,9 4-6764,8-5-5792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9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316 110 13149,'-13'-89'8345,"12"87"-8057,1 1 1,-1 0-1,0 0 0,0-1 0,1 1 1,-1 0-1,0 0 0,0 0 1,0 0-1,0 0 0,0 0 0,0 0 1,-1 0-1,1 0 0,0 0 1,0 1-1,-1-1 0,1 1 0,-3-2 860,4 5-858,-1 0 0,1 1 0,-1-1 0,1 0 0,0 0 0,0 1 0,1-1 0,-1 0 0,0 0 0,3 7 0,-1 4 339,-2 16-475,-1-1 1,-1 1-1,-2-1 1,-15 56-1,8-37-97,-68 277-57,12-53 0,11-68-42,52-190-772,0 0-1,-1-1 1,-1 1-1,-7 12 1,11-24-51,1 1 1,0-1-1,-1 1 1,1-1-1,0 1 1,0 0-1,1 0 1,-1-1-1,0 1 1,1 0-1,0 5 1,-1-2-1074,1 21-11419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09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48 14125,'0'0'76,"0"0"0,0 0-1,-1 0 1,1 0 0,0 0-1,0 0 1,-1-1 0,1 1-1,0 0 1,0 0 0,0 0-1,-1-1 1,1 1 0,0 0 0,0 0-1,0-1 1,0 1 0,0 0-1,-1 0 1,1-1 0,0 1-1,0 0 1,0 0 0,0-1-1,0 1 1,0 0 0,0 0-1,0-1 1,0 1 0,0 0-1,0-1 1,0 1 0,0 0 0,0 0-1,0-1 1,1 1 0,-1 0-1,0 0 1,0-1 0,0 1-1,0 0 1,0 0 0,1-1-1,-1 1 1,0 0 0,0 0-1,1-1 1,18-4 3522,42 3 498,-49 2-4271,246-15 2861,48 1-1610,-290 14-1004,1 2 1,-1 0 0,0 1-1,0 0 1,16 6 0,-29-8-56,-1 1-1,1-1 1,0 0 0,-1 1 0,1-1 0,-1 1 0,0 0 0,1 0 0,-1 0 0,0 0-1,0 0 1,0 1 0,-1-1 0,1 1 0,0-1 0,-1 1 0,0-1 0,1 1-1,-1 0 1,0 0 0,-1-1 0,1 1 0,0 0 0,0 5 0,0 5-158,-1 1 1,0-1-1,-1 1 1,-3 15 0,0 3-1256,6 29-3109,6-21-4908,-2-19-1484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0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64 9277,'-30'-49'4332,"43"43"-2720,7-3 1357,0 15-2993,4-3-728,-14 6-665,3 0-691,-6 3-1900,13 13-2889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0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0 11249,'-3'0'261,"0"1"-1,1-1 1,-1 0 0,0 1 0,1-1-1,-1 1 1,1 0 0,-1 0-1,1 0 1,0 0 0,-1 1-1,1-1 1,0 1 0,0-1 0,0 1-1,0 0 1,0 0 0,0 0-1,0 0 1,1 0 0,-1 0 0,1 0-1,-1 0 1,1 1 0,-2 3-1,-2 7 1080,0 1 0,1 0 0,-4 25 0,-2 4 773,-58 164 4184,-9-4-5327,-60 203-970,128-373-452,1 1 0,-3 41 0,10-59-683,0 0 1,3 25-1,-1-31-105,1 0 0,0 0-1,1 0 1,0-1 0,4 10-1,2-5-5419,4 0-4261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0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64 10881,'-1'0'146,"0"-1"0,0 0 0,-1 1 0,2-1 1,-1 0-1,0 0 0,0 0 0,0 0 0,0 0 0,0 0 0,1 0 0,-1 0 0,0 0 0,1 0 1,-1 0-1,1-1 0,0 1 0,-1 0 0,1 0 0,0 0 0,-1-1 0,1 1 0,0 0 0,0-1 1,0 1-1,1-2 0,0 1 92,0 0 0,0 0 1,0 1-1,0-1 0,0 0 1,1 1-1,-1-1 1,1 0-1,-1 1 0,1 0 1,0-1-1,-1 1 0,1 0 1,0 0-1,0 0 0,3-1 1,-3 1-58,0 0 1,0 0 0,0 0-1,0 0 1,1 1-1,-1-1 1,0 1 0,1-1-1,-1 1 1,4 0 0,0 1 31,0 0 0,0 0 0,0 1 1,0-1-1,5 4 0,10 3 144,-1 1-1,-1 1 1,1 1-1,-2 1 1,25 19-1,-37-26-287,-1 1-1,1-1 1,-1 1-1,0 0 1,0 0-1,-1 0 1,0 1-1,0 0 0,5 12 1,-7-15-50,-1 0 0,0 0 0,0 1 0,-1-1 0,0 0 0,1 0 0,-1 1 0,0-1 0,-1 0 0,1 1 0,-1-1 0,0 0 0,0 0 0,0 1 0,-1-1 0,1 0 1,-1 0-1,0-1 0,-3 5 0,-1 1-15,-1-1 1,0 0-1,0-1 0,-1 0 1,0 0-1,0 0 1,0-1-1,-1 0 1,0-1-1,0 0 1,-1-1-1,1 1 0,-19 4 1,7-3-1422,-44 8 1,-18-8-8585,56-6 397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0 14609,'-47'27'3113,"37"7"-497,0-1-248,3 9-292,1 3-368,-34 130 1801,26-106-2813,-3 1-116,-6 2-548,0 0-588,2 1-916,-2-4-512,0-6-709,-4 1-1035,3-4-2457,14-9-5520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0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1 167 12605,'2'5'205,"0"-2"61,-1 0 1,1 1 0,-1-1 0,1 0-1,0 0 1,0-1 0,0 1 0,1 0 0,-1-1-1,1 1 1,-1-1 0,1 0 0,0 0-1,0 0 1,0 0 0,0 0 0,0-1-1,0 1 1,7 1 0,23 6 1549,-18-5-1220,-1-1 0,1 0 0,21 1 0,-16-3-444,1-1 1,-1-1 0,0 0 0,1-2-1,-1-1 1,0 0 0,0-1 0,-1-1-1,0-1 1,24-12 0,-37 15-135,1 0 1,-2-1-1,1 0 1,0 0-1,-1 0 0,0 0 1,6-9-1,-3 5 4,-4 3 21,0 1 0,0-2 0,-1 1 0,0 0 0,0-1 0,0 1 0,-1-1 0,0 0 0,0 0 0,-1 0 0,2-9 0,-3 14 12,0 0 0,0 0 0,0 0 0,0 1 0,0-1 0,0 0-1,0 0 1,-1 0 0,1 0 0,-1 1 0,1-1 0,-1 0 0,0 1 0,0-1-1,0 0 1,0 1 0,0-1 0,0 1 0,0-1 0,0 1 0,0 0 0,-1-1-1,1 1 1,-1 0 0,1 0 0,-1 0 0,1 0 0,-1 0 0,1 0 0,-1 1-1,0-1 1,0 0 0,1 1 0,-1-1 0,-3 1 0,-1-1 177,1 0 0,-1 0 1,0 1-1,1 0 0,-1 0 1,0 0-1,0 1 0,1 0 0,-1 0 1,0 0-1,-7 4 0,-4 2 322,1 2 0,0 0 0,1 1 0,-25 21 0,-54 57 75,69-64-734,2-1 105,1 1 0,-36 49 0,49-60 0,1 1 0,1 0 0,0 0 0,0 1 0,1-1 0,1 1 0,-5 26 0,10-37 1,-1 0-1,1 0 1,0 0-1,0 1 1,0-1-1,0 0 1,1 0-1,0 0 1,0 1-1,0-1 1,0 0 0,1 0-1,0 0 1,0-1-1,0 1 1,0 0-1,0-1 1,1 1-1,-1-1 1,1 0-1,0 0 1,0 0 0,0 0-1,7 4 1,1 0-27,1 0 1,0-1 0,0 0 0,0-1 0,1 0 0,18 4-1,13-1-1773,0-1 0,62 1 0,-29-3-1441,31 4-4554,3-2-5395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1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18 12833,'-56'-15'3014,"45"12"-66,7 5-213,-2 0-1853,3-1-534,0 0 0,0 0 1,0 0-1,0 1 0,0-1 1,1 1-1,-1-1 0,0 1 1,1 0-1,-1 0 1,1 0-1,0 1 0,0-1 1,0 0-1,0 1 0,0-1 1,1 1-1,-1 0 0,-1 3 1,-60 149 3097,43-92-3457,3 1-1,3 1 0,3 0 1,-3 68-1,10-36 360,9 119 0,15-61-2068,17-2-7401,-25-111 1798,-1-3-4992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2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12729,'2'-6'766,"0"0"-1,0 1 1,0-1-1,1 1 1,-1 0-1,1-1 1,0 1 0,6-6-1,-6 9 991,0 3-262,11 6-1077,-1 2-1,0-1 1,-1 1-1,1 1 1,-2 0-1,1 1 1,-2 0-1,1 1 1,-1 0-1,-1 0 1,-1 1 0,8 14-1,4 10-140,-2 1 0,-2 0 0,16 55-1,-19-50-185,-1 0-1,-2 1 1,-3 0-1,-1 1 1,-2 0-1,-2 50 0,-3-83-88,-1 30-7,4-31 5,4-19 6,20-42-21,2 0-1,2 2 1,62-75 0,-45 65-50,63-63-1,-87 99 59,1 1 1,1 1-1,1 1 0,1 1 0,39-20 0,-55 33 53,0 0 0,0 1 0,1 0 0,0 1 1,-1 1-1,1-1 0,0 2 0,0 0 0,1 0 1,21 3-1,-24-1 53,-1 1 0,0 0 0,0 0 1,0 1-1,0 0 0,-1 1 0,1 0 0,-1 0 1,0 1-1,0 0 0,-1 0 0,1 1 1,-1 0-1,10 11 0,-4-1 11,0 1 0,-2 1 0,0 0 0,-1 0 0,0 1 0,-2 0 0,0 0 0,-1 1 0,8 41 0,-3 12-149,5 107 0,-16-169 60,9 312 24,-5-124-765,-3-153-1243,12 65-1,5-36-2237,-13-58 1512,1-1 0,11 21 0,18 19-10215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2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24 14481,'1'-2'5956,"9"-16"-2937,-2 15-497,-6 5-2172,0 1 0,0 0 0,0 0 0,0-1 0,0 1 0,-1 1 0,1-1 0,1 5 0,-2-6-271,10 26 310,0 1 0,-2-1-1,-2 2 1,0-1 0,-2 1 0,-1 0-1,-2 0 1,0 0 0,-4 31-1,-6 31-667,-34 145-1,32-186 512,-27 120-232,-43 280 0,77-427 0,2-1 0,1 1 0,1-1 0,1 1 0,1-1 0,1 0 0,13 40 0,-13-50 0,1 0 0,1 0 0,1-1 0,0 0 0,0 0 0,1-1 0,0 0 0,1 0 0,0-1 0,1 0 0,0 0 0,1-1 0,0-1 0,16 10 0,-1-4 0,1-1 0,1-2 0,0-1 0,0-1 0,1-1 0,0-1 0,59 5 0,-15-8 0,0-3 0,77-8 0,151-32-3267,-3-23-9917,-168 29-148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5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710 145 8141,'-2'-3'317,"-8"-14"2078,-1 0-1,0 1 1,-25-28 0,31 39-2046,-1 0-1,1 1 1,-1 0 0,0 0-1,0 0 1,0 1-1,-1 0 1,1 0 0,-1 0-1,0 1 1,0 0-1,0 0 1,0 1 0,-12-1-1,1 2-95,1 0 0,-1 1-1,1 2 1,0-1 0,0 2-1,0 0 1,0 1 0,1 1 0,-1 1-1,2 0 1,-1 1 0,1 0-1,0 1 1,-15 13 0,-5 6-51,1 2 0,2 1 0,1 1 0,-37 49 0,58-67-208,1 1 1,0-1-1,1 1 0,-12 32 0,17-40-12,1 1-1,0-1 0,0 1 0,0 0 0,1-1 1,0 1-1,0 0 0,1 0 0,0 0 0,0 0 1,1-1-1,3 13 0,-4-17 13,1-1 0,0 0-1,0 0 1,0 0 0,0 0 0,0 0 0,0 0-1,0 0 1,1 0 0,-1 0 0,1 0 0,0-1 0,-1 1-1,1-1 1,0 1 0,0-1 0,0 0 0,0 1-1,0-1 1,4 1 0,-3-1 2,1-1 0,-1 1-1,1-1 1,-1 0 0,1 0-1,-1 0 1,1-1 0,-1 1 0,0-1-1,1 0 1,-1 0 0,6-2-1,7-5 5,-1 0-1,1-1 1,-1 0-1,17-16 1,-31 24 0,49-37 2,98-80 412,-136 107-332,1 0 1,1 1 0,0 0-1,0 1 1,1 1-1,0 0 1,22-8-1,-25 12-40,-1 1-1,1 1 0,0 0 0,0 0 1,0 1-1,0 1 0,0 0 1,0 1-1,-1 0 0,1 0 1,16 5-1,7 6-257,-1 1 0,-1 1 0,-1 2 0,37 23 0,5 2-4296,3-4-6121,-28-19 664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7 15257,'-25'-5'3114,"20"4"-574,6 4-400,3 10-1353,-1-1-1,0 1 1,-1 0 0,-1 0 0,0 0 0,-1 0 0,-2 20-1,-41 205 2010,6-47-4134,18-69-1501,-2 5-2345,12-43-3093,5-29-3242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6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 41 11061,'0'0'2347,"-4"1"-294,-22 4-234,17-4-1370,1 0-1,-1 1 0,1 0 0,0 0 1,0 1-1,0 0 0,0 0 0,-10 7 1,7-2-303,0 0-1,1 1 1,0 0 0,0 1 0,1 0 0,1 1 0,0-1 0,0 2 0,1-1 0,0 1 0,1 0 0,0 0 0,-3 14-1,8-22-144,0-1-1,1 1 0,0 0 1,-1-1-1,1 1 0,1-1 0,-1 1 1,0-1-1,1 1 0,1 3 1,-1 1-9,0-7 7,0 0-1,0 0 0,0-1 1,0 1-1,0 0 0,0-1 1,0 1-1,1 0 0,-1-1 1,0 0-1,0 1 0,0-1 1,1 0-1,-1 1 0,0-1 1,0 0-1,3 0 0,-2 0-2,23 4-10,-21-5 13,0 1 0,1-1-1,-1 0 1,0 0 0,0 0-1,-1 0 1,1-1 0,0 0-1,0 0 1,-1 0 0,1 0-1,-1 0 1,6-5-1,0-2 99,-1 0 0,-1 0 0,10-13-1,1-4 589,-13 19-295,-1-1 0,0 1 0,0-1 0,-1 0 1,0 0-1,-1 0 0,0 0 0,2-14 0,-2 13-69,-1 0 0,2 0-1,-1 1 1,1-1-1,0 1 1,8-14-1,-10 20 55,0-1-265,-1 2-82,1 0 0,-1-1-1,0 1 1,0-1 0,0 1 0,0 0-1,0-1 1,0 1 0,0-1 0,0 1-1,-1 0 1,1-1 0,0 1-1,-1 0 1,1-1 0,-1 1 0,0 0-1,1-1 1,-1 1 0,-1-2 0,0 2-16,1 1 0,0-1 0,0 1 0,0-1 0,0 1 0,0-1 0,-1 1 0,1 0 0,0 0 0,0 0-1,0 0 1,-1 0 0,1 0 0,0 0 0,0 0 0,0 0 0,-1 0 0,1 1 0,0-1 0,0 0 0,0 1 0,0-1 0,-1 1 0,1-1 0,0 1 0,0 0 0,0-1 0,0 1 0,0 0 0,0 1 0,-19 12 51,0 1 0,2 1 0,0 0-1,1 1 1,0 1 0,2 1 0,0 1-1,1 0 1,1 0 0,1 1 0,-15 37 0,23-52-58,2 0 0,-1 1 0,1-1 1,0 1-1,0-1 0,1 1 0,0 0 1,0-1-1,0 1 0,1 0 0,0 0 1,1 0-1,-1-1 0,1 1 0,0 0 1,1-1-1,0 1 0,0-1 0,0 1 1,1-1-1,0 0 0,5 9 0,-4-9-13,0-1 0,0 1 0,0-1 1,0 0-1,1 0 0,0 0 0,11 7 0,-13-10-7,0 0 0,0-1 1,0 1-1,0-1 0,0 0 0,1 0 1,-1 0-1,0-1 0,1 1 1,-1-1-1,0 1 0,1-1 0,-1 0 1,1-1-1,-1 1 0,0-1 0,1 1 1,-1-1-1,0 0 0,4-1 1,0-1-21,0 0 1,0-1-1,0 1 1,0-1 0,-1-1-1,1 1 1,-1-1-1,0 0 1,-1 0-1,1-1 1,-1 0 0,0 0-1,-1 0 1,1-1-1,-1 1 1,0-1 0,4-11-1,3-10-170,-1 1-113,1 1 0,23-41-1,-13 22-50,-5 11 196,-14 31 131,-1 2 36,0-1 0,0 0-1,0 0 1,-1 0 0,1 1 0,0-1-1,-1 0 1,1 0 0,-1 0 0,0 0 0,1-1-1,-1 1 1,0 0 0,-1-3 0,-42-33 424,42 36 494,29 14 79,-26-6-882,1 1 0,-1-1 0,0 1 0,-1-1 0,1 1-1,-1 0 1,0 8 0,0-8-131,2 50 22,-3 0 0,-2 1 0,-11 68 0,1-14 0,-101 1046 0,73-809 0,39-340 0,-1 1 0,0-1 0,0 0 0,-1 0 0,0 0 0,0 0 0,-1 0 0,-9 13 0,11-19 0,-1 0 0,1 0 0,-1 0 0,0 0 0,0 0 0,0-1 0,0 0 0,0 1 0,0-1 0,-1 0 0,1-1 0,-1 1 0,0-1 0,1 1 0,-1-1 0,0 0 0,0 0 0,0-1 0,0 1 0,0-1 0,0 0 0,1 0 0,-8-1 0,1 0 0,0 0 0,0-1 0,0 0 0,1 0 0,-1-1 0,0 0 0,1-1 0,0 0 0,0 0 0,0-1 0,0 0 0,1-1 0,0 0 0,0 0 0,1-1 0,-1 0 0,2 0 0,-1-1 0,1 0 0,0 0 0,0 0 0,1-1 0,0 0 0,1 0 0,0 0 0,-3-10 0,3 1 0,0 0 0,2 0 0,0 0 0,1 0 0,0 0 0,2 0 0,0 0 0,7-31 0,3-1 0,33-87 0,-17 70-350,3 0 1,3 2-1,3 2 1,69-93-1,-12 39-4620,130-127 0,-120 143-1890,1 11-4375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1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6 10461,'-5'-1'2227,"1"1"-1814,-3-2 246,-1 1 1,1 0-1,-1 1 0,0 0 1,1 0-1,-1 0 0,0 1 1,1 0-1,-1 1 0,1-1 1,-1 1-1,1 1 0,0 0 1,0 0-1,-11 6 0,5 2 214,0-1 1,2 1-1,-1 1 0,1 0 1,-17 26-1,5-4 608,-22 47 0,36-61-1390,1 0-1,0 0 0,2 1 1,0 0-1,1 0 0,1 0 1,2 1-1,0-1 1,1 1-1,2 28 0,-1-39-93,2-1-1,-1 1 1,1-1-1,1 1 1,0-1 0,0 0-1,1 0 1,0 0-1,1-1 1,0 0-1,0 1 1,1-2-1,1 1 1,-1-1 0,1 0-1,1 0 1,-1-1-1,1 0 1,0 0-1,1-1 1,0 0-1,17 9 1,-7-7 0,0 0-1,1-1 1,0-1 0,0-1-1,1-1 1,0-1-1,-1 0 1,1-2 0,0 0-1,30-3 1,-42 1-21,0-1 0,-1 1 0,1-1 1,0 0-1,-1-1 0,0 0 0,1-1 0,-1 0 1,-1 0-1,1 0 0,0-1 0,-1 0 0,0-1 1,0 1-1,-1-1 0,0-1 0,0 1 0,0-1 0,-1 0 1,1-1-1,-2 1 0,1-1 0,-1 0 0,-1 0 1,1 0-1,4-17 0,-4 7-16,-1 0 1,-1 0-1,0 0 1,-1 0-1,-1-1 0,-1 1 1,-1 0-1,0 0 1,-1 0-1,-1 0 1,-1 1-1,0-1 0,-1 1 1,-1 1-1,-1-1 1,0 1-1,-1 0 1,-1 1-1,0 0 0,-1 0 1,-1 1-1,0 1 1,-1 0-1,-1 1 1,1 0-1,-2 1 0,-19-12 1,9 9-394,1 0 1,-2 2-1,0 1 1,-33-9 0,47 17-179,1 0 1,0 2-1,-1-1 1,1 1-1,-1 1 1,-13 1 0,18 0-309,0 0-1,1 0 1,-1 1 0,1 0 0,-1 0 0,1 0 0,0 1 0,0 0 0,0 1 0,0-1 0,-9 8 0,-9 12-9612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1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11 5933,'-34'-2'1748,"27"1"1613,10 0-1949,-2 0-1138,1 0 0,0 1-1,0-1 1,0 0 0,0 1 0,0-1 0,0 1 0,0-1 0,0 1 0,1 0-1,-1 0 1,0 0 0,0 0 0,0 0 0,0 1 0,2 0 0,2 1 157,-1 1 0,1 0 1,-1 0-1,0 1 0,5 4 1,-9-7-470,14 10 374,-5-3-89,1 0-1,-2 0 1,1 1-1,-1 1 1,8 10-1,0 1 76,-2 1-1,-1 0 0,-1 1 1,19 44-1,-23-44-262,-1 1-1,0-1 1,-2 1 0,-1 0-1,-1 1 1,-1-1-1,-1 1 1,-1-1 0,-1 1-1,-4 26 1,-1-10-38,-3-1 0,-1 0 0,-2-1 0,-29 69 0,-69 151-155,108-256 221,23-17-20,-2 1 139,-1-2 1,0 0-1,-1-2 0,21-25 1,61-84 755,-46 54-768,89-123 128,-65 83-223,-18 23-32,58-77-215,-101 146-264,1 0 0,1 2 0,0 0 0,1 0 0,37-22 0,-51 37 8,0-1 1,1 2-1,-1-1 0,1 1 0,0 0 1,0 0-1,0 0 0,0 1 0,8 0 1,-7 1-722,0 0 0,1 0 1,-1 1-1,1 0 0,-1 0 0,15 6 1,14 12-7890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1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7 9537,'-20'-6'2200,"10"18"-288,-4 6-108,4 3-255,-3-6-341,3 3-304,0 6-192,-7 12-88,7-8-324,-4 2-516,4 0-688,0-3-688,7-12-653,-10 15-2363,6 3-3593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9509,'24'-57'2112,"-28"36"1252,8 0-2112,-1 0 705,14 12-2329,0 6-880,16 9-4917,17 12-1248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1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0 11645,'-8'4'566,"1"0"0,-1 0 0,1 1 0,0-1 0,0 2 0,1-1 0,-1 1 0,1 0 0,0 0 0,1 1 0,0-1 0,0 1-1,0 0 1,1 1 0,0-1 0,-6 17 0,-4 11 326,3 0-1,-12 54 1,10-28-504,-11 119 0,19-138-1518,-1 1 0,-2-2-1,-19 57 1,8-33-2119,9-16-2134,6-1-3197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2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1 591 9281,'3'-7'480,"1"-1"0,0 1 1,0-1-1,0 1 0,1 1 0,0-1 1,1 1-1,-1 0 0,1 0 0,0 0 1,1 1-1,0 0 0,-1 0 0,1 0 1,12-4-1,253-90 2273,-112 46-2276,-143 46-422,219-84 309,-186 68-292,-1-2-1,74-50 1,-77 40-4,-23 17 60,1 1 1,47-26 0,-68 42-59,-3 5-23,-1 8-37,0 0 0,-1 0 0,0-1 0,-1 1 0,-7 20 0,-31 62 105,11-27-69,8-11-98,2 0 0,3 2 0,2 0 0,2 1 0,-4 62 0,17-107 21,0 0 1,0 0-1,2-1 0,2 16 1,-3-29 29,-1 1 0,1 0 1,0-1-1,0 1 0,0 0 0,0-1 1,0 1-1,-1-1 0,1 1 0,0-1 1,0 0-1,0 1 0,0-1 0,0 0 1,0 0-1,1 0 0,-1 1 1,1-2-1,0 2 0,1-1 8,0 0 0,0 0 0,0 0 1,0 0-1,1 0 0,-1 0 0,0-1 1,0 0-1,0 0 0,0 0 0,0 0 0,3-1 1,39-23 188,-22 11-74,62-34 414,-56 29-240,1 1 0,2 2-1,-1 1 1,46-14 0,-70 27-258,-1 1-1,1-1 0,0 1 1,-1 1-1,1 0 1,0 0-1,-1 0 1,1 0-1,0 1 0,-1 0 1,1 1-1,-1 0 1,1 0-1,-1 0 1,0 0-1,0 1 0,0 0 1,0 1-1,0-1 1,-1 1-1,9 7 0,-9-5-173,1 0 0,-1 0 0,1 0 0,-2 1-1,1 0 1,-1 0 0,5 11 0,-5-9-508,-1 0 1,0 0-1,-1 0 1,0 0-1,0 1 1,0 15-1,0 64-7563,4-55 601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3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18 305 9545,'-1'-1'143,"-1"0"1,1-1-1,-1 1 1,1-1-1,0 1 0,0-1 1,-1 1-1,1-1 1,0 0-1,1 0 1,-1 1-1,0-1 0,0 0 1,1 0-1,-1 0 1,1 0-1,0 0 1,-1 0-1,1 0 0,0 0 1,0 0-1,0 0 1,1 0-1,-1 0 1,0 0-1,1 0 0,-1 0 1,1 0-1,0 1 1,0-1-1,1-3 1,-1 2 2237,-1 0-2033,1-1 1,-1 1-1,1 0 1,0-1-1,0 1 1,0 0-1,1 0 1,-1 0 0,1 0-1,-1 0 1,1 0-1,0 0 1,0 1-1,5-6 1,-6 7-311,1-1 847,19 24-503,-20-16-305,-5 15 41,-1 38 0,-4 23-27,4-59-61,1 0 0,-1 27 0,6-49-31,0 0 0,0-1 1,0 1-1,0 0 0,0-1 1,0 1-1,0-1 0,0 0 0,0 1 1,0-1-1,0 0 0,0 1 1,1-1-1,-1 0 0,0 0 1,2 0-1,4-1 4,1 0 1,-1 0 0,0-1-1,0 1 1,0-2-1,0 1 1,0-1-1,0 0 1,10-7-1,70-46-5,-61 38-20,4-2 35,-15 8-16,1 1 0,0 1 1,0 0-1,1 1 0,1 1 1,-1 0-1,1 2 0,31-8 1,-37 12 13,0 0 0,0 1 0,-1 0 0,15 2 1,-21-1-16,0 1 1,0 0-1,0 0 1,-1 1-1,1-1 0,0 1 1,-1 0-1,1 0 1,-1 1-1,0-1 1,0 1-1,8 6 1,56 41 15,-66-48 54,3-3-77,0-1 3,-1 1 0,1 0 1,0-1-1,8-5 0,-7 5-1,4-4 37,1 0-1,-1 0 0,10-9 1,-11 8-46,-1 1 1,1 0-1,0 1 1,16-7-1,15-4 107,-39 15-91,0 1 0,0 0 0,0-1-1,0 1 1,1 0 0,-1 0 0,0 0 0,0 0 0,0 0 0,0 0 0,0 1 0,0-1 0,1 0-1,-1 0 1,0 1 0,0-1 0,0 1 0,0-1 0,1 1 0,3 2-7,0-2 9,-1 1 0,1 0 0,-1 0 0,1 1 0,-1-1 0,0 1 0,0 0-1,0 0 1,0 1 0,0-1 0,-1 1 0,0 0 0,1 0 0,-1 0 0,3 5 0,2 7 8,0 0 0,11 34 0,-7-15-74,-3-4 106,5 11-5,-13-39-38,0-1-1,1 0 1,-1 0-1,0 0 1,1 0-1,-1 0 1,1 0-1,0 0 1,-1 0-1,1-1 1,0 1 0,0 0-1,0-1 1,3 2-1,-1-2 11,0 0 0,0 0 0,0 0 0,0-1-1,1 1 1,-1-1 0,0 0 0,0 0 0,0 0 0,0-1 0,0 0-1,0 1 1,0-2 0,7-2 0,2 0-23,-1-2 0,0 0 0,12-8 0,-4-1 28,0-1 1,-1-1-1,0-1 0,-2 0 1,21-28-1,-9 4 224,-1 0 0,34-71 1,-21 34 414,1-3 507,-40 79-529,-1 6-366,3 14-7,0 1 0,-2-1-1,1 34 1,-2-28-71,1 0 1,6 27-1,26 65 357,-23-84-444,-2 0 1,0 1-1,-2 0 0,4 43 0,-11-68-77,0 0-1,-1 0 0,0 0 1,0 0-1,0 0 0,-1 0 1,0 0-1,0 0 0,0-1 1,-1 1-1,0-1 0,-1 1 1,-5 6-1,3-4-54,-1 0 1,-1-1-1,0 0 0,0-1 1,-1 0-1,0 0 0,-18 10 1,5-5-553,-1-2 0,-1 0-1,0-2 1,0 0 0,-1-2 0,-45 7 0,-20-7-5880,-95-4 0,93-6-3266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0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1121 9629,'-2'-2'2501,"-7"-3"-1040,0 0-1,-1 0 1,1 1 0,-1 0 0,-17-3 0,25 6-1193,-1 0 1,0 0-1,0-1 0,1 1 1,-1-1-1,0 1 1,1-1-1,0 0 1,-1 0-1,1 0 1,0 0-1,0 0 1,0 0-1,0-1 1,1 1-1,-1-1 1,0 1-1,1-1 1,0 0-1,0 0 1,0 0-1,0 1 1,0-1-1,0 0 0,1 0 1,-1 0-1,1 0 1,0-5-1,0-4 63,0 0 0,0 0-1,1 0 1,1 0 0,3-13-1,3-1-34,1 0 0,1 0 0,2 1 0,24-40 0,-16 30-106,103-203 81,-53 100-278,97-147 1,-156 270-36,2-1-1,21-21 0,-34 37 43,0 0 0,0 0 0,0 0 0,0-1 0,1 1 0,-1 0 0,0 0 0,0 0-1,0 0 1,0 0 0,0 0 0,0 0 0,0 0 0,0 0 0,0 0 0,1 0 0,-1-1 0,0 1-1,0 0 1,0 0 0,0 0 0,0 0 0,0 0 0,0 0 0,1 0 0,-1 0 0,0 0 0,0 0-1,0 0 1,0 0 0,0 0 0,0 0 0,1 0 0,-1 0 0,0 1 0,0-1 0,0 0 0,0 0 0,0 0-1,0 0 1,0 0 0,0 0 0,1 0 0,-1 0 0,0 0 0,0 0 0,0 0 0,0 0 0,0 1-1,0-1 1,0 0 0,0 0 0,0 0 0,0 0 0,0 0 0,0 0 0,0 0 0,0 1 0,0-1-1,0 0 1,0 0 0,0 0 0,0 0 0,0 0 0,0 0 0,0 1 0,0-1 0,0 0 0,5 12 3,0 1 0,-2-1 0,1 1 0,-1 0 0,-1 0 0,-1 0 0,0 1 0,-1 21 0,-14 116 4,11-130-11,-9 67-101,-3-1 0,-4-1-1,-4 0 1,-4-2 0,-39 86-1,47-128-252,-1 0 1,-2-1-1,-2-2 0,-41 52 0,63-89-199,22-12-1127,97-58-1209,-73 41 1801,84-39-1,-26 30 828,183-40 0,-284 76 252,9-3 267,0 1 0,0 0 0,0 1 0,0 0 0,0 0 0,17 2 0,-24 0-119,1-1 0,-1 1 0,0 1 0,0-1-1,1 0 1,-1 1 0,0 0 0,-1 0 0,1 0 0,0 0 0,0 0 0,-1 0 0,1 1-1,-1-1 1,0 1 0,0 0 0,0-1 0,0 1 0,0 0 0,-1 0 0,1 0-1,-1 1 1,0-1 0,1 4 0,3 7 263,4 12 209,0-1 0,2 0-1,15 26 1,-21-44-542,-1 0 1,1 0-1,0-1 1,0 0-1,1 0 0,0 0 1,0-1-1,0 0 0,1 0 1,0-1-1,0 1 1,0-2-1,0 1 0,0-1 1,11 4-1,0-2 35,1-1 0,0 0 0,0-1 1,31 0-1,-38-3-86,-1-1 0,1 0 0,0-1-1,-1 0 1,0-1 0,1-1 0,-1 1 0,0-2 0,-1 1 0,13-8 0,56-42 38,-73 49-51,-1 1 0,0-1 0,-1 0-1,1 0 1,-1-1 0,0 0 0,0 1 0,-1-1 0,0 0 0,0-1 0,0 1 0,-1 0 0,0-1 0,0 0 0,0 1 0,-1-1 0,0-7 0,0-4-1,-1-1 0,-1 1 0,-1 0 0,-6-25 1,5 23-74,-2 0 0,-1 1 1,0 0-1,-2 0 1,0 1-1,-1-1 0,-1 2 1,-13-20-1,15 26-10,-1 0-1,0 1 1,-1 0-1,0 0 1,0 1-1,-1 1 1,0 0-1,0 0 1,-1 1-1,0 0 1,-1 1-1,-20-7 1,30 12-104,0 0 1,0 0-1,0 1 1,0-1-1,0 1 1,-1-1-1,1 1 1,0 0 0,0 0-1,0 1 1,0-1-1,-1 1 1,1-1-1,0 1 1,0 0-1,0 0 1,0 1-1,0-1 1,1 0-1,-1 1 1,0 0-1,1 0 1,-5 3-1,5-2-323,-1 0-1,0 0 0,1 0 0,0 0 0,-1 0 0,1 1 0,-2 4 1,2-3-867,1 0 1,-1-1 0,1 1 0,0 0 0,-1 9 0,2 10-9032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1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 9073,'0'0'10746,"2"2"-10090,60 44 1495,-28-20-1772,-31-25-267,13 6-46,-10-5-66,0 0-1,0 0 1,1-1 0,-1 1 0,0-2 0,1 1-1,-1-1 1,12 0 0,57-11-18,-7 2 8,-14 8 69,75 8 0,-114-6-49,-1 1 0,1-2 0,0 0 0,-1 0 0,1-2 0,-1 0 0,16-4 0,10-5 2,42-18 1,14-4 107,-68 23-13,-22 7-10,1 0-1,0 1 1,-1 0-1,1 0 1,0 1 0,0 0-1,0 0 1,0 0-1,0 1 1,0 0-1,0 1 1,9 1-1,-10-1-62,18 3 58,1 0-1,-1-2 1,1-1-1,39-2 1,-52-1-63,0 0 0,0-1 0,0 0 1,0-1-1,-1 0 0,1 0 0,-1-2 0,0 1 1,0-1-1,-1-1 0,0 0 0,0 0 0,-1-1 1,0-1-1,15-16 0,-22 23 38,-1 0 0,0 0 0,0-1 0,0 1 1,0 0-1,0 0 0,0-1 0,0 1 0,-1 0 0,1-1 0,-1 1 0,0 0 0,1-1 1,-1 1-1,0-1 0,-1 1 0,1-3 0,-1-6 106,1 7 244,-19 6 319,17-2-675,-1 0 0,1 0 0,0 0 0,0 0 0,0 0 0,-1 0 0,1 1 0,0-1 0,0 1 0,0 0 0,0 0 0,0 0 0,0 0 0,0 0 0,0 0 0,0 0 0,1 1 0,-1-1 0,0 0 0,1 1 0,-1 0 0,1-1 0,-1 1 0,1 0 0,-2 2 0,0 2 11,-1 0 1,1 0-1,0 1 1,0-1-1,1 0 0,0 1 1,0 0-1,1-1 1,-1 1-1,1 0 1,1 0-1,-1 0 1,1 0-1,1 0 1,-1-1-1,1 1 1,0 0-1,1 0 0,0-1 1,0 1-1,0 0 1,1-1-1,6 11 1,-5-10-193,0 0 0,1-1 0,0 0 0,0 0 0,1-1 0,0 0 0,0 0 0,0 0 0,0 0 0,1-1 1,0 0-1,0 0 0,13 4 0,8 1-1045,1-1 0,0-1 0,57 4 0,96-3-7447,-136-8 4676,33 3-5869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6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111 742 8461,'0'0'8245,"3"-1"-6503,-1 0-1636,0 1 113,-1-1-1,0 1 0,1-1 0,-1 1 0,1-1 0,-1 1 0,0-1 0,1 0 0,-1 0 0,0 0 0,1 0 1,-1 0-1,0 0 0,0 0 0,0 0 0,0 0 0,0 0 0,0-1 0,-1 1 0,1 0 0,0-1 1,0 1-1,-1 0 0,1-3 0,0 1-66,0-1 1,1 1-1,-1 0 1,1-1-1,0 1 1,0 0-1,0 0 1,0 0-1,0 0 0,0 1 1,6-5-1,37-29 512,-15 13-168,14-11-114,-25 20-244,0-1 0,25-26 0,-9 3 47,-16 17-100,0 0 0,-1 0 0,-1-2 0,-1 0 0,15-30 0,104-254 1299,-134 304-356,-7 31 125,1-11-922,-127 517 298,-69 252-574,142-585 45,-145 539 0,187-668 0,3 1 0,3 1 0,-2 87 0,13-154 0,0 0 0,0 1 0,0-1 0,1 0 0,0 0 0,0 0 0,1 0 0,0 0 0,0 0 0,1-1 0,0 1 0,5 8 0,-8-14 0,1 0 1,0 0-1,0 0 0,-1-1 0,1 1 1,0 0-1,0-1 0,0 1 1,0 0-1,0-1 0,0 1 0,0-1 1,0 1-1,0-1 0,0 0 1,0 1-1,0-1 0,0 0 0,1 0 1,-1 0-1,0 0 0,0 0 1,0 0-1,0 0 0,2 0 1,1-1-24,0-1 1,0 1-1,0 0 1,1-1-1,-2 0 1,1 0 0,4-3-1,4-3-397,-1 0 0,0-1-1,18-20 1,-11 7-142,-1-1 0,-1-1 0,-1-1 0,-1 0 0,-2-1 0,0 0 0,-2-1 0,0 0 0,-2-1 0,8-55 0,-10 38 255,-3 0 0,-1 0 0,-3-1 0,-1 1-1,-2 0 1,-13-54 0,-22-137-210,37 216 509,1-1 1,1 0 0,1 0-1,1 1 1,1-1-1,1 1 1,1 0 0,0 0-1,1 0 1,2 0-1,0 1 1,1 1 0,0-1-1,2 1 1,0 1 0,1 0-1,1 1 1,0 0-1,21-19 1,-9 12 71,0 2-1,2 0 1,1 1 0,0 2-1,1 1 1,1 2 0,0 0-1,1 2 1,1 2-1,0 0 1,36-6 0,-62 16-24,0 0 0,0 0 0,-1 1 1,1-1-1,0 1 0,0 1 0,0-1 1,-1 1-1,1 0 0,0 0 0,-1 1 1,1-1-1,0 1 0,-1 1 0,0-1 1,0 1-1,0 0 0,0 0 0,0 0 1,0 1-1,6 6 0,-4-2 9,0 1 0,-1-1-1,0 1 1,0 1 0,-1-1 0,0 1 0,-1 0-1,0 0 1,0 0 0,2 17 0,-2-13-28,0 0 0,0-1 1,2 1-1,0-1 0,0-1 1,1 1-1,13 18 0,-14-23-9,1 0-1,0-1 1,0 0 0,1 0-1,-1 0 1,1-1-1,1 0 1,-1-1 0,1 0-1,0 0 1,19 7-1,-17-9 8,1 1 0,-1-2 0,1 1-1,0-2 1,-1 1 0,1-2 0,15 0-1,-24 0-7,-1 0 1,1 0-1,-1-1 0,1 1 0,0-1 0,-1 0 0,1 0 0,-1 0 0,0 0 0,1 0 0,-1 0 0,0-1 0,1 1 1,-1-1-1,0 1 0,0-1 0,0 0 0,-1 0 0,1 0 0,0 0 0,-1 0 0,1 0 0,-1-1 0,0 1 1,0 0-1,0-1 0,0 1 0,0-1 0,0 1 0,0-1 0,-1 0 0,0 1 0,1-1 0,-1 0 0,0 1 0,0-1 1,-1-4-1,0 1 25,0 0 1,0 0 0,-1 1-1,0-1 1,0 0 0,-1 1-1,1-1 1,-1 1 0,0 0-1,-1-1 1,-5-5 0,-48-51 276,53 58-297,-151-127-77,83 74-1577,35 21-3326,29 27 2677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11981,'0'-1'145,"0"1"-1,0 0 1,0 0-1,0-1 1,1 1-1,-1 0 1,0 0-1,0-1 1,1 1-1,-1 0 1,0 0-1,0-1 1,1 1-1,-1 0 1,0 0 0,1 0-1,-1 0 1,0 0-1,1-1 1,-1 1-1,0 0 1,0 0-1,1 0 1,-1 0-1,0 0 1,1 0-1,-1 0 1,0 0-1,1 0 1,-1 0-1,0 0 1,1 0-1,-1 0 1,0 1 0,1-1-1,9 13 2577,8 39-1292,-7-18-558,-3-13-580,-1 0 0,-1 1-1,-1 0 1,-1 0-1,2 28 1,-5 113 630,-1-135-701,-2 0 0,-2 0 0,0-1 0,-1 1 0,-2-1-1,-1 0 1,-13 28 0,-13 34 2190,33-86-1831,1-6-468,1 0 0,0 0 0,0 0 0,1 0 0,-1 0 0,0 0 0,1 0 0,0 0 0,0 0 0,0 1-1,3-4 1,2-4 72,64-105 564,-38 59-1167,2 1 0,3 2 0,70-77 0,-47 69-2528,81-65 1,-60 67-1460,-69 52 2430,0 0-1,20-8 0,37-3-9002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765 1064 13185,'-4'-38'845,"0"4"1108,-1 1-1,-11-37 1,14 62-1542,-1 0 1,-1 0 0,1 0-1,-1 0 1,-1 1 0,1 0-1,-1 0 1,-1 0 0,1 0-1,-1 1 1,0 0-1,-1 0 1,1 1 0,-1 0-1,0 0 1,0 0 0,-1 1-1,0 0 1,-10-4 0,10 6-239,-1 1 0,0-1 0,1 2 1,-1-1-1,0 1 0,0 0 0,0 1 0,1 0 1,-1 1-1,-11 2 0,5 1 18,0 1-1,0 0 1,1 1 0,0 0-1,-15 11 1,-11 12 203,1 1-1,-57 61 0,68-64-346,2 0-1,1 2 0,1 0 1,2 2-1,1 0 0,1 2 0,2 0 1,-16 43-1,31-69-44,1-1 0,0 1 0,0-1 0,0 1 0,1 0 0,1 0 0,-1-1-1,1 1 1,0 0 0,1 0 0,3 15 0,-3-20-20,0 1 0,0-1-1,1 1 1,0-1 0,-1 0 0,1 0 0,0 0-1,0 0 1,1 0 0,-1-1 0,1 1-1,-1-1 1,1 1 0,0-1 0,0 0-1,0 0 1,0 0 0,0-1 0,1 1 0,-1-1-1,0 1 1,1-1 0,-1 0 0,1-1-1,-1 1 1,1 0 0,4-1 0,2 1-35,1-2 0,0 1 0,0-1 0,-1 0 0,1-1 0,-1-1 0,1 0 0,-1 0 0,0-1 0,0 0 0,-1 0 0,1-1 0,-1-1 0,0 1 0,11-10 0,2-3-18,-1-1 1,-1-1-1,-1-1 1,28-38 0,2-13-68,77-152 1,16-93-78,-57 121-11,-11 23 39,44-93-80,-109 251 264,-15 33 61,-2 8-25,-24 143 114,-12 213 1,40-317-156,5 82-1,0-122-22,2 1 0,1-1 0,1 0 0,1 0 0,1-1 0,13 29 0,-17-46 14,1 1-1,-1-1 1,2 0-1,-1 0 0,1 0 1,0-1-1,1 0 0,7 8 1,-8-11 7,0 1 0,0-1 1,0-1-1,0 1 0,0 0 0,0-1 1,1 0-1,-1-1 0,1 1 1,-1-1-1,1 0 0,0 0 0,8-1 1,-2 0-6,1 0 1,-1-1 0,0-1 0,0 0-1,0-1 1,15-5 0,70-33-71,-61 25 103,-26 11-24,0 1 0,1 1 0,0 0 0,0 1 1,0 0-1,0 0 0,0 1 0,0 1 0,1 0 0,-1 0 0,0 1 0,0 0 0,12 4 0,11 5-2,0 1-1,58 28 1,-61-24 22,1-2-1,62 18 1,-80-28 0,-1-1-1,1 0 1,0-1-1,0-1 0,-1 0 1,1 0-1,0-2 0,-1 0 1,17-4-1,-24 4 33,1 0 1,0-1-1,0 1 1,-1-2-1,0 1 0,1-1 1,-1 0-1,-1 0 0,1 0 1,-1-1-1,1 0 0,-1 0 1,-1-1-1,1 1 0,-1-1 1,0 0-1,0 0 0,-1 0 1,5-11-1,-5 7 25,0-1 0,0 0 0,-2 0 0,1 0 0,-1 0 0,-1 0 0,0 0 0,0 0 0,-1 0 0,-1 0 0,0 0 0,0 0 0,-1 0 0,0 1 0,-1-1 0,0 1 0,-1 0 0,0 0 0,-9-12 0,4 6-64,-1 1 0,0 0 0,-1 1 0,-1 0 0,0 1 0,0 1 0,-2 0 0,1 0 1,-2 2-1,-31-17 0,34 21-293,0 0 1,0 2 0,-1-1 0,0 2 0,0 0 0,0 0-1,0 1 1,-15 1 0,22 1-245,1 0 1,0 1-1,0 0 0,-1 0 0,1 1 1,0 0-1,0 0 0,-11 5 1,13-5-265,0 1 0,0 0 1,0 0-1,0 0 0,1 1 1,-1-1-1,1 1 0,0 0 1,0 0-1,0 0 0,0 0 1,-3 7-1,-8 22-10660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8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 15769,'-40'27'3189,"40"-9"-553,0 12-332,0 0-388,-7-2-472,1 23-267,-8-15-205,4 3-208,4 6-168,2 4-400,-3-4-476,1 0-868,2-3-348,1-24-497,3 16-707,3-4-180,4-9-3193,0 0-5336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22 11749,'17'-3'2052,"-31"-15"2833,1 27-4309,0 3-488,13 12-516,0 3-864,0 6-549,0 22-2767,3-10-3589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28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1 251 10917,'2'-4'444,"1"1"0,-1-1 0,0 0-1,0 0 1,0 0 0,-1 0 0,0 0 0,1 0 0,-1-1 0,-1 1-1,1 0 1,0-1 0,-1 1 0,0-5 0,0 7-215,0 1 0,0 0 0,0-1-1,0 1 1,1 0 0,-1 0 0,1-1 0,-1 1 0,1 0 0,-1 0 0,1 0-1,0-1 1,-1 1 0,2-1 0,4-12 2649,-1 15-2206,0-1-575,0 1-1,0 0 0,1 0 0,-1 0 1,0 1-1,0 0 0,0 0 0,-1 0 1,1 1-1,0-1 0,-1 1 0,1 0 1,-1 0-1,0 1 0,0-1 1,0 1-1,5 7 0,-1-1-1,-1 0-20,1 0 1,1-1 0,-1 0 0,11 7 0,-17-14-70,0 0 0,1-1 0,-1 1 0,1-1 0,-1 0 0,1 0 1,-1 0-1,1 0 0,0 0 0,-1 0 0,1-1 0,0 1 0,0-1 1,-1 0-1,1 0 0,0 0 0,0 0 0,0 0 0,-1-1 0,1 1 1,0-1-1,4-2 0,32-14 7,-23 9-12,1 1 0,33-10 0,-45 15-5,1 1 0,0 0-1,0 1 1,-1-1 0,1 1 0,0 0 0,0 1-1,0-1 1,-1 1 0,1 0 0,0 1 0,-1-1-1,9 4 1,5 6-1,-1 0 0,0 1 0,-1 1-1,0 1 1,-1 0 0,19 22 0,-14-14-138,1-2 1,38 29 0,-51-43 52,0-1 0,1 0 0,-1 0 0,1-1-1,0 0 1,0-1 0,1 0 0,-1 0 0,1-1 0,-1 0 0,13-1 0,-6-1 41,0-1 1,-1-1-1,1 0 1,-1-1-1,0-1 0,0-1 1,0 0-1,0-1 1,-1-1-1,0 0 0,0-1 1,-1-1-1,0 0 1,0-1-1,23-22 0,-20 15 38,-1 0 0,-1 0 0,-1-2 0,0 1 0,-2-2 0,0 0 0,-1 0 0,-1-1 0,-1-1 0,0 0 0,5-24 0,-11 33 2,-1 5 7,1 0-1,-2 0 1,1 0 0,-1 0-1,0-14 1,-1 20 1,0 1 0,0 0 0,-1-1 0,1 1 0,0-1 0,-1 1-1,1 0 1,-1 0 0,1-1 0,-1 1 0,0 0 0,1 0 0,-1 0 0,0-1 0,0 1 0,0 0 0,0 0 0,0 0 0,0 1 0,0-1 0,0 0 0,0 0 0,-1 1 0,1-1 0,0 0 0,0 1 0,-1-1 0,1 1 0,0 0 0,-1-1 0,1 1 0,-1 0 0,1 0-1,0 0 1,-1 0 0,1 0 0,0 0 0,-1 0 0,1 0 0,-1 1 0,-1 0 0,-6 1-9,0 0 0,0 1-1,0 0 1,0 0 0,0 1-1,1 0 1,0 1 0,0 0 0,0 0-1,0 1 1,1 0 0,0 0-1,0 1 1,1 0 0,-6 8-1,5-7-19,0 1 0,1 0 0,1 0-1,-1 0 1,2 1 0,-1 0-1,1 0 1,1 0 0,0 0 0,0 1-1,1 0 1,0-1 0,0 13 0,2-21 25,-1 0 1,1 0 0,0 0 0,0-1 0,0 1 0,1 0 0,-1 0 0,0 0 0,1 0 0,-1-1 0,1 1 0,-1 0 0,1 0 0,0-1 0,0 1 0,0-1 0,0 1 0,0-1 0,0 1 0,0-1 0,0 1 0,1-1 0,-1 0 0,0 0 0,1 0 0,-1 0 0,1 0 0,0 0 0,-1 0 0,1 0 0,0 0 0,-1-1 0,1 1 0,0-1-1,0 1 1,0-1 0,-1 0 0,1 0 0,0 0 0,0 0 0,0 0 0,0 0 0,-1 0 0,1-1 0,0 1 0,0-1 0,2 0 0,6-2 47,0 0 0,0-1 0,0 0 0,-1 0-1,1-1 1,-1-1 0,11-8 0,111-98 3268,-127 109-3278,-4 2-6,1 0 0,-1 1 0,0-1 1,1 1-1,-1-1 0,1 1 0,0-1 1,-1 1-1,1-1 0,-1 1 0,1-1 1,0 1-1,-1 0 0,1-1 0,0 1 1,0 0-1,-1-1 0,1 1 0,0 0 1,0 0-1,-1 0 0,1 0 0,0 0 1,0 0-1,-1 0 0,1 0 0,0 0 1,0 0-1,-1 0 0,1 1 0,0-1 1,0 0-1,-1 0 0,1 1 0,0-1 1,-1 0-1,1 1 0,0-1 0,-1 1 1,1-1-1,0 2 0,3 1 29,-1 0-1,0 0 1,1 0-1,-1 0 0,-1 1 1,1 0-1,0-1 1,-1 1-1,0 0 1,0 0-1,0 1 1,2 5-1,13 62 449,-12-45-325,13 59 127,-5 1 1,-3 0 0,-4 1 0,-4-1-1,-10 89 1,1-111-258,-2-1 0,-4-1 0,-2 0 0,-3-1 0,-2-1 0,-3-1 1,-47 86-1,41-94-62,-3 0 1,-46 56 0,63-90 1,-1 0-1,0-1 1,-2-1-1,0-1 1,0 0 0,-2-1-1,0-1 1,-31 15-1,47-26 11,0-1 0,0 0-1,0 0 1,0 0-1,0 0 1,0-1 0,0 1-1,0-1 1,0 0 0,-1-1-1,1 1 1,0-1-1,0 1 1,-5-3 0,7 3 0,-1-1 1,1 0 0,0 0 0,0 0 0,0 0-1,0 0 1,0 0 0,1 0 0,-1-1-1,0 1 1,1-1 0,-1 1 0,1-1 0,-1 0-1,1 0 1,0 1 0,-1-1 0,1 0-1,0 0 1,0 0 0,1 0 0,-1-1 0,0 1-1,1 0 1,-1 0 0,0-4 0,2-6 1,0 1 0,1 0 1,1 0-1,-1-1 0,2 2 1,-1-1-1,11-20 0,5-6-2,1 1 0,3 1-1,26-33 1,-14 20-5,263-351-1111,-135 210-1553,-131 157 672,1 1-1,1 2 1,58-37 0,-84 61 692,1 0 1,0 1 0,0 0-1,12-4 1,30 1-9265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1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94 11117,'10'-65'5659,"-10"62"-4948,1 1-1,-1 0 1,0 0-1,1 0 1,-1-1-1,-1 1 1,1 0-1,0 0 1,0-1-1,-2-3 1,-3 7 2832,-2 15-1780,-86 263 1106,46-132-2869,-30 102 0,59-182 0,-14 115 0,32-177 1,-1 1 0,1-1 0,0 0 0,0 1 0,0-1 0,1 0 0,0 1 0,0-1-1,1 0 1,-1 0 0,1 0 0,0 0 0,0 0 0,1 0 0,-1 0 0,1-1 0,0 0 0,7 8 0,-7-10-9,-1 1 0,1-1 0,1 0 0,-1-1 0,0 1 0,0 0 0,1-1 0,-1 0 1,0 0-1,1 0 0,0 0 0,-1 0 0,1-1 0,-1 1 0,1-1 0,0 0 0,-1 0 0,1-1 0,0 1 0,-1-1 0,1 0 1,-1 0-1,1 0 0,-1 0 0,0 0 0,1-1 0,5-3 0,18-11-405,-1-2 0,0 0 0,32-31 0,35-26-387,-88 71 776,0 0 0,1 0 0,0 1-1,0 0 1,0 0 0,11-3 0,-14 5 35,1 1 0,0 0 0,0-1 0,0 1 0,-1 1 0,1-1 0,0 0 0,0 1 0,-1 0 0,1 0 0,0 0 0,-1 0 0,1 1 0,5 2 0,53 28 244,-9-3 9,61 21 0,-95-43-222,0-1 0,1-1 0,0 0 0,0-2-1,0 0 1,0-1 0,25-2 0,-33-1-37,0-1 0,0 0 0,0-1 0,-1 0 0,1-1 0,-1 0 0,0-1 0,0 0-1,17-11 1,-6 1 18,0 0-1,-2-2 1,23-22-1,-32 28 236,1 1 0,25-16 0,-24 17-59,-12 10-182,0-1 0,-1 0 0,1 0-1,0 0 1,-1 1 0,1-1 0,-1 0 0,1 1 0,0-1 0,-1 0-1,1 1 1,-1-1 0,1 1 0,-1-1 0,1 1 0,-1-1 0,1 1 0,-1-1-1,0 1 1,1-1 0,-1 1 0,0 0 0,1 0 0,8 16 5,-6-2-22,0 1 1,0 0 0,-1 28 0,0-15-4,1 15-642,-3-24-1666,2 0 0,0 0 0,8 28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2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1 886 5424,'5'-2'271,"-3"1"-100,1 1 1,-1-1-1,0 0 1,0 0-1,0 0 1,0 0-1,0-1 1,0 1-1,-1-1 1,1 1-1,0-1 1,-1 1-1,1-1 1,-1 0-1,1 0 1,-1 0-1,0 0 1,2-4-1,0 1 671,0-1-1,0 1 0,0 0 1,1 0-1,0 0 0,0 0 0,0 1 1,0-1-1,10-6 0,-10 8-495,-1 0-1,0 1 1,1 0-1,-1 0 1,1 0-1,0 0 1,-1 0-1,1 1 1,0 0-1,0 0 1,0 0 0,0 0-1,1 0 1,-1 1-1,6 0 1,-7 1-278,-1 0 1,0-1 0,0 2-1,0-1 1,0 0-1,-1 0 1,1 0-1,0 1 1,0-1 0,-1 1-1,1 0 1,-1-1-1,0 1 1,1 0 0,-1 0-1,0 0 1,0 0-1,1 2 1,11 16 279,-6-11-234,0 1 0,0 0 0,-1 0 0,-1 1 0,8 17 0,-8-15-69,1 0 0,1-1 0,9 15 0,-9-17-46,0 0 1,1 0-1,1-1 0,0 0 1,0-1-1,11 8 1,-15-13-3,1 0 0,-1 0 0,1-1 0,-1 1 0,1-2 0,0 1 1,0 0-1,0-1 0,0 0 0,0-1 0,0 0 0,0 1 0,0-2 0,9 0 0,13-4-10,-1 0 1,0-2-1,35-13 0,78-40-4,6-25-5,-80 44-11,11-11-314,-74 50 211,-6 1-74,-5 0 173,5 0 35,0 0 0,0 1 0,0-1 0,0 1 0,0 0 0,0 0 0,0 0 0,0 0 0,0 1 0,0-1 0,0 1 0,0 0 0,0-1 0,0 1 0,-4 2 1,-16 8-47,0 1 1,1 1-1,1 0 1,0 2 0,1 0-1,0 2 1,1 0-1,-31 37 1,43-46-26,-12 17-91,29 5-57,-10-30 223,1 0 0,0 1 0,0-1 0,0 0 1,0 0-1,0 0 0,0 0 0,0 0 0,0-1 1,0 1-1,0 0 0,0 0 0,0-1 0,0 1 0,1-1 1,-1 1-2,18-5-87,-1-1 0,0-1-1,0 0 1,0-1 0,-1-1-1,21-15 1,-26 16 62,-2 0 0,1-1 0,-1 0-1,0-1 1,-1 0 0,0-1 0,-1 0 0,0 0 0,11-21-1,11-24-25,-16 32 52,14-35 1,-19 41-62,0 0 0,12-18 0,-19 33-277,-17 16-709,8-9 1177,13-15-58,-5 9-63,1 1-1,-1-1 1,1 1 0,-1-1-1,1 1 1,0 0 0,0-1-1,0 1 1,-1 0 0,1 0-1,0 1 1,1-1 0,-1 0-1,0 0 1,0 1 0,0 0-1,3-1 1,-3 1 24,1-1 1,0 1 0,0-1-1,-1 0 1,1 0 0,0 0-1,-1 0 1,1-1 0,-1 1-1,0-1 1,1 1-1,-1-1 1,4-4 0,40-40 782,-44 44-320,-5 0-430,1 0-1,-1 0 1,0 1-1,0-1 1,0 1-1,0 0 1,0 0-1,0 0 1,-7-1-1,0 3 80,-1 1-1,0 0 1,1 1-1,-1 1 1,1-1-1,0 2 1,-17 9-1,9-5 102,-6 3-19,0 0 0,1 2-1,0 1 1,1 1-1,1 0 1,1 2 0,0 0-1,-18 24 1,36-41-218,1 0 0,0 0 0,0 1 1,0-1-1,0 1 0,0-1 0,0 1 0,0-1 0,0 1 1,0 0-1,1-1 0,-1 1 0,1 0 0,-1 0 0,1-1 1,0 1-1,0 0 0,0 0 0,0-1 0,0 1 0,0 0 1,0 0-1,0 0 0,1-1 0,-1 1 0,1 0 0,-1-1 1,1 1-1,0 0 0,0-1 0,1 3 0,1-2-8,-1 1 0,1-1 0,-1-1-1,1 1 1,0 0 0,0-1 0,0 1-1,0-1 1,0 0 0,0 0 0,0 0-1,0 0 1,5 0 0,-1-1-34,0 0-1,-1 0 1,1-1 0,0 1 0,-1-2-1,1 1 1,0-1 0,10-4 0,-3 1-39,33-12-378,0-2-1,-2-3 1,86-53 0,-103 56 307,-1-1 0,-1-1 0,0-2 0,22-26 0,84-108-166,-59 61 861,94-163 0,-165 256 871,-4 4-1317,0 0-1,1 1 1,-1-1-1,1 0 1,-1 1 0,1-1-1,0 1 1,-1-1-1,1 1 1,-2 3-1,-2 2 106,-10 13 64,1 0 1,1 1 0,-13 30-1,-30 77 310,41-91-460,-94 257-238,85-214-2891,-25 149 0,45-203-871,1 43 1,12 30-9823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136 422 12325,'-47'-21'15481,"45"26"-14239,-14 32-777,1 1 0,2 1 0,2 1 0,1-1-1,2 2 1,2-1 0,-2 58 0,8-75-459,2 0 1,0 1-1,9 37 1,-9-50-43,2 1 0,0-1 0,0 0 0,1 0 0,0-1 0,1 0 0,0 1 0,14 15 0,-18-23-32,1 0-1,-1-1 1,1 0 0,0 1-1,-1-1 1,1 0 0,0 0-1,0-1 1,0 1-1,1-1 1,-1 1 0,0-1-1,1 0 1,-1 0 0,0 0-1,1-1 1,-1 1 0,8-1-1,-2-1-43,0 0 1,0-1-1,0 0 0,0 0 0,10-5 0,-18 7 111,4-2-44,1-1-1,0 0 1,-1 0-1,0-1 1,1 1-1,-1-1 1,-1 0 0,1-1-1,-1 1 1,1-1-1,-1 0 1,-1 0-1,1 0 1,-1-1 0,1 1-1,-2-1 1,1 0-1,3-11 1,-1 3-6,-2-1 1,0 1-1,0-1 0,-1 1 1,-1-1-1,-1-29 1,-5 11 4,-1 0 0,-1 1 0,-2-1 0,-21-48 0,-11-41-359,37 103 209,0 1-1,1-1 1,0 0-1,1-33 1,4 43 121,-1 1 0,1 0 1,0 0-1,1 1 0,0-1 1,0 0-1,0 1 0,1 0 0,1 0 1,-1 0-1,1 0 0,0 1 1,0 0-1,1 0 0,11-10 0,6-3-95,0 1 0,1 2 0,28-16 0,-4 6-13,1 1 1,73-24-1,-94 40 413,1 1 1,0 1 0,0 1-1,1 2 1,-1 1 0,32 1-1,-54 2-93,0 0 0,0 1 0,0 0 0,0 1-1,0-1 1,0 1 0,0 0 0,-1 1-1,1 0 1,6 4 0,-9-5-23,0 1 0,-1 0-1,1 0 1,-1 1 0,1-1 0,-1 1-1,0 0 1,0-1 0,-1 1 0,1 1 0,-1-1-1,0 0 1,0 1 0,0-1 0,2 8-1,-1 0 157,-1 0-1,0 0 1,0 0-1,-1 0 1,-1 0-1,-1 16 1,-4 13 59,-12 41 1,-104 381-288,-213 361-42,98-276 0,223-516 0,-166 454 0,168-446 0,2 0 0,-7 64 0,13-77 0,2-23-75,1 0-1,-1 0 1,1 0 0,0 0-1,1 0 1,-1-1 0,1 1-1,-1 0 1,1 0 0,0 0-1,2 3 1,-3-6 32,1 0 0,0 0 0,-1 0 0,1 0 0,0 0-1,-1 0 1,1-1 0,0 1 0,0 0 0,0-1 0,0 1 0,-1 0 0,1-1 0,0 1 0,0-1 0,0 1-1,0-1 1,0 0 0,0 0 0,1 1 0,-1-1 0,0 0 0,0 0 0,0 0 0,0 0 0,0 0 0,0 0 0,0 0-1,0 0 1,0-1 0,0 1 0,0 0 0,0-1 0,0 1 0,0-1 0,2 0 0,8-5-185,0 0 1,-1-1-1,1 0 1,-1-1-1,-1 0 1,17-18-1,47-62-593,-55 61 627,-1 0 0,-1-1 1,-2 0-1,21-56 0,-13 15 122,14-74-1,-24 66 629,5-151-1,-2 4 261,-10 191-714,0 0 0,2 1-1,16-44 1,-17 62-213,0-1-1,1 1 1,1 1 0,0-1-1,1 1 1,0 0-1,1 1 1,0 0 0,17-14-1,-5 9-621,0 0 0,2 2-1,0 1 1,0 0 0,42-15 0,136-36-9552,-103 40-8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3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27 12601,'-13'-10'-169,"1"-5"8005,12 15-7556,0-1 0,-1 1 0,1 0 0,0 0 1,-1 0-1,1 0 0,-1-1 0,1 1 0,0 0 0,-1 0 0,0 0 1,-9 20 3436,-5 26-2004,3 0 0,-8 53 0,0 0-1432,-241 712-295,244-765 9,3-7-676,2 1 0,-8 44 0,18-69-16,0 0-1,0 0 1,1 1 0,1-1-1,1 0 1,0 0 0,1 0-1,1 0 1,4 15 0,-5-23 178,1-1 1,0 0 0,0 0 0,1 0 0,0 0 0,0 0 0,0-1-1,1 0 1,0 0 0,0 0 0,0 0 0,1-1 0,11 8 0,-16-11 230,1 0 1,-1-1 0,1 1 0,0 0 0,-1 0 0,1-1 0,0 1 0,0-1 0,0 1 0,-1-1 0,1 0 0,0 0 0,0 0 0,0 0 0,0 0 0,0 0 0,-1 0 0,1-1 0,0 1 0,0-1 0,0 1 0,-1-1 0,4-1 0,33-16-6318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4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216 251 8737,'-33'-86'2020,"32"81"-1622,0-1 0,0 1 0,1 0 0,-1-1 0,1 1 0,0-1-1,2-9 1,0-12 2030,-9-22 1926,7 48-4296,0 0-1,0-1 1,0 1 0,0 0-1,0 0 1,0-1 0,0 1-1,1 0 1,-1-1 0,0 1 0,1 0-1,-1 0 1,1-1 0,-1 1-1,1 0 1,-1 0 0,1 0-1,0 0 1,0 0 0,0 0 0,0 0-1,-1 0 1,1 0 0,0 0-1,1 0 1,-1 1 0,0-1-1,0 0 1,0 1 0,0-1-1,0 1 1,1-1 0,-1 1 0,0-1-1,1 1 1,-1 0 0,0 0-1,0 0 1,1 0 0,-1 0-1,0 0 1,3 0 0,-1 1-25,-1 0 0,0 0 0,0 0 0,1 0 0,-1 1 0,0-1 0,0 1 1,0-1-1,0 1 0,-1 0 0,1-1 0,0 1 0,-1 0 0,1 0 0,-1 0 0,0 1 0,1-1 0,-1 0 1,0 0-1,-1 1 0,1-1 0,1 5 0,-1-3-4,0 0-1,-1 0 1,0 0 0,1 0 0,-1 0-1,-1 0 1,1 0 0,0 0-1,-1 0 1,0 0 0,0 0 0,0 0-1,-1 0 1,-1 4 0,-22 31 30,-1-1-1,-2-1 1,-36 37 0,-7 10-1214,67-79 829,1 0-1,0 0 1,0 1 0,0-1 0,0 1-1,1 0 1,0 0 0,-2 11-1,3-15 26,1 1 0,-1-1-1,1 0 1,0 1 0,0-1-1,0 1 1,0-1 0,0 1-1,0-1 1,1 0 0,-1 1-1,1-1 1,0 0-1,-1 1 1,1-1 0,0 0-1,1 0 1,-1 0 0,0 1-1,1-2 1,-1 1 0,4 4-1,6 3-3905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4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6 6745,'-7'5'2004,"10"-12"1099,3 4-174,-2 17-1448,0 23 380,10 40-1,2 8-744,-11-50-788,-2 0-1,-1 1 0,-2-1 1,-6 53-1,5-87-272,1 0 1,-1 1-1,0-1 0,0 0 0,0 0 1,0 0-1,0 0 0,0 0 0,0 0 1,0 0-1,0 0 0,-1 0 1,1 0-1,0-1 0,-1 1 0,1 0 1,0-1-1,-2 1 0,0-8 65,0 1-1,1-1 1,0 0-1,1 0 1,-1 0 0,1 0-1,1 0 1,-1 0-1,1 0 1,1 0-1,-1 0 1,1 0-1,0 0 1,1 0 0,-1 0-1,5-11 1,-1 5-119,0 1 0,1-1 0,0 1 0,1 0 0,0 1 0,1 0 0,0 0 0,13-12 0,78-70-2040,-82 79 1107,1 1 0,0 1 0,1 0 1,22-10-1,-19 11-443,-17 8 388,1-1-1,0 1 0,0 1 0,0-1 0,1 1 0,6-1 0,24 1-6868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5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0 946 7941,'27'-37'8824,"-24"37"-7803,25 1 53,-2-1-467,1 0 1,46-8-1,-64 7-553,0-1 0,-1 0 1,1-1-1,-1 0 0,1 0 1,-1-1-1,0 0 0,-1 0 0,1-1 1,-1 0-1,0 0 0,0-1 0,0 0 1,-1 0-1,0 0 0,0-1 1,0 0-1,-1 0 0,0-1 0,-1 1 1,1-1-1,-2 0 0,1 0 0,2-10 1,1-9 153,6-42 0,-13 68-195,0-1-1,-1 1 0,1 0 1,-1-1-1,0 1 0,1 0 1,-1-1-1,0 1 1,0 0-1,1 0 0,-1 0 1,0-1-1,0 1 0,0 0 1,-1 1-1,1-1 0,0 0 1,0 0-1,0 0 0,-3 0 1,0 2 28,-1 1 1,1 0-1,-1 0 1,1 0-1,0 0 0,0 1 1,0 0-1,0 0 1,0 0-1,-5 6 1,0-1-19,0 1 1,1 0-1,1 1 1,-1 0 0,2 0-1,-1 1 1,1-1-1,1 1 1,0 1-1,0-1 1,1 1-1,1 0 1,0 0-1,-1 13 1,3-18-17,0-1 1,1 1-1,0 0 0,0 0 0,1-1 1,0 1-1,0 0 0,0-1 1,1 1-1,0-1 0,0 1 0,1-1 1,0 0-1,0 0 0,0 0 1,1-1-1,0 1 0,0-1 1,0 1-1,1-1 0,0-1 0,0 1 1,0-1-1,0 0 0,1 0 1,-1 0-1,8 3 0,43 16-159,-21-11 53,-13-3 12,1-1-1,1-1 0,-1-1 0,31 3 1,-27-6 36,0-1 0,0-1 0,0-1 0,0-1 1,0-2-1,0 0 0,32-10 0,-45 10 43,0-2 0,-1 0-1,1 0 1,-1-1 0,0-1 0,-1 0-1,1-1 1,-2-1 0,1 1 0,-1-2-1,0 1 1,-1-2 0,0 1 0,-1-2-1,8-11 1,-14 19-8,6-10 3,-1 0 0,10-22 0,-17 34 14,0 0-1,0-1 1,0 1 0,0 0-1,-1 0 1,1-1 0,-1 1-1,1 0 1,-1-1-1,0 1 1,0 0 0,0-1-1,0 1 1,0 0 0,0-1-1,-1 1 1,1 0-1,-1-1 1,1 1 0,-1 0-1,0 0 1,0 0 0,0 0-1,0 0 1,-3-4-1,3 6-2,-1-1 0,1 0 0,-1 0 0,1 1 0,-1-1 0,1 1 0,-1-1 0,0 1 0,1 0 0,-1-1 0,1 1 0,-1 0 0,0 0 0,1 0 0,-1 1 0,0-1 0,1 0 0,-4 1 0,-32 12 47,27-9-44,-25 11 30,0 2-1,2 2 1,0 1-1,2 1 1,0 2-1,1 1 1,-35 36-1,60-55-30,1 0 0,0 1 1,0 0-1,0 0 0,0 0 0,-3 8 0,2-4 16,5-9-14,-1 0-1,1 0 1,0-1-1,0 1 1,-1 0-1,1 0 1,0 0 0,0 0-1,0-1 1,0 1-1,0 0 1,0 0-1,1 0 1,-1-1 0,0 1-1,0 0 1,0 0-1,1 0 1,-1-1-1,0 1 1,1 0 0,0 1-1,1 1 4,-2-1-5,1 0-1,0 0 1,0 0-1,0 0 0,0 0 1,0 0-1,0 0 1,1-1-1,-1 1 0,1-1 1,-1 1-1,1-1 1,-1 1-1,1-1 0,0 0 1,0 0-1,-1 0 1,1 0-1,0 0 0,0 0 1,0 0-1,0-1 1,0 1-1,0-1 0,1 1 1,-1-1-1,4 0 1,6 1-17,0-1 1,0 0-1,20-4 1,-29 3 16,15-2-18,0-1 0,0-1 0,0 0-1,-1-2 1,1 0 0,-1 0 0,-1-2 0,0 0 0,0-1 0,18-15 0,-13 7 10,-1-1 0,-1 0 0,0-2 0,-1 0 1,-2-1-1,18-29 0,49-104 32,-21 36 0,57-141 28,-68 140 84,-36 87-43,-5 15 18,-2-1-1,0-1 1,-1 0 0,0 0-1,4-29 1,-11 48-70,0 0 0,0 0-1,1 0 1,-1-1 0,0 1 0,0 0-1,0 0 1,0 0 0,-1 0 0,1-1-1,0 1 1,0 0 0,-1 0 0,1 0-1,-1 0 1,1 0 0,-1 0-1,1 0 1,-1 0 0,1 0 0,-2-1-1,1 2-9,0-1 0,1 1-1,-1 0 1,0 0-1,0 0 1,0-1-1,0 1 1,0 0-1,1 0 1,-1 0-1,0 0 1,0 0-1,0 1 1,0-1-1,0 0 1,1 0-1,-1 0 1,0 1 0,0-1-1,0 0 1,0 1-1,-8 4 187,1 1 0,0-1-1,-13 13 1,17-15-152,-12 12 225,1 2 1,0 0 0,1 0-1,0 1 1,-16 32 0,-44 104 864,57-115-936,-69 192 710,80-206-864,0-1 0,1 1 0,2 0 0,0 0 0,2 0 0,0 0 0,6 43 0,-4-61-84,1-1 0,-1 1-1,1 0 1,1 0 0,-1-1 0,1 1-1,0-1 1,1 0 0,0 0-1,0 0 1,0 0 0,0-1-1,1 0 1,0 1 0,0-2-1,0 1 1,1-1 0,0 0-1,-1 0 1,2 0 0,-1-1-1,0 0 1,1 0 0,-1 0 0,1-1-1,0 0 1,0-1 0,0 1-1,-1-1 1,2-1 0,-1 1-1,0-1 1,11-1 0,-2-1-38,0 0-1,1-1 1,-1-1 0,-1 0 0,1-1 0,-1-1-1,0-1 1,17-9 0,4-5-81,-1-3-1,34-28 1,11-4-19,-76 54 73,-3 3 82,1 1 1,0-1-1,-1 1 1,1 0-1,-1 0 1,0 0-1,1 0 1,-1 0-1,0 0 1,0 0-1,1 3 1,-9 72-1142,6-50-44,4 70-3225,-2-85 1256,1 1 0,7 23 0,0-10-6300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79 6405,'-10'-33'2080,"20"18"1096,-6-3-1928,2 6-60,1 30-12301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6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37 10857,'-1'-4'2502,"-10"-26"2337,10 30-4688,1-1 0,0 1 0,-1 0 0,1 0 0,-1 0-1,1-1 1,-1 1 0,1 0 0,0 0 0,-1 0 0,1 0 0,-1 0-1,1 0 1,-1 0 0,1 0 0,-1 0 0,1 0 0,-1 0 0,1 0-1,-1 0 1,1 0 0,0 1 0,-1-1 0,1 0 0,-1 0 0,1 0-1,-1 1 1,1-1 0,0 0 0,-1 1 0,-13 8 1367,13-9-1327,-21 17 1508,1 0-1,1 2 1,-33 38 0,23-20-1005,-35 57 0,58-82-694,0 1 0,0 0 0,1 0 0,1 0 0,0 0 0,-5 28 0,8-33 0,2 0 0,-1-1 0,1 1 0,0 0 0,1 0 0,-1 0 0,2 0 0,-1-1 0,1 1 0,0 0 0,1-1 0,0 0 0,0 1 0,5 6 0,-1-2-117,1 0 1,1-1-1,0 0 0,1-1 0,0 0 1,1-1-1,-1 0 0,2 0 0,-1-1 1,1 0-1,1-1 0,-1-1 1,1 0-1,0-1 0,18 5 0,12 1-1570,1-1-1,-1-3 1,70 3 0,-72-8 502,-1-1 1,0-3-1,0-1 1,0-2 0,0-2-1,0-1 1,40-15-1,-48 11 702,-1 0-1,-1-3 1,0 0 0,-1-2-1,35-27 1,-25 13 1280,-2-2 0,0-2 0,32-42 0,-59 64 142,-1-1 1,-1 0-1,0-1 0,-1 1 0,0-1 1,-1-1-1,7-29 0,-3 13 1791,-9 28 308,-15 22-694,2 1-1889,2 1-1,0 1 1,1-1 0,-11 40-1,8-16-750,-8 64 1,18-42-3430,4-43 297,1 0 1,6 24-1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6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11549,'1'1'174,"-1"-1"1,0 1-1,0-1 1,0 1-1,0-1 0,0 1 1,1-1-1,-1 1 0,0-1 1,0 0-1,1 1 0,-1-1 1,0 1-1,1-1 1,-1 0-1,0 1 0,1-1 1,-1 0-1,1 1 0,-1-1 1,0 0-1,1 0 0,-1 1 1,1-1-1,-1 0 1,1 0-1,0 0 0,9-8 2222,-6 3-2554,0 2 323,0-1 1,0 1-1,0 0 0,0 1 1,1-1-1,-1 1 0,1-1 1,0 2-1,0-1 1,0 0-1,0 1 0,0 0 1,6-1-1,11 0 220,40 0 1,-31 2-64,-14-1-201,28-1 193,1 1 1,-1 2 0,0 3-1,82 16 1,-123-19-286,-1-1 0,0 1 1,1 0-1,-1 0 0,0 1 1,0-1-1,0 0 0,0 1 0,0 0 1,0 0-1,0 0 0,-1 0 0,1 0 1,-1 1-1,1-1 0,-1 1 1,0-1-1,0 1 0,0 0 0,0 0 1,-1 0-1,1 0 0,-1 0 0,1 0 1,-1 1-1,0-1 0,-1 0 1,1 1-1,0-1 0,-1 0 0,0 1 1,0-1-1,0 7 0,-12 45-1103,2-11-1748,7-31 1402,-1 5-661,5-3-4606,2 2-1011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6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9029,'10'-12'3132,"3"6"-2208,-3-3-232,14 18-1892,-4 3-64,-7-6-2072,0 0-1657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6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62 206 8093,'-4'4'489,"0"-1"0,0 1 0,1 0 1,-1 0-1,1 0 0,-1 1 0,1-1 1,1 1-1,-1-1 0,1 1 0,-1 0 0,-2 10 1,-3 12 1715,6-21-1755,0-1-1,1 1 0,0 0 0,0-1 0,0 1 1,0 8-1,1-11-355,1 0 0,-1 0 0,1 0 0,0 0 0,0 0 0,0 0 1,1-1-1,-1 1 0,1 0 0,-1 0 0,1-1 0,0 1 0,0-1 0,0 0 0,4 4 1,-1-2-19,0 0 0,0 0 0,1 0 0,0 0 0,0-1 0,0 0 0,0 0 0,0-1 0,0 0 0,1 0 0,0 0 1,-1-1-1,1 0 0,-1 0 0,1-1 0,0 1 0,0-2 0,9 0 0,-13 0-43,0 1-1,1-1 1,-1 0-1,0 0 1,0 0-1,0-1 1,0 1-1,0-1 1,0 0-1,0 1 1,-1-1-1,1 0 1,-1-1-1,1 1 1,-1 0-1,0-1 1,0 1-1,0-1 1,0 0-1,0 0 1,-1 0-1,1 0 1,-1 0-1,0 0 1,2-6-1,0 0 79,-1-1 0,0 1 0,0-1 0,-1 0 0,0 0 0,-1 0 0,0 1 0,-1-13 0,-15-95 366,15 105-669,1 0 1,0 1-1,1-1 1,3-20-1,1-12-1756,1 10-4056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7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7813,'33'-18'10628,"-10"40"-8358,39 110-366,-58-122-1855,2 0 1,-1 0-1,2-1 1,-1 0-1,1-1 1,9 10-1,-14-17 7,5-1 19,1-1 0,0 0 0,0 0 0,0-1 0,-1 0 1,1 0-1,-1-1 0,10-4 0,54-36 535,-54 31-427,1 1 1,0 0-1,23-8 0,-26 13-123,1 0-1,0 2 0,28-5 1,-37 8-48,0 0 0,1 1 0,-1 0 0,1 1 0,-1-1 0,0 2 0,1-1 1,-1 1-1,0 0 0,0 0 0,8 4 0,48 18 50,-43-17-17,-1 0 0,19 10 0,-34-15-38,0-1-1,0 1 1,0-1-1,0 1 1,0-1-1,0 0 1,0-1 0,1 1-1,-1-1 1,0 0-1,1 0 1,-1 0-1,0-1 1,0 1-1,1-1 1,-1 0-1,0 0 1,0-1-1,0 1 1,0-1-1,0 0 1,-1 0-1,1 0 1,0 0-1,-1-1 1,1 1-1,-1-1 1,0 0-1,0 0 1,0 0-1,3-6 1,-2 3 212,0 0 0,0-1 0,-1 0-1,0 1 1,0-1 0,-1 0 0,0 0 0,0-1 0,-1 1 0,0 0 0,0-1-1,0-8 1,1-9 292,-2 23-479,1 1 0,-1 0 1,0 0-1,1 0 0,-1 0 1,1 0-1,-1 0 0,1 0 1,0 0-1,-1 0 0,1 0 1,0 0-1,0 0 0,-1 0 1,1 0-1,0 0 0,0 1 1,0-1-1,2 0 1,-3 0-17,1 1 1,0 0-1,-1-1 1,1 1 0,-1 0-1,1-1 1,-1 1 0,1-1-1,-1 1 1,1-1 0,-1 1-1,1-1 1,-1 1 0,0-1-1,1 0 1,-1 1 0,0-1-1,0 1 1,1-1 0,-1 0-1,0 0 1,17 7 472,-14-4-429,0-1 0,-1 1 1,0 0-1,1 0 0,-1 0 1,0 0-1,0 0 0,0 0 0,0 0 1,0 1-1,-1-1 0,1 1 1,-1-1-1,1 1 0,-1 0 0,0 0 1,0-1-1,0 1 0,-1 0 1,1 0-1,-1 0 0,1 0 1,-1 0-1,0 5 0,0 2 33,-1 1-1,0-1 1,0 0-1,-1 0 1,-5 18 0,-1-9-91,-2 0 1,0-1-1,-1 0 1,0 0-1,-1-2 1,-2 1-1,-14 14 1,20-22-2,-17 18-47,0-2 0,-1-1 0,-2-1 0,-1-2 0,-49 30 0,52-37-936,-1 0 0,-1-2 0,0-1 0,0-1 0,-1-2 0,0 0-1,-32 3 1,-108 1-9994,85-8 302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4:37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8749,'0'0'16045,"21"-3"-15313,-1-3-184,13 3-212,31 3-728,-4 3-436,17-6-908,14 0-920,136 6-15158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0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670 200 9949,'-18'-57'5239,"15"43"-2931,-1 0 0,-9-21 1,-36-44 4888,49 79-7162,0 0 0,-1 0 0,1 0 1,0 0-1,0 0 0,0-1 0,-1 1 0,1 0 0,0 0 1,0 0-1,-1 0 0,1 0 0,0 0 0,0 0 0,-1 0 1,1 0-1,0 0 0,0 0 0,0 0 0,-1 0 0,1 0 1,0 0-1,0 0 0,-1 1 0,1-1 0,0 0 0,0 0 0,0 0 1,-1 0-1,1 0 0,0 0 0,0 1 0,0-1 0,-1 0 1,1 0-1,0 0 0,0 1 0,0-1 0,0 0 0,0 0 1,0 0-1,-1 1 0,1-1 0,0 0 0,0 0 0,0 1 0,0-1 1,0 0-1,0 1 0,-13 23 920,-11 36-290,23-59-654,-137 390 57,14-89-456,-67 192 1050,167-412-1916,-14 91 0,29-110-935,2 0 0,3 76 0,4-127 1737,0 25-2944,2 0 1,9 50-1,12-13-6947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2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1046 1 9389,'7'12'3882,"-6"-11"-3718,-1 0-1,1 1 1,-1-1-1,1 1 1,-1-1-1,0 1 1,0-1-1,0 1 1,0-1 0,0 1-1,0-1 1,-1 1-1,1-1 1,0 1-1,-1-1 1,1 0-1,-1 1 1,1-1-1,-2 3 1,-20 35 1113,9-16-462,-4 8-379,-2-1 0,0-1 0,-2-1 1,-1-1-1,-38 37 0,14-21-308,-3-2 0,-61 40 0,50-41-378,-2-3-1,-2-3 1,-73 29-1,119-57 213,0 0-1,-1-1 1,1-1 0,-1 0-1,-36 1 1,44-5 20,1 0 1,-1-1-1,1 0 0,-1 0 0,1-1 1,-1-1-1,1 0 0,0 0 1,0-1-1,1 0 0,-17-10 1,22 11 34,1 0 0,-1-1 1,1 1-1,0-1 0,0 1 0,0-1 1,0 0-1,0 0 0,1-1 1,0 1-1,0 0 0,0-1 1,1 1-1,-1-1 0,0-6 1,1 10 16,1-1-1,0 1 1,-1-1 0,1 0 0,0 1-1,0-1 1,0 0 0,0 0 0,0 1-1,1-1 1,-1 0 0,1 1 0,-1-1 0,1 1-1,-1-1 1,1 1 0,0-1 0,0 1-1,-1-1 1,1 1 0,0-1 0,0 1-1,1 0 1,-1 0 0,0-1 0,0 1 0,1 0-1,-1 0 1,0 0 0,1 1 0,-1-1-1,1 0 1,-1 0 0,1 1 0,0-1-1,-1 1 1,1-1 0,-1 1 0,1 0-1,0 0 1,0 0 0,-1 0 0,1 0 0,2 0-1,13 1 175,1 1 0,0 1 0,-1 0 0,0 1-1,0 1 1,0 1 0,19 9 0,114 63 631,-148-76-832,184 106 395,228 125-1461,-298-182-330,79 22-1604,-162-61 2298,1-1-1,1-1 1,-1-3-1,2 0 1,51 2-1,-84-9 652,15 2-139,0-1 0,-1-1 0,1 0 0,0-2-1,-1 0 1,1 0 0,-1-2 0,1 0 0,-2-2 0,1 1 0,0-2-1,-1 0 1,0-1 0,-1-1 0,0 0 0,0-1 0,-1-1 0,25-23-1,-6 0 493,51-70-1,-53 59 1366,-3-1 1,43-94-1,-68 133-1399,-1 1-1,0-1 0,0 0 0,0 0 1,0-9-1,0 5 69,-3 11-316,1-1-1,0 1 1,0-1-1,0 1 0,-1-1 1,1 1-1,0-1 1,0 1-1,-1-1 1,1 1-1,0 0 1,-1-1-1,1 1 1,0-1-1,-1 1 1,1 0-1,-1-1 1,1 1-1,-1 0 1,1 0-1,0-1 1,-1 1-1,1 0 0,-1 0 1,1 0-1,-1 0 1,0 0-1,1 0 1,-1 0-1,1 0 1,-1 0-1,0 0 1,-15-1 221,8 5-196,-1 0 1,1 1-1,0 0 1,1 0-1,-1 1 1,1 0-1,0 0 1,1 1 0,-11 12-1,-2 2 85,-114 124-649,-1 0-3788,132-143 4168,1 0 0,-1 0 0,0 0 0,1 0 0,-1 0-1,1 0 1,0 1 0,0-1 0,0 1 0,0-1 0,0 1 0,-1 2 0,26-9-384,34-8 553,-23 3 547,0 2 0,1 2 0,65-2 1,-27 13 323,98 20 1,14 2-441,-106-21-385,116-2 0,-166-7-102,-1-1-1,-1-1 0,1-2 1,-1 0-1,0-2 0,0-2 0,48-22 1,-46 16 129,-1-1 1,-1-1 0,-1-2 0,-1 0 0,0-2-1,23-26 1,-36 33 197,0-1 0,12-23 0,-23 36-156,-12-8 36,8 10-183,1 0 1,0 0-1,0 0 0,-1 0 0,1 1 0,0-1 1,-1 1-1,1-1 0,-1 1 0,1-1 0,-1 1 1,1 0-1,-1 0 0,1 0 0,-1-1 0,1 2 1,-1-1-1,1 0 0,-1 0 0,-1 1 0,-1 0 10,0 0-1,-1 1 0,1-1 1,0 1-1,0 0 1,-7 5-1,5-3-163,1 0 1,-1 1-1,1-1 1,0 1-1,0 1 1,0-1-1,1 0 0,-6 11 1,9-14-76,21-7-106,-15 3 391,0-1 1,0 1-1,0-1 0,0 0 1,0 0-1,-1 0 1,1-1-1,-1 0 1,0 1-1,0-1 0,-1-1 1,5-6-1,-5 8 83,-1 1 711,0 4-793,0 1 1,0-1 0,0 1 0,-1 0 0,1-1 0,-1 1 0,1 0-1,-1 0 1,0 0 0,1 5 0,0 4 21,0 1 1,-1 0-1,-1 0 0,-2 19 0,1 17 57,4 47-64,-5 0 0,-4 0 0,-4 0 0,-37 151-1,35-199-95,-3-2-1,-2 1 1,-1-2-1,-3 0 0,-2-1 1,-1-2-1,-2 0 1,-2-2-1,-2-1 0,-65 66 1,80-91 23,3-2-3,0 0-1,-1-1 0,0-1 0,-1 0 0,-20 11 1,37-44 17,2 11-16,0 0-1,1 1 0,0 0 0,0 0 0,2 0 0,13-16 1,3-5 11,130-184-215,225-299-1579,-44 56 1191,-334 456 607,0 1 0,0 0 0,0 0 0,-1 0 0,1-1 0,0 1 0,-1 0-1,0-1 1,1 1 0,-1 0 0,0-1 0,0 1 0,0 0 0,-1-1 0,0-3-1,0-7 28,1 9 17,-4 4-14,-1 0-39,0 0 0,-1 1 0,1-1 0,0 1 0,0 0 0,0 1 0,0-1 0,0 1 0,0 0 0,0 0 0,0 0 0,1 1 0,-1 0 0,-5 4 0,9-6-13,0 0 0,0-1 0,1 1 0,-1 0 0,0 0 0,1 0 0,-1 0 0,1 0 1,-1-1-1,1 1 0,-1 0 0,1 0 0,0 0 0,-1 0 0,1 0 0,0 0 0,0 0 0,0 0 0,0 0 0,0 1 1,0-1-1,0 0 0,0 0 0,0 0 0,0 0 0,1 0 0,-1 0 0,0 0 0,1 0 0,-1 0 0,1 0 0,-1-1 0,1 1 1,-1 0-1,1 0 0,0 0 0,-1 0 0,2 0 0,-2 0 0,3-2 5,0 1 1,0-1-1,0 0 0,0 0 0,0 0 0,0 0 1,0 0-1,0-1 0,3-1 0,-4-1 4,0 1 0,0 0 1,0 0-1,-1 0 0,0-1 0,1 1 0,-1-1 0,0 1 0,-1-1 1,2-6-1,0-2 24,-2 9-12,0 0-1,0 1 1,0-1 0,-1 0-1,1 1 1,-1-1 0,0 0-1,1 1 1,-3-5 0,0-1 84,2 6-77,1 1 0,-1-1 0,0 1 0,0 0 0,0-1 0,0 1 1,0-1-1,0 1 0,0 0 0,0 0 0,-1 0 0,1 0 0,0 0 0,-1 0 0,1 0 0,-1 0 0,-1 0 1,-11-9 345,11 7-409,1 2 89,1-1 0,0 1 0,-1 0 0,1-1 0,0 1 0,-1 0 0,0 0 0,1 0 1,-1 0-1,0 0 0,1 1 0,-1-1 0,0 0 0,0 1 0,0-1 0,1 1 0,-1 0 1,0 0-1,0 0 0,0 0 0,0 0 0,-4 0 0,5 1-38,-1-1 0,1 0 0,-1 1 0,1-1 0,-1 1 0,1 0 0,-1 0 0,1-1 0,-1 1 0,1 0 0,0 0 0,-1 0 0,1 0 0,0 1 0,0-1 0,0 0 0,0 0 0,0 1 0,0-1 0,0 1 0,0-1 0,1 1 0,-1-1 0,0 1 0,1-1 0,0 1 0,-1-1 0,1 1 0,0 0 0,0-1 0,-1 1 0,1 0 0,1-1 0,-1 1 0,0 0 0,0-1 0,1 1 0,0 2 0,-1 0-3,1-1 1,-1 1 0,1 0 0,0-1-1,0 1 1,0-1 0,1 0 0,-1 1-1,1-1 1,0 0 0,0 0 0,0 0-1,0 0 1,1 0 0,-1 0 0,1-1-1,0 1 1,-1-1 0,5 3-1,-4-4-7,1 0-1,-1 0 0,0-1 0,1 1 0,-1-1 0,1 0 0,-1 0 1,1 0-1,-1-1 0,7 0 0,-6 0 2,21-1 88,-21 2-19,0-1 1,0 1 0,-1-1 0,1 1 0,0 1 0,0-1 0,5 1 0,-8 0-51,0-1-1,0 1 1,0-1 0,0 1 0,0 0 0,0-1 0,0 1 0,0 0 0,0 0 0,-1 0-1,1 0 1,0 0 0,-1-1 0,1 1 0,0 0 0,-1 1 0,0-1 0,1 0 0,-1 0-1,1 0 1,-1 0 0,0 0 0,0 0 0,0 0 0,0 0 0,0 1 0,0-1-1,0 0 1,0 1 0,-4 31 346,-1 0 0,-2 0 0,-1-1-1,-20 53 1,23-71-296,-212 708 773,198-634-720,18-84-74,3-8-36,68-163-72,-6 31-418,76-146-990,43-22-3311,292-372 0,-429 621 4345,70-64 0,-113 117 509,0-1 0,0 1 0,0-1 1,0 1-1,0 0 0,0 1 0,1-1 0,-1 0 1,1 1-1,-1 0 0,1 0 0,4-1 0,-7 2-41,0 0-1,0 0 0,0 0 0,1 0 0,-1 0 0,0 0 0,0 0 0,0 0 1,1 1-1,-1-1 0,0 0 0,0 1 0,0-1 0,0 1 0,0-1 0,0 1 1,0 0-1,0-1 0,0 1 0,0 0 0,0 0 0,0 0 0,-1-1 0,1 1 1,0 0-1,0 0 0,-1 0 0,1 0 0,-1 0 0,1 1 0,-1-1 0,1 0 0,-1 0 1,0 0-1,0 0 0,1 0 0,-1 1 0,0 1 0,1 24 282,-1 1 0,-2-1 0,0 0 0,-11 44 0,3-6-8,-2 13-44,-13 113 164,24-162-445,1 0 0,1 0 0,1-1 0,10 50 0,-9-65-26,0 0 0,0-1 0,1 1 0,1-1 0,0 0 0,0 0 1,2 0-1,-1-1 0,1 0 0,1 0 0,9 10 0,-13-17 2,-1 0-1,0-1 1,1 1 0,0-1-1,0 0 1,0 0 0,0-1-1,0 1 1,1-1 0,-1 0-1,1 0 1,-1 0 0,1-1-1,0 0 1,-1 0-1,1 0 1,0 0 0,0-1-1,0 0 1,0 0 0,0 0-1,9-2 1,-6 1-24,-1-2-1,1 1 1,-1-1 0,1 0-1,-1-1 1,0 0-1,0 0 1,-1-1 0,13-9-1,4-8-139,25-29-1,-8 8 105,94-90 774,-130 130 340,-23 21 168,-11 11-459,1 2 0,-41 58 0,58-72-594,1 1-1,1 0 1,1 0 0,0 1 0,2 0-1,0 1 1,-7 34 0,12-47-128,1 0 1,1 1 0,-1-1-1,1 1 1,0-1 0,1 0-1,0 1 1,0-1-1,0 0 1,1 1 0,0-1-1,1 0 1,6 13-1,-5-13-189,1 0-1,0 0 0,1-1 1,0 1-1,0-1 0,0-1 0,0 1 1,1-1-1,0 0 0,0-1 0,1 0 1,8 4-1,6 2-688,2-1 1,-1-1-1,1-1 0,27 4 1,51 1-5122,-29-8-1387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2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1 9157,'-37'30'2160,"17"-21"-128,3 0-224,0 3-343,-3 0-253,3 3-300,-9 9-232,19-12-520,-10 12-952,0 1-1092,-3-4-3101,-3 15-3956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3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376 1 13997,'-3'3'2435,"-1"1"-1946,0 1 0,0-1-1,1 1 1,0 0 0,0-1-1,0 1 1,0 1 0,1-1 0,0 0-1,-3 11 1,-9 67 3207,3-18-1815,-106 311 2729,75-255-3942,11-32-520,-61 200-1189,83-250 32,1-1 1,2 2-1,2-1 1,2 1-1,3 59 0,0-85 124,1-1 0,1 1 0,7 23 0,-8-32 377,0 0 1,0 0 0,0 0 0,1 0-1,0 0 1,0-1 0,0 1 0,1-1-1,-1 0 1,1 0 0,0 0 0,7 5-1,17 1-4426,15-1-2731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3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37 630 9277,'-3'-1'131,"1"0"0,-1 0-1,1 0 1,-1 0 0,1 0 0,0-1 0,-1 1-1,1-1 1,0 0 0,0 0 0,0 0 0,0 0 0,-2-3-1,3 2 174,1 1 1,-1-1-1,1 0 0,0 0 0,0 1 0,0-1 0,0 0 0,0 1 0,0-1 0,1 0 0,-1 0 0,1 1 0,0-1 0,0 1 0,1-4 0,-1 3-196,1 1-1,-1-1 0,1 0 0,-1 1 0,1 0 0,0-1 1,0 1-1,0 0 0,0 0 0,1 0 0,-1 0 0,0 0 1,1 1-1,-1-1 0,1 1 0,0-1 0,-1 1 0,6-1 1,7-3 65,0 1 0,23-3 0,-10 2 82,43-11-28,216-56-118,-241 57-101,-1-2 1,0-2-1,-2-2 0,48-30 0,-55 27 448,-1 0 0,-2-3-1,-1-1 1,-1-1 0,37-45-1,-53 56 59,-10 14-88,-1 0 0,-1-1 0,1 1 0,-1-1 1,1 0-1,-1 0 0,-1 0 0,1-1 0,-1 1 0,3-11 0,-8 29 426,-1-1-1,-1 1 1,0-1-1,-1 0 1,-7 11-1,-14 31-340,26-49-513,-97 254 97,82-207-210,2 1 0,3 0 0,-6 59 1,10-43-1839,-4 49-3458,13-39-3633,4-24-3914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3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634 11 11621,'-17'-3'990,"0"0"0,0 1 0,0 0 0,-1 2 0,1 0-1,0 1 1,0 0 0,0 2 0,-19 4 0,21-2-619,-1 1 0,1 0 1,1 1-1,-1 0 0,1 1 0,1 1 1,-1 0-1,1 1 0,-21 21 0,-37 38 386,-103 109-1208,151-144 112,11-14 91,30-30 992,4-3 274,42-17 1,-57 28-913,0 0 1,0 1-1,0 0 0,0 1 1,0 0-1,0 0 0,0 0 1,0 1-1,0 0 0,0 0 1,0 1-1,0 0 1,-1 0-1,1 0 0,0 1 1,6 4-1,9 6-64,1 2 0,-2 0-1,21 19 1,5 4-874,-25-21 240,13 9-2064,0 0-1,48 24 1,-32-26-3885,-1 1-4248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4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228 194 12093,'-1'2'189,"0"1"0,-1-1 0,1 0-1,0 0 1,-1 1 0,1-1 0,-1 0 0,0 0 0,0 0-1,0-1 1,0 1 0,0 0 0,0-1 0,0 1 0,0-1-1,-1 0 1,1 0 0,-1 0 0,1 0 0,-1 0 0,1 0-1,-5 0 1,4 0 108,-1 0 1,1 1-1,-1 0 0,1-1 1,-1 1-1,1 0 0,0 1 1,0-1-1,0 0 0,0 1 1,-4 5-1,-26 38 1849,20-27-1405,1-2-306,0 1 0,0 0 1,2 0-1,0 1 0,1 1 1,-10 34-1,17-46-409,1 1 0,0 0 1,0 0-1,1 0 0,0 0 1,0 0-1,1 0 0,0 0 1,1-1-1,0 1 0,0 0 1,1-1-1,0 0 0,1 1 1,0-1-1,0 0 0,0-1 1,1 1-1,9 9 0,-2-1-286,2 0-1,0-1 0,0-1 0,21 15 0,-27-22 115,0-2 0,1 1 1,0-1-1,1 0 0,-1-1 0,1 0 1,-1 0-1,1-1 0,0-1 0,1 0 1,12 2-1,-8-4 10,0 0 0,0-1 0,0 0 0,1-1 0,-2-1 0,1 0 1,0-1-1,-1-1 0,15-6 0,-7 0 35,-1 0 1,-1-1-1,0-1 0,0-1 1,19-19-1,5-10-9,-1-3 0,-3-1 0,50-77 0,-14 11 1161,98-196 1,-173 306-313,-6 27 991,-5 6-1186,-1-2 1,-2 1 0,-20 32 0,-4 9 63,-19 44 126,-88 198 396,134-287-1156,1 1 0,1-1 0,1 1-1,2 0 1,0 1 0,-1 41-1,7-63-129,-1 1-1,1-1 1,0 0-1,0 0 1,1 0-1,-1 0 1,1 0-1,0 0 1,0 0-1,1 0 0,0-1 1,0 1-1,0-1 1,0 0-1,0 0 1,1 0-1,0 0 1,0-1-1,0 1 0,0-1 1,0 0-1,1 0 1,0-1-1,-1 1 1,1-1-1,0 0 1,0-1-1,0 1 1,0-1-1,6 1 1,4 1-798,0-1 1,1-1 0,-1 0-1,0-1 1,0 0 0,0-2-1,0 0 1,0 0 0,0-1-1,18-7 1,71-30-10771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4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8 6969,'18'-8'3208,"-17"9"-3046,-1-1 1,0 0 0,0 0-1,0 0 1,1 1 0,-1-1-1,0 0 1,0 0-1,0 1 1,0-1 0,1 0-1,-1 0 1,0 1 0,0-1-1,0 0 1,0 0 0,0 1-1,0-1 1,0 0-1,0 1 1,0-1 0,0 0-1,0 1 1,0-1 0,0 0-1,0 0 1,0 1 0,0-1-1,0 0 1,0 1-1,0-1 1,0 0 0,0 0-1,-1 1 1,1-1 0,-12 23 4822,-1-7-6042,-99 86 2988,-8 8-1142,84-65-622,36-43-163,1-1 0,-1 0 1,0 0-1,0 0 0,1 0 0,-1 0 1,1 1-1,-1-1 0,1 0 1,-1 0-1,1 0 0,0 0 1,-1 0-1,1-1 0,0 1 0,0 0 1,1 1-1,-1-1 8,2 3-3,1 0-1,0-1 0,0 1 1,0-1-1,0 0 1,0 0-1,0 0 1,1-1-1,-1 0 1,1 0-1,9 3 1,59 12-31,-43-12 27,410 74-4018,-403-76 2688,-1 0-1,67-6 1,-86 2 1028,0-1 1,1-1-1,-1-1 0,-1 0 0,1-1 0,0-1 1,29-15-1,-35 13 408,-2 1 0,1-1-1,-1-1 1,-1 0 0,1 0 0,-1-1 0,-1 1 0,0-2 0,0 1-1,6-15 1,-10 18 85,0 0-1,0 0 1,-1-1-1,0 1 1,0-1-1,1-14 1,-2 18-116,-1 0 1,0 0-1,0 0 0,0 0 1,-1 0-1,1 0 0,-1 0 1,0 0-1,0 0 0,-1 0 1,1 0-1,-1 1 0,0-1 1,-2-3-1,2 5-57,0 0-1,0 0 1,0 0 0,-1 0-1,1 1 1,-1-1 0,1 1-1,-1 0 1,1 0 0,-1 0-1,0 0 1,0 0 0,1 0-1,-1 1 1,0-1 0,0 1-1,0 0 1,0 0 0,0 0-1,1 0 1,-1 0 0,0 1-1,0-1 1,0 1 0,1 0-1,-4 1 1,-11 3-28,1 2 1,0-1-1,-16 10 1,23-11-31,5-3 39,-12 5-360,1 1 1,0 0-1,0 1 0,1 1 0,0 0 1,1 0-1,-13 15 0,24-23 87,2 0 120,0-1 166,1 1 0,-1 0 1,0 0-1,1-1 0,-1 1 1,1 0-1,0-1 0,0 1 1,0 0-1,0-1 0,0 1 0,0-1 1,0 1-1,0-1 0,0 0 1,0 0-1,1 1 0,-1-1 1,1 0-1,2 1 0,37 17 358,-28-14-342,11 4-246,0 0-1,0-2 1,30 6 0,35-3-5917,-62-8 1576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4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1 7837,'0'0'8424,"-1"3"-6965,-21 97 2775,17-69-4269,-2-1 1,-15 46-1,13-53-2031,-23 41-1,27-57 1135,1 0-1,-1 0 0,-1 0 0,0 0 1,0-1-1,0 0 0,0 0 1,-1-1-1,-8 6 0,-5-3-4473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5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0 319 7161,'17'-13'438,"-13"10"-315,0 0 0,0-1 1,0 1-1,0 0 0,-1-1 0,1 0 1,-1 0-1,0 0 0,0 0 1,-1-1-1,4-5 0,-2 2 60,1 1 1,0-1-1,0 1 0,1 0 0,0 1 0,0-1 0,1 1 1,-1 0-1,1 1 0,12-8 0,10-4 304,44-19 0,-53 27-286,154-58 853,-72 32 1247,-97 33-1921,1 0 1,-1 0-1,1 1 0,-1 0 1,1 0-1,-1 0 1,1 1-1,0-1 0,-1 1 1,1 1-1,0-1 0,9 3 1,-15-2-346,0 0 0,1 0 0,-1 0 0,0 0 1,1 0-1,-1 0 0,0 0 0,0 0 0,0 0 0,0 0 1,0 1-1,0-1 0,0 0 0,0 0 0,-1 0 0,1 0 0,0 0 1,-1 2-1,1-3 23,-20 126 152,20-118-473,0-1 1,0 1-1,1-1 1,0 0-1,1 1 1,-1-1-1,1 0 1,1 0-1,3 8 1,-4-8-31,0-4-87,20 1-202,-21-3 570,0-1 0,0 1-1,0-1 1,1 0 0,-1 1-1,0-1 1,0 0 0,1 0-1,-1 1 1,0-1 0,1 0-1,-1 0 1,0-1 0,1 1-1,-1 0 1,0 0 0,0-1 0,1 1-1,-1-1 1,2 0 0,84-46 594,-84 45-506,1 0-1,0 1 1,-1 0-1,1-1 1,0 1-1,0 0 1,4 0-1,1-1 91,-8 2-148,0 0 1,0 0-1,0 0 0,-1 0 0,1 1 0,0-1 0,0 0 0,-1 1 0,1-1 0,0 0 0,-1 1 0,1-1 1,0 0-1,-1 1 0,1-1 0,0 1 0,-1 0 0,1-1 0,-1 1 0,1-1 0,-1 1 0,1 1 0,1 0 44,0-1-32,0 1-1,0 1 0,0-1 0,0 0 0,0 0 1,0 1-1,-1-1 0,1 1 0,-1 0 0,1-1 1,-1 1-1,0 0 0,0 0 0,-1 0 0,1-1 1,0 7-1,-1-2 26,0 0 0,-1 0 0,0 0 1,-1-1-1,-3 11 0,3-8-30,-1-1 0,1 1 0,1 0 0,-1 13 0,2-21-23,0 0 0,0 1 0,0-1 0,1 0 0,-1 0 0,0 1 0,1-1 0,-1 0 0,1 0 0,-1 0 0,1 1 0,-1-1 0,1 0 0,0 0 0,0 0 0,0 0 0,-1 0 0,1 0 0,0-1 0,0 1 0,0 0 0,0 0 0,1-1 0,-1 1 0,0-1 0,0 1 0,0-1 0,0 1 0,3 0 0,1 0-10,0 0 0,0 0 0,1-1 0,-1 1 1,11-2-1,124-15-161,-82 7 102,74-1-1,24 16 389,-147-8-296,0 1 1,0-2-1,0 1 0,0-1 0,-1 0 0,1-1 0,-1 0 1,0 0-1,0-1 0,10-8 0,-11 9-13,5-5-18,-3 3 89,0 0 0,0 0 0,1 0 0,0 1 0,0 1 0,0 0 0,15-4 0,-24 8-69,0 0 0,0 0-1,-1 1 1,1-1 0,0 1 0,0-1 0,0 0-1,0 1 1,-1-1 0,1 1 0,0 0-1,-1-1 1,1 1 0,0-1 0,-1 1 0,1 0-1,-1 0 1,1-1 0,-1 1 0,1 2 0,1-2 35,2 6 30,1 0 0,-1 0 0,0 0-1,0 0 1,-1 1 0,0-1 0,-1 1 0,3 13-1,-2-11-36,0 1-1,1-1 1,0 1 0,6 10-1,-5-13-46,0 0 0,1-1 1,0 0-1,1 1 0,-1-2 0,1 1 0,1-1 0,-1 0 1,1-1-1,0 1 0,13 5 0,-17-9-16,0 0 0,1 0 0,-1-1-1,1 0 1,-1 0 0,1 0 0,-1 0 0,1-1 0,-1 1 0,1-1-1,0 0 1,-1-1 0,1 1 0,-1-1 0,1 0 0,-1 0-1,1 0 1,-1-1 0,0 1 0,1-1 0,-1 0 0,0 0-1,0-1 1,0 1 0,6-7 0,-8 7 19,0-1 0,0 0-1,0 1 1,0-1 0,-1 0 0,1 0 0,-1 0-1,0 0 1,0-1 0,0 1 0,0 0 0,0 0-1,-1-1 1,0 1 0,1 0 0,-1-1 0,0 1-1,-1 0 1,1-1 0,-1 1 0,1 0 0,-1-1-1,0 1 1,0 0 0,-2-3 0,-5-14 18,0 1 0,-21-34 1,19 35-16,-11-21 12,-14-23-124,33 60 27,0 1-1,0-1 1,0 1-1,0-1 1,0 1-1,0 0 1,0 0-1,0 0 1,0 0-1,-1 0 1,-2 0 0,0-1-325,2 1-827,8 23-7431,7 7 1307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5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 7309,'0'0'2341,"0"3"-154,-1 10-674,0 0 1,0 0-1,-7 24 1,-16 37 1003,14-46-1670,-12 54 1,17-58-595,-3 23 2016,30-49-1670,-13-2-472,-1 1-1,0-1 0,0-1 0,0 0 0,0 0 1,-1 0-1,0-1 0,9-9 0,-5 5 103,0 1 0,0 0-1,20-12 1,-18 15-182,0-1-1,1 2 1,-1 0-1,1 1 1,0 0-1,0 1 1,1 0 0,-1 1-1,0 1 1,1 0-1,-1 1 1,1 1-1,-1 0 1,1 1-1,-1 0 1,0 2 0,0-1-1,0 2 1,0 0-1,-1 0 1,21 12-1,84 66-2429,-18 2-3557,-47-40-4218,-34-32 3324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6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1 8021,'-30'24'1804,"16"-15"-464,1 0-60,6 3-272,4 6-216,-7-6-492,3-3-796,-3 6-10569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6.9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6 11457,'-64'-6'11663,"69"9"-10355,20 8-806,0-1 1,1-1-1,0-2 1,41 8 0,115 7 131,-107-14-364,1570 51-1065,-1508-62-2019,256-37-1,-279 10-2062,-73 17 860,18-3-5526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7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8 11637,'-4'-2'-419,"-11"-3"5081,14 6-4363,1 0 0,0 0 0,0 0 0,-1 0 0,1 1 0,0-1 0,0 0 0,0 0-1,0 0 1,0 0 0,0 1 0,0-1 0,0 0 0,1 0 0,-1 0 0,0 0 0,1 2 0,2 6 173,0-1 0,0 1 1,0-1-1,1 1 1,0-1-1,1 0 1,0 0-1,11 12 0,7 6 417,28 24-1,-4-3-85,-5-3-324,-2 2 0,-3 2 0,-1 1 1,57 108-1,-81-131-399,-1 1 0,-1 0 0,-1 1 0,-2 1 0,5 34 0,-9-41-42,-2-1 0,0 1 1,-2-1-1,0 1 0,-1-1 1,-2 0-1,-10 40 0,4-32-7,-2-1 1,-1-1-1,-1 0 0,-1-1 1,-1 0-1,-1-1 0,-1-1 0,-33 33 1,-15 7-687,-109 81-1,13-5-5165,135-115 4277,-7 11-3055,34-35 4428,-1 0-1,1-1 1,0 1 0,-1 0 0,1-1-1,0 1 1,0 0 0,0-1 0,0 1 0,0 0-1,0-1 1,0 1 0,0 0 0,0-1-1,0 1 1,0 0 0,0-1 0,0 1-1,0 0 1,1-1 0,-1 1 0,0 0-1,1-1 1,0 2 0,1 4-1407,18 26-7860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5:07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75 109 12441,'-20'-9'2476,"13"-21"-375,-3 15 1859,0 3-2532,-4-3 1364,8 0-2772,-1 3-468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7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34 13637,'0'-34'14177,"-3"38"-11975,-5 12-1825,1 1 0,1 0 0,0 0-1,1 0 1,1 1 0,-3 31 0,-2 0-264,-27 159-113,9 1 0,-2 291 0,35-347 0,37 218 0,-13-238-37,-11-54-1817,-17-70 404,0-1 0,0 1 0,1-1 0,0 0 0,1 0 0,0 0 0,0 0 0,1 0 0,5 7 0,-8-13 758,12 16-12008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7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0 834 11197,'9'-62'755,"-6"31"-168,1 1-1,2-1 1,2 1-1,0 1 0,16-35 1,-18 48-235,56-121 2815,-49 114-2577,0 1 0,1 0 1,33-38-1,-20 33-347,0 1 0,1 2 1,2 1-1,0 1 0,2 2 0,0 1 0,1 1 0,1 2 0,0 2 0,67-20 0,-61 24-397,0 2 0,0 2 0,1 1 0,0 2 0,-1 2 0,1 1 0,0 3 0,0 1 0,73 18 0,-89-15-277,0 1-1,-1 1 0,0 2 1,0 0-1,-1 2 0,27 19 1,-33-20-449,-1 1 1,0 1 0,-1 0-1,-1 1 1,-1 0 0,0 1-1,-1 1 1,16 26 0,-13-10-3404,14 42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7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91 179 9905,'-81'18'2276,"71"-6"6005,34-18-6753,29-9-376,11 3-176,20-1-412,16-8-812,17-6-628,17-3-1024,10 3-976,7 3-2725,13-9-4596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8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1104 1198 12689,'-15'-13'922,"11"9"-557,0 0 1,-1 0-1,1 0 0,-1 1 0,0 0 0,1 0 0,-1 0 1,-1 1-1,1-1 0,0 1 0,0 0 0,-1 1 1,0 0-1,-7-2 0,-60-11 4475,44 8-1232,-58-6 0,76 12-3307,-1 0 0,1 1-1,-1 0 1,-21 5 0,9 2-279,0 0-1,0 2 1,1 1-1,0 0 1,-31 22-1,-97 84-41,122-93 29,-23 19-9,2 2 0,-65 77 0,90-91 0,1 1 0,2 2 0,1 0 0,2 1 0,-23 57 0,39-83 0,0 0 0,0 0 0,1 0 0,0 1 0,1-1 0,0 0 0,0 1 0,1-1 0,0 1 0,1-1 0,0 0 0,3 15 0,-2-19 0,-1-1 0,1 1 0,0-1 0,0 1 0,1-1 0,-1 0 0,1 0 0,0 0 0,0 0 0,1 0 0,-1-1 0,1 1 0,-1-1 0,1 0 0,0 0 0,0 0 0,1-1 0,-1 0 0,0 1 0,1-1 0,-1-1 0,1 1 0,0-1 0,9 2 0,-1-2 0,-1 0 0,0-1 0,0 0 0,0-1 0,1 0 0,-1-1 0,0-1 0,0 0 0,-1 0 0,1-1 0,-1-1 0,0 0 0,16-9 0,9-8 0,0-2 0,46-42 0,-10 3 0,-4-3 0,95-120 0,88-175 0,-162 209 0,-7-4 0,-7-4 0,107-332 0,-166 436 0,16-108 0,-31 147 0,-1 17 0,0 0 0,0 0 0,0 0 0,0 0 0,0-1 0,0 1 0,0 0 0,0 0 0,-1 0 0,1 0 0,0 0 0,0 0 0,0 0 0,0 0 0,0 0 0,0 0 0,0 0 0,0 0 0,0 0 0,0 0 0,0 0 0,0 0 0,-1 0 0,1 0 0,0-1 0,0 1 0,0 0 0,0 0 0,0 0 0,0 0 0,0 0 0,0 0 0,0 0 0,0 1 0,-1-1 0,1 0 0,0 0 0,0 0 0,0 0 0,0 0 0,0 0 0,0 0 0,0 0 0,0 0 0,0 0 0,0 0 0,0 0 0,-1 0 0,1 0 0,0 0 0,0 0 0,0 0 0,0 0 0,0 1 0,0-1 0,0 0 0,0 0 0,0 0 0,0 0 0,0 0 0,0 0 0,0 0 0,0 0 0,-10 19 0,9-18 0,-18 51 0,3 0 0,-20 103 0,26-107 0,-14 75 18,6 1 0,-4 251 1,39-108-3215,-2-179-1933,-1-31-2293,3 2-6669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8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290 395 14597,'11'-22'2821,"-9"17"-216,0 8-385,-1-1-2074,0 0 0,0 0 1,0 0-1,0 0 0,0 0 0,0-1 1,1 1-1,-1-1 0,1 1 1,-1-1-1,1 1 0,0-1 0,-1 0 1,1 0-1,0 0 0,0 0 0,0 0 1,0 0-1,0 0 0,0 0 1,0-1-1,0 1 0,0-1 0,0 0 1,1 0-1,-1 0 0,0 0 1,0 0-1,4 0 0,55-1 488,-1-2-1,0-2 1,0-3 0,0-3-1,111-35 1,-154 39-584,0-1 0,-1 0 0,0-1 0,0-1 0,-1-1 0,26-23 0,-18 11 239,-1 0 0,-1-2 1,19-28-1,-38 51-265,-1 0 0,1 0 0,-1 0 1,1 0-1,-1-1 0,0 1 0,0 0 1,0-1-1,0 1 0,0-1 1,-1 1-1,1-1 0,-1 1 0,0-1 1,1 0-1,-1 1 0,0-1 0,0 0 1,-1 1-1,1-1 0,-1 1 1,1-1-1,-1 1 0,0-1 0,0 1 1,0-1-1,0 1 0,0 0 0,-1-1 1,1 1-1,-1 0 0,1 0 1,-1 0-1,0 0 0,-2-2 0,-1 1-27,0-1 0,0 1 0,0 0 0,-1 0 0,1 1 0,-1-1 0,0 1 0,0 0 0,1 1-1,-1 0 1,0-1 0,0 2 0,-1-1 0,-6 1 0,-7 2 3,0 1 0,0 0 0,0 2 0,0 0 0,1 1 0,-29 13 0,-109 63 0,134-69 0,-80 46 0,-103 78 0,166-106 0,0 2 0,2 1 0,2 2 0,1 2 0,-33 47 0,59-72 0,1 0 0,0 0 0,1 0 0,0 1 0,1 0 0,1 0 0,-7 30 0,11-39 0,0 0 0,1 0 0,0 0 0,0 1 0,0-1 0,1 0 0,-1 0 0,1 0 0,1 0 0,-1 0 0,1 0 0,3 9 0,-1-9 0,-1 0 0,0-1 0,1 1 0,0-1 0,0 1 0,1-1 0,-1 0 0,1-1 0,0 1 0,0-1 0,0 0 0,0 0 0,0-1 0,7 3 0,28 9 0,71 16 0,-89-26 0,-1-1 0,0-1 0,1-1 0,-1-1 0,1-1 0,-1-1 0,1-1 0,-1 0 0,0-2 0,28-10 0,-27 9 0,39-12-25,0-4 1,-2-2-1,-1-2 0,75-47 1,-66 30-431,-2-2 1,-2-4 0,64-64 0,-120 107 395,33-38-255,-38 41 288,0 0 0,0 0 0,-1 0 0,1 0 0,-1 0 0,0 0 0,0 0 0,0-1 0,0 1 0,0 0 0,-1-1 0,0 1 0,1-1 0,-2-4 0,1 7 19,0 0 0,0 0 0,-1 0 0,1 0 0,0 0 0,-1 1 0,1-1 0,-1 0 0,1 0 0,-1 0 0,0 0-1,1 0 1,-1 1 0,0-1 0,1 0 0,-1 1 0,0-1 0,0 0 0,0 1 0,0-1 0,0 1 0,0 0 0,0-1 0,0 1 0,0 0 0,0-1 0,0 1 0,0 0 0,0 0-1,0 0 1,0 0 0,0 0 0,0 0 0,0 0 0,-1 0 0,-37 7-26,36-7 25,-9 4 1,1 0 0,0 0 1,0 1-1,0 1 0,1 0 1,0 0-1,0 1 1,1 0-1,-10 9 0,-7 9-111,-33 41 0,58-65 111,-1 1-1,1-1 1,0 1 0,0 0-1,-1-1 1,1 1 0,0 0-1,0 0 1,0-1 0,1 1-1,-1 0 1,0 0 0,1 0-1,-1 0 1,1 0 0,0 0-1,0 0 1,0 0-1,0 0 1,0 0 0,0 0-1,0 0 1,0 0 0,1 0-1,-1 0 1,1 0 0,0 0-1,-1 0 1,1 0 0,0 0-1,0-1 1,0 1 0,1 0-1,-1 0 1,0-1 0,0 1-1,1-1 1,-1 0 0,1 1-1,0-1 1,-1 0 0,1 0-1,0 0 1,0 0-1,-1 0 1,1 0 0,0 0-1,0-1 1,0 1 0,0-1-1,0 0 1,0 1 0,0-1-1,4 0 1,55-3 548,-52 2-314,0-1-1,1 2 1,-1-1-1,1 1 1,-1 1-1,0 0 1,1 0-1,9 3 1,-4 1-87,0 1 1,-1 0 0,1 1-1,-1 1 1,-1 0 0,0 0-1,24 21 1,-28-21-525,62 53-1224,-43-42-3446,3 1-5134,5-1-2361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19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151 184 14037,'-8'-37'2328,"7"30"-1014,0 0 1,1 0 0,0 0 0,0 0 0,1 0-1,-1 0 1,2 0 0,-1 0 0,5-14 2733,-4 23-3588,2 3-432,-2-3-26,0 0-1,0 0 1,-1 0-1,1 0 1,-1 0-1,0 0 1,0 0-1,0 0 1,0 1-1,0-1 1,0 0-1,0 1 1,-1-1-1,1 1 1,-1-1-1,0 1 1,1-1-1,-1 1 1,0-1-1,-1 1 1,0 3-1,-1 25-1,-2-1 0,-1 0 0,-2 0 0,-1-1 0,-1 0 0,-19 42 0,21-62 0,2-15 0,2-13 0,3 9 0,1 1 0,1-1 0,0 0 0,3-10 0,5-19 0,39-188 0,-39 198 0,-7 25 0,-4 6 0,-4 8 0,1 0 0,0 0 0,-5 19 0,-26 274 0,26-199 0,3-37 0,-9 112 0,-58 266 0,57-365 0,15-70 0,8-14 0,11-18 0,-13 17 0,12-13 0,2 1 0,0 1 0,1 1 0,0 1 0,1 0 0,1 2 0,0 0 0,0 2 0,33-11 0,-3 5 0,0 1 0,1 3 0,66-6 0,-53 12 0,104 2 0,-134 6 0,0 1 0,0 2 0,-1 1 0,52 17 0,-81-21 0,-1 0 0,0 0 0,1 0 0,-1 1 0,-1-1 0,1 1 0,0 1 0,8 6 0,-12-9 0,0 1 0,0 0 0,1-1 0,-1 1 0,0 0 0,-1 0 0,1-1 0,0 1 0,0 0 0,-1 0 0,1 0 0,-1 0 0,0 0 0,1 0 0,-1 0 0,0 0 0,0 0 0,0 0 0,-1 0 0,1 0 0,0 0 0,-1 0 0,1 0 0,-1 0 0,0 0 0,-1 3 0,0-1 0,0 0 0,-1 0 0,0 0 0,0 0 0,0 0 0,0-1 0,0 1 0,-1-1 0,0 0 0,0 0 0,0 0 0,-7 4 0,-7 2 0,-34 12 0,41-16 0,-71 21 0,-151 27 0,77-20 0,12 2-528,48-10-3034,43-12-1550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0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1104 12425,'13'1'945,"0"0"-1,0-1 1,0 0 0,-1-1-1,1 0 1,0-1-1,0-1 1,22-7 0,52-14 2051,-54 17-2244,0-3 0,-1 0 0,0-2 0,33-17-1,-57 24-655,0 1-1,-1-1 1,0 0-1,1-1 0,-2 0 1,1 0-1,-1-1 1,0 1-1,0-1 0,-1-1 1,0 1-1,0-1 1,-1 0-1,0 0 1,0 0-1,-1 0 0,0-1 1,0 0-1,-1 1 1,2-12-1,-4 15-44,1 0 0,-1 0 0,0-1 0,0 1 0,-1 0 0,1 0 0,-1 0 0,0 0 0,0 0 0,-1 0 0,0 0 0,0 1 0,0-1 0,0 0 0,-1 1 0,1 0 0,-1-1 0,0 1 0,-1 0 0,1 1 0,-1-1 0,0 0 0,1 1 0,-2 0 0,1 0 0,0 0 0,0 1 0,-1-1 0,0 1 0,1 0 0,-1 0 0,0 1 0,0-1 0,0 1 0,0 0 0,0 1 0,0-1 0,0 1 0,-1 0 0,-5 1 0,-8 1 38,1 1 0,-1 1 1,1 1-1,0 1 0,1 0 1,-1 1-1,1 1 0,1 1 1,-1 0-1,2 1 0,-28 23 0,11-5-105,1 1 0,2 1 0,1 1-1,-30 44 1,47-60 16,1 1 0,0 0 0,2 1 0,0 0 0,0 1 0,2 0 0,0 0 0,1 0 0,-4 33 0,8-39 0,0 1 0,1-1 0,0 0 0,1 1 0,1-1 0,0 1 0,1-1 0,0 0 0,0 0 0,2 0 0,-1-1 0,2 1 0,-1-1 0,1 0 0,13 16 0,-9-15 3,1 0 0,0-1 0,1 0 0,0-1 0,0 0 0,1-1 0,0 0 0,1-1 0,0-1 0,0 0 0,1-1 0,0 0 0,0-1 0,0-1 0,1-1 0,21 3 0,2-3-233,0-1 0,0-2 0,1-2 0,-1-1 0,58-13 0,-54 6-253,0-2 0,-1-2 1,-1-2-1,0-1 1,41-25-1,-25 9-290,-1-3 1,88-76-1,-87 58 464,-1-3 1,-4-2 0,-2-2 0,-2-2-1,56-102 1,157-364 372,-154 283 2131,-105 242-1405,-10 24 807,-255 776 2150,234-714-3747,4 1 0,-27 165 0,50-236 0,1 0 0,0 0 0,1 0 0,0 0 0,1 0 0,0 0 0,3 13 0,-3-22 0,0 0 0,0 0 0,0-1 0,0 1 0,1 0 0,-1-1 0,1 1 0,0-1 0,-1 1 0,1-1 0,0 0 0,1 1 0,-1-1 0,0 0 0,0-1 0,1 1 0,-1 0 0,1-1 0,0 1 0,-1-1 0,1 0 0,0 0 0,0 0 0,0 0 0,0 0 0,0-1 0,0 1 0,0-1 0,0 0 0,0 0 0,0 0 0,0 0 0,0-1 0,3 0 0,32-7 0,0-1 0,-2-2 0,1-2 0,-1-1 0,34-19 0,49-19 0,-85 38 0,-1 2 0,2 2 0,-1 1 0,43-6 0,-68 14 0,0 0 0,0 1 0,0 0 0,1 0 0,-1 1 0,0 0 0,0 1 0,0 0 0,0 0 0,0 1 0,-1 0 0,1 1 0,-1-1 0,0 2 0,0-1 0,0 1 0,0 0 0,-1 1 0,0 0 0,0 0 0,11 13 0,-2 6 0,0-1 0,-1 2 0,22 53 0,17 31 0,-48-101 0,0-1-1,0 0 1,1 0-1,0 0 1,0 0-1,1-1 1,0-1-1,0 1 1,1-1-1,16 9 1,-11-9-139,1 1 1,0-2 0,0 0 0,1-1 0,0 0 0,22 1 0,-3-2-294,0-3 1,0-1 0,1-1 0,-2-2 0,60-15-1,-63 10 232,1-1-1,-1-1 1,-1-2-1,0-2 1,-1 0-1,28-20 0,-36 20 130,-1 0 0,-1 0 0,0-2 0,-1-1 0,-1 0 0,-1-1-1,0-1 1,19-31 0,-32 42 290,1-1 0,-1 1 0,0 0-1,-1-1 1,0 0 0,-1 1 0,0-1 0,0 0 0,-1 0-1,-2-12 1,2-1 504,-10 41-578,6-15 137,8-14 63,-13 45 1505,-13 32-1998,-111 282 148,112-260-2311,16-63-923,7-16-2960,7-2 2769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0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13541,'0'0'3397,"-13"9"-2133,-1 0 412,14 12-1056,4 0-120,2 3-128,-2 4-564,6 2-936,3 18-800,-3-12-3473,0 0-4336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1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91 450 11149,'-7'-5'-106,"-4"-2"4432,22 10-357,-10-3-3875,-1 0-1,1 0 0,0 1 0,-1-1 0,1 0 0,-1 0 0,1 1 0,0-1 0,-1 0 0,1 1 0,-1-1 1,1 1-1,-1-1 0,0 0 0,1 1 0,-1-1 0,1 1 0,-1 0 0,0-1 0,1 1 0,-1-1 0,0 1 1,0-1-1,0 1 0,1 0 0,-1-1 0,0 2 0,-5 18 2398,-2 8-699,-22 165 2339,8-112-3404,-6 34 61,21-35-360,6-79-421,1-1 0,-1 1 0,1-1 0,0 0 0,0 1 0,-1-1 0,1 0-1,0 1 1,0-1 0,-1 0 0,1 0 0,0 0 0,0 0 0,0 0 0,-1 0 0,1 0-1,0 0 1,0 0 0,0 0 0,0-1 0,0 1 16,7-1-7,0-1-1,-1 1 0,1-2 1,-1 1-1,0-1 0,0 0 1,0-1-1,0 0 0,0 0 0,-1 0 1,7-7-1,31-16-19,33-10-62,2 3 0,0 4 0,3 4 0,134-26 0,-192 48 48,1 0-1,0 2 1,0 0 0,0 2 0,0 1 0,0 1 0,48 10 0,-54-7 9,-1 1 0,0 1-1,0 0 1,-1 1 0,1 1 0,-2 1-1,1 1 1,-2 0 0,1 0 0,24 26 0,-13-6-8,-2 0-1,33 54 1,-1-1 74,-49-74-47,-1-1 0,1 0 0,0-1 1,1 0-1,0 0 0,0-1 0,1 0 0,0 0 0,0-1 0,1-1 1,-1 0-1,17 6 0,-13-7-7,0-1 0,0 0 1,1-1-1,-1-1 0,0 0 1,1-1-1,-1 0 0,1-1 0,18-4 1,-12 1-11,0-2 1,-1 0-1,1-1 1,-1-2-1,-1 0 1,0 0 0,0-2-1,-1-1 1,0 0-1,-1-1 1,0-1-1,-1 0 1,23-27 0,-24 20-8,-1-1 0,0 0 0,-2 0 0,-1-1 0,12-33 0,-21 51 7,0 0 1,-1 0-1,0 0 0,0 0 1,0 0-1,-1 0 1,1 0-1,-1 0 1,0 0-1,-1 0 1,1 0-1,-1 0 0,0 0 1,-3-8-1,3 10 7,0 1 1,0-1-1,-1 0 0,1 0 0,-1 1 0,0-1 0,0 1 0,0 0 0,0-1 1,0 1-1,0 0 0,-1 0 0,1 0 0,-1 1 0,0-1 0,1 1 0,-1-1 0,0 1 1,0 0-1,0 0 0,0 0 0,0 0 0,0 1 0,-3-1 0,-7 0 3,1 1 0,-1 1 0,1 0 0,-1 1 0,1 0 0,-1 1 0,1 0 0,0 1 0,0 0 0,1 1 0,-1 1 0,1 0 0,-17 12 0,5-3 39,2 2-1,0 0 1,1 1 0,1 1 0,-26 35 0,33-38-45,2 1 1,0 0-1,1 1 1,1 0-1,0 0 0,1 1 1,-5 28-1,11-42-12,0 1-1,0-1 1,1 1-1,0-1 1,0 0-1,0 1 1,1-1-1,0 1 1,0-1-1,0 0 1,0 1-1,1-1 1,0 0-1,0 0 1,6 9-1,-6-11-27,0 0-1,0 0 0,1 0 1,-1-1-1,1 1 1,0-1-1,-1 1 1,1-1-1,0 0 0,0 0 1,1 0-1,-1 0 1,0-1-1,1 0 0,-1 1 1,1-1-1,-1 0 1,1-1-1,-1 1 0,1 0 1,0-1-1,-1 0 1,8 0-1,6-3-36,0-1 0,-1-1 0,1 0 0,-1-1 0,0 0 0,0-2 0,-1 0 0,0 0 0,0-2 0,-1 1 0,0-2 0,-1 0 0,0-1 0,13-16-1,10-12 6,-3-3-1,-1-1 1,34-60-1,13-45 87,71-191 0,-111 248 237,87-188 2032,-160 360-1492,-49 102-808,24-59-472,-55 165-1,77-184-1877,-17 57-2569,45-129 2563,1 1 0,2 0 0,-2 33 0,6 42-9609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3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233 894 13249,'1'-5'310,"1"-60"2559,-1 18 7741,1 51-8630,11 27-1178,-1-1-1,-1 2 1,-2-1 0,10 61-1,-11-26-930,0 102-1,-11-83 130,-4 1 0,-4-1 0,-4 0 0,-3-1 0,-44 122 0,25-95-15,-72 193-286,100-283 39,-23 47-2423,25-61 1907,3-10 227,0-24-58,6-44 51,7-9 195,3 1 0,30-103 0,68-151 46,-33 136 86,123-222-1,-120 277 156,6 4 0,117-145 0,-155 223 82,3 2 0,2 2 1,3 2-1,104-77 0,-148 123 14,-1 1-1,1 0 0,0 0 0,0 2 1,1-1-1,0 2 0,0 0 0,0 0 1,21-2-1,-28 5-1,1 1-1,-1 0 1,1 0 0,-1 1-1,1 0 1,-1 0 0,0 0-1,1 1 1,-1 0 0,0 0-1,0 1 1,0-1 0,0 1-1,-1 1 1,1-1 0,-1 1-1,0 0 1,0 0 0,0 1-1,0-1 1,7 10 0,-5-3 11,-1 0 0,1 0 0,-2 0 0,0 1 0,0 0 0,-1 0 0,0 0 0,-1 1 0,-1-1 0,0 1 0,1 13 0,-1 20 82,-6 77 0,-1-44-75,-5 143 243,11-192-340,2-1-1,0 0 1,2 0-1,1 0 1,17 45-1,-2-26-436,47 78 0,-48-94 264,-2 1 1,0 1-1,-3 0 1,-1 1-1,12 44 1,-24-67 192,0 1 1,-2-1-1,1 0 1,-1 1-1,-1-1 1,0 1-1,-1-1 1,0 0-1,-1 0 1,0 0-1,-1 0 1,-1 0-1,1-1 1,-2 1-1,0-2 1,0 1-1,-1 0 1,0-1-1,-15 16 1,-6 3 0,-1-1-1,-1-2 1,-2 0 0,-63 38-1,-4-6 79,-142 60 0,-116 26 595,180-75 309,174-67-877,-8 2 2,10-4-61,1 0 0,0 1 1,0-1-1,0 0 0,0 0 1,0 0-1,0 0 0,0 1 1,-1-1-1,1 0 0,0 0 0,0 0 1,0 1-1,0-1 0,0 0 1,0 0-1,0 1 0,0-1 1,0 0-1,0 0 0,0 0 1,0 1-1,0-1 0,0 0 1,0 0-1,1 0 0,-1 1 0,0-1 1,0 0-1,0 0 0,0 0 1,0 1-1,0-1 0,0 0 1,1 0-1,-1 0 0,0 0 1,0 0-1,0 1 0,0-1 1,1 0-1,-1 0 0,0 0 0,0 0 1,0 0-1,1 0 0,-1 0 1,0 0-1,0 0 0,0 0 1,1 0-1,-1 1 0,8 3 30,0 0-1,1 0 1,-1-1-1,1 0 1,0-1-1,0 0 1,0 0-1,0 0 1,0-1-1,0-1 1,15 0-1,80-8-391,-1-4 0,175-44-1,196-87-1886,-364 108 1686,609-236-2077,-250 63 3622,-351 144 383,-114 62-1002,-27-11 201,18 12-545,0-1 0,1 1-1,-1 0 1,0 0-1,0 0 1,0 1 0,0 0-1,0 0 1,0 0 0,0 0-1,0 1 1,0 0-1,0 0 1,-6 2 0,-12 5 67,-39 18 1,31-12-24,-174 85 76,134-62-490,10-7-949,1 3 0,2 3 0,-66 52 0,120-85 1143,0 0-1,0 1 1,1 0 0,-1 0-1,-4 8 1,7-11 139,1-1-1,-1 1 1,1 0 0,0-1-1,-1 1 1,1 0 0,0 0 0,0 0-1,-1-1 1,1 1 0,0 0-1,0 0 1,0-1 0,0 1-1,0 0 1,0 0 0,0 0 0,0-1-1,1 1 1,-1 0 0,0 0-1,0 0 1,1-1 0,-1 1-1,0 0 1,1-1 0,-1 1-1,1 0 1,-1-1 0,1 1 0,-1 0-1,1-1 1,-1 1 0,1-1-1,0 1 1,-1-1 0,1 1-1,0-1 1,-1 0 0,1 1 0,0-1-1,-1 0 1,1 1 0,0-1-1,0 0 1,1 0 0,6 2 33,1-1 0,0-1 0,0 1 0,0-2 0,-1 1 1,1-1-1,13-3 0,-7 2 36,115-26 577,-35 6-98,148-16 985,-200 34-1158,1 2-1,-1 1 1,73 10 0,-36 5 64,124 39 1,72 43-57,-271-94-368,38 14 29,1-2 1,0-2 0,1-2-1,62 6 1,-86-15-29,1 0-1,-1-1 1,0-1 0,0-1 0,0-1 0,0-1 0,0-1 0,0-1 0,-1 0 0,0-2-1,29-15 1,-42 19 5,0 0-1,-1-1 0,0 0 0,0 0 0,0 0 1,-1 0-1,0-1 0,0 0 0,0 0 0,-1 0 1,7-14-1,-6 9-1,0 0 0,-1 0 0,-1-1 0,0 1 1,-1-1-1,2-23 0,-3-2 0,-3 0 1,-1-1 0,-13-62 0,-1-11-148,18 108 121,0 1 0,0-1 0,-1 1 0,1-1 0,1 1 0,-1 0 0,0 0 0,0-1 0,1 1 0,0 0-1,-1 0 1,3-2 0,3 0-27,-1 0 0,1 0 0,0 1-1,0-1 1,0 2 0,10-4 0,0 0-123,-1 1 24,4-2 40,0 0 1,0-1-1,-1-1 0,34-22 1,-53 31 123,0 0 0,0-1 0,0 1 1,0 0-1,0 0 0,0 0 0,0 0 1,-1 0-1,1 0 0,0 0 0,0 0 1,0 0-1,0 0 0,0 0 1,0-1-1,0 1 0,0 0 0,0 0 1,-21 12 143,-31 24 58,27-8-79,1 1 0,1 2 0,1 0 0,-34 67 0,18-30 2,8-9-76,2 1 0,2 2 0,4 0 1,-24 105-1,43-158-55,1 1 1,0-1-1,1 1 1,0-1-1,1 1 0,0 11 1,0-19-13,1-1 0,-1 1 1,1 0-1,-1-1 0,1 1 1,0 0-1,-1-1 0,1 1 1,0-1-1,0 1 0,0-1 1,0 1-1,0-1 0,0 0 1,1 0-1,-1 1 1,0-1-1,1 0 0,-1 0 1,1 0-1,-1 0 0,1-1 1,0 1-1,-1 0 0,1-1 1,0 1-1,-1-1 0,1 1 1,0-1-1,0 0 0,-1 0 1,1 0-1,0 0 0,0 0 1,-1 0-1,1 0 0,0-1 1,2 0-1,6-1-19,0 0 1,-1-1-1,1 0 0,-1-1 0,12-6 1,-3 2-26,19-9-97,496-241-3899,-479 225 3235,96-79 0,-127 93 657,-2-1-1,0-1 1,-2-1-1,0-1 1,-1 0-1,19-34 1,13-54 401,-27 54 363,-3 27-317,-18 27-89,15-24 335,-14 20-562,-1 4 51,-1-1 0,0 1 0,0 0 0,0-1 0,0 1 0,0-1 1,-1 1-1,1-1 0,-1 1 0,0-1 0,0 1 0,-1-1 0,0-5 1,0 7 8,-4-12 2,6 13-43,-1 0-1,0 0 0,0 0 1,-1 0-1,1 0 0,0 1 1,0-1-1,0 0 0,-1 0 1,1 0-1,0 0 0,-1 0 1,1 0-1,0 1 0,-1-1 1,0 0-1,1 0 0,-1 1 1,1-1-1,-1 0 0,-1 0 1,-17 0 15,12 0-11,0 1-1,0-1 1,0 2-1,0-1 1,-13 3 0,-79 27 74,0 5 0,-148 74 0,241-106-77,-98 51-33,93-47 57,1-1 0,0 1 0,1 1 0,0 0 0,0 0 1,0 1-1,-10 14 0,19-22-16,0 0-1,0 0 1,1 1-1,-1-1 1,0 0 0,1 0-1,-1 0 1,1 0-1,-1 1 1,1-1-1,-1 0 1,1 0 0,0 0-1,0 0 1,0 0-1,-1 0 1,1-1 0,0 1-1,0 0 1,0 0-1,0-1 1,0 1 0,0 0-1,1-1 1,-1 1-1,0-1 1,0 0-1,2 1 1,20-2 106,1-1-1,-1 0 1,-1-2-1,1-1 1,35-13-1,-55 17-106,-1 0 0,0-1-1,1 1 1,-1-1 0,0 0-1,0 1 1,0-1-1,-1 0 1,1 0 0,0 0-1,-1-1 1,1 1 0,-1 0-1,0 0 1,1-1-1,-1 1 1,-1-1 0,3-4-1,5-12 6,-1 6-726,0 0 0,1 1 1,1 0-1,13-15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3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1443 143 6473,'1'-3'253,"1"1"1,0-1-1,-1 0 1,0 1-1,0-1 0,0 0 1,0 0-1,0 0 1,0 0-1,-1 0 1,0 0-1,1 0 1,-1 0-1,0 0 1,0 0-1,-1 0 1,1 0-1,-1 0 1,1 0-1,-1 0 1,0 0-1,0 1 1,0-1-1,-2-3 1,-2-7 837,4 11-911,0-1 1,-1 0 0,0 1 0,1 0 0,-1-1-1,0 1 1,0 0 0,0 0 0,0 0 0,-1 0-1,1 0 1,-1 0 0,1 1 0,-1-1 0,1 1-1,-1 0 1,-3-1 0,-2-1 141,-1 0 0,0 0 0,0 1 1,-12-1-1,-6 0 76,0 2 0,0 1 0,0 1 1,1 1-1,-1 1 0,0 2 0,-43 12 0,31-3-186,0 2 0,1 1 0,1 2-1,-44 29 1,11-3-30,-108 91-1,155-115-198,0 1 0,2 1 1,1 1-1,0 1 0,2 0 0,1 2 1,-24 49-1,39-71 11,-1 1 1,1 0-1,0 0 1,0 0-1,1 0 1,-1 1-1,1-1 1,1 0-1,-1 1 1,1-1-1,1 0 1,-1 1-1,1-1 1,0 0-1,0 0 1,3 8-1,-3-11 4,0 0 0,0-1 1,1 1-1,-1-1 0,1 0 0,0 1 0,0-1 0,-1 0 0,1 0 0,1 0 0,-1 0 0,0-1 0,0 1 0,1 0 0,-1-1 0,1 0 0,-1 1 0,6 0 0,-1 1-1,1-1 0,-1-1 0,1 1 0,-1-1 0,16 0 0,8-3 49,0-2 1,0 0-1,-1-2 0,0-2 0,0 0 0,-1-2 1,34-16-1,193-109 1765,-207 107-1086,-41 24-583,0-1 0,0 1 1,0 0-1,0 1 0,1 0 1,11-2-1,-18 5-112,-1-1 1,1 1-1,0 0 1,0 0-1,0 0 1,-1 1-1,1-1 0,0 0 1,0 1-1,-1-1 1,1 1-1,0-1 1,-1 1-1,1 0 1,0 0-1,-1 0 1,1 0-1,-1 0 0,0 0 1,1 0-1,-1 0 1,0 1-1,0-1 1,1 1-1,-1-1 1,0 0-1,0 1 1,-1 0-1,1-1 0,0 1 1,0 0-1,-1-1 1,1 4-1,3 7 83,-1 1-1,-1 0 1,0 0 0,-1-1-1,-1 1 1,1 0 0,-3 15-1,-17 96 597,15-104-589,-19 86 432,-5-1-1,-4-1 0,-49 105 0,19-75-151,-137 218 0,115-227-399,-5-4 0,-5-3 1,-132 124-1,124-151-1,86-78 0,0-1 0,-1-2 0,0 1 0,-27 10 0,42-20-3,0 0 0,0 0 0,0-1 0,0 1 0,0-1 0,0 0 0,0 1 0,0-1 0,0 0 0,0 0 0,0 0 0,0 0 0,0-1 0,0 1 0,0 0 0,0-1 0,0 0 0,0 1 0,0-1-1,0 0 1,1 0 0,-1 0 0,0 0 0,0 0 0,-2-3 0,2 2-21,1 0 1,-1 0-1,0 0 0,1-1 0,0 1 0,0 0 0,-1-1 0,1 1 0,1-1 0,-1 1 0,0-1 1,1 1-1,-1-1 0,1 0 0,0 1 0,0-1 0,0 0 0,0-5 0,4-9-94,0-1 0,1 1 1,1 0-1,0 0 0,1 1 0,1-1 0,11-16 0,81-109-642,46-39-1397,8 7 0,8 7 0,318-256 0,-13 95-3251,-138 139-2042,-188 120 1389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4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1115 33 8589,'-3'0'361,"-1"0"1,0-1-1,0 0 1,1 0-1,-1 0 1,0 0-1,1 0 1,-1-1-1,1 0 1,-6-3-1,5 3-85,0-1-1,0 1 1,0 0-1,-1 1 1,1-1-1,0 1 1,-1-1 0,1 1-1,-1 1 1,-4-1-1,-30 0 831,-1 3 0,1 1 0,-45 10 1,42-4-729,1 2 1,0 1 0,1 3 0,1 1 0,-49 28-1,33-13-138,-142 84-287,148-83-396,-82 70-1,129-101 425,0 1-1,0 0 1,0 0-1,1 0 1,-1 1-1,0-1 1,1 0-1,-1 0 0,1 1 1,0-1-1,-1 4 1,2-5 8,-1 0 1,1 0-1,0 1 1,0-1-1,0 0 1,0 0-1,0 1 1,0-1-1,0 0 1,0 0-1,1 0 1,-1 1-1,0-1 1,1 0-1,-1 0 1,1 0-1,-1 0 1,2 2-1,0-1 5,0 0 0,0 0 0,0-1 0,0 1 0,1 0 0,-1-1 0,0 1 0,1-1 0,-1 0 0,1 0 0,0 0 0,-1 0 0,1 0 0,0-1 0,0 1 0,0-1 0,-1 1 0,1-1 0,4 0 0,100-8-66,-79 5 117,-1 0-1,1 2 0,0 1 1,0 1-1,47 8 0,-69-7-20,0-1 0,0 2 0,0-1 0,0 1 1,0 0-1,-1 0 0,1 0 0,-1 1 0,1 0 0,-1 0 0,-1 0 0,1 0 0,-1 1 0,8 10 0,-7-7 9,0 1 0,0 0 0,-1 0 0,0 1 0,-1-1 0,0 1 0,-1-1 0,3 19 0,-3 1 20,-1 0 0,-2 0 0,-1 0 0,-1-1 0,-12 51 0,4-38-26,-2-1 0,-2-1 0,-1 0 0,-2-1 0,-2-1 0,-1-1 0,-2-1 0,-1 0 0,-2-2 0,-1-1 0,-2-2 1,-1 0-1,-1-2 0,-66 46 0,85-66-23,-2 0 0,1-1 0,-1 0 0,0-2 0,0 1 0,-1-1 0,1-1 0,-22 3 0,35-8-4,1 1 0,-1-1 1,0 1-1,1-1 1,-1 1-1,0-1 0,1 0 1,-1 1-1,1-1 1,-1 0-1,1 0 0,-1 0 1,1 1-1,-1-1 0,1 0 1,0 0-1,0 0 1,-1 0-1,1 0 0,0 1 1,0-1-1,0 0 0,0 0 1,0 0-1,0 0 1,0-1-1,0 1-2,0-4 1,0 0 0,1-1-1,-1 1 1,1 0-1,0 0 1,1 0 0,-1 1-1,1-1 1,0 0-1,0 0 1,1 1 0,3-6-1,43-59 37,-28 43-38,68-85 13,172-167 0,-234 250-19,2 2 0,1 1 0,1 1 0,1 2 0,1 1-1,46-21 1,-75 40-91,1 1-1,0-1 1,0 1-1,0 0 1,0 1-1,0-1 1,0 1-1,0 0 1,0 0-1,0 0 1,0 1-1,0 0 1,0 0-1,-1 0 1,1 0-1,0 1 1,0 0-1,-1 0 1,7 4-1,-7-4-312,0 1 0,0 0 0,0 0 1,0 0-1,-1 1 0,0-1 0,1 1 0,3 6 0,-5-7-189,0 1 0,0-1 0,-1 1 0,1-1 0,-1 1 0,0 0 0,0-1 0,0 1 0,0 0 0,-1 0 0,0 4 0,0 19-6099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4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 4828,'61'-33'1305,"-48"24"-337,4-1 332,3 16-1308,3-2-716,-23 23-3961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5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1 272 5469,'4'5'722,"6"6"-142,-8-3 4856,18-14-3231,18-5-1410,-1-2 0,0-2 0,-1-1 0,40-25 0,18-8-508,-59 32-317,-22 9 47,0 2 0,0 0 0,1 0 0,-1 1 0,21-4 0,-33 9-20,1 0 0,0 0 0,-1 0 0,1 0 0,-1 0-1,1 1 1,0-1 0,-1 0 0,1 1 0,-1-1 0,1 1 0,-1 0 0,1-1 0,-1 1 0,1 0 0,-1 0 0,0 0 0,1 0 0,-1 0 0,2 2 0,15 23-12,-14-19-76,-3-6 67,-1 0 0,1 1 0,-1-1 0,1 0 0,-1 1 0,1-1-1,-1 1 1,0-1 0,0 1 0,0-1 0,1 0 0,-2 1 0,1-1 0,0 1-1,0-1 1,0 1 0,-1-1 0,0 3 0,1-3-27,-1 1 0,1 0 0,0 0 1,-1-1-1,1 1 0,0 0 0,0 0 0,0-1 0,0 1 1,1 0-1,-1 0 0,0-1 0,2 4 0,-1-3 9,0 1 1,0-1-1,0 0 0,0 0 0,1 0 0,-1 1 0,1-1 0,0-1 1,-1 1-1,1 0 0,0 0 0,0-1 0,0 1 0,0-1 1,1 1-1,-1-1 0,3 1 0,-2-1 18,0 0 0,1-1 0,-1 1 0,0-1 0,0 0 0,1 0 0,-1 0 0,0-1 0,0 1 0,1-1 0,-1 0 0,0 0 0,0 0 0,5-2 0,0-1 75,-1-1-1,1 0 1,-1 0 0,0 0-1,-1-1 1,1 0 0,-1-1-1,0 1 1,-1-1 0,1 0-1,7-16 1,8-7 162,-17 24-152,0-1 0,0 1 0,0-1 0,-1 0 0,0-1 0,-1 1 0,1 0 0,-1-1 0,-1 0 0,1 1 0,-1-15 0,-1 19 10,-5 4-35,-7 3-53,-1 1 0,1 0 0,0 0-1,1 1 1,-1 1 0,1 0 0,0 0 0,1 1 0,0 0 0,0 1-1,1 0 1,0 1 0,0 0 0,1 0 0,1 1 0,-8 13 0,14-22 33,2-1-3,1-1 1,-1 0-1,1 1 1,-1 0-1,0-1 1,1 1-1,-1 0 1,0 0 0,1 0-1,-1 0 1,2 2-1,13 8 91,-10-11-29,0 0 1,0 0-1,0 0 1,0-1-1,0 0 1,0 0 0,0-1-1,-1 1 1,1-1-1,-1-1 1,1 1-1,-1-1 1,0 0-1,1 0 1,5-5 0,-2 2 107,0 1 0,0 0 0,0 1 0,11-4 0,11 0 150,-30 8-320,-1 0 1,1 1-1,-1-1 0,1 0 0,-1 1 1,1-1-1,0 0 0,-1 1 0,1-1 0,-1 1 1,0-1-1,1 0 0,-1 1 0,1-1 0,-1 1 1,0 0-1,1-1 0,-1 1 0,0-1 1,0 1-1,1-1 0,-1 1 0,0 0 0,0-1 1,0 2-1,6 17 110,-1 13-8,-2 0 0,-1 1 0,-1 0-1,-2-1 1,-6 47 0,-3-20 42,-2 0-1,-22 61 1,18-71-117,-3-1 0,-1-1 0,-2-1 0,-2-1 0,-2-2 0,-2 0 0,-2-1 0,-2-2 0,-67 65 0,82-92-345,0 0-1,-2-2 1,1 0-1,-1-1 0,-26 9 1,37-16-786,26-15-3641,-9 7 4262,27-19-1602,0-2-1,61-58 0,-45 36-173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25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54 7749,'20'-45'440,"-6"36"248,-34 12-6581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40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0 10473,'-24'3'2072,"11"6"4129,6 6-6681,4-3-1216,23 4-11890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6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9785,'13'-39'4348,"-9"18"-2368,2 0 4457,-16 9-4773,0 6 2585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6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80 193 9837,'-77'-102'1860,"77"57"-172,-3-1-100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7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1729 1 13381,'22'70'1097,"-22"-67"-1032,1 0 0,0 0 0,-1 0 0,0 1 0,0-1 0,0 0 0,0 0 0,0 1 0,0-1 0,-1 0 0,0 0 0,0 1-1,0-1 1,0 0 0,-3 5 0,-1-3 43,-1 0 0,1-1 0,-1 1 0,0-1 0,0-1 0,-1 1 0,1-1 0,-1 0 0,0 0 0,1-1 0,-1 0 0,-12 2 0,-121 21 1105,87-16-755,13-3-114,7-1-10,1 1 0,-33 11 0,54-13-247,1 0-1,0 0 1,1 1-1,-1 0 1,1 1-1,0 0 1,0 1-1,1 0 1,-1 0-1,-7 10 1,-59 73 672,-34 38 59,-23 2-655,-241 184 0,23-59-3015,313-229 1738,-13 10-1281,17-10-3010,14-12-2638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7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805 24 11381,'26'-15'2466,"-21"12"38,-36-2 2638,21 5-3926,10 0-1085,-1 0 1,0 0 0,0 1-1,0-1 1,0 0 0,0 1-1,1-1 1,-1 1 0,0-1-1,0 1 1,1 0 0,-1-1-1,0 1 1,1 0-1,-1-1 1,0 1 0,1 0-1,-1 0 1,1-1 0,0 1-1,-1 2 1,-1 0 323,-3 5 4,0 0 0,1 0 0,1 0 0,-1 1 0,1 0 0,-2 13 0,-7 17 555,-20 45 206,-49 90-1,-56 75-1042,-66 138-313,198-377 117,-173 433 60,153-368-951,4 2 0,3 0 1,3 1-1,-4 82 0,16-110-1171,7 88 0,0-108 60,8 34 0,-7-42-668,2 0 0,11 23 0,4-1-6296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8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891 1074 6217,'-17'-22'1301,"-36"-38"0,42 46-851,0 0 1,1 0-1,1-1 0,0 0 1,1-1-1,0 0 1,1 0-1,1-1 0,1 1 1,0-2-1,2 1 1,0 0-1,0-1 0,1-31 1,2 34-279,-1 0-20,1-1-1,1 0 1,0 1-1,1-1 0,1 1 1,1 0-1,0 0 0,0 0 1,2 0-1,0 1 0,0 0 1,11-17-1,85-132 1063,-88 144-1096,0 1-1,1 0 1,1 1 0,1 1-1,0 1 1,1 0-1,1 1 1,0 1 0,1 0-1,28-12 1,-25 12-20,20-9 34,0 2 1,1 2 0,2 1-1,-1 3 1,2 2 0,0 2-1,0 1 1,0 3 0,1 2-1,62 3 1,-75 3-82,0 1 0,-1 3 0,1 0 0,-1 2-1,-1 2 1,44 18 0,-52-17-24,0 2 0,-1 1 0,-1 0 0,0 2 0,-1 1 0,0 0 0,-1 2 0,28 33 0,-37-37-21,-1 0 0,0 1 1,-1 0-1,-1 0 0,-1 1 0,0 0 1,-1 1-1,-1 0 0,-1 0 1,0 0-1,-2 1 0,0-1 0,0 1 1,-2 20-1,-1-10 3,-3-1 1,0 0-1,-1 0 1,-2 0-1,-1 0 0,-1-1 1,-2-1-1,-21 45 0,-6-3 3,-2-1 0,-4-2-1,-58 67 1,-167 166 53,241-269-63,-211 213-23,-48 52 50,265-272-30,-33 40 60,50-57-54,0 1 0,1-1-1,0 0 1,0 1-1,0 0 1,1 0 0,0 0-1,0 0 1,0 0-1,0 7 1,2-11-5,0 0 0,0 0 0,0 0 1,0 0-1,1 1 0,-1-1 0,1 0 0,0 0 0,-1 0 0,1 0 0,0 0 0,0 0 1,0 0-1,1 0 0,-1 0 0,0-1 0,1 1 0,-1 0 0,1-1 0,-1 1 1,1-1-1,0 0 0,0 1 0,-1-1 0,5 1 0,3 3 3,0-1 0,0 0 0,1-1 1,12 3-1,48 6 35,1-2 0,0-4 0,88-2 0,-2 0 58,168 29 94,-258-24-156,39 6 42,134 36 1,-217-45-62,116 37 64,-122-37-30,0 1-1,-1 1 0,0 1 1,0 0-1,23 20 0,-35-27-20,-1 1 0,1 0 0,-1 0 0,0 1-1,0-1 1,0 1 0,-1-1 0,1 1 0,-1 0 0,0 0-1,0 0 1,0 0 0,-1 0 0,1 1 0,-1-1 0,0 1 0,0-1-1,-1 0 1,1 1 0,-1-1 0,0 1 0,0-1 0,0 1-1,-1-1 1,-1 6 0,-1-1 18,0-1 0,0 0 0,-1 0 0,-1 0 0,1 0 0,-1-1-1,0 0 1,-1 0 0,0 0 0,0-1 0,0 1 0,-8 5 0,-15 9 110,0-1 1,-2-1-1,0-1 1,-1-2-1,-54 20 1,-182 45 430,79-38-188,-241 24 0,-201-15 471,370-33-505,156-11-241,-113 8 184,160-15-322,-97-9-1,144 7-141,0-1 0,1 0 0,-1-1 0,0 0 0,1 0 0,-1-1 0,1 0 0,-10-7 0,17 10 9,0-1 0,1 0 0,-1 0 1,1-1-1,0 1 0,-1 0 0,1-1 0,0 0 0,1 1 1,-1-1-1,0 0 0,1 0 0,-1 0 0,1 0 0,0 0 0,0 0 1,0 0-1,1 0 0,-1-1 0,1 1 0,0 0 0,-1 0 1,1-1-1,1 1 0,-1 0 0,0 0 0,1 0 0,0-1 0,0 1 1,1-4-1,2-3-579,1-1 0,0 1 0,0 0 1,1 1-1,0-1 0,0 1 0,1 0 1,1 1-1,0 0 0,0 0 0,0 0 0,1 1 1,11-7-1,90-57-9272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9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1137 56 13865,'-2'-2'301,"0"1"0,0-1 1,1 1-1,-1-1 0,0 0 0,1 1 0,0-1 0,-1 0 0,1 0 0,0 0 0,0 0 0,0 0 0,-1-3 0,2 4-175,-1-1 0,1 1 0,-1-1 0,1 1 1,-1 0-1,0-1 0,0 1 0,0 0 0,0 0 0,0-1 0,0 1 0,0 0 0,0 0 0,-1 0 0,1 0 0,0 0 0,0 1 0,-1-1 0,1 0 0,-1 0 0,1 1 0,-1-1 0,1 1 0,-1 0 0,1-1 0,-1 1 0,1 0 0,-1 0 0,-1 0 0,-21-2 460,1 2 0,0 1 0,-1 1 0,1 0 1,0 2-1,0 1 0,-35 12 0,10 0-134,0 3 0,-65 36 1,40-13-126,3 2 1,-117 99-1,144-105-354,1 2-1,2 1 0,2 3 0,-61 92 1,98-136 24,-10 16-41,2 1 1,-1 0 0,-12 36-1,21-50 38,0 0 0,0 0-1,0 1 1,1-1-1,-1 0 1,1 0-1,0 0 1,0 0 0,1 1-1,-1-1 1,2 5-1,-1-7 3,0 0-1,0 0 0,0 1 1,0-1-1,1 0 0,-1 0 1,1-1-1,-1 1 1,1 0-1,0 0 0,-1-1 1,1 1-1,0-1 0,0 0 1,0 1-1,0-1 0,0 0 1,1 0-1,-1 0 1,0 0-1,3 0 0,4 1 1,0-1-1,1 1 1,-1-2-1,0 1 1,0-1-1,1-1 1,-1 0-1,0 0 1,0-1-1,16-4 1,10-6-3,45-20 1,-76 30 4,416-214-46,-221 108 506,-197 107-453,30-17 154,0 2 1,1 2-1,46-14 0,-68 25-121,0 0 1,0 1-1,0 1 1,1 0-1,-1 1 1,0 0-1,1 1 0,-1 0 1,0 0-1,0 1 1,0 1-1,0 0 1,0 0-1,18 9 0,-1 4 34,-1 1 0,32 25-1,25 16 2,-30-27-47,1-3-1,1-2 0,1-2 0,1-3 0,0-3 0,73 13 1,-88-24-23,1-2 0,-1-1 0,1-3 0,0-1 0,-1-2 0,1-2 0,-1-2 0,0-2 0,64-21 0,-48 7-3,-1-3 0,-2-3 0,-1-2 0,-1-2 0,-1-3 0,-2-2 0,-2-2 0,-2-2 0,-1-3 0,-2-1 0,69-93-1,-104 125-5,-1-1 0,0 1 0,-1-1 0,11-28 0,-18 40 5,1 0 0,-1-1-1,1 1 1,-1 0 0,0 0 0,0-1 0,0 1 0,0 0 0,0-1 0,-1 1 0,1 0 0,-1 0-1,0-1 1,1 1 0,-1 0 0,0 0 0,0 0 0,0 0 0,-3-3 0,-23-24-19,25 28 19,0 0 1,0 0-1,0 0 1,-1 0-1,1 0 0,0 0 1,0 1-1,0-1 1,-1 1-1,1-1 1,0 1-1,-1 0 1,1 0-1,0 0 0,-1 0 1,1 0-1,0 0 1,0 1-1,-1-1 1,1 1-1,0 0 1,-4 1-1,-9 2-2,-10 2-47,0 2-1,1 0 0,0 1 0,0 2 1,1 0-1,1 1 0,0 2 0,0 0 0,2 1 1,-26 24-1,30-24-147,0 0 0,1 2 0,1 0 1,1 0-1,0 2 0,2-1 0,0 1 0,1 1 0,0 0 1,2 1-1,1-1 0,-8 34 0,13-47 113,1-1 1,1 1-1,-1 0 0,1-1 0,0 1 0,0-1 1,1 1-1,2 11 0,-2-16 59,0 1 1,0-1-1,0 0 1,0 1-1,1-1 1,-1 0-1,1 0 1,-1 1-1,1-1 1,0 0-1,0-1 1,-1 1-1,2 0 1,-1 0-1,0-1 1,0 1-1,0-1 1,1 0-1,-1 0 1,1 0-1,-1 0 1,1 0-1,-1 0 1,5 0-1,-1 0 1,1-1-1,-1 0 1,1 0-1,-1 0 0,0-1 1,0 0-1,1 0 1,-1 0-1,11-5 0,-3 1-7,0-1-1,0-1 1,15-10-1,-2-2 70,-1-1 0,-1-1-1,26-29 1,64-80 679,-70 77-276,-39 47-384,20-26 534,2 1 0,2 2 0,54-44-1,-83 72-560,0 0 1,1 0-1,0 1 0,-1-1 0,1 0 0,0 0 0,-1 1 0,1-1 0,0 1 0,0-1 0,-1 1 0,1 0 1,0 0-1,0 0 0,0 0 0,-1 0 0,1 0 0,0 0 0,0 1 0,0-1 0,-1 1 0,1-1 1,0 1-1,-1 0 0,1-1 0,0 1 0,-1 0 0,3 2 0,0 0 16,-1 0 0,0 0 0,0 0 0,0 0 0,-1 1 0,1-1 0,-1 1 0,0 0 0,0 0 0,3 8-1,4 16 124,-2 1-1,0 0 1,2 36-1,2 94 203,-9-26-220,-6 1 1,-6-1 0,-5 0 0,-38 151 0,-2-72-208,-145 359-1,127-398-173,-8-3 0,-8-4 0,-6-4 0,-118 151 0,-112 72-211,307-366 419,-35 28-1,47-42 21,-1 0 1,0-1-1,0 1 1,0-1 0,-1-1-1,0 0 1,1 0-1,-1 0 1,-9 1-1,15-4 7,1 1-1,-1-1 0,0 0 0,1 0 0,-1 0 1,0 0-1,0 0 0,1 0 0,-1 0 0,0-1 1,1 1-1,-1-1 0,1 1 0,-1-1 0,1 0 0,-1 1 1,1-1-1,-1 0 0,1 0 0,-1 0 0,1 0 1,0 0-1,0 0 0,-1-1 0,1 1 0,0 0 1,0-1-1,0 1 0,0 0 0,1-1 0,-1 1 0,0-3 1,-1-2 4,0 0 0,1 0 0,0 0 1,0 0-1,0 0 0,1 0 0,0-11 0,3-15 11,2 0-1,1 1 1,1 0-1,2 0 0,15-38 1,7-2-62,44-74 1,-9 36-644,88-112 0,97-92-1875,-219 274 2187,271-299-4584,-88 126-2432,-25 39-3541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9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1297 191 8041,'7'-22'773,"-5"15"-49,1 0 0,-1 0-1,-1-1 1,0 1 0,0 0 0,0 0 0,-1-1 0,0 1 0,-1-11 0,-1 5 369,1 8-571,1-1 0,-1 1 0,0 0 0,-1 0 1,0-1-1,1 1 0,-6-8 0,6 11-387,-1 0 1,0 0-1,1 1 1,-1-1-1,0 0 0,0 1 1,-1 0-1,1-1 1,0 1-1,0 0 1,-1 0-1,1 0 0,0 0 1,-1 1-1,1-1 1,-1 0-1,1 1 1,-1 0-1,1 0 0,-5 0 1,-9 1 104,-1 0-1,1 1 1,0 1 0,0 1-1,0 0 1,0 1 0,1 1 0,-16 7-1,8-3 9,-41 16 13,2 3-1,1 2 1,1 3 0,2 3 0,2 2-1,1 2 1,-65 66 0,99-85-200,2 0 0,1 2-1,1 0 1,-25 48 0,38-65-51,0 1 0,0 1 0,1-1 0,0 1 1,0-1-1,1 1 0,1 0 0,-1 0 0,1-1 0,1 1 0,-1 0 0,2 0 0,0 10 1,0-16-7,0 1 0,0 0 0,0-1 1,0 1-1,1-1 0,-1 1 0,1-1 1,0 0-1,0 0 0,0 0 0,1 0 1,-1 0-1,1 0 0,-1-1 0,1 1 1,0-1-1,0 1 0,0-1 0,0 0 1,1 0-1,-1-1 0,1 1 0,-1-1 1,1 0-1,-1 0 0,1 0 1,-1 0-1,1 0 0,5 0 0,2-1 1,0 0 0,-1-1-1,1 0 1,0 0 0,0-1-1,-1 0 1,1-1 0,-1-1-1,0 1 1,14-8-1,12-8 12,46-32 0,-80 50-16,70-50 75,117-107 0,-182 151-48,-1 0 16,1 0-1,0 0 0,0 1 1,1 0-1,0 0 0,0 1 1,0 0-1,1 1 0,0-1 1,0 2-1,16-6 0,-24 9-30,0 0 0,1 0 0,-1 0-1,0 0 1,0 0 0,1 1-1,-1-1 1,0 0 0,0 0 0,1 1-1,-1-1 1,0 1 0,0-1 0,0 1-1,0 0 1,0-1 0,0 1-1,0 0 1,0 0 0,0 0 0,0 0-1,0 0 1,0 0 0,-1 0 0,1 0-1,0 0 1,-1 0 0,1 0-1,-1 0 1,1 0 0,-1 1 0,0-1-1,1 0 1,-1 2 0,2 7 53,0-1 0,-1 1 0,0 16 0,-1-20-34,-3 63 245,-2 1-1,-25 116 1,15-104-149,-27 132-101,-10-1 0,-9-3 0,-8-3-1,-172 349 1,78-267-725,128-236 388,-3-2 0,-2-1 1,-52 51-1,79-87 207,-1-2-1,0 0 1,-1 0-1,-1-2 1,1 0 0,-2 0-1,1-2 1,-1 0-1,-19 6 1,34-13 91,0-1 0,0 1 0,-1-1 1,1 1-1,0-1 0,0 0 0,0 0 0,-1 0 1,1 0-1,0 0 0,0 0 0,0-1 0,0 1 0,-1-1 1,1 1-1,0-1 0,0 0 0,0 0 0,0 0 0,0 0 1,1 0-1,-1-1 0,0 1 0,0 0 0,1-1 1,-1 1-1,1-1 0,-1 0 0,1 1 0,0-1 0,-1 0 1,1 0-1,0 0 0,0 0 0,1 0 0,-2-3 0,0-2-1,0 1 0,1-1 0,-1 0 0,1 0-1,1 0 1,-1 0 0,1 0 0,1 1 0,-1-1-1,3-10 1,8-23-51,1-1 0,3 2 0,30-60-1,74-112-239,358-504-1253,-336 534 1314,288-283 0,-194 250 992,-165 157-126,113-72 0,-156 113-343,1 1 0,58-23 0,-79 35-217,1 0 1,0 1 0,0 0-1,0 0 1,0 1 0,0 0-1,0 0 1,0 1 0,1 0-1,-1 0 1,0 1-1,0 0 1,0 1 0,0 0-1,0 0 1,10 4 0,-15-4-33,1 1 0,0 0 1,-1 0-1,1 0 0,-1 0 1,0 0-1,0 1 1,0-1-1,-1 1 0,1 0 1,-1 0-1,0 0 0,0 0 1,0 0-1,-1 0 0,1 1 1,-1-1-1,0 1 0,0-1 1,-1 1-1,1-1 0,-1 8 1,0 9 40,-1 0 0,-1 1 0,-7 28 0,9-48-69,-108 400-2911,57-235-713,27-85 235,2-10-3201,4-4-4355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39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10 10753,'-13'-9'2776,"26"24"-1728,4 3-252,-7 12-652,3 24-724,-3-8-672,-10 8-2704,7 12-2789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40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9 345 11245,'-4'-34'1689,"2"28"-1208,1 0-1,0 0 1,1 0-1,0 1 1,0-1-1,0 0 1,0 0-1,1 0 1,0 0-1,0 1 1,1-1 0,2-7-1,2-1 660,0 0 0,1 1 1,17-25-1,-20 33-954,0 0 0,0 0 0,1 0 0,0 1 1,0 0-1,0 0 0,1 0 0,-1 1 0,1-1 0,0 1 1,10-3-1,-11 4-133,0 0 0,1 0 1,-1 1-1,1 0 0,-1 0 0,1 1 1,0-1-1,-1 1 0,1 0 0,-1 1 1,1-1-1,-1 1 0,1 0 0,-1 1 1,1-1-1,-1 1 0,0 0 1,0 0-1,0 1 0,0-1 0,0 1 1,0 1-1,-1-1 0,1 0 0,-1 1 1,0 0-1,0 0 0,-1 0 1,1 1-1,-1-1 0,0 1 0,0 0 1,0 0-1,-1 0 0,1 0 0,-1 0 1,-1 0-1,3 11 0,0 3 3,-1 0 0,-1 1 0,-1-1 0,-2 28 0,-12 80 53,8-90-98,-6 35 46,4-21-109,-3 58 1,10-93-10,1 0 0,0 0 0,1 0 0,0 0 0,1 0 1,1-1-1,11 28 0,-14-40 54,1 0 0,0-1 0,-1 1 1,1-1-1,0 1 0,1-1 0,-1 0 0,0 0 0,1 1 0,-1-2 1,1 1-1,-1 0 0,1 0 0,0-1 0,0 0 0,0 1 1,0-1-1,0 0 0,0-1 0,0 1 0,0 0 0,0-1 1,1 0-1,-1 0 0,0 0 0,0 0 0,6-1 0,5-1-11,0 0 0,0-1 0,-1-1 0,22-8 0,11-10-23,-1-1 0,-1-3 1,78-60-1,-99 69 31,112-86-45,175-117-85,-296 211 141,1 1 0,0 1 0,0 0-1,1 0 1,0 2 0,0 0 0,0 1 0,1 0 0,-1 2 0,1 0 0,0 0 0,-1 2 0,1 0-1,0 1 1,0 1 0,-1 0 0,1 1 0,-1 1 0,0 1 0,0 0 0,0 1 0,18 10 0,285 126-462,-302-136 389,1 0 0,1 0 0,-1-2 0,0 0 0,1-2 0,0 0 0,0-1 0,0 0 1,-1-2-1,26-3 0,-29 1 40,1-1-1,-1 0 1,0-1 0,0-1 0,0 0 0,-1-1 0,0-1 0,0 0 0,-1-1-1,0 0 1,-1-1 0,16-16 0,-12 9 14,0-1 1,-2 0-1,0-1 0,-1-1 1,18-37-1,-25 42 5,1 1 0,-2-1 0,0 0 0,-1 0 1,0-1-1,-2 1 0,1-1 0,-2 1 0,0-24 0,-2 33 10,0-1 0,0 0-1,0 0 1,0 1 0,-1-1-1,-1 1 1,1-1 0,-6-10-1,6 14 2,0 0-1,0 1 1,0-1-1,0 1 1,-1-1-1,1 1 1,-1 0 0,1 0-1,-1 0 1,0 0-1,0 0 1,0 1-1,0-1 1,0 1-1,0 0 1,0 0-1,0 0 1,-1 0-1,1 1 1,-5-1-1,1 0 4,-1 1-1,1 0 1,-1 1-1,1 0 1,-1 0-1,1 0 1,-1 1-1,1 0 1,0 1-1,0-1 0,0 1 1,0 1-1,-9 5 1,7-2-3,0 0 1,1 0-1,-1 1 0,1 0 0,1 1 1,0-1-1,0 1 0,-8 15 1,6-9 3,1 2 0,1-1 0,0 1 0,2 1 0,-1-1 1,2 1-1,0 0 0,2 0 0,0 0 0,0 0 0,3 20 1,-1-28-9,0-1 1,1 0-1,1 0 1,0 0-1,0 0 1,0 0-1,1-1 1,1 1 0,-1-1-1,1 1 1,1-1-1,0 0 1,0-1-1,0 1 1,8 7-1,-12-14 11,1 0-1,-1 0 1,1 0 0,-1 1-1,1-2 1,-1 1-1,1 0 1,0 0 0,-1 0-1,1-1 1,0 1-1,0-1 1,0 1-1,-1-1 1,1 0 0,0 0-1,0 0 1,3 0-1,1 0 37,-1-1 1,1 0-1,0-1 0,-1 1 0,1-1 0,5-3 0,0 0 137,0-1 0,0 0 0,-1-1 0,0 0 1,13-12-1,31-48 2035,-54 67-2209,0 0 1,0 0-1,0 0 1,0 0 0,0 0-1,0 0 1,0 0-1,0 0 1,0 0-1,1-1 1,-1 1 0,0 0-1,0 0 1,0 0-1,0 0 1,0 0-1,0 0 1,0 0 0,0 0-1,0 0 1,1 0-1,-1 0 1,0 0-1,0 0 1,0 0 0,0 0-1,0 0 1,0 0-1,0 0 1,0 0-1,0 1 1,1-1 0,-1 0-1,0 0 1,0 0-1,0 0 1,0 0-1,0 0 1,0 0 0,0 0-1,0 0 1,0 0-1,0 0 1,0 0-1,0 0 1,0 0 0,0 1-1,0-1 1,0 0-1,0 0 1,0 0-1,1 0 1,-1 0 0,0 0-1,0 0 1,0 0-1,0 0 1,0 1-1,0-1 1,0 0 0,-1 0-1,1 0 1,0 0-1,0 0 1,0 0-1,0 0 1,0 0 0,0 0-1,0 1 1,15 44 339,-2 1-1,-2 1 1,-2 0 0,3 59 0,-8-67-182,9 104 160,-7 0 0,-6 0 0,-6 1 1,-33 184-1,1-122-301,-10-2 1,-97 262-1,140-453-11,-34 95-140,-64 125 0,88-203-10,-2-2 1,-1 1-1,-1-2 0,-1-1 1,-1 0-1,-2-2 1,0 0-1,-52 40 1,59-54 64,0 0 0,0-1 0,-1-1-1,0 0 1,0-2 0,-1 1 0,0-2 0,0-1 0,0 0 0,-1-1 0,-28 1 0,34-4 51,0-1 0,1 0 0,-1-1 0,0 0 0,1-1 0,0 0 0,-1-1 0,1 0 0,1-1 0,-1-1 0,1 1 0,0-2 0,0 0-1,1 0 1,-1-1 0,2 0 0,-15-16 0,11 10 37,1-1 0,1 0 0,1-1 0,0 0-1,1 0 1,1-1 0,0-1 0,2 1 0,-9-33 0,10 24 13,1 1 1,2 0-1,0-1 0,2 0 1,0 1-1,7-39 1,3 12-13,3 1 0,1 1 0,3 0 0,2 2 0,2 0 0,39-66 0,180-255-2549,-187 301 834,2 3-1,3 2 1,76-63-1,43-8-5102,26 11-4406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41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0 275 10313,'44'-3'2224,"3"6"-200,10 0-308,13-9-251,17 6-281,20-12-208,34 0 8,33-9-344,27 0-132,37-4-96,23-2-68,34 3-88,27-6-12,33 6-548,428-21-2224,-344 33 232,23 0-3117,14 6-4352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1:42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1 426 9045,'37'-52'2504,"-27"25"-252,10-9-296,-10 27-151,3-18-105,17-15-92,4 15-192,6-3-216,7-4-204,10 1-192,20 0-200,23 6-204,21 6-188,26 3-780,24 12-616,27 3-1060,36 12-4397,34 9-6240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36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 52 4208,'-88'-26'7059,"85"25"-6335,0 0-35,-31-9 621,31 9 554,-12-6-1399,4 2 3069,55 7-3215,-1 3 0,56 14 0,21 2-167,425 62 277,5 1-301,791 54-26,-460-84-113,130 10 44,-767-35-23,-68-6 3,496 82-135,-525-90 156,-118-13-19,-17 0 33,1-2 0,0 1 0,-1-1 0,1-1 0,-1 0 0,16-4 0,-25 4-15,-5-3-30,1 0 1,-1-1-1,1 1 0,0 0 1,0 0-1,0-7 0,0 7-22,-6-8 55,2 0-19,4 9 387,-1 1-418,0-1 13,0 0 0,0 0 0,0 0 0,0 1 0,0-1 0,-1 1 0,1-1 0,-1 1 0,0 0 0,0 0 0,0 0 0,0 1 0,0-1 0,-5-1 0,6 2 97,0 0-57,-4-4 1055,-5-1-3557,11 6 2102,-1-1 1,0 1 0,0 0 0,1 0-1,-1 0 1,0 0 0,1 0 0,-1 0-1,0 0 1,0 0 0,1 1 0,-1-1-1,0 0 1,1 0 0,-1 1 0,0-1-1,1 0 1,-1 1 0,0-1 0,1 0-1,-1 1 1,1-1 0,-1 1 0,1-1-1,-1 2 1,-10 7-8449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3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622 19 5184,'34'0'7825,"-36"-2"-7423,0 1-1234,-12-12 4251,10 11-1058,10 9-1682,-5-5-602,0 1-1,0-1 1,0 1-1,0-1 0,0 1 1,0 0-1,-1 0 0,1-1 1,-1 1-1,0 0 1,0-1-1,0 1 0,0 0 1,0 0-1,-1-1 1,1 1-1,-1 0 0,-1 3 1,-21 56 814,14-40-331,5-7-304,0 1 0,0-1 0,0 18-1,2-19-106,0 1-1,-1-2 0,0 1 0,-7 16 1,-19 73 775,9-39-382,3 0 1,-18 133-1,21-108-233,8-47-162,-57 280 423,58-298-542,-2 37 0,-5 19-50,-14 38 152,-25 84 75,12-71-136,-21 61 22,29-106-45,3 2 0,4 1 1,4 0-1,4 2 0,-7 142 0,50 291 510,21-214-322,-29-201-128,131 856 624,-141-867-650,-7 143-1,-3-128 81,-18 187 464,7-161-364,-17 92 195,5-61-362,-3 40-17,-13 190 462,38-252-124,2-49-278,-21 169 1,13-220-137,-91 610 0,77-254 0,28 3 0,0-59 0,29 262 0,-30-451 0,-5-152 0,-4 64 0,-2 42 0,9-72 0,-2-22 0,1-6 0,0-13 0,0-10 0,6-10 0,1 16 0,-7 4 0,1-2 0,0 0 0,0 0 0,-1 0 0,1 1 0,0 0 0,1-1 0,-1 1 0,0 0 0,0 0 0,0 1 0,7-2 0,2 1 0,44-10 0,2 3 0,113-3 0,-82 8 0,215-6 0,-184 7 0,590 10 0,-425 0 0,1498 47 0,-44-1 0,-1344-57 0,-374 1-389,1-1 0,29-8 0,-50 10 250,1 1 0,-1 0 1,1-1-1,0 1 0,-1-1 1,1 1-1,-1-1 1,1 1-1,-1-1 0,0 0 1,1 0-1,-1 0 0,0 0 1,0 0-1,1 0 1,-1 0-1,0-1 0,0 1 1,0 0-1,0 0 0,0-1 1,0-1-1,-1 2-25,0-1-1,0 1 1,0-1-1,0 0 1,0 1-1,0-1 0,0 1 1,-1-1-1,1 1 1,-1 0-1,1-1 1,-1 1-1,0-1 1,1 1-1,-1 0 1,0-1-1,0 1 1,-2-2-1,-4-5-2156,-1 0 0,0 1 0,-1-1-1,-17-10 1,-13-8-8374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0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1322 142 3948,'-1'0'132,"0"-1"-1,0 1 1,0-1-1,0 1 1,0-1-1,0 1 1,0-1-1,0 0 1,0 0-1,0 1 0,0-1 1,1 0-1,-1 0 1,0 0-1,0 0 1,1 0-1,-1 0 1,1 0-1,-1 0 1,1 0-1,-1-2 1,-7-28 1715,6 17-776,1 13-1014,1 0 0,0 0 1,-1 0-1,1 0 0,-1 0 0,1 0 1,-1 0-1,0 0 0,1 0 1,-1 0-1,0 1 0,0-1 0,1 0 1,-1 0-1,0 1 0,0-1 0,0 0 1,0 1-1,0-1 0,-2 0 0,-2-1 114,-3-4 208,-1 0 0,-1 1 1,1 0-1,-1 1 0,0 0 0,-18-5 1,25 8 8,2 0-321,0-1 0,-1 1 0,1 0-1,0-1 1,-1 1 0,1 0 0,-1 0 0,1 0-1,-1 0 1,0 0 0,1 0 0,-1 0 0,0 1-1,0-1 1,-3 0 0,-34 6 187,36-5-160,-1 1-9,-35 4 36,35-5-82,-16 6 0,-34 0 3430,51-5-3481,-6 1 14,0 1 0,0-1-1,1 2 1,0-1 0,-1 1 0,1 0-1,1 1 1,-1-1 0,0 2 0,1-1-1,0 1 1,-9 10 0,14-11 25,-1 0 0,1 0 1,0 0-1,0 0 1,1 1-1,-1-1 0,1 1 1,0-1-1,1 1 0,-1-1 1,1 8-1,-1 6 109,-4 76 552,7 105 0,1-100-409,-7 131 291,-12-68-317,8-100-170,-18 75 52,5-39-98,-44 210 209,25-125-134,-26 102 276,53-241-339,-46 185 47,0-13 205,1-4-181,30-84 10,-13 80 347,30-134-240,-3 112 0,4 224-81,-8 256-60,-1 84 22,21-587-46,-4 149 22,13 119 316,-8-393-348,20 161 165,-3-47-155,-11-67-14,1-2 75,-2 165-1,-14-126-3,-8 96 87,9-164-126,4-32 9,-2-1 0,0 1 0,-1 0-1,-12 34 1,-2-2 152,-16 81-1,-3 10-89,18-85-105,-20 114 0,19-81 13,0-6-66,3 5 114,-13 93 420,25-139-384,2-34-125,1 1 1,1-1 0,0 1 0,1 0-1,3 22 1,3 4 84,-3-20-61,1 0 0,9 29 0,-12-46-49,8 35 36,-9-27-41,0 1 0,-1-1 0,-4 18 0,2 24-754,3-50 574,0 1-56,1 5 220,-1-1 1,0 1 0,0-1 0,-1 1-1,0-1 1,-1 1 0,1-1 0,-2 0 0,-4 12-1,-3 3-10,0-1 0,-17 25 0,-8 24-437,34-69 303,0 1-1,1 0 1,-1 0 0,1 0 0,0 0 0,0 0 0,0 0 0,0 0 0,1 3 0,-1 0-366,0-2-1220,26-28-9359,-5 2 1360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1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93 7289,'-17'-16'8108,"2"-1"-3809,7 9-3040,0 0 0,0 0-1,-1 0 1,1 1-1,-16-9 1,23 16-1111,0-1 1,0 1-1,0-1 1,0 1-1,0-1 1,0 1-1,0-1 1,0 1-1,0 0 0,0 0 1,0 0-1,0 0 1,0-1-1,0 1 1,0 1-1,0-1 1,0 0-1,-1 0 1,1 0-1,0 1 1,0-1-1,0 0 0,0 1 1,0-1-1,0 1 1,0-1-1,-1 2 1,0 0-23,0 0 1,0 0-1,1 0 1,-1 1 0,0-1-1,1 1 1,-1-1-1,1 1 1,0-1-1,-1 5 1,-2 9-184,0 0 0,-2 31 0,5-40 198,-20 152-141,-8 111 0,29-235-1084,8 54 0,12 22-8274,-10-81 1883,5-14-3307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1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9873,'0'0'8541,"5"1"-7540,349 95 2569,-302-78-3346,-1 3-1,81 45 1,-124-60-207,0-1 0,0 1 1,-1 0-1,0 1 1,0-1-1,0 1 1,-1 1-1,0-1 1,-1 1-1,1 0 1,-1 1-1,-1-1 1,0 1-1,0 0 1,-1 0-1,0 0 0,0 1 1,-1-1-1,0 1 1,-1-1-1,0 1 1,-1-1-1,0 1 1,-2 15-1,1-14-9,-1-1 0,-1 1 1,0-1-1,0 1 0,-1-1 0,0 0 0,-1 0 0,0-1 0,-9 12 0,-5 5 6,-38 39-1,37-43-1,-55 53-743,-110 85 1,149-131-428,6-7-2626,14-13-2236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2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119 352 8949,'-1'-2'345,"-1"1"1,0-1 0,0 1-1,0-1 1,0 1-1,0 0 1,-1 0-1,1 0 1,0 0 0,-4-1-1,6 3-78,0 1 0,-1-1-1,1 0 1,0 1 0,0-1-1,0 1 1,0-1 0,0 0 0,0 1-1,0-1 1,0 1 0,1-1-1,-1 0 1,1 1 0,-1-1 0,1 2-1,0 3-22,-1 1 1,1 0-1,-2 0 0,1-1 0,-1 1 0,0 0 0,-3 11 0,0-2 40,-40 194 1076,31-174-994,7-26-172,5-7 353,-1-5-432,0-1-94,0-1 0,0 1 0,-1-1 0,2 1 0,-1-1 0,0 0 0,1 1 0,0-1 1,0 0-1,0 0 0,0 0 0,1 0 0,-1 0 0,1 0 0,0 0 0,0 0 0,1 0 0,0-7 1,0 7-14,6-58 57,2 0 0,3 1 0,29-85 0,-36 131-21,10-33-40,21-48 0,-31 84 77,1 1 0,0 0-1,1 0 1,0 0-1,1 1 1,0 0-1,0 0 1,1 1 0,14-12-1,-21 19 18,1 1 1,-1 0-1,1 0 0,0 0 1,0 0-1,-1 0 0,1 0 1,0 1-1,0-1 0,0 1 1,0 0-1,0 0 0,0 0 1,-1 0-1,1 0 0,0 1 0,0-1 1,0 1-1,0 0 0,4 2 1,0 0 82,0 0 1,0 0 0,0 1-1,-1 0 1,1 1 0,7 6-1,1 4 148,0 0-1,-2 1 0,0 0 1,0 1-1,12 24 0,43 98 741,-45-86-789,42 116 43,-30-73-1698,-3-19-1323,-7-27-3116,-18-31-847,0 1-4415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2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0 115 11677,'24'18'3912,"-24"-39"-2415,0 0 583,26 12-1448,-2 0-192,16 2-460,17-2-356,-14-3-612,8 3-588,-8-3-313,1-3-2583,-1 6-3461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2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0 320 8121,'0'-39'2416,"14"27"-368,-1 0-272,-3 0-252,0 0-275,20-3-373,20-6-72,-3 2-188,10-5-124,0 3-104,7 0-176,10-3-400,-7 6-388,-4-3-488,-6 3-488,-7 3-353,-9 3-2511,-21 9-3421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2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 8673,'2'1'287,"-1"0"-1,1 1 1,-1-1 0,0 1 0,1 0-1,-1-1 1,0 1 0,0 0 0,0 0 0,0 0-1,-1 0 1,1 0 0,0 0 0,-1 0-1,1 0 1,-1 0 0,0 0 0,0 0 0,0 0-1,0 0 1,0 0 0,0 1 0,-1 3-1,-1 11 863,-2 112 3574,4-76-4295,-13 90 0,-15-9-3458,6-47-3834,19-76 5521,-5 26-6719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3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170 162 5144,'-4'0'1479,"-35"-6"4919,35 7-6138,-29 4 14,30-5 955,-1 0-782,-27-5 421,29 4 1416,4 3-2023,1 0-197,-1 0 0,1 0-1,-1 0 1,1 0 0,-1 1-1,0-1 1,0 0 0,0 1-1,0 0 1,0 0 0,0-1-1,-1 1 1,0 0 0,1 0-1,-1 0 1,0 1 0,-1-1-1,1 0 1,0 0 0,-1 0-1,0 1 1,0-1 0,0 0-1,0 0 1,0 4 0,-8 33 207,-1 0 0,-2 0 0,-20 45 1,23-65-148,-8 19-152,13-30 291,9-18 426,0-1-661,0 1 0,0 1-1,10-10 1,8-12 7,35-67 15,-23 35 67,3 2 0,73-88 1,-106 141 63,-1 1 0,2 0 0,-1 0 1,1 1-1,-1 0 0,1 0 0,1 1 0,14-8 1,-21 12-107,1 0 0,-1 0 0,0 0 1,0 0-1,0 0 0,1 0 0,-1 1 1,0-1-1,0 0 0,0 1 0,1-1 1,-1 1-1,0-1 0,0 1 0,0-1 1,0 1-1,0 0 0,0 0 0,1 1 1,2 0 153,2 3-80,-1-1 0,1 1-1,-1 0 1,0 1 0,-1-1-1,1 1 1,-1 0 0,0 0-1,0 0 1,-1 1 0,0-1-1,0 1 1,2 7 0,4 17 436,9 53 0,-11-51-377,12 76 330,-7-39-2328,23 80 0,-34-147 1624,16 58-4338,-12-21-4499,-7-21-1104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3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0 494 9529,'9'-7'667,"0"1"-1,0-1 1,0 1 0,1 1 0,0 0-1,0 0 1,19-5 0,80-15 494,-81 20-1087,1-1 0,52-19 0,-60 16-9,-1 0-1,-1-2 0,0 0 1,-1-1-1,0-1 0,-1 0 1,0-2-1,25-27 1,1-11 1666,42-66 0,-59 81-450,1 4-165,-24 31 161,-4 7-1069,-9 121 382,5-48-458,5-53-95,1 1 0,1 0 1,9 48-1,-5-39-247,3 41 0,-8-50 60,1 4-88,-3 38-1,0-59 124,0 0 1,-1 0-1,1 1 0,-1-1 0,-1 0 1,0-1-1,0 1 0,0 0 0,-6 7 1,4-6-669,0 1 0,0-1 0,1 1 0,1 0 0,-1 0 0,2 0 0,-3 15 0,4-22-1778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3.9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 11 9769,'0'0'52,"0"-1"0,1 1 1,-1 0-1,0 0 0,0-1 1,0 1-1,0 0 0,0 0 0,0-1 1,0 1-1,0 0 0,0-1 1,0 1-1,0 0 0,0-1 0,0 1 1,0 0-1,0 0 0,0-1 1,0 1-1,0 0 0,0-1 0,-1 1 1,1 0-1,0 0 0,0-1 1,0 1-1,0 0 0,-1 0 0,1 0 1,0-1-1,0 1 0,0 0 1,-1 0-1,1 0 0,0-1 0,0 1 1,-1 0-1,1 0 0,0 0 0,0 0 1,-1 0-1,1 0 0,0 0 1,-1 0-1,1 0 0,0 0 0,0 0 1,-1 0-1,1 0 0,0 0 1,-1 0-1,1 0 0,0 0 0,0 0 1,-1 0-1,1 0 0,0 0 1,-1 0-1,1 0 0,0 1 0,0-1 1,-1 0-1,1 0 0,0 1 1,-23 11 2622,14-3-2189,1 0 1,0 1-1,0 0 1,1 0-1,0 0 1,1 1-1,-5 13 1,-31 87 1075,28-69-1105,7-24-350,2 1 0,1-1 1,0 1-1,1 0 0,1 0 0,1 0 0,0 0 0,2 0 1,0 0-1,4 21 0,-3-30-91,0 0 0,1-1 0,0 1 0,0-1 0,1 0 0,0 0 0,1 0 0,0-1 0,0 0 0,1 1 0,0-2-1,0 1 1,1-1 0,0 0 0,0 0 0,1-1 0,0 0 0,0 0 0,0-1 0,1 0 0,10 4 0,-8-5-152,1 0 0,0-1-1,0 0 1,0-1 0,0 0-1,1-1 1,-1-1 0,0 0 0,1 0-1,15-4 1,-16 2-579,-1 0 0,0-1 0,0-1 0,19-8 0,-23 8-448,1 0 0,-1-1-1,0 1 1,0-2 0,-1 1 0,12-13 0,11-15-5973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4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1 142 7349,'23'-6'1780,"-6"-3"-208,3 0-316,0-3-236,0 3-180,7-4 88,16-2-452,-12 3-76,-11 6-80,6-6-92,8 0-152,-11 6-376,1 0-244,-4-3-380,0 3-180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5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0 139 9077,'17'-27'9609,"-7"18"-8873,3 0 304,1 0-728,-1 0-148,-3 3-376,4 0-440,-1-3-620,4 0-472,-11-6-745,4 3-1703,0-6-3201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5.2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1 152 6981,'20'0'1776,"13"-12"-308,-19 2-124,13-2-256,-1-3-216,5 3-192,22-6-124,-19 3-144,2 0 4,-22 12-240,19-6-312,-6 0-344,-3-3-376,-1 3-148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5.4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0 10717,'-33'90'2512,"23"-74"-196,0 11-7,-7 15-293,7-12-336,0 9-320,3-3-260,1 10-216,-1-4-216,7 6-728,-4 0-536,1-3-764,-4-8-1172,1-1 164,-1 6-3197,4-21-4532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8.5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544 114 4708,'12'5'1089,"-7"-8"73,-11-18 1394,5 18-1189,8-50 4318,6 17 230,-11 33-5675,-3 5-41,-8 18 990,-11 27 107,3 2-1,-17 66 0,-12 107 973,19-84-1082,-72 259 212,-11 55-1479,45-60 81,58-347 0,-70 354 0,21-131 0,52-200 0,1-51 0,4-31-712,6-20-1156,18-44-1950,-12 27-1412,11-71-12925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49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29 4992,'-30'-6'11977,"47"-4"-10843,-14 8-1074,1 0 0,-1 1 1,1-1-1,0 1 0,-1 0 0,1 0 1,0 0-1,0 1 0,0-1 0,0 1 1,5 0-1,48 7 190,-22-2-92,608 55 460,190-30-499,-2-50-208,-11-21 259,-791 39-177,49-3 16,187-2 94,-176 13-90,-85-5 133,19-7 4,-9 1 18,-24 4 131,7 1-270,1 0 0,-1 0 0,0 1-1,1-1 1,-1 1 0,1-1 0,-1 1-1,1 0 1,-1 0 0,1 0 0,0 0 0,-4 3-1,-26 28 410,25-26-327,0 0 0,0 1 0,1 0 0,0 1 0,0-1-1,-5 11 1,-23 54 1367,-46 149 0,46-120-593,-126 453 2665,-9 75-1826,48-185-1148,11-42-187,-28 107-223,102-361-577,35-144-379,1-9-2473,2-16-369,-1-39 0,-3 23-2542,1-3-5707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0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252 144 5657,'-1'-1'128,"0"1"1,0-1 0,0 0-1,0 0 1,0 1 0,0-1 0,0 0-1,0 0 1,0 0 0,0 0-1,1 0 1,-1 0 0,0 0-1,1 0 1,-1 0 0,1 0 0,-1-1-1,1 1 1,0 0 0,-1 0-1,1 0 1,0-1 0,0 1 0,0 0-1,0 0 1,0-1 0,0 1-1,0 0 1,0 0 0,0-1 0,1 1-1,-1 0 1,0 0 0,1 0-1,-1-1 1,1 1 0,-1 0 0,2-1-1,-2-1 194,-1 1 0,1-1-1,-1 1 1,0-1 0,0 1 0,0-1-1,0 1 1,0-1 0,0 1-1,0 0 1,-1 0 0,0 0-1,-2-3 1,2 2 80,-1-1-165,0 1 1,-1-1-1,0 0 0,0 1 1,0 0-1,0 0 0,0 0 1,-1 1-1,0-1 0,1 1 1,-8-2-1,-57-16 1168,60 19-1221,4 0-78,-1 0 1,1 0 0,-1 1 0,1 0 0,-1 0 0,1 1 0,0 0 0,-8 1 0,-18 2 676,45 13-250,-9-12-501,0-1 1,1 0-1,0 0 1,-1-1-1,1 1 1,1-1-1,-1-1 0,11 4 1,60 12 111,-41-12-92,363 57 199,-319-53-226,-65-8-20,549 64 131,612 4-15,-1067-65-106,561 8 76,-605-8-370,-59-3-276,-9-1-292,-32-1-1910,16-2 1198,-30 1-4927,26 11-1476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1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58 11453,'0'-1'162,"-1"-1"0,0 1-1,0-1 1,1 1 0,-1 0 0,1-1-1,-1 1 1,1-1 0,-1 0 0,1 1-1,0-1 1,0 1 0,0-1 0,0 0-1,0 1 1,0-1 0,0 1 0,1-1-1,-1 1 1,0-1 0,1 1 0,0-1-1,-1 1 1,1-1 0,0 1-1,0-1 1,-1 1 0,1 0 0,0 0-1,0-1 1,1 1 0,-1 0 0,0 0-1,13-7 11311,-14 12-10381,-7 131 1920,-1-57-2943,-4-1 1,-26 88 0,10-12-3109,3-15-7562,19-112 4455,2-6-3812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1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73 7933,'1'-3'226,"1"0"98,-1 0 0,1 0 0,-1 0 0,1 0 0,-1 0 0,0 0 0,-1 0 0,1 0 0,0 0 0,-1 0 0,0-1 0,0-8 7271,4 12-6831,1 0-579,-1 0-104,0 0-1,0 0 0,0 1 1,0-1-1,0 1 1,0 0-1,0 0 1,0 0-1,0 1 1,-1-1-1,1 1 1,0 0-1,-1 0 0,0 0 1,1 0-1,-1 1 1,3 3-1,28 22 463,43 47 0,-67-63-468,-1 1 0,12 20 1,15 21 70,1 0 90,-35-51-214,14-8-38,-14 5 15,-1 0 0,1 0 0,-1-1 0,0 1 0,1 0 0,-1-1 0,1 1 0,-1-1 0,0 1 0,1-1 0,2-1 0,3-7 33,1 0-1,-1 0 0,10-19 0,4-4-61,-8 16 25,80-97-81,-82 102 128,1 0 0,0 0-1,0 1 1,1 1 0,0 0-1,24-12 1,-33 19 23,-1 1 0,1-1 0,0 1 1,-1 0-1,1 0 0,0 0 0,0 0 0,-1 1 1,1 0-1,0-1 0,0 1 0,0 1 0,0-1 1,-1 0-1,1 1 0,0 0 0,0 0 0,4 2 1,-3 0 35,-1-1 0,0 1 1,0 0-1,0 0 0,-1 0 1,1 1-1,-1-1 0,1 1 0,-1 0 1,0 0-1,-1 0 0,4 7 1,2 5 152,-1 1 1,-1 0 0,-1 0-1,-1 0 1,0 1 0,2 28-1,-4 15 188,-2-1 0,-17 113-1,0 23-1669,8-85-963,-1 21-5990,14-99 2345,5 14-3430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2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221 43 8109,'-1'-4'2340,"0"1"-1289,-5-17 447,4 5 5082,-19 20-3299,18-3-3078,0 0 0,0 0 0,0 1 0,0-1 1,1 1-1,-1 0 0,1 0 0,0 0 0,-1 0 0,1 0 0,1 0 1,-1 0-1,0 1 0,1-1 0,-2 5 0,-14 61 1813,13-51-1543,-55 339 3529,51-304-3869,-33 274-1798,22-106-7227,16-156 1703,5-4-4814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1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543 130 7405,'1'-4'285,"0"0"1,0 0-1,0 0 1,0-1-1,-1 1 1,0-9-1,-4-13 3867,3 17-2359,-2 0-392,0 0 1,-1 0-1,-8-17 0,10 23 987,-19 24 273,15-11-2265,0 1 0,0-1-1,1 1 1,0 0-1,1 0 1,-4 16-1,-15 78 1567,17-73-1491,-38 153 311,-110 295-1,-13 65-781,146-448 0,4 0 0,4 2 0,1 172 0,12-269-36,0 19 52,1-1 0,7 36-1,-7-51-313,0-1 0,0 1 0,1-1 0,-1 1-1,1-1 1,0 1 0,0-1 0,1 0 0,-1 0 0,1 0-1,0 0 1,0-1 0,1 1 0,-1-1 0,0 0 0,1 0-1,6 4 1,-9-6 89,1-1 1,-1 1-1,0-1 0,1 1 0,-1-1 1,0 0-1,1 1 0,-1-1 0,0 0 1,1 0-1,-1 0 0,0 0 0,1-1 1,-1 1-1,0 0 0,1 0 0,-1-1 1,0 1-1,0-1 0,1 1 0,-1-1 1,0 0-1,0 1 0,0-1 0,0 0 1,2-1-1,1-2-838,-1 1 0,1-1 0,-1 1 0,0-1-1,-1 0 1,4-6 0,7-25-10414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2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823 163 7953,'-33'12'8606,"52"-21"-6469,-7 6-1946,0 0 0,0 0 0,0 2 0,0-1 0,0 1 0,0 1 0,19 2 0,-11-2-54,818 20 1280,366-57-1786,-357-64 247,-783 89 130,-21 4 5,0 1 0,1 2 0,58 1 0,-88 5 57,0 0 0,0 1 0,-1 1 1,1 1-1,-1 0 0,1 0 1,-1 1-1,-1 1 0,1 0 0,-1 1 1,19 14-1,-25-16 68,1 0 1,-1 1-1,0 0 1,0 0-1,-1 1 1,0-1-1,0 1 1,0 0-1,-1 1 1,0-1-1,0 1 1,-1 0-1,0 0 0,-1 0 1,1 0-1,-2 0 1,1 1-1,-1-1 1,0 1-1,-1 9 1,-4 26 665,-2 0 0,-13 53-1,-3 11 183,-60 432 2605,-14 276-2910,75-560-681,-63 505 0,71-687 0,-17 122 0,20-145 0,7-35 0,0-5 0,-11 11 0,7-11 0,7-10 0,0 0 0,-1 0 0,1 0 0,-1 0 0,1 0 0,-1 0 0,0-1 0,1 1 0,-1 0 0,0 0 0,1-1 0,-1 1 0,0 0 0,0-1 0,0 1 0,0-1 0,0 1 0,0-1 0,1 0 0,-1 1 0,0-1 0,0 0 0,0 0 0,0 1 0,0-1 0,0 0 0,-1 0 0,1 0 0,-1 0 0,-2-1 0,-18 4 0,-1-1 0,1-2 0,0 0 0,-1-2 0,1 0 0,-28-7 0,-22-1 0,-588-91 0,189 24 0,-237-12-94,-6 46-65,388 46-411,-338 47 0,537-37-1020,112-14-103,34-7-539,0 1 1583,14-9-2229,-1-1-1,57-40 1,-32 6-3831,-30 21-173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3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290 155 11673,'-2'-2'355,"0"-1"1,0 1-1,0-1 0,0 0 0,0 0 1,1 1-1,-1-1 0,1 0 0,0 0 1,0-1-1,0 1 0,1 0 0,-1 0 1,1 0-1,-1-1 0,1 1 0,0 0 1,1-4-1,-1 6-173,-1 0 0,1 0-1,0 0 1,-1 0 0,1 0 0,0 0 0,-1 0 0,1 0-1,-1 0 1,0 0 0,1 1 0,-1-1 0,0 0 0,1 0-1,-1 0 1,0 1 0,0-1 0,0 0 0,0 1-1,0-1 1,0 1 0,0-1 0,0 1 0,0 0 0,0-1-1,0 1 1,0 0 0,0-1 0,0 1 0,0 0-1,0 0 1,0 0 0,0 0 0,0 0 0,0 0 0,0 1-1,0-1 1,0 0 0,-1 0 0,1 1 0,0-1-1,0 1 1,-1 0 0,-2 2 67,-1 1 1,1 0-1,0 0 0,0 0 1,0 1-1,0-1 0,1 1 1,0 0-1,0 0 0,-3 6 1,-22 58 958,24-60-1045,-23 76 807,-22 118 0,18-66-680,14-74-317,17-60-109,-16-9-574,15 5 694,0 0-1,-1 1 0,1-1 0,1 0 1,-1 0-1,0 0 0,0 0 0,0 0 1,0 0-1,1 0 0,-1 0 1,0 0-1,1 0 0,-1 0 0,1-1 1,-1 1-1,1 0 0,0 0 1,-1-1-1,1 1 0,0 0 0,0 0 1,0-1-1,0 1 0,0 0 1,0-3-1,7-36-254,-5 34 216,8-35-310,3 2-1,1-1 1,26-48 0,70-105-540,-95 170 831,0 1 1,1 0-1,1 2 0,1 0 1,1 1-1,1 0 1,1 2-1,31-22 1,-49 38 72,0-1 0,0 0 0,0 0 0,0 1 0,1 0 1,-1 0-1,0 0 0,1 0 0,-1 0 0,1 0 0,-1 1 1,1 0-1,-1 0 0,0 0 0,1 0 0,-1 0 0,1 1 1,-1-1-1,1 1 0,-1 0 0,0 0 0,1 1 0,-1-1 1,0 0-1,0 1 0,0 0 0,0 0 0,0 0 0,0 0 1,-1 0-1,1 1 0,-1-1 0,0 1 0,1-1 1,-1 1-1,0 0 0,2 5 0,3 5 0,-1 0 0,0 0 1,-1 0-1,0 1 0,-1 0 0,-1 0 0,4 24 1,0 203 21,-7-182-22,0-57 7,1 0 0,0 0 0,-1 0 0,1 0 0,0 0 0,0-1 1,0 1-1,0 0 0,1 0 0,-1-1 0,0 1 0,1-1 0,1 2 0,-1-1 5,-1-2-10,1 0 0,-1 0 1,0-1-1,0 1 0,0 0 1,0-1-1,0 1 0,0-1 1,1 1-1,-1-1 0,0 0 1,0 1-1,-1-1 0,1 0 1,1-1-1,-1 2-1,6-8 2,0 1 0,0-1 0,0-1 0,-1 1 0,0-1 0,-1 0 0,0-1-1,0 1 1,3-13 0,-4 15 0,44-93 71,75-115 0,-119 209-34,0 0 0,1 0 1,-1 0-1,1 1 0,1-1 1,8-6-1,-13 11-23,0 0-1,0 1 1,0-1 0,0 0-1,0 0 1,0 1-1,0-1 1,1 1-1,-1-1 1,0 1 0,0 0-1,1-1 1,-1 1-1,0 0 1,1 0 0,-1 0-1,0 0 1,1 0-1,-1 0 1,0 0-1,0 0 1,1 0 0,-1 1-1,0-1 1,1 1-1,-1-1 1,0 1 0,0-1-1,0 1 1,0 0-1,1-1 1,-1 1-1,0 0 1,0 0 0,0 0-1,-1 0 1,1 0-1,0 0 1,0 0-1,0 0 1,0 3 0,6 7 54,-2 1 1,0 0-1,0 1 1,-1-1-1,-1 1 1,0 0 0,-1 0-1,0 0 1,0 16-1,-2 23 101,-6 51 0,3-68-124,-2 36 19,-5 145-1244,5-67-2098,-2-48-1891,2-47 143,5-33-40,0 0-2688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3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14573,'0'0'1559,"3"2"-203,2 2-1106,0-1 1,0 1-1,-1 0 1,1 1-1,-1-1 1,0 1-1,0 0 1,0 0 0,-1 0-1,1 0 1,-1 1-1,0-1 1,3 12-1,3 11-87,-1 1 0,-2 0 0,-1 0-1,-1 0 1,-1 0 0,-2 1 0,-1 0-1,-1-1 1,-2 0 0,-1 1 0,-1-1-1,-1 0 1,-2-1 0,-1 0 0,-18 40-1,4-15-58,-6 11 317,-60 102 1,88-164-344,-1 0 1,0 1-1,1-1 1,0 1 0,0-1-1,-1 1 1,2-1-1,-1 1 1,0 0 0,0-1-1,1 1 1,-1 0 0,1 0-1,0-1 1,0 1-1,0 3 1,1-4-42,0 0 0,-1 0 0,1 0 0,0 0 0,0 0 0,0-1 0,0 1 0,0 0 0,1-1-1,-1 1 1,0-1 0,1 1 0,-1-1 0,1 0 0,-1 1 0,1-1 0,2 1 0,5 2 19,-1 0 0,1-1-1,0-1 1,0 1 0,0-1 0,0-1 0,1 1-1,9-1 1,248 0-1164,96 8-8073,-299 0 3805,-3 3-3024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4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469 199 5248,'2'-13'1223,"0"-1"0,0 1-1,1-1 1,1 1 0,5-14-1,9-35 5544,-18 59-6244,0 0 0,0 0 0,0 0 1,0 0-1,0-1 0,-1 1 0,1 0 1,-3-5-1,1-1 4576,1 12-3579,-43 170 581,12-70-2100,16-50 0,-69 240 0,18-30 0,-110 408 0,139-490-309,6-20-6903,31-160 7101,-6 32-3291,4-13-3685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5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1477 373 11721,'4'-1'1818,"15"-7"-708,1 1-1,0 1 0,1 1 0,40-5 1,91 1 62,-85 7-716,435-8 723,46-2-815,933-159-1134,-1078 101 691,-121 20 445,-263 46-333,-10 1-8,0 2-1,0-1 0,0 1 1,0 0-1,10 1 1,-15 1-4,-1-1 0,0 1 0,0-1 0,0 1 0,0 0 0,1 0 0,-1 1 0,0-1 0,-1 0 0,1 1 0,0 0 0,0 0 0,-1 0 0,1 0 0,-1 0 0,0 0 0,1 1 0,-1-1 0,0 1 0,2 3 0,0 1 30,2 1 18,-1 1 0,1 0 0,-2 1 0,1-1 0,-1 1-1,-1 0 1,0 0 0,0 0 0,-1 0 0,0 0 0,-1 1 0,0 12-1,-37 642 4314,12-403-3226,-62 492 1352,-71-12-1144,113-582-1351,-158 549-10,188-672-3,14-36 0,0 0 0,0-1 0,0 1 0,0 0 0,0-1 0,-1 1 0,1 0 0,0-1 0,0 1 0,0 0 0,-1-1 0,1 1 0,0-1 0,-1 1 0,1-1 0,-1 1 0,1-1 0,0 1 0,-1-1 0,1 1 0,-1-1 0,1 1 0,-1-1 0,0 0 0,1 1 0,-2-1 0,-10-21 0,12 19 0,-6-15 0,6 15 0,0-1 0,-1 1 0,0 0 0,1 0 0,-1 0 0,0 0 0,0 0 0,0 0 0,0 0 0,0 0 0,-1 0 0,1 0 0,-1 1 0,1-1 0,-3-2 0,-11-5 0,0 0 0,0 1 0,-1 1 0,0 0 0,0 1 0,0 0 0,-21-3 0,30 7 0,-420-84 0,305 65 0,-1545-203-769,-14 170 538,1092 60-2239,606-13-569,81-26-2678,-29 13-897,7-1-4329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4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372 214 12317,'-4'-52'3248,"4"29"1074,1 4 2434,-18 31-4178,9 0-2117,1 0 0,0 0-1,1 0 1,0 1 0,1 0-1,-6 25 1,4-15-246,-133 381-109,123-355-166,-116 283-590,129-317-1413,12-20 1532,15-23 380,48-131-462,9-29 323,6-28 67,-41 103 106,74-165 19,-115 270 110,0 0 0,1 0-1,0 1 1,0 0 0,1 0-1,0 0 1,6-6 0,-10 12-4,-1-1 0,1 1 1,0 0-1,0-1 0,0 1 1,-1 0-1,1 0 0,0 0 1,0 1-1,0-1 1,1 0-1,-1 1 0,0-1 1,0 1-1,0 0 0,0 0 1,0 0-1,1 0 0,-1 0 1,0 0-1,0 0 0,0 1 1,0-1-1,0 1 0,0 0 1,0-1-1,0 1 1,0 0-1,0 0 0,0 0 1,0 1-1,0-1 0,2 3 1,2 3 11,1 1 0,-1 0 0,-1 0 0,0 1-1,0 0 1,-1 0 0,0 0 0,0 0 0,3 13 0,0-2-2,64 215 82,-48-154-65,46 169 15,-68-246-47,0 0 1,1 0 0,-1 0 0,1 0 0,0 0-1,0-1 1,1 1 0,-1-1 0,1 1 0,-1-1-1,5 3 1,-4-2-9,-2-3 6,0-1 0,0 1-1,0 0 1,0-1 0,0 0 0,0 1-1,0-1 1,0 0 0,0 1 0,0-1-1,0 0 1,0 0 0,0 0-1,0 0 1,0 0 0,0 0 0,0 0-1,0 0 1,0 0 0,2-1 0,1 0 2,4 0-11,0 0 1,0-1-1,0 0 1,0 0-1,0-1 1,-1 0-1,0 0 1,1-1-1,-1 0 1,0 0-1,9-9 0,-10 9-81,-1 0-1,0 0 0,1 0 0,0 1 1,0-1-1,0 1 0,1 1 0,-1-1 1,0 1-1,1 1 0,0-1 0,-1 1 1,1 0-1,13 0 0,-17 2-88,0 0 1,0 0-1,0 0 0,-1 0 1,1 0-1,0 1 0,0-1 1,-1 1-1,1 0 0,-1 0 0,0 0 1,1 0-1,-1 1 0,0-1 1,0 0-1,0 1 0,-1-1 0,1 1 1,-1 0-1,1 0 0,-1 0 1,0-1-1,0 1 0,0 0 1,0 0-1,-1 0 0,1 1 0,-1 2 1,2 11-1992,0 0 1,-2 0-1,-1 27 0,0-39 1347,-4 42-8917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4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7165,'0'0'3516,"-17"6"-11213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5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704 89 8997,'75'-39'2473,"-65"34"-1567,-1 0 0,1 1 0,0 0 0,1 0 0,14-2 0,15-5 1192,-30 8-1717,0 1-1,0 0 1,0 0-1,0 1 1,0 1-1,0-1 1,1 2-1,-1 0 1,0 0-1,0 0 1,0 2-1,0-1 1,11 5-1,-17-6-292,1 1-1,-1 0 1,0-1-1,1 2 1,-1-1 0,0 0-1,0 1 1,0 0-1,-1 0 1,1 0 0,-1 0-1,0 1 1,1-1-1,-2 1 1,1 0 0,0 0-1,-1 0 1,1 0-1,-1 0 1,-1 1 0,1-1-1,0 1 1,-1-1-1,0 1 1,0-1-1,0 1 1,-1 0 0,0 0-1,0-1 1,-1 10-1,-1 0 9,-1-1-1,-1 1 1,0-1-1,-1 0 1,-1 0-1,0 0 1,-13 20-1,-66 81 178,44-63-155,-5 11 44,-60 110 0,101-163-152,1 1 0,0 0 0,0 0 0,1 1 1,0-1-1,1 0 0,1 1 0,-1 0 0,1 12 0,3-1-2,0 0-1,10 40 0,-4-24-14,-7-31 9,-1 0 0,1 1 1,-1-1-1,-1 1 0,1-1 0,-1 0 1,-1 1-1,1-1 0,-1 0 1,0 0-1,-1 0 0,0 0 1,0 0-1,0-1 0,-1 1 0,0-1 1,0 0-1,-1 0 0,0 0 1,-7 7-1,-10 8 2,-2-1 0,1-1 0,-44 26 0,-334 195-4657,336-208 1912,42-22-381,1 1 1,-36 24-1,25-5-5840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6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580 90 8077,'-14'-25'1592,"10"12"1861,0 1 0,-4-28 8149,6 43-10162,-3 7-1129,0 0-1,1 1 1,1 0 0,0 0-1,0 0 1,1 0-1,0 1 1,1-1-1,0 15 1,-3 18-267,-16 72-44,-69 218 0,81-308 0,-316 890 0,305-866-468,-16 70 0,27-86-2269,-3 45 0,11-72 1378,0 0-1,0-1 0,0 1 1,1 0-1,-1 0 1,3 6-1,-1-5-694,5 25-9748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6:56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1067 522 11197,'-2'-2'190,"1"0"-1,-1 0 0,1 0 1,0 0-1,0 0 1,0-1-1,0 1 1,0 0-1,1 0 1,-1-1-1,1 1 1,-1-1-1,1 1 1,0 0-1,0-1 1,0 1-1,0-1 1,1-3-1,1 2 78,-1-1 0,1 1 1,0 0-1,0 0 0,0 1 0,1-1 0,-1 0 0,1 1 1,0-1-1,0 1 0,4-3 0,16-14 222,1 1-1,1 1 1,0 1 0,2 2 0,0 0 0,40-15-1,183-52 210,-101 45-511,3 7 0,204-15 0,313 17-99,-335 27-77,-247 1 9,219-4 17,206-39-11,-351 27 50,-143 14-58,-7 0 3,0 1 1,1 0-1,-1 1 1,19 2-1,-27-2-12,-1 1 0,0-1 0,1 1 0,-1-1 0,1 1-1,-1 0 1,0 0 0,0 0 0,0 1 0,1-1 0,-1 0 0,0 1-1,0 0 1,-1-1 0,1 1 0,0 0 0,-1 0 0,1 0 0,-1 0-1,1 0 1,-1 0 0,0 0 0,0 0 0,0 1 0,0-1 0,1 5-1,0 6 126,0-1-1,-1 1 0,-1 14 1,1 8 170,1 53 700,-3 1 1,-16 104-1,8-115-570,-15 137 607,-10-2 0,-9-1 1,-126 370-1,-78 3-90,97-243-890,69-142-61,70-160 0,11-25 0,7-16 0,5-12 0,0-11 0,-2 1 0,-1-2 0,7-27 0,-13 43 0,-1 0 0,0-1 0,-1 1 0,0 0 0,0-1 0,-2-17 0,1 23 0,-1 1 0,0-1 0,0 1 0,0-1 0,-1 1 0,1-1 0,-1 1 0,0 0 0,0 0 0,0 0 0,0 0 0,-1 0 0,1 0 0,-1 0 0,1 1 0,-1-1 0,0 1 0,0 0 0,-5-3 0,-7-2 0,1 0 0,-2 1 0,1 1 0,-1 0 0,1 1 0,-1 1 0,-17-1 0,8 0 0,-760-99 0,474 68 0,-218-14-389,-703 25 1,659 36-4030,564-12 4173,-52-2-2662,60 2 2769,1 0 0,-1 0 0,1 0 1,-1-1-1,1 1 0,-1 0 1,1 0-1,-1 0 0,1 0 1,-1-1-1,1 1 0,0 0 1,-1 0-1,1-1 0,-1 1 0,1 0 1,0-1-1,-1 1 0,1 0 1,0-1-1,0 1 0,-1-1 1,1 1-1,0 0 0,0-1 0,-1 1 1,1-1-1,0 1 0,0-1 1,0 1-1,0-1 0,0 1 1,0-1-1,0 1 0,0-1 1,0 1-1,0 0 0,0-1 0,0 1 1,0-1-1,0 1 0,0-1 1,0 1-1,0-1 0,1 1 1,-1-1-1,0 0 0,15-18-5106,23-5-4338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6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275 453 8201,'4'-11'669,"-3"7"-343,0 0 0,1 0 0,-2 0 1,1 0-1,0 0 0,-1 0 0,0-1 0,0 1 1,0 0-1,0 0 0,0 0 0,-1 0 0,-2-8 1,-1 1-266,-17-68 10919,20 76-9407,-9 15 1382,-8 21-1720,1 0-1,-20 62 1,23-59-1178,-60 188 23,14-41-985,55-163-257,0 0 1,1 1 0,-2 33-1,2-21-654,4-28 663,3-8-756,4-3 1743,1-1 0,-2 0 0,1-1 0,-1 1 1,0-1-1,0 0 0,-1-1 0,0 1 0,4-13 0,32-94-483,-23 60 449,206-541 244,-209 562 300,20-33-1,-30 57-217,1 1 0,1-1-1,0 1 1,0 1 0,1-1-1,0 1 1,14-11 0,-20 18-83,1-1 0,-1 1 0,0 0 0,0 0 0,1 0 0,-1 0 0,0 0 0,1 0 0,-1 1 0,1-1 0,-1 1 0,1 0 0,-1-1 0,1 1 1,-1 0-1,1 1 0,-1-1 0,5 1 0,-3 1 17,1-1 0,-1 1-1,0 0 1,0 0 0,-1 1 0,1-1 0,0 1 0,-1 0 0,6 6-1,4 6 135,-1 0 0,-1 0-1,17 33 1,-25-42-147,77 165 469,-55-111-426,46 78-1,-67-131-114,0-1-1,1 0 0,-1 0 1,1 0-1,1 0 0,-1-1 1,1 0-1,10 7 0,-13-10 18,0 0 0,0-1 0,0 0-1,0 1 1,1-1 0,-1 0 0,0 0 0,1-1-1,-1 1 1,0-1 0,1 0 0,-1 0-1,1 0 1,-1 0 0,1 0 0,-1-1-1,0 0 1,1 1 0,-1-1 0,0-1-1,5-1 1,3-3-6,1 0-1,-1-1 1,0-1-1,-1 0 1,0 0-1,0-1 0,-1 0 1,15-19-1,4-10 445,25-47 0,-24 37 695,-19 33-436,0-1-1,1 1 1,1 1-1,17-17 1,-31 55 262,-8 24-593,-31 89-1,3-13-2349,17-49-296,-5 24-2670,11-32-2634,6-7-3725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07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108 129 6561,'6'-15'6214,"-7"13"-4376,-7-20 1567,0-1-1,-4-24 0,11 46-3286,1 0-1,-1-1 1,0 1-1,0 0 1,1 0-1,-1 0 1,0 0-1,0 0 1,0 0 0,0 0-1,0 0 1,-1 0-1,1 1 1,0-1-1,-2 0 1,-1-2 1671,1 58-1283,-3 0 0,-14 59 1,-8 59-169,21-98-193,7-72-118,5-4-19,-1-1 0,0 1 0,0-1-1,0 0 1,0 0 0,0-1 0,0 1 0,-1-1 0,1 0 0,-1 0 0,0 0 0,0 0 0,0 0 0,4-7 0,5-2 23,71-79 210,-53 56 222,1 1 0,2 1-1,62-46 1,-91 76-463,0 0 0,0 1 0,0-1 0,0 1 0,0 0 0,1 0 0,-1 0 0,1 1 0,-1 0 0,1 0 0,0 0 0,-1 0 0,1 1 0,0-1 0,0 1 0,-1 1 0,1-1 0,0 1 0,-1-1 0,1 1 0,0 1 0,-1-1 0,7 3 0,-5 0 0,0 0 0,-1 0 0,1 0 0,-1 1 0,0 0 0,0 0 0,-1 0 0,1 1 0,-1-1 0,0 1 0,-1 0 0,1 1 0,-1-1 0,-1 0 0,4 9 0,5 25-8,0 0-1,4 44 1,-8-39-145,33 122-12716,-28-134 8086,-11-30 2715,2-4 342,-1-1 1616,1 1-1,0 0 1,-1-1-1,1 0 1,-1 0-1,1 1 1,-1-1-1,0-1 1,0 1-1,0 0 1,0 0-1,0-1 1,0 1-1,-1-1 1,1 0-1,1-3 1,24-59 1239,-22 49-354,2 0 0,0 0 0,11-19 1,-10 22 314,-1 0 1,-1 0 0,0-1 0,8-28-1,-10 27-1096,1 0 0,13-26-1,-17 39-1698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0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29 217 11925,'-2'1'629,"-13"2"-204,9 0 4420,3-18-1286,2 14-3459,1 0 0,0 1 0,0-1 0,-1 0-1,1 1 1,0-1 0,0 0 0,0 1 0,-1-1 0,1 0 0,0 1-1,0-1 1,0 0 0,0 1 0,0-1 0,1 0 0,-1 0-1,0 1 1,0-1 0,0 0 0,1 1 0,-1-1 0,0 0 0,0 1-1,1-1 1,-1 1 0,1-1 0,-1 1 0,1-1 0,-1 1 0,1-1-1,-1 1 1,1-1 0,-1 1 0,1-1 0,-1 1 0,1 0 0,0-1-1,-1 1 1,1 0 0,0 0 0,-1-1 0,1 1 0,0 0 0,1 0-1,73-19 702,1 3-1,1 3 0,82-2 0,-52 5-586,6-2-612,286-30-2668,-111 11-4600,-65 5-7611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0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373 14 11481,'0'0'8534,"-3"1"-7910,-2 0-473,0 1 0,1 0 1,-1 1-1,0-1 1,1 1-1,0 0 0,-1 0 1,1 0-1,0 0 1,-3 5-1,2-2-55,-1-1 0,1 0 0,-1 0 0,0 0 0,-11 6 0,9-5-57,5-5 4,-19 4 42,5 0-53,14-6-11,1 1 0,-1-1-1,1 0 1,0 1-1,-1-1 1,1 0-1,0 0 1,0-1-1,0 1 1,0 0-1,0-1 1,0 1 0,0-1-1,0 0 1,1 0-1,-1 1 1,1-1-1,-1 0 1,-1-4-1,-1 0 148,1 0-1,1 0 0,-1 0 0,1-1 0,-3-9 1,5 15 12,0-1 1,-1 0 0,1 0 0,-1 0 0,1 1 0,-1-1-1,0 0 1,0 0 0,0 1 0,0-1 0,-2-2 0,3 4-100,0 0 1,-1 0 0,1-1-1,0 1 1,0 0 0,-1 0-1,1 0 1,0 0 0,-1 0-1,1 0 1,0 0 0,-1 0-1,1 0 1,0 0 0,-1 0-1,1 0 1,0 0 0,-1 0 0,1 0-1,0 0 1,-1 0 0,1 0-1,0 1 1,-1-1 0,1 0-1,0 0 1,0 0 0,-1 1-1,1-1 1,0 0 0,0 0-1,-1 0 1,1 1 0,0-1-1,0 0 1,-1 1 0,-2 4 236,1-1 0,-1 1 1,1 0-1,-1 0 0,2 0 0,-3 6 1,-20 97 571,6-21-927,-10 27 37,-23 212 0,49-292-721,7 62 0,0-2-6486,-8-54-3447,10-27 174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1.1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13357,'7'8'7430,"8"7"-3450,102 86-1597,24 3-1172,-24-20-576,133 125-1,-236-195-646,0 0 1,-2 0-1,0 1 1,0 1-1,-2 0 1,0 0-1,0 1 1,11 30-1,-18-37 9,0 0 1,0 0-1,-1 1 0,-1-1 1,0 1-1,0 0 1,-1-1-1,0 1 0,-1 0 1,0-1-1,-1 1 0,0-1 1,0 1-1,-1-1 1,-1 0-1,0 0 0,-5 10 1,1-6-2,-1 0 1,0 0 0,-1-1 0,-1 0-1,0-1 1,-1 0 0,0-1-1,-15 11 1,-17 9-114,-55 29 1,26-16-343,-29 22-960,-16 11-2002,38-31-1928,54-29-664,16-1-3558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1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0 296 14129,'64'-21'2104,"-27"-3"245,16 2-537,14 4-276,4 3-292,16-3-272,20 0-196,7 0-248,10 0-384,10 3-460,-4 0-208,-2-3-412,-11 3-468,-10 0-524,-7-4-332,-16 4-3177,-17 3-4368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1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553 0 13365,'-8'5'565,"-1"1"-1,1 0 0,1 0 1,-1 0-1,1 1 1,0 0-1,0 1 0,1 0 1,0 0-1,1 0 0,0 0 1,0 1-1,0 0 1,1 0-1,-3 12 0,-76 207 8947,-51 112-8650,107-265-845,21-54-530,-2 0 0,0 0-1,-1-1 1,-17 26 0,-15 0-2566,31-36 1946,1-1-1,0 2 1,-10 14-1,-13 40-6235,5 0-4870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2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0 266 13525,'17'-12'6693,"0"0"-4621,16-6-272,-2 0-260,16-3-384,13 0-235,20 0-181,11-1-168,23 4-324,19 0-772,15-3-636,9 6-673,4-3-1035,0 6 416,-4 3-3609,-3 0-5324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2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19 11737,'-1'-3'2336,"0"2"-2123,1 0-1,0 1 0,-1-1 1,1 0-1,0 0 1,-1 0-1,1 1 0,-1-1 1,1 0-1,-1 1 1,0-1-1,1 0 0,-1 1 1,0-1-1,1 1 1,-1-1-1,0 1 0,0-1 1,1 1-1,-1-1 1,0 1-1,0 0 0,0 0 1,0-1-1,1 1 1,-3 0-1,2 1 227,-1 1 0,1-1 0,0 1 0,0-1 0,0 1 0,0 0 0,0 0 1,0-1-1,0 1 0,-1 3 0,-5 11-679,-11 25 1608,2 0 0,-16 64-1,-11 93 474,22-92-1008,14-76-663,-80 435 1252,81-416-1422,1 85 0,6-112 0,1 0 0,0-1 0,2 0 0,0 0 0,2 0 0,11 30 0,-12-41 1,1 0 0,-1-1 0,1 0 0,1 0 0,0 0 0,0-1 0,1 0 0,0-1 0,0 1 0,1-1 0,0-1 0,0 0 0,1 0 0,-1-1 0,1 0 1,0-1-1,14 5 0,10 1-48,0-2 1,1-1 0,-1-2 0,43 2 0,-4-5-1822,0-2 0,103-15 0,36-20-9374,-104 12-1483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3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240 190 9009,'0'-1'268,"0"0"0,0 0 1,1-1-1,-1 1 0,0 0 0,1 0 1,-1-1-1,0 1 0,1 0 0,0 0 1,-1 0-1,1 0 0,0 0 0,2-4 3892,-9 7-1666,-2 0-2160,2 0 70,2 1-1,-1-1 1,0 1-1,0 0 1,1 0-1,0 0 0,-1 1 1,-5 7-1,-30 35 1490,37-42-1670,-16 22 351,1 0 1,2 1-1,1 1 1,1 0-1,1 1 1,2 1-1,-14 53 1,22-66-425,0 1 1,-1 23 0,2 89 442,2-115-554,1 0 1,0 0 0,1-1 0,1 1-1,1-1 1,0 0 0,0 0 0,2 0-1,-1-1 1,2 1 0,13 19 0,-14-23-61,1-1 1,1-1-1,0 0 1,0 0-1,0 0 1,1-1-1,0 0 1,0-1-1,1 0 1,0 0-1,0-1 1,0-1-1,20 7 1,-24-9 10,0-1 1,0 0-1,1 0 0,-1 0 1,1-1-1,-1 1 1,0-2-1,1 1 1,-1-1-1,0 0 1,1 0-1,-1-1 1,0 1-1,0-1 1,0-1-1,0 1 1,-1-1-1,1 0 1,-1-1-1,1 1 1,-1-1-1,0 0 1,0 0-1,-1-1 1,1 1-1,-1-1 1,0 0-1,0 0 1,-1 0-1,0-1 1,1 1-1,-2-1 0,1 0 1,-1 0-1,0 0 1,0 0-1,0 0 1,-1-1-1,1-10 1,-2-5-2,0 1-1,-2-1 1,0 0 0,-2 0 0,0 1 0,-12-35-1,-56-123-131,49 127 6,-36-109-3335,58 160 3372,1 0 1,-1 0 0,1 0-1,-1 0 1,1-1 0,0 1-1,0 0 1,0 0-1,-1-1 1,1 1 0,0 0-1,1-1 1,-1 1-1,0 0 1,0 0 0,0-1-1,1 1 1,-1 0 0,1 0-1,-1 0 1,1-1-1,-1 1 1,1 0 0,0 0-1,0 0 1,-1 0-1,1 0 1,0 0 0,0 0-1,0 1 1,0-1 0,0 0-1,0 0 1,0 1-1,0-1 1,0 1 0,1-1-1,1 0 1,4-1-322,0 1 1,0 0-1,0 0 1,0 1-1,12 0 1,-8 1 136,47-1-1119,250-10-2480,-269 6 4040,0-2 0,-1-2 0,0-1 0,0-2 0,65-29 0,-65 22 865,-1-2 0,-1-2-1,50-39 1,-84 60-956,0-1-1,0 1 1,-1-1 0,1 0-1,-1 0 1,1 1 0,-1-1 0,1 0-1,-1-1 1,0 1 0,0 0-1,0 0 1,0 0 0,0-1 0,-1 1-1,2-5 1,-1 1 97,-1 5-136,0 0 1,0 0-1,-1 0 0,1-1 1,0 1-1,-1 0 1,1 0-1,-1 0 0,1 0 1,-1 0-1,1 0 1,-1 0-1,0 0 0,1 0 1,-1 1-1,0-1 0,0 0 1,0 0-1,1 0 1,-1 1-1,0-1 0,0 1 1,0-1-1,0 1 1,0-1-1,0 1 0,-2-1 1,0 1-9,0 1 1,0 0 0,0-1 0,0 1-1,0 0 1,0 0 0,0 1-1,1-1 1,-1 1 0,0-1 0,1 1-1,0 0 1,-1 0 0,1 0-1,-4 5 1,-30 34 100,22-21-77,0-1 0,-13 28 1,23-39-40,0 0 0,1 1 0,0-1 0,0 1 0,1 0 0,0-1 0,0 1 0,0 13 0,3-19 0,-1 1 1,1-1-1,0 1 0,0-1 1,0 0-1,1 0 0,-1 0 0,1 1 1,-1-2-1,1 1 0,0 0 1,4 4-1,9 19 63,-8 9-9,-1-1-1,-2 1 0,-2 0 0,-1 36 0,0-14 123,4 48-164,1 85 101,-7-158-108,-2 1 0,0-1 0,-15 55 0,15-76-6,-2 0 1,1 0-1,-2 0 0,1-1 0,-2 1 1,1-1-1,-1-1 0,-1 1 1,1-1-1,-2-1 0,1 1 0,-1-1 1,-1-1-1,-12 9 0,8-7 8,0-1-1,-1-1 1,0 0-1,0 0 1,0-2 0,-1 0-1,0-1 1,0 0-1,-31 2 1,5-7-88,42-1 66,-1 1 0,1-1-1,0 1 1,0 0 0,-1-1-1,1 1 1,0 0 0,0-1 0,0 1-1,1-1 1,-1 1 0,1-3-1,0-2-29,0 1-1,0 0 0,0 0 0,1-1 0,0 1 1,0 0-1,1 0 0,-1 0 0,1 1 0,5-7 1,39-43-436,-24 30 178,16-19-205,201-204-2102,-214 225 2191,56-52-364,-72 63-144,0 0 0,-1 0 0,0-1-1,0 0 1,8-18 0,-4 8-2911,3 8-1785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3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34 13177,'-27'-24'2088,"7"15"3885,26 21-14570,1 3-1060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5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12 669 12565,'1'0'74,"-1"0"0,1 1 0,-1-1 0,0 0-1,1 0 1,-1 1 0,1-1 0,-1 0 0,1 0 0,-1 0-1,1 0 1,-1 0 0,1 0 0,0 0 0,-1 0 0,1 0 0,-1 0-1,1 0 1,-1 0 0,1 0 0,-1 0 0,1 0 0,-1 0 0,1-1-1,-1 1 1,1 0 0,-1 0 0,0-1 0,1 1 0,-1 0-1,1-1 1,-1 1 0,0 0 0,1-1 0,-6-18 2118,-4-12 160,4-14 676,0 8-1659,2-1 1,2 1 0,5-70 0,0 73-1007,-2 13-195,1 0 0,1 1 1,1 0-1,9-28 0,-9 34-98,0 0-3,0 0 1,0 1-1,1 0 0,1 0 1,0 0-1,0 1 0,20-23 0,-24 32-63,0 0 0,1-1 0,0 1-1,0 0 1,0 1 0,0-1 0,0 1 0,1 0-1,-1 0 1,1 0 0,-1 1 0,1-1-1,0 1 1,7-1 0,-8 2-3,-1 0 0,1 1 0,-1-1-1,1 1 1,-1-1 0,1 1 0,-1 0 0,0 1 0,1-1 0,-1 0 0,0 1 0,0 0-1,0 0 1,0 0 0,0 0 0,-1 0 0,1 0 0,0 1 0,-1 0 0,0-1 0,3 4-1,5 9 2,-1 1 0,0-1 0,-2 1 0,1 1-1,-2 0 1,0 0 0,-1 0 0,-1 0 0,0 1 0,-2 0-1,2 30 1,-4-9 2,-1 1 0,-2-1 0,-2 1 0,-12 49 0,-54 139-1482,60-197 481,10-28 732,1-1 0,-1 0 0,1 0 0,-1 1 0,1-1 0,0 0 0,0 1 1,0-1-1,0 0 0,0 1 0,1-1 0,-1 0 0,0 0 0,2 4 0,0 2-398,-2-8 639,0 0-1,0 1 0,0-1 1,1 0-1,-1 0 0,0 0 1,0 0-1,0 0 0,0 0 1,0 0-1,0 1 0,0-1 1,0 0-1,0 0 0,0 0 1,0 0-1,0 0 0,1 0 1,-1 0-1,0 0 0,0 0 1,0 0-1,0 1 0,0-1 1,0 0-1,0 0 0,1 0 1,-1 0-1,0 0 0,0 0 1,0 0-1,0 0 0,0 0 1,1 0-1,-1 0 0,0 0 1,0 0-1,0 0 0,0 0 1,0 0-1,0 0 0,1 0 1,-1-1-1,0 1 0,0 0 1,0 0-1,0 0 0,0 0 1,0 0-1,0 0 0,0 0 1,1 0-1,-1 0 0,0 0 1,0-1-1,0 1 0,34-12-1157,-1-1 0,-1-2-1,0-2 1,-1 0-1,0-2 1,36-31 0,-12 4-213,-2-1 0,60-72 1,2-10 459,76-90 2704,-166 187-1151,-14 16 43,1 1 0,21-22 1,-30 34-546,0 0 1,0 1 0,0-1 0,1 1 0,-1-1 0,1 1 0,0 0 0,-1 0 0,1 1 0,0-1 0,0 1 0,0 0 0,0 0 0,0 0 0,1 1-1,-1-1 1,5 1 0,-5 1-77,0 0-1,0 1 1,-1-1-1,1 1 1,0 0-1,-1-1 1,1 2-1,-1-1 1,0 0-1,0 1 1,0-1 0,4 6-1,35 39-525,-35-38 320,-2-2-98,0 1-1,0 0 0,-1 1 0,0-1 1,-1 1-1,0 0 0,0 0 0,-1 0 1,2 12-1,6 18-576,-8-34 891,-1 0 0,0 1 0,0-1 0,0 0 1,0 1-1,0 5 0,16-14 570,-4 0-370,-1 0-1,1-1 0,15-8 0,20-6 282,-13 7-210,-1 0 62,47-8 1,-41 11-516,44-14 1,-81 21-837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6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41 142 2524,'0'0'4239,"2"2"-3860,22 11 5627,-26-13-5387,-11-2 738,1-1 0,0 0 0,-13-6 0,22 8-843,28-8-171,48-9-461,1 4-1,129-10 1,-92 14-595,60-10-1141,73-8-4638,-83 13-1162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18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44 109 9381,'0'0'6627,"-4"0"-5324,-4 0-443,-19 3-499,22-5 1153,16-3 2296,26-6-3707,1 2 1,71-7-1,-39 7-401,279-29-3376,-111 25-3519,-34 4-2824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2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203 822 3604,'0'0'5658,"-1"-2"-5393,0 0 0,0 0 1,0 0-1,0 1 1,0-1-1,0 1 1,0-1-1,-1 1 1,1-1-1,-1 1 1,-1-2-1,-15 7-41,-21 4 7686,-39 7-5790,74-14-1727,-1-1 1,0 0-1,0 0 0,0 0 1,-9-2-1,13 2-310,1 0 0,-1 0-1,0-1 1,0 1 0,1 0-1,-1 0 1,0-1 0,1 1-1,-1 0 1,0-1 0,1 1 0,-1-1-1,1 1 1,-1-1 0,0 1-1,1-1 1,-1 1 0,0-2-1,1 1-72,0 0 0,0 0-1,0 1 1,0-1 0,0 0-1,0 0 1,0 1 0,1-1-1,-1 0 1,0 0 0,0 1-1,1-1 1,-1 0 0,0 1-1,1-1 1,-1 0-1,1 1 1,-1-1 0,1 1-1,-1-1 1,1 0 0,-1 1-1,1 0 1,0-1 0,19-17 232,1 1 1,1 1 0,29-17-1,80-37 92,-92 50-246,462-217 278,-423 201-309,210-91 34,117-54 26,-398 178-140,15-8-66,39-13 0,-54 22-117,0 0 0,1 1-1,-1-1 1,0 1 0,0 1-1,1 0 1,-1 0-1,1 0 1,-1 1 0,9 1-1,-14-1-23,-1-1 0,0 0 0,1 1 0,-1-1 0,0 1-1,0 0 1,1-1 0,-1 1 0,0 0 0,0 0-1,0 0 1,0 0 0,0 0 0,0 0 0,0 0 0,0 0-1,0 0 1,-1 0 0,1 0 0,0 1 0,-1-1-1,1 0 1,-1 0 0,1 1 0,-1-1 0,1 1 0,-1-1-1,0 0 1,0 1 0,0-1 0,0 0 0,0 1 0,0-1-1,0 1 1,-1-1 0,1 0 0,-1 2 0,-6 16-5463,0-1-3310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2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0 13129,'-60'62'5381,"57"-59"-4895,0 1 1,1 1 0,0-1-1,0 0 1,0 0 0,0 1 0,1-1-1,0 1 1,0 0 0,0-1-1,0 1 1,1 0 0,-1 0-1,2 7 1,-3 18 927,-18 182 3404,19-69-4503,9-23-3327,9-2-4072,-9-72-132,-4-4-4845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2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1 193 13465,'0'0'2150,"7"13"1696,-2-6-3010,0 1 0,0 0-1,-1 0 1,4 11 0,14 28 1052,-5-16-1435,-1 1 0,-1 1 0,-2 0 0,10 40 0,-14-40-230,7 63 1,-15-88-202,0 1 0,-1 0-1,0 0 1,-1 0 0,0 0 0,0 0-1,-1 0 1,0 0 0,0-1-1,-1 1 1,0-1 0,-6 11 0,9-18-18,0-1 0,-1 1 0,1 0 0,-1 0 1,1 0-1,-1-1 0,1 1 0,-1 0 1,1 0-1,-1-1 0,0 1 0,1 0 0,-1-1 1,0 1-1,1-1 0,-1 1 0,0-1 0,0 1 1,0-1-1,0 0 0,1 1 0,-1-1 0,0 0 1,0 0-1,0 0 0,0 0 0,0 1 1,0-1-1,0 0 0,0 0 0,1-1 0,-1 1 1,0 0-1,0 0 0,0 0 0,0-1 0,0 1 1,0 0-1,1-1 0,-1 1 0,0-1 1,0 1-1,0-1 0,-1-1 8,0 0 0,0 0 1,0 0-1,0-1 0,1 1 0,-1 0 1,1-1-1,0 1 0,0-1 0,0 1 1,0-1-1,0 0 0,0-4 0,-1-10-6,1 0 0,1 0 0,1 0 0,0 0-1,2 0 1,0 0 0,0 0 0,2 0-1,0 1 1,12-26 0,10-14-1067,53-81 0,-77 132 954,17-27-944,2 2-1,1 1 0,1 1 0,35-31 0,-26 30-2258,57-38 0,-44 40-1358,1 8-2515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2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342 0 7977,'0'0'9132,"-3"1"-8010,0 1-914,-1 0 0,1 0 0,0 0 0,-1 0 0,1 0 0,0 1 0,1 0 0,-1-1 0,0 1 0,-3 6 0,-24 38 713,11-16-628,-144 171 595,88-115-921,60-68 42,27-31 7,34-36 46,-34 38-65,0 1 0,1 1-1,0 0 1,0 1 0,0 0-1,18-5 1,0 3 6,0 1 0,47-6 0,73-6-17,-132 17 211,0-1-1,0-1 0,-1-1 1,1 0-1,-2-2 1,1 0-1,-1-1 0,0 0 1,0-2-1,-1 0 0,19-17 1,-12 1 2532,-20 28-2192,1 1-460,0 0-1,-1 0 1,1 0 0,-1 1-1,1-1 1,-1 1 0,0-1 0,0 1-1,0 0 1,-1 1 0,1-1-1,-1 0 1,1 1 0,-1-1-1,0 1 1,-1 0 0,1-1 0,0 1-1,-1 0 1,0 0 0,0 0-1,0 0 1,0 5 0,-1-8-73,10 59-1159,5-4-3452,-7-17-2912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3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15 6753,'-36'-15'3080,"59"18"-2524,-3 3-392,-13 12-380,-1 0-872,-6 7-1632,0 17-825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3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1 335 9217,'20'-27'9767,"-19"23"-9403,0 0-1,1 0 1,-1 1-1,1-1 1,0 1-1,0-1 1,0 1-1,0 0 0,1 0 1,-1 0-1,1 0 1,0 0-1,0 0 1,0 1-1,5-4 1,9-9 792,-14 12-1020,0 0-1,0 0 0,0 1 0,1-1 0,-1 1 0,1 0 0,-1 0 1,1 0-1,0 0 0,0 1 0,0 0 0,0-1 0,4 1 1,-7 1-108,1 0 1,-1 0-1,0 0 1,1 1-1,-1-1 1,0 1 0,1-1-1,-1 1 1,0-1-1,0 1 1,0-1-1,1 1 1,-1 0 0,0 0-1,0 0 1,0 0-1,0 0 1,1 1-1,14 18 147,-11-11-131,0 1 1,-1-1-1,0 1 0,3 14 0,-3-13-18,-1-1 0,2 1-1,7 15 1,-11-21-38,0-4 10,-1 0-1,0 0 1,1 0 0,-1 0-1,1 0 1,-1 0 0,1 0-1,-1 0 1,1 0 0,0 0-1,-1 0 1,1 0 0,0-1-1,0 1 1,0 0 0,-1-1-1,1 1 1,0 0 0,0-1-1,0 1 1,2 0 0,-1 0 1,-1 1 0,1-1 0,0 0 0,0 0 0,-1 0 0,1 0 1,0 0-1,0-1 0,0 1 0,0 0 0,0-1 0,0 1 0,0-1 0,0 0 1,1 0-1,-1 0 0,0 0 0,0 0 0,0 0 0,0-1 0,0 1 0,0-1 1,0 1-1,0-1 0,0 0 0,0 0 0,0 0 0,-1 0 0,3-1 0,4-4-1,0-1-1,-1 0 1,1 0-1,-2-1 1,7-8-1,11-12 24,3-2-23,-23 24 0,0 0 0,1 1 0,0 0 0,0 0 0,0 0 0,0 1 1,1-1-1,-1 1 0,1 1 0,0-1 0,0 1 0,1 0 0,-1 0 0,1 1 0,11-3 0,7 3 15,-1 2 0,1 0 0,-1 2 0,1 0 0,30 8 0,-23-4 16,61 3 1,-76-9-20,-1 0 0,1-2 0,0 0 0,-1-1 0,30-9-1,-35 8-7,-1 0-1,0-1 0,0-1 0,0 1 1,-1-2-1,1 1 0,-2-1 0,1-1 1,9-10-1,-3 2 162,-1-1 0,0 0 0,19-37 0,-1 11 392,-31 41-345,18 25 25,-16-14-317,-1-1 0,0 1 0,0 0 0,-1 0 0,-1 1 0,0 10 1,4 30-1949,-2-32 355,0-1 0,-1 27 0,-1-38 43,-1 0-1,0 0 1,0 0-1,0 0 1,-1 0-1,-2 7 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3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5705,'34'-42'908,"-21"33"-176,10 0-164,4 0-284,0 9-408,-4 0-544,-6 6-1481,10 6-123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4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404 173 5649,'9'-20'1653,"-8"16"66,3 3-1212,0 0-1,-1 0 0,1-1 0,0 0 0,-1 0 0,0 0 0,1 0 0,-1 0 1,0-1-1,0 1 0,0-1 0,0 0 0,-1 0 0,1 0 0,3-5 0,1 0 563,-2 1-576,0 1 1,0-1-1,0 0 1,-1 0-1,0 0 1,-1-1-1,1 1 1,2-12-1,-5 16-67,-2 2-391,0 1-1,0-1 1,1 1-1,-1 0 0,0-1 1,0 0-1,0 1 0,1-1 1,-1 1-1,0-1 0,1 0 1,-1 0-1,0 1 1,1-1-1,-1 0 0,0-1 1,-8-8 134,7 10-151,0-1 0,0 1-1,0 0 1,0 0 0,-1 0 0,1 1 0,0-1-1,0 0 1,0 1 0,0-1 0,0 1 0,0 0 0,0 0-1,0 0 1,0 0 0,0 0 0,0 0 0,1 0 0,-1 1-1,0-1 1,1 1 0,-1-1 0,1 1 0,-1-1 0,1 1-1,0 0 1,0 0 0,-2 3 0,-3 5 10,0 0 1,0 1-1,-6 17 1,12-24-34,-1 0 0,1 0 0,1 0 1,-1 0-1,0-1 0,1 1 1,0 0-1,0 0 0,0 0 0,0-1 1,1 1-1,-1 0 0,1-1 1,4 7-1,-4-7 4,0-1 1,1 1-1,-1-1 1,0 0 0,1 1-1,0-1 1,-1 0-1,1 0 1,0-1-1,0 1 1,0 0-1,0-1 1,0 0-1,1 0 1,-1 0-1,0 0 1,1 0-1,-1-1 1,0 0 0,1 1-1,-1-1 1,1 0-1,-1-1 1,0 1-1,1-1 1,-1 1-1,0-1 1,1 0-1,5-3 1,-7 4 31,0-1 0,1 1 0,-1-1 0,1 1 0,-1 0 0,1 0 1,-1 0-1,1 0 0,-1 0 0,0 1 0,1-1 0,-1 1 0,1-1 0,-1 1 0,0 0 0,0 0 0,1 0 0,-1 0 1,0 1-1,3 2 0,1 0 28,0 0 1,-1 1 0,0-1 0,0 1-1,0 0 1,5 9 0,1 4 47,-1 1 0,-1 0 0,-1 1 0,-1-1 0,-1 2 0,0-1-1,-1 1 1,-2 0 0,0 0 0,-1 0 0,-1 0 0,-2 28 0,-4 16-17,-3 1 0,-27 107 0,10-73-60,-70 179-1,60-196-47,-4 13-33,-67 115 0,92-186 60,-2 0 0,0-1 1,-2-1-1,0-1 0,-2-1 0,-1 0 0,0-1 0,-1-2 0,-34 22 0,54-38 5,0 0-1,0-1 1,-1 1-1,1-1 0,-1 0 1,1 0-1,-1 0 0,0 0 1,1 0-1,-1-1 1,0 1-1,0-1 0,1 0 1,-1 1-1,0-1 0,0 0 1,0-1-1,1 1 0,-1-1 1,0 1-1,0-1 1,1 0-1,-1 0 0,0 0 1,1 0-1,-1 0 0,1-1 1,0 1-1,-1-1 0,1 1 1,0-1-1,-3-3 1,1 0 18,1 0 0,-1 0 0,1 0 0,0 0 0,1-1 0,-1 1 0,1-1 1,0 0-1,1 1 0,-1-1 0,1 0 0,1 0 0,-1-9 0,1-11 27,2 0-1,1 0 1,2 1-1,0-1 1,1 1-1,19-44 0,72-142-60,-95 209-1,68-122-961,92-121 0,-76 119 25,95-124-2184,-43 81-3114,-35 50-6963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5.0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460 552 8713,'-3'-6'268,"2"3"130,0 0 0,-1-1 0,1 1 0,-1 0 0,0 0 0,0 0 0,0 0 0,0 0 0,-1 0 0,1 0 0,-1 1 0,0-1 0,1 1 0,-4-2 0,-25-21 3117,29 22-3238,-1 0 0,0 0 0,0 0 0,0 0 0,0 1-1,0 0 1,0-1 0,-1 1 0,1 1 0,-1-1 0,1 0 0,-1 1-1,0 0 1,1-1 0,-1 2 0,-4-2 0,-2 2-87,0 1 1,0 0-1,0 1 1,1 0-1,-1 0 1,1 1-1,-1 0 1,1 1-1,0 0 1,0 0-1,1 1 1,-1 0 0,1 1-1,0-1 1,1 2-1,-13 12 1,-4 5 52,2 1 0,1 2 0,-30 49 0,44-65-354,1 0 0,0 0 0,0 1 0,2-1 0,-1 1 0,2 0 0,-1 0 0,2 1 0,-1-1 0,2 1 0,0-1 0,0 1 0,1 0 0,1-1 0,1 14 0,-1-26 71,0 1-1,0-1 0,0 1 0,0-1 1,0 1-1,0-1 0,0 0 0,0 0 1,0 1-1,1-1 0,-1 0 0,0 0 1,0 0-1,0 0 0,0 0 0,2-1 1,-2 1-35,4 0 26,-1 0 1,1 0-1,0-1 0,-1 0 1,1 0-1,-1 0 1,0-1-1,1 1 0,-1-1 1,0 0-1,0 0 1,0 0-1,0-1 0,0 0 1,4-3-1,6-7-52,0 0 0,15-20 1,-22 25 56,25-30-5,-2-2 0,-1-1 1,-3 0-1,-1-3 0,-2 0 1,-2-1-1,15-48 0,24-95 29,-48 150 84,-1 0-90,24-53-1,-14 55 24,-20 33 17,1 6 9,5 14-14,0 1-1,-1 1 1,-1-1-1,-1 1 1,-1 0-1,0 0 1,-1 32-1,6 30 26,-6-66-35,2 9 8,0 1 1,9 26 0,-10-43-3,0 0 0,0 0 0,1-1 0,0 1 0,0-1 0,1 0 0,0 0 0,0-1 0,1 1 0,7 5 0,-10-9-1,0-1-1,1 0 0,-1 0 1,1 0-1,0 0 0,0-1 0,0 0 1,-1 1-1,1-1 0,0-1 0,1 1 1,-1-1-1,0 1 0,0-1 0,0 0 1,0 0-1,5-2 0,7 0 12,-1-1 1,0-1-1,15-6 0,4-3-30,0-1 0,-2-2 0,47-30 0,82-69-117,-90 62-36,-6 5-306,-63 47 441,-1-1 1,1 1-1,-1-1 1,1 1-1,-1-1 0,0 0 1,0 1-1,0-1 1,0 0-1,0 0 1,1-3-1,0 2-42,0 0-130,-7 3-888,0 1 832,0-1 0,0 1-1,0 0 1,0 0 0,1 0 0,-1 1-1,-7 3 1,12-5 244,-1 0-15,0 1 1,1-1-1,-1 0 0,1 0 1,-1 1-1,0-1 1,1 0-1,-1 1 1,1-1-1,-1 1 1,1-1-1,-1 1 0,1-1 1,-1 1-1,1-1 1,0 1-1,-1-1 1,1 1-1,-1-1 1,1 1-1,0 0 0,0-1 1,0 1-1,-1 0 1,1 0 11,1 1 0,-1-1 1,0 0-1,1 0 0,-1 0 1,1 0-1,-1 0 0,1 0 1,0 0-1,-1 0 0,1 0 0,0 0 1,0 0-1,-1 0 0,1 0 1,0-1-1,0 1 0,0 0 1,2 0-1,2 3 337,-2-2-670,0 1 0,1 0 0,0-1 0,0 0 0,0 0 0,0 0 0,0-1 1,0 1-1,5 1 0,-1-3-197,0 1-452,-1 1-3279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5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45 6693,'4'-7'526,"-1"2"619,0-1-1,0 1 1,1-1 0,10-10 3605,-28 41-1109,6-3-2783,2 0-1,1 1 1,1 0-1,1-1 1,0 1-1,2 29 1,-2 6 292,-56 495 4007,15-159-4898,39-328-1117,2 1 0,7 71-1,1-91-4202,19 85-1,-20-114-509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5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3 103 10009,'2'6'730,"-2"1"1,1-1-1,-1 0 1,0 1-1,0-1 1,0 0-1,-2 7 1,-1 33 1682,6-25-2081,2 0 1,0 0-1,1 0 0,1 0 0,17 32 0,-11-22-128,-5-13-131,1 0 1,0-1-1,2 0 1,-1-1-1,2 0 1,0-1 0,1 0-1,1-1 1,25 21-1,-29-27-57,0-1-1,1 0 0,-1-1 0,2 0 1,-1-1-1,1 0 0,-1 0 0,1-2 0,1 1 1,-1-1-1,0-1 0,1 0 0,-1-1 1,1-1-1,-1 0 0,14-1 0,14-6 84,0-2 0,0-1 0,-2-2 0,1-2 0,-1-1 0,-1-2 0,-1-1 0,-1-3 0,55-40-1,-39 22-643,80-80 0,-78 63-1809,47-66 0,-51 57-2910,1 12-3136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6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281 179 5493,'-1'-3'1930,"0"-7"-308,0 0 0,1 0 0,0 0 0,2-19 0,-2 23-1160,0 1 0,0-1 0,-1 1 0,1-1 0,-1 0 0,-1 1 0,1-1 0,-1 1 0,0 0 0,0 0 0,0 0 0,-1 0 0,0 0 0,-5-7 0,0-2 1597,7 13-1958,0 1 1,0-1-1,1 1 1,-1-1 0,0 1-1,0-1 1,0 1-1,0 0 1,0-1 0,0 1-1,0 0 1,0 0-1,0 0 1,0 0 0,0 0-1,0 0 1,-1 0-1,-1 0 190,-1-1-126,0 1 1,0 0-1,1 1 1,-1-1-1,0 1 0,0 0 1,0 0-1,0 0 0,1 0 1,-1 0-1,0 1 0,1 0 1,0 0-1,-1 0 1,1 0-1,0 0 0,0 1 1,0-1-1,0 1 0,-2 3 1,-9 8 350,2 0 0,-20 29 0,19-22-382,1 1 0,1 0 0,1 0 0,2 1 0,0 1 0,1-1 0,1 1 0,1 0 0,2 1 0,-2 26 0,3 30-2738,15 137 1,-7-160-1227,3 3-5864,2-4-1727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6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30 330 10421,'-4'-6'614,"1"1"0,-1-1 0,1 0 1,0 0-1,1 0 0,0 0 0,-1 0 0,2-1 0,-1 1 1,1-1-1,-1-6 0,3 7-380,0 0 1,0 0 0,0 0-1,1 1 1,-1-1-1,1 1 1,1-1-1,-1 1 1,1 0-1,0 0 1,0 0-1,1 0 1,5-7 0,5-2-105,0-1 0,1 2 0,0 0 0,1 1 0,0 0 1,1 2-1,0-1 0,1 2 0,0 1 0,0 0 0,1 1 1,0 1-1,28-5 0,-16 5-74,0 1 1,0 1-1,0 2 0,0 2 1,1 0-1,-1 2 1,60 12-1,-66-7-28,0 0 0,0 2 0,-1 0 0,24 14 0,-33-15-24,-1 1-1,0 0 1,-1 1 0,0 0 0,0 1 0,-1 0 0,14 18 0,-21-22-27,-1 0 0,0 1-1,0-1 1,0 1 0,-1 0 0,0 0 0,-1 1 0,0-1 0,0 0 0,0 1-1,-1-1 1,-1 1 0,0-1 0,0 1 0,0 0 0,-1-1 0,0 1 0,-1-1-1,-4 13 1,-1 2-132,-1 0 1,-1-1-1,-2 0 0,0 0 0,-24 35 0,1-11-182,-2-1-1,-68 64 1,-94 66-140,57-54 214,141-121 262,-1 1 1,1-1-1,-1 0 0,1 1 1,-1-1-1,1 0 0,-1 1 0,1-1 1,0 1-1,-1-1 0,1 1 0,0-1 1,-1 1-1,1-1 0,0 1 1,0-1-1,-1 1 0,1-1 0,0 1 1,0-1-1,0 1 0,0-1 0,0 1 1,0 0-1,0-1 0,0 1 1,0-1-1,0 2 0,15 5-11,30-8 18,6-5 8,1 2-1,69 4 1,-103 1-18,1 1 0,-1 0-1,0 1 1,0 2 0,0-1 0,-1 2-1,0 1 1,0 0 0,0 1 0,21 13 0,-32-16 1,1 0 1,-1 0 0,0 0 0,-1 1 0,0 0 0,1 0 0,-2 0 0,1 0 0,-1 1 0,0 0 0,0 0-1,-1 0 1,0 0 0,0 1 0,-1-1 0,0 1 0,2 15 0,-3-13 2,-1 0 0,0 0 0,-1 0 0,0 1 0,-1-1 0,0 0 0,0 0 0,-1-1 0,0 1 0,-1 0 0,0-1 0,-1 0 0,-7 12 0,-13 15 135,-2-2 1,-2 0 0,-1-2 0,-2-1-1,0-2 1,-2-1 0,-2-1 0,-53 30 0,86-55 87,3-6-42,2-7-139,1 1-1,0 0 1,0 0 0,1 0 0,0 1 0,1-1 0,0 1 0,1 0 0,0 0 0,11-13 0,12-10 27,42-37 1,-55 55-46,8-9-7,121-106 86,-113 102-42,2 3 0,58-34-1,-77 51-14,-1 1-1,1 0 0,0 1 0,0 0 0,0 1 0,1 1 1,27-3-1,-38 6-29,1 0 1,-1 0-1,1 1 0,-1 0 1,1 0-1,-1 0 1,1 0-1,-1 1 1,0 0-1,0 0 0,6 3 1,-8-3-6,0 1 1,0-1-1,0 1 1,0-1-1,-1 1 0,1 0 1,-1 0-1,0 0 1,0 0-1,0 0 1,0 1-1,0-1 0,0 1 1,-1-1-1,0 1 1,0 0-1,1 5 0,0 1-216,-2 0-1,1-1 0,-1 1 0,0 0 0,-1-1 0,0 1 0,-1-1 0,0 1 0,0-1 0,-5 10 0,4-10-661,-1 0 0,0 0-1,-1-1 1,0 1-1,-10 13 1,-4 3-4243,4 4-2948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6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 11277,'16'-9'1724,"-12"-12"-364,-1 3 881,10 30-4306,-3 0-2119,0 3-3185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7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9449,'0'-1'217,"0"1"0,0 0 0,0-1 0,0 1 0,0 0 0,0-1 0,0 1 0,0-1-1,0 1 1,0 0 0,0-1 0,0 1 0,1 0 0,-1-1 0,0 1 0,0 0 0,0-1 0,1 1 0,-1 0 0,0 0 0,0-1 0,1 1 0,-1 0 0,0 0 0,0-1 0,1 1 0,-1 0 0,0 0 0,1 0 0,-1 0 0,0-1 0,1 1 0,-1 0-1,1 0 1,-1 0 0,0 0 0,1 0 0,-1 0 0,0 0 0,1 0 0,-1 0 0,1 0 0,-1 0 0,1 0 0,12 19 3247,13 47-3604,-20-50 1216,0 4-915,-1 0-1,0 0 0,-2 1 1,2 21-1,-2 81 476,-3-120-590,6-3-36,-1 0 0,0-1 0,0 0 0,0 0-1,0 0 1,0-1 0,-1 1 0,1-1 0,0-1 0,7-3 0,42-36 57,-17 12-75,11-6 9,1 2 1,2 2-1,2 3 1,82-34-1,-123 58 74,0 1 1,0 1-1,0 0 0,0 1 1,0 0-1,0 1 1,1 1-1,-1-1 0,0 2 1,0 0-1,1 0 0,-1 1 1,0 1-1,0 0 0,0 1 1,-1 0-1,1 0 1,-1 1-1,0 1 0,0 0 1,-1 1-1,0 0 0,0 0 1,0 1-1,-1 0 0,11 13 1,34 42 332,22 24-12,-65-77-341,0 0 0,1 0 0,0-1 0,0 0 1,20 9-1,-27-15-47,1-2 0,-1 1 0,1-1 0,0 1 0,-1-2 0,1 1 0,0 0 1,-1-1-1,1 0 0,0-1 0,0 1 0,-1-1 0,10-3 0,-2 1 6,-1-1-1,0-1 0,0 0 1,20-12-1,-28 15-10,-1 0 0,0 0 1,0 0-1,0-1 0,0 0 0,0 1 0,-1-1 0,1 0 0,-1 0 0,0 0 0,0-1 0,0 1 1,2-5-1,35-61 7,-36 64-10,-1 1-1,1-1 0,-1-1 0,-1 1 1,1 0-1,-1 0 0,0-1 1,0 1-1,-1-1 0,1 1 1,-1 0-1,0-1 0,-2-5 0,2 8-1,0 0-1,-1 1 1,0-1-1,1 0 1,-1 1-1,0-1 1,-1 0-1,1 1 1,0 0-1,-1-1 0,1 1 1,-1 0-1,0-1 1,0 1-1,0 0 1,0 0-1,0 1 1,0-1-1,-1 0 1,-3-1-1,4 2-2,-1 1 1,0-1-1,0 1 1,0 0-1,0 0 1,0 0-1,0 1 0,0-1 1,0 1-1,0-1 1,0 1-1,0 0 1,1 0-1,-1 0 0,0 1 1,1-1-1,-1 1 1,1-1-1,-1 1 1,1 0-1,0 0 1,-4 4-1,-2 1-72,-1 1 0,2 1 0,-1-1 0,-10 18 1,-15 44-775,33-67 812,0-1 0,0 0 0,0 1 0,0-1 1,1 0-1,-1 0 0,1 1 0,0-1 0,-1 0 0,1 0 0,2 3 1,-2-1-41,1-4 71,-1 1-1,0-1 1,1 1 0,-1-1 0,1 1-1,-1-1 1,1 0 0,-1 0-1,0 0 1,1 0 0,-1 0-1,1 0 1,2 0 0,-2 0-6,55-1 54,-40 1 41,0-1 0,27 5 0,-37-3-87,0 1-1,1 0 0,-1 0 1,0 0-1,0 1 1,0 0-1,-1 1 1,1 0-1,7 6 0,-2 0-486,-1 0 0,0 1 0,-1 0 0,0 1 0,-1 0-1,8 14 1,23 30-3685,-8-23-4262,-15-21 680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7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57 8621,'3'-8'926,"0"-1"1,0 1 0,1-1-1,10-14 3393,-10 24-3041,-1 0-1111,1-1-40,0 1 0,-1 0 1,1 0-1,0 0 0,-1 0 0,1 1 0,-1-1 0,0 1 1,0 0-1,1 0 0,-1 0 0,0 0 0,-1 1 0,1-1 0,0 1 1,-1-1-1,5 6 0,4 9 45,0 0 0,-2 0 1,1 0-1,-2 2 0,-1-1 1,0 1-1,-1 0 0,-1 0 1,-1 0-1,3 27 0,-5-26-82,-1 0-1,-1 0 1,0 0-1,-2 0 0,0 0 1,-1 0-1,-1-1 1,-13 39-1,16-57-28,-1 1 0,1 0 0,0 0 0,-1 0 0,0-1 0,1 1 0,-1-1 0,0 1 1,0-1-1,1 0 0,-1 0 0,-3 1 0,0 2 1863,6-16-1780,0 0 1,0 0-1,2 1 1,-1-1 0,1 0-1,1 1 1,8-19-1,-5 15-203,1 0-1,1 1 0,0 0 0,1 1 0,13-14 1,62-56-2084,-38 39 151,-26 24-164,33-24 0,1 10-4157,-11 11-2539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8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287 1 9037,'-5'10'1704,"1"0"1,0 1 0,-4 18-1,7-22-1372,1-1-1,-1 1 1,1-1-1,1 1 1,-1-1-1,1 0 0,0 1 1,2 8-1,-2-13-302,0 4 103,1 1 0,0-1 0,1 0-1,-1 1 1,1-1 0,0 0 0,1 0-1,-1-1 1,1 1 0,7 7 0,4 0-110,-1 0 0,2-1 1,-1-1-1,1-1 1,1 0-1,0-1 1,1-1-1,-1-1 0,1 0 1,1-1-1,23 4 1,-32-7-36,1-2 0,0 1 0,-1-1 0,1-1 0,0 0 0,0 0 0,-1-1 0,1 0 1,0-1-1,-1 0 0,1-1 0,-1 0 0,0-1 0,0 0 0,0-1 0,0 1 0,-1-2 0,0 0 1,0 0-1,-1 0 0,15-14 0,33-54 739,-10 11 194,27-29 2014,-72 91-2884,-1 1 0,1 0-1,0 0 1,-1 0 0,1 0 0,-1 0 0,1 0 0,0 0 0,-1 0 0,1 0 0,-1 1 0,1-1 0,0 0 0,-1 0 0,1 0 0,-1 1 0,1-1 0,-1 0 0,1 1 0,-1-1 0,1 0 0,-1 1 0,1-1 0,-1 1 0,1-1 0,-1 1-1,12 12 434,-10-8-401,0 1 0,-1-1 0,1 1 0,-2 0 0,1-1 1,0 1-1,-1 0 0,-1 9 0,1-2 45,-11 160 910,2-62-622,-3 64 37,-40 202 0,28-265-358,-4-1 0,-80 198 0,60-196-161,-92 157 0,121-238 16,-2-1 0,-1-1 0,-1-1-1,-1-1 1,-2-1 0,-1-2 0,-1 0-1,-1-2 1,-46 29 0,59-43 25,-1-1 0,1-1 1,-2 0-1,1-1 0,-1-1 1,-21 3-1,33-7 18,1 0-1,0-1 0,0 0 1,-1 0-1,1 0 1,0-1-1,0 0 0,0 0 1,-1 0-1,1 0 1,-8-4-1,11 3 7,-1 0-1,0 0 1,0 0 0,1 0-1,-1 0 1,1-1-1,0 1 1,0-1 0,0 0-1,0 1 1,0-1-1,0 0 1,1 0 0,-1 0-1,1 0 1,0 0 0,0-1-1,0 1 1,0 0-1,0-4 1,0-2-2,1 0 1,0 0-1,0 0 1,1 0-1,0 0 1,0 0-1,1 0 1,0 1-1,1-1 1,5-12-1,4-7-21,30-48 0,16-11-209,3 2-1,88-94 0,162-140-2059,-248 256 1705,415-371-7978,-386 362 3132,-12 17-3141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8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509 211 12957,'1'-1'158,"1"-1"0,-1 0 0,0 0 0,1 0 0,-1 0 0,0 0 0,0 0 0,0-1 0,-1 1 0,1 0 0,0-3 0,-1 3 112,-1 1 0,1-1 0,-1 1-1,1-1 1,-1 1 0,0-1 0,1 1-1,-1 0 1,0-1 0,0 1 0,0 0-1,0 0 1,-1-1 0,-9-12 2352,8 12-2351,1 1 1,-1 0-1,1 0 0,-1 0 1,1 0-1,-1 0 0,1 1 0,-1-1 1,0 1-1,1 0 0,-1 0 1,0 0-1,0 0 0,1 0 1,-5 1-1,-4 3 1,0 0 0,1 1 0,0 0 0,0 1 0,0 0 0,0 0 0,1 1-1,0 0 1,1 1 0,-13 14 0,-10 14 336,-32 48-1,46-60-428,-21 28 171,3 2 0,-53 111 0,76-138-296,2 1 0,0 0-1,2 0 1,1 1 0,1 0-1,2 0 1,1 1 0,1 48 0,2-67-69,1-1 1,0 1-1,1-1 1,0 0-1,1 1 0,0-1 1,1-1-1,0 1 1,0 0-1,1-1 1,1 0-1,-1 0 1,1 0-1,1-1 1,10 11-1,-10-12-29,1-1 1,0-1-1,0 1 0,0-1 0,0-1 0,1 0 0,0 0 0,0 0 0,0-1 0,0-1 0,0 1 0,1-1 0,-1-1 0,1 0 1,-1 0-1,1-1 0,13-2 0,9-1-247,-1-2 0,1-2 0,-1 0 1,52-21-1,114-64-1525,-142 61 1228,-1-3 1,-2-1-1,61-55 0,129-142-1657,-211 200 1941,46-47-588,85-113 0,-111 125 701,-19 25 416,-1-1 1,31-58 0,-39 57 2589,-25 49-2091,-5 11-472,1 0 1,1 0-1,0 1 0,2 0 0,-1-1 0,2 2 1,0 33-1,13 131 150,-3-96-776,5 113-2564,-5-67-2319,-2-80-620,1-3-3673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9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282 172 7981,'-10'3'736,"0"1"1,1 0 0,0 1 0,-1 0-1,1 1 1,1 0 0,-1 0 0,1 0-1,0 1 1,1 1 0,-12 13 0,-1 9 44,-27 51 1,-15 24-272,27-39-600,34-64 67,3-3-144,82-38-186,-48 25-42,-1-2 0,-1-1 0,33-23 0,-51 28 375,0-1-1,-1-1 1,-1 0-1,0-1 1,-1-1-1,-1 0 1,-1 0-1,15-27 1,3-3 1242,11-34 1458,-39 79-2281,17 48 65,2 72-211,-16-90-226,0-1 1,2 1-1,1-1 0,13 36 1,-18-62-24,0-1 1,0 1-1,0 0 1,0-1-1,0 1 0,1-1 1,-1 0-1,0 1 1,1-1-1,-1 0 1,0 0-1,5 0 1,-5 0-7,-1-1 4,0 1 0,0-1 0,0 0-1,1 0 1,-1 0 0,0 0-1,0 0 1,0 0 0,0 0 0,0 0-1,0 0 1,0 0 0,0-1 0,0 1-1,1 0 1,-1-1 0,0 1-1,0-1 1,0 0 0,4-1 4,3 0-2,-1-1-1,1 0 1,-1 0 0,0-1-1,0 0 1,0-1 0,9-7-1,43-43-15,-51 46 17,155-183 3,-92 102 20,15-8 179,-85 96-89,15 33 148,-14-25-238,0 1-1,-1-1 0,0 1 1,0 0-1,0 0 0,-1-1 1,-1 15-1,2 29-14,4-20 32,-1-2-19,-1 1 0,0 39 1,-4-58-22,0-1-1,0 0 1,0 1 0,-1-1 0,-1 0 0,0 0 0,0 0 0,-1 0 0,0-1 0,0 0 0,-8 12-1,4-9-1,0-1-1,0 0 1,-1-1-1,-18 15 0,24-22 52,5-5-56,20-28-17,2 1 0,1 1-1,34-31 1,-8 9-44,-25 24 37,103-100-64,-78 81-19,-32 38 86,-16 9 21,-1-1 0,0 0 0,0 1 0,0-1 0,0 1 0,0 0 1,0 0-1,0 0 0,0 0 0,0 0 0,0 0 0,0 0 0,0 1 0,-1-1 0,1 0 1,-1 1-1,1 0 0,-1-1 0,1 1 0,-1 0 0,0 0 0,0 0 0,0 0 0,0 0 1,0 0-1,0 0 0,-1 0 0,1 0 0,-1 0 0,1 0 0,-1 4 0,2 10 6,0 1 0,-1-1 0,-2 22 0,1-18 1,-2 23-32,1-24 75,1 0-1,2 23 1,-1-38-19,3-5-2,15-5-8,1 0 1,-1-1-1,0-1 1,-1 0-1,28-18 0,-43 26-17,0 0-1,0 0 1,0 1-1,-1-1 1,1 1-1,0-1 1,0 1-1,0 0 1,3 2-1,-5-3 0,0 1-37,1 1 1,0-1-1,-1 1 1,1-1-1,-1 1 1,1-1-1,-1 1 1,0 0-1,0 0 1,0 0-1,0-1 1,0 1-1,0 0 1,-1 0-1,2 4 1,-2-1-312,-1 0 0,1-1 1,-1 1-1,0 0 1,0 0-1,0-1 0,-1 1 1,1-1-1,-4 5 1,-13 21-7591,8-18 139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49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5913,'0'-34'1604,"23"19"-304,-13 3-200,1 0-360,2 6-432,0-3-444,7 3-3528,4 0-517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0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298 559 7009,'2'-3'1804,"93"-138"8267,-79 113-9359,-2 0-1,-1-2 1,-1 1 0,-2-2 0,0 0 0,-3 0 0,0 0 0,-2-1 0,-2 0 0,1-32-1,-3 44-507,0-8 1312,-7 50-390,-42 321 1600,-68 329-2245,-24-187-481,-11 41 0,141-490 0,2 1 0,1 1 0,1-1 0,0 54 0,6-89-3,0 1 0,1 0 0,-1-1 0,0 1 1,1-1-1,-1 1 0,1-1 0,0 0 0,0 1 0,0-1 0,0 1 0,0-1 1,0 0-1,1 0 0,1 3 0,-2-5-21,0 1 0,0 0 1,0-1-1,0 1 0,0-1 1,0 1-1,0-1 0,0 1 0,0-1 1,0 0-1,0 0 0,1 1 1,-1-1-1,0 0 0,0 0 0,0 0 1,0 0-1,1 0 0,-1-1 1,0 1-1,0 0 0,0 0 0,1-1 1,3-1-87,0-1 0,-1 1 0,1-1 0,-1 0 1,0 0-1,0 0 0,0-1 0,0 1 0,-1-1 1,1 0-1,-1 0 0,3-6 0,5-9-95,-1-1 1,-1-1-1,-1 0 0,-1 0 0,0 0 1,-2-1-1,-1 0 0,0 0 0,0-29 1,-3-10-31,-2 0 1,-11-71-1,-8 11 72,-2-21-43,20 119 176,1 0 0,1 0 0,1 0 0,4-27 0,-2 37 3,1 0-1,0 0 0,1 1 1,0 0-1,0 0 0,2 0 0,-1 1 1,2 0-1,-1 0 0,1 0 1,1 1-1,0 1 0,0-1 0,1 2 1,16-12-1,15-8-59,2 1 0,80-35 0,-81 41 63,3-1 21,129-57 1043,-171 78-778,-4 4-50,-39 141-1625,32-95-2911,5 0-4497,5-26-1874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0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0 11329,'0'0'8393,"-3"18"-7877,0 3-448,9 1-540,1-1-740,-4 3-504,1 0-761,-8 3-1667,-2-3-3157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1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144 143 6613,'0'-1'105,"-1"0"1,1 1 0,-1-1 0,1 0 0,-1 0-1,1 1 1,0-1 0,-1 0 0,1 0 0,0 1-1,0-1 1,-1 0 0,1 0 0,0 0 0,0 0-1,0 1 1,0-1 0,0 0 0,0 0 0,1 0 0,-1 0-1,0 1 1,0-1 0,0 0 0,1 0 0,-1 0-1,1 1 1,-1-1 0,0 0 0,1 1 0,-1-1-1,1 0 1,-1 1 0,1-1 0,0 0 0,-1 1-1,1-1 1,0 1 0,0-1 0,40-30 4329,-19 15-904,-20 14-2200,-1 2-1294,-1-1 1,1 1-1,-1-1 0,1 1 1,0-1-1,-1 1 0,1 0 1,-1-1-1,1 1 1,0 0-1,-1 0 0,1-1 1,0 1-1,-1 0 1,1 0-1,0 0 0,-1 0 1,1 0-1,0 0 0,-1 0 1,2 0-1,15-6 1543,-10-3-1504,-2-1 0,11-20-1,-15 27 833,-5 7-279,-31 27 252,2 3 1,2 0-1,-46 65 0,64-80-767,1 0-1,1 1 1,1 1 0,1 0 0,0 0-1,2 1 1,0 0 0,2 0-1,-6 41 1,11-53-122,-1 0 0,2-1-1,0 1 1,0 0 0,0-1 0,1 1-1,1-1 1,-1 0 0,2 1 0,-1-1-1,1-1 1,1 1 0,-1 0 0,1-1 0,1 0-1,0 0 1,0-1 0,0 0 0,1 0-1,0 0 1,15 10 0,-12-10-120,1 0 0,-1-1-1,2-1 1,-1 0 0,0 0 0,1-1-1,0 0 1,0-1 0,0-1 0,1 0-1,-1-1 1,0 0 0,1 0 0,-1-2 0,0 1-1,22-5 1,-21 2 13,-1 0 0,0 0 0,0-1 0,0-1 0,0 0 0,13-9 0,-18 10 76,-1-1 1,0 0-1,0 0 1,0 0-1,0-1 1,-1 0-1,0 0 0,0-1 1,0 1-1,4-11 1,0-1-91,-1-1-1,0-1 1,-2 1 0,0-1 0,5-36 0,-11 52 12,-19 10-545,17-5 650,1-1 0,-1 1 0,0 0-1,1 0 1,-1 0 0,1 0 0,0 0 0,-1 0-1,1 0 1,0 0 0,0 1 0,0-1-1,0 0 1,0 1 0,0-1 0,0 1 0,0-1-1,0 1 1,1-1 0,-1 1 0,0 0 0,1-1-1,0 1 1,-1 0 0,1 2 0,-1-1 9,25 20-72,-18-20 60,0-1 0,0 0 0,1 0 0,-1 0 0,0-1 0,1 0 0,-1 0 0,0-1 0,1 0 0,-1 0 0,10-1 0,6-2-352,40-10 0,-43 8 212,0-1-1,0 0 1,-1-2 0,0 0 0,0-1 0,-1-1 0,-1-1-1,1 0 1,-2-1 0,1-1 0,-2 0 0,0-1 0,0-1-1,-2 0 1,1 0 0,-2-2 0,11-20 0,-14 21 637,-1 0 1,-1-1 0,-1 0-1,0 0 1,2-20-1,-6 32-267,0 0 0,1 0 0,-1 0 0,1 1 0,0-1 0,6-8 0,-6 9-29,-1 1 755,16 35 15,-13-23-1175,-1 1-1,0-1 1,0 1 0,-1 0-1,0 0 1,0 18 0,-2-9-1540,0 0 0,-5 30 0,5-46 1476,0-1 0,0 1 0,0-1 1,0 1-1,1-1 0,-1 0 0,1 1 0,0-1 0,0 1 0,1 2 1,1 2-349,-3-4-121,7-21 1821,-4 11-945,0 1 0,1 0-1,-1 0 1,1 0 0,1 0 0,-1 1 0,1-1-1,0 1 1,0 0 0,1 1 0,-1-1 0,1 1-1,10-5 1,8-4 14,1 1 0,30-9 0,-55 20-137,9-1 50,1 0 1,-1 0 0,1 1-1,-1 0 1,13 0 0,-18 1-16,-3 13-19,-1-10-14,0 0 0,0 1 0,0-1 0,-1 0 0,1 0 0,-1 0 0,0 0 0,0 1 0,0-1 0,0 0 0,0-1 0,-1 1 1,1 0-1,-3 3 0,-5 11-88,8-15-153,12 3-1874,-10-4 2016,-1 0 0,1-1 0,0 1 0,-1-1 0,1 1 0,0-1 0,-1 1 0,1-1 0,0 0 0,0 1 0,0-1 0,0 0 0,-1 0 0,1 1 0,0-1 0,0 0 0,0 0 0,0 0 0,0 0 0,-1 0 0,1 0 0,1-1 0,6 0-323,-1-1 0,0 0 0,0-1 0,0 1 0,-1-2 0,12-6 0,-15 8 409,0-1 0,0 0 1,0 0-1,-1 0 0,1 0 1,-1 0-1,0 0 1,0-1-1,0 1 0,0-1 1,-1 1-1,0-1 0,1 0 1,-1 0-1,1-6 0,-1 0 627,-1 0-1,1-1 0,-2 1 1,-1-16-1,-1-9 154,4 33-736,0-1 0,0 1-1,0-1 1,0 1 0,0-1 0,0 1 0,1 0-1,-1 0 1,1-1 0,0 1 0,0 0-1,0 0 1,2-1 0,-2 0-20,2 1-85,-1-1 0,0 0-1,1 1 1,0 0 0,0 0 0,0 0 0,-1 0 0,2 1 0,-1 0 0,0 0 0,0 0-1,0 0 1,5 0 0,-8 1 71,0-1-12,0 1 1,-1 0 0,1 0-1,0 0 1,0 0 0,0 0-1,0 0 1,0 0 0,0 0-1,-1 0 1,1 0 0,0 0-1,0 0 1,0 1 0,0-1-1,-1 0 1,1 1 0,0-1-1,0 1 1,-1-1 0,1 0-1,0 1 1,-1 0 0,1-1-1,0 1 1,-1-1-1,1 1 1,-1 0 0,1-1-1,-1 1 1,1 0 0,-1 0-1,1 0 1,-1-1 0,0 1-1,0 0 1,1 0 0,-1 0-1,0 0 1,0-1 0,0 1-1,0 0 1,0 0 0,0 0-1,0 0 1,0 1 0,0 1 25,-1 0 0,1 0 0,-1 0 0,0 0 0,0 0 1,0 0-1,0 0 0,0 0 0,0-1 0,-4 6 0,-63 85 452,66-90-487,2 0-32,0 7-118,-1 9 597,5-29-127,-3 8-376,-1 1-1,1-1 1,0 1-1,0 0 1,-1 0-1,1-1 0,0 1 1,0 0-1,0 0 1,0 0-1,0 0 1,0 0-1,1 0 0,-1 0 1,0 1-1,0-1 1,1 0-1,-1 1 1,0-1-1,1 1 0,-1-1 1,1 1-1,-1 0 1,0-1-1,1 1 1,-1 0-1,1 0 0,-1 0 1,1 0-1,-1 0 1,4 1-1,-2-1-1523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3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0 5156,'20'33'1385,"-19"-31"-1211,-1 0 0,1 0 0,-1 0 0,1 0 0,-1 0 1,0 0-1,0 0 0,0 0 0,0 0 0,0 0 0,0 0 1,0 0-1,-1 1 0,1-1 0,-1 0 0,0 0 1,1 0-1,-3 3 0,2-3 152,-29 66 2119,15-7-1199,14-59-953,1 1 35,-3 30 295,3-30 185,3-4-602,0-1-160,0 1-1,0-1 1,0 0 0,0 0 0,-1 0-1,1 0 1,0-1 0,-1 1 0,1-1-1,-1 1 1,0-1 0,0 0 0,0 0-1,0 0 1,-1 0 0,1 0 0,-1 0-1,2-6 1,35-82 1714,-37 89-1712,-1 1-42,1 0 1,0 0 0,-1 1 0,1-1-1,-1 0 1,1 1 0,0-1 0,0 1-1,-1-1 1,1 1 0,0-1 0,0 1-1,-1 0 1,1-1 0,0 1 0,2-1-1,12-7-72,-6 1 136,-1 1-1,2 0 1,-1 0-1,11-5 1,-18 10-155,-2 40-4669,21-26-1098,5-1 329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3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 6281,'-20'6'1484,"0"-3"2060,0 3-3108,3-3-136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6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418 1 15245,'-83'26'2943,"81"-25"-2739,-1 0 0,0 1 0,1 0 0,-1-1 0,1 1 0,0 0 0,-1 0 0,1 0 0,0 1 0,0-1 0,0 0 0,1 1 0,-1-1 0,1 1 0,-1 0 1,1-1-1,0 1 0,0 0 0,0 0 0,0 3 0,-4 6 662,-65 107 5394,12-21-3917,31-47-2240,2 2 0,3 1 0,1 0 0,4 2 0,2 0 1,2 1-1,-10 102 0,23-142-437,0-1 1,2 1-1,-1 0 0,2-1 1,0 0-1,8 24 0,-7-28-712,1 0-1,0 0 1,1-1-1,0 1 1,0-1-1,1-1 1,1 1-1,14 14 1,-2-12-5748,8-8-4441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6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14105,'12'30'5264,"-5"16"-1928,-6-35-2831,1 0 1,0-1-1,0 1 1,6 15-1,17 26 424,2-2-1,2 0 0,2-2 0,44 52 0,-56-78-1128,0-2 1,1 0-1,1-1 0,0-1 0,2-1 0,0-1 0,1-1 0,0-1 0,1-1 0,1-2 0,53 17 0,-63-23-63,1-2 0,-1 0 0,1-1 0,0 0 0,0-2 0,0 0 0,0-1 0,0 0 0,20-5 0,-24 2 163,0 0-1,-1 0 1,0-1 0,0 0 0,0-1 0,-1-1-1,1 0 1,-2-1 0,1 1 0,-1-2-1,0 0 1,16-19 0,-12 9 50,-1 0 0,-1 0 0,0-1 0,-2-1-1,11-30 1,26-95 698,-46 141-605,10-41 1299,8-82 1,-15 91 475,2-1 1,12-44-1,-17 82-1798,-1 0 0,0 0 0,0 0-1,0 0 1,0 0 0,0 0 0,0 1 0,0-1 0,1 0 0,-1 0 0,0 0-1,0 0 1,0 0 0,0 0 0,0 0 0,1 0 0,-1 0 0,0 0 0,0 0-1,0 0 1,0 0 0,0 0 0,1 0 0,-1 0 0,0 0 0,0 0 0,0 0-1,0 0 1,0 0 0,0-1 0,1 1 0,-1 0 0,0 0 0,0 0 0,0 0-1,0 0 1,1 18-59,-31 337 39,3-96-2563,22-177-1361,2-12-1019,6-24-1533,3 4-5401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7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486 25 13661,'2'-20'2530,"-2"20"-2490,0 0-1,1 0 0,-1 0 0,0 0 0,0 0 0,0-1 0,0 1 0,0 0 1,0 0-1,0 0 0,0 0 0,0 0 0,0 0 0,0-1 0,0 1 0,0 0 0,0 0 1,0 0-1,0 0 0,0 0 0,0 0 0,0-1 0,0 1 0,-1 0 0,1 0 0,0 0 1,0 0-1,0 0 0,0 0 0,0 0 0,0-1 0,0 1 0,0 0 0,0 0 0,-1 0 1,1 0-1,0 0 0,0 0 0,0 0 0,0 0 0,0 0 0,0 0 0,-1 0 1,1 0-1,0 0 0,0 0 0,0 0 0,0 0 0,0 0 0,0 0 0,-1 0 0,1 0 1,0 0-1,0 0 0,0 0 0,0 0 0,0 0 0,0 0 0,-1 0 0,1 0 0,0 0 1,0 0-1,-12 0 983,4 0-348,0 0 0,0 0 0,0 1 0,0 0 0,0 0 0,0 1 0,-12 3 0,1 4-331,0 1 0,0 1 0,1 1 1,0 0-1,1 1 0,1 1 1,0 1-1,1 0 0,-25 32 0,-8 19-1258,-48 86 0,82-129 363,4-4-49,0 0 1,-10 29 0,20-47 557,0 1-1,0-1 1,1 1 0,-1-1-1,0 1 1,1-1 0,-1 1-1,1-1 1,-1 1 0,1-1-1,0 0 1,0 1 0,-1-1-1,1 0 1,0 0 0,0 0-1,2 2 1,2-3 41,0 0 1,0-1-1,-1 1 1,1-1-1,0-1 1,-1 1-1,1 0 1,-1-1-1,1 0 1,4-3-1,-3 2-3,114-61 519,-80 40 286,45-19 1,-71 37-555,1 1 0,-1 0 0,1 1 0,0 1 1,0 0-1,0 1 0,20 0 0,-10 4-98,0 1-1,-1 1 1,1 1 0,-1 1-1,39 16 1,17 4-236,-70-23 139,0-1 0,0 0 0,1-1 0,-1 0 0,1 0 0,-1-1 1,0-1-1,1 0 0,-1 0 0,0-1 0,1 0 0,-1-1 0,0 0 1,-1-1-1,1 0 0,-1 0 0,1-1 0,-1 0 0,10-9 0,-17 13 126,0-1-1,0 1 0,0 0 0,0 0 0,0 0 0,1 0 1,-1 1-1,0-1 0,0 0 0,1 1 0,-1 0 0,0-1 1,1 1-1,-1 0 0,5 1 0,-6-1-158,0 0-1,0 1 1,0-1-1,0 1 1,1-1-1,-1 1 1,0-1 0,0 1-1,0 0 1,0 0-1,-1 0 1,1-1-1,0 1 1,0 0 0,0 0-1,-1 0 1,1 0-1,0 0 1,-1 0-1,1 0 1,-1 0-1,1 1 1,-1-1 0,0 0-1,1 0 1,-1 0-1,0 1 1,0-1-1,0 2 1,1 47-295,0-5-2427,9-1-3659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7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31 11145,'-4'-30'4128,"1"45"-3432,0 3-556,13 3-840,0 3-596,-3 9-2768,6 25-3001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7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21 236 13721,'-6'13'581,"4"-10"-405,0 0 0,0-1 1,1 1-1,0 0 0,-1 0 1,1 0-1,0 0 0,0 0 0,1 0 1,-1 1-1,1-1 0,-1 0 0,1 0 1,0 0-1,0 0 0,1 1 1,-1-1-1,1 0 0,-1 0 0,3 4 1,4 15 2574,9 42 1,-12-45-2087,0-1 0,2 1-1,0-1 1,11 24 0,-14-38-563,-1 1 1,1-1-1,0 1 0,0-1 0,1 0 1,-1-1-1,1 1 0,0 0 0,0-1 1,0 0-1,0 0 0,1 0 0,-1-1 1,1 1-1,0-1 0,0 0 1,-1-1-1,1 1 0,0-1 0,9 2 1,-9-3-16,0 0 0,0 0 1,0 0-1,0 0 0,0-1 1,-1 0-1,1 0 0,0 0 1,0-1-1,-1 1 0,1-1 0,-1 0 1,1-1-1,-1 1 0,0-1 1,0 0-1,0 0 0,0 0 1,-1 0-1,1-1 0,3-4 1,5-6 50,-1-1 0,-1 0 1,-1-1-1,11-22 1,69-165-2364,-61 141 27,-17 36-293,24-41 0,-29 58 895,-1 1 0,2 0 1,-1 0-1,14-11 0,23-13-9628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7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11 275 10349,'15'0'2008,"-1"-1"0,0 0 0,27-6 0,-33 5-1646,0-1-1,0 0 0,0-1 1,10-4-1,-4-1 7,0 3-134,-1-2 0,0 1 0,-1-2 0,0 1 0,0-2 0,-1 0 0,0 0 0,-1-1 0,0 0 0,10-16-1,-17 22-43,0 0-1,0 0 0,-1-1 1,0 1-1,0-1 0,0 0 0,-1 1 1,0-1-1,1-9 0,-2 13-113,0 0 1,0 0-1,0 0 1,0-1-1,-1 1 0,1 0 1,-1 0-1,1 0 0,-1 0 1,0 0-1,0 0 0,0 0 1,0 0-1,0 1 0,0-1 1,0 0-1,-1 0 0,1 1 1,-1-1-1,1 1 0,-1-1 1,1 1-1,-1 0 0,0 0 1,0 0-1,0 0 0,0 0 1,0 0-1,0 0 0,0 0 1,-4 0-1,1 0 63,1 0-1,-1 0 1,0 1-1,0 0 1,0 0-1,0 0 1,1 1-1,-1-1 1,0 1-1,0 0 1,1 0-1,-10 4 1,5-1 94,1 1 0,-1 0 1,1 0-1,0 1 0,1-1 1,-9 9-1,1 1 71,2 0-1,0 1 1,0 0-1,2 1 1,-16 29-1,18-29-289,2 1-1,0-1 0,1 1 1,1 0-1,1 1 0,0-1 0,1 1 1,1 0-1,1-1 0,1 1 1,0 0-1,4 24 0,-2-31-85,1 0 0,0 0-1,1-1 1,0 1 0,0-1-1,1 0 1,1 0 0,0-1-1,0 1 1,1-1 0,0-1-1,1 1 1,0-1 0,1-1-1,0 1 1,0-1 0,1-1-1,-1 0 1,2 0 0,12 6-1,3-1-1088,1-1-1,0-1 0,1-1 0,0-1 1,1-2-1,36 4 0,-29-7-2559,0-2 1,55-5-1,-24-4-5375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7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13681,'-10'9'1896,"-1"3"-247,11 15-273,0 18-160,-3-27-408,-7 16-152,0 20-148,7-9-152,-4 0-228,-3 1-432,-3-1-328,3 0-612,-1-6-400,5-3-324,6-18-617,-7 10-1427,-3-1-2889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8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19 645 6193,'2'-27'278,"-1"0"206,1 0-1,2 1 1,0-1 0,2 1 0,11-34 0,-11 44-103,10-30 1767,40-81 1,-37 91-1161,-1 3 469,26-38 1,-37 62-1181,0 0 0,0 0 0,1 1 1,0 0-1,0 1 0,1 0 0,0 0 1,15-9-1,-19 14-154,-1 0 0,1 0 1,-1 0-1,1 0 0,0 1 0,0 0 0,-1 0 1,1 0-1,0 0 0,10 1 0,-13 0-83,1 1 0,-1-1 0,0 1-1,1 0 1,-1 0 0,1 0 0,-1 0-1,0 0 1,0 0 0,1 1 0,-1-1-1,0 1 1,0-1 0,-1 1 0,1 0 0,0 0-1,0 0 1,-1 0 0,1 0 0,-1 0-1,0 0 1,0 0 0,0 1 0,2 3-1,4 13 82,-1 0 0,-1 0 0,0 1 0,-1 0-1,-1 0 1,0 33 0,0 26 95,25 135 0,-10-95-195,-16-101-12,0 0 1,-1 0-1,-1 0 1,-1 0-1,-1 0 1,0 0-1,-1 0 1,-9 28-1,7-32-5,-1 0 0,0-1 0,-1 1 0,-1-1 0,0-1 0,-1 0 0,0 0 0,-1 0 0,0-1 0,-21 17 0,-16 9-365,-2-2 0,-1-2 1,-2-3-1,-77 34 0,126-62-138,0-1 0,0 1 0,0 0 0,0-1 0,1 1-1,-1 1 1,1-1 0,-1 0 0,1 1 0,-1-1-1,1 1 1,0 0 0,-3 5 0,2-3-2438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9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395 429 13645,'-8'-3'730,"-1"0"0,1 0-1,-1 1 1,0 0 0,0 0 0,1 1-1,-1 0 1,0 0 0,0 1-1,0 1 1,0-1 0,0 1-1,-12 4 1,11-3-451,1 1 0,-1 1-1,1 0 1,0 0 0,1 1-1,-1 0 1,1 0 0,0 1-1,0 0 1,1 0 0,-1 1-1,-5 8 1,-9 10-64,2 2 0,0 1 0,-20 39-1,31-48-843,0 0 0,1 1-1,-7 29 1,15-46 571,0-1 0,0 0 1,0 0-1,0 0 1,1 0-1,-1 0 0,1 0 1,-1 0-1,1 0 1,0 0-1,0 0 0,0 0 1,0 0-1,0 0 1,0-1-1,2 3 0,-1-2-42,-1-1 88,-1-1-1,1 0 0,0 1 0,0-1 0,0 0 1,0 0-1,0 1 0,0-1 0,0 0 1,0 0-1,0 0 0,0 0 0,0 0 1,0 0-1,-1 0 0,1-1 0,0 1 0,0 0 1,0 0-1,1-1 0,0 0-28,15-2-86,-1-1 0,1-1 0,-1-1 0,21-10 0,42-13-555,-57 24 275,0 2 0,0 0 1,1 1-1,0 2 0,-1 0 0,32 5 0,-15-2-738,0-1 0,45-5 0,-56 1 654,-9 1 86,1-1 1,-1-1 0,33-9 0,-43 8 620,1 1 0,-1-1 1,0-1-1,0 0 1,-1 0-1,1-1 0,-1 0 1,-1 0-1,1-1 0,-1 0 1,0 0-1,10-15 1,-11 12 245,1 0 1,0 1 0,1 0 0,0 0 0,0 0 0,1 1 0,0 1-1,13-10 1,-19 16-400,1 1 0,-1-1 0,1 0-1,-1 1 1,1 0 0,-1 0 0,1 0-1,0 0 1,-1 1 0,1-1 0,-1 1-1,4 1 1,-7-2-61,12 4 44,0 1 1,0 0 0,-1 1-1,0 0 1,0 1 0,17 13-1,-16-11-65,0-1-1,0 0 1,23 10-1,-31-17 26,0-1 0,0 1 0,1-1-1,-1 0 1,0 0 0,0-1-1,1 1 1,-1-1 0,0 0-1,6-2 1,-10 3-3,3-1 91,0 0-1,0-1 1,0 1-1,0-1 1,-1 0-1,1 0 1,0 0-1,-1 0 1,1-1-1,-1 1 1,0-1-1,0 1 1,0-1-1,0 0 1,-1 0-1,1 0 1,-1 0-1,1 0 1,-1 0-1,0 0 1,0 0-1,-1 0 1,2-4-1,0-9 845,0 0 0,0 0 0,-2-20 0,0 31-680,1 3-174,-1 1 0,1-1 1,0 1-1,0-1 0,0 1 0,-1-1 1,2 1-1,-1 0 0,0-1 0,0 1 1,0 0-1,0 0 0,1 0 1,-1 0-1,1 0 0,-1 0 0,0 0 1,1 0-1,0 0 0,-1 1 1,3-2-1,0 4-27,1-1 1,-1 1 0,0 0-1,-1 0 1,1 0-1,0 0 1,0 0-1,-1 1 1,1 0-1,-1 0 1,3 3 0,0 0 18,4 3-4,-1 0 0,0 1 1,-1 0-1,0 1 0,-1 0 1,0 0-1,-1 0 0,0 1 1,0 0-1,6 24 0,-4-8-9,-2 1-1,-1-1 1,3 53-1,-8-45-64,-1-1 0,-1 1 1,-3-1-1,0 1 0,-2-1 1,-2-1-1,-18 45 0,5-24-393,-3 0 0,-3-3 0,-54 80 1,4-8-944,52-78 703,-3-2 0,-1-1 0,-49 54-1,8-19-160,70-78 817,7-14 79,0 1-25,3-9 25,1 1-1,2 0 1,20-29-1,146-185-2269,325-329 0,-476 536 1978,389-403-1488,-383 389 1923,-3-2 1,-1-1-1,-2-1 1,29-69 0,-54 111-148,-1 0 1,1-1-1,-1 1 0,0-1 1,0 1-1,0-1 1,0 1-1,-1-1 1,0 0-1,0 1 1,0-1-1,-1 0 0,1 1 1,-1-1-1,0 1 1,0-1-1,-1 1 1,1 0-1,-1-1 1,0 1-1,-4-6 0,4 7-28,0 0-1,-1 1 0,1-1 0,-1 1 0,1 0 1,-1 0-1,0-1 0,1 2 0,-1-1 0,0 0 1,0 1-1,-1-1 0,1 1 0,0 0 0,0 0 1,-1 0-1,1 0 0,0 1 0,-1 0 0,1-1 1,-1 1-1,1 0 0,0 1 0,-1-1 0,1 0 1,-1 1-1,1 0 0,0 0 0,-4 1 0,-2 2-10,1-1-1,-1 1 0,1 1 0,0 0 1,1 0-1,-1 0 0,1 1 0,0 0 1,0 0-1,1 1 0,-1 0 0,-6 11 1,6-8-12,0 1 1,1 0-1,1 1 1,0 0-1,0 0 1,1 0-1,0 0 1,-3 23 0,6-25-126,-1 1 0,1 0 0,1 0 0,0 0 0,1 0 0,0 0 0,0 0 0,1-1 0,1 1 0,0 0 0,0-1 0,1 0 0,0 0 0,1 0 0,0 0 0,0-1 0,1 0 0,1 0 0,-1 0 0,2-1 0,-1 0 0,1 0 0,10 8 0,-10-11 3,1-1 1,-1 1-1,1-2 1,0 1-1,0-1 0,1 0 1,-1-1-1,0 0 1,1 0-1,-1-1 1,1-1-1,0 1 1,-1-2-1,1 1 1,-1-1-1,1-1 0,-1 0 1,1 0-1,17-7 1,1-2 64,1-1 1,-2-2-1,0-1 1,47-34 0,-69 45 23,8-6 155,1 1 0,0 1 1,17-9-1,-27 15-95,-1 1 0,1-1 0,0 1 0,-1 0 1,1 0-1,0 1 0,0-1 0,0 1 0,-1 0 0,1 0 0,0 0 0,0 0 0,0 1 0,0-1 0,-1 1 0,1 0 0,0 0 0,6 3 0,-8-2-22,1 0-1,-1 0 0,1 1 0,-1-1 0,0 0 1,0 1-1,0-1 0,0 1 0,0 0 0,-1-1 0,1 1 1,-1 0-1,0 0 0,0 0 0,0 0 0,0 0 1,0 1-1,-1-1 0,1 6 0,0 1 36,0 1 0,-1 0-1,-1 0 1,-3 19 0,1-12 4,-1 1 0,-2-1-1,1 0 1,-2-1 0,0 1 0,-11 16 0,-23 49-269,-10 17-1525,15-41-1057,15-19-2537,17-26-459,17-6-3496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59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 8629,'20'-27'3900,"-13"15"-2456,3 3 324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4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39 149 5100,'0'0'6479,"1"-3"-5530,27-54 2955,-27 54-3255,8-8 371,-8 10-862,-1 1-1,1-1 0,0 1 0,-1-1 0,1 1 0,0-1 0,-1 1 1,1-1-1,0 0 0,-1 1 0,1-1 0,-1 0 0,0 0 0,1 1 1,-1-1-1,0 0 0,1 0 0,-1 0 0,0 0 0,0 1 0,1-1 1,-1 0-1,0 0 0,0-1 0,-5-13-709,3 10 1638,0 0 0,0 1 0,-1-1 0,0 1 0,-5-7 0,6 9-299,0 1-548,-1 0-193,1 0 1,-1 1-1,0-1 1,1 1-1,-1 0 0,1-1 1,-1 1-1,0 0 0,1 0 1,-5 1-1,3 6 52,1 1 0,-1-1 0,1 1 0,0-1 0,1 1 0,0 0-1,0 0 1,1 0 0,0 0 0,0 0 0,1 0 0,0 0 0,0 1 0,1-1 0,0 0 0,5 15 0,0 1 34,2 0 0,1-1 1,1 0-1,19 32 0,-19-37-87,2 0-1,0 0 1,1-1-1,0-1 1,2 0-1,32 28 1,24 17 106,134 87 0,-55-59-144,3-7 0,182 69 0,343 72-532,-660-218 507,2 1-6,1-1 0,-1 0 0,1-2 1,0 0-1,38-1 0,-40-5-428,-26-5-1023,-3 0 522,8 6 461,-1 0-1,1 1 1,-1 0-1,0 0 1,1-1-1,-1 2 1,0-1-1,0 0 1,1 0-1,-5 1 1,1-2-1441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5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281 100 6553,'4'-1'112,"-2"0"81,1 1 0,0-1 0,-1 0 0,1 0 0,-1 0 0,1 0 0,-1 0-1,1 0 1,1-2 0,-5-5 1385,-15-6 3723,16 11-3859,-1-3-742,0 1 0,1-1 0,-2 1 0,1-1 0,-1 1 0,1-1 0,-2 1 0,1 0 0,-4-7 0,4 12-588,1-1 0,0 1 0,0 0 0,0 0 0,0 0-1,0 0 1,0 0 0,0 0 0,0 0 0,0 0 0,-1 0 0,1 0 0,0 0 0,0 1 0,0-1 0,-2 1 0,3 0 50,-6 1 112,0 0-1,0 1 1,0 0-1,0 0 1,0 1-1,1 0 0,0 0 1,0 0-1,0 0 1,0 1-1,0 0 1,-6 10-1,-5 8 655,-22 39 0,34-55-757,-17 30 90,1 1 1,2 2 0,2-1 0,-17 62 0,30-87-268,0 0 1,1 0-1,0 0 0,1 0 0,1 1 0,0-1 1,1 0-1,1 0 0,0 0 0,0 0 0,2 0 1,0 0-1,0-1 0,1 1 0,1-1 1,0 0-1,12 17 0,-9-17 6,1-1 0,1 0 0,-1 0 0,2-1 0,0 0 0,0-1 0,1-1 0,0 0 0,0 0 0,1-2 0,1 1 0,-1-2 0,22 7 0,-16-7 0,0-2 0,0 0 0,0-1 0,0-1 0,0-1 0,1-1 0,-1-1 0,0 0 0,0-2 0,36-8 0,-40 7 0,7-2 0,-1 0 0,0-1 0,0-2 0,36-18 0,-46 20 0,0-1 0,0 0 0,-1 0 0,0-1 0,0-1 0,-1 0 0,0 0 0,-1-1 0,-1 0 0,1-1 0,-2 0 0,0 0 0,0-1 0,8-20 0,-11 21 0,-1 0 0,0-1 0,-1 1 0,0-1 0,-1 0 0,0 1 0,-1-1 0,-1 0 0,0 0 0,0 1 0,-1-1 0,-1 1 0,0-1 0,-1 1 0,0 0 0,-9-17 0,0 6 11,-1 0-1,-1 1 1,-1 1-1,0 0 1,-2 1-1,-1 1 1,0 1-1,-1 0 1,-1 2-1,-43-27 1,34 26-191,-1 1 1,-1 1-1,0 2 1,0 1-1,-1 1 0,-1 2 1,-66-9-1,68 16-2080,1 1-1,-1 1 1,-35 6 0,62-5 1216,0-1 0,0 1 1,1 1-1,-1-1 0,0 1 0,-4 2 1,-19 17-11072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6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99 148 11857,'-1'1'240,"-1"0"0,1 0-1,-1 0 1,1 0 0,-1-1-1,0 1 1,1-1 0,-1 1 0,0-1-1,0 0 1,1 0 0,-1 1-1,0-1 1,0 0 0,1-1 0,-1 1-1,0 0 1,0 0 0,1-1-1,-1 1 1,0-1 0,1 0 0,-1 1-1,1-1 1,-1 0 0,-1-1-1,-11-5 1237,-13 1 2578,16 3 87,29-5-1928,41-4-1412,-1 1 0,71-2 0,-65 7-677,367-27-175,-52 5-4134,-286 19 1414,-45 3-560,-1 2-3794,-22 3-5168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6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98 12209,'-25'-51'2629,"11"29"1663,7 10-277,2 0 4766,9 18-8704,0 0 0,-1 0 0,1 0 0,-1 1 0,0-1-1,-1 1 1,1 0 0,-1 0 0,-1 0 0,0 0 0,1 9 0,1 17-149,-1 36 0,-3-53 134,-1 55-60,-3-1 1,-4 0-1,-26 105 0,-78 198-102,104-346 78,-51 127-3428,21-56-6614,11-21-6092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7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154 202 8733,'-62'3'5898,"57"-3"-4998,-1-1 1,1 1-1,-1-1 0,1 0 0,-1 0 1,1-1-1,0 0 0,-9-3 0,13 4-595,-1 0-1,0 1 0,0-1 1,1 0-1,-1 1 0,0 0 1,0-1-1,0 1 0,0 0 1,0 0-1,-3 0 0,-5-1 1250,17-10-415,0 6-996,-1 1 1,1 0-1,0 0 0,0 0 1,1 1-1,-1 0 0,1 0 0,0 1 1,11-2-1,-4 0-31,150-30 240,-73 18-1337,131-28-5075,-71 15-5081,-83 17 1336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17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54 13541,'-24'-6'1872,"23"5"-1685,0 1-1,0 0 1,0-1-1,0 1 1,0-1-1,0 1 1,0 0-1,0 0 0,0 0 1,0 0-1,0 0 1,0 0-1,0 0 1,0 0-1,0 0 1,0 0-1,0 0 1,0 0-1,0 1 1,0-1-1,0 0 1,0 1-1,0-1 1,1 1-1,-1-1 1,0 1-1,0-1 1,0 1-1,0 0 0,0 1 1,-9 9 969,1 0 0,0 1 0,0 0 1,2 1-1,0 0 0,-11 25 0,-23 86 1747,29-79-2824,2 0-1,2 0 1,2 1-1,2 0 0,2 0 1,2 1-1,11 89 1,-6-108-91,2-1-1,0 1 1,2-2 0,1 1 0,1-1 0,15 26 0,-15-33 16,1-1 0,1 0-1,0-1 1,2 0 0,0-1 0,1-1-1,0 0 1,29 18 0,-35-26-4,1 0 0,-1-1 0,2 0 0,-1-1 0,1 0 0,-1-1 0,1 0 0,1-1 0,-1-1 0,0 0 0,1 0 0,-1-1 0,1-1 0,-1 0 0,1-1 0,-1 0 0,1-1 0,-1 0 0,0-1 0,0 0 0,0-1 0,0 0 0,-1-1 0,1-1 0,-1 0 0,-1 0 0,1-1 0,-1 0 0,0-1 0,-1 0 0,1-1 0,-2 0 0,1 0 0,-1-1 0,-1 0 0,11-18 0,-3-1 0,-1-1 0,-2 0 0,-1-1 0,-2 0 0,0 0 0,-3-1 0,0-1 0,-2 1 0,0-44 0,-5 30 0,-1 1 0,-2 0 0,-2-1 0,-3 2 0,-1-1 0,-18-49 0,19 73-62,0 0 0,-1 0 0,-1 0-1,-1 2 1,-1-1 0,-1 2 0,0 0 0,-1 0 0,-35-30 0,37 38-395,-1 0 0,0 0 0,0 1 1,-1 1-1,0 1 0,-18-7 0,21 10-294,-1 0-1,0 1 1,0 1 0,0 0-1,0 1 1,0 0-1,0 1 1,-19 1-1,13 2-1660,1 1-1,-23 7 1,-39 17-9552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20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38 130 8001,'-13'-3'745,"1"0"659,0 0 8799,36-9-8799,-3 7-1177,0 1 0,0 0 0,0 2 1,24 0-1,6-2-26,524-37-753,-99 8-4439,-259 21-617,12 10-3351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21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340 215 12281,'2'-3'511,"0"1"0,-1 0 0,0-1 0,1 0 0,-1 1 0,0-1 0,0 0 0,-1 1 0,1-1 0,0 0 0,-1 0 0,0 0 1,0 0-1,0 0 0,0 1 0,0-1 0,0 0 0,-2-5 0,1 4 989,-10 28 1861,-47 81 1064,-7 15-2944,-68 188-1471,113-252-10,3 1-1,2 0 1,-12 99 0,25-137 0,1 1 0,1 0 0,1-1 0,0 1 0,2 0 0,0-1 0,1 0 0,1 0 0,14 35 0,-15-44 0,1 0 0,1-1 0,-1 1 0,2-1 0,-1 0 0,1 0 0,1-1 0,-1 0 0,1 0 0,1-1 0,-1 0 0,1-1 0,0 1 0,1-2 0,0 1 0,0-2 0,0 1 0,20 5 0,-10-5 0,0-1 0,0-1 0,0-1 0,0-1 0,1-1 0,-1-1 0,41-6 0,-34 2 0,1-2 0,-1-1 0,-1-2 0,1 0 0,33-19 0,-28 10 0,0-1 0,-2-1 0,0-2 0,-1-1 0,-2-1 0,0-2 0,-2 0 0,-1-2 0,23-35 0,-29 35 0,-2-2 0,-1 0 0,-1-1 0,-1-1 0,-2 0 0,-2 0 0,-1-1 0,-1 0 0,-2-1 0,-2 1 0,0-41 0,-4 38 0,-1 0 0,-2 1 0,-1-1 0,-2 1 0,-2 0 0,-1 1 0,-1 0 0,-3 0 0,0 1 0,-27-44 0,31 62 9,-1 1 0,0 0 0,-1 0 0,-1 1-1,0 1 1,0 0 0,-2 1 0,1 0 0,-2 1 0,1 1 0,-1 1 0,-1 0 0,-23-9-1,27 13-85,0 1 0,0 1 0,-1 0 0,1 1 0,0 1-1,-1 0 1,0 0 0,1 1 0,-1 1 0,1 1 0,-1-1-1,1 2 1,0 0 0,0 1 0,0 0 0,0 1 0,1 0 0,0 1-1,-12 7 1,6-1-1351,1 1 0,0 0 0,-20 20 0,25-21-1462,1 1 0,-13 18 0,-6 25-11092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21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61 17398,'20'-9'2992,"-27"-6"6017,-6 6-7689,3 3 728,0-6-4580,-4 2-541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45.7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63 5741,'-1'-3'1860,"-3"-7"-1458,2 6 788,0-1 1,0 0 0,1 0-1,-1 0 1,1 0 0,0-8-1,-1 5 3020,-2 22-2206,-5 43-1279,4-28 13,-6 17 369,-3 0 0,-25 60 1,6-22 279,32-78-1187,-1-1-1,0 1 1,1 0-1,1 0 1,-1 0-1,1 0 1,0 0-1,0 1 1,0-1-1,1 0 1,0 0-1,2 6 1,-2-8-134,0-1 0,0 1 0,1-1-1,-1 0 1,1 0 0,0 0 0,0 0 0,0 0 0,0 0 0,0 0 0,1-1 0,-1 1 0,1-1 0,0 0 0,0 0-1,0 0 1,0 0 0,0 0 0,0 0 0,0-1 0,5 2 0,5 0-66,0-1 0,0 0 0,1-1 0,-1 0 0,0-1 0,0-1 0,0 0 0,22-4 0,13-7 0,47-17 0,-54 16 0,75-24-37,596-182-351,-576 178-1979,100-28-3921,-76 38-2054,-32 13-4019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46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17 7857,'-3'-2'4727,"0"0"-3433,0 0 1,0 0-1,0 0 1,0 1 0,-1-1-1,1 1 1,-5-1-1,7 2-900,-1-1 0,1 1 0,0 0-1,-1 0 1,1 0 0,-1 0 0,1 1 0,0-1-1,-1 0 1,1 0 0,-1 1 0,-1 0 0,-10 10-1648,9-5 1472,0 1 0,0-1 0,1 1-1,0 0 1,-3 11 0,0-2 96,-58 181 2237,49-144-2043,11-39-404,1 0 0,0 1 1,0 0-1,2 0 0,0 0 1,0 0-1,1 0 1,1-1-1,1 1 0,3 16 1,-3-25-99,0 1-1,1 0 1,-1 0 0,1-1 0,1 1 0,-1-1-1,1 0 1,0 0 0,1 0 0,-1-1-1,1 0 1,0 1 0,1-2 0,-1 1 0,1-1-1,0 1 1,0-2 0,0 1 0,0-1 0,1 0-1,0 0 1,13 3 0,4 0-6,0-1 0,1-2 0,0 0 0,0-2 0,-1 0 0,33-4 0,2-4 0,86-22 0,-46 3 59,-1-6 1,101-46-1,172-111-5473,-256 126 101,-37 25-1404,16-5-5800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47.4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360 0 11861,'-1'5'541,"1"-1"1,-1 1-1,0 0 0,-1-1 1,1 1-1,-1-1 0,0 0 1,0 1-1,0-1 0,-3 4 1,-33 44 3407,16-22-2721,-246 422 6379,266-449-7541,0 1 0,1-1 0,-1 1 0,1 0 0,0-1 0,0 1 0,0 0 0,1 0 0,-1 0 0,1-1 0,0 1-1,0 0 1,0 0 0,1 0 0,-1 0 0,1 0 0,0-1 0,0 1 0,0 0 0,0 0 0,1-1 0,0 1 0,-1-1 0,1 0 0,1 1 0,-1-1 0,0 0 0,1 0-1,-1 0 1,1-1 0,5 5 0,-1-3-61,0 0 0,0-1 0,0 0-1,0 0 1,1-1 0,-1 0 0,1 0 0,-1-1-1,1 0 1,15 1 0,-8-1-1,42 3-4,-1-3 0,106-12 0,112-33 0,-248 39 0,564-113-2772,-274 53-3085,-64 21-2439,-18 10-4562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48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0 10821,'-27'21'7645,"29"-18"-6925,23 27 680,38 65-1,-57-86-1244,-2 1 0,1-1 0,-1 1 0,-1-1 0,0 1 0,0 0 0,-1 0 0,0 0 0,0 1 0,-2-1 0,1 0 0,-2 12 0,3 16 467,-1-32-491,-1-1 0,1 1 0,-1 0 0,-1 0 0,1 0 0,-3 9 0,2-9 28,-7 37 909,8-41-1029,0-1 1,0 1-1,0 0 0,0 0 0,0-1 0,1 1 0,-1 0 1,0-1-1,1 1 0,-1 0 0,1-1 0,0 1 0,-1-1 1,1 1-1,0-1 0,0 1 0,0-1 0,0 0 1,0 1-1,1-1 0,-1 0 0,3 2 0,4 1 8,1-1 0,0 0 0,0 0 0,0-1 1,0 0-1,16 1 0,-10-1-77,52 4-1343,74-1 1,0-8-3251,-35 1-1682,25 0-5005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09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94 112 12345,'-19'-80'6995,"18"75"-4767,-5-9 1187,0 2 1487,0 26-4463,1 1 0,0 0 0,1 0 0,1 1 0,-2 19 0,-3 89-192,6-61-246,-5 40-120,-6 123-2886,10-151-2301,2 0-3767,1-35-3207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0.4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10 493 10701,'2'-6'387,"-1"0"1,-1 0-1,1 0 0,-1 0 1,0 0-1,-1 0 0,1 0 0,-1 0 1,-1 0-1,-1-6 0,1 5-70,1 0 0,-1 0 0,1 0-1,1 0 1,-1 0 0,1-1 0,0 1-1,1 0 1,0 0 0,0 0-1,0 0 1,1 0 0,0 0 0,1 0-1,5-12 1,1 3 28,1 0 0,0 1-1,0 0 1,2 1 0,13-14-1,-6 9-148,1 2 0,1-1 0,0 2 0,1 1 0,1 1 0,1 1 0,0 1 0,0 1 0,1 1 0,32-9 0,-26 11-114,1 1 0,0 2 0,0 1 0,0 1-1,0 2 1,1 1 0,-1 2 0,36 6 0,-54-6-71,-1 1-1,0 1 1,0 0 0,0 1-1,0 0 1,-1 1-1,0 0 1,0 1-1,0 0 1,-1 1-1,0 0 1,-1 1 0,1 0-1,-2 1 1,0 0-1,15 21 1,-16-18-25,0 0-1,-2 0 1,1 1 0,-2 0-1,0 1 1,0-1 0,-2 1 0,1 0-1,-2 0 1,0 0 0,-1 0-1,-1 1 1,0-1 0,-4 30 0,-1-20-43,-2-1 1,0 0-1,-1-1 1,-1 0-1,-2 0 1,0-1-1,-1 0 1,-18 23 0,-9 8-129,-85 89 1,80-99 109,24-24 59,0 1 0,-21 27 0,40-45 11,0 0 1,0-1 0,0 1-1,0 0 1,0 0-1,0 0 1,0 0 0,0 0-1,1 0 1,-1 0 0,1 0-1,0 0 1,-1 0 0,1 0-1,0 0 1,0 0 0,0 0-1,1 0 1,-1 1 0,0-1-1,1 0 1,-1 0 0,1 0-1,0 0 1,0-1 0,0 1-1,0 0 1,0 0 0,0 0-1,0-1 1,1 1 0,-1 0-1,0-1 1,1 1 0,-1-1-1,3 2 1,4 2-6,-1 1-1,1-2 1,-1 1 0,1-1 0,1 0-1,-1 0 1,17 3 0,1 0-55,125 38-263,-129-37 264,0 1-1,-1 1 1,0 1-1,31 21 0,-47-29 51,0 1-1,-1 0 1,1 1-1,0-1 1,-1 1-1,0 0 0,0 0 1,-1 0-1,1 0 1,-1 1-1,0-1 1,4 13-1,-6-14 10,-1-1 0,1 1 0,-1 0 0,1 0 1,-1 0-1,0-1 0,-1 1 0,1 0 0,0 0 0,-1 0 0,0-1 0,0 1 0,0 0 0,-1-1 1,1 1-1,-1-1 0,0 1 0,0-1 0,0 0 0,0 0 0,0 0 0,-5 4 0,-6 6-4,0-1 1,-2-1-1,1 0 0,-1 0 0,-1-2 0,0 0 0,-31 12 0,-126 36 131,144-49-103,-429 100 340,451-107-378,1 0-1,-1 0 1,1 0 0,-1 0-1,0-1 1,0 0-1,1-1 1,-1 0 0,0 0-1,-11-3 1,18 4-15,-1 0 1,1 0-1,-1 0 0,0 0 1,1-1-1,-1 1 1,1 0-1,-1 0 0,1 0 1,-1-1-1,1 1 1,0 0-1,-1-1 0,1 1 1,-1 0-1,1-1 1,-1 1-1,1-1 0,0 1 1,-1-1-1,1 1 1,0-1-1,0 1 0,-1 0 1,1-1-1,0 0 1,0 1-1,0-1 0,0 1 1,-1-1-1,1 1 1,0-1-1,0 1 0,0-1 1,0 1-1,0-1 1,1 0-1,0-1-81,0 0 0,0 0 0,0 0 0,0 0 0,0 1 0,1-1-1,-1 0 1,1 1 0,-1-1 0,3-1 0,54-34-3309,-2 10-1926,12-3-3260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1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480 79 10881,'13'-15'6139,"-15"18"-4741,-4 10-456,5-10-784,-1 1 0,0 0 0,0-1 0,0 1 0,0-1 0,-1 1 0,1-1 0,-1 0 0,0 0 1,-3 3-1,-38 32 549,3 2 1,-54 66-1,54-59-950,-91 84 0,100-105 14,-37 40 1,67-64 172,5-4 75,27-19 37,1 2-1,1 1 0,37-16 1,110-33 204,-106 44-141,-29 10-65,0-2 0,75-37 0,-106 45-1,0-1 0,0-1 0,-1 0 0,0-1 0,0 0 0,-2 0 0,1-2 0,-1 1-1,-1-1 1,0 0 0,0-1 0,10-22 0,32-102 1875,-51 136-1882,1 0 0,-1 0 0,1 0 0,0 0 0,-1 0 0,1 0 0,0 0 0,0 0 0,0 1 0,-1-1 0,1 0 0,0 0 0,0 1 0,0-1 0,0 0 0,0 1 0,0-1 0,1 1 0,-1-1 0,0 1 0,0 0 0,0 0 0,2-1 0,0 1-7,-1 0 0,1 1 0,-1-1 0,1 1-1,-1-1 1,1 1 0,-1 0 0,1 0-1,-1 0 1,4 2 0,6 5 15,-1 0 0,1 0 0,12 14 0,-17-15 58,7 5-69,0 1 0,-1 1-1,0 0 1,-1 1 0,-1 0-1,12 21 1,-20-30-40,0-1 1,-1 1-1,0-1 1,0 1-1,0 0 0,-1 0 1,0-1-1,0 1 0,0 0 1,-1 0-1,0 0 1,0 0-1,0 0 0,-1 0 1,0 0-1,0 0 1,-1 0-1,1 0 0,-1-1 1,-1 1-1,1-1 0,-1 1 1,-4 6-1,3-5 5,-1-1 1,0 0-1,0 0 0,0 0 0,0-1 1,-1 1-1,0-1 0,-12 8 0,16-12 16,3-6-24,0 1-1,0 0 1,1 0-1,-1 0 1,1 0-1,0 0 1,0 0-1,0 0 1,1 1-1,-1-1 1,1 1-1,4-5 1,3-4-18,10-16 54,2 1 0,1 1 0,1 1 1,2 2-1,0 0 0,46-30 1,-69 51-11,0 0 0,0 1 0,0-1 0,1 1 0,-1 0 0,0 0 0,1 0 1,-1 0-1,5 0 0,-7 1-21,1 0 1,-1 0-1,0 0 1,1 0 0,-1 1-1,1-1 1,-1 0-1,0 0 1,1 1-1,-1-1 1,0 1-1,0-1 1,1 1-1,-1 0 1,0-1-1,0 1 1,0 0-1,0 0 1,0 0-1,0 0 1,0 0-1,0 0 1,0 0-1,0 0 1,-1 0 0,1 0-1,1 2 1,3 12-528,0 1 1,-1-1 0,4 23-1,0 2-4172,4-3-6098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1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 5801,'19'-69'3207,"-18"66"-3078,-1 3-171,1 0 0,0 1 0,0-1 0,-1 0 0,1 1 0,0-1-1,0 1 1,-1-1 0,1 1 0,0-1 0,-1 1 0,1-1 0,-1 1 0,1 0 0,-1-1 0,1 1 0,-1 0 0,1 1 0,14 14-925,23 6 758,0-1 0,77 29 0,-108-48 494,1 0 0,-1 0-1,0-1 1,1 0 0,0 0 0,-1-1 0,1 0 0,0 0-1,-1-1 1,1 1 0,-1-2 0,1 1 0,9-4 0,0-2 1381,-1 1 0,-1-2 0,1 0 1,20-15-1,-34 21-638,-3 8-676,0-1-1,-1 1 1,0-1-1,0 0 1,0 0-1,-1 0 1,1 0-1,-1 0 0,-4 5 1,1 0 157,-17 27 828,0 0-24,1 1 1,-19 47-1,37-74-1106,0 0 0,0 1 0,1 0 0,0-1 0,1 1 1,0 0-1,1 1 0,1-1 0,0 0 0,0 0 0,1 0 0,5 20 0,-3-24-183,0 0 1,0 0 0,1 0 0,0 0-1,1-1 1,-1 0 0,2 0 0,-1 0 0,1 0-1,0-1 1,0 0 0,0 0 0,1-1-1,0 0 1,0 0 0,1 0 0,0-1 0,-1 0-1,17 5 1,5 1-655,2-1 0,-1-2 0,1 0 0,36 1 0,-18-3-2204,0-2-1,77-5 1,-56-1-3967,-2 9-4340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2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94 12445,'4'-7'631,"-1"0"-1,0 0 1,0 0-1,0-1 1,-1 1-1,-1-1 1,1 0-1,-1 0 1,0-18 6094,-10 45-4516,7-17-2111,0 0 0,1 1 0,0-1 0,-1 0 0,1 1 0,0-1 0,1 1 0,-2 4 0,-3 31 937,0 54-1,3-25-388,-9 72 213,-3 56-272,13-153-455,2 0 0,11 69 0,-10-99-186,1 1 0,0-1 0,1-1 0,1 1 0,-1 0 0,2-1 0,0 0-1,0 0 1,1-1 0,0 0 0,15 17 0,-14-19-407,1-1 0,0 1 0,0-1-1,0-1 1,1 0 0,0 0 0,19 7 0,-25-11-95,0-1 1,1 0 0,-1 0 0,0-1 0,1 1-1,-1-1 1,0 0 0,1 0 0,-1 0 0,1 0-1,5-2 1,24-9-7952,-16 2-1494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2.4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20 239 12145,'0'2'200,"0"-1"1,0 0-1,0 1 0,0-1 1,0 0-1,-1 1 0,1-1 1,-1 0-1,1 0 0,-1 1 1,1-1-1,-1 0 0,1 0 1,-1 0-1,0 0 0,0 0 1,0 0-1,0 0 0,1 0 1,-1 0-1,0 0 0,-1 0 1,1-1-1,0 1 0,0 0 1,0-1-1,-2 2 0,10 13 2215,-4-12-2260,-1 0 1,1 0-1,-1 0 0,1-1 1,0 1-1,0-1 1,0 0-1,0 1 1,1-2-1,-1 1 1,1 0-1,-1-1 1,1 1-1,-1-1 1,1 0-1,0 0 1,0 0-1,7 0 1,4 0 95,0 0-1,0 0 1,24-3 0,-26 0-226,0 0 0,-1-1 0,0 0 1,1-1-1,-1-1 0,-1 0 0,1 0 1,-1-1-1,0-1 0,0 1 0,-1-2 1,1 0-1,-2 0 0,1-1 1,-1 0-1,-1 0 0,1-1 0,-2 0 1,1-1-1,-2 1 0,1-2 0,-1 1 1,-1-1-1,0 1 0,-1-1 1,0-1-1,-1 1 0,0-1 0,1-12 1,-4 18-52,0 0 0,0 0 0,-1 0 1,0 0-1,-2-8 0,2 5 9,0 9 13,0 1 0,-1 0 1,1 0-1,0 0 1,0 0-1,0 0 1,0 0-1,0 0 1,0 0-1,0 0 1,0 0-1,0 1 0,0-1 1,0 0-1,0 1 1,0-1-1,0 1 1,-2 0-1,2 0 4,-9 4 3,0 0 0,0 1-1,1 0 1,0 1 0,0 0 0,1 0-1,-1 1 1,2 0 0,-1 1 0,1 0-1,-7 11 1,5-6 3,0 1 0,1 0 0,1 1 0,1-1 0,0 2 0,-7 31 0,12-45 1,0 1-1,1-1 1,-1 1-1,1 0 1,0-1 0,0 1-1,1-1 1,-1 1 0,1-1-1,1 5 1,-2-7-2,1 1 0,0 0-1,0-1 1,-1 1 0,1-1 0,0 1 0,0-1 0,1 1 0,-1-1-1,0 0 1,0 0 0,1 1 0,-1-1 0,1 0 0,2 1-1,0 0 2,1-1 0,-1 0-1,1 0 1,-1 0 0,1 0-1,0-1 1,-1 0 0,1 0-1,0 0 1,-1-1 0,1 1-1,-1-1 1,1 0 0,7-3-1,0 0-3,-1 0 0,0-1-1,0 0 1,0-1 0,-1 0-1,0-1 1,0 0 0,-1 0 0,1-1-1,13-16 1,-21 22-101,-1 0-129,0 1 198,-1 0 1,1 0-1,-1 0 1,1-1-1,-1 1 1,0 0-1,1 0 1,-1 0-1,0 0 1,0 0-1,0-1 1,0 1-1,0 0 1,0 0-1,0-2 1,0 3 1,-1 0 1,1-1 0,0 1 0,0 0 0,-1 0-1,1-1 1,0 1 0,-1 0 0,1 0 0,0 0 0,-1-1-1,1 1 1,0 0 0,-1 0 0,1 0 0,-1 0 0,1 0-1,0 0 1,-1 0 0,1-1 0,0 1 0,-1 0-1,1 0 1,-1 1 0,1-1 0,0 0 0,-1 0 0,1 0-1,-1 0 1,-39 19-1641,37-18 1659,-26 17-2134,25-11 1037,19-7 1108,0-3 335,0-1 0,-1 0 0,23-10 0,-27 9-140,2 0-1,-1 1 1,1 0 0,-1 1 0,1 1-1,0 0 1,14-1 0,11 2-81,-21 0-996,-1 1 0,24 3 0,-32-2-423,0 0 1,0 1-1,-1 0 0,1 0 1,6 4-1,4 3-6729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2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24 163 10893,'-4'-17'295,"-15"-53"7562,18 67-5411,7 3-2190,-1 2 0,1-1 1,-1 0-1,0 1 0,1 0 1,-1 0-1,0 1 0,7 4 1,-4-2-110,-1 1 0,0-1 1,0 2-1,0-1 1,-1 1-1,11 14 1,29 50 445,-29-41-398,17 31 215,35 91 1,-69-150-329,0 0-1,0 0 1,0 0 0,0 0-1,0 0 1,0-1-1,0 1 1,-1 0 0,1 0-1,-1 0 1,0 0-1,1 0 1,-3 3 0,1-1 181,2-1 215,0-7-24,0-19-485,1 1-1,2-1 0,0 1 1,1 0-1,2 0 0,0 1 1,1-1-1,1 1 1,1 1-1,21-36 0,58-105-9293,-66 127 3150,2 6-3770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3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1 130 7325,'0'0'2061,"4"0"-171,10-2-658,3 1 273,-5 1 2574,-10 3-3718,1 0 0,-1 0 0,0 0 0,0 1 0,-1-1 0,1 1-1,1 3 1,-1 49 797,0 39-258,-4-78-750,1 52 137,2-64-259,-1 1-1,1 0 1,0-1 0,1 1 0,0-1-1,-1 0 1,2 0 0,-1 1 0,5 7 0,-6-13-25,0 0 0,0 0 0,0 1 0,-1-1 0,1 0 0,0 0 0,0 0 0,0 0 1,0 0-1,-1-1 0,1 1 0,0 0 0,0 0 0,0 0 0,-1-1 0,1 1 0,0 0 1,0-1-1,-1 1 0,2-2 0,-1 2 4,6-3 10,0-1 0,0 1 1,-1-1-1,0-1 0,0 1 0,0-1 0,0 0 0,-1 0 1,6-7-1,3-7 91,20-32 0,-26 35 83,2 1-1,0 1 1,0 0-1,22-22 1,-28 32-121,0 1 0,1-1 1,-1 1-1,1 0 0,-1 0 0,1 1 0,0-1 1,0 1-1,9-3 0,-10 5-52,-1-1 0,0 1 0,0 0 0,0 0 0,1 0 0,-1 0 0,0 1-1,0-1 1,0 1 0,0 0 0,1 0 0,-1 0 0,0 0 0,0 0 0,-1 1 0,1 0 0,0-1 0,2 3 0,92 59-137,-90-58-17,1-1 1,-1 0-1,0 0 1,9 2-1,0 0-168,-13-4-3,37-14-332,-39 12 628,0-1 0,-1 0 1,1 1-1,0-1 0,0 0 0,0 1 0,-1-1 1,1 0-1,0 0 0,-1 1 0,1-1 1,0 0-1,-1 0 0,1 0 0,-1 0 0,0 0 1,1 0-1,-1 0 0,0 0 0,1 0 1,-1-1-1,1-1-21,7-15-25,0 0 1,-1-1 0,-1-1 0,-1 1-1,4-34 1,14-77-5,-22 127 34,-5 5 3,1 0 28,0 0-1,0 0 1,0 0 0,1 0-1,-1 1 1,1 0 0,-1-1 0,-3 7-1,4-7 5,-9 9-29,1 1-1,1 1 0,0 0 0,0 0 0,1 1 0,1-1 0,0 2 0,1-1 0,-4 18 0,9-29-431,4-2 140,0 0-1,0 0 0,0 1 0,-1-1 0,1 1 1,0 0-1,-1 0 0,5 4 0,-5-5-149,-1-1 231,1 1-1,-1-1 1,0 0 0,1 0 0,-1 0-1,1 0 1,-1 0 0,1 0 0,-1-1-1,0 1 1,1 0 0,-1-1 0,1 1-1,-1-1 1,3-1 0,7-1-3720,-1-9-4920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3.5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4 145 5933,'7'-59'1200,"-4"35"458,-9 13-148,0 5-877,6 4-442,-1-1-1,1 1 1,0 0-1,0 0 1,0-1-1,0 1 1,0 0-1,1 0 0,-1-1 1,1 1-1,-1 0 1,1 0-1,1-3 1,-2 3 200,1 0 366,2 2-51,0 1-599,1-1 0,-1 1 1,0 0-1,-1 0 0,1 0 1,0 0-1,0 1 0,0-1 1,-1 1-1,1 0 0,-1 0 1,1 0-1,-1 0 0,0 0 1,1 0-1,1 3 0,-1 0 6,0 1 0,1-1 0,-2 1 0,1-1 0,-1 1 0,0 0 0,3 10-1,-1 10 112,-1-1 0,-1 0 0,-2 31-1,0-39-2,0-3 482,-1 0 0,0 0 1,-1-1-1,-6 25 0,26-79-488,2 0-1,33-49 0,17-33-8372,-61 106 3276,4-2-2551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13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1 205 8569,'1'-5'381,"0"1"0,0-1 0,0 1 1,1 0-1,-1 0 0,1 0 0,0 0 0,0 0 0,1 0 1,5-6-1,-7 8-30,1 0 0,-1 0 1,0 1-1,0-1 0,0 0 0,0 0 0,0 0 1,0 0-1,-1 0 0,2-4 0,0-2 529,0 5-636,-1 1 0,0 0 0,0-1-1,0 1 1,0-1 0,0 0 0,0 1 0,-1-1 0,1-3 0,-1 4-143,0-1 1,1 1-1,-1 0 1,1 0-1,0-1 1,-1 1-1,1 0 1,0 0-1,2-3 1,1-1 41,0 1 0,1 0 0,-1 0 0,1 0 0,0 0 0,1 1 0,-1 0 0,1 0 0,0 0 1,0 1-1,0 0 0,0 0 0,0 0 0,1 1 0,10-3 0,-15 5-120,0 0 0,-1 0 0,1 1 0,-1-1 1,1 0-1,0 1 0,-1-1 0,1 1 0,-1 0 0,0-1 0,1 1 0,-1 0 0,1 0 0,-1 0 0,0 0 0,0 0 0,0 0 1,1 0-1,-1 0 0,0 1 0,0-1 0,-1 0 0,1 1 0,0-1 0,0 1 0,-1-1 0,1 1 0,-1-1 0,1 1 0,0 2 1,2 11-100,-1 0 0,0 0 0,-1 0 1,-1 0-1,0 0 0,-1 0 0,-1 0 1,0 0-1,-1 0 0,-1 0 1,0-1-1,-1 1 0,-9 18 0,0-4-2430,11-22 430,0 1 0,-1-1-1,0 0 1,-7 8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20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28 278 4008,'0'0'5468,"-3"-1"-4423,-18-4 452,20 5-1442,1 0 0,0-1 1,0 1-1,0 0 1,0 0-1,-1 0 1,1 0-1,0 0 1,0 0-1,0-1 0,0 1 1,0 0-1,-1 0 1,1 0-1,0 0 1,0-1-1,0 1 0,0 0 1,0 0-1,0 0 1,0 0-1,0-1 1,0 1-1,0 0 0,0 0 1,0-1-1,0 1 1,0 0-1,0 0 1,0 0-1,0-1 0,0 1 1,0 0-1,0 0 1,0 0-1,0-1 1,0 1-1,0 0 0,0 0 1,0 0-1,0 0 1,1-1-1,-1 1 1,5-4 330,0 0 0,0 1 0,0 0 1,0 0-1,8-3 0,21-11-65,1 2 0,0 1 0,1 2-1,0 1 1,51-7 0,530-29-563,-447 40-381,388-29-2639,-184 0-2142,-134 9-780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20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0 244 8949,'0'0'3040,"27"-15"-1796,27-3-340,-1 0 80,11 0-136,16 6-167,24-3-205,23 3-144,21 0-492,29-3-500,21-3-733,13-3-979,10-10-1372,17-8-2401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2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208 308 4392,'-4'-3'226,"0"0"-1,-1 0 0,0 0 0,1 1 0,-1 0 0,0 0 1,0 0-1,0 1 0,0 0 0,-10-2 0,5 1 178,8 2-263,1 0 0,-1-1 1,1 0-1,-1 1 0,0-1 0,1 0 0,-1 0 0,1 0 1,0 0-1,-1 0 0,1 0 0,0 0 0,-2-2 0,-7-5 586,-91-28 5463,98 35-4980,31-1 293,37 3-866,123 18 0,-91-7-436,397 22 323,4-26-361,683-40 41,1-48-157,-472 29 64,-207 21 35,264-20 131,-534 38-168,-123 11 556,-175-10-2320,-70-3-3328,64 4-694,17 6-1589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3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225 118 7185,'-4'-2'111,"-8"-3"639,-1-1 1,1 0-1,0-1 1,1 0-1,0-1 1,-18-15-1,24 17-180,-1 1-1,0 0 1,-1 0-1,1 1 1,-1 0-1,0 0 1,0 0-1,0 1 1,-1 0-1,1 1 1,-1-1-1,0 1 1,-13-1 0,21 3-528,-1 0 1,1 0-1,-1 0 1,1 0-1,-1 0 1,1 1 0,-1-1-1,1 0 1,0 0-1,-1 1 1,1-1-1,-1 0 1,1 0 0,-1 1-1,1-1 1,0 0-1,-1 1 1,1-1-1,0 1 1,-1-1 0,1 0-1,0 1 1,0-1-1,0 1 1,-1-1-1,1 1 1,0-1 0,0 1-1,0-1 1,0 1-1,0-1 1,0 1 0,0-1-1,0 1 1,0 0-1,0 17 590,6-6-281,0-1 0,1 0 0,12 17 0,-9-14-100,56 72 1320,155 154-1,-136-154-1177,86 112 0,-152-172-381,0 0-1,-2 2 0,-2 0 0,0 0 1,11 34-1,-21-50-145,-1 1 1,-1 1-1,0-1 1,-1 0-1,0 1 1,-1-1-1,0 1 1,-1 0-1,-1-1 1,0 1-1,-1-1 0,-1 1 1,0-1-1,-7 21 1,-1-11-349,0-1 1,-1 0-1,-1 0 1,-1-2-1,-1 0 1,-1 0-1,-29 27 1,8-14-2765,-1-2 0,-80 51 1,16-23-6516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4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5613,'7'8'11341,"7"5"-5833,17 16-5396,39 26 0,213 135 669,141 69-34,-295-184-579,46 27 53,457 285 262,-433-242-253,209 198 1,-53-29 502,-45-40 445,-107-99-348,-133-117-537,445 384 994,-452-390-1160,1-4-1,128 73 0,-95-76-88,1-3-1,158 42 0,-128-44-25,-96-30-12,1 2 0,-2 1 0,1 1 0,-2 1 0,0 2 0,-1 2 0,31 24 0,7 8 62,137 77-1,-117-76-26,-60-37-33,12 9-7,15 10 5,-52-32 43,2-1-7,0 0 0,0 1 0,0-1 0,0 1 0,0 0 0,4 4 0,11 4 80,71 14 141,40 27-185,-94-37-45,53 24 38,-15-11 7,-28-9-60,-17-9-13,281 93-72,-257-74-481,-50-26-3,-30 5-6753,20-7 6783,1 1 0,-1-2 0,0 1 0,0-1-1,0 0 1,0-1 0,1 1 0,-12-6 0,-29-13-5630,9-1-2905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5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527 84 8193,'5'-55'2367,"0"26"7636,-30 57-8707,24-25-1229,0 1-1,0 0 1,1 0 0,-1-1-1,1 1 1,0 0-1,0 0 1,0 0-1,1 0 1,-1-1 0,2 6-1,15 42 341,-12-37-295,10 22 227,1-2 1,2 0-1,31 44 0,-29-48-157,-1 1 1,-2 0 0,25 61 0,-39-81-162,0 1 1,0 0-1,-1-1 1,0 1-1,-1 0 1,0 0 0,-1 0-1,-1 0 1,1 0-1,-2 0 1,0 0-1,0-1 1,-1 1 0,-1 0-1,-7 16 1,-2-2-259,-1-2 0,-1 1 0,-1-2 1,-1 0-1,-1-1 0,-1-1 1,0-1-1,-2-1 0,-1 0 0,-45 29 1,-15 2-4513,-164 73 1,210-107 2935,-77 35-6899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3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394 40 15253,'-1'0'29,"-3"-1"340,0 0-1,0-1 1,0 1-1,1-1 1,-1 1-1,0-1 1,-6-5-1,10 7-306,0 0 1,0-1-1,0 1 0,-1 0 1,1-1-1,0 1 1,0 0-1,0 0 0,0-1 1,0 1-1,0 0 0,0 0 1,0-1-1,0 1 1,0 0-1,0-1 0,0 1 1,1 0-1,-1 0 0,0-1 1,0 1-1,0 0 0,0 0 1,0-1-1,0 1 1,1 0-1,-1 0 0,0-1 1,0 1-1,0 0 0,1 0 1,-1 0-1,0 0 1,1-1-1,24-12 10241,-16 31-8364,-7-12-1928,0 0 0,0 0 0,-1 1 0,0-1 0,0 0 0,-1 1 1,0-1-1,0 0 0,0 1 0,-2 8 0,-2 6-16,-13 39 0,-120 289 5,94-249 0,6-14-23,3-10-143,-35 120 0,32-44-4474,18-50-2391,17-63 268,9-2-4231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3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13421,'5'1'384,"0"1"1,0-1-1,0 1 0,0 0 0,0 1 0,0-1 1,-1 1-1,1 0 0,-1 0 0,0 1 0,0-1 1,0 1-1,-1 0 0,1 0 0,-1 0 0,5 7 0,12 20 263,2 0-1,0-2 0,3 0 0,31 29 1,120 90-2976,-141-121 941,1-3 0,1 0 0,1-3 0,46 20 0,-77-38 1181,0-1-1,0 0 1,1-1-1,-1 1 1,0-1-1,1-1 1,10 0 0,-14 0 247,1 0 0,-1-1 0,0 0 1,1 1-1,-1-2 0,0 1 1,0 0-1,0-1 0,0 0 1,0 0-1,0 0 0,0 0 1,-1-1-1,1 1 0,2-4 1,4-5 379,-1 0 1,0 0 0,-1-1 0,0 0-1,-1-1 1,0 0 0,8-25 0,-1-4 2207,9-54 0,-6 22 1313,-15 65-2967,0 0-1,1 1 0,1-1 1,-1 1-1,1 0 0,9-13 1,-8 40-485,-3-6-489,-1 1 0,0-1 0,-1 0 0,-1 0 0,0 0 0,-1 0 0,0 0 0,-1 0 0,-5 16 0,-3 12 0,-52 270-1276,46-207-3517,1 2-5251,9-31-3626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4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9 425 11913,'88'-23'3512,"33"-5"555,-69 20-3393,0-2 0,-1-2-1,59-22 1,-102 30-568,-1 0-1,1 0 1,-1 0 0,-1-1 0,13-11 0,-15 13-6,-1 1 0,-1-1 0,1 0 0,0-1 0,-1 1 0,0 0 0,1-1 1,-1 1-1,-1-1 0,1 0 0,0 0 0,-1 0 0,2-7 0,-4 8-25,1 1 0,-1-1 0,0 1 1,0 0-1,0-1 0,-1 1 0,1 0 0,0 0 1,-1 0-1,1 0 0,-1 0 0,0 0 0,0 0 1,0 0-1,0 1 0,0-1 0,-3-1 0,3 2-3,0-1-15,0 1 0,0 0 0,0 0 0,0 0 0,0 0 0,0 0 0,0 0 0,-1 0 0,1 1 0,0-1 0,-1 1 0,1-1 0,-1 1 0,1 0 0,0 0 0,-1 0 0,1 1 0,-5 0 0,-9 0 179,-10 1-13,1 0-1,-1 2 0,1 0 1,0 2-1,0 1 0,1 1 1,0 1-1,-33 18 1,39-18-150,1 1 0,1 1 0,0 1 0,0 0 0,1 1 0,1 1 0,0 0 0,1 1 0,0 0 0,1 1 0,-17 31 0,24-38-62,1-1 1,1 1 0,0 0-1,0 1 1,1-1 0,0 0 0,0 1-1,1-1 1,0 1 0,1 0-1,1 9 1,-1-14-66,1 1 1,0-1-1,0 0 1,1 0-1,-1 1 1,1-1-1,0 0 1,1-1-1,-1 1 1,1 0-1,0-1 1,0 1-1,0-1 1,1 0-1,-1 0 0,1 0 1,0 0-1,0-1 1,1 0-1,-1 0 1,7 4-1,4 0-182,0-1 0,0 0-1,1 0 1,0-2-1,0 0 1,0-1 0,0 0-1,1-1 1,-1-1-1,0-1 1,1 0 0,-1-2-1,1 1 1,-1-2-1,0 0 1,31-11 0,-25 6 203,0-2 0,-1 0 0,1-1 1,-2-1-1,0-1 0,-1-1 0,0-1 1,-1 0-1,0-1 0,-2-1 0,18-23 1,41-51 1624,-73 90-1560,0 0 0,0 0 0,0 0 0,0 0-1,0 0 1,0 0 0,1 1 0,-1-1 0,0 1-1,0 0 1,1 0 0,-1 0 0,0 0-1,1 0 1,2 0 0,0 2-18,1 0 1,-1 0-1,1 0 0,-1 1 1,0 0-1,0-1 0,0 2 0,0-1 1,0 1-1,-1 0 0,0 0 1,0 0-1,0 0 0,6 9 0,13 11-187,99 89-1727,-117-108 1881,-1 0 1,0 0-1,0 1 1,0 0 0,-1-1-1,4 10 1,3 4 21,0-3 23,-9-12-20,1 0-1,0 0 0,0 0 0,0-1 0,1 1 0,-1-1 0,1 1 0,0-1 1,0 0-1,0 0 0,0 0 0,0-1 0,1 1 0,-1-1 0,1 0 0,0 0 1,-1 0-1,1 0 0,5 1 0,-4-2 21,1-1 1,0 0-1,0 0 0,0 0 1,-1-1-1,1 0 0,0 0 1,-1 0-1,1 0 0,-1-1 1,1 0-1,-1-1 0,0 1 1,0-1-1,0 0 1,0 0-1,7-6 0,-4 3 140,-1-1-1,0 1 1,0-1-1,-1 0 0,0 0 1,0-1-1,-1 0 1,0 0-1,0 0 1,4-12-1,3-18 478,-2-1 1,-2-1-1,5-58 0,7-36-588,4 59-1492,-1 7-965,-18 42 644,4-15-1506,3 14-4247,0 14-2696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5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 11821,'45'-15'2103,"-44"15"-1992,0-1 1,-1 1-1,1 0 0,0 0 1,0-1-1,0 1 0,0 0 1,-1-1-1,1 1 1,0-1-1,0 1 0,-1-1 1,1 1-1,0-1 0,-1 1 1,1-1-1,-1 0 0,1 0 1,0 1-1,-1-1 1,0 0-1,1 0 0,-1 1 1,1-1-1,-1 0 0,0 0 1,1-1-1,0-1 405,-1 2-406,0 0-1,1 1 0,-1-1 1,1 1-1,-1-1 0,0 0 0,1 1 1,-1-1-1,1 1 0,-1-1 1,1 1-1,0 0 0,-1-1 1,1 1-1,-1 0 0,1-1 1,0 1-1,-1 0 0,1 0 1,0-1-1,0 1 0,-1 0 1,1 0-1,0 0 0,-1 0 0,1 0 1,0 0-1,0 0 0,-1 0 1,1 0-1,0 0 0,-1 1 1,1-1-1,0 0 0,-1 0 1,1 1-1,0-1 0,-1 0 1,1 1-1,-1-1 0,1 1 1,0-1-1,-1 1 0,1-1 0,-1 1 1,1 0-1,1 1 72,1 1 0,-1 0 1,0 0-1,-1 0 0,1 0 0,0 0 0,-1 0 0,0 0 0,2 6 1,5 31 496,-2-1 1,-1 1 0,-3 0 0,-4 80 0,-36 162-216,14-123-620,14-112-3,7-35 71,0 1 0,1-1 0,-1 16 0,3-25 7,4-4 65,16-2-29,-1-1 1,-1-2-1,25-9 0,41-11-3,-37 16 64,48-2 1,-61 9 26,0-1 1,-1-2 0,1-1 0,47-17 0,-66 18 41,-1-1 0,1 0 1,-2-1-1,1-1 0,-1 0 1,21-19-1,-27 22-18,-1-1 0,-1 0 0,1 0 1,-1 0-1,0-1 0,-1 0 0,1 0 0,-2 0 1,1 0-1,-1-1 0,0 1 0,-1-1 0,2-13 1,-2 11 6,-2-1 1,1 0-1,-2 0 1,1 0-1,-2 0 1,-4-19-1,-2 0 2,-16-34 0,11 31-181,6 14-968,2 0-1,-7-40 1,7-8-7276,8 55 2442,11 10-3308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5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13881,'24'-11'1362,"1"2"0,0 1-1,0 1 1,51-8 0,108-1 1774,-161 15-2986,393-13 1176,-174 8-3648,-193 6 356,-2-1-3137,-64 5 72,3 1 3150,-32 1-4134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5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 12385,'-10'36'2600,"0"-15"469,3 21-413,14-9-140,3 0-220,-6 4-411,-4 11-345,0 0-312,0 3-228,-4 4-220,1-1-416,-4 3-684,0 0-652,4 4-784,0-4-669,3 0-755,3 0-3784,-3-2-6754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6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0 456 12037,'13'-16'2394,"1"0"-1,1 2 1,19-17 0,-14 14-364,30-32 1,-36 32-1557,-4 7-175,-1-1 0,0 0 0,0-1 0,8-16 0,-15 25-267,-1 0 1,1 0-1,-1 0 0,0 1 0,0-1 0,-1 0 0,1 0 0,0 0 0,-1 0 0,0-1 0,0 1 0,0 0 0,0 0 0,0 0 0,-1 0 0,1 0 0,-1 0 0,0 0 1,0 0-1,0 0 0,0 0 0,0 1 0,-1-1 0,1 0 0,-1 1 0,-2-4 0,3 5-17,-1 0-1,1 1 1,0-1 0,0 0 0,-1 0-1,1 1 1,-1-1 0,1 0 0,0 1-1,-1 0 1,1-1 0,-1 1 0,1 0-1,-1 0 1,1-1 0,-1 1 0,1 0-1,-1 1 1,1-1 0,-1 0 0,1 0-1,-1 1 1,1-1 0,-1 1 0,1-1-1,0 1 1,-1 0 0,-1 1-1,-2 0 5,0 1 0,1-1 0,-1 1 0,1 1 0,0-1-1,0 1 1,-7 6 0,6-2-39,1-1-1,-1 1 1,1 0-1,0 0 1,1 0 0,0 0-1,0 1 1,1-1 0,0 1-1,1 0 1,-1 0-1,2-1 1,-1 1 0,1 0-1,1 0 1,0 0-1,0 0 1,0-1 0,1 1-1,1 0 1,-1-1 0,1 0-1,1 1 1,-1-1-1,2 0 1,-1-1 0,1 1-1,0-1 1,0 0 0,1 0-1,0-1 1,0 1-1,1-1 1,7 5 0,-5-5-93,1 0 1,0-1 0,0 0 0,0 0-1,1-1 1,-1 0 0,1-1 0,0 0-1,0-1 1,0 0 0,0-1 0,1 0-1,-1-1 1,0 0 0,0-1 0,1 0-1,-1-1 1,0 0 0,0-1 0,0 0-1,-1 0 1,1-2 0,-1 1-1,0-1 1,0 0 0,0-1 0,-1 0-1,0-1 1,13-12 0,-9 5 434,-1 0 0,-1-1 1,0-1-1,-1 1 0,-1-2 0,-1 1 1,0-2-1,8-24 0,-11 28 4,-3 12-53,0 3-38,2 1-181,-2-1-38,0 0 1,0 0-1,0 0 0,0 0 0,0 0 0,0 1 0,-1-1 0,1 0 1,0 1-1,-1-1 0,1 1 0,-1 0 0,0-1 0,1 1 0,-1 0 0,0 0 1,0 0-1,0 0 0,0 0 0,-1 0 0,1 0 0,0 0 0,-1 0 1,1 5-1,1 8 19,0 1 1,-1 0 0,-1-1 0,0 1-1,-1 0 1,-1 0 0,0-1-1,-1 1 1,-1-1 0,0 0 0,-1 0-1,-1 0 1,-8 16 0,2-11-68,0 0 0,-2-1 0,0 0 0,-1-1 0,0 0 0,-2-2 0,0 0 0,-26 19 0,-31 17-3549,71-50 2409,19-25-2280,100-116 232,-9 13 2070,132-200 2742,-189 243 105,-11 18 5157,-36 88-5490,1 46-664,-4-42-1188,6 40 0,5-15-1066,5 33-3858,-10-27-2908,-2-5-1475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6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0 220 12305,'0'-57'2932,"17"48"-319,0-3-581,19-12-416,-2 6-332,16 6-424,7-3-632,7-4-764,3 7-1080,3-9-948,0 3-3141,4 15-4760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8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49 8301,'-2'-18'2573,"1"15"-248,-1 0-233,-13-22 14585,12 86-16254,-17 91 0,-2 17-470,18-102 47,-10 96 0,6-113-66,3 0 1,1 0-1,3 1 1,2-1-1,9 60 1,0-13-4452,-6-47-34,2-1-3347,1-14-4526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8.7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556 1 13193,'-121'15'1908,"85"0"-375,-11 0-277,0 3-348,10 6-144,-3 6-164,0 1-144,3 2-260,7 6-448,-4 3-724,4 3-504,7 1-537,2 2-2691,8-6-3689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8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8317,'108'3'2383,"-98"-4"-1940,-1 2 0,0-1 0,0 1 0,0 1 0,0-1 0,-1 2 1,1-1-1,0 1 0,-1 0 0,1 1 0,-1 0 0,10 7 0,-10-6-193,2 1 225,0 1 1,-1 0-1,0 1 1,-1 0 0,1 0-1,-1 1 1,12 18 0,-3 0 578,22 45 0,-28-49-661,-1 1 0,14 48 0,-9-14-448,8 59 0,-18-69-2735,-2 75 1,-3-98 796,4 14-3147,4-5-2856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09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15 11889,'-27'-15'6837,"14"27"-13974,-4-3-1468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29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4844 4252,'0'0'4335,"-10"-8"-2703,7 7-1418,1 0-1,-1 1 1,1-1 0,-1 0 0,1 1-1,-1 0 1,1 0 0,-1 0 0,1 0-1,-1 0 1,0 0 0,1 1 0,-1-1-1,1 1 1,-10 3 9542,12-8-9378,1-6-280,0 0 0,1 0-1,0-1 1,1 1-1,0 1 1,1-1-1,0 0 1,0 1-1,7-10 1,6-10 67,35-44 1,43-33 22,-22 25-120,117-133 234,-134 153-92,-32 37-23,-2 0-1,30-45 1,11-21 227,116-130 1,-76 106-313,175-206 220,16-108 403,-170 236-504,-96 153-194,2 2 0,43-41-1,58-43 20,54-25-19,-119 97-3,95-91 1,143-154-19,-188 186 47,224-161 0,-99 86 18,-100 63 40,-86 79-84,318-225 36,-327 236-40,59-54 1,-98 78-23,115-113 462,-92 87-337,2 0-1,1 2 1,73-51-1,251-111 525,-255 140-405,-56 26-103,-31 17-45,0 0-1,0 2 1,17-7 0,-29 13-61,25-12-74,-26 11 25,2-1-2127,4-6-621,-7 8 2257,-1 1 0,1-1 0,-1 0 0,1 0 0,-1 1 0,0-1 0,1 0-1,-1 0 1,0 0 0,0 0 0,1 1 0,-1-1 0,0 0 0,0 0 0,0 0 0,0 0 0,0 0 0,0 0 0,0 1-1,-1-1 1,1 0 0,0 0 0,0 0 0,-1 0 0,1 1 0,0-1 0,-1-1 0,-6-13-8898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0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31 4948,'-45'-29'5126,"43"28"-3404,-1 1-831,-3 0-288,0 0 0,0 0 0,1 1 1,-1 0-1,0 0 0,1 1 0,-1-1 0,1 1 0,-1 1 0,-5 2 0,10-4-546,1 0-1,-1 0 1,1 0 0,-1 0-1,1 0 1,0 0 0,0 0-1,-1 0 1,1 0 0,0 0-1,0 0 1,0 0-1,0 0 1,0 0 0,0 0-1,0 0 1,1 0 0,-1 0-1,1 1 1,-1 0 95,0 1-53,1 1 1,0-1-1,0 1 1,0-1-1,1 0 0,-1 1 1,1-1-1,-1 0 1,1 0-1,0 0 1,0 0-1,0 0 0,1-1 1,-1 1-1,4 2 1,45 32 985,-35-27-856,120 65 1063,-90-52-948,49 32-1,-81-45-293,0 1 0,0 0 0,-1 1-1,-1 0 1,0 1 0,0 0 0,11 19-1,-16-20-27,0-1 0,-1 1 0,-1 0-1,0 1 1,0 0 0,-1-1 0,-1 1-1,0 1 1,-1-1 0,0 0 0,-1 0-1,-1 17 1,-2-5-38,-1 0 0,-2 0-1,0 0 1,-1-1 0,-15 37 0,2-16-380,-2-1 1,-2-1 0,-2-1-1,-1-1 1,-50 59 0,-49 37-3089,-8-10-4549,65-63-1168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1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1068 5292,'-1'-3'374,"1"1"0,-1-1 0,0 1 0,0 0 0,0-1 0,0 1-1,0 0 1,0 0 0,-1-1 0,1 1 0,-1 0 0,1 1 0,-1-1-1,0 0 1,0 0 0,0 1 0,0-1 0,0 1 0,0 0-1,0-1 1,-1 1 0,1 0 0,0 0 0,-1 0 0,1 1 0,-1-1-1,1 1 1,-5-1 0,4 0 2022,27-4-1938,6 3 28,38 1 0,20 0 86,402-79 800,-407 63-1281,503-112 362,-11 3-190,1262-195-200,-784 147-110,-772 119 49,17-4-47,-268 55 15,-13 1 32,1 0 0,24-7 0,-39 9-6,-8 1-263,-14 0-154,-103-4-2073,103 2-471,1-1 0,-26-7 0,20 1-4630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7:31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61 9385,'1'-3'370,"8"-24"514,-8 26-799,-1 1 0,0-1 0,0 1 0,0-1 0,0 1 0,1-1-1,-1 1 1,0-1 0,0 1 0,0-1 0,0 1 0,0-1 0,0 1 0,0-1 0,-1 1-1,1-1 1,0 1 0,0-1 0,0 1 0,0-1 0,-1 1 0,1-1 0,0 1 0,0-1-1,-1 1 1,1-1 0,0 1 0,-1 0 0,1-1 0,-1 1 0,1 0 0,0-1-1,-1 1 1,1 0 0,-1-1 0,1 1 0,-1 0 0,-3-1 3718,-3-11-1613,44 69 2082,50 54-2566,23 32-1155,-80-100-438,-1 2-1,-2 1 1,-3 1 0,26 68-1,-43-93-162,0 0-1,-2 0 0,0 0 1,-2 0-1,0 1 0,-2 0 1,0-1-1,-2 1 0,0 0 1,-1-1-1,-2 1 0,-11 39 1,8-39-137,-1-1 0,-1 0 0,-1-1 0,0 0 0,-2 0 0,-27 35 1,-92 118-1675,108-146 1128,0-1 1,-2-1-1,-1-1 0,-1-2 1,-50 34-1,39-30-414,-112 74-6539,87-61 776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54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3268,'0'0'708,"-16"6"-2836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55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488 133 5220,'-5'-8'392,"3"7"-235,1-1 1,0 1-1,0 0 1,0-1-1,0 0 1,0 1-1,0-1 1,1 0-1,-1 1 1,1-1-1,-2-3 2811,2 2-2350,-3-27 522,3 26 1270,-3-14-1254,0 3-612,2 12-6,2 1-24,8-26 2503,-6 31-2891,-1-1-98,0 1 0,0 0 0,0 0 0,0 0-1,0 0 1,-1 1 0,0-1 0,1 0 0,-1 1 0,0-1 0,1 8-1,-2 47 367,-6 7 15,-3-1 0,-24 87 0,5-29-156,-12 136 42,-9 79-163,27-165-103,-24 108 21,36-230-35,-4 25 21,-37 111 0,-10 5 121,9-24-113,32-105-33,2 0 1,-11 74-1,24-80-2238,5-56 2196,0 0-1,0 0 0,0 0 0,0 0 0,0 0 0,0 0 0,0 0 0,0-1 0,0 1 0,1 0 0,-1 0 0,0 0 0,0 0 1,0 0-1,0 0 0,0 0 0,0 0 0,0 0 0,0 0 0,0 0 0,0 0 0,0 0 0,1 0 0,-1 0 0,0 0 0,0 0 1,0 0-1,0 0 0,0 0 0,0 1 0,0-1 0,0 0 0,0 0 0,0 0 0,0 0 0,0 0 0,0 0 0,1 0 0,-1 0 1,0 0-1,0 0 0,0 0 0,0 0 0,0 0 0,0 0 0,0 0 0,0 1 0,0-1 0,0 0 0,0 0 0,0 0 0,0 0 1,0 0-1,0 0 0,0 0 0,0 0 0,0 0 0,0 0 0,0 1 0,0-1 0,0 0 0,0 0 0,0 0 0,0 0 0,0 0 1,5-13-2137,3-8-3274,4-3-3042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56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289 1 5573,'-7'43'9338,"1"0"-4805,-12 76-1776,7-65-2228,5-27-112,1 0 0,2-1 0,-1 48 0,5-35-10,2 39 675,-8 97 1,-36 142 423,38-294-1443,-10 42 129,-21 66 0,-2 11 22,16-49-145,0-6 7,4 2 0,-6 104 0,16-102-76,2-56 22,2 1 0,4 70-1,-1-88-20,0 1-1,-2-1 1,-4 27-1,3-24 9,0-1 1,1 26-1,-2 22-3,2-64-22,2-1-104,0 5 144,3 8-2023,0-15 418,3-8-84,-6 4 654,1-1 0,-1 1 0,0 0 0,1-1 0,-2 1 0,1-1 0,1-6 0,-1 3-1148,5-27-8788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56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429 1 7377,'2'0'12742,"-5"3"-12530,0 1-1,0 0 0,0 0 0,1 0 1,0 0-1,-1 1 0,0 4 0,1-3 142,0 0 1,0 0-1,-1 0 0,0 0 0,0-1 0,0 1 0,-1-1 1,-6 8-1,5-6-76,0-1 0,0 1 0,1 0 0,0 1 0,-4 9 0,2 4 358,0 0 0,2 1 0,-2 23 0,-3 19 474,-19 140 1069,2-11-1888,-60 166-290,31-149 0,-18 71-3786,52-197-847,6-31-4268,4-19-3562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8:39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82 9873,'-14'-15'1692,"14"-7"-236,-3 1 1204,-7 9-3104,-4 0-792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3.6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63 12377,'-7'-15'1309,"7"12"-976,-1 1-1,1-1 1,-1 1 0,0 0-1,0-1 1,0 1-1,-1 0 1,1 0 0,0-1-1,-1 1 1,1 0-1,-1 0 1,0 1 0,0-1-1,0 0 1,0 1-1,0-1 1,0 1 0,0-1-1,0 1 1,0 0 0,-1 0-1,1 0 1,-8-2 7093,-12 27-3848,19-16-3557,2 0-1,-1 0 1,1 0-1,-1 12 1,2-12-23,-1 0 1,0 0-1,-1 0 1,1 0-1,-4 9 1,-8 17 1,2 0 0,1 1 0,2 0 0,1 1 0,2 0 0,1 0 0,2 37 0,9 54-179,-1-76-2641,5 64-11875,-4-70 2606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4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870 6 10393,'-46'-3'2034,"-5"0"1994,-60 4 0,93 1-3249,1 0 0,0 1 0,0 0 0,1 2 0,-1 0 0,1 1-1,-23 11 1,12-1-233,1 2 0,0 0 0,1 2 0,1 1 0,1 1-1,1 0 1,2 2 0,0 1 0,1 0 0,-27 49 0,9-5-534,3 3 0,4 0 0,-25 89 0,36-95-12,3 1 0,3 0 0,3 1 0,3 0 0,3 1 0,3-1 0,2 1 0,4-1 0,3 0 0,30 120 0,-26-147-4,2-1 0,2-1 0,2-1 0,1 0 0,2-1 0,1-1 1,2-2-1,49 55 0,-39-53 15,2-1 0,2-2 0,1-2 0,1-2 0,1-1 0,2-2 0,48 21 0,-43-26-24,0-2 0,1-2 1,0-3-1,1-1 1,1-3-1,92 6 0,-98-14-49,0-2-1,0-3 0,-1-1 1,1-2-1,-1-2 1,0-2-1,-1-2 0,45-19 1,-57 17-57,-1-1 1,0-1-1,-1-2 1,-2 0-1,1-2 1,-2-1-1,-1-2 1,43-48-1,-36 32 43,-3-2 1,-1-1-1,-2-1 0,-1-1 0,24-64 0,-35 71 46,-2 0-1,-1-1 1,6-41 0,36-278-88,-47 308 147,-2 0 0,-2 0 1,-2-1-1,-11-81 0,9 116-16,-5-30 55,-1 0 0,-2 1 0,-2 0 0,-2 1 0,-2 1-1,-32-60 1,32 73-33,-1 0 0,-2 1 1,-1 1-1,-1 1 0,-1 0 0,-1 2 0,-1 1 0,-1 1 0,-39-27 0,49 40-116,-1 0 1,0 0-1,0 2 0,0 0 0,-1 1 0,0 0 0,0 2 1,-1 0-1,1 1 0,-28-2 0,33 5-446,0 0 0,0 1 0,0 1 0,0 0 0,1 0 0,-1 1 0,-11 5-1,13-4-661,0 1-1,0 0 0,1 1 1,-1-1-1,1 2 0,1 0 1,-1 0-1,-9 10 0,-29 38-11405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5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574 419 8701,'3'-6'454,"-1"-1"-1,0 0 1,0 0 0,0 0 0,-1 0 0,0 0 0,-1 0-1,1 0 1,-2 0 0,1 0 0,0 0 0,-1 0-1,-1 0 1,-2-10 0,-9-20 2898,-2 1 0,-1 1 0,-30-48 0,45 81-3242,-1-1 0,1 1 0,-1 0 0,0 0 0,1 0 0,-1 0 0,0 0 0,0 0 0,-1 1 0,1-1 0,0 1 0,-1-1 0,1 1 0,0 0 0,-1 0 0,0 0 0,1 0 0,-1 0 0,1 1 0,-1-1 0,0 1 0,0 0 0,1 0 0,-1 0 0,0 0 0,1 0 0,-1 0 0,0 1 0,1-1 0,-1 1 0,0 0 0,1 0 0,-1 0 0,1 0 0,-1 0 0,-2 2 0,-7 4-141,1 1-1,-1-1 1,1 2 0,1-1 0,0 2-1,-10 10 1,-15 20 31,2 0 0,1 2 0,3 2 0,1 0 0,3 2 0,1 1 0,-34 99 0,46-109 0,1 1 0,3 1 0,1 0 0,2 0 0,-1 61 0,7-71 0,1 0 0,1-1 0,2 0 0,1 0 0,1 0 0,1 0 0,2-1 0,17 36 0,-9-32 0,1 0 0,1-1 0,1-2 0,2 0 0,1-1 0,1-1 0,1-1 0,1-2 0,1 0 0,1-2 0,63 34 0,-60-38 0,2-2 0,-1-1 0,2-1 0,0-2 0,0-1 0,1-2 0,0-2 0,0-1 0,0-2 0,1-1 0,64-6 0,-78 1 1,0-1-1,0-1 1,-1-2-1,0 0 1,0-1 0,-1-1-1,0-1 1,0 0-1,-1-2 1,-1-1-1,32-26 1,-26 16-12,-1-2 0,-1 0 0,-1-2 1,-1-1-1,-2 0 0,0-1 0,18-41 0,10-36-688,-4-1 1,-5-2-1,33-152 1,23-349-547,-88 550 1661,-5 57-59,-3 7 145,-2 3-344,0 0-1,1 0 1,0 0 0,1 1 0,-1 0-1,1-1 1,1 1 0,-1 10 0,-2 70 564,4-38-372,-3 12-230,-3 95 9,14 160 0,-4-269-132,2-1 0,2 0 0,2 0-1,3 0 1,1-2 0,2 0-1,41 78 1,-47-106 3,0 0 0,1-1 0,1-1 0,0 0 0,1 0 0,1-2 0,0 1 0,1-2 1,30 20-1,-36-27-1,0 0 1,1 0 0,-1-1-1,1-1 1,0 1 0,0-2-1,0 1 1,1-1 0,-1-1-1,0 0 1,1-1 0,-1 0-1,1 0 1,-1-1 0,0 0-1,1-1 1,-1 0 0,0-1-1,18-7 1,-14 4-147,-1-1 0,0-1 0,0 0 0,-1-1 0,0 0 0,-1-1 0,0 0 0,19-23 0,-17 17-83,-1-1 0,0 0 0,-2 0-1,0-1 1,14-38 0,-22 52 194,-1 0 0,1-1 0,-1 1 0,0 0-1,0-1 1,-1 1 0,0-1 0,1 1 0,-1-1 0,-1 1 0,1-1 0,-1 1 0,1-1 0,-1 1 0,-1 0 0,1-1 0,0 1 0,-1 0 0,0 0 0,0 0-1,-1 0 1,-4-6 0,1 8-94,3 3 113,-4 0-50,0 1 0,-1-1 0,1 2 1,0-1-1,0 1 0,0 0 0,0 1 0,1-1 0,-1 1 0,-7 7 1,3-3-208,8-5 116,-1 0 0,0 0 0,1 0 0,-1 0 0,1 1 0,0-1 1,0 1-1,0 0 0,1 0 0,-5 8 0,2-1-224,2-5 138,0 0-1,1 0 0,0 0 0,0 0 0,-2 8 0,4-13 218,0 0 0,0 0 0,0 1-1,0-1 1,0 0 0,0 0 0,0 0 0,0 1 0,1-1-1,-1 0 1,0 0 0,1 0 0,-1 0 0,1 0 0,-1 1-1,1-1 1,0 0 0,-1 0 0,1 0 0,0-1 0,0 1-1,-1 0 1,1 0 0,0 0 0,0 0 0,0-1 0,0 1-1,0-1 1,0 1 0,0 0 0,0-1 0,1 0-1,-1 1 1,1-1 0,42 12-210,28 10 250,-50-12 28,-1 2 0,0 0 0,29 24 0,15 9 32,-60-41-55,0-1 1,1 0-1,-1 0 1,0-1-1,1 0 1,0 0-1,0 0 1,-1 0-1,1-1 1,0 0 0,0 0-1,0-1 1,0 0-1,0 0 1,1 0-1,-1-1 1,0 0-1,-1 0 1,1 0-1,0-1 1,0 0-1,0 0 1,-1 0-1,1-1 1,-1 0-1,0 0 1,0 0-1,0 0 1,0-1-1,5-5 1,14-18 710,-2-2 0,-1 0 1,-1-2-1,27-54 0,-39 70-604,2-4 78,2-4 91,1 0 0,1 1 0,29-36 1,-38 52-260,0 1 0,0 0 0,0 0 0,1 0 0,0 1 0,0 0 0,0 0 0,0 0 0,1 1 0,-1 0 0,1 0 0,0 1 0,0 0 0,0 0 0,0 0 1,0 1-1,0 0 0,1 1 0,9 0 0,-2 1-4,-1 2-1,1 0 1,-1 0 0,0 2 0,0 0 0,-1 0-1,1 1 1,18 12 0,-11-5-12,-1 1 0,-1 1 0,0 0 0,23 25 0,-32-28-24,0 0 0,-1 1 0,0 0 0,-1 0 0,-1 0 0,0 1 0,0 1 0,-2-1 0,0 1 0,0 0 0,-1 0 0,-1 0 0,-1 1 0,0-1 0,-1 1 0,-1 17 0,-2 1-49,-2 1 1,-1-1-1,-2 0 1,-1-1-1,-2 0 0,-16 39 1,25-71 54,1-1 0,-1 1 0,1 0 0,-1 0 0,1-1 0,0 1 0,0 0 0,-1 0 0,1 0 0,0 0 0,0 0 0,0-1 0,0 1 0,0 0 0,0 0 0,0 0 0,0 0 0,0 0 0,0-1 0,1 3 0,0-3 1,0 1-1,0-1 0,0 0 1,0 1-1,0-1 0,1 0 0,-1 0 1,0 0-1,0 0 0,0 0 0,0 0 1,0 0-1,0 0 0,0-1 1,0 1-1,2-1 0,7-2 1,-1 0 0,0-1-1,0 0 1,-1-1 0,1 1 0,-1-2 0,0 1-1,0-1 1,0 0 0,9-11 0,12-14-3,27-36 1,-42 48 1,24-35-16,-2-1 0,-4-2 0,44-102-1,41-73 128,-111 222-98,-5 8-10,0-1-1,0 1 0,0-1 0,1 1 1,-1-1-1,1 1 0,0 0 0,0 0 1,-1 0-1,1 0 0,1 0 0,-1 0 1,0 0-1,0 1 0,1-1 0,-1 1 0,1 0 1,-1 0-1,1 0 0,3-1 0,0 0 4,-1 1 0,0 0-1,1 0 1,-1 1-1,1 0 1,-1 0-1,1 0 1,-1 0-1,1 1 1,-1 0 0,0 0-1,1 1 1,-1-1-1,0 1 1,0 0-1,0 1 1,5 2-1,6 8 2,0 1-1,-1 0 0,0 1 0,-1 0 1,-1 1-1,-1 1 0,0 0 0,-1 1 1,-1 0-1,10 22 0,-11-20-10,-2 1-1,0 0 1,0 0 0,-2 1-1,-1-1 1,-1 1 0,0 0-1,-2 0 1,-2 33-1,-1-38 3,-2-1 0,0 0-1,0 1 1,-2-1-1,0-1 1,-1 1-1,0-1 1,-1 0-1,-1-1 1,0 0-1,-1 0 1,-21 22-1,5-10-727,-41 34 0,-30 14-5082,94-72 3680,16-9-6258,-7 3 6441,22-15-5555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5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0 12433,'-27'54'2224,"13"-35"-151,8 2-133,-14 12-392,-11 57 1396,21-54-2568,-3 1-556,0-4-760,-1-3-1012,1-3-1216,3-12-1953,10 18-4072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5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0 12077,'0'0'2872,"-7"15"-1868,4 3-604,9 0-1052,-2 4-784,6-1-2668,6 18-3073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6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533 838 11125,'11'-20'708,"-5"11"-213,-1 0 1,-1 0 0,1 0-1,-2-1 1,1 0-1,2-14 1,8-23 2213,21-50 0,13-39 1413,-34 95-2994,2 1 0,2 0 0,43-70 0,-27 50-85,42-74 1049,-75 132-2070,0-1 1,1 0-1,0 1 0,0-1 1,0 1-1,0 0 1,0-1-1,0 1 0,0 0 1,1 0-1,-1 1 0,5-3 1,-7 3-24,1 1 0,-1 0 0,1 0 0,0 0 0,-1-1 0,1 1 0,-1 0 0,1 0 0,0 0 0,-1 0 1,1 0-1,0 0 0,-1 1 0,1-1 0,-1 0 0,1 0 0,0 0 0,-1 0 0,1 1 0,-1-1 0,1 0 0,0 1 0,0 0 2,0 0 0,0 0-1,0 1 1,0-1 0,0 0-1,0 0 1,-1 1 0,1-1-1,0 0 1,-1 1 0,1-1-1,0 3 1,3 14-1,-1 0 0,0 1 0,-2-1 0,0 0 0,-2 19 0,-12 100 0,7-89 0,-18 120 0,-69 247 0,-84 156 0,57-198 0,96-293 0,-125 451 0,124-419 0,5 1 0,-9 204 0,28-299 0,0 0 0,2 0 0,0 1 0,1-1 0,1 0 0,1 0 0,8 22 0,-12-38-11,1-1 0,0 1 0,0 0 0,0-1 0,0 1 0,0-1 0,0 0 0,0 1 0,1-1 1,-1 0-1,0 0 0,1 0 0,-1 1 0,1-1 0,-1-1 0,1 1 0,0 0 0,-1 0 0,1-1 0,0 1 0,-1-1 0,1 1 0,0-1 0,0 0 0,-1 0 0,1 1 0,0-1 0,0-1 1,0 1-1,-1 0 0,1 0 0,0-1 0,2 0 0,0 0-138,0 0-1,0 0 1,-1-1 0,1 0 0,0 0-1,-1 0 1,0 0 0,1 0 0,-1 0-1,0-1 1,0 0 0,0 1 0,4-7-1,1-5-326,-1 0 0,0 0 0,-1-1-1,-1 0 1,0 0 0,4-28-1,-3 6-447,1-66 0,-8 66 720,-2 0-1,-1 1 1,-2-1 0,-1 1 0,-2 1-1,-2-1 1,-1 2 0,-1-1 0,-27-46-1,-16-16 1020,-122-159 0,148 214 111,-43-76-1,70 113-874,0-1 0,1 1 1,-1-1-1,1 1 0,1-1 0,-1 0 0,1 1 0,0-1 1,0 0-1,0 0 0,1 0 0,0 0 0,0 0 1,1 0-1,-1 0 0,1 0 0,0 0 0,1 0 0,0 1 1,0-1-1,0 0 0,1 1 0,-1 0 0,1-1 0,0 1 1,1 0-1,-1 1 0,1-1 0,6-5 0,7-5 20,1 0 0,1 2 0,0 0 0,0 1-1,41-17 1,-3 4 8,0 3 1,2 2-1,0 3 0,1 3 0,1 2 0,98-7 0,-140 18-24,-1 1 0,1 1 1,-1 0-1,1 1 0,-1 1 0,0 1 0,33 11 0,-44-13-33,0 1 0,0 0 0,-1 1 0,1 0 0,-1 0 0,0 0 0,0 0 0,0 1 0,-1 0 0,0 1 0,0-1 0,0 1 0,0 0 0,-1 0 0,0 0 0,-1 1 0,1-1 0,-1 1 0,0 0 0,-1 0 0,4 14 0,-2 16-544,-1 0 0,-2 0 0,-2 1 0,-6 48 0,1-20-4149,3-2-3920,3-37-2553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6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9257,'24'45'1204,"-1"-24"-488,14 3-592,0 9-488,-3-2-804,-4 5-1728,13 6-993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7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0 10969,'-29'1'1265,"20"-1"-459,0 0-1,-1 0 1,1 1-1,0 0 1,-1 1-1,1 0 1,0 0-1,0 1 1,-12 5-1,4 4-66,0 0-1,1 0 1,0 2-1,1 0 1,1 1-1,0 0 1,-19 29-1,18-22-391,0 1-1,2 0 1,1 2 0,1-1-1,-12 38 1,18-42-222,0 1 0,1-1 1,1 1-1,1-1 0,1 1 1,0 0-1,4 29 0,-1-41-107,-1 1-1,1-1 1,1 1-1,0-1 1,0 0 0,0 0-1,2 0 1,-1 0-1,1-1 1,0 0-1,0 0 1,1 0 0,0-1-1,1 1 1,0-1-1,0-1 1,14 11-1,-9-10-47,0 0-1,0-1 1,1 0-1,-1-1 1,1 0-1,1-1 1,-1 0-1,1-1 1,21 2-1,-14-4 0,-1-1-1,1 0 1,-1-2-1,0 0 1,1-2-1,20-5 1,-14 1 7,1-2 1,-1 0-1,-1-2 0,0-1 1,-1-1-1,0-1 1,-2-1-1,1-2 1,28-26-1,-44 35-4,0 0-1,-1-1 1,0 0-1,0 0 1,-1 0-1,9-21 1,-14 28 21,0 0 1,1-1-1,-2 0 0,1 1 1,0-1-1,-1 1 0,1-1 1,-1 0-1,0 1 0,0-1 1,-2-6-1,2 8 6,-1 0 1,0 0 0,0 0-1,0 0 1,0 1-1,0-1 1,0 0-1,0 0 1,-1 1-1,1-1 1,0 1 0,-1-1-1,0 1 1,1 0-1,-1 0 1,0-1-1,1 1 1,-1 0-1,0 1 1,0-1 0,0 0-1,-2 0 1,-8-2-19,1 1 0,-1 0 0,1 1 0,-1 1 0,0 0 0,1 0 0,-1 1 0,1 0 0,-1 1 0,1 1 0,-19 6 0,2 0-636,0 2 1,1 1-1,-38 23 1,26-7-1331,37-26 1228,3 0 679,0 0-1,0 1 0,0-1 0,0 0 0,0 0 0,1 0 1,-1 0-1,1 0 0,-1 0 0,1 0 0,0 0 0,0-1 0,-1 1 1,1-1-1,0 1 0,1-1 0,-1 0 0,0 0 0,0 0 1,1 0-1,-1 0 0,0 0 0,3 0 0,44 6 99,-39-7 107,0 1-1,0 1 1,0 0-1,14 4 1,-21-4-82,1-1 1,-1 1-1,0 0 1,1 0-1,-1 1 1,0-1 0,0 0-1,0 1 1,0 0-1,-1 0 1,1 0-1,-1 0 1,0 0 0,0 0-1,3 6 1,-4-7-19,3 8-254,1-1 1,1 1 0,-1-1-1,1 0 1,9 9 0,-12-15-361,0 0 1,1-1-1,-1 0 1,0 1-1,1-1 1,0-1-1,-1 1 1,1 0-1,0-1 1,0 0 0,0 0-1,0 0 1,0 0-1,0-1 1,0 1-1,8-1 1,15 0-7576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7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40 209 7369,'69'-147'4368,"-57"124"-2738,6-12 1694,-16 32-995,0 7-1437,2 5-718,-1-1 1,0 1 0,0 1-1,-1-1 1,0 0-1,-1 0 1,0 1-1,0-1 1,-1 1 0,0-1-1,-3 15 1,-3 20 157,-15 50 0,14-65-222,-45 154-749,17-66-2428,6 2-5305,19-65 653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7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 9165,'28'-7'490,"7"-3"637,1 1 0,49-4 1,-43 10-232,-1 1 0,1 2 0,0 3 0,-1 1 0,0 1 1,47 14-1,-76-16-734,0 1 1,1 0 0,-2 1-1,1 1 1,0 0 0,-1 0 0,0 1-1,-1 1 1,1 0 0,-2 0-1,13 13 1,-19-17-110,0 0 0,-1 0 0,1 0 0,-1 1 0,0-1 0,0 1-1,-1-1 1,1 1 0,-1 0 0,0-1 0,0 1 0,-1 0 0,1 0 0,-1 5 0,-1 1-321,0 0 1,0 0-1,-1-1 1,-1 1-1,-3 10 1,5-17-259,-1 0 1,1 0-1,-1 0 1,1-1 0,-1 1-1,-1 0 1,1-1-1,-4 6 1,-2 6-4453,12 6-2782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8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69 7413,'-18'12'897,"15"-10"-676,-1 0 0,1 0 0,0 1 0,0-1 0,0 1 0,1-1 0,-1 1 0,1 0 0,-1 0 0,1 0 0,0 0 0,0 1 0,0-1 0,1 1 0,-1-1 0,1 1 0,-2 6 0,-1 0 448,0 0-1,-1-1 1,0 1 0,-1-1 0,0 0 0,-8 9-1,-22 37 1973,31-48-2534,1-1 65,0 0 0,1 1 0,0 0 0,0-1 0,0 1 0,1 0 0,0 0 1,0 1-1,0-1 0,1 0 0,1 0 0,-1 10 0,1-12-107,1 1 0,-1-1 0,1 1 0,1 0 0,-1-1 0,1 0 0,0 1-1,0-1 1,0 0 0,1 0 0,3 5 0,-4-8-48,0 1 0,0-1 0,0 0 0,0-1 1,0 1-1,0 0 0,1 0 0,-1-1 0,1 0 0,-1 1 0,1-1 0,-1 0 0,1 0 0,0 0 0,0-1 0,-1 1 0,1-1 0,0 1 0,0-1 1,0 0-1,-1 0 0,1 0 0,5-2 0,-2 1 0,1 0 0,-1-1 0,0 0 0,0 0 0,0-1 0,0 1 1,0-1-1,0-1 0,-1 1 0,0-1 0,0 0 0,0 0 0,0-1 0,0 1 0,-1-1 0,0 0 1,0 0-1,4-7 0,-2 2 10,-1-1 1,0 1 0,0-1 0,-1 0-1,-1 0 1,0 0 0,0 0-1,-1-1 1,1-20 0,0-5-57,2 0 1,1 1-1,15-49 1,-17 66-201,-3 15-137,-1 1 1,1-1 0,0 0 0,0 1 0,0-1-1,1 1 1,-1 0 0,1-1 0,4-5 0,-5 7-1117,2 3-44,5 4 150,0 1 1,-1 0-1,11 10 0,-14-13 1148,-1-1 257,2-3 360,1-1 0,-1 0 0,1-1 0,-1 1 1,0-1-1,0 0 0,0 0 0,6-6 0,-7 6-202,-1 2-76,-1 1 0,1-1 0,-1 0 0,1 1 0,-1 0 0,1-1 0,0 1 0,-1 0 0,1 0 0,-1 0 0,1 1 0,0-1 0,2 2 0,-1-2 94,1 1-121,-1 0 0,1 0 1,-1 1-1,1-1 1,-1 1-1,0 0 0,0 0 1,0 0-1,0 1 1,0-1-1,0 1 0,0 0 1,-1 0-1,0 0 1,1 1-1,-1-1 1,0 1-1,-1 0 0,1 0 1,-1 0-1,0 0 1,0 0-1,0 0 0,0 1 1,-1-1-1,1 1 1,0 4-1,0 7 70,-1-13 523,0 0-278,2 6-162,3 6 188,-5-15-411,-1 0 1,1 1-1,-1-1 1,1 0-1,-1 0 1,1 0-1,0 0 1,-1 0-1,1 0 1,-1 0-1,1 0 1,-1 0-1,1 0 1,-1 0-1,1 0 1,0 0-1,-1 0 1,1 0-1,-1-1 1,1 1-1,-1 0 1,1 0-1,-1-1 1,1 1-1,-1 0 1,1-1-1,-1 1 1,1-1-1,53-32 809,2 2-1,67-26 0,-110 51-534,0 1-1,0 1 0,1 0 1,0 1-1,-1 1 0,29-2 1,-36 4-200,0 0 1,0 0 0,-1 1 0,1 0 0,0 0 0,-1 1-1,1 0 1,0 0 0,-1 0 0,0 0 0,0 1 0,0 0 0,0 0-1,0 1 1,0-1 0,-1 1 0,1 0 0,-1 0 0,7 9 0,-1 3-38,-1 1 0,0 0 0,-1 1 0,-1 0 0,6 22 0,2 2-542,33 95-2601,-24-67-596,1 0-3538,-5-16-3018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8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38 127 14109,'-37'-24'8213,"50"27"-6413,4 6-360,20-9-352,26 0-263,1-3-393,20-6-544,16 3-649,17 0-51,7-3-396,0 0-476,7-6-396,-10-6-376,-8 0-3149,-15 6-4600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19:48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1149 126 7121,'-33'-46'1762,"-8"-10"3922,14 33-1836,26 23-3711,1 0 0,-1-1 0,0 1 0,0 0 0,0 0 1,1 0-1,-1 0 0,0 0 0,0 0 0,0 0 0,1 0 0,-1 1 0,0-1 0,0 0 0,1 0 0,-1 1 0,0-1 0,0 0 1,1 1-1,-1-1 0,0 0 0,1 1 0,-2 0 0,-1 1 375,0 0-327,0 1 1,0-1 0,-1 1 0,2 0 0,-1-1-1,0 1 1,1 0 0,-1 1 0,1-1-1,0 0 1,0 1 0,0-1 0,0 1-1,1 0 1,0 0 0,-1-1 0,1 1 0,1 0-1,-1 0 1,0 5 0,0 10 282,0 0 1,1-1-1,3 24 1,1-5 7,2-1 1,2 0-1,17 49 0,48 99 555,23 62-498,-88-219-559,11 28-191,-4 1 0,-1 0 0,8 88 0,-20-117-48,-1 0 0,-1 0-1,-2 1 1,0-1-1,-2 0 1,-10 37-1,7-44 50,0 0-1,0-1 1,-2 0-1,-1 0 1,0-1-1,-1 0 0,-1 0 1,-26 28-1,10-19-206,-1-1-1,-1-1 0,-1-2 0,-1-1 0,-1-1 0,-1-2 0,-1-1 1,-48 17-1,0-7-1475,-1-3 0,-141 23 0,21-18-3635,-9-5-3197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1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181 141 8253,'2'-2'235,"-1"-1"0,0 1 1,0 0-1,0-1 0,0 1 0,0-1 1,-1 1-1,1-1 0,0-4 0,-1 6-20,-1 0-1,1 0 1,-1-1-1,1 1 1,-1 0-1,0 0 1,1-1-1,-1 1 0,0 0 1,0 0-1,0 0 1,0 0-1,0 0 1,0 0-1,0 1 1,0-1-1,0 0 1,-2-1-1,0 1 1577,3-3-68,-1 0-1223,0-1 1,1 1-1,-2-1 0,1 1 1,0 0-1,-1-1 1,0 1-1,0 0 1,0 0-1,-1 0 1,1 1-1,-4-5 1,-6-14 2467,8 17 622,-2 29-2133,-25 192-1405,-1-15-52,-12 100 0,27-30 0,17-233 81,2-1 0,12 68 1,-11-90-473,1-1 0,0 0 0,1 0 0,9 15 1,-10-22-423,0 0 0,0 0 0,1 0 0,0 0 0,1-1 0,0 0 0,0 0 0,8 7 0,12 5-6963,-11-5-5204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1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90 14085,'2'-6'239,"-1"2"177,0 1 1,0-1 0,0 1-1,0-1 1,1 1 0,-1 0-1,1 0 1,0-1-1,0 1 1,0 0 0,0 1-1,0-1 1,1 0 0,-1 1-1,1-1 1,0 1-1,-1 0 1,1 0 0,0 0-1,1 0 1,-1 0 0,6-1-1,7-2 215,1 1-1,0 0 0,0 2 1,1 0-1,30 1 1,88 10 793,-85-3-911,93 23 0,-115-20-390,0 1-1,0 1 0,-1 1 1,37 22-1,-56-28-90,0 0 0,0 0 0,-1 1 1,0 0-1,0 1 0,0 0 0,-1 0 0,11 17 1,-15-20-16,-1 0 1,1 0-1,-1 1 1,0-1-1,0 1 1,0-1-1,-1 1 1,0 0-1,0-1 1,0 1-1,-1 0 1,0 0-1,0 0 1,0-1-1,-1 1 1,0 0-1,-3 10 1,-1-3-9,-1 0 1,0 0-1,-1-1 1,0 0 0,-1 0-1,-1-1 1,1 0-1,-2-1 1,0 1 0,-14 10-1,-12 8 10,-72 45 0,-152 68-363,-48 31-4237,234-119 1136,34-13-5581,30-27-2093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1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18 13501,'-3'-2'278,"0"0"0,0 0-1,0 0 1,0 1 0,0-1-1,0 1 1,0 0 0,-1 0-1,1 0 1,0 0 0,-1 0 0,1 1-1,0 0 1,-1-1 0,1 1-1,-1 0 1,1 1 0,-1-1-1,1 1 1,0-1 0,-1 1-1,1 0 1,0 0 0,0 1 0,0-1-1,-1 1 1,2-1 0,-1 1-1,0 0 1,0 0 0,0 1-1,1-1 1,-4 4 0,-9 12 128,1 0 1,1 0-1,0 1 0,2 1 1,-15 33-1,-35 111-34,40-102-737,18-52 295,0 1 0,0-1 1,-1 17-1,3-16 15,1-10 70,0 0-1,1 0 1,-1 1 0,0-1-1,1 0 1,-1 0-1,1 0 1,-1 0 0,1 0-1,0 0 1,-1 0-1,1-1 1,0 1 0,-1 0-1,1 0 1,0 0-1,0-1 1,0 1 0,0 0-1,0-1 1,0 1-1,0-1 1,0 1 0,0-1-1,0 0 1,2 1-1,2-2 58,-1 0-1,0 0 0,0-1 1,0 1-1,1-1 0,-2 0 1,1 0-1,0-1 0,5-3 0,-1 0 32,76-52 721,-51 33-969,49-26 0,-68 43-607,1 2 0,0-1 0,27-6 0,1 6-3308,-39 7 3191,1 0 0,-1 0 0,1 1 0,-1 0 0,0 0 0,1 0 0,-1 0 1,6 3-1,34 17-8057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2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14 284 12989,'-11'-63'3587,"9"51"-143,2 8-356,0 1-2725,1 0-1,-1 1 1,0-1 0,1 0-1,0 1 1,0-1 0,0 1-1,0-1 1,0 1-1,0 0 1,1-1 0,-1 1-1,1 0 1,-1 0 0,1 0-1,2-2 1,-2 2-188,1 1 1,-1 0-1,1 0 0,0 0 1,-1 0-1,1 1 0,0-1 1,0 1-1,0 0 1,-1-1-1,1 1 0,0 0 1,0 1-1,0-1 0,-1 0 1,1 1-1,0 0 1,5 1-1,8 4-165,0 0 1,0 1-1,0 1 0,-1 0 1,0 1-1,0 1 1,-1 0-1,0 1 0,-1 1 1,-1 0-1,1 0 0,-2 1 1,0 1-1,-1 0 0,0 0 1,14 29-1,-11-17-11,-1 0-1,-2 1 1,0 0 0,-2 1-1,-1 0 1,-1 0-1,-2 1 1,0 0-1,-2 43 1,-5-32 1,-1-1 0,-3 0 0,-1 0 0,-2-1 0,-1 0 0,-2-1 0,-24 47 0,37-81 0,9-12 0,12-19 0,105-173-2,37-54 8,-118 191-37,101-108-1,-99 125-1662,105-82-1,-121 107-786,50-25 1,-53 34-557,0 0-1,39-10 1,14 3-9225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2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597 0 10565,'-12'5'1658,"1"-1"0,-1 0 0,0-1 0,0 0 0,-16 1 0,15-2-905,0 0 0,0 1 0,0 0 0,-23 10 0,-26 20 996,-76 54 0,-47 26-708,152-104-881,30-8-155,4-4 42,1 0-42,-1-1 1,1 1 0,-1 0-1,1 0 1,0 0-1,0 0 1,0 1 0,1-1-1,-1 1 1,1-1 0,0 1-1,-1 0 1,1 0 0,0 0-1,0 0 1,0 0-1,0 1 1,1-1 0,-1 1-1,0 0 1,1 0 0,-1 0-1,1 1 1,-1-1 0,1 1-1,-1 0 1,1 0-1,-1 0 1,1 0 0,4 1-1,5 1-4,-1 0-1,1 1 1,-1 0-1,1 1 1,-1 0-1,22 12 0,68 47-1141,-72-42-589,61 30-1,-73-42 445,0-2 0,1 0 0,30 7 0,-39-13-141,-1 0 0,1 0 1,0-1-1,0 0 0,18-2 0,25-9-6488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2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0 11981,'14'12'8846,"-18"-10"-6260,0 1-2245,1-1-1,-1 1 0,1 0 0,-1 0 0,1 0 0,0 0 0,0 1 0,1 0 0,-1-1 0,1 1 0,-1 0 0,1 0 0,0 0 0,1 0 0,-1 1 0,0 4 0,-4 15 968,-6 47 0,5-20-535,-75 376-589,39-132-1878,19-113-6452,18-130 708,8-6-5067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2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0 15333,'-10'18'3225,"4"-3"-361,-4 27-280,-7 22-460,7-13-475,0 9-221,-4 7-316,1 5-240,-4 9-212,-3 1-492,3 2-576,7 1-888,4-7-560,-4 0-789,0-11-591,3-4-3425,4 0-6272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3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1098 13373,'36'-28'7963,"5"9"-4274,-13 10-3107,36-5 0,-12 3 473,-8 0-431,76-29 0,-108 35-566,0-1 0,0 0 0,0-1 0,-1 0 0,0-1 0,-1 0 1,0-1-1,0 0 0,0 0 0,11-17 0,-19 23-54,0 1 1,0-1-1,0 0 0,0 0 1,0 0-1,-1-1 1,1 1-1,-1 0 1,0-1-1,0 1 0,0-1 1,-1 1-1,1-1 1,-1 1-1,0-1 1,0 1-1,0-1 1,0 1-1,-1-1 0,0 1 1,1-1-1,-1 1 1,0-1-1,0 1 1,-1 0-1,1 0 0,-1-1 1,0 1-1,0 0 1,0 1-1,0-1 1,0 0-1,-1 0 1,1 1-1,-1-1 0,1 1 1,-1 0-1,0 0 1,0 0-1,0 0 1,0 1-1,-1-1 0,1 1 1,0 0-1,-1 0 1,1 0-1,0 0 1,-1 0-1,1 1 1,-1 0-1,0-1 0,1 1 1,-1 1-1,1-1 1,-1 0-1,1 1 1,-7 2-1,-1 0 17,0 1-1,0 0 1,1 0 0,0 1-1,0 1 1,0 0 0,1 0-1,-1 1 1,2 0 0,-1 1-1,-11 12 1,10-8 4,0 1 0,1 1 0,1-1 0,0 1 0,0 1 1,1-1-1,-8 29 0,11-30-15,0 1-1,0 0 1,2 0 0,0 0 0,0 0 0,1 0-1,1 0 1,0 0 0,1 1 0,1-1 0,0 0-1,1 0 1,7 20 0,-5-19-41,0 0-1,2-1 1,-1 0-1,14 20 1,-15-26-58,1-1 1,0 0-1,1 0 0,-1-1 1,1 0-1,1 0 1,-1 0-1,1-1 0,8 4 1,6 2-333,0-2 1,1 0-1,-1-2 1,1-1 0,1 0-1,-1-2 1,1 0-1,0-2 1,0-1-1,29-2 1,-20-1-289,0-2 1,-1-1-1,1-1 0,-1-2 1,-1-1-1,61-27 0,-68 23 508,0-1 1,-1-1-1,-1-2 0,0 0 1,-1-1-1,-1-1 0,-1 0 1,-1-2-1,31-45 0,-11 7 870,-3-3 0,46-110 0,-43 75 708,-4-2 0,-4-1-1,19-120 1,-34 137 837,33-102-1,-48 183-2115,1 0 0,-1 1-1,1-1 1,-1 1 0,1-1-1,0 1 1,-1 0-1,1-1 1,0 1 0,0-1-1,0 1 1,2-2 0,2 10 1124,-3 17-668,-2 24-329,-9 71 0,-17 73-253,13-105 48,-4 23-38,6-47-461,2 1 0,0 80 0,9-87-659,7 101-2805,-5-143 3106,0 1 0,2-1 0,-1 0 0,2-1 0,0 1 0,0-1 0,16 26-1,-19-36 547,0 0 0,0 0 0,0-1 0,1 0 0,0 1-1,-1-1 1,1 0 0,1 0 0,-1 0 0,0-1-1,1 1 1,-1-1 0,1 0 0,0 0 0,-1 0-1,1 0 1,0-1 0,0 1 0,0-1 0,1 0 0,-1 0-1,0-1 1,0 1 0,1-1 0,-1 0 0,7-1-1,1-1 178,0-1-1,0-1 0,-1 0 0,1 0 0,-1-1 0,0-1 0,0 0 1,0 0-1,-1-1 0,0 0 0,0-1 0,8-9 0,12-14 1268,-1-1-1,26-41 1,-24 32 841,-1-4 1148,-27 47-2870,0 0 1,0 0-1,-1 0 0,1 0 0,-1 1 1,0-1-1,4 4 0,3 34 485,-2-4-406,-3-20-241,2 0 1,0-1 0,0 1-1,1-1 1,1 0 0,13 17 0,-17-27-107,-1 0 1,1-1 0,0 0-1,0 0 1,1 0 0,-1 0-1,1 0 1,0-1 0,0 0-1,0 0 1,0 0 0,0-1 0,1 0-1,-1 0 1,1 0 0,0-1-1,-1 0 1,1 0 0,0 0-1,0 0 1,0-1 0,9-1-1,10-3-9,-1-2-1,-1 0 1,1-2-1,-1 0 1,0-1-1,30-19 1,-34 17 66,-1 0 0,-1-1 0,0-1 0,-1-1 0,22-25 0,54-79 1768,-70 87-989,-19 25-636,1 1 0,0-1 0,0 1 0,0 0 0,1 1 0,0-1 1,0 1-1,0 0 0,0 0 0,1 1 0,10-6 0,-15 10-164,0-1-1,0 1 1,0-1-1,0 1 1,0 0-1,0 0 1,0-1-1,0 1 0,-1 0 1,1 0-1,0 0 1,0 0-1,-1 0 1,1 0-1,0 0 1,0 2-1,0-2 37,1 3-7,0 1 0,1-1 0,-1 0 1,-1 1-1,1-1 0,-1 1 0,0 0 0,0-1 0,0 1 0,-1 0 0,1 8 1,-6 59 373,2-49-255,-16 115 864,-60 214-1,36-178-982,7-28-65,-6-3 0,-62 140 0,71-208-29,-3-1 1,-4-2-1,-2-2 1,-4-2-1,-70 82 1,88-119-178,-2-2 0,0-1 0,-51 36 0,65-53 123,0 0-1,0-2 0,-1 0 1,0-1-1,-1 0 0,0-2 1,0 0-1,0-1 0,-35 5 1,47-9 62,1-1 1,0 0 0,-1 0-1,1 0 1,0-1 0,-1 0-1,1 0 1,0 0 0,0-1-1,0 1 1,0-1 0,0-1-1,0 1 1,0-1 0,-7-5-1,9 5 15,0 0 0,0 0 0,0 0 0,1-1-1,-1 1 1,1-1 0,0 0 0,-1 0 0,2 0-1,-1 0 1,1 0 0,-1 0 0,1-1-1,0 1 1,0 0 0,1-1 0,0 1 0,-1 0-1,2-7 1,0-5 9,2 1 1,-1 0-1,2-1 0,0 1 0,1 0 0,1 1 1,0-1-1,1 1 0,15-24 0,8-6 6,54-63 0,181-164-702,21 19-2057,-93 84-663,-114 97 1483,102-88-6463,-66 71-2288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4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46 12325,'-10'-46'12489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5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13073,'0'0'4026,"3"2"-2117,2 2-1381,0 1 0,-1 0 0,0-1 0,1 1-1,-1 1 1,-1-1 0,1 0 0,-1 1 0,4 9-1,22 64 861,-11-27-595,9 13-203,-4 2 0,23 104 1,-41-145-526,-1 0 1,-2 1-1,0 0 1,-2-1 0,-1 1-1,-1 0 1,-1-1 0,-1 1-1,-14 43 1,11-46 48,1-8 210,1 0 0,-2 0 0,-8 16 0,18-36-85,0 0-1,0 1 1,1-1-1,-1 1 1,1 0-1,4-3 1,10-9 87,329-300 216,-95 130-3074,99-36-6536,-278 177 5530,-19 14-2183,-6 9-3278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5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1 8165,'-29'33'3888,"18"-22"-2675,1 0 0,0 1 0,1 1-1,0 0 1,1 0 0,-11 25 0,13-24-938,1 1 0,1-1 0,0 1 0,1-1 1,1 1-1,0 0 0,1 27 0,1-38-242,0 1 0,1 0 0,-1 0 0,1 0 0,0 0 0,0-1 0,1 1 0,0-1 0,-1 1 0,1-1 0,1 1 0,-1-1 0,1 0 0,0 0 0,-1 0 0,2 0 0,-1-1 0,0 1 0,1-1 0,0 0 0,0 0 0,-1 0 0,2 0 0,-1-1 0,0 0 0,1 0 0,-1 0 0,7 2 0,-4-2 10,-1-1-1,1 0 0,0 0 0,-1-1 0,1 0 1,0 0-1,-1 0 0,1-1 0,0 0 0,-1 0 1,1-1-1,-1 0 0,8-3 0,-3 0 334,1-1 0,-1 0-1,-1 0 1,1-1 0,-1-1-1,10-9 1,-10-14 1370,6 67-2042,-12-24-216,1-1 0,0 1-1,0-1 1,1 0 0,1-1-1,0 1 1,0-1 0,1-1 0,0 1-1,1-1 1,18 14 0,-12-11-1246,17 9-1300,3-7-3547,-15-8-1215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6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7445,'-1'0'127,"1"0"0,-1 1 1,0-1-1,0 1 0,0-1 1,0 1-1,1 0 0,-1-1 1,0 1-1,0 0 0,1-1 0,-1 1 1,1 0-1,-1 0 0,0 0 1,1 0-1,0-1 0,-1 1 1,0 1-1,25-10 16708,-26 8-16714,1 0 1,-1 1 0,0 0 0,0-1-1,0 1 1,0 0 0,1 0-1,-1 0 1,0 0 0,1 0-1,-1 1 1,1-1 0,-1 0 0,-1 3-1,2 16-130,0-1-1,1 1 1,1-1-1,1 1 1,1-1-1,0 0 1,2 0-1,0 0 1,1-1-1,1 1 1,1-1-1,10 17 1,-16-32-22,2-3 29,0-1 0,0 1 0,0-1 1,0 0-1,0 0 0,0-1 0,-1 1 0,1-1 1,0 1-1,-1-1 0,6-4 0,36-32 169,-22 17-10,-13 12-71,0 1 1,1 0 0,0 1-1,1 0 1,15-7 0,-23 13-77,-1-1 1,1 2 0,-1-1-1,1 0 1,-1 1-1,1-1 1,0 1-1,-1 0 1,1 0 0,0 1-1,-1-1 1,1 1-1,0 0 1,-1 0 0,1 0-1,-1 0 1,0 1-1,1-1 1,-1 1-1,0 0 1,0 0 0,0 0-1,4 3 1,39 41 1,-37-35-95,2 0 0,20 16-1,-25-23 42,-5-2 9,1-1 1,0 1-1,0-1 0,0 1 1,0-1-1,0 0 0,0 0 1,0 0-1,1 0 0,-1 0 1,0-1-1,1 1 0,-1-1 0,0 1 1,1-1-1,-1 0 0,0 0 1,1 0-1,-1 0 0,1 0 1,-1-1-1,4 0 0,5-2-25,0 1 1,0-2-1,-1 0 0,1 0 0,-1-1 1,0 0-1,17-12 0,64-56-37,-24 18 298,-63 54-194,-1 0 0,0 0 0,1 1 0,-1-1-1,0 1 1,1-1 0,-1 1 0,0 0 0,1 1 0,-1-1-1,6 2 1,-4 0-5,0 0-1,0 1 0,0 0 0,0 0 1,-1 1-1,0-1 0,1 1 0,-1 0 1,0 0-1,0 0 0,4 7 1,10 10 20,-6-9-45,-1 0 1,2-1-1,0 0 1,0-1-1,18 10 1,-26-17-11,-1-1 0,1 0 1,-1-1-1,1 1 0,0-1 1,-1 0-1,1 0 0,0 0 1,0-1-1,0 1 0,0-1 1,-1-1-1,1 1 0,0-1 1,0 1-1,0-1 0,0-1 1,-1 1-1,1-1 0,-1 1 1,1-1-1,7-5 1,-6 3 34,-1-1 1,0 1 0,0-1-1,0 0 1,0 0 0,-1-1 0,4-5-1,18-20 178,-24 29-137,31 9-111,-23-1-343,0 0 1,0 0-1,0 0 0,-1 2 0,16 13 1,-20-16 93,-2-3 233,-1-1 0,1 0 0,0 0 1,0 0-1,0 0 0,0-1 1,-1 1-1,1-1 0,0 0 1,0 0-1,0 0 0,0 0 0,0 0 1,0 0-1,0-1 0,0 0 1,3 0-1,0-3-19,-1 1 0,1-1 1,-1 0-1,1 0 0,-1-1 1,-1 1-1,1-1 0,-1 0 1,1 0-1,-1-1 0,5-10 0,-5 10-202,0-1-1,1 1 0,-1 0 1,1 0-1,0 1 0,1-1 1,0 1-1,12-9 0,31-7-4387,-14 18-1408,-15 5 326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06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354 130 8329,'-6'-93'7500,"6"90"-7272,0 1-1,0-1 0,1 1 0,-1-1 1,1 1-1,0 0 0,0-1 1,0 1-1,0 0 0,2-3 0,0 0 148,-2 2 23,2 3-575,0 0 59,0 1 1,-1-1-1,1 1 0,0-1 0,0 1 0,0 0 1,-1 0-1,1 0 0,0 0 0,-1 1 0,1-1 1,-1 1-1,1 0 0,-1-1 0,0 1 1,0 0-1,0 0 0,0 1 0,0-1 0,2 3 1,3 6-540,0 0 1,-1 1 0,6 16-1,-5-12 161,-7-13 508,1 1-1,-1-1 1,0 0-1,0 0 1,0 0 0,-1 1-1,1-1 1,-1 0 0,1 0-1,-1 0 1,0 0-1,0 0 1,-1 0 0,1 0-1,-1 0 1,1 0 0,-5 4-1,-4 5 4484,7-12-3673,-34 0 1405,34 4-2142,1 0 0,0 0 0,0 0 0,0 1 0,-3 7 0,-21 72 233,25-80-306,0-1 6,-5 27 56,6-27-16,0 0 39,1 51 62,-3-1 0,-1 1 0,-3-1 0,-3 0 0,-20 70-1,-13 1-65,-5-2 0,-80 147 0,110-239 16,-39 78 481,55-105 515,0-8-979,0 0 0,0 0 0,1 0 0,0-1 0,0 1 0,1 0-1,-1 0 1,1 0 0,0 0 0,0 0 0,1 0 0,0 1 0,-1-1 0,4-5 0,5-8-22,1 1 0,16-21 1,-6 9 99,34-42-1171,3 3 0,2 2 0,88-73 0,-112 109-926,1 2 0,1 1 0,66-34-1,-43 23-4841,-45 30 283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3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237 0 10933,'0'0'3878,"-3"2"-2250,-1 1-1105,0 0 0,0 0 0,0 1 0,0 0 0,0 0 0,1 0 1,0 0-1,-1 1 0,2-1 0,-1 1 0,-3 7 0,-3 4-178,-3 8 599,0 0-1,1 1 0,2 0 1,-7 30-1,-18 109 1622,14-55-1335,-4 22-400,-13 248 0,33-120-2347,10-2-4511,4-114-1686,-8-112 4523,5 49-8608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4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66 395 13701,'-12'36'757,"7"-23"-211,1 1-1,0-1 1,1 1 0,1 0-1,0 0 1,1 26 0,-1-25 263,0 0 1,-1 0 0,-6 18-1,5-21-325,1 1 0,0-1-1,0 1 1,2 0 0,-1 0-1,2 0 1,0 16 0,3-15-240,0 0 0,1 0 1,0 0-1,1 0 1,1 0-1,0-1 0,1 0 1,0 0-1,1-1 1,13 15-1,-8-11-87,1-2 1,0 1-1,1-2 0,0 0 1,1-1-1,1 0 0,19 9 1,-15-10-67,2-1-1,-1-1 1,1-1 0,0-1 0,1-1 0,-1-1-1,28 2 1,-17-5-19,1-2-1,-1 0 1,0-3 0,51-9-1,-23-3-28,0-2 1,-1-3-1,-2-3 0,0-3 0,55-32 0,-48 20-11,-2-3-1,87-74 1,98-123-648,-108 91-934,3-4-1742,-50 49-1990,-52 55-1238,-2 9-4007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4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279 118 15069,'-15'-23'1272,"-12"-21"1741,18 12 2021,6 13 1827,2 23-5583,-11 27-1220,1 1-1,2 0 1,-7 41-1,2-5-47,-60 256-10,46-204-76,-23 232-1,45-250-5021,4 1-5256,2-62-3824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5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13 205 12297,'-2'-3'391,"0"-1"0,0 0 0,1 0 0,0 1 0,0-1 0,0 0 1,0 0-1,0 0 0,1 0 0,0 0 0,0 0 0,0 0 0,0 0 0,1 0 0,-1 0 0,1 0 0,0 0 0,0 0 0,1 0 0,-1 1 0,1-1 0,0 0 0,0 1 0,0-1 1,0 1-1,1 0 0,-1 0 0,1 0 0,0 0 0,0 0 0,4-2 0,5-5 142,0 1 0,1 0 0,0 1 0,0 0 0,1 1 0,0 1 0,0 0 0,0 1 0,1 1-1,0 0 1,0 0 0,24-1 0,-24 5-454,1 0 0,-1 0 0,1 2 1,-1 0-1,0 1 0,0 0 0,0 1 0,0 1 0,0 0 0,-1 1 0,0 0 0,23 15 0,-21-9-79,1 0 0,-1 1 0,-1 1 0,-1 0 0,0 1 0,0 0 0,-2 1 0,0 1 0,-1 0 0,0 1 0,-2 0 0,0 0 0,-1 1 0,-1 0 0,0 0 0,-2 1 0,0 0 0,-1 0 0,-2 0 0,2 33 0,-4-23 0,-1 1 0,-1-1 0,-2 0 0,-1 1 0,-1-2 0,-2 1 0,-1-1 0,-1 0 0,-2-1 0,0 0 0,-2-1 0,-1 0 0,-22 28 0,35-52 0,0-1 0,0 1 0,0-1 0,0 0 0,-1 0 0,1 0 0,-1 0 0,-3 2 0,2-2 0,4-1 0,-1-1 0,0 0 0,1 1 0,-1-1 0,0 1 0,1-1 0,-1 0 0,0 1 0,0-1 0,1 0 0,-1 0 0,0 0 0,0 0 0,1 0 0,-1 0 0,0 0 0,0 0 0,-1 0 0,-3-8 0,7-16 0,6-8 0,2 1 0,1 0 0,23-47 0,57-88 0,-41 82 0,95-126 0,-126 187 0,1 1 0,0 0 0,2 1 0,1 2 0,0 0 0,2 1 0,0 2 0,0 0 0,48-20 0,-58 31 0,0 0 0,0 1 0,1 1 0,-1 1 0,0 0 0,1 1 0,0 1 0,-1 0 0,1 1 0,-1 0 0,1 2 0,-1 0 0,0 0 0,0 1 0,0 1 0,0 1 0,-1 0 0,0 1 0,0 0 0,-1 1 0,0 1 0,0 0 0,-1 1 0,15 15 0,-18-16 0,0 2 0,0-1 0,-1 1 0,-1 0 0,0 0 0,9 20 0,66 162 0,-74-171 0,-1 1 0,-1 0 0,-1 0 0,-1 0 0,-2 1 0,0-1 0,-1 1 0,-1-1 0,-7 43 0,5-36 0,-13 98-86,-5-1 0,-38 132-1,52-237-957,1 1-1,-4 35 0,11-7-3235,-1-42 2527,1-1 0,0 0 0,1 0 0,4 10 1,12 16-11594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5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613 1 15829,'-26'8'1949,"-1"-2"0,-46 5 0,62-9-1248,-1 1 1,1 0-1,0 0 0,0 1 1,0 1-1,1 0 0,0 0 1,-20 14-1,3 1 698,-43 40 0,-90 116 411,91-96-2576,25-20-803,66-58 1231,-12-3 422,0-1 0,-1 0 0,1-1 0,-1 0 0,0 0 0,1-1 0,-2 0 0,1-1 0,13-9 0,27-12 791,-39 21-755,0 1 1,1 1 0,-1 0 0,0 0 0,1 1 0,0 0 0,0 1 0,-1 1 0,13 0-1,-14 1-126,0 0-1,0 1 1,-1 0-1,1 0 0,0 1 1,-1 1-1,0-1 0,0 1 1,0 1-1,0-1 1,8 8-1,101 73-3291,-77-56-1562,2 0-3454,-1 0-4997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5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796 434 13289,'0'-1'278,"0"-1"-1,0 1 0,0-1 1,0 1-1,0-1 0,0 1 1,0 0-1,1-1 0,-1 1 1,0-1-1,1 1 0,-1 0 1,1-1-1,0 1 0,-1 0 1,1 0-1,0-1 0,0 1 1,0 0-1,0 0 0,0 0 1,0 0-1,0 0 0,0 0 1,0 0-1,1 1 0,-1-1 1,0 0-1,1 1 0,-1-1 1,0 1-1,2-1 1,12-8 842,40-25 1745,63-43 823,-103 65-3292,-1 0 0,0-1 0,0 0 0,-2-1 1,16-21-1,-8 5-341,1 2 0,1 0 0,1 1 0,38-32 0,-61 58-55,0 1 0,1-1 0,-1 1 0,1 0 0,-1-1 0,0 1 0,1 0 0,-1-1 0,1 1 0,-1 0 0,1-1 0,-1 1 0,1 0 0,-1 0 0,1 0 0,-1 0 0,1 0 0,-1 0 0,1-1 0,-1 1 0,1 0 0,-1 0 0,1 1 0,0-1 0,-1 0 0,1 0 0,-1 0 0,1 0 0,-1 0 0,1 0 0,-1 1 0,1-1 0,-1 0 0,1 1 0,-1-1 0,0 0 0,1 1 0,-1-1 0,1 0 0,-1 1 0,0-1 0,1 0 0,-1 1 0,0-1 0,1 1 0,-1-1 0,0 1 0,0-1 0,0 1 0,1-1 0,-1 1 0,0-1 0,0 1 0,0 0 0,2 2 0,-1 1 0,1-1 0,-1 1 0,0-1 0,0 1 0,0-1 0,-1 1 0,1 0 0,-1-1 0,0 1 0,0 0 0,0 3 0,-8 48 0,5-37 0,-11 56 0,-3-1 0,-37 102 0,-72 135 0,92-232 0,-150 288 0,81-172 0,-32 56 0,102-196 0,-2-2 0,-62 72 0,88-115 0,0 0 0,0 0 0,-1-1 0,0 0 0,-1-1 0,1 0 0,-1 0 0,-1-2 0,1 1 0,-1-1 0,0-1 0,0 0 0,-1-1 0,1 0 0,-16 1 0,18-3 0,1-1 0,-1 0 0,0-1 0,0 0 0,0 0 0,1-1 0,-1-1 0,0 1 0,1-2 0,0 1 0,0-1 0,0-1 0,0 1 0,1-1 0,0-1 0,0 0 0,0 0 0,1 0 0,-1-1 0,-6-8 0,8 6 0,-1 0 0,1-1 0,0 1 0,1-1 0,0 0 0,1-1 0,0 1 0,1-1 0,0 0 0,0 0 0,1 0 0,1 0 0,0 0 0,0 0 0,1 0 0,0-1 0,1 1 0,4-16 0,0 0 0,2 0 0,1 1 0,1 0 0,1 0 0,2 1 0,20-34 0,-11 27-312,1 0-1,2 1 1,1 2 0,1 0 0,2 2-1,47-36 1,62-32-4688,9 16-3887,-13 17-4823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6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70 15325,'-44'-12'11265,"40"18"-7879,-7 17-1304,-3 30-1536,-46 214-383,57-248-163,2 1 0,0-1 0,1 1 0,1-1 0,1 1 0,1-1 0,0 1 0,11 32 0,-12-45 0,1 0 0,0 0 0,1-1 0,0 1 0,0-1 0,0 0 0,1 1 0,-1-2 0,2 1 0,-1-1 0,7 6 0,-7-8 0,-1 0 0,1 0 0,0-1 0,1 1 0,-1-1 0,0 0 0,1-1 0,-1 1 0,1-1 0,-1 0 0,1-1 0,0 1 0,-1-1 0,1 0 0,0 0 0,8-2 0,-7 0 0,1 0 0,0 0 0,0-1 0,-1 0 0,0 0 0,1 0 0,-1-1 0,0 0 0,-1-1 0,1 0 0,-1 0 0,0 0 0,0-1 0,-1 0 0,1 0 0,-1 0 0,0 0 0,-1-1 0,0 0 0,0 0 0,0 0 0,-1-1 0,3-9 0,0-1 0,-1-1 0,0 1 0,-2-1 0,0 1 0,-1-1 0,-1 0 0,0 0 0,-5-37 0,-4 5 0,-2 0 0,-3 1 0,-29-79 0,39 121-29,-1 0 0,0 0 0,0 1 0,-1 0 0,0 0 1,0 0-1,0 0 0,-1 1 0,0 0 0,-1 0 0,1 0 0,-1 1 0,-10-6 0,14 9-2119,-6 12-4695,8-9 6443,1-1 1,-1 1 0,0-1 0,0 1-1,1-1 1,-1 1 0,0 0-1,1-1 1,-1 1 0,0 0 0,1 0-1,-1 0 1,1-1 0,-1 1 0,1 0-1,0 0 1,-1 0 0,1 0 0,0 1-1,6 20-12001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6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14573,'0'0'5568,"1"3"-3317,7 13-1124,1 1 1,0-1-1,1-1 1,13 17-1,-9-13-673,-1-1 0,16 33 0,-19-28-310,-2 0 0,-1 0 0,-1 1 0,-1 0 0,0 0 0,-2 0 0,-1 1 0,-1-1 0,-2 1 0,0-1-1,-1 1 1,-1-1 0,-9 29 0,-3 22 506,14-69-262,3-10-116,12-15-254,2 0-1,23-22 0,7-9-18,-30 30 1,142-161 0,-112 133 0,82-66 0,-115 104-166,0 0-1,1 1 1,1 1 0,0 0-1,0 1 1,0 0-1,1 1 1,0 1 0,18-3-1,-28 7-42,0 0 0,1 0 0,-1 0 0,0 1 0,1 0 0,-1 1 0,0-1 0,0 1 0,0 1 0,1-1 0,-1 1 0,0 0 0,-1 0 0,1 1 0,0-1 0,-1 1 0,1 1-1,-1-1 1,0 1 0,0 0 0,0 0 0,-1 0 0,1 1 0,-1 0 0,0-1 0,6 11 0,-5-6-56,-1-1-1,0 1 1,0 0-1,-1-1 1,0 2-1,-1-1 1,0 0 0,1 11-1,-1 6-2105,-2 42 0,-1-21-4411,3-22-1780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6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14369,'24'-15'2709,"-18"3"4703,4 27-7816,4 6-704,-11 3-872,-3 3-804,7 6-2649,3 19-4364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6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432 1 16217,'-30'29'1364,"21"-21"-711,1 0 1,0 1-1,0 0 1,0 1-1,1 0 1,1 0-1,-7 13 1,-82 162 7850,-33 100-7050,82-139-4000,-2 5-7177,37-126 3106,4 1-4280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7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1 294 11229,'6'-17'527,"-4"10"-48,0 0-1,1 1 0,-1-1 0,2 0 1,-1 1-1,1-1 0,0 1 0,0 0 0,1 1 1,5-7-1,8-1 87,0 1 0,0 0-1,1 2 1,1 0 0,0 1 0,0 1 0,1 1-1,25-6 1,-12 6-314,0 1 0,0 2-1,1 1 1,48 2-1,-73 2-191,-1-1 0,0 1 0,0 0 0,0 1 0,0 0 0,10 4 0,-17-5-41,0 0 0,1 1 0,-1-1 0,0 0 0,0 1 0,0 0-1,0-1 1,0 1 0,0 0 0,0 0 0,-1 0 0,1 0 0,-1 0-1,1 0 1,-1 1 0,0-1 0,0 0 0,0 1 0,0-1 0,0 1-1,-1-1 1,1 1 0,-1-1 0,1 5 0,0 1 16,-2-2-42,1 1 0,1-1 0,-1 0-1,1 0 1,0 1 0,0-1 0,1 0 0,0 0 0,0 0 0,1-1 0,-1 1 0,1 0-1,0-1 1,1 0 0,-1 0 0,1 0 0,6 6 0,-6-7-42,-1-1 0,1 1 1,1-1-1,-1 0 0,0-1 1,1 1-1,0-1 0,-1 0 1,1 0-1,0 0 0,0-1 1,0 1-1,0-1 0,9 0 0,19 0-51,-1-1 0,0-2 0,1-2 0,-1 0-1,44-14 1,-55 12 482,0-1-1,0-1 1,-1-2 0,-1 1-1,1-2 1,-2-1-1,1 0 1,30-28 0,-25 17 361,11-11 1208,1 1 1,51-34-1,-86 67-1950,0-1 0,-1 0 0,1 1 0,0-1 0,0 1 0,0-1 0,0 1 0,0-1 0,0 1 0,0-1 0,0 1 0,0 0 0,1 0 0,-1 0 0,0-1 0,0 1 0,0 0 0,0 0 0,0 1 0,0-1 0,0 0 0,1 0 0,-1 0 0,0 1 0,1 0 0,-1 0 0,1 0 0,-1 0 0,0 0 0,0 1 0,0-1 0,-1 0 0,1 1 0,0-1 0,0 0 0,-1 1 0,1-1 0,-1 1 0,1 0 0,-1-1 0,1 3 0,0 7 0,0 1 0,-1-1 0,-2 22 0,-4 2 0,-1-1 0,-2 0 0,-1-1 0,-22 49 0,16-42 0,-91 188 0,40-92 0,-115 236 0,119-256 0,-89 120 0,141-220 0,0-1 0,-1-1 0,-1 0 0,0 0 0,-1-1 0,-26 18 0,38-29 0,0-1 0,0 0 0,0 1 0,0-1 0,0 0 0,-1 0 0,1-1 0,0 1 0,0 0 0,-1-1 0,1 1 0,0-1 0,-1 0 0,1 0 0,-1 0 0,1 0 0,0 0 0,-1 0 0,1-1 0,0 1 0,-1-1 0,1 0 0,0 0 0,0 0 0,-1 0 0,1 0 0,0 0 0,0 0 0,0-1 0,0 1 0,-2-3 0,2 1 0,-1 0 0,1 0 0,0 0 0,0-1 0,0 1 0,0-1 0,1 1 0,-1-1 0,1 0 0,0 1 0,0-1 0,0 0 0,1 0 0,-1 0 0,1 0 0,0 0 0,0-5 0,5-18 0,0 0 0,2 1 0,1-1 0,1 2 0,1-1 0,2 2 0,25-44 0,1 11 0,87-102 0,-67 94-488,2 3 0,125-99 0,-168 148 145,239-170-4209,-121 101 103,3 14-3479,-45 30-3119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7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 14049,'1'-1'359,"0"0"-1,1 0 0,-1 1 0,0-1 1,1 0-1,-1 0 0,0 1 1,1-1-1,-1 1 0,0-1 0,1 1 1,-1 0-1,1-1 0,-1 1 1,1 0-1,-1 0 0,3 0 1,-2 1-54,1-1 0,0 1 0,0-1 0,-1 1 0,1 0 0,-1 0 0,1 1 0,4 2 0,-1-1 90,-1 1 0,0 1 0,0-1 0,0 1 0,-1 0 0,1 0 0,6 10 0,15 35 1611,-1 2 0,32 97 0,-51-133-1858,19 63-94,-3 2-1,-4 0 1,10 101-1,-17-53-61,-8 176-1,-10 32 9,7-333 0,0 0 0,0 0 0,0 0 0,1 0 0,0 0 0,0 0 0,0-1 0,0 1 0,0 0 0,1 0 0,2 4 0,-3-7 0,0 0 0,0 0 0,0 0 0,0 0 0,0 0 0,0 0 0,1 0 0,-1 0 0,0 0 0,1-1 0,-1 1 0,0 0 0,1-1 0,-1 1 0,1-1 0,-1 0 0,1 1 0,-1-1 0,1 0 0,-1 0 0,1 0 0,0 0 0,-1 0 0,1 0 0,-1-1 0,1 1 0,-1 0 0,3-2 0,10-3 0,0-1 0,0 0 0,-1-1 0,0 0 0,0-1 0,0-1 0,-1 0 0,-1-1 0,15-15 0,14-17 0,35-49 0,172-257 1,62-76-19,-145 239-2342,12 13-5713,-111 121 800,-2 15-4787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8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454 0 12521,'-9'0'916,"-1"1"-1,1 0 0,0 0 1,-1 1-1,1 0 1,0 1-1,0 0 1,0 0-1,-13 8 1,11-4-65,-1 0 1,1 1-1,0 1 1,1 0 0,-18 19-1,2 6 106,1 0 0,2 2 0,-23 47 0,37-66-727,-20 36 321,2 1-1,-28 85 0,49-121-529,1 0 0,1 0 0,0 1 0,1 0 0,1 0 0,1 0 0,1 0 0,0 0 0,1 0 0,2-1 0,-1 1 0,7 18 0,-7-30-21,1 0 0,-1-1 0,2 1 0,-1-1 0,1 0 0,-1 0 0,2 0 0,-1 0 0,1-1 0,-1 0 0,2 0 0,-1 0 0,0 0 0,1-1 0,0 0 0,0 0 0,0-1 0,1 0 0,-1 0 0,1 0 0,-1-1 0,1 0 0,0 0 0,0 0 0,0-1 0,0 0 0,0-1 0,9 0 0,-7 0 0,-1 0 0,1-1 0,0-1 0,-1 0 0,1 0 0,-1 0 0,1-1 0,-1 0 0,0-1 0,0 0 0,0 0 0,-1-1 0,1 0 0,-1 0 0,-1 0 0,1-1 0,-1 0 0,1-1 0,-2 0 0,1 1 0,-1-2 0,7-12 0,-6 6 0,0 0 0,-2-1 0,0 0 0,0 1 0,-1-1 0,-1 0 0,-1-1 0,0 1 0,-1 0 0,-1 0 0,0 0 0,-1-1 0,-5-19 0,-7-22 0,-3 1 0,-25-57 0,-34-65-407,16 68-7313,59 108 6586,-6-8 33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8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 15001,'-1'3'2995,"-32"101"4530,10 6-3673,-8 116-1791,19-132-1380,-10 169-3402,10-87-2681,-12-2-6592,14-125 2980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8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11293,'14'-14'653,"-11"10"-422,1 0-1,0 1 1,0-1 0,0 1 0,0 0 0,1 0 0,-1 0 0,1 1 0,0 0-1,0-1 1,0 2 0,0-1 0,0 1 0,6-2 0,18-2 763,-1 1 0,1 1-1,0 1 1,0 2 0,0 1 0,48 7 0,-57-4-462,0 1-1,-1 0 1,0 2 0,0 0-1,0 1 1,-1 1 0,0 0-1,18 14 1,-29-17-379,0-1 1,0 1-1,-1 0 1,0 1-1,0 0 1,-1-1-1,0 2 0,0-1 1,-1 1-1,0-1 1,0 1-1,0 0 1,-1 1-1,-1-1 1,1 0-1,-1 1 1,-1 0-1,1-1 0,-2 1 1,1 0-1,-1 9 1,-7 53 237,4-40-1538,1 0-1,2 42 1,1-58 63,0-1-1,2 0 1,5 23 0,-5-28-487,0 0 1,1-1-1,0 1 1,1-1-1,5 9 1,10 11-9162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8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85 5637,'23'-48'1240,"-13"24"-240,14 21-440,-4-6-344,0 18-456,-4-3-708,-2 12-1217,-4-3-151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19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37 197 11713,'-5'-6'511,"2"4"-106,0-1-1,0 1 0,1-1 1,-1 0-1,1 0 0,0 0 0,0 0 1,0 0-1,0 0 0,0-1 1,1 1-1,-3-11 9121,8 2-6655,-4 11-2757,2-1 1,-1 1-1,0 0 0,0 0 0,0 0 0,0 0 0,1 0 0,-1 0 0,0 0 1,1 1-1,-1-1 0,1 0 0,-1 1 0,1-1 0,-1 1 0,1 0 0,-1-1 1,1 1-1,-1 0 0,1 0 0,0 0 0,-1 0 0,1 0 0,-1 0 0,1 1 0,-1-1 1,1 0-1,0 1 0,-1-1 0,2 2 0,3-1-136,0 1-1,-1 0 1,1 0-1,-1 0 1,1 1-1,-1 0 1,0 0-1,5 4 1,5 9 23,-1 1 0,-1 0 0,-1 0 0,0 2 0,-1 0 0,12 29 0,23 37 0,-33-60 0,-12-23 0,0 1 0,0-1 0,0 1 0,0-1 0,1 0 0,-1 1 0,1-1 0,-1 0 0,1 0 0,0 0 0,0 0 0,0 0 0,0-1 0,3 3 0,13 2 0,-11-6 0,-1 0 0,1 0 0,-1-1 0,1 0 0,-1-1 0,0 1 0,1-1 0,-1 0 0,0-1 0,10-5 0,7-6 0,31-23 0,-7 3 0,-32 25 0,0 0 0,1 1 0,-1 1 0,1 1 0,1 0 0,-1 1 0,1 0 0,0 2 0,0 0 0,0 1 0,0 0 0,1 2 0,-1 0 0,0 1 0,1 0 0,-1 2 0,0 0 0,0 1 0,-1 0 0,1 1 0,-1 1 0,30 16 0,-9-4 0,7 4 0,59 39 0,-98-58 0,0 0 0,0 0 0,0-1 0,0 1 0,0-1 0,0 0 0,1 0 0,-1-1 0,1 0 0,-1 0 0,1 0 0,-1 0 0,1-1 0,-1 0 0,1 0 0,0-1 0,-1 0 0,1 0 0,-1 0 0,1 0 0,6-4 0,-1 1 0,-1-2 0,-1 1 0,1-1 0,-1-1 0,0 1 0,0-2 0,0 1 0,-1-1 0,13-18 0,-1 1 0,-2-1 0,0-1 0,19-42 0,-32 59 0,0 0 0,-1-1 0,-1 1 0,1-1 0,-2 0 0,0 1 0,0-1 0,-1 0 0,0-1 0,0 1 0,-2 0 0,1 0 0,-4-15 0,4 24 0,0 0 0,-1 0 0,1 0 0,-1 0 0,0-1 0,0 1 0,1 0 1,-2 0-1,1 0 0,0 0 0,0 1 0,0-1 0,-1 0 0,1 0 0,-1 1 0,1-1 0,-1 1 0,0-1 0,0 1 0,0 0 0,0 0 0,0 0 0,0 0 1,0 0-1,0 0 0,0 0 0,0 1 0,0-1 0,0 1 0,-1 0 0,1-1 0,0 1 0,0 0 0,-1 0 0,1 0 0,0 1 0,0-1 0,0 0 0,-1 1 1,1 0-1,0-1 0,0 1 0,0 0 0,-2 1 0,-6 3-58,0 0 1,0 1 0,1 0-1,-1 1 1,2 0-1,-1 0 1,-10 11-1,17-14 15,-1-1 1,0 1-1,1 0 0,0 0 0,0 0 0,0 1 0,1-1 1,-1 0-1,1 1 0,0-1 0,0 1 0,1-1 0,-1 1 1,1-1-1,0 1 0,1 8 0,-1-1-39,0-12 76,1 1-1,-1 0 1,1 0-1,-1 0 1,1 0-1,-1-1 1,1 1-1,-1 0 1,1 0-1,0-1 1,0 1-1,-1 0 0,1-1 1,0 1-1,0-1 1,-1 1-1,1-1 1,0 0-1,0 1 1,1-1-1,0 2-3,2-1 55,0 0 0,-1 1 0,1-1 0,0 0 0,0-1 0,-1 1 0,1-1 0,0 0 0,0 0 0,0 0 1,0 0-1,0-1 0,0 1 0,-1-1 0,1 0 0,5-2 0,66-27 621,-68 27-684,4-2 18,-5 2 0,0 0 0,0 1 0,1-1 0,-1 1 0,13-2 0,-16 4 0,0 0 0,0 0 0,0 0 0,0 1 0,0-1 0,0 1 0,0 0 0,0-1 0,-1 1 0,1 1 0,0-1 0,-1 0 0,1 1 0,-1-1 0,1 1 0,-1 0 0,5 3 0,0 4 0,1-1 0,-1 1 0,0 1 0,-1-1 0,0 1 0,-1 0 0,0 0 0,0 1 0,-1-1 0,0 1 0,3 18 0,-1 3 0,-1 0 0,1 62 0,-20 163 0,10-215 0,-7 47 0,-4 1 0,-4-2 0,-3-1 0,-4 0 0,-4-2 0,-4-1 0,-4-2 0,-94 153 0,115-211 0,-1-1 0,0 0 0,-2-2 0,-1 0 0,-24 19 0,44-39 0,-1 0 0,1 0 0,0 0 0,-1 0 0,1-1 0,0 1 0,-1 0 0,1-1 0,-1 1 0,1-1 0,-1 1 0,1-1 0,-1 0 0,0 0 0,1 1 0,-1-1 0,1 0 0,-1-1 0,-2 1 0,4 0 0,-1-1 0,0 1 0,1 0 0,-1-1 0,0 1 0,0 0 0,1-1 0,-1 1 0,1-1 0,-1 1 0,1-1 0,-1 0 0,1 1 0,-1-1 0,1 0 0,-1 1 0,1-1 0,-1 0 0,1 1 0,0-1 0,0 0 0,-1 1 0,1-1 0,0 0 0,0 0 0,0 0 0,0 1 0,0-2 0,2-10 0,0 1 0,1 0 0,0 0 0,1 0 0,6-14 0,-4 8 0,13-25 0,1-1 0,44-65 0,64-72 0,-98 139 0,54-67-556,5 4 1,115-103-1,-63 82-4699,4 10-5621,-89 76-1109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0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784 6 13937,'-5'-1'2817,"-4"-1"-2080,0 1 1,0 0-1,0 0 1,0 1 0,0 1-1,0-1 1,1 1-1,-1 1 1,0 0-1,0 0 1,1 1 0,-1 0-1,1 0 1,0 1-1,-9 5 1,-12 7 620,1 2-1,-51 41 1,-13 21-1289,-144 164 1,215-221-70,1 2 0,2 1 0,0 0 0,2 1 0,1 0 0,1 2 0,-14 41 0,24-57 0,1 0 0,0 1 0,0 0 0,1 0 0,1-1 0,1 1 0,0 0 0,0 0 0,1 0 0,1 0 0,1 0 0,0-1 0,0 1 0,1-1 0,1 0 0,1 0 0,-1 0 0,16 22 0,-3-9 0,2-2 0,1 0 0,1-1 0,1-1 0,0-2 0,2 0 0,0-1 0,2-2 0,29 15 0,-2-4 0,2-3 0,1-2 0,102 26 0,-122-40-190,1-1 0,0-3 0,0-1 0,1-1-1,-1-2 1,1-2 0,-1-2 0,51-9 0,-68 8 36,-1-1 0,1-1 0,-1-1 0,-1-1 0,1-1 1,-1 0-1,-1-1 0,0-1 0,0-1 0,-1-1 0,0 0 0,-2-1 0,1-1 1,-2 0-1,0-1 0,20-30 0,-18 19 64,-1-1 0,-2-1 0,-1-1 0,-1 0 0,8-35 0,23-157 80,-35 176 67,-6 42-21,-5 6-10,-5 2-15,1 0 1,0 1-1,0 0 0,0 0 0,1 0 0,-10 10 0,-44 49-7,3-4-25,-112 92-1723,76-71 306,93-81 1427,1 1 0,-1-1 0,0 1 0,1-1 0,-1 0 0,1 1 0,-1 0 0,1-1 0,-1 1 0,1-1 0,-1 1 0,1-1 0,-1 1 0,1 0 0,0-1 0,-1 1 0,1 0 0,0-1 0,0 1 0,-1 0 0,1 0 0,0-1 0,0 1 0,0 1 0,0-1 3,1-1 0,-1 1-1,1-1 1,0 1 0,-1-1 0,1 1 0,-1-1 0,1 1 0,0-1 0,-1 0 0,1 1 0,0-1-1,0 0 1,-1 0 0,1 1 0,0-1 0,0 0 0,-1 0 0,2 0 0,7 1-15,0-1 0,0-1 0,-1 1 0,11-3 0,74-12-40,0 5-1,1 3 1,103 7-1,-190-1 1,-1 1 1,0 1-1,0-1 0,0 1 1,0 0-1,0 0 0,0 1 0,0 0 1,0 0-1,0 0 0,-1 1 0,1 0 1,-1 0-1,0 0 0,0 1 0,0-1 1,0 1-1,-1 0 0,8 9 0,-10-11-14,5-10-38,-1 0 96,0 0-1,0-1 1,-1 0 0,8-18 0,8-13-609,2 5-1066,-5 11-2360,-9 12-467,1-1-4137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1.2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1526 11637,'0'0'117,"1"0"-1,-1 0 1,0 0 0,1 0-1,-1 1 1,0-1 0,1 0-1,-1 0 1,0 0 0,1 0-1,-1 0 1,0 0 0,1 0-1,-1-1 1,0 1 0,1 0-1,-1 0 1,0 0 0,1 0-1,-1 0 1,0 0 0,0-1-1,1 1 1,-1 0 0,0 0-1,1 0 1,-1-1 0,0 1-1,0 0 1,0 0 0,1-1-1,-1 1 1,0 0-1,0 0 1,0-1 0,0 1-1,1 0 1,-1-1 0,0 1-1,0 0 1,0-1 0,-2-20 6202,-1 1-3025,5-1-3463,11-12 1538,27-52-1,-10 24-723,54-118-30,7 4 0,152-217 0,-162 275-481,134-179-160,-211 291 26,18-22-15,-2 0 0,18-30 0,-36 54 224,-2 5-164,-1 0 0,1 0 0,-1 0 0,1 0 0,-1 1 0,0-1 0,0 0 0,1 0 0,-2 0 0,0 2 0,-6 10 89,-108 212 545,8-20-700,-30 105 21,110-238 0,3 1 0,-20 105 0,40-152 0,1 0 0,1 1 0,2 0 0,1-1 0,1 1 0,4 31 0,-3-50 0,-1 0 0,1 0 0,1 0 0,0-1 0,0 1 0,1 0 0,-1-1 0,2 0 0,-1 0 0,1 0 0,1-1 0,-1 0 0,1 0 0,1 0 0,-1 0 0,1-1 0,0 0 0,1-1 0,-1 1 0,1-2 0,0 1 0,9 3 0,-3-3 0,-1 0 0,1-2 0,0 0 0,0 0 0,0-1 0,0-1 0,1 0 0,-1-1 0,0-1 0,0 0 0,1-1 0,-1 0 0,0-1 0,0-1 0,-1 0 0,1-1 0,-1 0 0,0-1 0,17-11 0,-7 3 0,-1-2 0,-1 0 0,0-2 0,-1 0 0,-1-1 0,-1-1 0,-1-1 0,0 0 0,18-33 0,67-136-1371,-97 179 1031,-1 0 0,0-1 0,2-12 0,7-15-1225,-12 36 889,17 0-2818,-16 3 3607,0-1 0,0 1 0,0-1 0,0 1 0,0 0 0,0 0 0,0 0 0,-1 0 1,1 0-1,0 0 0,0 0 0,0 1 0,0-1 0,2 2 0,3 1-40,0 1-1,-1 1 1,1-1-1,-1 1 1,0 0 0,-1 1-1,1-1 1,-1 1 0,0 0-1,6 11 1,10 10 52,6 5 35,10 13-494,1-2 0,83 72 1,-118-114 321,-1 0 1,0 1-1,1-1 0,-1-1 1,1 1-1,0 0 1,-1 0-1,1-1 0,0 0 1,-1 1-1,1-1 1,5-1-1,-3 1 43,-4 0-12,0 0 0,0-1 1,0 1-1,0 0 0,-1-1 0,1 0 0,0 1 0,0-1 0,0 1 0,0-1 0,-1 0 0,1 1 0,0-1 0,-1 0 0,1 0 0,0 0 0,-1 0 0,1 1 0,-1-1 1,1-2-1,0 1 52,1-1 14,0 0 1,-1 0 0,1 0-1,-1 0 1,0-1-1,0 1 1,0 0-1,0-1 1,-1 1 0,1-1-1,-1-4 1,-1-48 690,0 16-408,3 29-307,1-1-1,0 1 1,0 0-1,1 0 0,0 0 1,1 1-1,1-1 1,-1 1-1,2 0 1,-1 1-1,1 0 0,1 0 1,0 0-1,0 1 1,0 0-1,1 0 1,0 1-1,1 1 0,10-7 1,-11 8-45,1 0 0,-1 0 0,1 1 0,0 1 1,0-1-1,1 1 0,-1 1 0,1 0 0,13 0 0,-16 1-5,-1 1 0,0 1-1,0 0 1,0 0 0,0 0 0,0 1-1,0 0 1,0 0 0,-1 0-1,1 1 1,-1 0 0,0 1 0,1-1-1,7 8 1,-10-8-7,0 0 1,0 1-1,0-1 1,-1 1-1,0 0 0,0 0 1,0 0-1,0 1 1,0-1-1,-1 1 0,0-1 1,0 1-1,0 0 1,-1 0-1,2 9 0,-2-7 2,-1 0-1,0 0 0,0 1 0,0-1 0,-1 0 0,-1 0 0,1 0 0,-1 1 0,0-1 0,-3 6 0,-3 4 6,0-1 0,-2 0 0,1 0 0,-2-1-1,0-1 1,-1 0 0,-24 23 0,1-2 11,24-23 16,1-2 1,-1 1 0,-20 13-1,28-22 6,18-12-16,142-109 8,-86 68-38,87-63 98,-147 106-88,1 1-1,0 0 1,0 1 0,1 1-1,24-9 1,-33 13-5,-1 0 0,0 1 1,1-1-1,-1 1 0,1 0 0,0-1 0,-1 1 0,1 1 0,-1-1 0,1 0 1,-1 1-1,1 0 0,-1 0 0,0 0 0,1 0 0,-1 1 0,0-1 1,0 1-1,0 0 0,0 0 0,0 0 0,0 0 0,-1 0 0,1 1 0,-1-1 1,1 1-1,2 3 0,6 12-88,-1 0 1,-1 1 0,14 39-1,-18-42-104,-4-13 93,3-1 66,0 0-1,1-1 1,-1 1-1,0-1 1,8 1-1,-10-3 25,0 0-1,1 1 0,-1-1 0,0 0 0,0 0 0,0-1 1,0 1-1,0 0 0,0-1 0,-1 1 0,1-1 1,0 0-1,2-2 0,21-31 44,-18 25 23,-4 6 5,1-1 0,0 1 1,0 0-1,0 0 0,1 0 0,-1 0 1,8-4-1,-9 7 137,0 2-148,-1 0-62,1 0-1,-1 0 1,1 0-1,-1 0 1,0 1-1,0-1 1,1 1-1,-1-1 1,0 1-1,0 0 1,0 0-1,-1 0 1,1 0-1,0 0 0,-1 1 1,1-1-1,-1 0 1,0 1-1,0-1 1,0 1-1,0-1 1,0 1-1,-1 0 1,1 3-1,9 22-693,-5-16-105,0 0-1,0 0 0,13 17 1,9-1-3290,-24-25 3088,0-1 0,0 0 1,1-1-1,-1 1 0,1-1 0,-1 1 0,1-1 0,5 1 0,17 4-9518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1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0 7881,'-23'0'7312,"23"21"-7084,3 3-672,-3 0-832,3 1-856,-13 5-1276,4 18-1769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2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771 27 10177,'37'-27'10826,"-43"46"-7937,1-7-2304,-14 42 904,-3 0 0,-1-1 1,-33 50-1,-102 145 590,58-96-1825,98-148-254,-243 412 0,211-350 0,4 1 0,3 2 0,2 1 0,-22 109 0,44-163 4,0-1 1,2 1-1,-1 27 1,3-37-22,0 0 0,-1 0 0,2 1 0,-1-1 0,1 0-1,0 0 1,0 0 0,1-1 0,-1 1 0,1-1 0,1 1 0,3 5 0,-6-11-10,-1 1 0,1 0 1,0 0-1,-1 0 0,1-1 0,0 1 0,0 0 1,0-1-1,0 1 0,0-1 0,-1 1 1,1-1-1,0 1 0,0-1 0,0 0 0,0 1 1,0-1-1,1 0 0,-1 0 0,0 0 0,0 0 1,0 0-1,0 0 0,1 0 0,1 0-15,-1-1 0,0 0 0,1 0 0,-1 0 0,0 0 0,0 0 0,0-1 0,0 1 1,0 0-1,3-3 0,2-3-36,0-1 0,0 0 1,0 0-1,6-12 1,0-3-29,-2-1 0,0 1 0,12-47 0,-4 15-2,81-292-299,-66 221 319,-21 78-65,3 2 0,2 0 0,24-45 0,-20 63-453,-20 26 250,0 0 42,20-13-359,-19 14 254,0 2-1056,27 5 812,0-2-1,0 0 1,0-2-1,0-2 0,44-4 1,-19 2-249,-31 2 574,1-1 0,-1-1 1,1-1-1,-1-1 0,0-2 1,0 0-1,0-2 1,-1 0-1,23-12 0,-32 12 246,-10 7 72,0-1 0,-1 0 0,1 0 0,-1 0-1,1 0 1,-1-1 0,0 1 0,0-1 0,0 0 0,4-5 0,-5 5 104,0 1-1,-1-1 1,1 1 0,-1-1 0,1 0 0,-1 0-1,0 0 1,0 0 0,0 1 0,0-2 0,0 1-1,-1 0 1,0 0 0,1 0 0,-1 0-1,0 0 1,-1-5 0,-8 14 254,7-6-327,1 1-1,0-1 1,0 0 0,0 1 0,0-1 0,0 1-1,0-1 1,1 1 0,-1-1 0,0 1-1,0 0 1,0 0 0,0-1 0,1 1 0,-1 0-1,0 0 1,1 0 0,-2 1 0,-1 120 231,-4-89-725,1-11-416,5-18 597,1 1 0,0-1 0,0 1 0,0-1 0,1 0 0,-1 1 0,1-1 1,0 0-1,0 1 0,1-1 0,-1 0 0,1 0 0,0 0 0,0 0 0,0 0 0,1-1 1,-1 1-1,1-1 0,0 1 0,0-1 0,0 0 0,1 0 0,-1 0 0,1-1 1,-1 1-1,1-1 0,7 4 0,-10-5 225,0-1 0,0 1 0,0 0 0,0 0 0,0 0 0,-1 0 0,1 0 0,0 0 0,-1 0 0,1 0 0,0 0 0,-1 0 0,1 3 0,-1-4 88,0 1 0,1 0 0,-1-1-1,0 1 1,0-1 0,0 1 0,1 0 0,-1-1-1,0 1 1,1-1 0,-1 1 0,1-1 0,-1 1-1,0-1 1,1 1 0,-1-1 0,1 1 0,-1-1-1,1 0 1,0 1 0,-1-1 0,1 0 0,-1 1-1,1-1 1,0 0 0,0 1 0,-1-23 959,-1 13-243,0-1 0,0 0-1,-6-18 1,-4-17 2531,11 41-3045,-1 1 0,1-1 1,-1 1-1,1 0 0,0-1 0,0 1 0,1-1 0,-1 1 0,1 0 0,0-1 1,-1 1-1,1 0 0,1 0 0,-1-1 0,0 1 0,1 0 0,3-4 0,-3 6-327,1 1 0,-1 0 0,1 0 0,-1 0 0,1 0 0,-1 0 0,1 0 0,-1 1 0,1 0 0,-1-1 0,1 1 0,-1 0 0,3 1 0,41 37-7226,-44-37 5415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2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2928,'37'-9'-868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3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75 220 6873,'3'-33'2416,"0"15"112,4 3 1764,-4-6-2083,1 0-41,-18 9-108,8-6 1876,-1-3-2087,4 0 1607,3 2-2476,0-2-980,-24 27 0,-16 12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3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1065 251 32767,'-137'-208'0,"47"187"0,13 18 0,23 3 0,14-3 0,0-6 0,-14 6 0,0 0 0,-3 6 0,0 3 0,1 12 0,-1 3-828,3 6-1836,-6 3-653,-4 1-567,4 2-2637,6 9-6048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4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1306 320 5801,'2'-5'367,"0"-1"0,-1 0 0,1 1 0,-1-1 0,-1 0 0,1 0 0,-1 0 0,0 0 0,0 0 0,0 0 0,-2-6 0,2 9-178,3-45 3894,-2 41-3570,0 0-1,-1 1 1,1-1 0,-1 0-1,-1 0 1,-1-11 0,-1 6 105,1 2 32,0 0-1,-1 1 0,-1 0 0,-7-17 1,9 23-500,-1 0 1,1-1 0,-1 1 0,0 0-1,0 0 1,0 1 0,0-1-1,0 1 1,0-1 0,-1 1 0,1 0-1,-1 0 1,0 1 0,0-1 0,-4-1-1,-11-2 301,0 1 1,-1 1-1,1 1 0,0 0 0,-1 2 1,1 0-1,-1 1 0,1 1 0,-27 6 1,-23 8 1042,-79 30 1,148-46-1493,-57 19 129,2 2 1,0 3-1,2 2 1,1 3 0,1 2-1,-54 42 1,57-35-132,1 3 0,2 2 0,2 1 0,-46 62 0,75-86 0,1 1 0,1 0 0,1 1 0,1 0 0,-14 43 0,20-50 0,1 1 0,0 1 0,1-1 0,0 0 0,2 1 0,0-1 0,1 1 0,0-1 0,6 27 0,-1-23 0,1 0 0,1 0 0,0 0 0,2-1 0,0 0 0,1-1 0,20 25 0,-7-13 0,1-2 0,1-1 0,41 33 0,-27-30 0,2-1 0,1-3 0,1-1 0,1-3 0,0-1 0,2-3 0,1-1 0,49 10 0,-12-9 0,0-4 0,0-3 0,159 0 0,-192-12 0,0-2 0,-1-3 0,0-1 0,0-3 0,55-18 0,-80 19 0,-1 0 0,-1-2 0,0-1 0,-1 0 0,0-2 0,-1-1 0,0-1 0,-1 0 0,-1-2 0,-1 0 0,30-38 0,-29 29 0,-2-1 0,0-1 0,-2-1 0,-2 0 0,0-1 0,-3 0 0,0-1 0,-2-1 0,-1 1 0,5-50 0,-11 53 0,0 0 0,-2 0 0,-1 0 0,-1 0 0,-2 1 0,-1-1 0,-1 1 0,-1 0 0,-2 0 0,-1 1 0,0 0 0,-22-38 0,13 35 0,0 1 0,-2 1 0,-44-46 0,52 61 0,-1 1 0,0 0 0,-1 1 0,-30-18 0,-147-64 0,173 85 0,0 1 0,0 0 0,0 1 0,0 2 0,-1 0 0,0 0 0,-35 0 0,45 4 0,-25-1-240,1 2-1,-1 1 1,-45 10-1,-97 33-6081,160-39 4667,0 1 0,-16 9 0,-8 8-4583,3 4-5058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4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2576 275 10629,'-25'-23'2550,"-43"-31"0,18 16 513,29 22-2327,-2 0 1,0 2-1,-1 1 1,0 1-1,-1 1 1,0 1 0,-1 1-1,0 2 1,0 0-1,-1 2 1,1 0-1,-1 2 1,-40 1-1,29 3-369,0 1-1,0 2 1,0 2-1,1 2 0,0 1 1,1 1-1,-1 3 0,2 1 1,-37 19-1,-19 20-366,2 3 0,2 5 0,3 3 0,3 4 0,3 3 0,-73 87 0,2 19 0,-211 330 0,279-379 0,5 4 0,-98 239 0,145-294 0,4 1 0,3 1 0,3 1 0,4 1 0,3 0 0,-1 136 0,13-172 0,3-1 0,1 0 0,3 0 0,1-1 0,2 0 0,2 0 0,21 47 0,-19-59 0,1-2 0,1 0 0,1-1 0,2-1 0,1-1 0,1 0 0,1-2 0,2 0 0,0-2 0,1 0 0,33 20 0,-7-7 0,2-2 0,1-2 0,1-3 0,2-3 0,88 28 0,-65-33 0,2-3 0,-1-5 0,2-2 0,0-5 0,0-3 0,0-3 0,-1-5 0,105-19 0,-72 2 0,-1-5 0,-1-5 0,-2-5 0,-1-4 0,129-72 0,-138 58 0,-3-5 0,-2-4 0,-4-4 0,-2-4 0,-4-4 0,-3-4 0,-4-3 0,70-95 0,-90 97 0,-4-1 0,-4-3 0,-3-2 0,-4-2 0,-4-2 0,-4-1 0,-4-2 0,-5-2 0,24-151 0,-43 195 0,-3 0 0,-2 0 0,-3 0 0,-2-1 0,-2 1 0,-3 0 0,-2 1 0,-2 0 0,-2 0 0,-3 1 0,-30-68 0,17 63 0,-2 1 0,-3 2 0,-2 1 0,-2 2 0,-2 2 0,-2 1 0,-2 2 0,-3 2 0,-1 3 0,-61-40 0,47 39 0,-2 3 0,-1 4 0,-2 1 0,-1 4 0,-2 3 0,0 3 0,-2 3 0,-95-13 0,113 26-540,0 3 0,-1 2 0,1 3 0,-1 2 0,1 3 0,-59 13 0,-29 20-4193,8 16-3568,41-3-4668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5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50 175 13801,'-14'27'2480,"9"-19"-1569,0 0-1,1 1 1,0-1 0,0 1 0,1-1 0,0 1 0,1 0 0,0 0 0,0 1-1,1-1 1,0 15 0,15 93 1817,-7-68-1608,2 63-1,-10-103-1054,1 1 0,1-1-1,0 1 1,0-1 0,1 0 0,0 0-1,1 0 1,4 11 0,-5-17-65,0 0 0,0 1 1,0-1-1,0 0 0,0 0 0,1-1 1,0 1-1,-1 0 0,1-1 0,0 1 1,0-1-1,1 0 0,-1 0 0,0 0 1,1-1-1,-1 1 0,1-1 0,-1 0 1,1 0-1,0 0 0,-1 0 0,1-1 1,5 1-1,3-1 0,0 0 0,0 0 0,0-2 0,0 1 0,0-1 0,18-7 0,73-29 0,-65 22 0,386-186 11,-178 79-165,-115 60-914,205-94-5258,-110 65-4521,-117 54-552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5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0 14909,'-6'8'285,"-11"18"2265,-1-1 1,-40 43-1,49-58-1739,1 0 0,1 1-1,-1 0 1,2 1 0,0-1 0,0 1 0,1 0 0,-4 14 0,7-21-698,0 1 1,1 0-1,0-1 1,0 1-1,0 0 1,0 0-1,1 0 0,0-1 1,0 1-1,1 0 1,-1 0-1,1 0 1,1-1-1,-1 1 1,1 0-1,0-1 1,0 1-1,1-1 1,-1 0-1,1 0 0,0 0 1,1 0-1,-1 0 1,7 5-1,-2-3-129,0 0 0,0-1-1,1 0 1,-1-1 0,1 0-1,0 0 1,1-1 0,-1 0-1,1-1 1,0 0 0,0 0-1,20 2 1,33 1 51,1-4 1,-1-1-1,91-13 1,187-52-2184,-41-23-6203,-177 49 1679,30-7-6082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9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754 45 6953,'-5'-2'598,"0"1"0,0-1 0,0 0 0,0 0 0,1 0 0,-1-1 0,0 0 0,1 0 0,0 0 0,-6-5 0,0 0 1104,8 7-1561,-1 0 0,1 0-1,-1 0 1,0 1-1,0-1 1,0 1-1,1-1 1,-1 1 0,0 0-1,0 0 1,0 0-1,0 1 1,1-1-1,-1 1 1,0-1-1,0 1 1,1 0 0,-1 0-1,0 0 1,1 0-1,-1 1 1,-2 2-1,-11 4 157,1 1-1,-14 12 0,12-7-77,0 2 0,0 0 0,1 0 0,-13 20 0,-49 75 304,65-91-455,-36 56 10,-152 207-6160,138-207 1319,2 4-2527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9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0 10917,'-17'12'563,"13"-9"-363,0-1-1,1 1 1,-1 0-1,1 0 1,-1 0 0,1 1-1,0-1 1,0 1 0,0 0-1,1-1 1,-1 1 0,-3 8-1,-3 5 764,-1-1 0,-1 0 0,-16 19 0,19-26-689,-1 1 0,2 0 0,-1 0 1,1 1-1,1 0 0,0 0 0,1 1 1,0-1-1,0 1 0,-3 18 0,8-24-218,0 0-1,0-1 0,0 1 1,1 0-1,0 0 1,1-1-1,-1 1 1,1-1-1,0 1 0,0-1 1,1 0-1,0 0 1,-1 0-1,2 0 0,-1 0 1,1-1-1,-1 1 1,1-1-1,0 0 1,1 0-1,-1-1 0,1 1 1,-1-1-1,1 0 1,0 0-1,7 2 0,2 1-12,1-2 1,0 1-1,0-2 0,1 0 0,-1-1 0,1-1 0,-1 0 0,1-1 0,27-3 0,10-6 27,77-21-1,-112 25-53,57-16-505,-1-4-1,-1-4 0,76-40 0,-73 27-4231,74-54-1,-75 42-3917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0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0 275 12453,'3'4'149,"1"-1"48,-1-1 1,0 1 0,0 1-1,0-1 1,0 0 0,-1 1 0,1 0-1,-1-1 1,0 1 0,0 0-1,0 0 1,-1 0 0,1 1-1,-1-1 1,0 0 0,0 0-1,0 9 1,17 165 4995,-16-154-4915,1 29 153,2 0 1,2 0-1,20 74 0,-23-113-407,1 0 1,0 0-1,2 0 0,-1-1 0,1 0 1,1 0-1,0 0 0,1-1 1,1-1-1,0 1 0,0-2 0,1 1 1,0-1-1,1-1 0,0 0 0,0-1 1,16 8-1,-14-9-19,1-1 0,0 0 0,0-1 0,1 0 0,-1-1-1,1-1 1,0-1 0,0 0 0,0-1 0,0-1 0,0 0 0,0-2 0,0 1 0,0-2 0,0 0 0,0-1 0,-1-1 0,0 0 0,0-1 0,0 0-1,0-1 1,-1-1 0,-1-1 0,1 0 0,-1 0 0,-1-1 0,0-1 0,0 0 0,12-15 0,-7 3 174,0-1-1,-1 0 1,-1-1 0,-1 0 0,-1-1 0,-2-1-1,10-33 1,-10 19 43,-2 0 0,-1-1 0,-3 0 0,1-56-1,-4 35-103,-2 1-1,-3 0 0,-19-103 0,19 154-396,0-1 0,-1 1 1,0 0-1,-1 0 0,0 0 0,0 0 0,-8-10 0,12 20 153,0 0 0,0-1 0,0 1 0,0 0 0,-1 0 0,1 0 0,0 0 0,0 1 0,-1-1 0,1 0 0,-1 0 0,1 1 0,0-1 0,-1 1 0,1-1 0,-1 1 0,0 0 0,1 0 0,-1-1 0,1 1 0,-1 0 0,1 0 0,-1 1 0,1-1 0,-1 0 0,1 0 0,-1 1 0,1-1 0,-1 1 0,1-1 0,-3 2 0,-1 0-751,1 1-1,-1 0 1,1 0-1,0 0 1,-1 0-1,1 1 1,1-1-1,-6 7 1,-16 21-8928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0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2 11933,'20'-2'1542,"-20"2"-1423,1 0 0,-1 1 1,0-1-1,1 0 0,-1 0 0,0 1 1,0-1-1,1 0 0,-1 0 0,0 1 1,0-1-1,1 0 0,-1 1 1,0-1-1,0 0 0,0 1 0,1-1 1,-1 0-1,0 1 0,0-1 1,0 1-1,0-1 0,0 0 0,0 1 1,0-1-1,0 0 0,0 1 0,0-1 1,0 1-1,0-1 0,-2 7 1269,0-1 0,0 0 0,-1 0 0,0 0 0,-5 9 0,1 0-610,0 1 0,2-1-1,-8 31 1,11-33-1372,-2 1-1,0-1 0,0 0 0,-1 0 1,-1 0-1,0-1 0,-14 21 1,-32 41-9623,28-35-436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1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58 7389,'-24'-11'828,"-4"-4"2741,-48-15 0,74 29-3446,0 1 0,0 0 1,0-1-1,0 1 0,-1 0 0,1 0 0,0 0 0,0 1 0,0-1 0,0 0 0,-1 1 0,-1 0 0,-5 2 252,2-2-129,0 1 1,0 0-1,0 0 1,0 1-1,0-1 1,1 2-1,0-1 1,-1 1-1,1 0 1,0 0-1,1 1 0,-8 6 1,-4 10 146,0 1 0,1 1 0,2 0 0,0 1 1,1 0-1,2 1 0,0 1 0,-8 34 0,4-6-47,3 0 1,3 1-1,-4 61 0,11-83-248,2 1 1,1 0-1,1-1 1,2 1-1,1-1 1,2 0-1,1-1 0,22 55 1,-23-71-95,1 0 0,0-1 0,1 0-1,1-1 1,1 0 0,0-1 0,0 0 0,15 12 0,-16-16-51,1-1 0,0 0-1,1-1 1,0 0 0,0-1 0,0 0-1,1-1 1,-1 0 0,2-1 0,-1-1-1,18 3 1,-13-4 5,0-1 0,0 0 0,1-1 0,-1-1 0,0-1 0,0-1 0,0-1 0,0 0 0,0-1 0,-1-1 0,0 0 0,0-1 0,0-1 1,-1-1-1,-1 0 0,1-2 0,-1 1 0,19-19 0,-16 12 25,-1-2 1,0 0-1,-1-1 1,-1 0-1,-1-1 1,-1-1-1,0 0 1,-2-1-1,-1 0 0,-1-1 1,0 0-1,8-45 1,-11 33-72,-2-2 0,-1 1 1,-2 0-1,-1 0 0,-2-1 0,-2 1 1,-1 0-1,-2 1 0,-1-1 0,-27-68 1,35 104 64,-5-13-209,-1 1 0,-1 0 0,0 0 0,-1 1 0,-13-17 0,18 26-20,1 0 0,-1 0 0,0 0 0,0 0 0,0 1-1,-1-1 1,1 1 0,-1 0 0,1 0 0,-1 0 0,0 1-1,1-1 1,-1 1 0,0 0 0,0 0 0,0 0 0,0 1 0,0-1-1,0 1 1,0 0 0,0 0 0,0 1 0,0-1 0,0 1-1,0 0 1,0 0 0,0 0 0,-4 2 0,-95 47-11871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1.7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58 11237,'-1'-5'601,"0"0"1,0 0-1,0 0 0,1 0 1,0-1-1,0 1 0,1 0 1,2-11 4823,-5 19-3419,-3 6-1508,1 0 0,0-1 1,0 1-1,1 1 0,0-1 1,1 0-1,0 1 0,0 9 1,-3 87 1223,3-41-851,-2 12-132,-16 261 57,11 2-6944,9-233 1380,0-35-1432,0 15-5792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6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31 399 14385,'-8'-44'1506,"-15"-105"6641,23 144-7795,1 0 0,-1-1 1,1 1-1,0 0 0,0 0 1,1 0-1,-1 0 0,1 0 1,0 0-1,1 1 0,4-10 1,-1 6-57,0 0 1,0 0 0,1 1-1,0-1 1,9-7-1,-1 5-57,-1 0-1,2 2 1,-1-1-1,1 2 0,0 0 1,1 1-1,-1 1 1,1 0-1,0 1 1,24-2-1,-13 3-222,0 1 1,1 1-1,-1 2 1,0 1 0,48 9-1,-60-7-16,1 0 0,-1 1 0,0 1 0,0 1 0,-1 0 0,0 1 0,20 14 0,-27-16 0,0 0 0,0 1 0,-1 0 0,0 0 0,0 1 0,-1 0 0,0 0 0,0 1 0,-1-1 0,0 1 0,-1 0 0,0 1 0,5 15 0,-8-21 0,0 0 0,0 0 0,0 1 0,-1-1 0,0 0 0,0 7 0,-1 0 0,-1 0 0,-1 0 0,-7 21 0,-88 189 0,87-200 0,-1 0 0,-1 0 0,0-1 0,-2-1 0,0 0 0,-22 19 0,7-7 0,-262 275 0,282-296 0,0 1 0,1 0 0,1 1 0,-8 12 0,15-24 0,1 1 0,0 0 0,-1-1 0,1 1 0,-1-1 0,1 1 0,0 0 0,0-1 0,-1 1 0,1 0 0,0-1 0,0 1 0,0 0 0,0 0 0,0-1 0,0 1 0,0 0 0,0-1 0,0 1 0,0 0 0,0-1 0,0 1 0,1 0 0,-1-1 0,0 1 0,0 0 0,1-1 0,-1 1 0,0 0 0,1-1 0,-1 1 0,1-1 0,-1 1 0,1-1 0,-1 1 0,1 0 0,5 2 0,0-1 0,0 1 0,0-1 0,0-1 0,0 1 0,10 1 0,-4-1 0,25 5 0,1-1 0,-1-2 0,1-1 0,-1-2 0,64-7 0,-3-7-1290,0-4 0,180-58 0,-224 55-414,0-2 1,61-37-1,-79 38-824,-1-2-1,-2-2 0,56-51 1,-23 5-8160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6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840 0 13213,'-71'30'1151,"-81"39"2919,127-53-2823,0 1 0,1 1 0,0 0 0,2 2 0,0 1 0,-34 43 0,19-15 317,2 2 0,-38 73 1,27-32-1451,4 1-1,4 2 1,4 2 0,4 1 0,5 2 0,4 0 0,-13 162 0,32-226-114,1 0 0,1 0 0,3 0 0,0 0 0,3-1 0,9 36 0,-10-52 0,2-1 0,0 0 0,1-1 0,1 0 0,0 0 0,1-1 0,1 0 0,1-1 0,0 0 0,1-1 0,1 0 0,0-1 0,0 0 0,19 11 0,-1-2 0,2-2 0,0-1 0,1-2 0,1-1 0,0-2 0,1-1 0,40 8 0,-14-10-73,0-2 1,1-3-1,-1-3 0,1-2 1,0-4-1,0-2 0,-1-3 1,0-3-1,68-20 1,-80 15-77,-2-1 1,0-3 0,0-2 0,-2-2 0,-1-2 0,-2-2 0,0-2-1,-2-1 1,-1-3 0,-2-1 0,50-58 0,-49 42 129,-2-1 0,-3-1 0,-2-2 1,-3-1-1,-2-2 0,-2-1 0,-4-1 0,-1 0 1,-4-2-1,16-104 0,-28 127 43,-3 0 1,-1 0-1,-1-1 0,-3 1 1,-1 0-1,-2 0 0,-13-47 1,10 58-20,0 1 0,-2 0-1,-1 0 1,-1 1 0,-2 1 0,0 0 0,-1 1 0,-2 0 0,0 2 0,-29-28 0,27 32-302,-1 1-1,0 0 1,-1 2 0,-45-24-1,51 31-527,-1 1-1,0 1 1,0 0-1,0 2 0,0 0 1,-1 0-1,1 2 1,-27-1-1,37 3-164,1 1-1,-1-1 1,0 1 0,0 0 0,0 1-1,-8 3 1,-33 21-10482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7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377 488 18314,'-17'-8'3567,"35"7"550,-7 1-2674,-6 3 1712,-3 7-2530,-1-7-146,0 25-340,-1 1 1,-1-1 0,-1 1 0,-2-1-1,0 0 1,-10 29 0,3-6-51,-87 426-89,8-187 0,22-86 0,29-100 0,29-80 0,9-22 0,1 0 0,-1 0 0,0 0 0,0 0 0,-1 0 0,1 0 0,0 0 0,-1 0 0,1 0 0,-1-1 0,-2 3 0,4-4 0,-1 0 0,1 1 0,-1-1 0,1 0 0,-1 0 0,1 0 0,-1 1 0,0-1 0,1 0 0,-1 0 0,1 0 0,-1 0 0,1 0 0,-1 0 0,0 0 0,1 0 0,-1 0 0,1 0 0,-1 0 0,1-1 0,-1 1 0,1 0 0,-1 0 0,0-1 0,1 1 0,-1 0 0,0-1 0,-1-1 0,0-1 0,0 1 0,0-1 0,0 1 0,1-1 0,-1 0 0,1 0 0,0 1 0,0-1 0,0 0 0,0 0 0,0 0 0,0-6 0,-1-7 0,1 0 0,0-1 0,2 1 0,0 0 0,4-23 0,23-84 0,-21 97 0,25-88 0,5 1 0,4 2 0,6 2 0,4 2 0,5 2 0,89-125 0,68-58 0,-147 209 0,109-103 0,-151 160-32,1 2-1,50-33 1,-62 46-10,-1 0 1,1 1-1,0 0 0,1 1 1,-1 1-1,1 0 0,0 1 1,22-3-1,-31 6 24,-2-1 2,1 1 0,0 0 0,0 0 0,0 0 0,0 0-1,-1 1 1,6 1 0,-7-1 6,0-1 0,-1 1 1,0 0-1,1 0 0,-1 0 0,1 0 0,-1 0 1,0 0-1,0 0 0,0 0 0,0 1 0,0-1 0,0 0 1,0 1-1,0-1 0,0 1 0,0-1 0,-1 1 0,1 0 1,-1-1-1,1 1 0,-1-1 0,1 4 0,0 5-44,0-1-1,0 1 0,-1 0 1,0 0-1,-1 0 0,0-1 1,-1 1-1,1 0 0,-2-1 1,0 0-1,0 1 0,0-1 1,-10 16-1,-6 5-222,-2-1 0,-1 0 0,-1-2 0,-29 27 0,-116 92-1505,107-95 1131,-134 96-1276,173-120 2033,22-26-53,0 0 0,1 0 1,-1 0-1,0 0 0,1 0 1,-1 0-1,1 0 0,-1 0 0,1 0 1,-1 0-1,1 0 0,0-1 1,-1 1-1,1 0 0,0 0 1,0 0-1,1 0 0,-2-1 51,24 33 869,-2 1 1,-1 1-1,-1 0 0,23 63 1,38 155 373,-13-30-1365,-57-195-306,1 0 0,2 0 0,0-1 1,2-1-1,1-1 0,0 0 0,35 35 0,-35-42-1155,1-2-1,1-1 1,40 27-1,-40-32-758,0 0-1,0-1 1,1-1-1,39 11 1,4-8-7844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8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20 228 14441,'-2'4'488,"-1"-1"-1,1 1 0,0-1 1,0 1-1,1 0 1,-1 0-1,1 0 0,0 0 1,0 0-1,0 1 1,0-1-1,1 0 0,0 0 1,0 1-1,0-1 0,0 0 1,1 0-1,-1 0 1,1 1-1,0-1 0,1 0 1,-1 0-1,3 5 0,-1-5-308,-1 0-1,1 0 0,0 0 0,0-1 0,0 1 0,0-1 1,1 0-1,6 5 0,8 3 305,1 0 0,1-1 0,0-1 1,0-1-1,0-1 0,39 9 0,-21-9-150,1-1 0,75 1 1,-74-7-366,0-2 0,-1-1 0,1-3 1,-1-1-1,49-15 0,-74 18-2,0-1-1,-1 0 1,1-2-1,-1 1 1,0-1-1,0-1 0,-1-1 1,0 1-1,-1-2 1,0 0-1,0 0 1,-1-1-1,0 0 1,-1-1-1,0 0 1,-1 0-1,8-16 1,-12 17 13,1 0 0,-1-1 0,-1 1 0,0-1 0,0 0 0,-1 0 0,-1 1 1,0-1-1,-1 0 0,-2-21 0,2 28 21,-1 1 0,0-1 1,0 1-1,0 0 0,-1-1 0,0 1 1,0 0-1,0 0 0,0 0 0,0 0 1,-1 0-1,0 1 0,0-1 0,0 1 1,0 0-1,0-1 0,-1 2 0,1-1 1,-1 0-1,0 1 0,0-1 0,0 1 1,0 0-1,0 1 0,0-1 0,-1 1 1,1-1-1,-1 1 0,1 1 0,-7-2 1,1 2-5,0 0 1,1 0-1,-1 1 1,0 0-1,0 1 1,1 0 0,-1 0-1,1 1 1,0 0-1,0 1 1,-12 6 0,1 1-3,1 1 1,1 0 0,-33 29 0,29-20 10,0 0 1,-31 43-1,44-52-44,0 1 0,2 0 0,-1 1 1,1 0-1,1 0 0,1 0 0,-6 21 0,10-30-21,0 1 0,0-1-1,1 1 1,0 0 0,0-1 0,0 1 0,0-1 0,1 1 0,0 0-1,0-1 1,0 1 0,1-1 0,0 0 0,0 1 0,5 7 0,-3-6-109,1 0 0,1-1 0,-1 0 1,1 0-1,0 0 0,0 0 0,0-1 0,1 0 1,13 7-1,-2-3-141,0-1 0,1 0 0,0-1 1,0-2-1,1 0 0,0-1 0,0 0 0,22 0 0,-14-4 258,1-1-1,0-1 0,0-1 1,-1-2-1,1-1 0,-1-1 1,-1-1-1,1-1 0,-2-2 1,1-1-1,-1-1 0,-1-1 1,-1-1-1,0-1 0,-1-1 1,0-2-1,34-36 0,-51 48 205,-1-1 0,0 0 0,0 0-1,-1 0 1,0-1 0,-1 1 0,5-16-1,-7 20-116,-1 2-9,-1 1-1,1 0 1,-1-1-1,0 1 1,0 0-1,1 0 1,-1-1-1,0 1 1,0 0-1,0 0 1,0 0-1,0 0 1,0 0-1,0 0 1,-1 1-1,1-1 1,0 0-1,0 0 1,-3 0-1,3 1-15,-1 0 0,0 0 0,0 0 0,0 0 0,0 0 1,1 0-1,-1 1 0,0-1 0,0 1 0,1-1 0,-1 1 0,0 0 0,0 0 0,1-1 0,-1 1 0,1 0 0,-1 0 0,1 1 1,-1-1-1,1 0 0,0 0 0,0 1 0,0-1 0,-1 1 0,0 1 0,-1 2 0,1-1 0,-1 1 0,1-1-1,0 1 1,0 0 0,0 0 0,-1 7 0,4-10 55,0-1 0,0 1 0,0-1 0,1 1 0,-1-1 0,0 0 0,1 0 0,-1 1 0,1-1 0,0 0 0,-1 0 0,1-1 0,-1 1 0,5 1 0,30-43 4241,-34 39-3643,-4 26-588,0-1 0,-2 0 0,-1 0 0,-8 24 0,-4 23-73,-46 272-2,-58 167 0,75-349 0,-75 173 0,94-268 75,8-15-388,-3-1-1,-28 48 1,42-85 203,0 0 1,0 0-1,-1 0 0,-1-1 1,0-1-1,0 0 0,-1 0 1,-1-1-1,1 0 0,-1-1 0,-1 0 1,-16 7-1,21-12 69,0 0-1,-1 0 0,1-1 1,-1 0-1,1-1 1,-1 0-1,1 0 0,-1-1 1,0 0-1,0 0 0,1-1 1,-12-3-1,8 1 34,1 0 0,-1-1-1,1-1 1,0 0 0,0 0 0,1-1-1,-1-1 1,-10-9 0,7 5 81,0-2 1,1 0 0,1 0-1,0-1 1,1 0-1,0-1 1,1-1 0,1 1-1,1-1 1,0-1 0,-9-28-1,10 18 13,2 1 1,2 0-1,0-1 0,1 0 1,2 1-1,0-1 0,2 0 1,1 1-1,2-1 0,0 1 1,2 0-1,9-25 0,4-2-49,3 1 1,2 1-1,2 1 0,56-76 0,-39 68-485,3 2-1,3 2 0,2 2 1,96-74-1,-52 55-2236,4 5 0,117-58 0,-79 60-4372,-1 18-4656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9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1 121 14149,'54'-30'8082,"-52"29"-5672,1 0-2123,-1 0-1,1 0 1,-1 0 0,1 1 0,-1-1-1,1 1 1,0 0 0,-1 0-1,1 0 1,-1 0 0,1 0 0,0 0-1,-1 1 1,1-1 0,3 2 0,-1 1-52,-1-1 0,1 1 0,-1 0 0,0 0 0,0 1 0,0-1 0,5 6 0,0 2-115,1 0 0,-1 1 1,-1 1-1,0-1 0,-1 1 0,-1 1 1,0-1-1,0 1 0,-1 0 0,-1 1 0,0-1 1,-1 1-1,-1-1 0,1 30 0,-3-9-144,-1 0 0,-2-1 0,-2 1-1,-1-1 1,-13 43 0,-12 21 24,-50 107 0,48-137 0,105-166 0,26-21 0,201-190 0,-291 301 0,189-162-2281,15 16-5126,-114 92-125,-1 14-5031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29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1 484 12969,'1'-2'215,"0"0"-1,0 0 1,1 0 0,-1 0-1,1 0 1,-1 1-1,1-1 1,-1 1 0,1-1-1,0 1 1,0-1-1,0 1 1,0 0 0,0 0-1,0 0 1,4-1-1,4-3 507,80-45 5509,-46 27-4167,49-34-1,-81 48-1810,0-1 0,0 0 0,-1 0-1,-1-1 1,0-1 0,0 0-1,-1 0 1,9-15 0,-14 18-43,0 0 0,-1 1 0,0-1 0,0 0 0,2-19 0,-4 26-155,0 0 0,-1-1 0,0 1 1,1-1-1,-1 1 0,0-1 0,0 1 1,0-1-1,-1 1 0,1-1 0,-1 1 0,1 0 1,-1-1-1,0 1 0,0 0 0,0-1 1,0 1-1,0 0 0,0 0 0,-1 0 0,1 0 1,-1 0-1,1 0 0,-4-2 0,3 3-43,-1 0 0,0 0 0,0 0-1,0 1 1,0 0 0,0-1 0,1 1-1,-1 0 1,0 0 0,0 0 0,0 1-1,0-1 1,0 1 0,0 0 0,0-1 0,1 1-1,-1 0 1,0 1 0,-4 1 0,1 1-14,-1 0 1,1 0-1,0 0 1,0 1 0,0 0-1,-9 10 1,2 2 2,1 1 0,1 0 0,0 0 0,1 1 0,1 1 0,1 0 0,1 0 0,0 0 0,2 1 0,0 0 0,-1 22 0,4-26 0,1-1 0,0 1 0,1-1 0,1 1 0,1 0 0,0-1 0,1 0 0,1 1 0,1-1 0,0 0 0,1-1 0,0 0 0,1 0 0,17 25 0,-21-34 0,2-1 0,-1 0 0,0 0 0,1 0 0,0 0 0,0-1 0,1 1 0,-1-1 0,1-1 0,0 1 0,0-1 0,0 0 0,0 0 0,1-1 0,-1 0 0,1 0 0,-1-1 0,1 1 0,9-1 0,-7-1 0,0 0 0,0-1 0,0-1 0,0 1 0,0-2 0,0 1 0,-1-1 0,1 0 0,-1-1 0,0 0 0,0 0 0,0-1 0,14-11 0,-1 0 0,0-2 0,-1-1 0,-1 0 0,-1-1 0,23-33 0,-39 51 0,85-113 0,-77 103 0,1 1 0,-1 1 0,2 0 0,0 1 0,0 0 0,0 0 0,21-9 0,-30 16 0,1 2 0,-1-1 0,0 0 0,0 1 0,0-1 0,0 1 0,1 0 0,-1 0 0,0 0 0,0 0 0,0 1 0,1-1 0,-1 1 0,0 0 0,0 0 0,0 0 0,0 0 0,0 1 0,0-1 0,3 3 0,-1 0 0,1-1 0,-1 1 0,0 0 0,0 1 0,-1-1 0,1 1 0,-1 0 0,6 9 0,-4-2 0,-1-1 0,0 1 0,-1 0 0,0 1 0,-1-1 0,0 0 0,-1 1 0,-1 0 0,0-1 0,-1 1 0,-1 19 0,-2 0 0,-1 0 0,-2 0 0,-13 42 0,9-46 0,-1-1 0,0 1 0,-3-2 0,0 0 0,-35 47 0,-106 104 0,145-167 0,65-77 0,348-346 0,-287 284 0,129-190 0,-226 292 0,-1-1 0,-2 0 0,23-52 0,-39 80 0,0-1 0,0 1 0,0-1 0,0 1 0,0-1 0,0 0 0,0 1 0,0-1 0,0 1 0,0-1 0,1 1 0,-1 0 0,0-1 0,0 1 0,1-1 0,-1 1 0,0-1 0,1 1 0,-1 0 0,0-1 0,1 1 0,-1-1 0,1 1 0,-1 0 0,0 0 0,1-1 0,-1 1 0,1 0 0,-1 0 0,1 0 0,-1-1 0,1 1 0,-1 0 0,1 0 0,-1 0 0,1 0 0,-1 0 0,1 0 0,-1 0 0,1 0 0,0 0 0,9 13 0,-9-11 0,9 11 0,-1 1 0,-1 0 0,0 0 0,-1 1 0,8 22 0,20 84 0,-24-77 1,-2 1-1,-3 0 1,2 51-1,-7-74-3,-1-1 0,-1 1-1,-2-1 1,0 1 0,-1-1-1,-1 0 1,-1 0-1,-14 34 1,8-31-56,0 0 0,-2-1 1,-1-1-1,0 0 0,-1-1 0,-2-1 0,0 0 0,-1-2 1,-1 0-1,-1-1 0,0-1 0,-35 20 0,22-24-9,34-13 64,0 0 1,0 0-1,0 1 1,0-1-1,1 0 1,-1 0-1,0 1 1,0-1-1,0 0 1,1 0-1,-1 1 1,0-1-1,1 0 1,-1 1-1,1-1 1,-1 0-1,1 0 1,8-11-16,1 1 0,0 0 0,1 1 0,-1 0 0,2 0 1,0 1-1,14-8 0,11-10-5,95-68 60,4 5 1,176-87 0,-305 174 58,-1 0 0,1 1 0,-1 0 1,1 0-1,0 0 0,0 0 0,0 1 1,12 0-1,-17 1-92,0 0 0,-1 0 1,1 0-1,0 1 0,0-1 0,-1 0 0,1 1 1,0-1-1,-1 1 0,1 0 0,0 0 1,-1-1-1,1 1 0,-1 0 0,1 0 0,-1 0 1,0 1-1,1-1 0,-1 0 0,0 0 1,0 1-1,0-1 0,0 1 0,0-1 0,0 1 1,0-1-1,-1 1 0,1 0 0,-1-1 1,1 1-1,-1 0 0,1 0 0,-1-1 0,0 1 1,0 0-1,0 0 0,0-1 0,0 1 1,0 0-1,-1 2 0,0 7-8,-1-1-1,0 1 1,-1-1-1,0 1 1,0-1-1,-1 0 1,-5 10-1,-45 69 184,39-65-710,0 0 1,-20 47-1,22-42-1677,-1 4-2132,7-1-5328,11-11-2434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0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9161,'0'0'4248,"10"15"-5116,0 6-500,-3 0-1936,0-3-1581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0.2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108 124 10649,'-58'120'9426,"52"-109"-8817,0-1 113,0 0-1,0 1 0,2 0 0,-1 0 1,1 0-1,-4 21 0,6-16-448,1-1 0,0 1-1,1 0 1,0 0 0,2 0 0,0-1 0,0 1 0,2 0-1,0-1 1,0 0 0,2 0 0,0 0 0,0-1-1,2 0 1,0 0 0,0-1 0,1 0 0,1 0-1,0-1 1,1 0 0,16 14 0,-15-16-197,0-1 0,0 0 1,1-1-1,1 0 0,-1-1 0,1 0 1,0-1-1,22 5 0,-31-9-62,1-1 0,0 0-1,0-1 1,0 1 0,-1-1 0,1 0 0,0-1-1,0 1 1,0-1 0,-1-1 0,1 1-1,0-1 1,-1 0 0,0 0 0,1 0 0,-1-1-1,0 0 1,0 0 0,0 0 0,0 0 0,-1-1-1,0 0 1,1 0 0,4-6 0,-5 3-14,1 1 0,-1 0 0,-1-1 0,1 0 0,-1 0 0,0 0 1,-1 0-1,0-1 0,0 1 0,-1 0 0,2-13 0,-1-8 0,-4-47 0,2 75 0,-8-85 0,-4 0 0,-4 1 0,-31-97 0,44 173-147,0 1 1,0-1-1,-1 1 1,0-1-1,0 1 1,0 0-1,-1 1 1,-1-1-1,-5-5 1,8 9-1909,2 8-708,-2 11-985,0 1-1,-1 20 1,5 6-8507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0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4 12609,'6'-3'1734,"-5"5"16,-10 14 1491,-8 17-266,-31 120 2176,-46 125-2358,77-240-2506,9-23-35,1 1 0,0 0-1,1 1 1,1 0 0,0 0-1,2 0 1,-3 20 0,10-39-72,14-8-173,-1-1 0,0-1 1,-1 0-1,25-26 0,58-69-12,-36 36 7,-13 18-2,74-58 0,-97 90 0,0 1 0,2 1 0,1 1 0,61-26 0,-82 40 0,0 1 0,1 1 0,-1-1 0,1 1 0,-1 1 0,1 0 0,0 0 0,0 1 0,-1 0 0,1 1 0,17 3 0,-20-2 0,0 0 0,0 0 0,0 1 0,-1 0 0,1 0 0,-1 1 0,0 0 0,0 0 0,0 0 0,-1 1 0,1 0 0,-1 0 0,0 0 0,-1 1 0,1 0 0,5 9 0,-2 1 3,0-1-1,-1 1 1,0 0-1,-2 1 1,0 0-1,-1 0 1,0 0 0,1 28-1,-3 11-89,-6 76-1,1-76-165,-7 50-3445,-1 9-7710,15-50-2864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4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181 188 11601,'-8'-9'740,"6"8"-606,1 0 0,0-1 1,-1 1-1,1 0 0,0 0 1,0-1-1,0 1 0,0-1 1,0 1-1,0-1 0,0 1 1,1-1-1,-1 0 0,0 1 0,1-1 1,0 0-1,-1 1 0,1-1 1,0 0-1,0 0 0,0 1 1,0-1-1,0 0 0,0 0 1,0 1-1,1-1 0,0-3 0,0-2 1030,1-1-1,-1 0 0,-1 0 1,0 0-1,0-1 0,0 1 1,-1 0-1,0 1 0,-3-11 1,-1-24 3485,-6 64-4266,-95 343-383,95-312 0,2 0 0,-4 91 0,12-107 0,2 0 0,2 0 0,1-1 0,17 69 0,-17-90 0,2 0 0,0 0 0,0 0 0,1-1 0,1 0 0,1 0 0,0-1 0,0 0 0,1 0 0,1-1 0,0-1 0,1 1 0,0-2 0,25 17 0,-20-17 0,0-1 0,0 0 0,1-2 0,0 0 0,1-1 0,-1-1 0,1 0 0,0-2 0,1 0 0,-1-1 0,39-2 0,-28-2 0,-1-1 0,0-1 0,0-2 0,0-1 0,-1-1 0,0-2 0,32-15 0,-23 6 0,0-2 0,-1-1 0,-1-2 0,43-40 0,-34 26 0,-2-3 0,39-48 0,-33 36 0,-48 53 0,0-1 0,0 1 0,0 0 0,0 0 0,0 0 0,0-1 0,0 1 0,1 0 0,-1 0 0,0 0 0,0-1 0,0 1 0,0 0 0,0 0 0,1 0 0,-1 0 0,0 0 0,0-1 0,0 1 0,1 0 0,-1 0 0,0 0 0,0 0 0,0 0 0,1 0 0,-1 0 0,0 0 0,0 0 0,0 0 0,1 0 0,-1 0 0,0 0 0,0 0 0,1 0 0,-1 0 0,0 0 0,0 0 0,0 0 0,1 0 0,-1 0 0,0 0 0,0 0 0,0 1 0,1-1 0,-1 0 0,0 0 0,0 0 0,0 0 0,0 0 0,1 1 0,-1-1 0,0 0 0,0 0 0,0 0 0,0 0 0,0 1 0,0-1 0,1 0 0,-1 0 0,0 0 0,0 1 0,0-1 0,0 0 0,0 0 0,0 1 0,0-1 0,-1 19 0,0-13 0,1 5 0,1-1 0,0 1 0,1-1 0,0 1 0,1-1 0,0 0 0,0 1 0,1-2 0,0 1 0,1 0 0,0-1 0,1 0 0,13 17 0,-2-7 0,1-1 0,1 0 0,0-1 0,35 22 0,-20-23 0,-23-12 0,14 4 0,-24-8 0,1 0 0,-1 0 0,1 0 0,0-1 0,-1 1 0,1 0 0,-1-1 0,1 1 0,-1-1 0,0 0 0,1 0 0,-1 1 0,1-1 0,-1 0 0,2-2 0,-10-1 0,1 0 0,-1 0 0,1 1 0,-1 0 0,-11-3 0,10 3 0,-96-34 0,-63-28 0,162 63 0,0-1 0,0 0 0,0 0 0,1 0 0,-1 0 0,1-1 0,0 0 0,0 0 0,0 0 0,1 0 0,-1-1 0,1 1 0,0-1 0,0 0 0,-2-6 0,4 8 0,0 0 0,0-1 0,1 1 0,-1 0 0,1-1 0,-1 1 0,1-1 0,1 1 0,-1-1 0,0 1 0,1 0 0,-1-1 0,1 1 0,0 0 0,0-1 0,1 1 0,-1 0 0,1 0 0,-1 0 0,1 0 0,0 0 0,0 0 0,0 1 0,0-1 0,4-3 0,10-8 0,1 0 0,0 1 1,1 1-1,0 1 0,1 0 0,0 1 0,0 1 0,32-9 1,-18 8-45,0 1 1,0 2-1,1 1 0,56-2 1,-82 8 50,0 0 1,1 0-1,-1 0 1,0 1-1,1 1 0,-1-1 1,0 1-1,0 1 1,0 0-1,0 0 0,-1 0 1,1 1-1,-1 0 1,0 0-1,0 1 0,11 9 1,-9-3 0,0-1 0,-1 1 0,-1 0 1,0 1-1,0-1 0,-1 1 0,-1 1 0,0-1 1,0 1-1,4 25 0,-2-11-8,-1 4 0,2 0 0,1-1 0,19 41 0,-24-63 0,0-1 0,1 1 0,0 0 0,0-1 0,1 0 0,6 6 0,-9-10 0,1 0 0,0 0 0,-1 0 0,1-1 0,0 0 0,0 1 0,1-2 0,-1 1 0,0 0 0,1-1 0,-1 0 0,1 0 0,8 1 0,-1-1 0,-1-1 0,1-1 0,0 0 0,-1 0 0,1-1 0,-1 0 0,1-1 0,-1-1 0,0 0 0,0 0 0,-1-1 0,1 0 0,12-9 0,6-8 0,-1-1 0,50-50 0,-52 46 0,1 1 0,54-39 0,-71 59 0,0 1 0,0 0 0,0 1 0,1 0 0,-1 0 0,1 1 0,0 1 0,0-1 0,13 1 0,12 0 0,55 4 0,1 1 0,-78-3-55,0-1-1,0 0 1,-1-2 0,1 1 0,-1-1-1,1-1 1,-1-1 0,0 1 0,0-2-1,-1 0 1,0-1 0,0 0 0,0 0-1,-1-2 1,0 1 0,-1-1 0,14-15-1,-5 3-3,-1-2 0,0 0-1,-2 0 1,17-34 0,71-144 1350,-99 192-1291,-1 0 0,2 0 0,7-10 0,-12 17 0,0 1 0,1-1 0,-1 1 0,1 0 0,-1 0 0,1-1 0,-1 1 0,1 0 0,-1 0 0,4-1 0,-4 2 0,0 0 0,0-1 0,-1 1 0,1 0 0,0 0 0,0 0 0,-1 0 0,1 0 0,0 1 0,0-1 0,-1 0 0,1 0 0,0 0 0,-1 1 0,1-1 0,0 0 0,-1 1 0,1-1 0,0 0 0,-1 1 0,1-1 0,-1 1 0,1-1 0,-1 1 0,1-1 0,-1 1 0,1 0 0,0 0 0,4 7 0,0 0 0,-1 1 0,0-1 0,0 1 0,-1 0 0,0 0 0,2 16 0,8 68 0,-12-80 0,6 48-1033,15 67 0,-14-99-1909,0 0 0,16 32 0,-23-58 1923,1 1-1,-1-1 1,0 1-1,0-1 1,-1 1-1,1-1 1,0 7-1,-1-5-446,3 19-7803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4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5 206 10385,'-1'-3'296,"0"1"0,0-1 1,1 0-1,-1 0 0,1 0 0,0 0 0,-1 0 1,1 0-1,0 0 0,1 0 0,-1 0 1,1 0-1,-1 0 0,1 1 0,0-1 0,0 0 1,0 0-1,0 1 0,0-1 0,1 0 0,0 1 1,-1-1-1,1 1 0,0 0 0,0 0 1,3-3-1,4-5 497,0 1 0,1 1 0,0-1 1,0 2-1,14-9 0,0 3 467,0 1-1,50-18 1,-64 26-1109,1 1 0,-1 1 0,1 0 0,-1 0 0,1 1 0,0 0 0,0 1 0,-1 0 0,1 1 0,15 2 0,-18 0-672,0-1 0,-1 1 0,1 1 0,10 6 0,27 21-6788,-17-11 150,-13-12-1366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5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88 8689,'28'-30'1993,"-23"24"2654,13 21-5405,-13-10 535,1 0 0,-1 1 0,0 0 0,0 0 0,0 0 0,-1 1 0,0 0 0,-1-1 0,6 14 0,-1 4-303,9 41-1,-10-36 212,-6-24 419,0 0 0,0 0 0,-1 0-1,0 0 1,0 0 0,0 0 0,0 0 0,-1 0 0,1 0-1,-2 1 1,1-2 0,-2 7 0,-10 18 9426,17-30-9421,0 0 1,0 0-1,0 0 1,1 1-1,-1-1 1,5 1-1,3 2-12,-1 0-1,0 1 0,1 0 0,-1 1 0,0 0 0,-1 0 1,13 8-1,-22-12-65,0 1 0,0-1 1,0 0-1,0 1 0,0-1 1,0 0-1,0 0 0,0 0 1,0 0-1,0 0 0,0 0 0,1 0 1,-1 0-1,0 0 0,0-1 1,0 1-1,1-1 0,4 0 42,0 0 30,0 0 0,0 0 0,0 0 0,0-1 0,0 1 1,0-2-1,0 1 0,-1 0 0,0-1 0,7-5 0,4-3 226,-2-1 0,14-14 0,-16 14-102,1 1-1,0 0 1,0 1 0,16-9-1,-24 16-162,1 0 0,0 1 0,-1-1-1,1 1 1,0 1 0,0-1 0,0 1 0,0 0-1,7-1 1,-10 3-34,0-1 1,0 0-1,0 0 0,0 1 1,0 0-1,-1 0 0,1-1 1,0 2-1,0-1 0,-1 0 0,1 0 1,-1 1-1,1 0 0,-1-1 1,0 1-1,1 0 0,-1 0 0,0 0 1,0 0-1,0 1 0,-1-1 1,3 5-1,7 12 90,-1 0 1,-1 0-1,-1 1 0,7 24 0,17 64 212,-31-105-286,21 2 24,-21-5-71,0 1-1,0-1 1,0 0 0,-1 1 0,1-1 0,0 0-1,0 0 1,0 0 0,0 1 0,0-1 0,0 0 0,-1 0-1,1 0 1,0 0 0,0 0 0,0-1 0,0 1-1,0 0 1,0 0 0,0-1 0,-1 1 0,1 0 0,0-1-1,0 1 1,0-1 0,-1 1 0,1-1 0,0 1-1,-1-1 1,1 1 0,0-1 0,-1 0 0,1 0 0,0-1-1,30-36 40,35-58 0,-52 74-47,-3 3 18,-7 10-13,1 1 0,1 0 0,-1 0 0,8-8 0,-11 14-38,18 8 49,-13-4-4,-4-1-1,1 0-1,-1 0 1,0 1 0,-1-1-1,1 1 1,0 0-1,0 0 1,-1 0 0,1 0-1,-1 0 1,1 1-1,1 2 1,-3-5-1,0 1 0,1-1 0,-1 1 0,0-1 0,0 0 0,1 0 0,-1 1 0,0-1-1,1 0 1,-1 0 0,0 0 0,0-1 0,1 1 0,-1 0 0,0 0 0,1-1 0,1 0 0,0 0 1,3-1-11,0 1-1,-1-1 1,1 0-1,-1-1 1,0 1-1,1-1 1,-1 0-1,-1-1 1,1 1-1,0-1 1,-1 0-1,0 0 1,0 0-1,0-1 1,0 1-1,3-7 1,1 2-44,-7 8 51,-1 0 1,0 1-1,1-1 0,-1 0 1,1 0-1,-1 1 1,0-1-1,0 0 1,0 0-1,1 0 1,-1 1-1,0-1 0,0 0 1,0 0-1,0 0 1,0 0-1,0 1 1,0-1-1,0 0 1,-1 0-1,1-1 0,-1 1-5,1 1-1,0-1 0,0 0 0,0 0 0,0 0 0,0 0 0,-1 0 0,2 0 1,-1 0-1,0 0 0,0 0 0,0 0 0,0 0 0,1 0 0,-1 0 0,0 0 1,1 0-1,-1 0 0,1 1 0,-1-1 0,1 0 0,-1 0 0,2-1 0,5-5-111,1 0-1,0 1 0,0-1 0,0 1 1,1 1-1,0 0 0,0 0 1,1 1-1,15-6 0,8 1-129,54-8-1,-16 3 589,-54 11-96,-14 3 850,2 0-1236,160-12-627,-124 9 1020,-38 3 224,-11-13 226,7 13-610,0-1-1,0 1 1,1-1 0,-1 0 0,0 1-1,1-1 1,-1 0 0,0 0-1,1 1 1,-1-1 0,1 0 0,-1 0-1,1 0 1,0 0 0,-1 1 0,1-1-1,0 0 1,0 0 0,-1 0-1,1 0 1,0 0 0,0 0 0,0-1-1,1-1-64,0 1-1,0 0 0,0 0 1,0 0-1,0 0 0,0 0 1,1 0-1,-1 1 0,1-1 1,-1 0-1,1 1 1,0-1-1,0 1 0,0-1 1,-1 1-1,1 0 0,0 0 1,1 0-1,-1 0 0,0 0 1,0 0-1,0 1 0,0-1 1,1 1-1,-1 0 0,0-1 1,1 1-1,-1 0 1,0 0-1,0 0 0,1 1 1,-1-1-1,0 0 0,0 1 1,3 0-1,0 1-24,-1-1 0,1 1 0,-1 0 0,0 0 0,0 1 0,1-1 0,-1 1 0,-1 0 0,1 0 0,0 0 0,-1 0 0,1 0 0,-1 1 0,0 0 0,0 0 0,-1 0 0,1 0 0,-1 0 0,0 0 0,0 1 0,0-1 0,-1 1 0,1-1 0,-1 1 0,0 0 0,-1-1 0,1 8 0,0 2 0,0 0 0,-1 0 0,-1-1 0,0 1 0,-1 0 0,-1 0 0,0-1 0,-6 18 0,-11 13 0,-1-1 0,-1 0 0,-3-2 0,-2-1 0,-42 49 0,61-79-503,0 1 0,1 0 0,0 0 0,0 1-1,-7 19 1,13-29 199,0 0-1,0 0 1,1 0-1,-1 0 0,1 0 1,0 0-1,0 1 0,0-1 1,0 0-1,0 0 1,0 0-1,0 0 0,1 0 1,-1 1-1,1-1 0,-1 0 1,3 3-1,-2-3-44,1-1 0,-1 1-1,1 0 1,0-1 0,0 0 0,0 1-1,0-1 1,0 0 0,0 0 0,0 0-1,0 0 1,0 0 0,0 0 0,1-1-1,-1 1 1,0-1 0,1 0 0,-1 0-1,0 1 1,4-2 0,36-4-5120,20-8-3009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5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89 10349,'35'-36'2333,"-35"35"-2196,1 0-1,-1 0 1,1 0-1,-1 0 1,0 0-1,1 0 1,-1 0-1,0 0 1,0 0-1,0 0 1,0 0-1,0 0 1,0 0-1,0 0 1,0 0-1,0 0 1,0 0-1,-1 1 1,1-1-1,0 0 1,-1 0-1,1 0 1,0 0-1,-1 0 1,1 0-1,-1 0 1,0 1-1,1-1 1,-1 0-1,0 0 1,-5-6 5407,2 2-4112,-7-7-596,11 12-931,-1 0 0,1 0 0,-1 0-1,1 0 1,0 1 0,-1-1 0,1 0-1,-1 0 1,1 0 0,0 0 0,-1 0 0,1 0-1,0 1 1,-1-1 0,1 0 0,0 0-1,-1 1 1,1-1 0,0 0 0,0 0 0,-1 1-1,1-1 1,0 0 0,0 1 0,-1-1-1,1 0 1,0 1 0,0-1 0,0 0 0,0 1-1,-1-1 1,1 0 0,0 1 0,0-1-1,0 1 1,0-1 0,0 0 0,0 1-1,0 0 1,-5 16-6629,-7-2-4485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6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596 67 7589,'-3'-8'1305,"0"0"1,0 0-1,-1 0 1,-1 0-1,1 1 0,-9-10 1,11 15-7,-23 7 940,19-3-1949,0 1 1,0 0 0,0 1 0,1-1 0,-1 1 0,1 0 0,0 0-1,0 1 1,0 0 0,0 0 0,-3 5 0,-10 15 903,-17 30 0,23-36-735,-34 62 2109,-72 172 1,-7 99-1522,121-340-1066,-23 70 19,4 0 0,4 2 0,4 0 0,-5 87 0,17-116 0,3 1 0,2-1 0,3 0 0,2 0 0,2-1 0,3 1 0,24 68 0,-20-80-82,3 0 0,1-2-1,2 0 1,2-2 0,1 0 0,52 59-1,-39-58-656,1-1-1,1-3 0,2-1 1,2-2-1,65 37 0,-30-26-1960,99 39 0,4-16-3718,71 8-6533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7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1049 82 10449,'42'-79'7933,"-40"76"-6304,2 5-9,2 1-1335,0 1 0,0-1 0,-1 1 0,1 0 0,-1 1 0,1 0 0,-2-1 0,1 2 0,0-1 0,-1 0 0,0 1-1,0 0 1,-1 0 0,1 0 0,3 10 0,5 15 742,16 63 0,-26-86-895,13 53 333,-4 0 0,-2 1 0,-3 1 0,-3-1 0,-2 1 0,-3-1 0,-3 1 0,-24 118 0,11-109-452,-3-2 0,-4 0 0,-2-1 0,-3-2 0,-3-1 0,-3-1-1,-57 77 1,16-40-1376,-6-3 0,-3-4-1,-108 91 1,90-98-4735,-139 89 0,86-76-5933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2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1 274 12797,'20'-12'2100,"-30"0"-263,3-3-85,10-6 36,1 0-92,12 0-208,25-18-292,16 15-204,23-4-232,30 4-168,38 6-119,33 0-265,30 9-709,27 3-459,19 0-860,18 12-1008,10 0-3553,-4 6-5824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8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280 768 16297,'-24'-3'1380,"16"3"-459,0-1 0,0-1 0,0 1 0,1-1 0,-11-4 0,16 6-617,1 0 0,-1 0 0,0 1 0,0-1 0,0 1 0,0-1 1,1 1-1,-1 0 0,0 0 0,0 0 0,1 0 0,-1 0 0,1 0 0,-1 0 1,1 0-1,-1 1 0,1-1 0,0 1 0,0-1 0,0 1 0,0-1 0,-2 3 1,-31 47 1826,29-43-1871,-13 22-239,2 2 1,0 0 0,2 0-1,2 2 1,1 0-1,1 0 1,2 1-1,-4 36 1,9-44-24,1 0 1,2 1-1,1 0 1,0-1 0,2 0-1,2 1 1,0-1-1,2-1 1,0 1-1,22 47 1,-24-63 1,1 0 0,0-1 0,0 0 0,1 0 0,0-1 0,12 13 0,-16-19 0,1 0 0,-1-1 0,0 1 0,1-1 0,0 1 0,-1-1 0,1 0 0,0-1 0,0 1 0,0-1 0,0 0 0,1 0 0,-1 0 0,0 0 0,0-1 0,1 1 0,-1-1 0,0 0 0,0-1 0,1 1 0,6-2 0,-5 0 0,0 1 0,-1-1 0,1-1 0,0 1 0,-1-1 0,0 0 0,1 0 0,-1-1 0,0 1 0,-1-1 0,1 0 0,-1-1 0,0 1 0,0-1 0,0 1 0,0-1 0,-1 0 0,0-1 0,0 1 0,0-1 0,-1 1 0,0-1 0,0 0 0,0 0 0,0-6 0,3-13 0,-1 0 0,-1 0 0,-2-1 0,-1 1 0,-4-44 0,-31-128 0,20 120 0,6 37-18,3-1 0,1 0-1,3 0 1,3-73 0,1 98-133,0-1 0,2 1 0,-1 0 0,2 0 0,0 0 0,1 1 1,1-1-1,0 1 0,1 1 0,0 0 0,2 0 0,-1 0 0,2 1 0,19-19 0,4 2-396,1 2 0,1 1 0,79-43 0,131-46-694,-21 10 1300,-189 86 646,55-42 0,-16 1 3141,-87 83-3394,8-11-435,-10 30-17,2 0 0,2 1 0,-6 56 0,5-27 0,-67 473 0,-15 79 0,-70 65 0,76-388 0,38-119 0,28-57 0,19-111 0,0 0 0,1 0 0,0 0 0,1 0 0,1 0 0,0 0 0,0 0 0,7 25 0,-7-37 0,0 1 0,-1 0 0,1 0 0,0-1 0,0 1 0,0-1 0,0 1 0,0-1 0,0 1 0,1-1 0,-1 0 0,0 1 0,1-1 0,-1 0 0,1 0 0,-1 0 0,1 0 0,-1 0 0,1 0 0,0-1 0,0 1 0,-1-1 0,1 1 0,0-1 0,0 1 0,0-1 0,1 0 0,0 0 0,0 0 0,0-1 0,0 1 0,-1-1 0,1 0 0,0 0 0,0 0 0,-1 0 0,1 0 0,-1 0 0,1-1 0,-1 1 0,0-1 0,1 0 0,-1 0 0,2-2 0,4-5-25,-1-1-1,0 0 1,0-1 0,-1 1-1,0-1 1,-1-1-1,0 1 1,-1-1 0,0 0-1,-1 1 1,2-16 0,2-19-320,0-75 0,-6 105 312,-3-91-167,-4 1 1,-27-139-1,13 120 473,-2-137 0,21 240-220,2 0-1,0 0 1,2 0 0,0 0-1,1 1 1,1 0-1,2 0 1,14-36 0,-14 44-52,0 0 0,1 0-1,1 1 1,0 0 0,0 0 0,1 1 0,1 0 0,0 1 0,0 1-1,1-1 1,0 2 0,1-1 0,22-10 0,4 2-608,1 2 1,0 1 0,63-12-1,-31 13-2884,87-5-1,-71 16-3890,-4 6-5016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0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11 191 9101,'0'23'1859,"-1"-9"4339,-8 14 7760,79-35-13450,0 4-1,104 8 0,-93-2-378,1177-16-129,-865-25 22,-275 21-156,149-42 0,-248 54-796,34-15 0,-48 17 234,0 1-1,0-1 1,0-1-1,0 1 1,0 0-1,-1-1 1,0 0-1,0 0 1,0-1-1,6-7 0,-10 11 367,1 0 0,0 0-1,-1 0 1,1 0-1,0 0 1,-1-1-1,1 1 1,-1 0 0,0 0-1,1 0 1,-1-1-1,0 1 1,0 0-1,0 0 1,0-1 0,0 1-1,0 0 1,0 0-1,0-1 1,0 1-1,-1 0 1,1 0 0,-1-1-1,1 1 1,-1 0-1,1 0 1,-1 0-1,1 0 1,-2-1 0,-8-16-9773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1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777 91 13493,'-7'-8'-5,"-28"-33"3544,-3 0 6166,39 47-7756,3 14-1299,2-1-1,0 0 0,1 0 0,14 27 1,12 24-283,1 1-131,39 115 0,-58-136-236,-2 0 0,-2 1 0,-2 1 0,-3-1 0,-2 1 0,-2 0 0,-6 65 0,0-82 0,-1-1 0,-1 1 0,-2-1 0,-2 0 0,-1-1 0,-1 0 0,-2-1 0,-1 0 0,-2-2 0,-1 1 0,-36 45 0,15-31 45,-2-3-1,-2-1 1,-72 52-1,-155 88-1257,112-79-4719,145-94 3819,1 1-1,0 1 1,-11 11 0,14-11-2621,1 1 1,-12 20-1,19-31 4572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31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70 16289,'-33'-21'2817,"26"6"-721,-3 6 1028,-3-3-2136,-1 0-888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5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593 627 15777,'-12'1'1076,"-18"-5"9449,28 3-10305,1 1 1,-1 0-1,0 0 1,1 0-1,-1 0 1,0 0-1,1 0 1,-1 0-1,0 1 1,1-1-1,-1 1 1,1-1-1,-1 1 1,1-1-1,-1 1 0,1 0 1,-1 0-1,1 0 1,0 0-1,-2 1 1,-30 28 462,21-17-607,-32 33-76,2 1 0,1 3 0,3 1 0,3 2 0,1 1 0,4 1 0,1 2 0,3 1 0,-26 87 0,-48 143 0,99-275 0,7-12 0,7-7 0,-13 5 0,8-6 0,-1-1 0,0-1 0,0 0 0,0 0 0,-1 0 0,-1 0 0,1-1 0,-2 0 0,8-21 0,1-1 0,430-865 0,-388 800 0,4 2 0,117-143 0,-163 224 0,1-1 0,0 2 0,0 0 0,2 1 0,24-16 0,-35 25 0,0 0 0,0 0 0,0 1 0,0 0 0,0 0 0,1 1 0,-1-1 0,0 1 0,1 0 0,-1 0 0,1 1 0,-1 0 0,1 0 0,-1 0 0,1 1 0,-1-1 0,1 1 0,-1 1 0,1-1 0,-1 1 0,0 0 0,0 0 0,9 5 0,-6-1 0,-1-1 0,0 1 0,-1 1 0,1-1 0,-1 1 0,-1 0 0,1 0 0,-1 1 0,0 0 0,-1-1 0,6 16 0,1 3 0,-3 0 0,10 44 0,-7-9 0,-3 1 0,1 103 0,-19 128 0,-144 1056 0,146-1296-28,-15 125 87,22-156-117,0 0 0,2 0-1,0 0 1,2 0 0,8 39-1,-10-61-117,-1 1-1,0 0 0,0-1 0,0 1 1,0 0-1,0-1 0,1 1 0,-1 0 0,0-1 1,0 1-1,1 0 0,-1-1 0,0 1 1,1-1-1,-1 1 0,1-1 0,-1 1 1,1-1-1,-1 1 0,1-1 0,-1 1 1,1-1-1,0 0 0,-1 1 0,1-1 1,0 0-1,-1 0 0,1 1 0,-1-1 1,1 0-1,0 0 0,0 0 0,-1 0 0,1 0 1,0 0-1,-1 0 0,1 0 0,0 0 1,-1 0-1,1 0 0,0 0 0,-1 0 1,1-1-1,0 1 0,-1 0 0,1-1 1,0 1-1,-1 0 0,1-1 0,-1 1 1,1-1-1,-1 1 0,1 0 0,-1-1 0,1 0 1,26-31-7097,-5-13-5020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6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198 151 14757,'-124'-27'3149,"98"33"-385,2-18-24,1 3 3497,40-9-4913,19 0-284,15 12-332,19 2-660,20-2-364,21 3-708,23 0-660,3-6-460,11 0-685,-1-3-683,10 0-2781,-6 3-5688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6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16341,'28'14'7470,"11"19"-3831,-14-12-2037,23 20 149,43 48 0,-28-18-1680,-4 3 0,88 141 0,-102-135-71,-4 1 0,44 122 0,-65-139 0,-15-43 0,1-1 0,1-1 0,16 32 0,-22-49 0,0 0 0,0-1 0,0 1 0,0 0 0,0-1 0,0 1 0,0-1 0,1 0 0,-1 1 0,0-1 0,1 0 0,0 0 0,-1 0 0,1 0 0,0 0 0,-1 0 0,1 0 0,0 0 0,3 0 0,-3-1 0,0 0 0,-1 0 0,1 0 0,-1-1 0,1 1 0,0-1 0,-1 1 0,1-1 0,-1 0 0,1 1 0,-1-1 0,1 0 0,-1 0 0,0 0 0,1 0 0,-1 0 0,0 0 0,1-2 0,6-8 0,0 0 0,-1 0 0,0 0 0,8-21 0,-12 25 0,13-27-7,42-91-45,137-217-1,-24 116-4950,-42 90-6247,-55 70-2168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6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0 274 12181,'21'-6'676,"-12"2"-214,0 2-1,1-1 1,-1 1 0,0 1-1,1-1 1,16 1-1,15 1 562,0-3 0,-1-2 0,0-1 1,0-2-1,0-1 0,-1-3 0,73-31 0,-109 42-909,-1 0 1,0-1-1,0 1 0,0-1 1,1 1-1,-2-1 1,1 0-1,0 0 0,0 0 1,0 0-1,-1 0 0,1 0 1,-1 0-1,0-1 1,0 1-1,0 0 0,0-1 1,0 1-1,0-1 0,0 1 1,-1-1-1,1 1 1,-1-1-1,0 0 0,0 1 1,0-4-1,-1 2 35,1 1 0,-1-1 0,1 0 0,-1 1 0,0-1 0,-1 1 0,1-1 0,-1 1-1,1 0 1,-1-1 0,0 1 0,0 0 0,-1 0 0,1 0 0,-1 1 0,1-1 0,-1 1 0,-3-3 0,-2-1-54,0 1 1,0 0-1,-1 1 0,1 0 1,-1 0-1,0 1 1,-1 0-1,1 0 1,0 1-1,-1 0 0,1 1 1,-1 0-1,0 1 1,1 0-1,-1 0 0,0 1 1,1 0-1,-1 1 1,1 0-1,-1 0 1,1 1-1,0 0 0,0 1 1,0 0-1,1 1 1,-14 8-1,7-3-95,1 1 0,0 1 0,1 0 0,0 0 0,1 2 0,0 0 0,1 0 0,1 1 0,0 0 0,1 0 0,1 1 0,0 1 0,1-1 0,1 1 0,1 0 0,0 1 0,1-1 0,1 1 0,0 0 0,2 0 0,0 0 0,1 0 0,1 0 0,0 0 0,1 0 0,6 19 0,-3-20-33,1-1 0,0 0 0,2 0 0,0-1 0,0 0 0,1 0 1,1-1-1,1 0 0,0 0 0,1-1 0,0-1 0,1 0 0,0-1 0,1 0 0,0-1 0,0-1 0,1 0 0,1-1 1,0-1-1,0 0 0,0-1 0,0 0 0,34 5 0,-15-5-2188,1-2-1,37-1 1,-48-3-2895,44-7 0,-18-4-6981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7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15 289 13069,'0'0'5303,"3"3"-2860,12 8-1650,1 2 1,-2 0-1,0 0 1,-1 1-1,0 1 1,-1 0-1,0 1 1,10 20 0,-9-13-484,-1 1 0,-2 1 0,0 0 0,-2 0 0,8 36 0,-13-46-236,-1 1 0,0 0 0,-2 0 0,0 0 0,0 0 0,-2 0 0,0 0 0,0-1 0,-2 1 0,-6 19 0,3-16-36,-1 0-1,-1-1 0,0 0 0,-2 0 0,0-1 0,-1-1 0,0 1 0,-1-2 0,-20 18 0,31-31-21,-1 0-1,1 0 1,-1 0 0,0-1-1,1 1 1,-1-1-1,0 0 1,0 1 0,0-1-1,-1-1 1,1 1-1,0 0 1,0-1 0,-5 1-1,6-1 8,1 0 0,0 0 0,-1-1 0,1 1-1,0 0 1,0 0 0,-1-1 0,1 1 0,0-1 0,0 1-1,-1-1 1,1 0 0,0 1 0,0-1 0,0 0 0,0 0-1,0 0 1,0 1 0,0-1 0,0 0 0,1 0 0,-1-1-1,0 1 1,0 0 0,1 0 0,-1 0 0,1 0 0,-1-1-1,1 1 1,-1 0 0,1 0 0,0-1 0,0 1 0,0 0-1,0-3 1,0-5 54,1-1-1,1 1 0,0 0 0,0-1 1,1 1-1,0 0 0,5-9 0,-4 8-44,14-31-90,1 1 0,3 0 1,1 2-1,1 0 0,42-47 1,-9 21-1749,121-105-1,-111 114 11,1 3 0,3 3 0,81-42 0,-107 68 645,1 2 0,1 2-1,0 1 1,2 3 0,0 2 0,79-10 0,-102 21 870,1 0-1,-1 2 1,1 2-1,25 3 1,-29-1 1765,0 1 1,32 12 4474,-58 1-4136,1-14-1719,0 0 0,0 0 0,-1 0 0,1-1 0,-1 1 0,0-1 0,0 1 0,0-1 0,0 0 0,0 0 0,-1-1-1,1 1 1,-1-1 0,-6 3 0,-21 18 295,19-12-236,-167 156-1213,171-159 854,2 0 0,-1 0 1,1 0-1,0 1 1,1 0-1,-5 9 1,11-17 184,0 0 1,0 0 0,0 0 0,0 0-1,1-1 1,-1 1 0,0-1-1,1 1 1,-1-1 0,0 1 0,1-1-1,1 1 1,-2-1 4,11 2 90,0 0 0,0-1 0,0-1 0,0 0 0,0 0 0,1-1 0,-1 0 0,20-6 0,-7 2 230,-1 2 139,1 1 0,-1 0 1,0 2-1,1 1 0,-1 1 0,0 1 1,0 1-1,0 1 0,32 12 0,105 49 857,-119-46-1054,1-2 1,86 24 0,-118-41-249,1 0-1,-1 0 1,0-1 0,1 0 0,-1-1 0,0-1 0,1 0-1,-1 0 1,0-1 0,0 0 0,16-8 0,-8 3 45,-1 0 0,0-1 1,-1-1-1,0-1 0,-1 0 0,0-1 1,-1-1-1,0-1 0,16-19 0,8-14 407,53-87 0,-45 64-248,-39 58-149,-7 10-32,-5 2-21,-2 2-7,1 0-1,-1 0 1,0 1 0,1 0 0,0 0-1,-1 0 1,1 0 0,0 1-1,1 0 1,-1 0 0,1 1 0,0-1-1,0 1 1,0 0 0,0 0-1,-3 8 1,-10 14-196,-22 53 0,37-77 172,0 2-18,0 1 1,0-1 0,1 0 0,-1 0 0,1 1-1,1-1 1,-1 0 0,0 1 0,2 10-1,-1-14 34,0-1-1,1 1 0,-1-1 0,0 1 0,1-1 0,0 1 0,-1-1 0,1 0 0,0 1 0,0-1 0,0 0 0,0 1 0,0-1 0,0 0 0,0 0 0,0 0 0,0 0 0,0 0 0,1 0 0,-1 0 0,0 0 0,1-1 0,-1 1 0,1 0 0,-1-1 0,1 1 0,-1-1 0,1 0 0,-1 1 0,1-1 1,-1 0-1,1 0 0,0 0 0,-1 0 0,1 0 0,-1 0 0,1-1 0,-1 1 0,3-1 0,7-2 57,0 0-1,0 0 1,0-1 0,0-1 0,0 0-1,-1 0 1,0-1 0,10-8 0,-9 7 94,0 0 1,0 1 0,1 0 0,0 0 0,0 1-1,13-3 1,-22 7-133,0 1-1,0 0 1,0 0-1,0 0 1,0 0-1,-1 0 1,1 1-1,0-1 1,0 1-1,0 0 1,0 0-1,-1 0 1,1 0-1,0 0 1,-1 1-1,1-1 1,-1 1-1,1-1 0,-1 1 1,0 0-1,0 0 1,0 0-1,0 0 1,0 1-1,0-1 1,2 4-1,1 2-13,0 1-1,-1-1 0,0 1 0,-1 0 0,1 0 1,-2 0-1,3 10 0,1 20 2,-2 0 0,-1 0 0,-2 0 0,-7 72 0,-5-34 0,-30 111 0,31-150 0,-2-1 0,-2 0 0,-1-1 0,-2-1 0,-2-1 0,-24 36 0,24-43 0,-1-2 0,-2-1 0,0 0 0,-1-2 0,-2-1 0,0 0 0,-49 29 0,44-32 0,-1-2 0,0-1 0,-1-1 0,-1-2 0,0-2 0,0 0 0,-64 8 0,94-18 0,1 0 0,0 1 0,-1-1 0,1 0 0,0 0 0,-1 0 0,1 0 0,0-1 0,-1 1 0,1 0 0,0-1 0,-1 0 0,1 0 0,0 0 0,0 0 0,0 0 0,0 0 0,0 0 0,-2-2 0,3 2 0,0-1 0,1 1 0,-1 0 0,0-1 0,1 1 0,0-1 0,-1 1 0,1 0 0,0-1 0,0 1 0,0-1 0,0 1 0,0-1 0,0 1 0,0-1 0,0 1 0,1 0 0,-1-1 0,0 1 0,1-1 0,-1 1 0,2-2 0,4-8 0,0 0 0,0 1 0,1 0 0,0 0 0,14-13 0,40-35-27,3 2 0,97-64 0,-97 73-107,76-54-358,357-276-969,-267 182 976,-160 130 522,70-84 1,-124 130 144,-1-1 1,-1-1 0,12-22-1,-25 39-81,1 1 0,0-1 0,-1 1-1,0-1 1,0 0 0,0 1 0,0-1-1,0 0 1,-1 0 0,0 0-1,0 0 1,0-4 0,0 7-87,-1 0 0,1-1 0,0 1 0,-1 0 1,1 0-1,-1 0 0,1 0 0,-1 0 0,0 0 0,1 0 1,-1 0-1,0 0 0,0 0 0,0 0 0,1 0 0,-1 1 1,0-1-1,0 0 0,0 1 0,0-1 0,0 1 0,0-1 1,-1 1-1,1-1 0,0 1 0,0 0 0,0-1 0,0 1 1,-1 0-1,1 0 0,0 0 0,0 0 0,0 0 0,-1 0 0,1 0 1,0 0-1,-1 1 0,-9 1-14,1 1 0,-1 0 0,1 1 0,0 0 0,0 0 0,1 1 0,-1 0 0,1 1 0,0 0 0,1 1 0,-1 0 0,1 0 0,-12 15 0,0 0 0,2 1 0,1 1 0,1 1 0,-14 29 0,20-33 3,1 0-1,1 0 1,1 0-1,1 1 1,1 0 0,1 1-1,1-1 1,1 1 0,1 0-1,1-1 1,5 42-1,-3-48-22,0-1-1,2 0 1,0 0 0,0 0-1,2 0 1,0-1-1,0 0 1,1 0-1,1-1 1,1 0-1,-1 0 1,2-1-1,0 0 1,0 0-1,1-1 1,1-1 0,0 0-1,17 11 1,1-4-1543,0-1 0,37 13 1,72 16-9070,-16-14-3474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49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1119 1264 9709,'15'-26'1017,"-11"20"-581,0 0 0,0-1-1,-1 0 1,0 0-1,-1 0 1,1 0 0,-1 0-1,2-11 1,0-2 1054,-2 14-655,0-1 0,-1 0-1,0 0 1,0 1 0,-1-1 0,0-12 0,-1 17-630,1-1 0,-1 1 0,0 0 0,0-1 0,0 1 0,0 0 0,0 0 0,0 0 0,-1 0 0,1 0 0,-1 0 0,1 0 0,-1 0 0,0 0 0,0 1 0,0-1 0,0 1 0,0-1 0,0 1 0,0 0 0,0 0-1,-1 0 1,-3-1 0,-8-3 278,0 1 1,0 1-1,0 1 0,0 0 0,0 1 0,-1 0 0,1 1 0,-24 3 0,-12 4 256,-53 15 0,84-18-720,-38 10-8,-60 23 0,-139 72-11,59-4 0,169-87 0,0 0 0,2 2 0,0 1 0,-35 37 0,60-57 0,0 0 0,0-1 0,0 1 0,0 0 0,0 0 0,0 0 0,0 0 0,0 0 0,1 0 0,-1 0 0,1 0 0,-1 1 0,0-1 0,1 0 0,0 0 0,-1 0 0,1 1 0,0-1 0,0 0 0,-1 1 0,1-1 0,0 0 0,0 0 0,0 1 0,1-1 0,-1 0 0,0 1 0,0-1 0,1 0 0,-1 0 0,1 0 0,-1 1 0,1-1 0,0 1 0,1 0 0,0-1 0,0 1 0,0-1 0,0 0 0,1 1 0,-1-1 0,0 0 0,1-1 0,-1 1 0,0 0 0,1-1 0,-1 1 0,1-1 0,-1 0 0,1 0 0,2 0 0,21-1 0,1-1 0,-1-1 0,0-2 0,43-13 0,102-44 0,-32 10 0,-117 44 0,1 1 0,1 2 0,36-5 0,-46 9 0,1 1 0,-1 1 0,0 0 0,-1 1 0,1 0 0,0 1 0,19 7 0,102 46 0,-95-38 0,0-1 0,1-2 0,48 11 0,-62-21 0,0-1 0,0-1 0,0-1 0,0-2 0,0 0 0,1-2 0,-1-1 0,32-8 0,-38 5 0,-1 0 0,0-2 0,0 0 0,0-1 0,-1-1 0,0 0 0,-1-2 0,0 0 0,-1-1 0,30-30 0,-20 13 0,-1-2 0,-2-1 0,-1 0 0,-2-2 0,26-54 0,65-196 0,-67 161 0,10-39 0,-50 152 0,-2 14 0,0 16 0,-3-17 0,3 38 0,-5 57 0,0-60 0,2 0 0,7 63 0,-2-73 0,0 0 0,2 0 0,1-1 0,2 0 0,0-1 0,2 0 0,0 0 0,27 37 0,-32-52 0,1-1 0,-1 1 0,2-2 0,-1 1 0,1-2 0,0 1 0,1-1 0,0 0 0,0-1 0,0 0 0,1-1 0,0 0 0,0 0 0,1-1 0,-1-1 0,1 0 0,-1-1 0,1 0 0,0 0 0,0-2 0,0 1 0,16-2 0,-17-1 0,1 0 0,-1 0 0,0-1 0,0 0 0,0-1 0,-1 0 0,1-1 0,-1 0 0,16-10 0,-12 5 0,0-1 0,-1-1 0,-1 0 0,0 0 0,18-25 0,-7 3 0,-1-2 0,-2 0 0,-2-1 0,22-61 0,15-70 0,66-345 0,-120 506 0,3-9 0,-1-1 0,-1 1 0,0-1 0,-1 0 0,-1 1 0,-1-1 0,-3-24 0,4 40 0,-1 0 0,1 0 0,0 0 0,-1 1 0,1-1 0,-1 0 0,1 0 0,-1 0 0,1 0 0,-1 1 0,1-1 0,-1 0 0,0 1 0,0-1 0,1 0 0,-1 1 0,0-1 0,0 1 0,0-1 0,1 1 0,-1 0 0,0-1 0,0 1 0,0 0 0,0 0 0,0-1 0,0 1 0,0 0 0,0 0 0,0 0 0,0 0 0,0 0 0,0 0 0,0 0 0,0 1 0,1-1 0,-1 0 0,0 0 0,0 1 0,0-1 0,0 1 0,0-1 0,0 1 0,1-1 0,-3 2 0,-3 1 0,0 1 0,0 0 0,0 1 0,-10 8 0,2 4 0,1 0 0,0 1 0,1 0 0,1 1 0,1 1 0,0 0 0,-7 24 0,3-11 0,-28 71 0,-46 167 0,71-198 0,2 0 0,4 0 0,-2 101 0,13-151 37,1 0 0,0 0 0,2 0 0,1 0 0,1 0 0,0-1 0,12 28 0,-10-33-407,1-2 0,0 1 0,1-1-1,1 0 1,1-1 0,-1 0 0,2-1 0,0 0 0,1 0-1,15 11 1,39 23-9000,9-4-7267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1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291 104 12741,'0'-5'207,"0"2"83,1 0 0,-1 1-1,0-1 1,0 0 0,-1 0 0,1 0 0,-1 1 0,1-1 0,-1 0 0,0 1 0,0-1 0,0 0 0,0 1-1,0 0 1,-1-1 0,1 1 0,-1 0 0,0-1 0,1 1 0,-1 0 0,0 0 0,0 0 0,-1 1 0,1-1 0,0 0-1,0 1 1,-5-3 0,5 4 130,1-1 0,-1 0-1,0 1 1,0-1 0,0 1-1,0-1 1,0 1 0,1 0-1,-1 0 1,0 0 0,0 0-1,0 0 1,0 0 0,0 0-1,-3 2 1,2-1-160,0 0 0,0 0-1,0 1 1,0-1 0,1 1 0,-1 0 0,0 0 0,-3 4-1,-1 1 46,1 0 0,1 0-1,-1 1 1,1 0-1,-8 16 1,-15 38-188,3 0 0,3 1 1,2 2-1,3 0 0,3 1 1,-9 115-1,22-162-117,1 1 0,1-1 0,1 0 0,1 0 0,0 0 0,1 0 0,8 22 0,-8-32 0,0 1 0,0-1 0,1 0 0,0 0 0,0 0 0,1-1 0,1 0 0,-1 0 0,1-1 0,0 1 0,1-2 0,0 1 0,0-1 0,0 0 0,11 5 0,-5-4 0,0-1 0,0-1 0,1-1 0,0 1 0,0-2 0,0 0 0,0-1 0,0-1 0,1 0 0,-1-1 0,0-1 0,1 0 0,-1-1 0,0-1 0,0 0 0,0-1 0,-1 0 0,1-2 0,-1 1 0,0-2 0,21-13 0,-15 8 0,0-1 0,-1-1 0,-1-1 0,0-1 0,-1 0 0,-1-2 0,0 0 0,-2 0 0,0-1 0,-1-1 0,-1 0 0,0-1 0,12-33 0,-15 26 0,-1 0 0,-1-1 0,-2 0 0,0 0 0,-2 0 0,-2 0 0,0-1 0,-2 1 0,-1-1 0,-2 1 0,-11-47 0,10 58 0,-1 0 0,-1 0 0,0 1 0,-1 0 0,-1 0 0,-1 1 0,0 1 0,-18-21 0,18 25 0,-1 0 0,0 1 0,0 0 0,-1 1 0,-1 1 0,1 0 0,-1 0 0,-1 1 0,0 1 0,1 0 0,-23-5 0,23 8-112,-1 0 0,0 1 0,0 0 0,0 1 0,0 1-1,0 0 1,0 1 0,0 1 0,-16 3 0,16-1-822,1-1 0,0 2 0,1 0-1,-1 0 1,-18 13 0,26-15 198,1 0 0,0 0 0,0 1 0,1 0 0,-1 0 0,1 0 1,0 0-1,0 0 0,0 1 0,0-1 0,1 1 0,0 0 0,0 0 0,-2 7 0,-7 28-11282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1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128 346 14885,'-1'-1'262,"1"-1"-1,0 1 1,-1 0 0,1-1-1,-1 1 1,1-1-1,-1 1 1,1-1-1,-1 1 1,0 0 0,0 0-1,0-1 1,0 1-1,0 0 1,0 0-1,0 0 1,0 0-1,0 0 1,-1 0 0,1 0-1,0 1 1,-1-1-1,1 0 1,-2 0-1,1 0 279,0 0-1,-1-1 0,1 1 0,0 0 0,0-1 0,0 0 0,0 1 0,0-1 1,-1-2-1,-19 28 3453,13-8-3757,1 0-1,1 0 1,0 0-1,1 1 1,1 0-1,1 0 1,0 1-1,-2 29 1,3 2-311,6 95 0,-1-118 76,1 0 0,1-1 0,1 1 0,10 29 0,-11-46 0,-1 1 0,1-1 0,0 0 0,1-1 0,0 1 0,0-1 0,1 0 0,0 0 0,1 0 0,0-1 0,0 0 0,0 0 0,15 10 0,-16-14 0,0 0 0,1 0-1,-1-1 1,0 0 0,1 0 0,0 0-1,-1-1 1,1 0 0,0 0 0,11-1-1,4-1-276,43-8 0,-47 5 100,1 2 0,-1 0 1,25 0-1,-16 5 12,0 2 1,48 13-1,-58-13 73,4 1-29,1-1 1,-1-1-1,1-1 1,0-1-1,37-1 1,-47-2 81,0-1 1,0 1-1,0-2 1,-1 0-1,1 0 1,-1-1 0,0-1-1,0 0 1,0 0-1,-1-1 1,0 0-1,13-12 1,-4 1 103,0-1 0,-2-1 0,0-1 0,-2-1 0,0 0-1,-1 0 1,-1-2 0,15-36 0,6-25 937,23-93-1,-49 151-768,67-207 41,-56 181-281,3 1 0,34-60 0,-56 110 7,1 0 0,-1 0 0,0 0 0,1 1 0,-1-1 0,0 0 0,1 0 0,-1 1 0,1-1 0,-1 0 0,1 0 0,0 1 0,-1-1 0,1 1 0,0-1 0,-1 1 0,1-1 0,0 1 0,0-1 0,0 1 0,-1-1 0,1 1 0,2-1 0,-2 2 0,0-1 0,1 1 0,-1-1 0,0 1 0,1 0 0,-1-1 0,0 1 0,0 0 0,0 0 0,0 0 0,0 0 0,0 0 0,0 0 0,0 0 0,0 0 0,0 0 0,-1 1 0,2 1 0,9 26 0,-8-8 0,0 1 0,-2 0 0,-1 0 0,-2 23 0,0 11 0,-4 143 14,2 103-451,7-219-2508,-1-4-2029,8-2-4647,2-31-2199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2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44 531 15561,'-5'-2'466,"1"0"-1,0-1 0,1 1 1,-1-1-1,0 0 0,1 0 1,-1 0-1,-3-6 0,6 8-369,1 0 0,-1 0 0,0 0 0,1 1 1,-1-1-1,1 0 0,0 0 0,-1 0 0,1 0 0,0-1 0,0 1 0,0 0 0,-1 0 0,1 0 1,0 0-1,0 0 0,0 0 0,1 0 0,-1 0 0,0 0 0,0 0 0,1 0 0,-1 0 0,0 0 1,1 0-1,-1 0 0,1 0 0,-1 0 0,1 0 0,0 0 0,-1 1 0,1-1 0,0 0 0,0 0 0,-1 1 1,1-1-1,0 0 0,0 1 0,0-1 0,0 1 0,0-1 0,0 1 0,0-1 0,0 1 0,2-1 1,13-5 338,1-1 0,0 2 1,0 0-1,1 1 1,19-1-1,95-5-224,-57 6-627,339-37-5556,-107-7-261,-262 37 5641,0-1 0,0-2 0,-2-2 0,70-37 0,-94 41 1409,-2-2-1,1 0 0,-2-1 0,0 0 1,-1-2-1,25-33 0,-37 46-304,1-1 0,-1 1 1,-1-1-1,1 0 0,0 0 0,-1 0 0,2-8 0,0-23 7330,-13 48-4522,-16 32-3230,2 0 0,1 1 0,-27 88 0,15-40-68,13-37-22,-70 192 0,70-181 0,-21 121 0,39-169-531,1 0 0,1 0-1,1 0 1,1 0 0,0 0 0,6 24 0,8 8-4832,9-5-4518,-11-24-940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2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38 352 12965,'-1'-2'233,"-1"1"-1,1-1 1,0 0 0,-1 0-1,1 1 1,0-1 0,0 0-1,0 0 1,1 0 0,-1 0-1,0 0 1,1 0 0,-1 0-1,1-1 1,0 1 0,0 0-1,0 0 1,0 0 0,0 0-1,1-4 1,0 4-57,-1 0 0,1 1 0,1-1 0,-1 1 0,0 0 0,0-1 0,0 1 0,1 0 0,-1 0 0,1 0 0,-1 0 0,1 0 0,-1 0 0,1 0 0,0 0 0,-1 1 0,1-1 0,0 1 0,2-1 0,4-1 179,1 1 0,-1 0-1,1 1 1,-1-1 0,1 2 0,-1-1 0,0 1 0,1 1 0,15 4 0,-13-2-204,0 0 1,0 1 0,0 0 0,0 1 0,-1 0 0,0 1-1,-1 0 1,1 1 0,11 11 0,-17-14-104,1 1-1,-2-1 1,1 1 0,0 0 0,-1 0-1,0 0 1,0 0 0,-1 1 0,0-1-1,0 1 1,0-1 0,-1 1 0,0 0-1,-1-1 1,1 1 0,-1 0 0,0 0-1,-2 10 1,0-10-29,1 1-1,-1-1 1,-1 1 0,1-1-1,-1 0 1,-1 0-1,1 0 1,-1-1 0,-1 1-1,1-1 1,-1 0-1,0 0 1,0-1 0,-8 8-1,-9 4 42,-1 0 1,-39 22-1,25-16-17,3-5-61,27-15 0,1 0-1,0 1 1,0-1 0,0 1-1,0 0 1,0 1-1,1-1 1,0 1-1,-6 7 1,10-12 4,1 1 0,0-1 0,-1 0 0,1 1 0,0-1 0,0 0 0,-1 1 0,1-1 0,0 1-1,0-1 1,0 0 0,-1 1 0,1-1 0,0 1 0,0-1 0,0 0 0,0 1 0,0-1 0,0 1 0,0-1 0,0 1 0,0-1 0,0 1 0,0-1 0,0 0 0,0 1 0,0-1 0,0 1 0,1-1 0,-1 0 0,0 1 0,0-1 0,0 1 0,1-1 0,-1 1-1,19 5-535,35-10-256,-23-2 588,1-1 0,-1-2 0,-1-2-1,0 0 1,0-2 0,-1-1 0,48-32 0,-36 17 266,-1-2 1,-1-2 0,-2-1 0,44-52 0,28-30 1682,-107 116-1678,1 1-1,-1 0 0,1 0 0,-1 0 1,1 0-1,-1 0 0,1 0 0,-1 1 1,0-1-1,4 4 0,-4-1-17,0 0 0,0 1 0,0 0 0,0-1-1,-1 1 1,1 0 0,0 9 0,2 7 27,4 12 33,5 44 0,-10-54-383,1 1 1,0-1-1,2 0 1,13 34-1,-18-55 238,0 0 0,0-1 0,0 1 0,0 0 0,0-1 0,0 0 0,1 1 0,-1-1 0,0 1 0,1-1 0,-1 0 0,1 0 0,0 0 0,-1 0 0,1 0 0,0 0 0,-1-1 0,1 1 0,0 0 0,0-1 0,0 1 0,0-1 0,0 0 0,-1 0 0,1 0 0,0 0 0,0 0 0,0 0 0,0 0 0,0-1 0,0 1 0,0 0 0,-1-1 0,1 0 0,0 1 0,0-1 0,-1 0 0,3-1-1,9-5-11,0 0 0,-1-1 0,22-17 0,-23 17-32,-6 4 93,0 0 0,0 0 0,0 1 0,1 0 0,-1 0 0,1 1 0,0-1 0,0 1 0,0 0 0,0 1 0,1 0 0,-1 0 0,9-1 0,-7 3 41,-1 0 1,1 0 0,-1 1-1,1-1 1,-1 2-1,0-1 1,0 1-1,0 0 1,0 0-1,11 9 1,28 19 165,-32-21-162,1 1-1,0-2 1,27 13-1,-35-19-57,-1-1 0,0-1-1,1 1 1,-1-1 0,1 0-1,0 0 1,-1-1-1,1 1 1,0-2 0,-1 1-1,1-1 1,-1 0 0,14-3-1,-12 0-3,0 1 1,0-1-1,-1-1 0,1 1 0,-1-1 0,0 0 0,0-1 1,12-12-1,-3 3-10,3-4 9,-1 0 1,-1-1-1,23-34 0,37-73 185,-4 6 507,-14 25 404,-43 65-227,2 1 0,1 1 0,2 1 0,45-49 0,-65 77-762,0 0 0,0 0 1,0 0-1,0 0 0,1 0 1,-1 0-1,0 0 0,0 0 1,0 1-1,0-1 0,0 0 1,0 1-1,0-1 0,0 1 1,0-1-1,0 1 0,1 0 1,1 1 150,-1-1-193,0 0-1,0 1 1,0 0-1,-1-1 1,1 1-1,0 0 1,0 0 0,-1 0-1,0 0 1,1 0-1,-1 0 1,0 1-1,0-1 1,0 0-1,0 1 1,0-1-1,-1 0 1,1 1-1,-1-1 1,1 1-1,-1-1 1,0 1 0,-1 4-1,2 14-101,-5 38 0,3-49 110,-22 128-39,1-6-64,20-111-761,0-1 1,2 1-1,1-1 0,5 31 1,10 21-4708,1-25-3145,-1-12-2860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3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0 176 10413,'28'-34'914,"-19"21"-273,1 1-1,1 1 1,0 0-1,25-19 1,-24 22-200,1 0-1,0 1 1,1 0-1,0 1 1,0 0 0,0 1-1,0 1 1,1 1-1,0 0 1,21-2 0,-9 3-145,0 2 0,0 0 1,0 2-1,51 9 1,-71-10-266,1 1 1,0 1-1,-1-1 1,1 1 0,-1 0-1,0 1 1,0 0-1,0 0 1,0 0-1,11 11 1,-14-11-36,0 1 0,0-1 0,-1 1 1,1 0-1,-1 0 0,0 0 0,0 1 0,-1-1 0,0 1 0,0-1 0,0 1 1,0 0-1,-1 0 0,1 9 0,4 37 225,-6-48-121,17 0 210,-14-4-273,1 1 1,-1-1-1,0 1 0,0-1 1,0 0-1,0 0 1,0 0-1,0-1 1,0 1-1,0-1 1,0 0-1,0 0 1,0 0-1,4-2 0,44-26 400,-14 7-164,-27 18-189,0 0 0,1 0 0,-1 1 0,0 0 0,1 1 0,0 0 0,0 1 0,12 0 0,-19 1-57,0 0 0,0 0 0,-1 1 0,1-1 0,0 1 0,-1 0 0,1 0 0,-1 0 0,1 1 1,-1-1-1,1 1 0,-1 0 0,0 0 0,0 0 0,0 0 0,0 1 0,0-1 0,-1 1 0,1 0 0,-1 0 0,1 0 0,-1 0 0,0 0 0,0 0 1,2 6-1,1 6 35,-1 0 1,-1 1 0,0-1 0,-1 1 0,-1 0 0,0-1 0,-1 1 0,-1 0 0,0-1-1,-5 19 1,-3 13 203,-23 69-1,27-99-213,-1 0 0,-1-1 1,-1 0-1,0-1 1,-1 0-1,-15 21 0,11-18 7,-2 2-205,-1 0 1,-1-1-1,-1 0 1,-28 22-1,41-37-432,-1 0-1,0-1 1,0 0-1,0 0 1,-1-1 0,1 1-1,-10 1 1,12-3-2441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3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1 220 11813,'0'-30'2376,"3"0"-292,1 15-347,2 0 571,4-3-1404,0 6-368,-10-9-1020,4 6-716,-8-4-596,1 4-865,-4 0-1887,1 0-3537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5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606 612 9933,'-83'-9'773,"-122"-19"2082,53-8 518,136 31-2850,0-1-1,0-1 1,0 0-1,1-1 1,0-1-1,0 0 0,-13-12 1,25 19-415,1 0 0,0 0-1,-1-1 1,1 1 0,0 0 0,0-1 0,0 1-1,1-1 1,-1 0 0,1 0 0,-1 0 0,1 1 0,0-1-1,-1-5 1,2 6-36,0-1-1,0 1 0,0 0 1,0-1-1,0 1 1,1 0-1,-1-1 0,1 1 1,-1 0-1,1 0 1,0 0-1,0 0 0,0 0 1,0 0-1,0 0 1,2-2-1,3-3 55,0 1 0,0 0 0,1 1 0,0 0 1,0 0-1,0 0 0,0 1 0,1 0 0,0 0 0,11-3 0,38-11 244,2 3-1,0 2 0,64-5 0,295-17 515,9 26-422,-396 9-435,2595 34 963,-891 1-773,-1392-31-220,1519 9 164,-1-30-784,-1423 2-246,-61-10-353,-67-11-619,-208 18-78,-2-4 0,116-41-1,-185 52-138,-1-1-1,31-18 0,-44 19-1286,1-1 0,22-21 0,-40 33 3306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0:55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8949,'20'22'7469,"-13"-19"-6577,0-1 0,1-1 0,0 1 1,10 0-1,55-4 875,-35-1-1080,850 0 3676,-3 32-3818,-171-4-1415,229-13-3507,-314-15-4676,-251 0-1904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1.3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377 15 12501,'0'0'1977,"-1"-1"-1530,-1-1 0,1 1 0,0 0 0,0 0 0,-1-1 0,1 1 0,0 0 0,-1 0 0,1 1 0,-1-1 0,1 0 0,-4-1 0,4 3-257,-1-1 1,1 1-1,-1 0 1,1-1 0,0 1-1,-1 0 1,1 0-1,0 0 1,0 0 0,0 0-1,0 0 1,0 0-1,0 0 1,0 1 0,0-1-1,0 0 1,-1 3-1,-12 29 1828,13-31-1937,-21 63 1611,3 1 0,-13 91 0,-3 10-559,-18 40-462,-63 271-912,79-233-3208,34-201 1104,1-1-1,3 0 1,10 73 0,0-69-3997,8-5-3959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1.8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680 280 10205,'-14'-18'1023,"10"13"-281,-1-1 0,2 0 1,-1 1-1,0-1 0,-4-12 0,7 15-573,1 1-1,-1-1 1,1 0 0,0 1-1,0-1 1,0 0-1,0 1 1,0-1 0,0 0-1,1 1 1,-1-1-1,1 0 1,0 1 0,0-1-1,0 1 1,0-1-1,0 1 1,0 0-1,3-4 1,5-5 67,0 0-1,0 1 1,1 1-1,1-1 1,-1 2-1,2-1 1,-1 1-1,1 1 1,0 0 0,0 1-1,24-8 1,-2 2-12,0 2 1,1 1-1,53-6 1,-58 12-160,-1 2 0,1 0 0,0 2 0,0 2 0,0 1 1,0 0-1,-1 3 0,0 0 0,0 2 0,54 25 0,-66-25-49,0 0 0,-1 1 0,0 1 1,-1 1-1,0 0 0,-1 1 0,25 28 0,-30-29-24,-1-1 0,0 2 0,-1-1 0,0 1 0,-1 0 0,-1 1 0,0-1-1,-1 1 1,0 0 0,-1 1 0,2 18 0,-3-6-15,-1-1 0,-2 1 0,-1-1 0,0 0 0,-2 1 0,-9 27 0,2-15-19,-2 0 1,-2-2 0,-27 51 0,-8-5 7,-3-3 0,-96 113 0,-189 161-82,258-276 113,74-72 5,-28 31 49,33-35-48,0-1 1,0 1 0,0-1-1,0 1 1,0-1 0,0 1-1,1-1 1,-1 1 0,1 0 0,-1 0-1,1-1 1,0 1 0,-1 0-1,1 0 1,0-1 0,0 1-1,0 0 1,0 0 0,1-1 0,-1 1-1,0 0 1,1 0 0,-1-1-1,2 3 1,2 1 2,1-1 0,0 0 0,-1-1 0,1 1-1,1-1 1,-1 0 0,0 0 0,1-1 0,-1 1 0,13 2 0,-11-2 0,146 42 43,-16-6-24,-51-8 28,105 53 0,-152-63-56,-1 1 0,0 2 0,-2 1 0,58 53-1,-84-68 5,0 1 0,0 0-1,-1 1 1,-1 0 0,0 0-1,0 0 1,-2 1 0,1 1-1,-1-1 1,-1 1 0,-1 0-1,5 20 1,-8-23 7,0 0 0,0 0 0,-1 1 0,0-1 0,-1 0 0,0 1 1,-1-1-1,0 0 0,-1 0 0,0 0 0,-1-1 0,0 1 0,0-1 0,-1 0 0,-1 0 0,-11 16 1,3-9 45,-1-1 1,0-1-1,-2 0 1,1-1 0,-2-1-1,0-1 1,0 0 0,-1-1-1,0-1 1,-23 8-1,-5 0 55,-1-2 0,-1-2 0,-63 10 0,-8-8 717,-242 1 1,215-20-22,-212-34 0,332 34-760,1-2 0,-48-14 0,65 14-153,-1 1 1,0-1-1,1-1 1,0 0 0,-12-10-1,16 12-67,0 0 0,0-1 0,0 1 0,1-1 0,-1 0 0,1-1-1,0 1 1,1-1 0,-1 0 0,1 0 0,1 0 0,-1 0 0,1 0 0,0-1 0,0 1 0,1-1-1,-1 0 1,2 1 0,-1-1 0,1 0 0,0 1 0,0-1 0,1 0 0,-1 1 0,4-13 0,1 6-642,-1-1 0,1 1 1,1 0-1,1 0 0,0 0 1,0 1-1,1 0 0,1 0 1,0 1-1,0 1 0,13-12 1,65-52-9143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2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114 228 12437,'-5'4'642,"-8"7"1960,1 1 1,-17 20-1,25-26-2042,0 1-1,0-1 0,0 1 0,1 0 1,0 0-1,0 1 0,1-1 0,-3 12 1,-3 22 489,1 0 1,3 0 0,1 0 0,3 53 0,2-73-921,0 1 0,2 0 1,0-1-1,2 0 1,0 0-1,1 0 1,1-1-1,1 0 0,1 0 1,13 18-1,-12-20-105,2-1 0,0-1 0,0 0-1,2 0 1,0-1 0,1-1 0,30 21-1,-35-29-24,0 0 0,0 0 0,0-1 0,1-1 0,-1 0 0,1-1 0,0 0 0,0-1 0,1 0 0,-1-1 0,0 0 0,0-1 0,1 0 0,21-4 0,-26 3 1,0 0 0,-1-1 0,1 0 0,0 0 0,-1-1 0,1 0 0,-1-1 0,0 1 0,0-1 0,0-1 0,11-8 0,-4 2-1,-1 0 0,0-1 0,-1 0 0,0-1 0,-1 0 0,0-1 0,16-29 0,-11 12-25,-2-1 0,-1-1-1,-2 0 1,-1 0 0,-2-1 0,-1-1-1,-2 1 1,-1-1 0,-1-36 0,-3 40 8,-2 0 1,-1 0-1,-1 0 1,-2 0-1,-1 1 1,-1 0 0,-2 0-1,-1 1 1,-1 0-1,-22-35 1,24 47 3,-1 0-1,0 1 1,-22-23 0,28 34-182,-1 0 0,1 0-1,-1 1 1,1-1 0,-1 1 0,-1 1 0,1-1-1,0 1 1,-1 0 0,0 1 0,1-1 0,-1 1 0,-11-1-1,17 2 66,-1 1 0,0 0 0,0 0 0,0 0 0,0 0 0,1 0 0,-1 0 0,0 0 0,0 1 0,0-1 0,1 1 0,-1-1 0,0 1 0,1 0 0,-1 0 0,0 0 0,1 0 0,-1 0 0,1 0 0,-1 0 0,1 0 0,0 0 0,-1 1 0,1-1 0,0 1 0,0-1 0,0 1 0,0-1 0,0 1 0,0-1 0,1 1 0,-1 0 0,0 0 0,1-1 0,-1 1 0,1 0 0,0 0 0,0 0 0,0 2 0,-1 3-925,1 1 0,0 0 0,1-1 0,0 1 0,0-1 0,1 0 0,-1 1 0,2-1 0,3 8 0,18 29-9661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2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312 338 11681,'-7'0'421,"0"0"-1,0 1 0,0 0 1,-1 0-1,1 0 1,0 1-1,1 0 1,-1 1-1,0 0 1,1 0-1,-1 0 1,1 1-1,0-1 1,0 2-1,1-1 0,-1 1 1,1-1-1,-9 11 1,4-2 376,-1-1 71,1 1 0,0 0 0,1 0 0,0 1 1,-11 27-1,1 6 516,0 0-224,2 0-1,-19 91 0,31-107-806,2 0 0,1 62 0,3-75-255,1 0 1,0 0-1,2-1 1,0 1 0,1-1-1,11 27 1,-14-40-85,0 0-1,0 0 1,0 0 0,0 0-1,1 0 1,-1-1 0,1 1-1,0-1 1,0 0-1,0 0 1,0 0 0,1 0-1,-1-1 1,1 1 0,0-1-1,0 0 1,0 0 0,0 0-1,0-1 1,0 1 0,0-1-1,0 0 1,1 0 0,-1 0-1,0-1 1,1 0 0,-1 0-1,1 0 1,-1 0-1,0-1 1,1 1 0,-1-1-1,0 0 1,9-3 0,-2-1-14,1 0 0,-1 0 0,0-1 0,0-1 1,-1 1-1,0-2 0,0 1 0,-1-2 0,0 1 1,0-1-1,10-14 0,-1-4 1,-1 0 0,-2-1 1,-1-1-1,-1 0 0,-1-1 0,-2-1 1,-1 1-1,-1-2 0,3-32 0,-1-25-78,-2-176 1,-16 90-232,-1-28-4660,9 200 2937,19 22-10154,6 16 2035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2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464 540 11761,'-17'-16'1683,"0"0"0,2-2 0,0 0-1,1-1 1,1 0 0,-12-23 0,21 32-1251,0 0 0,0 0 1,1 0-1,0 0 0,1-1 1,0 1-1,0-1 0,1 0 0,1 1 1,0-1-1,0 0 0,1 1 1,0-1-1,1 1 0,5-18 0,-2 12-201,1-1-1,1 1 0,0 0 0,1 0 0,1 1 0,0 0 1,1 1-1,15-17 0,-21 26-221,0 1 0,1-1 0,0 1 1,0 0-1,0 0 0,0 1 0,1 0 0,-1 0 0,1 0 0,0 0 1,0 1-1,0 0 0,0 0 0,0 1 0,0-1 0,0 1 1,1 1-1,-1-1 0,0 1 0,1 0 0,-1 1 0,0-1 1,1 1-1,-1 1 0,12 3 0,-10-2-9,1 1 0,-1-1 0,0 2 0,0-1 0,0 1 0,-1 0 0,1 1 0,-1 0 0,-1 0 0,1 0 0,-1 1 0,0 0 0,5 8 0,-4-4 0,-1 1 0,0-1 0,-1 1 0,0 0 0,-1 1 0,0-1 0,-1 1 0,3 19 0,-4-11 0,-1 1 0,-1-1 0,0 1 0,-2-1 0,-1 0 0,0 0 0,-1 0 0,-2 0 0,0-1 0,-1 1 0,-11 20 0,4-16 3,-1-1-1,-1 0 1,-1-2-1,-1 0 1,-1-1 0,-1 0-1,-1-2 1,-24 19-1,-29 14-57,-96 52 0,25-17-731,32-14-5476,135-77-6869,20-14 3614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2.9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1 13905,'-24'56'1838,"-126"327"9485,146-373-11190,-94 299 2904,74-219-2838,-19 138-1,38-187-1368,2 0 0,2 0-1,2 1 1,1-1 0,15 74-1,-16-111 609,0 0 0,1-1-1,-1 1 1,1 0-1,0-1 1,0 0-1,0 1 1,1-1-1,-1 0 1,1 0-1,-1 0 1,1-1 0,0 1-1,5 3 1,3 2-2523,2 6-6021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3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13237,'4'0'2205,"36"1"726,0 2 0,41 8 0,-28 0-1285,58 19 0,-52-9-1215,-1 2 0,-2 3 1,73 44-1,-110-59-527,-1 2 0,0 0 1,0 1-1,-2 1 0,0 0 0,0 1 0,-2 1 0,0 0 1,-1 1-1,16 28 0,-27-41-133,0 0 0,0 0-1,0 0 1,-1 0 0,0 0 0,0 0-1,0 1 1,0-1 0,-1 0 0,0 1 0,0-1-1,-1 0 1,-1 10 0,-2 0-1641,-1 0 1,-1 0-1,-9 18 1,4-10-2397,-3 12-5995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6093,'26'-3'1548,"-12"25"-1376,-4-1-1048,-7 12-3077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4.1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12 331 11201,'0'-20'1804,"0"20"-1720,0-1 0,0 1 0,0-1 0,-1 1-1,1-1 1,0 1 0,0-1 0,-1 1-1,1-1 1,0 1 0,-1 0 0,1-1 0,0 1-1,-1 0 1,1-1 0,-1 1 0,1 0 0,-1-1-1,1 1 1,0 0 0,-1 0 0,1-1-1,-1 1 1,1 0 0,-1 0 0,1 0 0,-2 0-1,2-3 619,0 0 0,0 0 0,0 0-1,0 1 1,0-1 0,1 0-1,-1 0 1,1 1 0,0-1-1,2-5 1,-3 8-616,1-1-1,-1 0 1,1 0 0,0 1-1,0-1 1,-1 1 0,1-1-1,0 1 1,0-1 0,-1 1-1,1-1 1,0 1 0,0-1-1,0 1 1,0 0 0,0 0-1,0-1 1,0 1 0,0 0-1,0 0 1,0 0 0,-1 0 0,1 0-1,0 0 1,0 0 0,0 1-1,0-1 1,0 0 0,0 0-1,0 1 1,0-1 0,0 1-1,-1-1 1,1 1 0,1 0-1,1 3 87,1-1-1,-1 1 1,0 1-1,-1-1 1,1 0-1,2 6 1,-5-8-190,7 13 139,-2 1 1,0 0 0,-1 0-1,0 0 1,-1 1 0,-1-1-1,0 26 1,-1-18-55,1 1 0,7 28 0,-3-34-90,0-1 0,0 0-1,2 0 1,16 28 0,-19-37 0,1-1 0,0 0 0,0 0 0,1 0 0,-1-1 0,2 0-1,-1 0 1,1-1 0,0 0 0,16 9 0,-20-14 22,1 1-1,-1-1 1,1 0-1,0 0 1,-1 0-1,1-1 1,0 0-1,-1 0 1,1 0-1,0 0 1,0-1-1,-1 0 1,1 0-1,0 0 1,-1 0-1,1-1 1,-1 0-1,0 0 0,1 0 1,-1 0-1,0-1 1,5-4-1,10-7-11,-2-1 0,0 0-1,19-22 1,70-88 22,49-48-85,-151 169 51,-1 1 0,1 0-1,0 0 1,1 0 0,-1 0 0,0 1 0,1-1-1,-1 1 1,1 0 0,0 0 0,0 1 0,0 0-1,0 0 1,0 0 0,0 0 0,0 1 0,0 0-1,0 0 1,0 0 0,8 1 0,3 3-249,1 1 0,-1 1 1,0 0-1,26 14 0,-33-16 113,-4-1 111,0-1 0,0-1-1,0 1 1,1-1 0,-1 0 0,1 0-1,-1 0 1,1-1 0,-1 0 0,1 0-1,7-2 1,-10 2 45,-1 0-1,1-1 0,-1 1 1,1-1-1,-1 0 1,1 1-1,-1-1 1,0-1-1,1 1 1,-1 0-1,0-1 0,0 1 1,0-1-1,0 1 1,0-1-1,0 0 1,0 0-1,0 0 0,-1 0 1,1 0-1,-1 0 1,0 0-1,1-1 1,1-4-1,5-20 178,-5 20-86,0 0-1,-1 0 0,0 0 1,-1 0-1,0 0 0,0-1 0,0-12 1,-5-12 343,-1 0 0,-1 0 1,-2 1-1,-22-58 1,30 87-408,-1 1 1,1-1-1,-1 0 1,0 0 0,1 1-1,-1-1 1,0 0 0,0 1-1,-1-1 1,1 1-1,0-1 1,0 1 0,-1 0-1,1 0 1,-1-1-1,1 1 1,-1 0 0,1 0-1,-1 0 1,0 1 0,1-1-1,-1 0 1,-2 0-1,1 1 11,0 0 0,0 0-1,1 0 1,-1 0 0,0 1-1,1 0 1,-1-1 0,0 1-1,1 0 1,-1 0 0,1 0-1,-1 1 1,1-1 0,-3 2-1,-6 5 89,1 1 0,0-1 0,0 2-1,1-1 1,-13 19 0,-4 13 66,1 2 0,2 1 1,2 1-1,3 1 0,1 0 0,-12 53 0,27-93-94,1 0 1,0 0-1,0 1 0,0-1 0,1 0 0,0 1 0,0-1 1,1 0-1,-1 1 0,1-1 0,1 0 0,2 9 0,-3-12-79,1 1 0,-1-1 0,1 0-1,0 1 1,0-1 0,0 0-1,1 0 1,-1-1 0,1 1 0,0 0-1,-1-1 1,1 0 0,0 1-1,1-1 1,-1 0 0,0-1-1,0 1 1,1 0 0,-1-1 0,1 0-1,6 1 1,51 8-14,79 3 0,-93-11 0,0 2 0,-1 2 0,1 2 0,51 16 0,-84-19 0,-1 0 0,0 1 0,1 1 0,-2 0 0,1 0 0,-1 1 0,0 1 0,-1 0 0,0 1 0,-1 0 0,0 1 0,0 0 0,-1 0 0,0 1 0,-1 0 0,-1 1 0,11 23 0,-9-12 0,0-1 0,-2 1 0,-1 1 0,0-1 0,-2 1 0,1 27 0,-4-14 0,-1 0 0,-3 1 0,-9 53 0,-4-18 0,-3-1 0,-4-1 0,-47 104 0,16-59 0,-6-2 0,-5-3 0,-104 138 0,110-175 0,-3-2 0,-4-4 0,-2-2 0,-3-3 0,-96 66 0,140-111 0,-1-2 0,-35 17 0,57-30 0,-1-1 0,1-1 0,-1 1 0,0-1 0,0 0 0,0 0 0,0-1 0,0 0 0,-1-1 0,1 1 0,0-1 0,0-1 0,0 1 0,-1-1 0,1 0 0,-9-3 0,13 2 0,-1 0 0,1 0 0,0 0 0,0 0 0,0 0 0,0 0 0,0-1 0,1 0 0,-1 1 0,1-1 0,-1 0 0,1 0 0,0 0 0,0-1 0,1 1 0,-1 0 0,1-1 0,-1 1 0,0-8 0,-1-1 0,1-1 0,1 1 0,0-1 0,1-22 0,3 0 0,1 0 0,1 0 0,17-54 0,45-102 0,-2 35 0,7 3 0,101-157 0,209-271 0,7 63-871,-314 433-1246,4 2 1,3 4 0,153-112 0,-139 129-1844,-82 54 1979,0 2 1,26-9-1,26 2-8564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4.2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188 199 12257,'-33'-21'2428,"26"0"153,-13-9-101,-4 12-492,14 9-396,-10-6-316,-3 3 156,13-3-1984,-4 0-828,1-7-1008,0 1-308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5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54 5765,'7'-8'2019,"-1"0"0,1 0 1,14-13 3355,-7 15-2261,-6 4-1340,0 14-416,-7-7-1109,0-1 0,0 1-1,-1 0 1,1 0 0,-1 0 0,0 0 0,0 0-1,-1 0 1,-1 8 0,-13 51 831,9-40-786,-64 281 1375,63-268-1557,-4 47 0,5-36 25,6-45-126,0 0 0,0 0-1,0 0 1,0-1 0,1 1 0,-1 0-1,1 0 1,1 5 0,0-2 3,15-14 173,5-9-66,0 0-1,-2-2 0,0 0 1,-1-2-1,21-29 1,32-33 112,-54 65-138,1 0-1,0 1 0,1 2 1,1 0-1,1 0 1,26-12-1,-40 23-40,0 1 1,1 0-1,-1 0 0,1 0 1,0 1-1,0 0 0,0 1 1,0 0-1,0 1 0,0-1 1,0 2-1,0-1 0,0 1 0,0 1 1,-1 0-1,1 0 0,0 0 1,-1 1-1,1 1 0,13 7 1,-10-4-24,-1 1 0,0 0 0,0 1 1,-1 1-1,0 0 0,0 0 0,-1 0 1,-1 1-1,0 1 0,0-1 0,-1 2 1,-1-1-1,0 0 0,8 25 0,-7-10-882,0 0 0,-1 1 1,-2 0-1,-1 0 0,-1 1 0,-2 35 0,-9 8-4534,-1-27-2145,0-11-3475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5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9741,'0'0'3532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8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76 13025,'0'0'1980,"17"-9"-295,3 3-213,-3-12-288,-4 3-220,4 6-196,3 3-160,-3-1-132,-4 1-100,14 6-400,0 0-680,-11 0-1004,1 6-1132,-3 13-2269,6 14-4060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31 582 16237,'-30'15'9797,"33"-39"-7340,1 0-493,2 0-388,18-22-840,6 10-736,10-9 0,10-9-188,17-7-1888,7-8-980,10-3-1557,16 2-2120,-3-2-6384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08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57 335 16774,'-57'-52'3104,"64"22"-364,10-12-112,-4 12-475,7-3-433,10 6-340,10 3-280,14 2-240,10 1-596,16 6-696,21 6-1024,9-3-560,7 0-869,-10 6-1331,7 6-2205,7 6-5892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0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18 14341,'19'-8'3622,"-28"3"1590,-8 0-84,16 9-3592,-3 19-797,1 0 0,0 0 0,3 44 0,-2 11-767,1-56-103,-24 273 147,7-170-2921,-13 7-5847,20-90 2758,0 8-6023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0.9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623 26 14217,'-6'-4'360,"1"1"-1,-1 0 1,0 0-1,0 1 1,0 0-1,0 0 1,-1 0 0,1 1-1,0-1 1,-1 2-1,1-1 1,-1 1-1,-7 0 1,4 1 261,0 1 0,0 0 0,0 0 0,1 1 0,-1 1 0,1-1 0,-17 10 0,6-1 97,2 1-1,0 0 1,0 2 0,2 0-1,0 0 1,0 2-1,-15 21 1,-2 9-291,2 2 0,3 0 1,2 2-1,1 1 0,4 1 0,-21 74 0,20-39-473,3 1 1,5 0-1,-5 116 0,17-156 46,2 1 0,3 0 0,1-1 0,3 1 0,2-1 0,2-1 0,33 90 0,-32-109 0,1-1 0,1 0 0,2 0 0,1-2 0,1 0 0,1-1 0,1-1 0,2-1 0,0 0 0,1-2 0,1-1 0,1-1 0,42 25 0,-33-27 0,0-1 0,1-1 0,1-3 0,0-1 0,0-1 0,1-2 0,0-2 0,1-1 0,0-2 0,-1-1 0,1-3 0,66-8 0,-60 3 0,-1-3 0,0-1 0,0-3 0,-1-1 0,0-2 0,-1-2 0,-1-1 0,-1-3 0,-1-1 0,52-41 0,-47 26 0,-2-1 0,-1-2 0,-2-2 0,-3-1 0,-1-2 0,-2-1 0,-2-2 0,23-52 0,-31 53 0,-1-1 0,-3-1 0,-2-1 0,-3-1 0,-1 0 0,-3 0 0,-2-1 0,0-90 0,-9 110 9,-1-1 0,-2 0 0,-1 1 0,-1 0 0,-2 1 0,-2-1 0,0 2 0,-2 0 0,-2 0 0,-1 1 0,-34-48 0,36 57-88,-2 2 0,-1 0 0,0 1 0,-1 1 0,-1 0 0,0 2 1,-1 0-1,-1 1 0,-1 1 0,1 1 0,-2 1 0,0 1 0,0 1 0,-1 1 0,0 1 0,-37-5 0,29 8-870,-1 2 0,1 1 0,-1 1 1,1 2-1,-43 8 0,48-5-1623,0 2-1,0 1 1,-43 19 0,-17 21-9995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2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552 815 12425,'23'-27'6463,"-27"28"-6036,-1-1-1,0 1 1,1 0 0,-1 0 0,1 0 0,0 1-1,-1-1 1,1 1 0,0 0 0,0 1 0,0-1-1,0 1 1,0-1 0,1 1 0,-1 0-1,1 1 1,0-1 0,-4 5 0,-6 9 229,1 1-1,-18 33 1,8-13 541,-111 196 1330,-117 331-2448,215-482-79,107-207 0,-33 60 0,296-549 0,105-171 0,-430 767 0,68-98 0,-66 100 0,0 1 0,1 0 0,1 0 0,0 2 0,17-12 0,-28 21 0,1 0 0,0 0 0,0 1 0,0-1 0,0 1 0,0 0 0,0 1 0,1-1 0,-1 1 0,1 0 0,-1 0 0,1 0 0,-1 0 0,1 1 0,0 0 0,-1 0 0,1 0 0,-1 1 0,1-1 0,0 1 0,-1 0 0,1 0 0,-1 1 0,0-1 0,1 1 0,-1 0 0,0 0 0,0 1 0,0-1 0,-1 1 0,1 0 0,0 0 0,-1 0 0,0 0 0,0 1 0,5 6 0,6 8 0,-1 1 0,-1 0 0,-1 1 0,-1 0 0,-1 0 0,14 43 0,22 137 0,-14 88 0,-25 4 0,-1-25 0,-2-52-320,6 98 952,11-160-2952,-10-109-663,19 60-1,-6-49-5082,3-11-5676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3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181 205 14577,'-104'-42'2937,"71"30"-397,16 6-396,4-6-256,-1 0-368,21 0-376,17-10-243,22 10-249,21-3-388,24 0-664,16 6-529,17 0-431,17 0-596,13 3-472,10 3-248,7-3-2933,0 3-4616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3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1146 1217 10665,'-57'-35'2375,"30"18"218,-1 0 0,-1 2 0,-49-19 0,57 29-2035,-1 0 0,1 2 0,-1 0 0,0 2 0,0 0 0,0 1 0,0 2 0,0 0 0,0 1 0,1 1 0,0 1 0,-38 14 0,13 0-149,0 1-1,1 3 0,1 1 0,-61 46 1,65-39-388,1 1 1,-51 54-1,68-62-22,2 1 0,0 0 0,2 2 0,-29 55 0,42-72 1,1 0 1,0 1-1,1-1 0,0 1 1,1 0-1,0 0 1,0 12-1,2-18-2,0 0-1,0 0 1,0 1 0,1-1-1,0 0 1,0 0 0,0 0-1,0 0 1,1 0 0,0 0 0,0 0-1,1 0 1,-1 0 0,1-1-1,6 8 1,-7-10-38,0 0-1,1 0 1,0 0 0,-1 0-1,1 0 1,0-1 0,0 1-1,0-1 1,0 0 0,0 0-1,0 0 1,6 1 0,38 1-300,-36-3 268,3 0-3,0-1 0,0-1 1,-1 0-1,1-1 0,-1 0 0,1-1 1,-1-1-1,0 0 0,-1-1 0,23-13 1,-5 0-7,-2-1-1,-1-1 1,29-29 0,-22 14 31,-1-2-1,-2 0 1,-1-3 0,-3 0-1,-1-2 1,40-89 0,83-290-137,-148 416 185,180-705-114,-174 680 169,-1 8 221,-2 0 0,4-43 0,-9 202-124,8 280 737,-1-337-743,4-1-1,3 0 0,30 100 0,-27-127-286,3 0 0,2-1 0,1-1 0,3-2 0,3 0 0,42 56 0,-52-80 25,2-1 0,0-1 0,1-1 1,1-1-1,39 26 0,-43-34 77,1 0 1,0-2 0,0 0-1,1-1 1,0-1 0,1-1-1,-1-1 1,32 4 0,-38-8 15,1 0 0,-1-1 0,0-1 0,1-1 0,-1 0 0,0 0 0,0-1 0,0-1 0,0-1 0,-1 0 0,0 0 0,0-2 0,0 1-1,0-2 1,20-16 0,-24 18 16,-1-1 0,-1-1-1,1 1 1,-1-1 0,0-1 0,-1 1-1,0-1 1,-1 0 0,0 0-1,0-1 1,-1 0 0,0 0-1,0 0 1,-1 0 0,-1 0-1,0-1 1,0 1 0,-1-1-1,0 1 1,-1-1 0,0 0-1,-2-12 1,1 19 7,0 0-1,0 0 1,0 0 0,0 1-1,-1-1 1,0 0 0,1 1-1,-1-1 1,-1 1 0,1 0 0,0 0-1,-1 0 1,0 0 0,1 0-1,-1 0 1,0 1 0,-1-1-1,1 1 1,0 0 0,-1 0-1,1 0 1,-1 1 0,1-1-1,-1 1 1,0 0 0,0 0-1,0 0 1,1 0 0,-8 0-1,0 0-2,-1 1-1,0 0 1,1 0-1,-1 1 1,1 0-1,-1 1 0,1 1 1,0 0-1,-12 4 1,7 0-241,0 0 1,1 1 0,0 0 0,1 1-1,0 1 1,0 0 0,1 1 0,0 1-1,1 0 1,0 0 0,1 1 0,-10 16-1,22-28 224,-1 0 1,1 0-1,-1 0 0,1 0 0,0 0 0,-1 0 0,1-1 0,0 1 0,0 0 0,0 0 0,-1-1 0,1 1 0,0 0 0,0-1 0,0 1 0,0-1 0,1 1 0,-1 0-8,3 1 66,1 0 0,-1 0 1,1 0-1,-1-1 0,1 0 0,0 1 0,-1-2 1,1 1-1,7 0 0,51-2 1048,-28 0-470,2 1 47,0 1 0,56 10-1,-78-8-528,0 1 0,0 1-1,0 0 1,-1 0 0,0 1 0,0 1-1,-1 1 1,25 18 0,49 44-3424,-4 0-11384,-55-47 4347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4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392 127 10233,'-18'-51'2902,"-10"-22"6226,27 70-7193,-12 20 1147,11-14-2667,-10 24 387,1 0-1,1 0 0,2 1 1,0 1-1,-3 29 0,-8 29-537,-178 634-264,180-662 0,6-23 0,-12 70 0,23-105 0,-1 0 0,1 1 0,-1-1 0,1 0 0,0 1 0,0-1 0,0 1 0,0-1 0,0 0 0,0 1 0,0-1 0,1 1 0,-1-1 0,0 0 0,1 1 0,-1-1 0,1 0 0,-1 0 0,1 1 0,0-1 0,-1 0 0,1 0 0,0 0 0,0 0 0,0 0 0,0 0 0,0 0 0,0 0 0,0 0 0,0 0 0,0-1 0,1 1 0,-1 0 0,0-1 0,0 1 0,1-1 0,-1 1 0,0-1 0,1 0 0,-1 1 0,1-1 0,-1 0 0,0 0 0,1 0 0,-1 0 0,3-1 0,7 0 0,0-1 0,0-1 0,1 1 0,17-9 0,-18 7 0,96-33 0,177-37 0,-234 66 0,-1 1 0,1 3 0,0 2 0,0 2 0,0 2 0,56 10 0,-61-4 0,0 2 0,47 18 0,-76-23 0,0 1 0,-1 1 0,0 1 0,0 0 0,-1 1 0,0 0 0,-1 1 0,0 1 0,14 14 0,-23-21 0,-1 0 0,0 0 0,0 0 0,0 0 0,0 1 0,-1-1 0,0 1 0,0 0 0,0 0 0,0 0 0,-1 0 0,0 0 0,0 0 0,0 0 0,-1 0 0,1 0 0,-1 1 0,0-1 0,-2 5 0,1-4 0,-1 0 0,1 0 0,-2 0 0,1 0 0,-1-1 0,1 1 0,-1-1 0,-1 0 0,1 0 0,-1 0 0,0 0 0,0-1 0,-1 0 0,1 0 0,-9 6 0,-4 2 0,-1-1 0,1-2 0,-2 1 0,0-2 0,-24 7 0,-2-1 0,-53 7 0,30-11-383,-80 3 0,108-11-36,-2-1 255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4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122 278 13285,'-40'-9'2445,"37"9"-1799,-1 0 0,0 0-1,0 0 1,1 0 0,-1 1-1,0-1 1,0 1 0,-4 2-1,-1 6 3166,0 12-2232,7-13-615,-3 7-343,0 0 0,1 0 0,1 0 0,0 0 0,1 1 0,0 16 0,2-11-452,1 0 0,1 0-1,1 0 1,6 25 0,-3-26-198,0 1 0,1-1 0,1 0 0,1-1 0,1 0 0,0 0 0,2-1 0,0-1 0,1 0 0,16 16 0,2-9 29,-2-10 0,-19-15 0,-5-1 0,-2 2 0,-1-1 0,1 1 0,-1-1 0,1 0 0,0 0 0,-1 0 0,0 0 0,1 0 0,-1-1 0,0 1 0,1-1 0,-1 0 0,0 1 0,0-1 0,0 0 0,-1 0 0,4-5 0,27-48 0,-17 26 0,13-21 0,3 2 0,60-73 0,-77 104 0,1 0 0,1 1 0,0 1 0,1 1 0,1 0 0,0 1 0,1 1 0,1 1 0,-1 0 0,23-7 0,-38 16 0,0 1 0,0 0 0,0 0 0,0 0 0,0 1 0,0-1 0,0 1 0,0 0 0,0 0 0,0 0 0,0 1 0,0 0 0,0-1 0,0 1 0,0 1 0,0-1 0,-1 1 0,1-1 0,0 1 0,-1 0 0,1 0 0,-1 0 0,5 5 0,-4-3 0,0 1 0,0 0 0,0 0 0,0 0 0,-1 0 0,0 1 0,0-1 0,0 1 0,-1 0 0,0 0 0,0 0 0,0 0 0,0 11 0,0 1 0,-2 0 0,-1 1 0,0-1 0,-1 0 0,-1 1 0,-8 24 0,5-15 0,-6 48 0,11-67 0,0 0 0,1 0 0,0-1 0,1 1 0,0 0 0,0-1 0,1 1 0,3 11 0,-3-17 0,-1 0 0,1-1 0,0 1 0,-1-1 0,1 1 0,1-1 0,-1 0 0,0 1 0,0-1 0,1 0 0,-1-1 0,1 1 0,-1 0 0,1-1 0,0 1 0,0-1 0,0 0 0,0 0 0,0 0 0,0 0 0,0-1 0,0 1 0,0-1 0,0 0 0,0 0 0,0 0 0,0 0 0,4-1 0,2 1 0,1-1 0,-1-1 0,1 0 0,-1 0 0,0 0 0,1-1 0,-1-1 0,-1 0 0,1 0 0,-1 0 0,1-1 0,-1 0 0,-1-1 0,1 0 0,11-11 0,-11 7 0,1 0 0,-2 0 0,1-1 0,-2 1 0,1-2 0,-1 1 0,-1-1 0,0 0 0,-1 0 0,0 0 0,3-19 0,-4 11 0,-2 0 0,0 0 0,-1 0 0,-1 0 0,-1 0 0,-1 0 0,0 1 0,-12-36 0,-1 10 0,-1 1 0,-36-66 0,41 88 35,-1 1-1,-1 1 1,-24-28 0,30 39-416,-1 0 0,0 1 1,-1 0-1,0 0 0,0 1 0,0 0 1,-1 1-1,-17-8 0,25 13-21,1 0-1,-1 1 0,0-1 1,1 1-1,-1-1 0,0 1 1,0 0-1,1 0 0,-1 0 1,0 0-1,0 0 0,1 1 1,-1 0-1,0-1 0,1 1 1,-1 0-1,0 0 0,-2 2 1,-12 8-5830,1 9-6381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5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1 430 10745,'2'11'2096,"-2"-18"965,-2-8 22,1 0 0,2-26-1,3 27-2609,0 1 0,1 0 0,1 1-1,0-1 1,1 1 0,0 0 0,0 1 0,1-1-1,1 2 1,15-16 0,7-4 73,1 1 0,39-26 0,-53 42-462,0 0 0,2 2 0,-1 0 0,1 1 0,1 2 0,0 0 0,0 0 0,33-5 0,-44 11-83,1 0 0,-1 1 0,1 1 0,-1 0 0,1 0 0,-1 1 0,1 0 1,-1 1-1,1 0 0,-1 1 0,0 0 0,0 1 0,0 0 0,0 0 0,-1 1 1,0 0-1,0 1 0,0 0 0,15 13 0,-19-14-1,0 0 0,-1 0 0,1 0 0,-1 0 0,0 1 0,0 0 0,-1 0 0,0 0 0,0 0 0,0 0 0,-1 1 0,0-1 0,0 1 0,0-1 0,0 10 0,-2-8 0,0 1 0,0-1 0,-1 0 0,0 0 0,-1 0 0,0 0 0,0 0 0,-1-1 0,0 1 0,0-1 0,-6 10 0,-3 2 0,-1-1 0,0-1 0,-2 0 0,0-1 0,-1 0 0,0-1 0,-1-1 0,-30 19 0,-109 54 141,2-1-1874,124-62-2382,30-25 4049,0 1 1,0 0-1,1 0 0,-1 0 0,0 0 0,0 0 1,0 0-1,0 0 0,1 0 0,-1 0 0,0 0 1,0 0-1,0 0 0,0 0 0,1 0 0,-1 0 1,0 0-1,0 0 0,0 0 0,0 0 0,1 0 1,-1 0-1,0 0 0,0 0 0,0 0 0,0 0 1,1 0-1,-1 0 0,0 0 0,0 0 0,0 0 1,0 0-1,0 1 0,0-1 0,1 0 0,-1 0 1,0 0-1,0 0 0,0 0 0,0 1 0,0-1 1,0 0-1,0 0 0,0 0 0,0 0 0,0 0 1,0 1-1,0-1 0,1 0 0,-1 0 0,0 0 1,0 0-1,0 1 0,0-1 0,0 0 0,-1 0 1,1 0-1,0 0 0,0 1 0,0-1 0,0 0 1,0 0-1,0 0 0,0 0 0,0 1 0,0-1 1,0 0-1,0 0 0,-1 0 0,12-2-1120,1 0-1,-2-1 1,15-6-1,-8 1-711,0 0 0,24-16 0,-23 13 25,40-24-5284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5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0 332 10693,'72'-175'1876,"-52"127"-851,-16 35-325,1 0-1,1 0 1,0 1 0,1 0-1,0 0 1,12-14 0,-19 25-530,0 1 1,1-1-1,-1 1 1,0-1-1,1 1 1,-1 0-1,1-1 1,-1 1-1,0-1 1,1 1 0,-1 0-1,1 0 1,-1-1-1,1 1 1,-1 0-1,1 0 1,-1-1-1,1 1 1,-1 0-1,1 0 1,0 0-1,-1 0 1,1 0-1,-1 0 1,1 0-1,-1 0 1,1 0-1,-1 0 1,1 0 0,0 0-1,-1 0 1,1 1-1,10 16 1606,-2 28-939,-6 0-86,-2-1-1,-6 52 1,1-39-331,-23 216 885,12-165-2056,1 175 1,11-115-2493,0-76-564,4 3-4198,7-21-3164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5.5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82 15661,'-17'-21'3105,"54"0"-353,-7 6-220,3 6-516,8 0-479,6 6-289,13 3-316,3-3-408,14 6-788,7-3-1048,0 3-549,0 0-787,-1 0-624,-6 0-2933,-3 3-5556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5.6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0 100 10869,'27'-31'2100,"-30"16"1172,9-3-2099,1 6 131,-44-12-9685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6.4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11913,'13'-30'864,"-4"7"2084,2 1 8546,11 33-8708,-17-7-2607,-1 0 1,1 0 0,-1 1-1,0-1 1,0 1 0,0 0-1,-1 0 1,0 0 0,0 0-1,0 1 1,3 8 0,3 12 147,8 35 0,-6-20-375,6 18-1267,10 71 0,-21-82-1711,-2-1-1,-1 51 1,-4-29-3867,6-2-4288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6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 11637,'6'-31'2736,"11"37"-2068,3-3-548,-10 10-2424,-3-1-1436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6.9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49 14089,'-3'-16'1162,"0"-1"538,2 2 7225,-2 17-6089,-21 14-212,14-7-2428,0 0 0,1 1 1,0 0-1,0 0 0,1 1 1,1 0-1,-9 17 0,-34 90-461,35-78 391,-15 52-742,2-3-4825,24-77 3538,0 0-1,1 1 1,0-1-1,1 1 0,-1 20 1,2 14-10402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7.1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30 15785,'-30'-30'6045,"36"48"-3357,-2 0-380,-1 0-499,-3 4-337,0 11-292,0 24-228,-7-12-424,1 3-528,-4 7 0,3-1-132,4 0-1632,-4 0-472,-6-2-665,-8-4-955,5-3-2609,9-3-5964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17.4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816 1 11705,'-173'17'4639,"160"-14"-4126,0 0 0,0 0-1,0 1 1,0 1 0,0 0-1,1 1 1,0 0 0,-19 13-1,13-8 111,0 2 13,0 1 0,1 0 0,0 1 0,1 1 0,1 1 0,0 0 0,1 1 0,-21 38 1,-2 12 945,-33 86 1,64-139-1393,-43 103 556,6 2 0,-33 153-1,60-200-767,4 0 1,3 1-1,3 0 0,4 0 0,8 93 0,-2-135 22,1 1 0,1-1 0,2-1 0,1 1 0,2-1 0,1-1 0,1 0 0,20 34 0,-17-40 0,0-1 0,1-1 0,1 0 0,1-2 0,1 0 0,1-1 0,0-1 0,2 0 0,44 25 0,-32-24-1,0-2 0,2-2 0,-1-1-1,2-2 1,-1-1 0,2-2 0,71 7 0,-64-14 4,0-1 0,-1-2 1,1-2-1,0-3 0,-1-1 1,58-17-1,-52 8-16,0-3-1,-1-1 1,-1-3 0,-2-1 0,0-3-1,-2-2 1,0-2 0,-3-1-1,0-3 1,-2-1 0,-2-2 0,44-56-1,-49 49-64,-1-3 0,-2 0 0,-3-2 0,-1 0 0,-3-2 0,-2-1-1,-3-1 1,-2 0 0,-2-1 0,11-102 0,-23 131 64,-1 0 0,-2 0 0,-1 0 0,-1 0 0,-1 0 0,-1 1 1,-1-1-1,-2 1 0,0 1 0,-2-1 0,0 1 0,-2 1 0,-17-27 0,10 23-6,0 1 0,-2 1 0,-1 0-1,-1 2 1,-1 1 0,-1 1 0,-1 1 0,0 1 0,-2 1-1,-32-16 1,24 17-519,-1 2-1,0 1 1,-1 2 0,-1 1-1,1 2 1,-2 2 0,1 2-1,-1 1 1,-78 3-1,73 5-1906,-1 1-1,1 3 0,0 1 0,-83 30 1,12 10-8275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0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329 245 8813,'-4'-25'902,"4"19"-591,-1 1-1,0-1 0,0 0 0,0 0 0,-1 1 1,0-1-1,0 0 0,0 1 0,-1 0 0,0 0 1,-4-7-1,-55-86 7364,33 64-4568,17 22-1884,11 11-1115,0 1-1,0 0 0,0-1 1,0 1-1,0 0 0,0 0 1,-1-1-1,1 1 1,0 0-1,0 0 0,0 0 1,0 0-1,0 0 0,0 1 1,0-1-1,0 0 0,0 0 1,0 1-1,0-1 0,-2 1 1,1 0 210,0 0-197,-1-1-1,1 1 0,0 0 1,0 0-1,-1 1 0,1-1 0,0 0 1,0 1-1,0-1 0,0 1 1,1 0-1,-1-1 0,0 1 1,1 0-1,-1 0 0,-1 3 1,-18 39 881,15-29-698,-15 34 11,2 0 0,2 1 0,3 1 0,-13 77 0,22-87-333,1 1 1,2-1 0,2 1 0,2 0 0,2-1 0,9 46 0,-5-54 36,2 0 1,1-1-1,2 0 1,1-1-1,1 0 1,2-1-1,1-1 0,1-1 1,1 0-1,33 33 1,-37-44-206,1 0-1,0-1 1,2-1 0,0-1 0,0 0 0,1-1 0,1-2 0,0 0 0,1-1 0,0-1 0,0-1-1,1-1 1,0-1 0,0-1 0,36 3 0,-49-7 24,-1-2-1,0 1 1,0-1-1,1 0 1,-1-1 0,0 0-1,0-1 1,0 1-1,9-6 1,-16 7 130,-1 0 1,1 0-1,0-1 0,-1 1 1,0 0-1,1-1 0,-1 1 1,0-1-1,1 0 0,-1 1 1,0-1-1,0 0 0,0 0 1,-1 0-1,1 0 0,0 0 1,-1 1-1,1-1 0,-1 0 1,0 0-1,1-1 0,-1 1 1,0 0-1,-1-2 0,1-5-65,-1-1-1,0 1 1,-4-15-1,-2 4 50,0 1 0,-2-1-1,0 2 1,-18-27 0,-15-30 358,41 72-285,-1 0 0,1 0-1,0-1 1,0 1-1,0 0 1,0 0-1,0-1 1,0 1 0,1 0-1,0-1 1,0 1-1,0-1 1,0 1-1,0 0 1,1-1-1,-1 1 1,1 0 0,0-1-1,0 1 1,0 0-1,1 0 1,-1 0-1,1 0 1,0 0-1,-1 0 1,1 0 0,1 1-1,-1-1 1,0 1-1,1-1 1,-1 1-1,1 0 1,-1 0-1,1 0 1,0 0 0,0 0-1,4-1 1,5-2 62,1 0 0,0 0 0,0 2 0,0-1 1,0 2-1,0 0 0,26-1 0,-2 3 195,1 1-1,-1 2 1,0 2-1,0 1 0,0 2 1,-1 2-1,0 1 1,63 29-1,-80-31-194,0 1 0,-1 1 0,0 1 0,0 0 1,-1 1-1,-1 1 0,0 1 0,-1 0 0,-1 1 0,0 1 0,-1 0 0,-1 0 1,-1 2-1,0-1 0,-1 1 0,12 37 0,-14-29-86,-1-1 0,-1 1 0,-2 0 0,0 1 0,-1 42 0,-7-19 0,-1-1 0,-23 93 0,-25 66 0,-14-4-1295,24-99-3221,0 0-7212,35-78-516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0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12269,'0'0'169,"0"-1"0,1 0-1,-1 1 1,0-1 0,1 0 0,-1 1 0,1-1-1,-1 0 1,1 1 0,-1-1 0,1 1-1,-1-1 1,1 1 0,0-1 0,-1 1-1,1-1 1,0 1 0,-1 0 0,1-1 0,0 1-1,0 0 1,-1 0 0,1 0 0,0-1-1,0 1 1,1 0 0,28 3 3600,-22 0-3176,0-1 0,0 1 0,-1 0 0,0 1 0,14 8 1,15 16 2,-2 1 1,-1 2 0,-2 1 0,-1 1-1,38 56 1,-52-65-503,-2 1-1,0 0 0,-2 1 0,-1 0 1,-1 1-1,-1 0 0,-1 0 1,-2 1-1,-1 0 0,2 37 1,-5-39-42,-2 0 0,-1 0 0,-7 42 0,6-58-1,0 0 0,-1 1 0,0-1 0,-1-1 0,0 1 0,0 0 0,-1-1 0,0 0 0,0 0 0,-1 0 1,-1-1-1,-12 13 0,18-21-16,0 0 1,0-1 0,0 1 0,0 0-1,0-1 1,0 1 0,0 0 0,0-1-1,0 0 1,0 1 0,0-1-1,0 1 1,1-1 0,-1 0 0,0 0-1,0 0 1,1 1 0,-1-1-1,0-1 1,0 2 1,0-3 3,-1 1 0,1 0 0,-1 0 0,1-1 1,0 1-1,-1-1 0,1 1 0,1-1 0,-1 1 0,0-1 0,0 0 0,1 1 0,0-1 0,0 0 0,-1 0 1,1 1-1,1-4 0,8-46 200,-6 42-184,6-23-204,2-1 1,1 2 0,2 0 0,1 1 0,1 0 0,2 1 0,1 1 0,2 1 0,23-26 0,-2 8-1871,2 2-1,2 3 1,1 1-1,62-39 1,-88 66-1193,36-18 0,23 1-7222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1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666 867 10657,'-17'-6'2521,"11"3"-1810,1 1-1,-1 0 0,0 0 0,0 0 0,0 1 1,0 0-1,0 0 0,-1 1 0,1-1 0,0 1 0,-8 1 1,-7 4-129,1 0 0,0 1 0,0 1 0,1 1 0,0 1 0,0 1 0,0 0 0,-27 22 0,-13 14 56,-57 59 1,87-78-452,-4 3-45,7-7-73,1 1 0,1 2 0,-29 38 0,56-67-58,0 1 0,0-1 0,0 1 1,0 0-1,0 0 0,8-2 0,2-3-1,19-12 34,1 1 0,1 1-1,1 2 1,0 2 0,48-12-1,-63 21-25,0 0-1,1 1 1,-1 2-1,1 0 1,-1 1-1,1 1 0,-1 1 1,0 0-1,1 2 1,-1 1-1,25 8 1,0 7-8,-1 1 1,-1 3 0,45 32-1,-37-23 15,74 36 1,-106-60-30,0-1-1,1-2 1,-1 0 0,1 0 0,0-2-1,1-1 1,40 2 0,-45-5-1,0 0 0,0-1 0,-1 0 0,1-2 0,0 0 0,-1 0 0,0-1 0,0-1 0,24-12 0,-25 9-1,-1-1 0,1 0 1,-2-1-1,1 0 0,-1-1 0,12-15 1,-18 17 2,1 1 1,-2-1-1,1 0 1,-1 0-1,-1-1 1,1 0-1,-2 0 1,1 0-1,-1 0 1,2-17-1,-5 26 1,1-1 1,-1 1-1,0-1 0,0 1 0,1-1 1,-1 1-1,0-1 0,-1 1 1,1-1-1,0 1 0,0-1 0,-1 1 1,1-1-1,-1 1 0,1-1 0,-1 1 1,1 0-1,-1-1 0,0 1 1,0 0-1,0 0 0,0-1 0,0 1 1,0 0-1,0 0 0,0 0 1,0 0-1,0 0 0,-1 0 0,1 1 1,0-1-1,-1 0 0,1 1 1,0-1-1,-1 0 0,1 1 0,-1 0 1,1-1-1,-1 1 0,1 0 0,-1 0 1,1 0-1,-1 0 0,1 0 1,-1 0-1,0 0 0,1 1 0,-1-1 1,-1 1-1,-11 2 5,0 0 0,0 1 0,1 0 0,-1 1 0,1 1 0,-25 14 0,-70 55-90,79-53 65,27-21 10,0 1-1,0-1 1,0 1-1,0 0 1,1-1 0,-1 1-1,1 0 1,-1 0 0,1 0-1,0 0 1,-1 0-1,0 3 1,2-4-12,0 0 1,-1 0-1,1 0 1,0 0-1,0 0 1,0 0-1,0 0 0,0 0 1,0 0-1,0 0 1,0 0-1,1 1 0,-1-1 1,0 0-1,0 0 1,1 0-1,-1 0 1,1-1-1,-1 1 0,2 2 1,0-1-44,0 0 0,1-1 0,-1 1 0,1 0 0,-1-1 0,1 0 0,-1 0 0,1 1 0,0-1 0,0-1 0,0 1 1,-1 0-1,1-1 0,0 0 0,0 1 0,0-1 0,0 0 0,0 0 0,0-1 0,0 1 0,4-2 0,8-1-96,0 0 0,0-1-1,-1-1 1,1 0 0,-1-1 0,-1-1-1,1 0 1,-1-1 0,16-12-1,-10 5 44,-1-2 0,-1 1-1,0-2 1,-1 0 0,17-27 0,6-20 16,-2-2 1,49-127 0,-77 172 76,68-169 124,52-121 321,22 14 988,-151 297-1372,1 0 1,-1 1-1,0-1 1,0 1-1,1-1 0,-1 0 1,1 1-1,-1-1 0,0 1 1,1-1-1,-1 1 0,1-1 1,-1 1-1,1-1 1,0 1-1,-1 0 0,1-1 1,-1 1-1,1 0 0,0 0 1,-1-1-1,1 1 1,1 0-1,6 10 353,-4 25 6,-7-7-173,-2-1 0,-1-1-1,-1 1 1,-18 42 0,4-9 22,15-41-181,-142 513 809,142-507-846,2 1-1,1 0 1,2 0 0,0 0-1,4 38 1,-2-57-19,1 1-1,-1 0 0,1-1 1,1 1-1,0-1 1,0 1-1,0-1 1,1 0-1,7 9 1,-8-11-8,1-1 1,0 0 0,1 0 0,-1 0 0,1 0-1,-1-1 1,1 0 0,0 0 0,0 0 0,1-1-1,-1 1 1,0-1 0,1-1 0,7 3-1,-8-3-15,0 0 0,-1 0 0,1 0 0,0-1 0,0 0 0,0 0-1,0 0 1,0 0 0,-1-1 0,9-2 0,7 0-42,-10 1 29,20-3-94,-1-1 1,1-2-1,42-17 0,77-48-242,-30 13 75,-112 58 286,-1 0 0,0 0 1,1 0-1,11-1 1,-9 1 25,-8 2-19,-1 0-1,0 0 1,0 0 0,0 0-1,0 0 1,0 0-1,0 0 1,0 0-1,0 0 1,1 0 0,-1 0-1,0 0 1,0 0-1,0 0 1,0 0-1,0 0 1,0 0 0,0 0-1,1 0 1,-1 0-1,0 0 1,0 0 0,0 0-1,0 0 1,0 0-1,0 0 1,0 1-1,0-1 1,0 0 0,1 0-1,-1 0 1,0 0-1,0 0 1,0 0-1,0 0 1,0 0 0,0 0-1,0 1 1,0-1-1,0 0 1,0 0-1,0 0 1,0 0 0,0 0-1,0 0 1,0 0-1,0 1 1,0-1-1,0 0 1,0 0 0,0 0-1,0 0 1,0 0-1,0 0 1,0 0-1,0 0 1,0 1 0,0 13-1,1 1 1,-2 0-1,0-1 1,-1 1 0,-1-1-1,-7 25 1,5-21-919,1 0 1,1 0-1,0 0 0,0 32 1,4-35-1393,0 0 0,1 0 0,1-1 0,5 20 0,0-18-7429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1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 7881,'0'0'3620,"3"-18"-3208,4 6-500,6 24-3912,14 18-841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2.0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1 529 10297,'1'-4'444,"1"0"0,0 1 0,0-1 0,0 1 0,0-1 1,0 1-1,1 0 0,-1 0 0,1 0 0,0 0 0,0 0 0,0 0 0,1 1 0,5-4 0,24-20 2310,-18 13-1667,32-21 0,-33 25-534,-1 0 0,0-1 0,-1-1-1,22-22 1,-16 13 80,15-17 233,-31 34-771,0 1 0,-1-1 0,1 0 1,-1 1-1,1-1 0,-1 0 0,0 0 1,0 0-1,0 0 0,0 0 1,0-5-1,-24 3 261,21 5-345,-1 0 0,1 0 0,-1 0 1,1 1-1,-1 0 0,1-1 0,-1 1 0,1 0 0,0 0 1,-1 0-1,1 0 0,0 1 0,0-1 0,0 1 0,0-1 1,0 1-1,0 0 0,0 0 0,-3 3 0,-32 48 85,31-44-54,-1 4-17,0-1 0,0 1 1,1 0-1,1 0 1,0 1-1,-5 26 1,9-32-26,0-1 0,0 1 0,1 0 1,-1 0-1,2 0 0,-1 0 1,1 0-1,1 0 0,0 0 0,0 0 1,0-1-1,1 1 0,6 12 1,-6-15-48,1 0 1,0-1-1,0 1 1,0-1-1,1 0 1,0 0-1,-1 0 1,1-1-1,1 0 1,-1 0-1,0 0 0,1-1 1,-1 1-1,1-1 1,0-1-1,0 1 1,0-1-1,8 1 1,0 0-57,0-1 0,0 0 1,1-1-1,-1 0 0,0-1 1,22-5-1,-19 1 51,-1 0 1,0-1 0,0-1 0,-1 0-1,0-1 1,0-1 0,25-19 0,-14 6-58,-1-1-1,41-49 1,-64 70 103,0-1 0,0 1 0,0 0 0,0 0-1,0-1 1,1 1 0,-1 1-1,1-1 1,-1 0 0,4-1 0,19-7-85,-16 12 83,-4 0-4,13 2-29,-1 0-1,25 9 1,-2-1-110,-31-10 142,0 0 0,0-1-1,0 0 1,-1 0 0,1-1 0,0-1 0,0 1 0,0-1 0,0-1 0,15-4 0,-13 3 626,-1-1 0,-1 0 1,1-1-1,16-10 1,-25 15-547,0 0 0,0 0 0,0 1 1,0-1-1,0 0 0,0 1 0,-1-1 1,1 0-1,0 1 0,0-1 1,0 1-1,-1 0 0,1-1 0,0 1 1,-1-1-1,1 1 0,-1 0 0,2 1 1,-1-1 118,6 7 72,0 0 0,0 0-1,-1 0 1,0 1 0,-1 0-1,7 15 1,17 28 402,-9-24-477,46 51 0,-59-72-190,0 0 1,1 0-1,0-1 1,1 0-1,-1 0 1,1-1-1,0 0 1,0-1-1,1 0 1,-1 0-1,11 2 1,-11-5 2,-1-1 0,1 1 0,-1-1 0,0-1 0,1 0 0,-1 0 0,0-1 0,1 0 0,-1 0 0,0 0 0,0-1 0,0-1 0,-1 1 0,1-1 0,12-10 0,-8 5-32,0-1 0,0 0-1,-1-1 1,-1 0 0,0 0 0,0-2 0,13-22-1,47-102-190,-31 54 150,-2 11 32,90-166 589,-126 236-547,-1 1 1,1-1 0,0 0 0,0 1 0,0-1-1,0 1 1,0-1 0,1 1 0,-1-1 0,0 1-1,1 0 1,-1 0 0,1 0 0,-1 0 0,1 0-1,-1 0 1,1 0 0,3-1 0,-5 2-1,1 1 0,0-1 0,0 0 0,0 1 0,0-1 0,-1 0 0,1 1 0,0-1 0,0 1 0,-1 0 0,1-1 0,0 1 0,-1 0 0,1-1 0,0 1 0,-1 0 0,1-1 0,-1 1 0,0 0 0,1 0 0,-1 0 0,1 0-1,-1-1 1,0 1 0,1 2 0,2 10-29,0 1-1,-1 0 0,1 19 1,-2-23-52,6 49-3149,-2 65-1,-7-95-965,0 0-1,-8 34 0,3-21-6359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2.1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20 311 12309,'-20'-73'2336,"30"43"209,0 18-85,-6-15-492,2 6-384,11 3-320,17-9-264,13 12-444,13-3-620,10 5-672,14 1-932,13-9-1132,14 3-3349,2 12-5472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2.9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349 523 13249,'-2'-2'3565,"-10"10"-1027,1 4-834,1 2-1,0-1 0,-11 21 0,-12 17 1030,-98 148 1119,106-156-3846,3 2-1,-31 83 1,48-111-259,1 1 0,0 0-1,1 0 1,1 1 0,1-1 0,1 24-1,2-18-1864,1 1-1,1-1 0,13 48 0,-16-72 2034,0 1-1,0-1 0,-1 0 0,1 0 1,0 0-1,-1 0 0,1 0 0,0 0 0,0 0 1,-1 0-1,1 0 0,0 0 0,-1 0 1,1 0-1,0-1 0,-1 1 0,1 0 0,0 0 1,-1-1-1,1 1 0,0 0 0,-1-1 1,1 1-1,-1-1 0,2 0 0,-2 1-5,3-3 93,0 1 1,-1-1-1,1 0 0,-1 0 1,1 0-1,-1 0 0,0 0 1,0 0-1,0 0 1,0-1-1,-1 1 0,0-1 1,2-4-1,11-58 548,-9 36-299,20-97 660,-6 24 357,66-199 1,-55 224-662,3 1 0,81-134 0,-95 182-458,1 1 0,1 1 0,1 0 0,1 2 0,2 1 0,0 1 0,2 1 0,0 1 0,54-31 0,-69 46-112,0 0-1,0 1 0,1 0 0,0 1 1,0 1-1,0 0 0,0 0 1,1 1-1,18 0 0,-26 3-21,0-1 1,0 1-1,0 0 0,0 0 0,0 0 1,0 1-1,-1 0 0,1 0 0,0 0 0,-1 1 1,0 0-1,1 0 0,-1 1 0,0-1 0,-1 1 1,1 0-1,-1 0 0,1 1 0,-1-1 0,-1 1 1,1 0-1,-1 0 0,4 6 0,-1 2 0,0 0 0,0 1 0,-1 0 0,-1 0 0,0 0 0,2 21 0,2 91-99,-8-92-280,2 1 0,12 67 1,-3-66-414,31 68 0,4 14-395,-44-112 1132,-1 1 1,1-1-1,-1 1 0,0 0 1,-1 0-1,0-1 0,0 1 1,0 0-1,-1 0 0,0-1 1,0 1-1,0 0 0,-1-1 1,0 1-1,-1-1 0,1 0 1,-1 0-1,-1 0 0,1 0 1,-1 0-1,0-1 0,0 1 1,0-1-1,-1 0 0,0 0 1,0-1-1,0 1 0,-1-1 1,1-1-1,-10 6 0,-18 9 56,0-2-1,-2-1 0,-58 17 1,-3 1 182,-61 25 266,152-56-434,0 0 0,0 0 0,0 0 0,0 1-1,0-1 1,1 1 0,-7 5 0,11-7-27,0-1-1,-1 0 1,1 1-1,0-1 1,0 1-1,0-1 1,0 0-1,0 1 1,0-1-1,0 1 1,0-1-1,0 0 1,0 1-1,0-1 1,0 1 0,0-1-1,0 0 1,0 1-1,0-1 1,0 1-1,1-1 1,-1 0-1,0 1 1,0-1-1,0 0 1,1 1-1,-1-1 1,0 0-1,0 1 1,1-1-1,-1 0 1,0 0-1,1 1 1,-1-1-1,0 0 1,1 0 0,-1 0-1,1 1 1,5 5-18,-3-2-15,1 0-1,-1-1 1,1 1 0,0-1 0,-1 0 0,2 0 0,-1-1 0,0 1 0,0-1 0,1 0 0,0 0 0,-1 0 0,1-1 0,8 2 0,8 1-301,1-1 0,24 0 0,-19-2-73,60 5-1908,1-4 0,-1-5-1,138-20 1,-185 14 2266,1-3-1,-2-1 1,0-1-1,60-33 1,93-38 6821,-190 83-6596,1 1 0,-1 0 0,0 0-1,1 0 1,-1 0 0,1 0-1,-1 1 1,1-1 0,0 1-1,-1 0 1,1-1 0,-1 1 0,1 1-1,0-1 1,-1 0 0,1 0-1,-1 1 1,1 0 0,-1-1-1,1 1 1,-1 0 0,1 0-1,-1 0 1,0 1 0,0-1 0,1 1-1,-1-1 1,0 1 0,0 0-1,0-1 1,-1 1 0,1 0-1,0 0 1,-1 0 0,1 1 0,-1-1-1,0 0 1,0 1 0,0-1-1,1 4 1,4 8 209,-2 1 0,0-1 1,0 1-1,-1 0 0,0 20 0,-2-31-296,3 40 1059,17 83 0,-20-124-1128,0 1-1,0 0 1,1 0-1,-1-1 1,1 1-1,0-1 1,0 1-1,0-1 1,0 0-1,1 1 1,-1-1-1,1 0 1,0-1-1,0 1 1,0 0-1,0-1 1,0 0-1,1 0 1,-1 0-1,1 0 1,-1 0-1,1-1 1,0 1-1,-1-1 1,1 0-1,0 0 1,0-1-1,0 1 1,0-1-1,0 0 1,0 0-1,0 0 0,6-1 1,-3 0-25,0-1 0,0 0 0,0 0 0,0 0 1,0-1-1,-1 1 0,1-2 0,-1 1 0,0-1 0,0 0 0,0 0 0,0-1 0,-1 0 1,0 0-1,0 0 0,0 0 0,6-9 0,-5 2 2,0 0 0,-1-1 0,-1 1 0,0-1 0,0 0 0,-1 0 0,-1 0 0,0 0 0,-1-1 0,-1 1 0,0 0 0,0-1 0,-1 1 0,-1 0 0,-4-18 0,-4-7 0,-1 1 0,-2 0 0,-34-68 0,42 96-109,-10-22-740,-25-36 0,6 25-4357,28 37 2908,0 0 0,0 0 1,-1 0-1,-11-5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3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214 146 14101,'-22'14'1644,"0"2"0,1 1 0,-31 32 0,42-39-833,1 1 1,0 1 0,1 0-1,1 0 1,-1 0-1,2 1 1,0 0 0,-8 26-1,8-17-212,2 0 0,0 1-1,1-1 1,1 1 0,1 0 0,5 43-1,-3-54-560,1-1-1,0 1 0,1-1 0,0 0 0,1 0 0,0 0 1,0-1-1,1 0 0,1 1 0,0-2 0,0 1 0,1-1 1,0 0-1,1 0 0,11 11 0,-15-18-37,-1 0 0,1 1 0,-1-1 0,1 0 0,0-1 0,-1 1 0,1-1 0,0 1 0,0-1 0,0 0 0,0-1 0,0 1 0,1-1 0,-1 0 0,0 0 0,0 0 0,0 0 0,0-1 0,0 1 0,0-1 0,0 0 0,0-1 0,0 1 0,0-1 0,0 1 0,-1-1 0,1 0 0,4-4 0,-1 2 0,-1-1 0,0 0 0,0 0 0,-1 0 0,0-1 0,1 0 0,-2 0 0,1 0 0,-1 0 0,0-1 0,0 0 0,-1 0 0,0 0 0,3-8 0,-4 2 0,0 0 0,-1 0 0,0 0 0,-1 0 0,0 0 0,-1 0 0,-1 0 0,0 0 0,-6-20 0,-7-13 0,-25-55 0,28 70 0,-53-150-199,51 118-3063,5 0-4713,9 62 7624,0 0 1,0 0-1,0 1 1,0-1-1,0 0 1,0 0 0,0 0-1,0 0 1,0 0-1,0 0 1,1 1-1,-1-1 1,0 0 0,0 0-1,1 0 1,-1 1-1,1-1 1,-1 0-1,1-1 1,1 2-681,0-1 1,-1 0-1,1 1 0,0 0 0,0-1 1,-1 1-1,1 0 0,0 0 1,0 0-1,3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3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30 543 10701,'-5'-16'269,"-2"-9"2401,1-1 0,-4-41-1,9 60-2172,1 0-1,0 0 0,0 0 0,1 0 1,0 0-1,0 0 0,0 0 0,1 0 1,0 0-1,0 1 0,1-1 0,0 1 1,0-1-1,8-10 0,-4 9-292,0 1 0,1-1 0,0 1 0,0 1 0,1 0 0,0 0-1,0 0 1,0 1 0,1 1 0,0 0 0,0 0 0,0 1 0,0 0 0,0 0 0,1 1 0,-1 1 0,1 0-1,-1 0 1,1 1 0,-1 1 0,1-1 0,10 3 0,-12-2-167,-1 1 1,0-1-1,0 2 0,0-1 1,0 1-1,-1 0 1,1 0-1,-1 1 0,1 0 1,-1 0-1,-1 1 1,1 0-1,0 0 0,-1 1 1,0 0-1,-1 0 0,1 0 1,-1 1-1,0-1 1,-1 1-1,0 0 0,0 1 1,0-1-1,-1 1 0,0 0 1,0 0-1,-1-1 1,1 11-1,-1-8-4,-1 1 1,-1-1-1,1 1 0,-2-1 1,0 1-1,-2 10 0,-1-4-4,-1-1-1,-1 1 0,-1-2 0,-11 23 1,-62 97-102,13-44-644,54-74-109,-21 31 0,-12 16-2161,13-21-3169,69-58-235,-14-3 5082,-2-1 0,27-32 0,2-2 532,334-400 3331,-355 416-2072,20-26 1286,3 2 1,81-76 0,-125 131-1580,0 0 1,0 0-1,1 1 0,0 0 1,0 0-1,1 1 1,-1 0-1,1 1 1,9-3-1,-14 5-121,-1 0 1,1 1-1,0-1 1,0 1-1,-1 0 0,1 0 1,0 1-1,-1-1 1,1 1-1,0 0 1,-1 0-1,1 0 0,-1 0 1,1 1-1,-1-1 1,0 1-1,0 0 0,0 0 1,0 0-1,0 0 1,0 1-1,0-1 0,0 1 1,-1-1-1,4 7 1,0-1 12,-1 1 0,0 0 1,0 1-1,-1-1 0,-1 1 1,0 0-1,0 0 0,-1 0 0,0 0 1,0 0-1,-1 0 0,-1 15 1,0 2-19,-2-1 0,0 1 0,-11 40 0,9-47-247,-1 0-1,-1-1 1,0 0-1,-2 0 1,0-1-1,-1 0 1,-1 0 0,-1-1-1,0 0 1,-18 20-1,22-31 185,0 0-1,-1-1 1,1 1-1,-1-1 1,0-1 0,0 0-1,-1 0 1,-16 5-1,24-8 22,1-1 0,-1-1-1,0 1 1,1 0 0,-1 0-1,0 0 1,0 0 0,1 0-1,-1-1 1,0 1 0,1 0-1,-1-1 1,0 1 0,1 0-1,-1-1 1,1 1 0,-1-1 0,1 1-1,-1-1 1,1 1 0,-1-1-1,1 1 1,-1-1 0,1 0-1,-1 0 1,-6-14 163,10 11-157,1 0 0,0 0 0,0 1 0,0-1 0,0 1 0,1 0 0,-1 0 0,1 0 0,9-4 0,-4 2 1,19-10 33,1 2 1,0 0 0,58-13-1,81-8 73,-143 31-97,1 1 0,-1 1 0,1 1 0,40 5 0,-56-4-22,-10 0-11,0-1 1,0 1-1,-1-1 1,1 1-1,-1 0 0,1-1 1,-1 1-1,1 0 1,-1-1-1,1 1 1,-1 0-1,1 0 1,-1 0-1,0-1 0,0 1 1,1 0-1,-1 0 1,0 0-1,0 0 1,0-1-1,0 1 1,0 0-1,0 0 1,0 0-1,0 1 0,0-2 1,0 3-140,0 0-1,0 0 1,0 1-1,-1-1 0,1 0 1,-1 0-1,1 0 0,-1 0 1,0-1-1,0 1 1,-1 0-1,1 0 0,-1 0 1,1-1-1,-1 1 0,0-1 1,0 1-1,0-1 1,-3 3-1,-6 10-2410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4.2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92 7305,'-1'-1'187,"0"0"-1,0 0 1,0-1 0,0 1 0,0 0 0,0 0 0,0-1-1,1 1 1,-1-1 0,0 1 0,1-1 0,-1 1 0,1-1-1,0 1 1,0-1 0,-1 1 0,1-1 0,0 1 0,0-1-1,0 0 1,0 1 0,1-2 0,0 1 14,1 0 1,0 0 0,-1 1-1,1-1 1,0 1-1,0-1 1,0 1 0,0 0-1,0 0 1,0 0-1,0 0 1,0 0 0,0 0-1,1 1 1,3-2-1,12-1 327,0 0 0,0 1 0,1 1-1,-1 0 1,25 4 0,-19-2-282,41-3 0,-61 2-187,-4-1-47,0 0 1,0 1-1,1-1 1,-1 0-1,0 1 1,0-1-1,0 0 1,1 1-1,-1-1 1,0 1-1,1-1 0,-1 0 1,0 1-1,1-1 1,-1 1-1,1-1 1,-1 1-1,1-1 1,-1 1-1,1 0 1,-1-1-1,1 1 0,0-1 1,3-3 193,-17-3-80,10 6-98,1 1 1,-1-1-1,1 1 1,-1-1-1,1 1 1,-1 0-1,0 0 1,1 0-1,-1 0 0,1 1 1,-1-1-1,1 1 1,-1-1-1,1 1 1,-5 2-1,-1 0 6,7-3-24,0 1 0,0-1 0,0 1 0,0 0 0,0-1 0,1 1 0,-1 0 0,0 0 0,0 0 0,1-1 0,-1 1 0,0 0 0,1 0 0,-1 0 0,1 0 0,0 0 0,-1 0 0,1 0 0,0 0 0,-1 0 0,1 0 0,0 1 0,0-1 0,0 0 0,0 0 0,0 0 0,0 0 0,0 0 0,1 0 0,-1 0 0,0 0 0,1 0 0,-1 0 0,0 0 0,1 0 0,-1 0 0,1 0 0,-1 0 0,1 0 0,0 0-1,1 1 2,1 0-3,0 1 1,0-1 0,1 0 0,-1 0-1,1 0 1,0-1 0,0 1 0,-1-1-1,1 0 1,0 0 0,0 0 0,0-1-1,0 1 1,0-1 0,0 0 0,0 0-1,0-1 1,1 1 0,-1-1 0,-1 0-1,1 0 1,0 0 0,5-2 0,-6 2 223,19-12 2000,-29 21-2084,1 0 1,1 0-1,-1 1 0,1 0 0,1 0 0,0 0 0,0 0 0,1 1 0,-4 16 0,-4 32 139,2 0 0,0 68 0,5-60-172,-14 76 0,8-96-84,-2-1 0,-2 0 0,-2-1 0,-40 77 0,43-96 22,-1-1 0,-2-1 0,0-1 0,-1 0 0,-2-1 0,0-1 0,-1-1 0,0-1 0,-37 25 0,52-40 66,-1-1 0,1 1 1,-1-1-1,1 0 0,-1-1 0,0 1 1,0-1-1,0 0 0,-6-1 0,10 1-81,1-1 0,-1 0-1,1 0 1,-1 0-1,1 0 1,-1 0-1,1 0 1,-1 0 0,1-1-1,-1 1 1,1-1-1,-1 1 1,1-1-1,0 1 1,-1-1 0,1 0-1,0 1 1,0-1-1,-1 0 1,1 0-1,0 0 1,0 0-1,0 0 1,0-1 0,0 1-1,0 0 1,0 0-1,1-1 1,-1 1-1,0 0 1,1-1 0,-1 1-1,1 0 1,-1-1-1,1 1 1,0-1-1,-1 1 1,1-1 0,0 1-1,0-4 1,2-5 55,-1 0 0,1 0 0,1 0 0,0 0 0,0 0 0,1 0 0,1 1 0,-1 0 0,1 0 0,1 0 0,7-9 0,13-15 138,45-43 1,-47 52-150,76-71-1268,4 5 0,180-120 0,-156 116-1394,-6 3-1698,-37 38-2726,-33 25-3002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49 15193,'-1'-2'319,"0"1"1,1-1-1,-1 1 0,0-1 0,1 1 0,-1-1 0,1 1 0,0-1 0,-1 1 0,1-1 0,0 0 1,0 1-1,0-1 0,0 1 0,0-1 0,1 0 0,-1 1 0,0-1 0,1 1 0,-1-1 0,1 1 0,-1-1 1,1 1-1,0-1 0,7-8 8103,-22 28-7248,6-6-1327,-17 26 371,-24 46 0,43-72-593,1 0 0,0 1 0,0-1-1,2 1 1,-1 0 0,2 1 0,0-1 0,-1 19-1,3-19-1714,0 0 0,0 0-1,2 0 1,-1 0-1,2 0 1,6 21 0,13 8-9967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5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10 16369,'-40'-10'9121,"43"29"-6760,4-4-389,-10 12-376,-1 24-352,1-6-1140,3 6-104,0 10 0,-7-4 0,4 3 0,6 7 0,4-7-2012,0 0-908,-1-9-709,1 1-3487,7 5-6990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5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189 0 13553,'-44'60'1752,"21"-32"-243,9 2-277,1 0-344,3-3-204,0 3-480,-4 3-504,-9 0-744,6 4-728,7-1-3149,0 3-3880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25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1459 5 9753,'-44'-2'626,"10"0"176,1 1 0,-1 2 0,1 1 0,-55 11 0,51-3 151,2 2 1,0 1-1,0 2 0,1 1 1,1 2-1,1 1 1,1 2-1,0 1 1,-43 40-1,11 0 638,3 2 0,-101 139-1,81-89-690,6 4-1,5 3 0,-53 131 0,84-159-804,4 1 0,4 2 0,4 2 0,-25 190 0,47-239-95,1 1 0,3 0 0,2 0 0,2 0 0,2-1 0,17 65 0,-16-87 0,1-1 0,2 0 0,0-1 0,2 0 0,1 0 0,1-2 0,1 1 0,0-2 0,2 0 0,1-1 0,1-1 0,40 34 0,-29-32-147,1-2 0,1-2 0,0 0 1,1-3-1,1 0 0,1-2 0,0-2 0,56 11 0,-14-9-658,1-4-1,156-1 0,-124-13 266,-1-6 0,0-4 0,-1-5-1,-1-5 1,-1-4 0,121-51 0,-74 14 89,-2-6-1,-4-7 0,189-134 1,-237 143 369,-3-5 1,168-170 0,-222 199 233,-3-1 1,-2-2-1,-1-2 0,-4-1 1,-1-2-1,-3 0 1,37-101-1,-56 125-7,-1 0-1,-2-1 0,0 0 1,-2 0-1,-2 0 0,-1 0 1,-1-1-1,-1 1 1,-2 0-1,-9-39 0,4 36-16,-2 0-1,-2 0 0,-1 1 0,-1 0 0,-2 1 1,-1 1-1,-1 1 0,-41-51 0,27 44-52,-1 1 1,-2 2-1,-2 2 0,-1 1 0,-1 2 0,-1 1 0,-1 3 1,-2 1-1,-51-20 0,45 24-396,-1 2 1,-1 3-1,0 2 0,-1 2 0,0 3 1,-1 1-1,0 3 0,-69 4 0,58 4-1326,1 3-1,-71 17 1,95-14-795,1 1 0,-51 23 0,-25 24-7320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0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700 102 13129,'0'-8'378,"-5"-28"1436,4 34-1640,1 1 0,-1-1-1,0 0 1,0 1 0,0-1 0,0 1 0,0-1 0,0 1-1,-1-1 1,1 1 0,0 0 0,-1 0 0,1 0-1,-1 0 1,1 0 0,-1 0 0,-1-1 0,-58-31 8764,54 33-7224,-7 4-1413,0 1 1,1 0-1,-1 0 1,1 1-1,0 1 1,1 1-1,0-1 1,0 2-1,0 0 1,1 0-1,1 1 1,-19 21-1,-3 8-385,2 2-1,-38 64 0,18-17 85,4 3 0,4 1 0,-48 157 0,71-182 0,-20 121 0,34-152 0,2 0 0,2 1 0,2-1 0,0 1 0,9 43 0,-4-58 0,0 1 0,2-1 0,0 0 0,2-1 0,0 0 0,1 0 0,1-1 0,22 27 0,-22-31 0,1 0 0,0-2 0,2 1 0,-1-2 0,2 0 0,0-1 0,32 19 0,-11-12 0,0-1 0,58 17 0,-51-21-734,1-3-1,-1-1 1,2-3-1,-1-1 1,1-2-1,0-3 1,68-5-1,-69-1-1856,0-2 1,-1-2-1,-1-2 1,62-23-1,-14-5-8363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0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0 263 12177,'17'-51'2072,"7"21"-336,-4 0-267,3-1-341,11 7-272,6 0-180,17-3-132,6 9-136,8 3-336,6 3-524,3 12-476,4 9-520,-4 12-352,-6 6-585,-20 12-1683,-11 19-3005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0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0 242 15793,'14'-33'1397,"6"12"-285,13 3-292,7-3-368,11-3-468,16-1-520,6-2-844,4-3-541,14 9-2663,-1 0-3569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0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66 13653,'-10'-10'3342,"0"1"-1,-22-15 0,20 15-2724,9 7 1820,-24-10 1569,28 19-3910,0-1 0,0 0 1,0 0-1,1 0 0,0 0 0,1 0 0,-1 0 0,1-1 0,0 1 0,0-1 0,1 0 0,4 6 0,12 13 250,26 26 0,-37-41-300,80 73-159,3-4 0,128 83 0,4-33-4509,-140-84 61,-3 3-3927,-39-22-3242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0.9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827 152 12797,'-87'-79'2984,"60"55"73,-16 3-393,-1 6-144,1 6-408,-1 6-503,-3 3-353,-6 6-244,-1 6-236,1 9-152,-1 6-156,0 3-736,8 10-776,5 5-716,-2 6-749,6-3-823,3 4-3437,11 2-6444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1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30 18642,'0'-25'3251,"0"20"-298,0 10-372,0 52 873,0 50-1110,-10 146-2802,-5-34 334,5-63-3765,-5 0-9030,8-87 68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1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0 166 15185,'17'-45'2249,"6"21"-325,7 3-352,4 2-340,6 10-388,10 0-812,21 0-532,12 0-860,1 0-700,7-3-713,9 12-2023,1 9-3769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1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17 160 11717,'-17'-3'10258,"20"2"-8433,2-1-1611,0 1 1,0-1-1,1 1 0,-1 1 0,0-1 0,1 1 0,-1 0 1,1 0-1,-1 0 0,0 1 0,1 0 0,-1 0 1,0 0-1,0 0 0,0 1 0,0 0 0,7 4 0,9 4 235,0 0 1,33 24-1,-35-21-311,-2 0 0,1 2 0,-2 0 0,20 22 0,-31-32-143,-1 1 1,0 0-1,0 0 1,0 0-1,0 0 1,-1 1-1,0-1 0,-1 1 1,1 0-1,-1 0 1,-1 0-1,1 0 1,-1 0-1,0 1 0,-1-1 1,0 0-1,0 8 1,-1-8 1,0 1 0,0-1 1,-1 0-1,0 0 0,0 0 1,-1 0-1,0-1 0,0 1 1,0-1-1,-5 8 0,6-13 167,2-16-20,-1 13-137,1 0-1,0 0 1,0 0 0,0 0-1,0-1 1,0 1 0,1 0-1,-1 0 1,1 0 0,-1 0-1,1 0 1,0 0-1,1-4 1,12-14-170,0 1 0,1 0-1,1 1 1,1 1 0,35-29 0,45-30-4979,147-88 1,-141 98-2401,-60 38-652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2.3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3 151 7861,'-2'18'2226,"2"-18"-2127,1 1 0,-1-1 0,0 0 1,1 1-1,-1-1 0,1 1 0,-1-1 1,1 0-1,-1 1 0,1-1 0,-1 0 0,1 1 1,-1-1-1,1 0 0,-1 0 0,1 0 1,-1 1-1,1-1 0,0 0 0,-1 0 1,2 0-1,1 0 1896,31 14 3488,-15-10-5008,-1-1 1,1 0-1,0-1 1,0-1-1,0-1 1,33-4 0,-40 3-370,-4 0-16,-1 0 0,1 0 0,-1 0-1,1-1 1,-1-1 0,1 1 0,-1-1 0,0 0 0,0-1 0,-1 1 0,1-2 0,-1 1 0,0 0 0,0-1 0,7-7 0,-11 9-45,0 1 0,-1 0 0,1-1 1,-1 1-1,1-1 0,-1 0 0,0 1 1,0-1-1,0 0 0,0 0 1,0 0-1,-1 1 0,0-1 0,1 0 1,-1 0-1,0 0 0,0 0 0,0 0 1,-1 0-1,1 0 0,-1 0 1,0 0-1,0 1 0,0-1 0,0 0 1,0 0-1,0 1 0,-1-1 0,1 1 1,-4-5-1,-1 6 172,-2 2-160,0 1-1,0 1 0,0-1 1,0 1-1,1 1 0,0-1 1,-1 1-1,1 1 0,1-1 0,-1 1 1,0 0-1,1 1 0,0-1 1,1 1-1,-1 0 0,1 1 1,-7 11-1,5-6-14,1-1 1,0 1-1,0 1 0,2-1 1,-1 1-1,2-1 0,-3 17 1,5-21-33,0-1 0,0 0 0,1 0 0,1 0-1,-1 0 1,1 0 0,0 0 0,0 0 0,1 0 0,0 0 0,1 0 0,-1-1 0,1 1 0,0-1 0,8 11 0,-6-9-2,0-1 0,0 0 0,1-1 0,0 1 0,1-1 0,0-1 0,-1 1 0,2-1 0,-1 0 0,1 0 0,-1-1 0,1 0 0,0-1 0,1 0 0,-1 0 0,1-1 0,-1 1 1,12 0-1,-9-1-11,-3-1 6,1 1 1,-1-1-1,1-1 1,-1 0-1,1 0 1,0 0-1,-1-1 1,15-3-1,-6-2-4,0 0 0,0-1-1,0-1 1,-1 0 0,0-2 0,-1 1-1,0-2 1,-1 0 0,0-1-1,0 0 1,22-28 0,-11 9-16,7-9 27,56-54-1,-44 52-137,-43 42 127,1-1 0,-1 1 1,1 0-1,0 0 0,-1 0 1,1 0-1,0 0 0,-1 0 0,1 1 1,0-1-1,-1 0 0,1 1 0,-1-1 1,1 1-1,-1 0 0,1-1 1,-1 1-1,1 0 0,-1 0 0,0 0 1,1 0-1,0 2 0,1 14 2,0 1 0,-2 0-1,-1 34 1,-3 1 48,4-51-43,-1-1 1,1 1-1,0-1 0,0 0 0,0 0 0,0 1 1,1-1-1,-1 0 0,0 0 0,0 0 1,1 0-1,-1-1 0,0 1 0,1 0 0,-1 0 1,1-1-1,-1 1 0,1-1 0,-1 1 0,1-1 1,2 0-1,112-37 91,-102 30-101,1 2 0,-1 0 0,1 0 0,0 1 0,0 1 1,1 1-1,-1 0 0,1 1 0,-1 0 0,26 3 1,0 5 42,11 2-145,74 3 1,-110-12 81,1 0 0,-1-1 0,0-1 0,0-1 1,0 0-1,-1-1 0,1 0 0,-1-1 0,15-8 1,-6 1 258,-1 0 0,41-31 0,-61 40-169,1 1 0,-1-1 0,1 1 0,0 0 1,0 0-1,0 0 0,0 1 0,0-1 0,0 1 0,1 0 0,-1 0 1,0 0-1,0 1 0,1 0 0,-1 0 0,0 0 0,1 0 0,7 2 1,3 2 7,0 0 0,-1 2 0,1-1 0,13 9 0,39 14 69,-46-22-124,0-1-1,0-2 1,0 0-1,1-1 1,-1-1-1,1 0 1,-1-2-1,27-4 1,-34 2-17,-1 0 1,0 0 0,0-1 0,0-1-1,0 0 1,-1-1 0,0-1-1,0 1 1,0-2 0,-1 0 0,0 0-1,0-1 1,-1 0 0,10-12-1,64-93 1454,-82 110-675,-5 7-752,0-1 0,0 0 1,0 1-1,0-1 1,1 1-1,-1 0 0,-3 5 1,6-8-28,-7 10-2,0 0 0,1 0 0,0 1 0,1-1 0,0 1 0,1 0 0,0 1 0,1-1 0,0 1 0,1 0 0,0 0 0,0 14 0,1-18 0,1 0 0,0 0 0,1 0 0,0 0 0,0 0 0,0-1 0,1 1 0,1 0 0,-1-1 0,1 1 0,0-1 0,1 0 0,0 0 0,0 0 0,0 0 0,1-1 0,0 1 0,0-1 0,9 7 0,2-2-392,0 0 1,0-1-1,1-1 1,0 0-1,1-2 1,0 0-1,20 5 1,48 9-4412,0-6-3990,-84-15 8559,61 10-12587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3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 11549,'-8'0'8922,"8"0"-8737,-7 16 4023,-5 36-3319,4-15 716,-73 216 2293,45-156-3475,8-27-2053,-17 76 0,38-119 352,-13 63-3475,15-28-4096,7-23-1706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4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419 64 9541,'1'-2'405,"0"0"1,1 0-1,-1 0 1,0-1 0,-1 1-1,1 0 1,0-1-1,-1 1 1,1 0-1,-1-1 1,0 1-1,0-1 1,0 1-1,0-1 1,0 1-1,-1-5 1,0-12 5956,-4 21-4922,-9 5-1020,1 0-1,0 0 1,1 2 0,0 0-1,0 0 1,1 1 0,0 0-1,0 1 1,1 0 0,1 1-1,-9 14 1,-14 25 553,-37 77 0,64-119-885,-33 68 593,-52 155 1,79-196-668,2 0 0,1 1-1,2 0 1,2 0 0,1 0 0,4 73 0,1-89-43,1 0 0,1-1 0,1 0 0,1 1 0,0-2 0,2 1 1,9 19-1,-11-30-85,-1 1 0,1-1 1,0 0-1,1-1 1,0 0-1,1 0 1,-1 0-1,2-1 0,-1 0 1,1-1-1,0 0 1,0 0-1,0-1 0,1 0 1,12 4-1,-6-4-43,0 0-1,0-2 0,0 0 1,1-1-1,0-1 0,-1 0 1,1-1-1,-1-1 1,1-1-1,-1 0 0,22-6 1,-28 5 79,-1 0 1,0 0 0,0-1 0,0-1 0,0 1 0,0-1 0,-1-1-1,15-12 1,-18 13 43,0 0 1,-1-1-1,1 1 0,-1-1 0,0 0 0,-1 0 0,1 0 1,-1-1-1,0 1 0,-1-1 0,0 0 0,0 0 0,2-10 1,-2 3-16,-1-1 1,-1 1-1,0-1 1,0 1-1,-2-1 1,0 1-1,0-1 1,-8-21 0,-4-5-50,-32-60 1,22 51 13,23 46 88,-9-22 5,9 25-7,1 0 0,0 1 0,0-1 0,0 0 0,0 0 0,0 1 0,-1-1 0,2 0 0,-1 0 0,0 0 0,0 1 0,0-1 0,0 0 0,0 0 0,1 1 0,-1-1 0,0 0 0,0 1 0,1-1 1,-1 0-1,1 1 0,-1-1 0,1 0 0,-1 1 0,1-1 0,-1 1 0,1-1 0,-1 1 0,1-1 0,0 1 0,-1-1 0,1 1 0,0 0 0,1-1 0,6-1 46,0 1 0,0 0 0,0 1 0,0 0 0,0 0 0,0 1 0,0-1 0,0 2 0,0-1 0,-1 1 0,1 1 0,0-1 0,-1 1 0,1 0 0,-1 1 0,0 0 1,11 8-1,8 6 257,-1 1 0,-1 1 0,29 31 0,-42-40-219,0 1-1,-1 0 1,0 1-1,-1 0 1,0 0-1,-1 1 1,-1 0-1,0 1 1,-1 0-1,-1 0 1,0 0-1,-1 0 1,-1 1-1,0-1 1,-1 1-1,-1 0 0,0 0 1,-1 0-1,-1 0 1,0 0-1,-1-1 1,-1 1-1,-5 16 1,3-13-1135,0 0 0,-2 29 0,6-39-410,1 0-1,0 0 1,0 0-1,3 13 1,3-8-5220,4 1-4379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4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17 11909,'2'-1'263,"-1"0"1,0 0-1,0 0 0,1 0 1,-1 0-1,1 0 0,-1 0 1,1 0-1,-1 1 0,1-1 0,0 0 1,-1 1-1,1-1 0,-1 1 1,1 0-1,0 0 0,0-1 1,-1 1-1,3 1 0,18-6 2829,-21 5-2955,1 0 1,-1 0 0,0 0 0,0 0 0,1 0-1,-1 0 1,0 1 0,0-1 0,0 0 0,1 1-1,-1-1 1,0 1 0,0-1 0,0 1 0,0-1 0,0 1-1,1 1 1,2 0 242,4 2-104,0 0 0,0 0-1,-1 1 1,0 0 0,0 0-1,0 1 1,0 0 0,-1 0-1,8 11 1,-3-2-15,-1 0 0,-1 0 0,12 26 0,-14-23-162,-1 1 0,-1 0-1,-1 0 1,0 0-1,-2 1 1,1 26-1,6 37-193,-8-81 85,0-1 0,1 0 0,-1 0 0,0 1 0,1-1-1,-1 0 1,1 0 0,-1 0 0,1-1 0,-1 1 0,1 0 0,0-1 0,-1 1-1,1-1 1,2 1 0,6-3-41,-1 0 0,0-1 1,0 0-1,0-1 0,0 0 0,-1 0 0,0-1 0,0 0 0,10-8 0,14-7-267,-16 12 146,0 0 0,0 1 0,1 1-1,0 0 1,0 1 0,1 1-1,0 1 1,-1 1 0,1 0-1,0 1 1,0 1 0,0 0-1,0 2 1,0 0 0,23 6 0,-18-2 42,-8-2 69,0 0 0,0-1 0,0 0 0,1-1 0,30-1 0,-29-2 36,0 0-1,1-2 1,-1 0-1,-1-1 1,1 0-1,27-12 0,-34 11-275,1 0-1,0 1 0,0 0 1,0 1-1,1 0 0,-1 1 1,1 1-1,-1-1 0,1 2 1,0 0-1,19 2 0,70 4-3164,-30-3 1446,-41-2 1527,1-1 0,-1-2 0,0-1 0,57-12 0,-35 1 421,92-37 1,-118 42-204,46-11 0,-51 15-1049,0-1 0,-1-1 0,24-10 0,-27 8-1235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5.3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582 929 6177,'-2'-1'1847,"-21"-12"1859,21 12-1901,-1-1-51,-2-3-1151,-1 1 1,1 0 0,-1 0 0,0 0-1,0 1 1,-1 0 0,1 1-1,-1-1 1,1 1 0,-1 0-1,0 1 1,-9-2 0,3 2-37,1 1 0,-1 0 0,1 1 1,-1 0-1,0 1 0,-16 4 0,3 2-147,1 1 1,1 1-1,0 1 0,0 1 0,1 1 1,-24 17-1,32-18-400,0 0 1,1 1 0,1 0 0,0 1-1,1 1 1,0 0 0,1 1 0,1 0-1,0 0 1,1 1 0,1 0-1,-11 33 1,19-49-49,0 0 0,-1 0-1,1 0 1,0 0 0,-1 0-1,1 0 1,0 1 0,0-1-1,0 0 1,0 0 0,0 0 0,0 0-1,0 0 1,0 1 0,1-1-1,-1 0 1,0 0 0,1 0-1,0 1 1,-1-1 11,1-1 0,-1 1 1,1-1-1,0 1 0,-1-1 0,1 1 0,0-1 0,-1 0 0,1 1 1,0-1-1,0 0 0,-1 0 0,1 1 0,0-1 0,0 0 0,-1 0 1,1 0-1,0 0 0,0 0 0,1 0 0,3-1-39,1 0-1,0 0 1,-1-1-1,1 0 1,5-2-1,-7 2 15,1 1 8,-1-1-1,1 0 0,-1 0 0,1 0 1,-1-1-1,0 0 0,0 0 1,0 0-1,5-5 0,-2 1 0,30-26-88,-3-2-1,0 0 1,51-75-1,-23 14 70,-3-3-1,79-190 0,26-194 2877,-181 551-2568,4 0 0,2 1 0,4 0 0,1 92 0,6-94-350,4 0 0,3 0 0,2-1-1,20 70 1,-27-127 54,1 0-1,0 0 0,1-1 0,0 1 1,0-1-1,1 0 0,0 0 1,1 0-1,-1-1 0,2 1 0,-1-2 1,1 1-1,0-1 0,7 6 1,-10-9 30,0-1 0,-1 0 0,1-1 0,0 1 1,0 0-1,0-1 0,0 0 0,0 0 1,0 0-1,1-1 0,-1 1 0,0-1 1,6 0-1,1-1 4,-1 0-1,1-1 1,-1 0 0,12-4-1,131-49 1652,-150 53-1636,0 1 1,-1 1-1,1-1 1,0 0-1,0 1 1,0 0-1,0-1 1,0 1-1,0 0 1,0 1-1,0-1 1,0 0-1,0 1 1,0 0-1,0 0 1,-1 0-1,1 0 1,0 0-1,0 0 1,-1 1-1,1-1 1,-1 1-1,4 2 1,2 3-1106,-1 1 0,0-1 0,-1 1 0,0 0 1,5 9-1,-8-12-96,2 3-3915,-4 0 2390,0-1-172,8 15-8189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5.6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4292,'46'9'794,"-44"-8"-744,0-1 0,0 1 0,-1 0 0,1 0 1,0-1-1,-1 1 0,1 1 0,-1-1 0,1 0 0,-1 0 1,1 0-1,-1 1 0,0-1 0,0 1 0,0-1 0,0 1 0,0 0 1,0-1-1,0 1 0,0 0 0,-1-1 0,1 1 0,-1 0 1,1 0-1,-1 0 0,0 0 0,1 2 0,-1 5 2,0 0 1,-1 1-1,1-1 0,-4 11 0,1-2 101,-1 29 35,3-21 111,-2 0 1,0-1 0,-2 1 0,-11 33 0,13-52-142,1 0 0,0 0 0,0 1 0,1-1 0,0 0 1,0 1-1,1-1 0,0 1 0,1 11 0,-1-16-93,1 0 0,-1 0 0,1 0 0,0 0 0,0 0 0,0 0 0,0 0 1,1 0-1,-1 0 0,1 0 0,0-1 0,0 1 0,0 0 0,0-1 0,0 0 0,0 1 0,1-1 0,-1 0 0,1 0 0,-1-1 0,1 1 0,5 2 0,3-1 135,1-1-1,0 0 0,-1-1 0,1 0 1,0 0-1,0-2 0,22-2 1,-30 2 2801,30-4-2598,-31 4-705,34-9-7084,-14 11 1391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6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474 193 12617,'6'-26'1139,"1"-2"1506,-1-1-1,2-33 1,-7 55-1567,1 0 1,0 0-1,-1 0 1,6-9-1,-6 12 1088,-2 6-327,-12 27-454,-97 228-1067,7-16-341,96-225 23,-68 156 0,-53 174 0,112-303 0,2 1 0,3 1 0,1 0 0,2 1 0,-2 55 0,8-78 0,-3 39 12,4 0 0,7 80 0,-3-113-68,2 0 0,1-1 0,1 1 0,1-1 0,1-1 0,2 1-1,14 25 1,-7-22-1045,2 0-1,1-1 0,1-1 0,30 29 1,-21-27-3660,50 37 0,24 6-9579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6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 11605,'0'-3'1472,"20"-27"14190,-19 36-13584,10 36-1603,2 0 0,2-2 0,35 69 0,-2-6-425,11 37-50,7-2 0,110 169 0,-143-261-970,65 71 0,-49-67-3776,0-3-4509,-14-13-4587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6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1283 10 17834,'-100'-9'3720,"59"27"-156,-5 0-367,-11 6-445,-4 3-1052,-9 6-1700,-7 10 0,-3 11 0,-7 6 0,3 12 0,0 13 0,-3 11 0,3 4 0,4-1-684,-11-11-3372,18 2 203,22 13-3255,21-10-6974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7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1391 1 13709,'-28'0'997,"0"0"-1,0 2 0,1 1 0,-1 2 1,1 0-1,0 2 0,0 1 0,1 1 1,0 1-1,-47 27 0,55-27-710,1 1-1,0 1 0,1 0 1,1 2-1,0 0 0,1 0 1,-19 25-1,27-30-367,1-1-1,0 1 1,0 0 0,1 1 0,0-1 0,0 1-1,1-1 1,1 1 0,-1 0 0,2 0-1,-1 1 1,1-1 0,1 0 0,0 0-1,1 0 1,2 19 0,2-11-322,0-1 0,0 0 0,2 0-1,0 0 1,1-1 0,1 0 0,0 0 0,1-1 0,1-1 0,0 0 0,1 0-1,18 16 1,-15-16-41,2 0-1,-1-1 1,2-1-1,0 0 1,0-2-1,1 0 1,0-1-1,1-1 1,40 11-1,-54-17 545,0-1-1,0 0 1,1-1 0,-1 1-1,1-1 1,-1-1-1,0 1 1,1-1 0,-1 0-1,0 0 1,0-1-1,0 0 1,0 0 0,0 0-1,0-1 1,0 0-1,-1 0 1,1 0 0,-1-1-1,0 0 1,0 0-1,0 0 1,-1 0 0,1-1-1,-1 0 1,0 0 0,0 0-1,4-9 1,2-5 619,0-1 1,-2 1 0,0-2-1,-1 1 1,-1-1 0,7-43-1,15-137 7739,-27 199-8141,1 15-135,3 36-155,-2 0 1,-8 97-1,-36 265-26,-35-2 0,47-292 0,-5-2 0,-5-2 0,-74 151 0,47-145 0,-6-3 0,-4-4 0,-5-2 0,-4-5 0,-106 100 0,167-181 0,-2-1 0,0-1 0,-2-2 0,0-1 0,-58 30 0,73-43 0,-1-1 0,0 0 0,0-1 0,-1 0 0,1-2 0,-28 3 0,32-4 0,1-2 0,-1 1 0,1-1 0,-1-1 0,1 0 0,0 0 0,0-1 0,0 0 0,0 0 0,0-1 0,-13-8 0,15 8 0,0-1 0,0 0 0,0-1 0,1 0 0,-1 0 0,1 0 0,1 0 0,-1-1 0,1 0 0,1 0 0,-1-1 0,1 1 0,-5-13 0,6 10 0,0 0 0,1-1 0,0 0 0,0 1 0,1-1 0,1 0 0,-1 0 0,2 0 0,2-17 0,2 3 0,2-1 0,1 1 0,0 1 0,2 0 0,1 0 0,1 1 0,0 0 0,21-26 0,30-33 5,3 2 0,134-123 0,184-108-193,133-20-3896,25 43-4486,-343 194 2054,-15 11-3924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8.0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268 605 15845,'-20'-51'15293,"-28"224"-14478,-86 208-1,68-242-814,100-231 0,4 19 0,2 3 0,3 1 0,4 2 0,2 2 0,97-99 0,-119 137 0,230-215 0,-173 172 0,141-90 0,-57 60 0,-142 85 0,-20 11 0,1 0 0,-1 0 0,1 0 0,0 1 0,1 0 0,-1 1 0,0-1 0,1 1 0,8-1 0,-12 3 0,0-1 0,0 1 0,0 0 0,0 0 0,1 0 0,-1 1 0,7 1 0,-10-1 0,0-1 0,1 1 0,-1-1 0,0 1 0,0 0 0,0-1 0,1 1 0,-1 0 0,0 0 0,0 0 0,0 0 0,0 0 0,-1 0 0,1 0 0,0 0 0,0 0 0,-1 1 0,1-1 0,0 0 0,-1 0 0,1 1 0,-1-1 0,0 0 0,1 1 0,-1-1 0,0 3 0,0 3 0,0 1 0,0 0 0,-1 0 0,0 0 0,-1 0 0,0-1 0,0 1 0,0-1 0,-1 1 0,0-1 0,-7 12 0,-8 10 0,-32 40 0,8-11 0,41-57 2,-20 31-331,-31 62 1,47-83 224,1 0 0,0 0-1,1 0 1,0 1 0,1-1 0,0 1 0,1 0 0,0-1 0,0 1 0,3 15 0,5 16-430,3 1 0,28 81 0,6 24-742,-42-142 1221,0 1 0,-1 0 1,-1-1-1,1 1 1,-1 0-1,0 0 1,-1-1-1,0 1 1,0 0-1,-1-1 0,0 1 1,0-1-1,-1 0 1,0 0-1,-5 9 1,3-7 8,-2 0 0,0 0 0,0 0 0,0-1 0,-1-1 0,0 1 0,-1-1 0,0-1 0,-15 10 0,-11 2 4,-1-2-1,-1-1 1,0-2 0,-70 15-1,-55 5 821,-210 16 0,304-48-472,84-14-1735,8-1-1077,36-14 1,0 7-5677,-20 9-2618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8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308 323 14865,'-20'-24'9068,"16"24"-8445,0 1 1,0-1-1,1 1 1,-1 0 0,0 0-1,0 0 1,0 0-1,1 1 1,-1-1-1,-5 5 1,2-2-191,1 1 1,0-1-1,0 2 1,-10 10-1,0 5-635,1 0-1,-16 31 1,20-33 617,-9 17-415,0 1 0,3 1 0,1 0 0,2 2 0,-11 45 0,20-64 0,1 2 0,1-1 0,1 0 0,1 1 0,1-1 0,1 0 0,1 1 0,1-1 0,1 0 0,1 0 0,9 25 0,-11-38 0,1-1 0,0 1 0,1-1 0,0 0 0,0-1 0,1 1 0,0-1 0,0 0 0,1 0 0,9 7 0,-13-11 0,1 0 0,1 0 0,-1-1 0,0 1 0,1-1 0,-1 0 0,1 0 0,0 0 0,-1-1 0,1 1 0,0-1 0,0 0 0,0-1 0,0 1 0,0-1 0,0 0 0,0 0 0,0-1 0,0 0 0,9-2 0,-7 1 0,-1-1 0,0 1 0,0-2 0,0 1 0,-1 0 0,1-1 0,-1 0 0,0-1 0,0 1 0,0-1 0,-1 0 0,1 0 0,-1 0 0,-1-1 0,1 1 0,-1-1 0,0 0 0,0 0 0,0 0 0,2-8 0,4-16 0,-1 0 0,-1 0 0,-2 0 0,3-41 0,-5 33 0,2 0 0,14-52 0,-10 64-4,1 0-1,0 0 1,2 1 0,1 1 0,1 0-1,1 1 1,1 0 0,1 2 0,1 0-1,22-20 1,-26 28-43,1 1-1,0 0 0,1 1 1,0 1-1,0 0 1,2 1-1,-1 1 1,1 0-1,0 2 0,0 0 1,1 1-1,0 1 1,0 0-1,0 2 0,24-1 1,-36 3 22,0-1 1,0 2-1,0-1 0,-1 1 1,1 0-1,0 0 1,0 1-1,0 0 0,-1 0 1,1 1-1,-1-1 0,0 1 1,0 1-1,10 6 1,-15-9 21,0 0 0,0 0 1,0 1-1,0-1 1,0 0-1,-1 1 0,1-1 1,0 0-1,-1 1 1,1-1-1,0 1 1,-1-1-1,0 1 0,1 0 1,-1-1-1,0 1 1,0-1-1,0 1 0,0 0 1,0-1-1,0 1 1,-1-1-1,1 1 0,0-1 1,-1 1-1,1 0 1,-1-1-1,-1 3 1,-1 4-3,-7 22-7,-3 0 0,0-1 0,-2-1 0,-1 0 0,-20 26 0,10-15 26,-33 66-1,51-86-12,0 0 0,1 0 0,1 0 0,1 1 0,1 0 0,0 0 0,2 1 0,-1 23 0,3-35-2,1 1-1,0 0 1,1 0-1,0 0 1,0-1-1,1 1 1,0-1-1,1 0 1,0 0-1,0 0 1,1 0-1,0-1 1,1 0-1,0 0 1,0 0-1,0-1 1,1 0-1,14 11 1,-9-9-1,1 0 0,0-1 0,0-1 0,0 0 0,1-1 1,0-1-1,0 0 0,1-1 0,-1 0 0,1-1 0,0-1 1,0 0-1,0-1 0,0-1 0,25-2 0,-27 1 6,1-1 0,-1-1 1,0 0-1,0-1 0,0 0 0,-1-1 0,1-1 0,-1 0 0,0 0 0,0-1 0,-1-1 0,0 0 0,-1 0 0,0-1 0,0-1 0,0 0 0,13-18 1,-12 10 7,0-2 0,-1 1 0,-1-1 0,-1-1 1,-1 1-1,0-1 0,-2-1 0,0 1 0,-2-1 1,0 0-1,-1 0 0,-2 0 0,-3-40 0,-3 12 43,-2 0 0,-2 1 0,-2 0-1,-38-93 1,30 94-158,-52-90 0,61 120-585,-2 0-1,1 1 1,-2 0-1,0 1 1,-2 0-1,1 1 1,-25-17-1,37 30-147,1 0-1,-1 0 0,0 1 1,0-1-1,0 1 1,0 0-1,-1 0 0,1 0 1,0 0-1,-5 0 0,4 1-873,-14-3-10613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8.9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109 324 13269,'7'-23'968,"1"0"0,11-21 0,19-22 4732,-30 54-4948,1 1-1,1-1 1,0 2-1,1-1 1,-1 1-1,18-11 0,5-1 617,38-19 0,-67 38-1277,0 1-1,1 0 1,-1 0-1,1 0 0,-1 1 1,1-1-1,-1 1 0,1 0 1,0 1-1,-1-1 0,1 1 1,0 0-1,0 0 1,-1 0-1,1 1 0,0 0 1,5 1-1,-7-1-42,1 1 0,-1 0 0,0 0 0,1 0 1,-1 0-1,-1 1 0,1-1 0,0 1 0,0 0 0,-1-1 0,0 1 0,1 0 0,-1 1 0,0-1 1,-1 0-1,1 1 0,0-1 0,-1 1 0,0-1 0,0 1 0,1 7 0,2 13-9,0 0-1,-2 0 1,-1 0-1,-1 1 1,-5 37-1,-31 122-56,19-126 18,-1 0 0,-3-2 0,-3-1 0,-2 0 0,-2-2 0,-3-1 0,-71 91 0,80-115 17,2-3-656,-33 34 0,44-52-380,0 1 0,0-1 0,0 0 0,-15 7-1,22-13 626,0 0 0,-1-1 0,1 1-1,0 0 1,-1-1 0,1 1 0,-1-1-1,1 0 1,-1 0 0,1 0 0,0 0-1,-1 0 1,1 0 0,-5-2 0,6 2 0,0-1-1,0 1 1,0 0 0,-1-1 0,1 0 0,0 1 0,0-1 0,0 0 0,0 1 0,0-1-1,0 0 1,1 0 0,-1 0 0,0 0 0,0 0 0,1 0 0,-1 0 0,-1-1 0,2 1-42,0 0 0,0 1 0,0-1 0,0 1 1,0-1-1,1 1 0,-1-1 0,0 0 0,0 1 1,0-1-1,0 1 0,1-1 0,-1 1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9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10 13297,'-1'-1'106,"1"0"-1,0 1 1,0-1-1,-1 1 1,1-1-1,-1 1 1,1-1-1,0 1 1,-1-1-1,1 1 1,-1 0-1,1-1 1,-1 1-1,1 0 1,-1-1-1,1 1 1,-1 0-1,1-1 1,-1 1-1,0 0 1,1 0-1,-1 0 1,1 0-1,-1 0 1,0 0-1,1 0 1,-1 0-1,0 0 1,1 0-1,-1 0 1,1 0-1,-1 0 1,0 0 0,1 0-1,-1 1 1,1-1-1,-1 0 1,1 0-1,-1 1 1,0-1-1,1 0 1,-1 1-1,1-1 1,0 1-1,-1-1 1,1 0-1,-1 1 1,1-1-1,0 1 1,-1-1-1,1 1 1,0 0-1,-1-1 1,1 1-1,0-1 1,0 1-1,0-1 1,-1 1-1,1 0 1,-10 48 3923,-47 276 3400,14-89-5833,34-177-1487,-25 151-1146,6 1-3897,27-194 4260,-8 60-3944,2-27-1377,-5 12-6554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9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13045,'98'-79'4809,"-58"64"-2957,0 3-492,7 6-248,3 3-576,14-3-516,-1 3-692,8-6-856,6 0-720,-4 6-3209,4 0-4388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9.4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1755 88 11169,'-29'-43'2643,"-5"-2"8711,30 47-9456,0 1-1637,1 0 0,-1 1 0,0-1 0,1 1 0,0-1 0,0 1 0,0 0 0,0 0 0,0 0 0,1 1 0,0-1 0,0 1 0,0-1 0,0 1 0,1-1 0,0 1 0,0 0 0,-1 9 0,1 10 2,0 0 0,4 40 0,-2-47-308,21 466 45,-22-360 0,-31 235 0,21-307 0,-1-1 0,-3 1 0,-2-2 0,-41 90 0,37-102 0,0-1 0,-3-1 0,-1 0 0,-1-2 0,-2-1 0,-50 46 0,23-34 43,-1-1 0,-3-3 1,-1-3-1,-2-2 0,-2-3 0,-118 44 1,-117 13-3321,-3-26-8441,122-30-3373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39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95 124 18058,'-14'-54'3204,"17"33"-448,1-1 1053,-11 7-2521,-3 3-556,-13 12-7437,-1 3-116,1 9-6516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6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85 11989,'3'-9'1435,"-1"1"1,0-1-1,3-17 0,-4-7 9282,-8 180-6397,-27 447-4320,20-478 197,-36 145 0,5-40-5723,42-180-310,5-20-1866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6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11 170 12337,'-10'-46'2200,"16"28"-195,1-6-149,13-9-264,4 18-468,9 3-200,14 0-204,3 3-124,14 9-116,13 3 28,7 12-672,6 3-224,4 0-556,0 9-628,3 12-560,-13 4-1077,-17 8-1447,-14 12-3637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6.7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67 269 13301,'-60'-15'2380,"53"0"4865,37 0-5713,34-6-320,16 6-268,31-10-432,30 1-1048,19 0-540,15-6-1000,9-3-888,7 3-3109,13 9-5344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7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1152 1263 10993,'-21'-27'4579,"18"21"-4116,0 1 0,-1 0 1,1 0-1,-1 1 0,-1-1 0,1 1 0,-1 0 0,1 0 0,-1 0 0,0 1 0,-1 0 0,1 0 0,-6-2 0,-20-5 390,0 2 1,0 1-1,0 1 0,-1 2 0,0 2 0,0 0 0,0 2 0,0 2 0,0 1 0,-53 11 1,22 2-589,1 2 1,1 3-1,1 3 0,-74 41 1,90-42-266,-65 47 0,95-60 0,0 1 0,1 1 0,0 0 0,1 0 0,0 1 0,1 1 0,-18 29 0,28-41 2,-1 1 0,1-1 1,-1 1-1,1-1 0,0 1 0,0 0 0,0 0 0,1 0 1,-1-1-1,1 1 0,-1 0 0,1 0 0,0 0 1,0 0-1,0 0 0,1 0 0,-1 0 0,1-1 0,1 6 1,-1-6-12,1 0 1,-1 0-1,1 0 1,-1 0 0,1-1-1,0 1 1,0 0-1,0-1 1,0 1 0,0-1-1,0 0 1,0 1 0,1-1-1,-1 0 1,0 0-1,1-1 1,4 2 0,4 0-93,0-1 1,0 0 0,1 0 0,-1-1 0,0-1 0,1 0 0,-1-1-1,16-3 1,9-7-36,-1-2-1,0-1 0,-1-1 1,0-2-1,-2-1 1,0-2-1,-1-1 0,-2-1 1,0-2-1,-1-1 1,41-50-1,-21 15 98,-3-2 0,-3-2-1,-2-2 1,53-123 0,-32 31-3,35-115-35,-41 99 54,-46 134 28,5-48 0,-12 68 79,0 1-1,-2-42 1,0 61-57,0-1 0,0 1 0,-1-1 0,1 1 0,0-1 0,-1 1-1,1 0 1,0-1 0,-1 1 0,0 0 0,1-1 0,-1 1 0,0 0 0,0 0 0,1-1 0,-1 1 0,0 0-1,-2-1 1,2 1-5,0 1-1,1 0 0,-1-1 0,0 1 1,0 0-1,0 0 0,0 0 0,0 0 1,0 0-1,0 0 0,0 0 1,0 0-1,0 0 0,1 0 0,-1 0 1,0 0-1,0 1 0,0-1 0,0 0 1,0 1-1,0 0 0,-3 1 38,0 0-1,0 1 1,1 0-1,-1 0 0,1 0 1,0 0-1,0 0 1,0 0-1,0 1 1,-2 4-1,-23 48 80,1 1 0,3 2 0,3 1 0,2 0-1,3 2 1,3-1 0,-10 119 0,21-152-138,1 0 0,2-1 0,1 1 0,1-1 0,1 0 0,2 0 0,1 0 0,1 0 0,1-1 0,1-1 0,1 1 0,1-2 0,2 0 0,0 0 0,1-1 0,2-1 0,0-1 0,2 0 0,0-1 0,28 23 0,-24-25-120,1 0-1,1-1 1,0-1 0,1-1-1,1-2 1,0 0-1,0-2 1,2-1 0,-1-2-1,1 0 1,0-2 0,1-1-1,-1-2 1,1 0 0,0-2-1,0-2 1,-1 0 0,1-2-1,0-1 1,56-16-1,-47 6-190,-1-1-1,-1-2 0,-1-2 0,0-1 0,-1-2 0,-1-1 0,-1-2 1,-2-1-1,0-1 0,-2-2 0,42-53 0,-50 56 69,42-57-394,-56 74 545,-1-1-1,-1-1 1,0 1-1,0-1 1,-1 1-1,5-20 1,-8-5-238,-1 35 328,0 0 0,0 0 0,0 0 0,0 0 0,0 1 0,0-1 0,-1 0 0,1 0 0,0 0 0,0 0 0,0 0 0,0 0 0,0 0 0,0 0 0,0 0 0,0 0 0,0 0 0,-1 0 0,1 0 0,0 0 0,0 0 0,0 0 0,0 0 0,0 0 1,0 0-1,0 0 0,-1 0 0,1 0 0,0 0 0,0 0 0,0 0 0,0 0 0,0 0 0,0 0 0,0 0 0,0 0 0,-1 0 0,1 0 0,0 0 0,0 0 0,0 0 0,0 0 0,0 0 0,0 0 0,0 0 0,0-1 0,0 1 0,0 0 0,0 0 0,0 0 0,-1 0 0,1 0 0,0 0 0,0 0 0,0 0 0,0-1 0,0 1 0,0 0 0,0 0 0,0 0 0,0 0 0,0 0 0,0 0 0,0 0 0,0 0 0,0-1 0,0 1 0,0 0 0,-15 7-28,-1 0 1,1 1-1,0 1 1,1 0-1,0 1 1,1 0-1,0 1 1,0 1-1,1 0 1,0 1-1,-15 23 1,26-35 28,-13 15-16,2 1 1,0 0-1,-17 36 1,27-49 9,1 0 1,1 0 0,-1 0-1,0-1 1,1 1-1,0 0 1,0 0 0,0 0-1,1 0 1,-1 0 0,1 0-1,0 0 1,0 0 0,3 7-1,-2-6-19,1 1 1,-1-1-1,1 0 0,1 0 0,-1 0 0,1 0 0,0-1 0,7 8 1,2-2-43,1-1 0,0-1 0,0 0 0,0-1 0,1-1 0,0 0 0,0-1 1,1 0-1,-1-1 0,29 3 0,7-3-130,-1-1 1,57-4-1,-55-2 71,1-2-1,54-12 1,-82 11 110,0-1-1,-1-1 1,0 0 0,0-2 0,-1-2 0,29-17-1,-42 22 24,3 0-1,0-2-1,17-15 1,-29 23-2,1 0 1,0 0-1,-1-1 1,1 1-1,-1-1 1,1 1-1,-1-1 0,0 0 1,0 1-1,0-1 1,0 0-1,0 0 0,0 0 1,0 0-1,-1 0 1,1 0-1,-1 0 1,1 0-1,-1 0 0,0 0 1,0 0-1,0 0 1,0 0-1,0 0 1,0 0-1,-1-3 0,0 3 1,0 1 0,-1 0-1,1-1 1,0 1 0,0 0-1,-1 0 1,1 0-1,0 0 1,-1 0 0,1 0-1,-1 0 1,0 1 0,1-1-1,-1 0 1,-2 0-1,-27-5 21,11 4-11,1 1-1,-1 0 0,1 2 0,-39 6 0,-74 23 17,82-14-75,0 1 0,-91 48 0,139-64 31,-1 0 0,0 1 0,1 0 0,-1-1-1,1 1 1,-1 0 0,1 0 0,0 0 0,0 0-1,-4 5 1,6-7 13,0 1-1,0-1 1,0 1 0,-1 0-1,1-1 1,0 1 0,0-1-1,0 1 1,0-1-1,0 1 1,0-1 0,0 1-1,0-1 1,0 1-1,0-1 1,0 1 0,0 0-1,0-1 1,1 1 0,-1-1-1,0 1 1,0-1-1,1 1 1,-1-1 0,0 0-1,1 1 1,-1-1-1,0 1 1,1-1 0,-1 1-1,0-1 1,1 0 0,0 1-1,3 1 1,1 0 0,-1 0 0,0-1-1,1 1 1,-1-1 0,1 0 0,0-1 0,-1 1-1,1-1 1,-1 0 0,9-1 0,137-10 98,121-6 1304,-256 17-1099,0 1 0,-1 0 0,1 1 0,-1 0 0,17 6 0,-26-7-171,0 1 0,0 0 0,-1 0 0,1 0 0,-1 1 0,1-1-1,-1 1 1,0 0 0,0 0 0,0 1 0,-1-1 0,1 1 0,-1 0 0,0 0 0,0 0 0,0 0 0,0 0 0,-1 1 0,3 5 0,2 11 135,-2 0 0,4 28 0,6 27-2039,-9-50-111,2 4-1893,0-7-2805,7 8-4892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8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191 343 14617,'-11'1'1660,"0"1"0,1-2-1,-1 0 1,0 0 0,-13-3 0,23 4-1500,0 0 0,1-1 0,-1 1 1,0 0-1,1-1 0,-1 1 1,1 0-1,-1 0 0,1 0 0,-1-1 1,1 1-1,0 0 0,-1 0 1,1 0-1,0 0 0,0 0 0,-1 0 1,1 0-1,0 1 0,0-1 113,-39 187 4199,-1 98-4435,25-161 167,11-109-204,2-19 0,-1-14 0,2 4 0,2 1 0,0-1 0,0 0 0,1 0 0,1 0 0,0 1 0,0-1 0,6-11 0,-3 7 0,8-21 0,1 2 0,2 0 0,2 0 0,1 2 0,1 1 0,2 0 0,28-31 0,-2 12 0,1 3 0,111-85 0,-109 96-99,1 3 0,2 2-1,2 3 1,0 2 0,2 2 0,106-30-1,-135 49-82,0 1 1,45-3-1,-63 8 116,0 1 1,0 0-1,-1 1 1,1 0-1,0 1 1,-1 0-1,1 1 1,-1 0-1,14 6 1,-22-7 45,0-1 0,-1 0 0,1 1 0,0 0 0,-1-1 0,0 1 0,1 0 0,-1 0 1,0 0-1,0 1 0,0-1 0,0 0 0,-1 1 0,1-1 0,-1 1 0,1 0 0,-1 0 1,0-1-1,2 6 0,-3-4 0,0 1 0,1-1 0,-1 1 0,0-1-1,-1 1 1,1-1 0,-1 0 0,0 1 0,0-1 0,-1 0 0,-3 8 0,-2 2-17,-1 0 1,0-1-1,-1 0 0,0 0 0,-1-1 1,-15 14-1,-90 77-114,-10 8-37,118-105 160,1 1 0,-1 0 0,2 0 0,-1 1 0,1-1 0,-7 15 0,11-20 23,1-1 0,-1 1 1,1 0-1,0 0 1,0 0-1,0 0 0,0 0 1,0 0-1,0 0 1,0 0-1,1-1 0,-1 1 1,1 0-1,-1 0 1,1 0-1,0-1 0,0 1 1,0 0-1,0-1 1,0 1-1,0-1 0,2 3 1,32 29-95,-31-29 81,25 16-161,1-1 1,0-1-1,1-1 0,55 20 1,54 29-662,-107-46 538,0 1 0,48 41 0,-73-56 253,0 1 0,0 1-1,-1 0 1,0 0 0,-1 0-1,0 1 1,0 0-1,0 0 1,-1 0 0,-1 1-1,0 0 1,0 0 0,-1 0-1,4 19 1,-7-24 26,1 1 0,-1 0 0,-1-1 0,1 1 0,-1 0 0,0-1 0,0 1-1,-1-1 1,1 1 0,-1-1 0,-1 0 0,1 0 0,-5 8 0,1-5 8,1-1 0,-2 1 0,1-1 0,-1 0 0,0-1 0,0 0 1,-12 8-1,-6 0 56,0 0 0,0-2 1,-2-1-1,-38 12 1,9-7 130,0-2 0,-79 9 0,-206 15 967,291-34-997,-1-2 1,1-2 0,-1-2 0,-56-10 0,105 12-199,0 0 1,1-1-1,-1 1 1,0-1-1,0 1 1,0-1-1,1 0 1,-1 0-1,0 0 1,1 0-1,-1 0 1,1 0-1,-1 0 1,1 0-1,-3-3 1,4 3-28,-1 0 1,1 0-1,-1-1 1,1 1-1,-1 0 1,1 0-1,0 0 1,0 0-1,-1-1 1,1 1-1,0 0 1,0 0-1,0 0 1,0-1-1,1 1 1,-1 0-1,0 0 1,1-2-1,1-2-329,0 1-1,0-1 1,1 1-1,0 0 1,0-1 0,0 1-1,0 1 1,0-1-1,1 0 1,4-3 0,2 0-1851,0 0 1,21-11 0,39-13-8948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9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132 944 12249,'40'-17'2272,"0"3"0,64-15-1,37-13 107,-123 35-2081,0-1-1,-1 0 1,-1-2-1,1 0 1,26-21-1,-40 28-198,0 0-1,0 0 0,0 0 0,0 0 0,-1 0 0,1-1 0,-1 1 0,0-1 0,0 0 1,0 0-1,-1 0 0,1 1 0,-1-2 0,0 1 0,0 0 0,-1 0 0,1 0 0,-1 0 1,0 0-1,0-1 0,0 1 0,0 0 0,-1 0 0,1 0 0,-1-1 0,-1 1 0,1 0 1,-3-6-1,2 8-25,1-1 0,-1 0 1,0 0-1,-1 1 1,1-1-1,0 1 0,-1 0 1,1-1-1,-1 1 0,0 0 1,0 1-1,0-1 1,0 0-1,0 1 0,0 0 1,0 0-1,0 0 0,0 0 1,-6-1-1,2 0 71,-3 0 36,1 0 0,-1 0 1,1 1-1,-1 0 0,0 1 0,0 0 1,1 1-1,-1 0 0,-16 4 0,10-1 66,0 1-1,1 0 1,0 2 0,0 0-1,-17 11 1,1 3 111,0 2 0,2 1 0,0 1 0,-30 36 0,36-36-329,1 1 0,1 1-1,-20 34 1,35-52-28,1 1 1,0-1-1,1 1 1,0 0-1,1 0 1,0 0-1,0 0 1,1 1-1,1-1 1,-1 1-1,2-1 1,-1 1-1,2 0 1,1 14-1,-1-19 1,1 0-1,0 0 1,0 0 0,0 0-1,1-1 1,0 1 0,0 0-1,1-1 1,-1 0 0,1 0-1,0 0 1,7 6 0,-3-4 1,0-1 0,0 0 1,1 0-1,-1-1 0,1 0 1,1-1-1,9 4 0,6 0-14,-1-2 0,1 0 0,0-2 0,0 0 0,35-1-1,-27-3-281,1-2 0,-1-1 0,1-1 0,-1-2 0,62-20 0,-51 10 44,-1-2-1,-1-2 1,72-45-1,-53 21 127,-1-2-1,-2-3 1,-2-3-1,-3-1 1,53-71-1,162-263-88,-154 213 202,-79 117 30,-20 33-12,0 0-1,1 1 0,28-31 1,-62 76 14,1 0 0,0 1 0,2 0 0,1 1 1,-16 37-1,3-9-47,-45 91 44,-66 191 0,124-300-49,7-17-80,0 1-1,-6 24 1,11-37 79,2-1 0,-1 0 0,0 1 1,1-1-1,0 0 0,0 1 0,0-1 0,0 0 1,1 1-1,0-1 0,0 0 0,0 1 1,0-1-1,1 0 0,2 6 0,-2-8 23,0 0 0,0 0 0,0-1 0,0 1 0,1 0 0,-1-1 0,0 0 0,1 1 0,-1-1 1,1 0-1,-1 0 0,1-1 0,0 1 0,-1 0 0,1-1 0,0 0 0,-1 0 0,1 1 0,0-1 0,3-1 0,61-6-133,23-10-177,-48 8 258,0 1 1,0 3-1,1 1 0,0 2 1,43 3-1,-46 5 62,1 1 0,-1 3 1,52 18-1,109 57 115,-176-74-72,0-1 0,1-1 0,51 11 0,-63-18-36,0 0-1,1-1 1,-1 0-1,1-1 1,-1 0-1,1-2 0,-1 1 1,0-2-1,16-4 1,-17 3 39,1 0 0,-1 1 0,0 1-1,22-2 1,-30 4 11,-1 0-1,1 0 1,-1 1 0,1-1-1,-1 1 1,1 0-1,-1 0 1,0 0-1,0 0 1,1 1-1,-1 0 1,0 0 0,0 0-1,-1 0 1,1 1-1,0-1 1,4 6-1,12 14 125,1 0 0,1-1 0,0-2 0,48 32 0,-63-47-230,1-1-1,-1 0 0,0-1 1,1 0-1,0 0 1,0-1-1,-1 0 1,14 0-1,-5 1-73,3-1 6,0-1 0,0-1 0,0 0 0,-1-1-1,1-1 1,-1-1 0,1-1 0,-1 0 0,0-1 0,17-10 0,-21 10 214,-1-2-1,0 0 1,12-10-1,-3 2 258,-19 15-2,-2 2-583,1 1 0,0-1 0,-1 1 0,1 0-1,-1 0 1,0 0 0,1 0 0,-1 0 0,0 0 0,0 0 0,0 0-1,-1 0 1,2 4 0,-3-4-136,-12 28-4754,16-4-1447,6 0-4067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49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34 11249,'13'-34'7641,"-3"53"-7401,10 14-680,-10 0-1104,-10 6-1049,7 9-1595,3 10-3193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0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1 784 8933,'45'-20'2550,"-45"20"-2458,1 0 0,-1 0 0,1 0 0,0 0 0,-1-1 0,1 1 0,0 0 0,-1 1 0,1-1 0,-1 0 0,1 0 0,0 0 0,-1 0 0,1 0 0,0 1 0,-1-1 0,1 0 0,-1 0 0,1 1 0,-1-1 0,1 0 0,-1 1 0,1-1 0,-1 1 0,1-1 0,-1 0 0,0 1-1,1-1 1,-1 1 0,1 0 0,-1-1 0,0 1 0,0-1 0,1 1 0,-1-1 0,0 1 0,0 0 0,0-1 0,0 1 0,1 0 0,-1 0 157,63 124 5174,-44-83-4922,5 22 289,-22-55-746,1-1-1,-1 0 1,1 0-1,1 0 1,0 0-1,0-1 1,0 1-1,1-1 1,0 0 0,10 10-1,-14-15-35,3 1 1,-1 1 1,0-1-1,1 0 0,0 1 1,0-2-1,0 1 1,0 0-1,0-1 1,0 0-1,1 0 0,-1 0 1,1 0-1,-1-1 1,1 0-1,0 0 1,0 0-1,-1 0 0,8-1 1,36 1 22,90-9 0,-99 4 3,1 2-1,-1 1 1,1 3-1,-1 1 1,75 15-1,-92-13-15,0-1 0,1-1 0,0 0 0,0-2-1,-1-1 1,1-1 0,0-1 0,0-1 0,42-10 0,-55 9 22,-1 0-1,0 0 1,0-1 0,0 0 0,-1 0 0,0-1-1,0 0 1,0-1 0,-1 0 0,1 0 0,7-11-1,-10 12 75,-1 0-1,0 0 1,-1-1 0,1 0-1,-1 1 1,-1-1-1,1 0 1,-1-1-1,0 1 1,-1 0-1,0 0 1,0-1 0,0 1-1,-1-1 1,0 1-1,-1-8 1,-1 5 59,1 0 1,-1 0 0,0 1 0,-1-1 0,0 1-1,-1 0 1,0 0 0,0 0 0,-1 0-1,-7-10 1,9 16-137,0 0-1,0 0 1,0 0-1,0 0 1,-1 1-1,1-1 1,-1 1 0,1 0-1,-1 0 1,0 1-1,0-1 1,0 1-1,0-1 1,0 1-1,0 0 1,0 1-1,-1-1 1,1 1-1,0 0 1,0 0 0,0 0-1,-1 0 1,1 1-1,0 0 1,0 0-1,0 0 1,-4 2-1,-9 2-9,1 1 0,0 1 0,0 0 0,1 1 1,0 1-1,0 0 0,1 1 0,0 0 0,1 1 0,0 1 0,1 0 0,0 1 0,1 0 0,1 1 0,0 0 0,-9 17 0,14-21-51,3-8 1,1 0 0,-1 1 0,1-1 0,0 1 0,-1-1 0,1 1 0,0-1 1,1 1-1,-1 0 0,0 0 0,1 0 0,-1-1 0,1 1 0,0 0 0,0 0 0,0 0 0,1 0 0,-1-1 0,1 1 0,-1 0 1,2 3-1,0-2-67,-1 0 0,1 0 0,0 0 0,0 0 1,1 0-1,-1 0 0,1-1 0,0 1 1,0-1-1,0 0 0,0 0 0,1 0 0,-1 0 1,1-1-1,-1 1 0,1-1 0,0 0 0,0 0 1,0 0-1,0-1 0,1 1 0,-1-1 0,0 0 1,1 0-1,-1-1 0,0 1 0,1-1 1,7 0-1,4-2-54,-1 1-1,1-2 1,0 0 0,-1-1 0,0 0 0,1-1-1,-2-1 1,17-8 0,-8 1 18,0-1 1,-2-1-1,0-1 1,26-24-1,6-16-9,-1-2 0,57-86 0,-109 144 133,7-9-2,64-89-34,73-133 0,36-95 1553,-142 253-255,-37 69-497,-23 27 678,-8 20-1114,1 2 0,3 1-1,-23 54 1,10-19-113,-49 84-114,-69 144-2765,137-260 159,-16 63 1,28-75-481,0-1 0,-3 60 1,12-9-7773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1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238 301 14477,'-59'-40'3108,"48"32"1847,10 13-4354,1 1-1,-1-1 0,-1 0 1,1 1-1,-1-1 1,-3 7-1,-2 9 151,-52 300 3680,40-201-3839,3-18-355,-34 169-224,45-234-13,5-34 0,3 12 0,2-15 0,5-16 0,21-66 0,-7 15 0,60-112 0,-39 104-473,3 3 1,4 2-1,3 2 0,2 2 1,3 3-1,3 3 0,3 3 1,2 3-1,2 2 0,3 4 1,139-70-1,-196 111 315,48-20-322,-61 25 438,1 1-1,0 0 1,0 1 0,0-1-1,0 1 1,0-1-1,0 1 1,0 1 0,0-1-1,0 0 1,0 1 0,0 0-1,0 0 1,4 1 0,-6-1 28,-1 0 1,0 0-1,0 0 0,0 0 1,0 0-1,0 0 1,0 1-1,0-1 0,0 0 1,0 0-1,0 1 1,-1-1-1,1 0 1,-1 1-1,1-1 0,-1 1 1,1-1-1,-1 1 1,0-1-1,1 1 1,-1-1-1,0 1 0,0-1 1,0 1-1,-1-1 1,1 1-1,0-1 0,0 1 1,-1-1-1,1 1 1,-1-1-1,-1 3 1,-3 9-41,0 0 0,-12 22 0,10-23 10,-4 10-72,1 0 1,0 0 0,2 1 0,1 0 0,-5 32 0,10-44 24,0 1 0,2 0 0,-1 0 0,2 0 0,-1-1 0,2 1 0,-1 0 0,2 0 0,-1-1 1,2 0-1,0 1 0,9 19 0,4-4-68,2 0 0,0-1 0,2-1 0,44 42 0,-43-46 69,0 1 1,-1 2-1,-1 0 1,-2 0 0,22 38-1,-38-57 93,0-1-1,0 1 1,0 0-1,-1 0 1,0 0-1,1 0 1,-2 0-1,1 0 1,-1 0-1,1 1 1,-2-1-1,1 0 1,0 0-1,-1 0 1,0 0-1,0 1 1,-1-1-1,1-1 1,-1 1-1,0 0 1,0 0-1,-1-1 1,0 1-1,1-1 1,-1 0-1,-1 0 1,1 0-1,-6 5 1,-5 4 30,-1 0 1,0-2-1,-1 0 0,0 0 1,-1-2-1,-23 10 0,-166 65 213,60-26-56,110-37-6,35-21-180,1 0 0,-1 1 0,1-1 0,-1 0 0,1 1 0,0-1 0,-1 1 0,1-1 0,0 1 0,-1-1 0,1 1 0,0-1 0,-1 1 0,1-1 0,0 1 0,0-1 0,0 1 0,-1 0 0,1-1 0,0 1 0,0 0 0,0 0-1,1-1 0,-1 1 1,1-1-1,-1 1 1,1-1-1,-1 1 0,1-1 1,-1 1-1,1-1 0,-1 1 1,1-1-1,0 0 0,-1 1 1,1-1-1,0 0 1,-1 1-1,1-1 0,0 0 1,-1 0-1,1 0 0,0 0 1,1 0-1,24 5 36,1-3 0,0 0-1,38-2 1,86-13 10,-77 5-27,101-17 17,-115 14-31,0 3 1,112-1-1,-163 9 5,1 0-1,0 2 1,0-1-1,-1 1 1,1 0-1,13 6 1,-18-6-1,-1 1-1,1 0 1,-1-1-1,1 2 1,-1-1-1,0 0 1,0 1 0,-1 0-1,1 0 1,-1 0-1,0 0 1,0 1 0,4 5-1,2 8 11,1-2-1,1 1 0,0-1 1,1-1-1,1 0 0,0-1 1,1 0-1,1-1 1,0-1-1,1 0 0,0-1 1,0-1-1,1 0 0,1-2 1,0 0-1,19 6 1,1-2-21,-1-3 0,74 9 0,-97-16-1,1-1 0,-1-1-1,0 0 1,0-1 0,0-1-1,0 0 1,0-1-1,0 0 1,-1-1 0,1-1-1,14-7 1,-23 9 45,0 0-1,0-1 1,0 1 0,-1-1-1,1 0 1,-1 0 0,0-1-1,0 1 1,-1-1 0,0 0-1,1 0 1,-2 0 0,1 0-1,0-1 1,-1 1 0,0-1-1,0 1 1,-1-1 0,0 0-1,0 1 1,0-1 0,-1 0-1,1 0 1,-2-6 0,0-10 211,-2 0 1,0 1-1,-1 0 1,-2 0-1,-8-24 0,-29-66 15,-4 2-1,-71-118 0,113 218-597,0 1-1,-1 0 1,0 0-1,-9-9 1,-18-10-5709,23 23-322,10 20-4050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1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297 118 13777,'-7'-1'410,"-1"1"-1,1-1 1,-1 1 0,1 0-1,-1 1 1,1 0-1,-1 0 1,1 1-1,-1-1 1,1 2-1,0-1 1,0 1 0,0 0-1,0 0 1,1 1-1,-1 0 1,1 0-1,0 1 1,0 0 0,0 0-1,1 0 1,0 1-1,-7 8 1,-4 8 296,0 1 1,2 0-1,1 1 1,1 0-1,1 1 1,1 0-1,1 1 1,2 0-1,-6 30 0,11-41-595,0 0-1,0 0 0,2 0 1,0 0-1,0 0 0,2 1 1,0-1-1,0-1 0,2 1 0,0 0 1,0-1-1,1 0 0,1 0 1,1 0-1,0 0 0,10 14 0,-7-15-95,1 0 0,0 0 0,0-1-1,1-1 1,1 0 0,0 0-1,0-1 1,1-1 0,0-1-1,1 0 1,0 0 0,0-2 0,0 0-1,26 7 1,-24-10-15,0 0 0,0-1 0,0 0 0,0-1 0,0-1 0,0-1 0,1-1 0,-1 0 0,0-1 0,-1-1 0,19-6 0,-27 7 0,1 0 0,-1-1 0,1 1 0,-1-2 0,0 1 0,-1-1 0,1 0 0,-1-1 0,0 0 0,-1 0 0,1-1 0,-1 1 0,0-1 0,-1-1 0,1 1 0,-2-1 0,1 0 0,-1 0 0,0 0 0,-1 0 0,0-1 0,3-12 0,-2-4 0,-1-1 0,-1 0 0,-2 0 0,0-1 0,-7-42 0,-36-130 0,16 87 0,17 67-45,4 24-729,1 0 1,1 0-1,-1-35 0,5 54 453,0-1 0,0 1-1,0-1 1,1 1 0,-1-1-1,1 1 1,0-1 0,-1 1 0,3-3-1,-3 5 0,0-1 0,1 0 1,-1 0-1,1 1 0,0-1 0,-1 1 0,1-1 0,-1 0 0,1 1 0,0-1 0,0 1 0,-1-1 0,1 1 1,0 0-1,0-1 0,0 1 0,-1 0 0,1 0 0,0-1 0,0 1 0,0 0 0,0 0 0,-1 0 1,1 0-1,0 0 0,0 0 0,0 0 0,0 0 0,0 1 0,-1-1 0,1 0 0,1 1 0,21 13-12485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1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27 402 10753,'-12'-53'3542,"8"37"-1353,0 0-1,-2-25 1,6 35-1798,0 0 0,0 0 1,1-1-1,-1 1 0,1 0 0,1 0 1,-1 0-1,1 0 0,0 0 1,4-8-1,3-1-91,1 1 0,0 0 1,1 0-1,0 1 0,1 0 0,1 1 0,0 1 0,1 0 1,0 0-1,0 1 0,1 1 0,0 1 0,1 0 0,0 1 1,0 1-1,1 0 0,-1 1 0,1 1 0,1 0 1,-1 2-1,18-2 0,-27 4-269,-1 1 0,1-1 0,-1 1 1,0 0-1,1 1 0,-1-1 0,0 2 0,0-1 0,0 1 1,0 0-1,0 0 0,0 1 0,-1 0 0,0 0 0,0 1 0,0-1 1,0 1-1,-1 1 0,0-1 0,0 1 0,0 0 0,-1 0 1,0 0-1,0 0 0,4 10 0,-3-4-17,0 1-1,-1 0 0,-1 0 1,0 0-1,-1 1 1,0-1-1,-1 1 0,0-1 1,-1 1-1,-1-1 1,0 1-1,-1-1 1,-4 18-1,-5 3-13,-1-1 0,-2 0 0,-1 0 0,-1-2 0,-2 0 0,-1-1 0,-2 0 0,-1-2 0,0-1 0,-3 0 0,-53 44 0,28-39-115,18-12-2021,31-20 1931,0 0-1,0 0 1,0 0 0,0 1-1,0-1 1,0 0-1,0 0 1,0 0 0,0-1-1,0 1 1,0 0-1,1 0 1,-1 0 0,0-1-1,0 1 1,0 0 0,-2-2-1,0 1-543,2 1 558,0 0 0,0 0 1,0 0-1,1-1 0,-1 1 0,0 0 0,0 0 0,0-1 0,0 1 0,1-1 0,-1 1 0,0-1 0,0 1 0,1-1 0,-1 1 0,0-1 0,1 1 0,-1-1 0,1 0 0,-1 0 0,1 1 0,-1-1 0,1 0 1,-1 0-1,1 1 0,0-1 0,-1 0 0,1-1 0,0 1-198,0 0 0,0 0 1,0 0-1,0 0 0,1-1 1,-1 1-1,0 0 0,1 0 1,-1 0-1,1 0 0,-1 0 1,1 0-1,-1 0 0,1 0 1,0 0-1,0 1 0,-1-1 1,2-1-1,21-11-9775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1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386 1 13681,'-49'73'5331,"36"-57"-4477,2 0 0,0 1 0,2 0 0,-15 33-1,-124 498 5877,95-322-6192,34-134-2290,-6 98-1,9-60-2844,12-107 1377,2 0-1,1 29 0,4-9-6580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2.1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0 131 10185,'26'-18'1055,"1"2"0,1 1 0,0 1 0,1 2 0,1 1 0,57-14 0,-36 17 688,96-3-1,-121 11-1263,-1 1 0,1 2-1,-1 0 1,0 2 0,43 13 0,-59-15-362,-1 0 0,0 1 0,1 1 0,-2-1 0,1 2 0,0-1 1,-1 1-1,0 0 0,-1 0 0,1 0 0,-1 1 0,0 0 1,-1 1-1,0-1 0,0 1 0,0 0 0,-1 0 0,0 1 1,-1-1-1,0 1 0,0 0 0,-1-1 0,0 1 0,-1 1 0,1-1 1,-2 0-1,1 0 0,-2 0 0,1 0 0,-1 0 0,-3 15 1,-32 159-746,10-62-3479,21-84 1468,5-8-4124,1 2-3793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2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 3876,'27'-12'272,"-17"24"-2348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2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97 130 7233,'-10'3'1930,"15"-10"-193,-4 5-159,-1 1-1428,1 0 0,-1 1 1,0-1-1,0 0 0,1 0 1,-1 0-1,1 1 0,-1-1 0,1 0 1,-1 1-1,1-1 0,-1 0 1,1 1-1,0-1 0,-1 1 0,1-1 1,0 1-1,-1-1 0,1 1 1,0-1-1,0 1 0,-1 0 0,1-1 1,0 1-1,0 0 0,0 0 1,0-1-1,-1 1 0,3 0 1,20-1 778,44 9 688,-63-8-1223,0-1 4,9-2-45,-1-1 0,1 0 0,-1-1 0,0-1 0,0 1 0,-1-2 0,18-12 0,-27 18-314,0-1 0,0 1-1,0 0 1,0 0-1,1 1 1,-1-1-1,0 0 1,1 1 0,-1-1-1,0 1 1,1 0-1,-1 0 1,1 0-1,-1 0 1,0 0 0,1 0-1,-1 1 1,0-1-1,1 1 1,-1 0-1,0 0 1,0 0 0,1 0-1,-1 0 1,0 0-1,3 3 1,2 1-12,1 0-1,-1 1 1,0 0 0,-1 0-1,9 11 1,3 7-28,-2 1 0,0 0 0,14 33 0,-16-30-48,9 17-174,-10-18-88,26 39 0,-35-60 267,1 0 1,0 0-1,0 0 0,1-1 1,-1 1-1,1-1 0,1-1 1,-1 1-1,0-1 0,10 5 1,-10-7 31,0-1 1,0 1-1,0-1 1,0 0 0,0-1-1,0 1 1,0-1-1,0 0 1,0-1-1,0 1 1,0-1-1,0-1 1,8-2 0,0 0 20,0-1 1,0-1 0,0 0 0,16-11-1,16-16 72,-2-2 0,-1-2 0,56-64-1,48-40-1,-110 99-64,-34 40-14,-27 2 6,18 0-7,-1 0 0,0 1 0,0 0 0,0 0 0,0 0 0,-12 5-1,-9 4-98,0 2 0,1 2 0,-32 20 0,57-33 63,21-2-7,-5-3 40,-1-1-1,0 0 1,0-1-1,-1 0 1,0-1-1,20-14 1,-8 5 28,-17 11-4,3 0 50,-1-1-1,-1 0 1,1-1-1,12-11 1,-19 16 936,-5 7-430,-77 128 1463,-61 121-95,-40 207-720,26 7-830,154-464-392,-106 283 37,82-232-189,-3-1 0,-69 101 0,84-137 54,-1 0 0,-1-1 0,-1-1 0,0 0 0,-27 19 0,37-30 73,0-1 0,0 0 0,-1-1 0,0 1 0,1-1 0,-1-1 0,0 1 0,-1-1 0,1 0 0,0-1 0,0 0 1,-1 0-1,1 0 0,-1-1 0,1 0 0,-1-1 0,1 0 0,0 0 0,-1 0 0,-8-4 0,6 2 79,0-1 1,1 0-1,-1-1 1,1 0-1,1 0 1,-1-1-1,1 0 1,0-1-1,0 0 1,1 0-1,-1 0 1,2-1-1,-11-15 1,10 11 79,0-1 0,2 0 0,-1 0-1,2 0 1,-1 0 0,2 0 0,0-1 0,1 0 0,-2-18-1,4 0 47,1 0-1,1 1 1,2-1-1,1 0 1,1 1-1,2 0 0,1 0 1,17-37-1,-10 32-158,2 1-1,2 0 1,1 2-1,1 0 1,2 1-1,32-32 1,-17 25-184,1 2 0,2 2 0,89-57 0,-59 49-1289,150-62 0,80 3-5164,-141 65-798,-3 11-4962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3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61 9129,'-13'-39'2308,"20"20"3833,9 16-8422,4 3 409,1 13-2016,22 8-2665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3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1972,'-17'6'-648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3.3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15 10425,'-16'-15'9445,"22"33"-8929,-2 1-516,12-13-748,4 3-940,1 3-893,19 18-1883,-3-6-3457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3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0 130 12097,'87'-39'2016,"-50"24"-268,3 3-299,7 0-301,7 3-300,6 0-180,10-3-492,11 3-780,6 3-900,0 0-1317,10 12-1591,14 12-3413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2:58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94 5561,'0'-6'412,"-1"0"0,0 0 0,0 0 0,-1 1 1,1-1-1,-5-8 0,5 13-299,1 1 0,-1-1 0,0 0 0,0 1 0,0-1 0,0 0 0,0 1 0,0-1 0,0 1 1,0-1-1,0 1 0,0 0 0,0-1 0,0 1 0,0 0 0,0 0 0,0 0 0,0 0 0,-2 0 0,-1-1 248,0 0 57,0 0 0,0-1 0,1 0 1,-1 0-1,0 0 0,1 0 0,-1 0 0,1-1 0,0 0 0,-4-3 0,7 6-394,0 0 0,0 0 1,0-1-1,0 1 0,0 0 1,0 0-1,-1 0 0,1 0 0,0-1 1,0 1-1,0 0 0,0 0 1,0 0-1,0-1 0,0 1 1,0 0-1,0 0 0,0 0 0,1-1 1,-1 1-1,0 0 0,0 0 1,0 0-1,0 0 0,0-1 0,0 1 1,0 0-1,0 0 0,0 0 1,1 0-1,-1 0 0,0-1 1,0 1-1,0 0 0,0 0 0,0 0 1,1 0-1,-1 0 0,0 0 1,0 0-1,0-1 0,0 1 1,1 0-1,-1 0 0,0 0 0,0 0 1,0 0-1,1 0 0,-1 0 1,0 0-1,0 0 0,0 0 1,1 0-1,11-2 146,18 2 5,1 1 1,-1 1 0,0 2-1,0 1 1,33 10-1,8 0-57,2007 330 556,-22-133 261,-2012-209-871,-16-1 6,1-1-1,0-1 1,52-7 0,-56 1-73,-25 6-3,0-1 0,0 1 0,0 0 0,0 0 0,0 0 1,0 0-1,0-1 0,0 1 0,0 0 0,0 0 0,0 0 0,0 0 0,0 0 0,0-1 0,0 1 0,0 0 0,0 0 0,0 0 0,0 0 0,-1 0 0,1-1 0,0 1 0,0 0 0,0 0 0,0 0 0,0 0 0,0 0 0,-1 0 0,1 0 0,0 0 0,0-1 0,0 1 1,0 0-1,-1 0 0,1 0 0,0 0 0,0 0 0,0 0 0,0 0 0,-1 0 0,1 0 0,0 0 0,0 0 0,0 0 0,0 0 0,-1 0 0,1 0 0,0 1 0,0-1 0,0 0 0,0 0 0,0 0 0,-1 0 0,1 0 0,0 0 0,-47 0-1005,29 2 73,0 1-1,0 0 1,-34 12 0,-13 13-4805,28-8-701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04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28300,'446'7955'0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09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19655,'7554'0'0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12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3 201 28400,'100'-200'0,"0"400"0,-200-400 0,100 8663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16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32767,'4723'0'0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16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4620,'7'-15'21414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2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34 3536,'22'-5'663,"-22"4"-560,-1-1 0,1 1-1,0-1 1,-1 1 0,1-1 0,-1 1 0,0-1-1,1 1 1,-1 0 0,0-1 0,0 1-1,0 0 1,0 0 0,0 0 0,0-1 0,0 1-1,0 0 1,-2-1 0,1 2-163,0 0 141,1-1 1,-1 1-1,0-1 0,0 1 0,0 0 0,0 0 1,0 0-1,0 0 0,0 0 0,0 0 1,0 0-1,0 1 0,0-1 0,0 1 1,0-1-1,0 1 0,1 0 0,-1 0 0,0 0 1,0 0-1,1 0 0,-1 0 0,1 0 1,-1 1-1,-3 4 4130,-2-7-3628,2-1 23,-11-2-578,3 5 6840,12 0-6672,-1-1-1,0 1 1,1 0-1,-1 0 1,0 0 0,1 0-1,-1 0 1,1 1-1,0-1 1,-1 0-1,1 1 1,0-1 0,0 1-1,0-1 1,0 1-1,0 0 1,0-1-1,0 1 1,1 0 0,-1-1-1,1 1 1,-1 0-1,1 0 1,-1 0-1,1 0 1,0-1 0,0 1-1,0 0 1,0 0-1,0 0 1,2 3-1,-2 1-672,-1-5 512,1 0 1,0-1-1,0 1 0,0 0 1,-1 0-1,1 0 0,-1 0 1,1 0-1,-1-1 1,1 1-1,-1 0 0,1 0 1,-1-1-1,1 1 1,-1 0-1,0-1 0,0 1 1,1-1-1,-1 1 1,0-1-1,0 1 0,0-1 1,0 1-1,-13 12 506,11-5-392,0 0 1,1 0-1,1 1 1,-1-1-1,0 11 1,2-15-16,-14 23 740,-1 36 94,14-60-824,1 19 159,0-8-90,-1 0 0,-1 1 0,-5 16 0,3-10 38,0 0 0,2 0 1,-1 32-1,0 10-251,-18 96 0,19-143 0,-1 3 0,2 19 0,2-22 0,0-1 0,0 1 0,2 0 0,0 0 0,1-1 0,7 19 0,-1-10 0,2 4 0,2 27 0,-7-33 0,-8-17 0,0 0 0,7 14 0,-4-13 0,12 21 0,-12-23 0,-2-2 0,1-1 0,0 1 0,-1-1 0,1 1 0,0-1 0,0 0 0,0 1 0,0-1 0,0 0 0,0 0 0,0 0 0,1 0 0,-1 0 0,0 0 0,3 2 0,-2 0 0,-1-2 0,0 0 0,0 0 0,0 0 0,0 0 0,0-1 0,0 1 0,0 0 0,0 0 0,0-1 0,0 1 0,0-1 0,1 1 0,-1-1 0,0 1 0,0-1 0,1 0 0,-1 1 0,0-1 0,1 0 0,1 0 0,33 4-138,-33-4-665,-6-24-10462,2-6 4401,12 12-3849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3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28 3896,'0'0'4567,"6"-13"-3237,1-1 6511,-9 16-7521,-16 23 2391,20-23-2225,1 0-383,-1 0 0,0-1 0,1 1 1,-1 0-1,1-1 0,0 1 0,-1-1 1,1 0-1,0 0 0,0 0 0,5 0 1,39 0 601,220-11 1549,316 29 1,-40 47-1558,-445-52-683,519 52 185,-459-52-176,267 14 34,-422-28-33,31-6-5,-31 6-93,-6-2-2160,-25-12-1423,-17-8-6467,27 15 560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3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216 128 8957,'8'-27'1209,"-5"16"358,0 0 1,1 0-1,0 0 0,11-20 2227,-17 29-3380,1 1 1,-1 0 0,1-1 0,-1 1 0,1-1 0,-1 1 0,1-1-1,0 0 1,0 0 0,0 1 0,0-1 0,-2-4 0,-2 5 2469,-12 12-1921,10-4-596,-1 1-1,1 0 1,1 0-1,-1 1 1,1 0-1,1 0 0,-7 14 1,-27 75-1,18-29-308,2 2 0,-14 108 1,15-15-1453,4 1-3756,9-95 1215,0-9-3365,7-4-4879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4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82 13173,'-1'-2'238,"0"0"0,0-1 0,0 1 1,1-1-1,-1 1 0,1-1 0,0 1 0,0-1 0,0 1 0,0-1 0,0 1 0,0-1 0,1 1 0,-1-1 0,1 1 0,-1-1 0,1 1 1,0 0-1,0-1 0,0 1 0,1 0 0,-1 0 0,1 0 0,-1 0 0,1 0 0,-1 0 0,1 0 0,0 0 0,0 0 0,0 1 1,0-1-1,0 1 0,0 0 0,1 0 0,-1-1 0,0 1 0,4 0 0,-5 0-132,1 1 1,-1-1-1,1 1 0,-1 0 0,1-1 1,-1 1-1,1 0 0,-1 0 1,1 0-1,-1 0 0,1 1 1,-1-1-1,1 0 0,0 1 0,-1-1 1,0 1-1,3 0 0,3 2 187,13 3-14,-1 1-1,0 1 1,-1 1 0,0 1 0,0 0 0,-1 1 0,0 1 0,28 28 0,-20-16-130,-1 1 0,-2 1 0,0 1 0,28 48 0,-42-63-129,-1 2-1,0-1 1,-1 1-1,0 0 0,-1 1 1,-1-1-1,0 1 1,-1 0-1,-1 0 1,0 0-1,-1 0 0,-1 0 1,0 1-1,-1-1 1,0 0-1,-2 0 1,1 0-1,-2 0 0,0-1 1,-1 1-1,0-1 1,-1 0-1,-1-1 1,0 1-1,-1-1 0,-18 22 1,-3-1-16,-2-2 0,-2-2 0,-1-1 1,-54 36-1,-13 11-402,-59 58-1373,142-118 1220,0-1 1,2 2-1,0 0 1,-15 22-1,29-37 419,1 0 0,0 0 0,0 0 1,0 0-1,0 0 0,0 0 0,1 1 0,-1-1 0,0 0 0,1 0 0,0 1 0,-1-1 0,1 0 0,0 0 0,0 1 0,1-1 0,-1 0 0,0 0 0,1 1 0,-1-1 0,1 0 0,0 0 0,0 0 0,-1 0 0,1 0 0,1 0 0,-1 0 0,0 0 0,0 0 0,1 0 0,-1-1 0,1 1 0,2 2 0,2 1-239,1 0 0,-1-1 0,1 1 0,0-1 0,0-1 0,0 1 0,1-1 0,8 2 0,13 2-368,1 0-1,0-2 1,0-2 0,1 0 0,-1-2 0,33-3 0,11-6 80,96-21 0,-101 13 1351,0-4 0,118-50 1,-102 30 2548,130-83 0,-202 115-2696,1-2 0,-1 1 1,-1-1-1,1-1 0,-2-1 0,0 1 0,0-2 0,14-21 0,-46 29 446,16 5-934,0 0 0,0 1 1,0-1-1,0 1 0,0 0 1,0 0-1,0 0 0,0 1 1,0 0-1,1 0 0,-1 0 0,1 1 1,-1-1-1,1 1 0,0 0 1,0 0-1,0 1 0,-6 6 1,-8 9 36,1 1 0,-21 32 0,21-28 21,-35 53-611,-56 114-1,106-186 448,0 0 0,0 0 0,0 1 0,1-1 0,-1 1 0,0 6 0,1-2-29,1-10 77,0 0 0,0 0-1,0 0 1,0 0 0,0 0-1,0 1 1,0-1-1,0 0 1,0 0 0,0 0-1,0 0 1,0 0 0,0 0-1,0 0 1,0 1-1,0-1 1,0 0 0,0 0-1,0 0 1,0 0-1,0 0 1,0 0 0,0 0-1,0 0 1,0 1 0,0-1-1,0 0 1,0 0-1,0 0 1,1 0 0,-1 0-1,0 0 1,0 0 0,0 0-1,0 0 1,0 0-1,0 0 1,0 0 0,0 0-1,1 0 1,-1 0-1,0 0 1,0 0 0,0 1-1,0-1 1,0 0 0,0 0-1,0 0 1,1-1-1,-1 1 1,0 0 0,0 0-1,0 0 1,0 0 0,0 0-1,0 0 1,0 0-1,0 0 1,1 0 0,-1 0-1,0 0 1,0 0-1,0 0 1,0 0 0,0 0-1,0 0 1,0 0 0,0-1-1,12 0-20,0-1 0,0 0 1,0-1-1,0 0 0,18-9 0,-9 4 0,16-8 47,-1-1-1,38-24 1,32-15 444,-50 31-208,0 4 1,1 1 0,1 3 0,0 3 0,65-7-1,-71 14-385,0-2 0,66-21 0,-102 24 51,-1 0 1,0-1 0,-1-1 0,1 0-1,22-18 1,61-58-122,12-36 116,5-4 548,-112 121-219,-2 6-243,1-1 0,-1 0-1,0 1 1,-1-1 0,1 1 0,0-1-1,-1 1 1,1-1 0,-1 1 0,0 0 0,0 3-1,0 15-396,-1 1 1,0 0-1,-2-1 0,-1 1 0,-8 26 0,4-1-2403,8-39 1661,-1 0 1,-1 0-1,0 0 0,-5 15 0,1-4-3358,2-1-2375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5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0 181 6937,'8'-10'495,"0"1"0,1 1 0,0 0 0,0 0 0,1 1 0,0 0 0,0 0 0,1 1 0,15-7 0,10-1 540,61-15 0,-11 4 323,-57 16-628,0 1 0,42-5 1,-68 13-656,0 1 0,0-1 0,0 1 0,0-1 0,-1 1 0,1 0 1,0 0-1,0 0 0,-1 0 0,5 3 0,-1-1 61,-6-3-122,1 1 0,0-1 0,-1 1 0,1 0 1,-1-1-1,1 1 0,-1-1 0,1 1 0,-1 0 1,1-1-1,-1 1 0,0 0 0,1 0 0,-1-1 0,0 1 1,0 0-1,1 0 0,-1-1 0,0 1 0,0 0 1,0 0-1,0 1 0,0 0 22,2 6-120,1 0 0,0 0 0,0-1 0,1 0 0,0 0 0,0 0 0,0 0 1,1 0-1,0-1 0,1 0 0,-1 0 0,1 0 0,0-1 0,1 0 0,-1 0 0,1 0 0,0-1 0,0 0 0,0-1 0,1 1 0,-1-2 0,1 1 0,0-1 0,0 0 0,0 0 0,0-1 0,0 0 0,0 0 0,16-2 0,-19 0 171,0 0 1,0 0-1,0-1 1,0 0 0,0 0-1,-1 0 1,1-1-1,0 1 1,-1-1-1,0 0 1,6-5-1,4-2 454,-12 8-105,-6-31 472,0 29-676,1 3-207,0 1 0,-1-1 0,0 1 0,1-1 0,-1 1-1,1 0 1,-1 0 0,1 1 0,-1-1 0,1 1 0,-1 0-1,1 0 1,-1 0 0,1 0 0,0 0 0,-1 1 0,1-1-1,0 1 1,0 0 0,0 0 0,0 0 0,1 1 0,-1-1-1,1 1 1,-1-1 0,1 1 0,0 0 0,0 0 0,0 0-1,0 0 1,0 0 0,-1 7 0,1-7 3,2 1 1,-1 0 0,0 0-1,1 0 1,0 0 0,-1 0-1,2 0 1,-1 0-1,0-1 1,1 1 0,1 5-1,-1-6 324,1 15 105,-1-4-334,-1 0 0,-1 0 0,-1 0-1,0 0 1,0-1 0,-8 22 0,4-12-598,5-18 94,0-1-1,0 1 0,1 0 0,0-1 0,-1 1 1,2 0-1,-1-1 0,1 6 0,0-7-195,-1-1 0,1 0 0,0 1-1,0-1 1,0 0 0,0 0 0,0 0-1,0 0 1,0 0 0,1 0 0,1 2-1,18 9-7910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5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15 752 12257,'-1'-1'241,"0"0"1,-1 0-1,1 0 0,0-1 0,0 1 0,0-1 1,0 1-1,0-1 0,0 1 0,1-1 1,-1 1-1,0-1 0,1 0 0,-1 0 0,1 1 1,0-1-1,-1 0 0,1 1 0,0-1 1,0 0-1,0 0 0,1-1 0,-1-2 184,0 1 1,0-1-1,1 1 0,-1 0 0,1-1 0,0 1 1,1 0-1,1-5 0,24-70 4493,-21 66-4481,-2 3-122,1 1 0,0-1 1,0 2-1,1-1 0,11-14 1,-8 12-142,1 1 0,0 0 0,0 1 0,1-1 1,0 2-1,18-11 0,-23 16-152,-1 1 1,1-1-1,0 1 0,-1 0 1,1 1-1,0-1 0,0 1 1,0 0-1,1 1 0,-1 0 1,0 0-1,0 0 0,0 0 1,0 1-1,0 0 0,0 1 1,11 3-1,-8-1-14,0 0-1,0 0 0,-1 1 1,0 1-1,0 0 1,0 0-1,0 0 0,-1 1 1,0 0-1,-1 0 1,1 1-1,-1-1 1,-1 1-1,0 1 0,0-1 1,0 1-1,-1 0 1,0 0-1,-1 0 1,0 1-1,-1-1 0,0 1 1,0 0-1,-1-1 1,0 1-1,-1 0 0,0 0 1,0 0-1,-1-1 1,-3 12-1,0-6 0,-1 1 0,-1-1 0,0 0 1,-1 0-1,-1-1 0,0 0 0,-1 0 0,-13 15 0,-8 5-571,-58 53 0,85-85 201,16-3 243,1-1 0,-1 0 0,0-1 0,0 0 1,-1-1-1,1-1 0,-1 0 0,22-13 0,-4 4-126,18-11 30,-1-1-1,-1-3 1,-1-2 0,-2-2 0,-2-1-1,0-3 1,44-51 0,-61 59 160,36-54 0,-57 79 122,-5 4-54,0 1 0,0 0 1,0-1-1,1 1 1,-1 0-1,0 0 0,0 0 1,1 0-1,-1 0 0,1 0 1,-1 0-1,1 0 1,-1 1-1,1-1 0,0 1 1,-1-1-1,1 1 0,0-1 1,-1 3-1,-15 32 121,15-31-122,1-1 0,-1 0-1,1 1 1,1-1-1,-1 1 1,1-1 0,-1 1-1,1-1 1,1 1-1,-1-1 1,1 1 0,-1-1-1,1 1 1,1-1-1,-1 0 1,0 1 0,1-1-1,0 0 1,0 0-1,0 0 1,1 0 0,-1-1-1,1 1 1,0 0 0,0-1-1,5 5 1,-2-4-99,0 0 0,1 0 0,-1-1 1,1 1-1,-1-1 0,1-1 0,0 1 1,0-1-1,0-1 0,1 1 0,-1-1 1,0 0-1,1-1 0,-1 0 0,0 0 1,10-1-1,0-2-54,-1-1 0,1 0-1,-1 0 1,0-2 0,-1 0 0,1-1 0,-1-1 0,-1 0-1,0-1 1,0 0 0,0-1 0,21-21 0,6-10 6,-2-2 0,-1-2-1,34-55 1,82-157 1299,-143 238-843,-7 14-99,-1 0 1,0 0-1,0 0 1,-1-1-1,1 1 1,-1-1-1,0 0 1,-1 1-1,2-8 1,-3 13-193,0-1 0,1 1 0,-1 0 1,0 0-1,0 0 0,0-1 0,0 1 1,0 0-1,0 0 0,0-1 0,1 1 0,-1 0 1,0 0-1,0-1 0,0 1 0,0 0 0,0 0 1,0-1-1,0 1 0,0 0 0,0-1 1,0 1-1,0 0 0,-1 0 0,1-1 0,0 1 1,0 0-1,0 0 0,0 0 0,0-1 0,0 1 1,-1 0-1,1 0 0,0-1 0,0 1 1,0 0-1,0 0 0,-1 0 0,1 0 0,0-1 1,0 1-1,-1 0 0,1 0 0,0 0 0,0 0 1,-1 0-1,1 0 0,0 0 0,0 0 1,-1 0-1,1 0 0,0 0 0,0 0 0,-1 0 1,1 0-1,0 0 0,-1 0 0,-16 16 1065,-18 34 312,-14 30-104,-70 153 0,104-194-1706,2 0-1,-11 52 0,19-62-1083,0 1-1,3 0 0,1 56 1,1-80 70,0 0 0,1 0 0,0 0 1,1 0-1,-1-1 0,1 1 0,2 5 0,14 29-10567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5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 12653,'17'-18'2016,"-4"6"-179,4-6-221,3 0-384,7 12-276,0 3-192,6 3-168,-3 0-252,7 0-272,0 3-488,0-3-600,0 3-680,-7 0-364,-3-3-565,-7 6-1483,6 0-3073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26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 7181,'24'-24'3348,"-24"3"-2888,3 3 220,-6-6-2916,-1 3-544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49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239 122 4500,'0'0'6745,"-3"-1"-6033,-28-13 5913,31 10-6389,-1-1-201,1 3 7,0-1 1,-1 0-1,1 1 0,0-1 0,-1 1 0,0-1 0,0 1 0,0-1 0,0 1 0,0 0 0,0 0 0,0-1 0,-1 1 0,1 0 0,-1 0 0,0 0 0,1 0 0,-1 0 0,-3-2 0,3 3-60,2 0 28,-1 1 0,1-1 0,-1 0 0,1 0 0,-1 0 0,0 0 1,0 1-1,1-1 0,-1 0 0,0 0 0,0 1 0,0-1 0,0 1 0,0-1 0,0 1 1,0-1-1,-2 0 0,3 1-1,-1 0 0,0-1 0,0 1 1,0 0-1,0-1 0,0 1 0,0-1 1,1 1-1,-1-1 0,0 0 0,0 1 0,1-1 1,-1 0-1,0 0 0,1 1 0,-2-3 1,-27-12 206,14 11-172,10 3-46,-1 0-1,1 0 1,-1 0 0,1 0-1,-7 1 1,-49 0-60,58 0 455,24 7-228,-1-2-85,1 0 0,0-2 0,0 0 0,42-1 1,-9 0-68,-48-2-2,51 4 32,71 13 1,-104-13-29,47 0 0,-8-1-13,101 2 38,-114-5-69,43 4-9,112 19 0,-186-20 38,16 0 24,-1-2-1,38-3 1,3 0-34,-40 4-22,68 13 1,16 1 8,-11-4 85,216-3-90,-177 3 92,-55-2-48,-3 1-14,219-20-35,-190 6 92,12-6 109,-126 9-152,0-1-17,32 0-5,38 2-1,-1 0 435,-65 0-343,-1 0 0,0 1 0,-1 0 0,1 0 0,12 6 0,-8-4-99,-9-3 792,19-6-680,-6 0-893,-18-8-1169,1 9 1737,-10-16-2811,0 10-2325,-1 1-3589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6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389 35 8673,'8'-25'2541,"-6"20"1773,-22 1-805,19 4-3376,0 0 0,0 0-1,-1 0 1,1 0 0,0 0-1,-1 0 1,1 1 0,0-1 0,0 0-1,-1 1 1,1-1 0,0 1-1,0 0 1,0-1 0,0 1 0,0 0-1,0-1 1,0 1 0,0 0-1,0 0 1,0 0 0,0 0 0,0 0-1,0 0 1,0 1 0,-20 35 1461,15-25-1066,-22 50 1014,2 0 0,3 2-1,-18 83 1,23-82-1058,-133 552 551,137-554-2090,-4 64 1,16-101 155,0 0 0,3-1 0,0 1 0,1-1 0,8 37 1,-8-55 242,0 1 0,1-1 0,-1 1 0,1-1 0,1 0 0,7 12 0,-8-15-266,0 0 0,0-1-1,0 1 1,1-1 0,-1 0 0,1 0 0,7 4-1,18 6-8917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6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945 183 9221,'0'-4'87,"-1"-1"175,1 0 0,0 0-1,0 0 1,0 0-1,1 0 1,0 0-1,0 0 1,0 0-1,0 0 1,1 0-1,0 0 1,0 0-1,0 1 1,1-1-1,0 1 1,0 0-1,3-5 1,-1 2 107,1 0 1,-1 0-1,1 1 1,1 0-1,-1 0 1,1 0-1,0 1 1,0 0-1,1 0 1,-1 1-1,1 0 1,0 0-1,0 1 1,1 0-1,13-3 1,-2 4-206,0 0 1,1 2-1,-1 1 0,1 0 1,39 9-1,100 33 329,-120-31-425,-1 3 1,0 1-1,-1 2 1,-1 2-1,-1 1 1,59 46-1,-72-48-38,-1 1 0,0 2 1,-2 0-1,0 1 0,-2 1 0,0 0 0,-2 1 0,-1 1 0,-1 1 0,13 32 0,-7 3 17,-2 1 0,-2 1 0,-4 0 0,8 116 0,-15-35 17,-16 153-1,-34 113 7,26-312-62,-3-1 1,-39 104-1,54-182-10,0-1 0,-2-1 1,0 1-1,-22 31 0,27-43 3,-1-1 0,-1 0 0,1-1 0,-1 1 0,0-1 0,0 0 0,-1 0 0,1-1 0,-1 0 0,0 0 0,0-1 0,-1 0 0,1 0 0,-1 0 0,-13 2 0,-9-2-1,-1-2 0,1-1 0,-1-1 0,-53-10 0,31 5 2,-39-5-123,-423-42 332,-1 36-3539,419 20 1375,-77 1-5706,114-3 810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7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75 10745,'24'-8'1877,"-50"18"833,22-8-2507,0 0 0,1 0-1,-1 1 1,1 0 0,0 0 0,0 0-1,0 0 1,0 0 0,0 0 0,1 1 0,-1-1-1,1 1 1,0 0 0,0 0 0,1 0-1,-1 0 1,1 0 0,0 0 0,-1 5-1,-2 12-59,1 0-1,0 37 0,2-29-164,-3 15-568,2-20-364,0 0-1,2 1 1,1-1 0,3 26 0,-1-15-270,-3-32 764,-13-9-351,12 5 794,0-1 1,-1 1 0,1 0 0,0 0-1,0-1 1,0 1 0,0-1 0,0 1-1,0-1 1,1 0 0,-1 1 0,0-1-1,1 1 1,-1-1 0,1 0 0,0 0-1,0 1 1,-1-1 0,1-3-1,4-40-23,-3 33 9,4-23-6,1 0 1,2 0-1,1 0 0,14-33 0,-16 49 89,2 0 0,0 1 0,1 0 0,1 1 0,1 0 0,0 0 0,1 1 0,22-21 0,-32 35 8,-1 0 0,0 0 0,1 0 0,-1 0 0,1 0 0,0 1 0,-1-1 0,1 1 0,0 0 0,0 0 0,0 0 0,0 0 0,0 0 0,0 1 0,5-1 0,-6 1-9,1 0 1,-1 1 0,0-1 0,1 1-1,-1-1 1,0 1 0,0 0 0,1 0 0,-1 0-1,0 0 1,0 1 0,0-1 0,0 0-1,-1 1 1,1-1 0,2 3 0,0 2 34,1 0-1,-1 0 1,0 0 0,-1 0 0,1 1 0,-1 0 0,-1 0-1,1 0 1,-1 0 0,0 0 0,0 9 0,4 19 82,2 31 108,-8-65-270,0 0 1,0 1-1,0-1 0,1 0 1,-1 1-1,0-1 0,1 0 1,-1 0-1,1 0 1,-1 1-1,1-1 0,0 0 1,-1 0-1,2 1 1,4 12 60,22-27-59,-22 10-11,85-41 61,-90 43-51,0 1-1,0-1 1,-1 1-1,1 0 1,0 0-1,0-1 1,0 1-1,0 0 1,0 0-1,0 0 0,-1 0 1,1 0-1,0 0 1,0 0-1,0 0 1,0 0-1,0 0 1,0 1-1,-1-1 1,1 0-1,0 0 0,0 1 1,1 0-1,2 1 9,-1-1-57,-1 0 1,1 0-1,-1 0 1,1 0-1,-1 0 1,1 1-1,-1 0 1,0-1-1,0 1 1,0 0-1,0 0 1,0 0-1,0 0 1,0 0-1,-1 1 1,1-1-1,-1 1 1,1-1-1,1 5 0,6 8-745,-7-12-130,-6 12-4102,1 0 24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7.3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0 8561,'-26'6'5542,"42"3"-3820,-6-2-1386,0 0 0,0 0 1,-1 1-1,0 0 0,0 1 0,-1 0 1,0 0-1,13 21 0,-20-28-319,0 0 0,-1 0 1,1 0-1,-1 0 0,0 0 0,1 0 0,-1 0 0,0 1 1,0-1-1,-1 0 0,1 0 0,0 0 0,-1 0 1,1 0-1,-1 0 0,1 0 0,-1 0 0,0 0 0,0 0 1,0 0-1,0 0 0,0 0 0,-1-1 0,-2 4 0,-4 5 42,-1 0-1,-18 15 0,19-18-36,-107 81 219,80-64-417,-58 53 0,89-74-92,1 1 0,-1 0 0,1 0 0,0 1 0,0-1 0,0 1 0,1 0 0,-4 7 0,5-9-1764,-3 15-9906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4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0 7957,'-2'1'-979,"-20"11"13530,22-11-11799,-1 2 1,-5 10 1548,-10 33-639,3-12-77,-13 61 0,-71 487 2530,56 8-3630,40-509-732,2 97-532,9-91-2327,9-5-3572,-17-82 5825,0-2-1,0 1 0,0 0 0,-1 0 0,1-1 0,0 1 1,0-1-1,-1 1 0,1-1 0,-1 0 0,0 1 0,3-5 1,3-16-7021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4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955 121 9577,'47'-15'2121,"3"-3"-243,1 3 1,104-18-1,432-6 263,-563 38-2103,0 2 1,0 0 0,0 1-1,0 1 1,35 10-1,-49-9-7,0-1 1,0 2-1,0-1 0,-1 1 0,1 1 0,-1-1 0,0 2 0,-1-1 1,0 1-1,0 1 0,0-1 0,-1 1 0,0 1 0,9 13 1,7 21 296,-1 1 1,-3 1 0,18 61 0,-3-10 110,109 332 1078,-113-313-1102,27 211 1,-52-262-350,-2 1 0,-3 0 0,-3 0 0,-3-1 0,-3 0 0,-2 0 0,-3-1 0,-3 0 0,-33 80 0,26-84-31,6-14-190,-1 0-1,-32 52 1,47-92 135,0-1 0,0 1 0,0-1 1,-1 1-1,1-1 0,-1-1 1,0 1-1,0-1 0,0 0 0,-8 4 1,5-3-2,0-1 10,1 0-1,-1-1 0,0 1 1,0-2-1,0 1 1,0-1-1,-1-1 0,1 1 1,0-1-1,0-1 0,-13-1 1,-1 0 0,-50-5-7,-116-25 1,90 12 6,-456-74 55,-6 32-799,501 58 456,-43-4-1759,1 4 0,-173 17 0,257-11 1383,-45 5-5494,32-5-889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5.1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 10597,'-25'13'2673,"23"-11"-1313,1 1-185,-12 51 1602,7-36-2277,2 0-1,-5 36 1,3 22 3,-2 68-768,31-163-34,-10 3 54,-2-1 1,0 0-1,9-21 0,19-30-468,-31 55 615,-3 5 5,1-1-1,0 1 1,13-14-1,-16 19 86,0 1 0,1 0-1,-1 0 1,0 0 0,1 0 0,-1 0 0,1 0-1,-1 1 1,1 0 0,0 0 0,0 0-1,-1 0 1,9 0 0,-6 0-4,0 1 1,0 1-1,0-1 0,0 1 1,0 0-1,0 0 0,0 1 1,0-1-1,-1 1 0,1 1 1,10 5-1,-14-7-33,1 0 78,4 2 15,1 0 0,0-1 0,-1 0 0,9 1 1,-11-2-65,-1-1-1,0 1 1,1 0 0,-1 0 0,0 1 0,0-1 0,0 1 0,0 0 0,0 0 0,0 0 0,0 1 0,-1-1 0,1 1-1,-1 0 1,6 6 0,35 32-1912,5 7-618,-45-42 1453,0-1 0,0 1 0,-1 0 0,6 12 0,-3-1-3556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5.4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82 6225,'-28'-18'1510,"28"18"-1461,0 0 0,0 0 0,-1 0 0,1 0 0,0 0 0,0 0 0,0 0 0,0 0 0,0-1 0,0 1 0,-1 0 0,1 0-1,0 0 1,0 0 0,0-1 0,0 1 0,0 0 0,0 0 0,0 0 0,0 0 0,0-1 0,0 1 0,0 0 0,0 0 0,0 0 0,0 0-1,0-1 1,0 1 0,0 0 0,0 0 0,0 0 0,0-1 0,0 1 0,0 0 0,0 0 0,0 0 0,0 0 0,0-1 0,0 1 0,0 0-1,0 0 1,1 0 0,-1 0 0,0 0 0,0-1 0,0 1 0,0 0 0,0 0 0,1 0 0,10-8 591,-3 2 950,-5 2-1346,0 0-1,1-1 1,-1 1 0,1 1 0,0-1-1,0 0 1,0 1 0,0 0 0,7-4-1,-9 6-29,1 1-41,0 0-137,0 1-1,0-1 0,-1 1 1,1 0-1,0 0 1,0 0-1,-1 0 1,1 0-1,-1 0 1,1 1-1,-1-1 1,0 1-1,1 0 1,-1 0-1,3 3 1,-2-1 37,0 1 1,-1-1 0,0 0 0,0 1 0,0-1-1,-1 1 1,1 0 0,-1-1 0,1 10 0,4 38 1473,-2 81 0,-4-129-1519,0-1 1,0 0-1,0 0 1,0 1-1,0-1 1,1 0-1,0 0 1,0 0-1,0 0 1,0 0 0,0 0-1,0 0 1,1 0-1,-1 0 1,5 4-1,-4-4-142,1-1 1,0 0-1,0 0 0,0-1 0,0 1 0,0-1 1,1 1-1,-1-1 0,0 0 0,1 0 0,-1-1 1,1 1-1,5 0 0,3 0-304,62 6-6430,-28-7-1401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01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58 4216,'0'0'5792,"-3"-1"-5595,-4-1 28,1-1 0,-1 1 0,1-1 0,0 0 0,-1-1 0,-11-8 1811,16 10-1756,-1 1-1,1 0 0,0-1 0,0 1 1,0-1-1,0 1 0,0-1 1,0 0-1,-3-4 0,17 4-209,-1 0 0,1 0-1,0 1 1,-1 0 0,21 2 0,67 10 81,-44-4 62,354 45 813,-44-5-239,-226-30-631,172 15-66,-37-5 98,18 21 27,103 12-146,-280-48 34,225 18 260,47 17-314,-221-22 9,-5-5 607,183 0-1,-296-20-628,-1 2 0,56 10 1,41 7-8,-60-10 20,128 6 349,-177-14-241,-26 0-109,1-1 0,0 0-1,0 0 1,-1-1 0,1 0-1,14-4 1,-21 4-47,3 0 3,-1 0 0,1 0 0,0-1 0,0 0 0,-1 0 0,7-3 0,3-1-1,-13 5-15,1 0 27,25-6-12,-25 6 2,-16-5-2435,7 4 1728,-1 0 0,1 0 0,0 1 0,0 0 0,-13-1 0,-5 0-1518,0-3-2106,-9 7-2221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01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489 45 5444,'-1'-1'494,"1"-1"-1,-1 1 1,1-1-1,0 1 1,-1-1-1,1 0 0,0 1 1,0-1-1,0 0 1,0 1-1,0-1 0,0 1 1,0-1-1,1 0 1,-1 1-1,1-1 0,-1 1 1,2-3-1,7-9 3174,-6 15-3234,2 2-327,-1 0 0,0 0 0,1 1 0,-1-1 1,-1 1-1,1 0 0,-1 0 0,0 1 0,0-1 0,0 0 0,-1 1 0,0 0 0,3 11 1,2 8 159,-1 1 1,5 44-1,0 0-16,-6-43-197,-1-1 1,-1 1-1,-1-1 1,-1 1-1,-1 0 1,-2 0-1,-1-1 1,-9 42-1,9-59-127,-1 0 0,0 0 0,-1 0 0,1-1 0,-2 0 0,1 0 0,-1 0 0,0 0 0,-1-1 0,0 0 0,0-1 0,-1 0 0,1 0 0,-1 0 0,0-1 0,-1 0 0,-16 7 0,-1-2-594,0 0-1,0-2 1,-1-1-1,0-1 1,-32 3-1,-92-2-4800,132-7 4322,-76 3-5845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02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76 5176,'-47'-48'-572,"34"38"-752,6-8 1028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07.9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10 266 3224,'0'0'2805,"-1"2"-2510,0 1-218,0 0 0,-1 0-1,1 0 1,0 0 0,1 0 0,-1 1 0,1-1 0,-1 0 0,1 0 0,0 0-1,0 1 1,0-1 0,1 0 0,-1 0 0,1 1 0,0-1 0,1 4-1,-1-4 108,0 2-103,-1 1 1,1-1 0,1 0 0,-1 1-1,4 6 1,1 9 67,-4-17-138,0-1-1,0 0 0,0 0 1,0 0-1,1 0 1,-1 0-1,1 0 0,0 0 1,0-1-1,0 0 1,0 1-1,0-1 0,1 0 1,5 2-1,1 1-55,0-1 0,0 0 0,0-1 0,1 0 0,0 0 0,-1-1 0,1-1 0,0 0 0,0 0 0,0-1 0,0 0 0,0-1 0,0 0 0,-1-1 0,1 0 0,0-1 0,-1 0 0,0-1 0,1 0 0,-1 0 0,-1-1 0,1-1 0,-1 1 0,0-2 0,0 1 0,10-11 0,6-11 273,0-1-1,-2-2 1,24-41-1,17-23 596,-62 91-764,1 0 0,-1 0 0,0-1 0,0 1 0,-1 0 0,1-1 0,-1 1 0,0-1 0,0 1 0,0-1 0,-1 1 0,1-1 0,-1 0 0,-1-6 0,1 9-51,0-1-1,-1 0 1,1 1 0,-1-1 0,0 1 0,0-1 0,0 1 0,0-1 0,0 1 0,-1 0-1,1-1 1,-1 1 0,1 0 0,-1 0 0,0 0 0,0 0 0,0 0 0,0 1 0,0-1 0,0 1-1,0-1 1,-1 1 0,1 0 0,-1-1 0,1 1 0,-1 1 0,1-1 0,-4-1 0,-5 0-7,-1 0 1,1 0-1,-1 1 1,0 0-1,1 1 1,-1 1-1,0 0 1,1 0-1,-20 5 1,0 4-27,0 2 1,1 0 0,1 2-1,0 1 1,1 2-1,-28 21 1,-6 17 29,60-53-4,0 0 0,1 0 0,-1 0-1,1 0 1,-1 1 0,1-1 0,0 1 0,0-1 0,0 1 0,0-1 0,1 1-1,-1-1 1,1 1 0,-1 0 0,1-1 0,0 5 0,5 34-20,-4-32 17,2 1 1,0-1-1,0 0 1,0 0-1,1 0 1,1 0-1,-1-1 1,1 1-1,1-1 1,0 0 0,0-1-1,0 1 1,1-1-1,0-1 1,0 1-1,1-1 1,0-1-1,0 1 1,0-1-1,1 0 1,0-1-1,0 0 1,0-1-1,12 4 1,4-1-10,1-1 0,32 2 0,-48-7-65,0 1 0,1-1 0,-1-1 0,1 0 0,-1 0 0,0-1 0,0-1 0,0 0 0,19-7 0,-12 0-34,-2 0 0,1-1 0,-1 0 0,-1-2-1,0 1 1,-1-2 0,0 1 0,13-21 0,-14 22 85,-10 10 6,1 0-1,-1-1 1,0 1-1,1-1 1,-1 0-1,0 0 1,-1 0-1,1 0 1,0 0 0,-1 0-1,0 0 1,0-1-1,2-6 1,-3 7 15,1 1-1,0-1 1,-1 0 0,0 0 0,0 1-1,0-1 1,0 0 0,0 0 0,-1 1-1,1-1 1,-1 0 0,1 0 0,-1 1-1,0-1 1,0 1 0,-1-1 0,1 1 0,0-1-1,-3-3 1,1 3 2,0-1 0,0 1 0,0 0 0,-1 0 0,1 0-1,-1 0 1,0 1 0,1-1 0,-1 1 0,0 0 0,-9-3 0,0 1-543,-1-1 1,0 2 0,0 0 0,0 1-1,-24-1 1,18 5-1141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10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89 4256,'0'0'10423,"-3"0"-10238,-65-14 437,65 13-567,0 0-31,-55-24 379,56 24-194,1 1-184,0 0-1,0-1 1,0 1-1,0 0 1,0-1-1,0 1 1,0-1-1,0 1 1,0-1-1,0 0 1,1 1-1,-1-1 1,0 0-1,-1-1 1,1 1 137,1 1 0,-1-1 1,0 0-1,0 0 1,0 1-1,1-1 1,-1 0-1,0 1 0,0-1 1,0 1-1,0-1 1,0 1-1,0 0 1,-2-1-1,13-14 139,-8 13-286,0 1 0,0 0-1,0-1 1,0 1-1,1 0 1,-1 0-1,0 0 1,1 0-1,-1 1 1,1-1-1,-1 1 1,1-1 0,-1 1-1,1 0 1,-1 0-1,1 0 1,-1 0-1,1 1 1,4 0-1,62 12 54,-55-9-67,183 40 129,281 54 385,-234-61-275,213 41-27,-378-61-247,339 70 188,6-32 447,-106-21-481,-124 2-67,-44-9-71,38 5 43,19-14 46,-47-15 71,-18 1-99,216 34 61,-318-34-101,1-2 0,0-2-1,58-8 1,-11 1 4,238 6-35,-156 3-22,-133-4 91,50-9-1,-52 6-43,46-11 45,0 2 58,9-11 455,-90 26-570,1-1 0,-1 0 0,1 0 0,-1 0 0,0 0 0,1 0 0,-1 0-1,1 0 1,-1 0 0,0 0 0,1 0 0,-1-1 0,0 1 0,1 0 0,-1 0 0,0 0 0,1 0 0,-1 0 0,1-1-1,-1 1 1,0 0 0,0 0 0,1-1 0,-1 1 0,0 0 0,1-1 0,-1 1 0,0 0 0,0 0 0,0-1 0,1 1-1,-1 0 1,0-1 0,0 1 0,0-1 0,0 1 0,-12-10-663,-33-5-1156,-41-3-2536,44 8-220,-4 0-3112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12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15 4596,'0'0'3885,"-3"-1"-3177,-21-13 4685,28 15-4921,239 13 2909,-40-20-2170,377 51 176,-136 10-1187,-376-46-71,-22-3 45,54 0-1,-6-2 36,23 0-39,-22-3-100,98 14 0,-169-12-47,196 24-35,-137-16 12,-28-3 53,60 0 0,-38-4 71,16-1-62,-64-3-19,36 4 0,-36-1-31,39-1 0,-13-1-14,1 2 0,101 20 0,-107-15 4,197 31-34,-49-14 60,-182-22-26,58 5 25,-65-8-32,30 4-5,37 11 28,25-3 174,-98-12 186,22-1-384,-24-3-141,-9-3-96,-4 0-899,-1 1 1,1 0-1,-21-5 0,-16 0-5680,13 10-1644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0.5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29 9037,'3'-10'-69,"-2"-8"11058,-8 25-9837,6-5-958,0 1 1,0-1-1,0 0 1,0 1-1,0-1 1,1 0-1,-1 1 1,0-1-1,1 1 1,0-1-1,0 4 1,-3 15 856,-1-4-542,-6 18 262,3 0-1,1 1 1,-2 43 0,-81 796 2919,50-586-3520,36-255-585,1 0-1,4 50 0,7 17-4107,-6-72 2014,-2-17 1687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1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82 5685,'0'-1'70,"0"1"0,-1-1 0,1 1 1,0-1-1,0 1 0,0-1 1,-1 1-1,1-1 0,0 1 0,0-1 1,0 1-1,0-1 0,0 0 1,0 1-1,0-1 0,0 1 1,0-1-1,0 1 0,1-1 0,-1 1 1,0-1-1,0 1 0,0-1 1,1 1-1,-1-1 0,0 1 1,0-1-1,1 1 0,-1-1 0,0 1 1,1 0-1,-1-1 0,1 1 1,-1 0-1,1-1 0,26-9 1816,-14 8-1219,0 0 0,25 1 0,240 19 956,111 3-1084,613-70-440,-853 35-160,208-11 31,-353 25 31,1 1-1,-1 0 1,1-1 0,-1 1 0,0 1-1,1-1 1,-1 1 0,0-1 0,0 1-1,7 5 1,4 1 3,-13-7-9,-1 0-3,-1 0 5,0 0 1,0-1-1,1 1 1,-1 0 0,1 0-1,-1-1 1,0 1-1,1 0 1,-1-1-1,1 1 1,0 0-1,-1-1 1,1 1-1,-1-1 1,1 1-1,0-1 1,0 0 0,0 1-1,13 13 2675,-12-10-2533,0 0 0,-1 1 0,0-1 1,0 0-1,0 1 0,0-1 1,-1 0-1,1 1 0,-1-1 0,0 1 1,-2 8-1,-31 188 1744,8-69-1121,-67 341 803,26-146-897,6 55 103,25-147-466,16-24-1,6-51-165,11-141-102,2-1-1,1 1 0,0 0 1,1-1-1,1 1 1,6 18-1,2 19 59,-10-52-97,0-1-1,0 0 0,1 0 0,-1 1 0,1-1 0,-1 0 1,1 0-1,0-1 0,0 1 0,3 3 0,-3-4-1,0-1-1,-1 1 0,1 0 1,-1 0-1,1 0 1,-1 0-1,0 1 1,0-1-1,0 0 0,0 0 1,0 1-1,-1-1 1,2 4-1,-25-8-31,-3-2 16,1 0 0,-42-14 0,39 11 24,-308-83-46,-408-110 85,39 10-1743,621 169 755,-43-11-2010,48 7-1892,64 19 248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3.0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175 311 8361,'-43'-6'5382,"25"34"-1065,9-4-3592,1 0 0,0 0 0,2 1 0,1 0 0,-3 42 0,-7 29-62,6-52-470,-36 186-2533,45-226 1867,27-27-1941,-12-5 2348,0-1-1,15-47 1,-6 16-82,-9 24 107,109-247-249,-93 222 384,2 2 0,62-84 1,-85 130 19,1 1 0,0 0 0,1 0 0,1 1 0,0 1 0,15-10 0,-27 19-87,1 0-1,-1 1 1,1-1-1,0 0 1,0 0-1,-1 1 1,1-1-1,0 1 1,0-1-1,-1 1 1,1 0-1,0 0 1,0 0-1,0 0 0,0 0 1,2 1-1,10 0 167,0 2-1,0-1 1,13 6-1,-24-7-171,-1 0-1,1 1 1,-1-1-1,0 1 1,0 0-1,0-1 0,0 1 1,0 0-1,0 0 1,0 0-1,-1 0 0,1 1 1,-1-1-1,0 0 1,1 1-1,-1-1 0,0 1 1,0-1-1,-1 1 1,1 0-1,0-1 0,-1 1 1,0 0-1,0-1 1,1 1-1,-1 0 0,-1-1 1,1 1-1,-1 5 1,0-5 1,0 37 132,1-23-98,0 1 1,-2 0 0,0-1 0,0 1-1,-2-1 1,0 0 0,-8 19 0,6-8 117,6-25-89,4-5-69,-1 0 1,0 0-1,0 0 1,0-1-1,0 1 1,0-1-1,0 0 1,-1 0-1,1 0 1,3-6-1,-2 4 8,13-16 4,18-21-19,62-59-1,-96 101-9,0-1-1,0 1 1,0 0 0,0 0-1,0 0 1,0 0 0,0 0 0,0 0-1,0 0 1,0 0 0,0 0-1,0 0 1,0 1 0,0-1 0,0 0-1,0 1 1,0-1 0,0 1-1,1 0 1,0 0-9,-1 0 6,1 0-1,0 1 1,0-1-1,-1 1 1,1-1 0,-1 1-1,1 0 1,-1-1-1,0 1 1,0 0 0,0 0-1,0 0 1,0 0-1,0 0 1,0 0 0,-1 0-1,1 0 1,0 0-1,-1 1 1,0-1 0,0 0-1,0 3 1,3 65-276,-3-48-9,6 82-2290,2-33-2093,-5-42 543,0 4-2215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3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48 9957,'11'2'1519,"-8"-4"-185,-12-13 1290,2 6-994,-10-3 2504,16 12-3999,0 0-1,0 0 0,1 0 1,-1-1-1,0 1 0,0-1 0,0 1 1,1 0-1,-1-1 0,0 1 0,1-1 1,-1 1-1,0-1 0,1 0 0,-1 1 1,1-1-1,-1 0 0,1 1 0,-1-1 1,1 0-1,-1-1 0,-21 16 1665,17-10-1699,0-1 0,0 1 1,0 0-1,1 0 0,0 0 0,-1 1 0,2 0 0,-1 0 1,0 0-1,1 0 0,0 0 0,1 1 0,-1-1 0,1 1 1,0 0-1,-2 9 0,-11 125-2796,-6-59-2485,9-35-1373,1 1-3685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57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0 2744,'0'0'2068,"-1"4"-1959,-52 87 311,32-58-355,-21 44 0,24-38-75,1-2 126,-16 50-1,29-74-96,1 0-1,0 1 1,1-1-1,1 0 1,0 1-1,0-1 1,4 27 0,-3-33-11,2-1 0,-1 1 1,1 0-1,0-1 0,0 0 1,1 1-1,0-1 1,5 9-1,-1-2-7,-2-6 0,0 1 0,0-1 0,1 0 0,0-1-1,0 0 1,1 1 0,-1-2 0,1 1 0,1-1 0,-1 0 0,9 4-1,-11-6-2,15 7-62,1 0 0,1-1 0,-1-1 0,1-1 0,46 8 0,-54-12-355,1 0 0,0-1 0,0-1 0,21-1 1,-30 0 198,28 0-23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58.0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185 106 3592,'-23'-18'1364,"23"-4"-847,6 4 307,-23 6-732,4 0-244,-10 6 72,-1 0-164,-46-6-1973,50 12 1505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5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591 155 4528,'0'-2'402,"0"0"-1,1 0 1,-1 1-1,1-1 0,0 0 1,0 0-1,-1 1 1,1-1-1,0 1 0,1-1 1,-1 1-1,0-1 1,0 1-1,0-1 0,1 1 1,2-2-1,11-4 5149,-15 3-5459,1 1 0,-1 0 1,1 0-1,0 0 0,0 0 0,0 0 0,1 0 0,-1 0 0,1 0 1,-1 1-1,1-1 0,0 0 0,0 1 0,0-1 0,0 1 0,0 0 1,5-3-1,-4 2 44,0 0-1,1 0 1,-2-1 0,1 1 0,0 0 0,-1-1 0,1 0 0,-1 0 0,0 0-1,0 1 1,2-9 0,-3 9 537,0 2-595,0 0 1,0 0 0,0 0 0,0 0 0,0 0 0,1 0 0,-1 0-1,0 0 1,0 1 0,1-1 0,-1 0 0,1 1 0,-1-1-1,1 1 1,-1 0 0,3-1 0,1 11 99,-1-1 1,0 2-1,-1-1 0,0 0 0,-1 0 0,0 1 1,-1-1-1,0 1 0,0 0 0,-1-1 1,-1 1-1,-2 13 0,-4 18 682,-22 73 0,21-88-635,-218 650 2318,71-235-2096,28 9-144,-37 429-53,160-845-295,-9 121-471,13-156 501,0 1 1,0-1-1,0 0 1,0 0-1,0 0 1,0 0-1,0 0 0,0 0 1,0 0-1,0 0 1,0 1-1,0-1 1,0 0-1,0 0 1,0 0-1,0 0 0,0 0 1,0 0-1,0 0 1,0 0-1,0 1 1,0-1-1,0 0 0,1 0 1,-1 0-1,0 0 1,0 0-1,0 0 1,0 0-1,0 0 0,0 0 1,0 0-1,0 0 1,0 0-1,1 0 1,-1 0-1,0 1 0,0-1 1,0 0-1,0 0 1,0 0-1,0 0 1,0 0-1,1 0 0,-1 0 1,0 0-1,0 0 1,0 0-1,0-1 1,0 1-1,0 0 1,0 0-1,0 0 0,1 0 1,-1 0-1,0 0 1,0 0-1,0 0 1,0 0-1,0 0 0,0 0 1,0 0-1,0 0 1,0 0-1,0-1 1,6-1-537,0 0 0,0 0 1,-1-1-1,1 0 1,-1 0-1,0 0 1,0-1-1,0 0 0,0 0 1,-1 0-1,1-1 1,-1 1-1,0-1 1,4-7-1,10-9-4962,5-8-6065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6.3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0 10677,'-1'7'774,"0"-1"1,0 1-1,-1-1 0,0 1 0,0-1 1,-1 0-1,1 0 0,-7 10 1,4-7-173,1 1 1,0-1 0,0 1 0,1 0 0,1 0 0,0 0-1,-2 17 1,3-9-14,0 0-1,1-1 0,4 31 1,0-27-291,1 0 1,1 0 0,1 0-1,1-1 1,15 29 0,63 91 401,-68-112-570,26 32 12,1-3 1,56 53-1,-26-29 0,168 186 97,-231-254-226,0 0 0,1-1 0,0 0 0,1-1 1,0-1-1,0 0 0,24 11 0,-30-18 9,1 1 1,-1-1-1,1 0 1,-1-1-1,1 0 1,0 0-1,0-1 1,0 0-1,0-1 1,0 0-1,0 0 1,0-1-1,0 0 1,0-1-1,0 0 1,9-3-1,21-11 164,0-1 0,-2-2 0,0-2-1,0-2 1,-2 0 0,35-33 0,180-185 125,-125 114-411,106-79-2996,-182 169-113,70-41 0,-105 70 968,1 1 0,29-11-1,27 3-8787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7.3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 25 10405,'0'0'10719,"-1"-2"-9325,1 1-1253,-1-1 0,1 1 1,0 0-1,0 0 0,-1 0 0,1 0 0,-1 0 0,1 0 1,-1 0-1,1 0 0,-1 0 0,0 0 0,0 0 0,1 1 1,-1-1-1,0 0 0,0 0 0,0 1 0,0-1 0,0 0 1,0 1-1,0-1 0,0 1 0,-1-1 0,-1 2 35,0 1-1,1-1 0,0 1 1,-1 0-1,1 0 0,0 0 1,0 0-1,0 0 0,0 1 1,0-1-1,-1 3 0,-11 15 437,2 1 1,0 0-1,-15 39 0,5-11-50,-133 305 1052,137-302-1615,2 0-1,2 1 1,3 1-1,2 0 1,-2 58-1,10-103 2,1 1 0,0 0 0,1-1 0,0 1 0,0-1 0,1 1 0,0-1 0,1 1 0,0-1 0,1 0 0,6 13 0,-7-18 0,0 0 0,1 0 0,-1 0 0,1 0 0,0 0 0,0-1 0,0 0 0,0 0 0,1 0 0,-1-1 0,1 1 0,0-1 0,0 0 0,0 0 0,0-1 0,0 1 0,0-1 0,0 0 0,0-1 0,0 1 0,1-1 0,-1 0 0,6-1 0,9-1 0,1 0 0,-1-1 0,-1-1 0,1-1 0,-1-1 0,21-9 0,112-60 0,-22 10 0,-119 60 0,0 0 0,0 1 0,1 0 0,-1 1 0,1 0 0,21-2 0,-28 5 0,-1 1 0,1-1 0,-1 1 0,1 0 0,-1 0 0,0 0 0,1 1 0,-1-1 0,0 1 0,0 0 0,0 0 0,0 0 0,0 1 0,-1 0 0,1 0 0,-1 0 0,1 0 0,-1 0 0,0 0 0,4 7 0,5 7 0,16 32 0,-21-34 0,1 0 0,1 0 0,0-1 0,15 17 0,-20-28 0,-1 0 0,1 1 0,-1-1 0,1 0 0,0-1 0,0 1 0,1-1 0,-1 0 0,0 0 0,1 0 0,-1 0 0,1-1 0,0 0 0,-1 0 0,1 0 0,0 0 0,0-1 0,0 0 0,7 0 0,0-2 0,-1-1 0,0 1 0,0-2 0,0 1 0,0-2 0,-1 1 0,1-2 0,-1 1 0,0-1 0,-1-1 0,1 0 0,-1 0 0,-1-1 0,0 0 0,0 0 0,11-15 0,5-9 0,-2-1 0,-1-1 0,25-57 0,46-136 135,7-14-2252,-79 196 175,9-15-6234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8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1034 9905,'11'-9'388,"-6"4"292,0 0 1,1 0-1,-1 1 0,1 0 0,0 0 0,0 1 1,0-1-1,0 1 0,1 1 0,-1-1 0,1 1 1,9-2-1,-7 3-335,1-1 1,0 0-1,0-1 0,16-6 1,15-5 236,-24 10-408,-1-1 0,1-1 0,-1-1 1,-1 0-1,1-1 0,-1 0 1,0-1-1,-1-1 0,0 0 0,-1-1 1,0-1-1,-1 0 0,0-1 0,-1 0 1,0-1-1,-1 0 0,12-21 1,-21 33-140,-1 1 1,1-1-1,0 1 1,0-1-1,-1 1 1,1-1 0,-1 1-1,1-1 1,-1 1-1,0-1 1,1 0 0,-1 1-1,0-1 1,0 0-1,0 1 1,0-1-1,-1 0 1,1 1 0,0-1-1,-1 1 1,1-1-1,-1 0 1,1 1-1,-1-1 1,0 1 0,0 0-1,0-1 1,0 1-1,0 0 1,0-1 0,0 1-1,0 0 1,0 0-1,-1 0 1,1 0-1,0 0 1,-1 0 0,1 0-1,-1 0 1,1 1-1,-1-1 1,1 0-1,-1 1 1,1 0 0,-1-1-1,0 1 1,-2 0-1,-4-2 101,0 1 0,0 0 0,0 1 0,-1 0 0,1 1 0,0-1 0,0 1 0,-14 4 0,-2 4 127,1 0 0,0 2 0,1 1 0,0 0 0,1 2 0,-23 18 0,4 1 111,-68 76 1,95-95-327,0 0-1,2 2 1,0-1 0,0 1 0,2 1-1,-10 21 1,17-33-46,0 0 1,0 0-1,1 1 0,-1-1 0,1 0 0,1 1 0,-1-1 1,1 1-1,0-1 0,0 1 0,0-1 0,1 1 1,0-1-1,0 0 0,0 1 0,1-1 0,-1 0 1,1 0-1,1 0 0,-1 0 0,1 0 0,-1-1 1,2 1-1,-1-1 0,7 8 0,-4-6-34,1 0-1,0 0 1,0-1 0,1 0-1,0 0 1,0-1-1,0 0 1,0 0 0,0-1-1,11 3 1,-4-2-14,0-1 0,0-1 0,-1-1 0,1 0 0,25-1 1,-13-3 10,0-1 1,-1-1 0,1-1 0,-1-2-1,-1 0 1,36-18 0,-42 18 17,0-2 0,-1 0 0,0-1 0,-1 0 0,0-2 0,-1 0 0,0-1 0,-1 0 0,-1-2 0,-1 1 0,14-20 0,-27 34 15,1 0 1,-1 0-1,1 1 0,0-1 0,-1 0 0,0 0 0,1 0 0,-1 0 1,1 1-1,-1-1 0,0 0 0,0 0 0,0 0 0,1 0 0,-1 0 0,0 0 1,0 0-1,0 0 0,0 0 0,-1 0 0,1 1 0,0-1 0,0 0 0,0 0 1,-1 0-1,1 0 0,-1 0 0,0-1 0,0 1 1,0 0 0,-1 0 0,1 0 0,-1 1 0,1-1 0,-1 0 0,1 1 0,-1-1-1,1 1 1,-1 0 0,1-1 0,-1 1 0,0 0 0,-2 0 0,-6 0 2,1 0 0,0 1 0,0 1 1,-15 3-1,-3 5-387,1 1 0,1 2 0,0 1 0,1 0 0,0 2 0,1 1 0,1 0 0,-22 24 0,38-36 175,0 1 0,0 1-1,1-1 1,0 1 0,1 0 0,-1 0 0,1 0-1,-5 12 1,10-17 190,-1-1 0,1 0-1,-1 0 1,1 0-1,0-1 1,0 1 0,-1 0-1,1 0 1,0 0 0,0 0-1,0-1 1,0 1 0,0 0-1,0-1 1,0 1 0,0-1-1,0 1 1,2 0 0,-2-1-19,5 3 28,-1-1 0,0 0 0,1 0-1,0 0 1,-1-1 0,1 0 0,0 0-1,0 0 1,12-1 0,56-6 192,-45 3-94,59-4 237,-1 4 0,142 13 0,-219-9-437,0 0-1,1-1 1,-1 0-1,15-3 0,8 1-150,-11 0 131,0-1 1,0-1-1,-1-1 1,1-1-1,-1-1 1,35-16-1,-27 9 80,-2-1-1,0-1 1,0-2 0,31-27-1,-29 19 110,-2-2 0,-1-1 0,39-56 0,54-108 245,-87 137-195,186-330 1283,-160 282-453,39-82 1167,-95 183-1616,-2 7-24,-3 22-246,0-1 0,-2 1 1,-1-1-1,-1 0 0,-1-1 0,-17 36 0,1 3-8,-62 157 292,-48 146-289,104-232-401,29-130 177,0-1-1,1 1 1,0-1-1,-1 1 1,1-1-1,1 1 0,-1-1 1,0 0-1,1 1 1,0-1-1,0 1 1,0-1-1,2 5 0,-2-6 1,0 0 0,1 0 0,-1-1 0,0 1 0,1 0 0,0-1 0,-1 1 0,1-1 0,0 1 0,0-1 0,0 0 0,0 0 0,0 0 0,0 0 0,4 2 0,0-2-8,1 0 0,-1 0 0,1-1 0,-1 1 1,0-2-1,1 1 0,-1 0 0,1-1 1,-1 0-1,0-1 0,13-4 0,16-9-60,0-2-1,-1-2 1,44-31-1,-49 31 44,-29 18 49,0 1 0,1 0 0,-1-1-1,0 1 1,1 0 0,-1 0 0,0-1-1,1 1 1,-1 0 0,0 0 0,1 0-1,-1 0 1,1 0 0,-1-1 0,0 1-1,1 0 1,-1 0 0,1 0 0,-1 0-1,0 0 1,1 0 0,-1 0 0,1 0-1,-1 0 1,0 0 0,1 1 0,-1-1-1,1 0 1,-1 0 0,0 0 0,1 0-1,-1 1 1,0-1 0,1 0 0,0 1-1,2 16 220,-4-11-180,0 1 0,0-1 1,0 0-1,-1 0 0,-2 7 0,-4 3 42,1 1-1,1 0 0,0 0 0,1 0 0,-3 21 0,8-33-177,-1 0 0,1 0-1,0 0 1,1-1 0,-1 1-1,1 0 1,0 0-1,0 0 1,0-1 0,1 1-1,-1 0 1,1-1 0,0 0-1,1 1 1,-1-1 0,1 0-1,0 0 1,0 0 0,0 0-1,0-1 1,0 1-1,1-1 1,0 0 0,7 5-1,11 5-1123,1 0-1,1-1 0,0-2 1,35 11-1,51 9-7077,-12-6-3524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8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703 1 14137,'0'0'2148,"-3"2"104,-13 10-289,0 2 0,-24 25 0,-53 80 1782,32-39-2464,-225 311 1339,253-340-2407,1 2 0,-25 60 1,44-83-347,1 0 0,2 1 1,1 1-1,1 0 1,-5 50-1,13-75-107,-1 1 0,2 0 0,-1 0 0,1 0 0,0-1 0,0 1 0,1 0 0,0-1 0,0 0 0,1 1-1,0-1 1,1 0 0,-1 0 0,7 8 0,-5-8-343,1 0-1,0-1 1,0 1 0,0-2-1,1 1 1,0-1-1,0 0 1,1 0 0,-1-1-1,1 0 1,0 0 0,13 4-1,40 9-6162,7 0-4255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9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1 299 14401,'12'-10'7937,"1"3"-3965,-6 6-3883,0-1 1,0 1-1,1 1 0,12-1 0,5 1 1008,44-4-451,140-11 449,-167 10-1080,1-3-1,78-23 1,-110 27-46,0-1-1,0 0 1,-1 0-1,0-1 1,0-1 0,0 1-1,-1-2 1,11-9-1,-16 13 9,-1 1-1,1-1 0,-1 0 1,0 0-1,0 0 0,-1 0 1,1 0-1,-1-1 0,0 1 1,0-1-1,-1 0 0,1 1 1,-1-1-1,0 0 0,0 0 1,-1 0-1,1 0 0,-1 0 1,0 0-1,0 0 0,-2-9 1,1 11 17,0 1 0,0 0 1,0 0-1,0-1 0,0 1 1,0 0-1,0 0 0,-1 0 1,1 0-1,-1 0 0,1 1 1,-1-1-1,0 0 0,0 1 1,0-1-1,0 1 0,0-1 1,0 1-1,0 0 0,0 0 1,0 0-1,-1 0 0,1 1 1,0-1-1,-1 1 0,1-1 1,-1 1-1,1 0 0,-5 0 1,-5 0-4,0 0 0,0 1 1,0 1-1,-16 4 0,27-6 9,-26 9-7,0 1 0,0 1-1,1 2 1,1 0 0,0 2 0,-32 24 0,55-37 7,-15 10-15,0 1 0,0 1 0,-27 30 0,37-36 19,0 1-1,1-1 1,0 1 0,1 0-1,-1 1 1,2-1-1,0 1 1,0 0 0,-4 15-1,8-22-24,-1 1 0,1-1 0,0 1 0,0-1 1,0 0-1,0 1 0,1-1 0,0 0 0,-1 1 0,1-1 0,0 0 0,1 0 0,-1 0 0,0 1 0,1-2 0,0 1 0,0 0 0,0 0 0,0 0 0,0-1 0,0 1 0,1-1 0,-1 0 0,1 0 0,0 0 0,-1 0 1,1 0-1,5 2 0,7 4-172,0-1 1,1-1 0,0-1-1,20 5 1,-33-9 158,21 4-82,0-1 0,1-1 0,0-1 0,-1-2 0,1 0 0,-1-2 1,1 0-1,-1-2 0,1-1 0,-1 0 0,-1-2 0,1-1 0,-1-1 0,-1-1 1,30-17-1,1-8-586,-49 33 544,-21 6-234,8 2 356,-1 0-1,1 1 1,1 0-1,-1 0 1,1 1-1,-13 17 1,13-17-12,6-6-17,1 0 0,-1 0 0,1 0 1,-1 0-1,1 0 0,0 0 0,0 0 0,0 0 0,0 1 1,0-1-1,0 0 0,1 1 0,-1-1 0,1 1 0,0-1 1,-1 4-1,1-5-43,1 1 0,-1-1 0,0 0 0,1 0 1,-1 1-1,1-1 0,-1 0 0,1 0 0,0 0 0,-1 0 0,1 0 1,0 0-1,0 0 0,0 0 0,-1 0 0,1 0 0,0 0 1,0-1-1,0 1 0,1 0 0,-1-1 0,0 1 0,0 0 1,0-1-1,0 0 0,1 1 0,-1-1 0,0 0 0,0 1 0,1-1 1,0 0-1,22 3-2599,2 3-1787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29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31 112 13777,'1'101'6639,"1"-25"-5252,-4 0 1,-15 112-1,3-120-708,14-65 956,1-4-1023,27-27 22,-3-1 0,30-41 0,11-14-327,-14 28-985,81-68 0,72-33-4968,-136 114 1699,-21 23-1655,3 8-4576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0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97 8005,'48'-64'6428,"-46"61"-4676,2-14 938,3 6-1712,-5 9-193,9 9 434,-9-6-1164,0 1-1,0 0 0,0 0 0,0 0 1,0 0-1,-1 1 0,1-1 0,-1 0 1,0 1-1,0-1 0,0 0 1,0 1-1,0 0 0,0-1 0,-1 1 1,1-1-1,-1 1 0,1 0 0,-1 0 1,0 3-1,-5 59 287,5-59-310,-4 17 37,-1-1-1,-1-1 1,-1 1 0,0-1-1,-2 0 1,0 0-1,-22 33 1,23-42-48,2 0 1,-1 1-1,2 0 1,0 0-1,-6 23 1,11-34 6,3-1 43,3 1-75,0-1 0,0-1-1,1 1 1,-1-1 0,0 0-1,0-1 1,0 1 0,0-1-1,0 0 1,0-1 0,7-2 0,14-5-51,30-16 0,-21 9 32,-12 6-31,6-3-12,1 1 0,51-13 0,-72 23 48,-1 1 1,1-1 0,0 1-1,-1 1 1,1 0-1,0 1 1,-1-1 0,1 2-1,-1-1 1,1 2 0,-1-1-1,1 1 1,11 6 0,27 13-395,-45-21 366,-1 0 0,2 0 0,-1 0 0,0-1-1,0 0 1,0 0 0,0 1 0,0-2 0,0 1-1,0 0 1,5-2 0,-1 1-62,1 1 62,0-1 0,0-1 1,-1 0-1,1 0 0,0 0 0,-1-1 0,0 0 0,0 0 1,0-1-1,13-8 0,-3-2 140,0-1 1,21-24-1,-10 11 103,-27 27-180,1-2 37,1 0 0,0 0 0,1 0-1,-1 1 1,0-1 0,1 1 0,6-4-1,-2 24 6,-7-12-54,1-1 1,-1 1-1,0-1 0,0 1 0,0 0 0,-1-1 0,0 1 0,0 0 0,-1 0 0,-1 6 0,1-6-16,0-1 0,1 0-1,-1 0 1,1 0-1,0 1 1,0-1 0,1 0-1,-1 0 1,1 0 0,0 1-1,1-1 1,-1 0 0,1 0-1,0-1 1,3 7 0,-2-8-4,-1 0 0,1 0 0,0 0 0,-1 0 0,1-1 0,0 1 0,1-1 0,-1 0 0,0 1 1,1-2-1,-1 1 0,1 0 0,0-1 0,-1 1 0,9 1 0,-5-2 5,0-1 1,-1 1-1,1-1 0,0-1 0,0 1 1,0-1-1,0 0 0,11-3 0,-2-2 18,-1 0-1,0 0 0,0-1 0,0-1 0,-1-1 0,0 0 1,15-13-1,-10 5 57,0-1 1,-1-1-1,0-1 1,-2-1 0,0 0-1,-2-1 1,13-25-1,-7 16 102,-21 31-158,0-1 0,0 1 0,1 0-1,-1-1 1,0 1 0,0-1 0,1 1 0,-1-1-1,0 1 1,0-1 0,1 1 0,-1-1 0,1 0-1,-1 1 1,0-1 0,1 0 0,-1 1 0,1-1-1,0 0 1,-1-1 0,1 1-4,0 1-1,0 0 1,0-1-1,0 1 1,-1 0-1,1-1 1,0 1-1,0 0 1,0-1-1,0 1 1,0 0-1,0-1 1,-1 1-1,1 0 1,0 0-1,0-1 1,0 1 0,-1 0-1,1 0 1,0-1-1,0 1 1,-1 0-1,1 0 1,0-1-1,-1 1 1,1 0-1,0 0 1,0 0-1,-1 0 1,1 0-1,0 0 1,-1 0-1,1-1 1,-1 1 0,1 0-1,0 0 1,-1 0-1,1 0 1,0 0-1,-1 0 1,1 1-1,0-1 1,-1 0-1,1 0 1,0 0-1,-1 0 1,1 0-1,0 0 1,-1 1-1,1-1 1,0 0-1,0 0 1,-1 0 0,1 1-1,0-1 1,0 0-1,-1 0 1,1 1-1,0-1 1,0 0-1,0 1 1,0-1-1,-1 0 1,1 1-1,0-1 1,0 0-1,0 1 1,0-1-1,-2 2 7,1 1 0,0-1 0,0 0 0,0 1 0,0-1-1,1 1 1,-1-1 0,1 1 0,-1 0 0,1-1 0,0 1-1,0-1 1,0 1 0,0 0 0,0-1 0,1 1 0,-1-1-1,1 1 1,0-1 0,0 1 0,0-1 0,0 1 0,2 3-1,4 5 4,1 0-1,-1-1 0,18 17 0,3 4-8,7 14-89,-18-24-180,25 38 0,-37-50-144,-1 0-1,0 0 1,0 0-1,-1 0 1,0 1-1,0 0 1,-1-1 0,1 14-1,-3-23 410,3 27-2839,5-2-4087,2-7 408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18 9741,'-27'-18'5524,"17"33"-17805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1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386 0 5228,'-14'24'2057,"-5"11"3889,10-9-4847,-29 108 2400,-1-5-1710,0 7-730,6-28-518,1 12-170,-53 198-541,34-102-4425,34-123-742,8 3-3166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2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11853,'0'0'1678,"-2"3"-14,-2 2-1352,1 0 0,0 1 0,0-1 0,0 1 0,1 0 0,0-1 0,0 1 0,0 0 0,1 0 0,0 0 0,0 0 0,0 0 0,1 1 0,0-1 0,0 0 0,1 0 0,0 0 0,2 8 0,7 35 133,2-1 0,2 0 0,3-1 0,29 61 0,-12-43-211,2-2 0,62 83 0,-65-100-172,3-2-1,50 47 0,-73-78-49,1-1 0,1-1-1,-1 0 1,2-1 0,-1-1 0,2 0 0,-1-1-1,1-1 1,0 0 0,35 7 0,-37-11-11,0-1 1,0-1 0,0 0-1,1-1 1,-1-1 0,0 0-1,0-1 1,0-1 0,0 0 0,0-1-1,-1-1 1,1 0 0,-1-1-1,-1 0 1,1-1 0,-1-1 0,22-16-1,4-7-59,-2-2-1,-1-2 0,32-40 0,87-125-993,-101 128 332,22-31-915,29-39-6494,-48 76-1510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2.8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 12817,'0'0'13381,"-1"3"-12635,-8 17-321,2 1 0,1 1 0,0-1 0,-5 44 0,9-51-361,-1 7-55,0-1 0,2 1 0,0-1 0,1 1 0,1-1 0,5 27 0,-4-42-68,0 1 1,0 0-1,0-1 1,0 0-1,1 1 1,0-1-1,0 0 1,0-1-1,1 1 1,0 0-1,0-1 1,0 0-1,0 0 1,1 0-1,-1 0 1,1-1-1,0 0 1,0 0-1,0 0 0,1-1 1,-1 1-1,1-1 1,-1 0-1,1-1 1,0 0-1,-1 0 1,1 0-1,0 0 1,0-1-1,0 0 1,7-1-1,18-2-227,-1-2 1,0-1-1,42-14 0,-48 12 189,1 2-1,-1 0 1,1 1-1,0 1 1,0 2-1,27 0 1,-37 4 68,1 1 0,-1 0-1,0 1 1,23 10 0,-24-8 17,1-1-1,1 0 1,-1-1-1,1-1 1,17 2-1,-18-4 17,0-1 1,1-1-1,-1 0 0,0-1 0,0-1 1,0 0-1,0-1 0,17-7 0,-23 7 84,-1 0 1,0 0-1,0-1 0,-1 0 0,0 0 0,1-1 0,-1 0 0,-1 0 0,0-1 0,0 0 1,0 0-1,0 0 0,-1 0 0,8-17 0,-4 3 176,-1-1 1,-1 0-1,-1 0 0,4-29 0,0 0 54,-7 42-599,0 0 0,0 0 0,1 0 0,9-16 0,10-11-5820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3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386 43 13825,'3'-42'13218,"-4"46"-11143,-11 68 1361,6-44-3365,-1 0 0,-12 28 0,-226 560-71,222-554 0,1 1 0,-18 95 0,35-128 0,1-1 0,1 1 0,2 0 0,1 0 0,1 0 0,1 0 0,12 53 0,-11-76-56,-1 1 0,1-1 0,0 0-1,1 0 1,-1 0 0,2-1 0,-1 1 0,1-1 0,-1 0 0,2 0-1,-1-1 1,1 0 0,0 0 0,0 0 0,0 0 0,0-1-1,1 0 1,0 0 0,0-1 0,0 0 0,0 0 0,1-1 0,-1 0-1,1 0 1,-1 0 0,1-1 0,10 0 0,75-5-4445,-31 0 1212,33 0-4353,5-1-5137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3.5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101 169 15769,'-44'-27'3053,"24"18"-145,7 0 2272,3-6-3299,-4 3 1567,18-6-4264,-1 3-1064,4-9-1057,-1-1-1271,14 19-2405,4-3-6188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4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439 4 9373,'-3'9'1335,"2"-11"-470,-5-8 2698,4 10-3230,1 0-1,-1 0 1,1 1-1,-1-1 1,1 1-1,0-1 1,-1 1 0,1-1-1,-1 1 1,1 0-1,0 0 1,0 0-1,-2 1 1,-24 27 2057,26-28-2245,-10 16 640,0-1 0,0 2 0,2-1 0,0 1-1,-7 24 1,-28 103 1730,26-80-1801,-97 404 1490,53-151-5736,34-176-566,-1 6-5566,12-44-2527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4.5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21 233 12877,'-19'129'3362,"18"-120"-2904,0 0-1,1 1 1,0-1 0,1 0 0,0 0-1,0 0 1,5 16 0,0-6-72,1 0 0,10 20 0,-10-26-277,0 0 1,1 0 0,0-1-1,1 0 1,1-1-1,0 0 1,0 0 0,1-1-1,0 0 1,1-1 0,0-1-1,1 0 1,0 0 0,22 9-1,-14-9-62,-1-1 1,1-1-1,1-1 0,-1-1 0,0-1 1,1 0-1,0-2 0,0 0 0,25-4 0,0-3 23,-1-2 0,0-3 0,0-1 0,-1-2 0,-1-3 0,59-29 0,240-157-5,-247 139-151,151-92-1227,-195 127 605,167-89-3991,-147 89-679,-5 14-3184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5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1 14117,'0'20'1130,"3"63"3647,-2-65-4032,-1 0 0,-1 0 1,-1-1-1,0 1 0,-2 0 0,-9 32 0,1-2 0,-30 119 576,15-67-804,-14 119 1,38-199-485,0 1 18,1-1-1,1 0 1,1 30-1,1-45-43,0 0 0,-1 1-1,2-1 1,-1 0 0,1 0 0,-1 1 0,2-1 0,-1 0-1,0-1 1,1 1 0,0 0 0,0-1 0,0 0-1,1 1 1,-1-1 0,1-1 0,7 7 0,-7-8 3,-1-1 1,0 1-1,1-1 1,0 1 0,-1-1-1,1 0 1,-1-1-1,1 1 1,0-1 0,0 1-1,0-1 1,-1 0-1,1 0 1,0-1 0,0 1-1,5-3 1,6 0 33,0-2-1,19-7 1,-32 11-41,51-25 63,-1-2 0,-1-2 0,-1-2 1,51-45-1,0 2-76,113-61 54,-163 106-67,30-16-29,-74 42 28,1 1 0,0 0 0,0 0 1,0 0-1,1 1 0,-1 1 0,17-2 1,-23 3-23,0 0 0,1 0 1,-1 0-1,0 0 1,1 1-1,-1-1 0,0 1 1,0 0-1,0-1 1,0 1-1,0 0 0,1 0 1,-1 1-1,-1-1 1,1 0-1,0 0 0,0 1 1,0-1-1,-1 1 1,1 0-1,-1 0 0,1-1 1,-1 1-1,0 0 1,0 0-1,0 0 1,0 0-1,0 0 0,0 1 1,1 3-1,0 5-277,0 1 1,-1-1-1,-1 0 0,0 24 1,-1-13-122,-4 28-416,3-43 741,1 1 1,0-1-1,0 1 0,1-1 0,0 1 1,0 0-1,1-1 0,2 15 1,-1-16 43,0 1 0,0-1 1,1 0-1,0 0 0,0 0 1,4 6-1,-5-9 52,0-1 0,0 0 0,1 1 0,-1-1 0,0 0 0,1-1 0,0 1 0,-1 0 0,1-1 0,0 1 0,0-1 0,0 0 0,0 0 0,0 0 0,5 1 0,-2-1 14,2 1-7,1-1 1,0 1-1,0-2 0,0 1 0,0-1 0,0 0 0,0-1 0,9-2 0,10-4 39,-1-1 0,0-1-1,-1-2 1,0 0-1,0-2 1,-1-1-1,-1-1 1,37-29-1,-34 21-443,-1-2 0,30-35-1,-31 30-2125,39-65 0,-33 48-2691,-1 9-3056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5.5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570 36 10925,'-2'0'159,"1"0"0,0 0-1,-1-1 1,1 1 0,0 0 0,0-1-1,-1 1 1,1-1 0,0 1 0,0-1-1,0 0 1,0 1 0,-1-1 0,1 0-1,0 0 1,-1-1 0,2 0 123,-1 1 0,1-1-1,0 1 1,0-1 0,0 1 0,0-1 0,0 0 0,0 1 0,0-1 0,0 1 0,0-1-1,1 1 1,0-5 3653,0 10-3630,0 0-1,-1 0 1,0 1 0,0-1-1,0 0 1,-1 0-1,0 0 1,1 0-1,-1 0 1,-1 0 0,-1 6-1,1-4 48,-7 20 510,-23 47 1,13-33-422,-18 31 39,-3-3 1,-73 98-1,37-59-232,59-83-212,-84 131 130,80-119-114,1 1 1,-20 55-1,37-83-49,0 1-1,0 0 1,1 0-1,0 0 1,1 0-1,0 0 1,1 0-1,0 0 1,0 0 0,3 14-1,-2-18-25,1 0 0,0 0 1,0 0-1,0 0 0,1-1 0,0 1 0,0-1 0,0 1 0,1-1 1,-1 0-1,1-1 0,0 1 0,1-1 0,-1 1 0,1-1 1,0-1-1,0 1 0,8 4 0,10 4-297,1-2 1,0 0-1,1-1 1,0-2-1,0 0 0,1-2 1,0-1-1,33 2 1,-16-5-1111,-1-2 0,1-1 1,-1-2-1,57-14 1,-19 1-4703,1 4-3766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8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315 182 3908,'0'0'4693,"3"-2"-4223,0 0-57,13-11-455,-4 9 3669,-29-23-619,18 24-2901,0-1 0,0 1 0,0 0 0,0-1 0,0 1 0,0 0-1,1 0 1,0 0 0,0 0 0,-1 0 0,2 0 0,-1 0 0,0 1-1,5-5 1,-5 5 132,20-14 586,-4 5-317,20-26 1174,-36 35-1427,2 1-16,26-12 186,-27 12-256,0 3 22,-1 1-140,0 0 1,1 0-1,-1 0 0,0 0 1,0 1-1,-1-1 1,1 1-1,-1-1 0,1 1 1,-1 0-1,0 0 1,-1-1-1,1 1 0,-1 0 1,1 0-1,-1 0 1,0 0-1,-1 4 0,-1 11 215,-1 0 0,-8 31 1,-18 39 528,-4 0 0,-51 97 1,14-33-364,-80 245-1794,105-263-2347,2 0-3746,9-29-3841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9.2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17 10529,'-15'-15'3868,"8"13"1844,-12 23-5473,0 0-1,2 1 1,1 1-1,0 0 1,2 1-1,-13 29 1,0-3-21,18-30-184,1 0-1,1 1 0,1 1 0,0-1 0,2 1 0,1 0 0,0 0 1,1 0-1,2 0 0,2 28 0,0-41-32,0 0 1,0-1-1,1 1 1,0-1-1,1 1 0,-1-1 1,2 0-1,-1 0 1,1-1-1,0 1 0,1-1 1,0 0-1,0-1 1,0 1-1,1-1 0,0 0 1,0-1-1,1 0 1,-1 0-1,1 0 0,0-1 1,0 0-1,1-1 1,-1 0-1,1 0 0,0-1 1,-1 0-1,1-1 1,0 1-1,11-1 0,-1-1 0,0 0 0,0-1 0,-1-1 0,1-1 0,-1-1 0,1 0 0,-1-1 0,0-1 0,-1-1-1,0-1 1,0 0 0,0-1 0,16-12 0,-3-4 34,-1-1 0,-1-2 0,-1-1 0,-1-1 0,26-40 0,-26 34-642,40-42-1,-49 56-2025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39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230 1 9101,'0'0'10091,"-3"1"-9397,-4 4-457,0 0 0,1 0 0,-1 1 0,1-1 1,0 1-1,0 1 0,-9 12 0,-34 59 323,41-64-439,-18 32 88,1 1 0,-27 78 0,49-120-203,0 1-2,2 20 7,4 10-46,-3-35 31,0 0 1,1-1 0,0 1-1,-1-1 1,1 1-1,-1-1 1,1 1-1,0-1 1,-1 1 0,1-1-1,0 0 1,-1 0-1,1 1 1,0-1 0,-1 0-1,1 0 1,0 1-1,0-1 1,0 0 0,-1 0-1,2 0 1,0 0-9,5 0-1,0 1 0,-1-1 0,1-1 0,0 0 0,0 0 0,0 0 0,-1 0 0,1-1 0,0 0 0,-1-1 0,7-3 0,5-1-8,7-7-1,-21 10 22,-2 5 2,-1-1 0,0 1 0,0-1 0,0 1 0,0 0 0,0-1 0,0 1 0,0 0 0,0 0 0,0 0 0,0-1 0,-1 1 0,1 0 0,1 2 0,-2-3 0,2 4 13,1 0 1,-1 0-1,0 0 0,0 0 0,-1 0 0,1 1 0,-1-1 0,0 1 0,0-1 0,0 1 0,-1-1 0,0 1 0,0-1 0,0 7 0,3 27 93,5-9-34,-5-18-44,0 0 0,-1 0-1,2 14 1,-2-9-3,1-1-1,0 0 0,1 0 1,1 0-1,10 22 1,-14-34-69,-1 0-1,1 0 1,0 0 0,-1 0-1,0 0 1,1 0 0,-2 6 0,1-1-232,1-4-502,4-5-1125,-1 0 1067,0 0 1,1 0-1,-1 0 1,1 0-1,-1-1 1,0 0-1,0 0 1,0 0 0,6-5-1,11-5-2911,-1 5-1411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8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55 7901,'20'-55'12089,"-22"56"-11831,-1 1 0,1-1 0,-1 1 1,1-1-1,0 1 0,-1 0 0,1 0 0,0 0 0,0 0 1,1 0-1,-1 0 0,0 0 0,1 1 0,-1-1 1,1 1-1,-2 3 0,-7 18 840,2-1 1,0 1 0,-7 43-1,3-12 23,-112 338 1797,77-256-2963,-81 187 207,27-78-897,74-169-2320,-22 96-1,41-119-920,8-50 2717,0 1-1,1-1 1,-1 0-1,1 0 1,0 1 0,3 5-1,5 11-9047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8.5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875 190 9789,'12'-10'388,"1"0"0,0 0-1,1 1 1,0 1 0,0 1 0,1 0 0,0 0-1,0 2 1,1 0 0,0 0 0,19-2 0,303-43 2143,4 28-1917,7-1 479,-328 20-925,1 2 1,-1 0-1,1 2 1,25 3-1,-41-3-93,0 1 1,1-1-1,-1 1 0,0 0 1,0 0-1,0 1 0,-1 0 1,1 0-1,-1 0 1,1 0-1,-1 1 0,0 0 1,0 0-1,-1 1 0,1-1 1,-1 1-1,0 0 0,5 8 1,2 9 167,-1 1 1,0 0-1,-2 0 1,-1 0-1,-1 1 1,-1 0 0,3 35-1,-3 5 600,-6 108 1,-40 167 1243,23-219-1620,-121 592 1133,101-536-1325,-1-3-4,-86 238-1,117-389-248,-1-1 1,0-1-1,-2 1 0,0-2 1,-17 22-1,23-35-16,0 0-1,0 0 1,-1 0 0,0-1 0,0 0-1,0 0 1,0-1 0,-1 0 0,0 0 0,0 0-1,0-1 1,0 0 0,-1 0 0,1-1-1,-1 0 1,0 0 0,0-1 0,-10 1-1,-23-4-5,1-2-1,0-1 0,0-3 0,-70-22 0,25 8-22,-228-59 32,-426-92-2926,603 146 716,-1 0-2635,50 13-3056,65 10-1063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8.8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342 0 12261,'0'0'6747,"-1"2"-5401,-10 12-290,2-1-1,0 1 1,-10 21 0,-32 95 691,27-54-1396,8-23-1618,-2-1 0,-35 70-1,43-104-169,-1-1-1,-24 28 0,-7 3-4417,31-36 3530,-10 13-5071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9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7025,'2'3'123,"5"9"1218,0-1 1,0 2-1,-1-1 1,-1 1 0,0 0-1,4 15 1,58 331 3047,-66-349-4391,2 4 176,3-26-12,3-16-114,1 1 0,2-1 0,0 2 0,30-47 0,79-87 102,-112 149-79,-1 1 0,2 1 0,0-1 0,0 2 0,15-11 0,-25 18-60,1 1 1,-1 0-1,1-1 1,0 1-1,-1-1 1,1 1-1,0 0 1,-1-1-1,1 1 0,0 0 1,-1 0-1,1 0 1,0-1-1,0 1 1,-1 0-1,1 0 1,0 0-1,0 0 0,-1 0 1,1 0-1,0 1 1,-1-1-1,1 0 1,0 0-1,0 0 0,-1 1 1,1-1-1,0 0 1,-1 1-1,1-1 1,0 1-1,-1-1 1,1 1-1,-1-1 0,1 1 1,-1-1-1,1 1 1,-1-1-1,1 1 1,-1 0-1,0-1 1,1 1-1,-1 0 0,0-1 1,1 1-1,-1 0 1,0-1-1,0 1 1,0 1-1,2 3 25,-1 0 1,0 1-1,-1-1 1,1 1-1,-1-1 0,0 7 1,-13 119 191,-31 132 0,18-112-1950,20-99-1500,1 0-3663,5-27-1663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9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0 7361,'0'0'11371,"0"3"-10691,-1 16-331,0-1-1,-1 0 0,-2 0 0,0 0 1,0-1-1,-10 23 0,-2 21-2,15-59-123,6-3-216,-1-1 0,1 0 0,-1 0 0,0-1 1,1 1-1,-1-1 0,-1 0 0,1 0 0,6-7 1,-7 8-7,7-7 3,0 1-1,1 0 1,0 0 0,0 1-1,1 0 1,20-8 0,-26 13-3,-1 0-1,0 1 1,1 0-1,-1-1 1,1 2 0,0-1-1,-1 1 1,1-1 0,0 2-1,-1-1 1,1 1 0,0-1-1,-1 2 1,1-1-1,-1 1 1,0-1 0,1 1-1,5 4 1,-4-2-102,0 1 0,0 0 0,-1 0 0,1 0 0,-1 1 0,-1 0 0,1 0 0,-1 1 0,0-1 0,-1 1 0,1 0 0,-1 0 0,-1 1 0,4 10 0,3 26-3318,-11 2-3333,-2-25-1108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3:39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57 5076,'17'-21'1977,"-14"3"-2785,4 0-1041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4.0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48 3648,'23'10'768,"-19"-8"1906,-37 0-1897,29-1 995,7-4-1340,1 1 1,-1-1 0,0 0-1,0 0 1,-1 0-1,1 0 1,-1 0 0,1 0-1,-1-1 1,3-5 0,-3 4-808,0 3 805,9-7-157,-9 8-267,1 0-1,-1 0 1,1 0 0,0 0-1,0 0 1,-1 1 0,1-1 0,0 1-1,0 0 1,0 0 0,0 0-1,-1 0 1,1 0 0,0 1-1,0-1 1,0 1 0,3 1-1,56 20-1031,-52-18 729,96 49-5379,-70-35 831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4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75 3996,'1'-4'535,"-1"0"-1,0 0 1,0 0-1,-1 0 1,1 0-1,-1 0 1,-1-4 0,-1-10 2594,4 17-3080,-1-1 0,1 1 0,1-1 0,-1 1 0,0-1 0,0 1 0,0 0 0,1 0 0,-1 0 0,1 0 0,-1 0 0,1 0 0,-1 0 0,1 0 0,-1 0 0,1 1 0,2-2 0,66 19-1096,-21 2-3737,-27-10 1315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4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 4752,'17'-15'965,"3"24"-277,0 3-100,7-9-168,0 6-84,0 3-272,-1-3-476,5 3-1733,9 0-127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4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3128,'0'0'1036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4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49 5040,'20'-9'1217,"0"0"743,-7-3-1296,-3 0 504,14 9-768,2 0-132,-2 6-12,3 0-204,-4 6-248,4 3-352,-7-3-616,0-3-1508,-3 6-789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5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 5853,'0'0'956,"14"-12"-124,2 3-148,1 3-140,3 3-120,7 6 64,3 3-272,4 3-24,16 6-196,-17 0-248,4 3-336,-23-9-332,9 0-1516,0 4-569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5.2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31 4464,'0'0'2133,"11"-18"-1405,-1 6 744,10 18-1192,0-3-48,7 9-36,9 6-80,-5 6-196,-1-3-388,-3 0-440,-1 1-1440,8-1-485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45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 4992,'20'-9'1317,"0"6"-381,14 3-72,3 0-148,-4 0-116,21 9-128,-11 0 56,7 6-288,4 0-216,6 6-348,-3-8-1044,-3 2-1264,3 3-749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2429 0 7537,'-2'2'1307,"1"-1"-1060,1-1 0,-1 1 1,0 0-1,1-1 0,-1 1 0,0 0 0,1 0 0,-1-1 0,1 1 0,0 0 1,-1 0-1,1 0 0,0 0 0,-1 0 0,1 0 0,0-1 0,0 1 1,0 0-1,-1 0 0,1 0 0,0 0 0,1 0 0,-1 0 0,0 0 1,0 0-1,0 0 0,0 0 0,1 0 0,-1-1 0,0 1 0,1 0 0,-1 0 1,1 1-1,15 10 5562,-1-4-5166,-5-2-2401,95 38 2162,-68-30-337,35 18 0,-23-5-18,230 115 66,-186-105-132,25-14 18,43 21 89,-158-43-90,14 6-21,33 15 59,-47-21-47,1 0-4,9 4 41,-5-2 33,1-1 0,-1 1 1,1-2-1,0 1 0,0-1 0,0 0 0,10-1 0,-2 0-25,-14 0 290,-6 0-411,-8 1 123,1 1 0,-1 0-1,1 0 1,-1 2 0,1-1 0,-10 6-1,-34 10 446,41-14-285,0 1 0,0 0 0,1 0 0,0 1 0,-11 9 0,12-7 47,1 0 1,0 0-1,-13 17 0,-6 6 250,0 1 97,1 2 0,-39 63-1,-23 31 384,62-90-729,2 0 0,2 2 0,-24 55 0,-30 107 260,39-125-157,24-52-141,1 2-1,1 0 1,1 0 0,2 1 0,-10 44-1,-12 67-192,22-109-15,-2 12 0,6-7 0,-22 65 0,2-8 0,24-85 0,0-1 0,0 0 0,0 1 0,-7 11 0,-1 9 0,5-12 0,-1 1 0,-1-1 0,0 0 0,-1 0 0,-12 17 0,8-13 0,1 0 0,-10 24 0,13-23 0,1 0 0,1 1 0,0-1 0,2 1 0,0 0 0,2 1 0,0-1 0,2 0 0,0 1 0,2-1 0,0 0 0,1 0 0,2 0 0,7 26 0,-8-36 0,-1 1 0,0 0 0,-1 0 0,-1 0 0,0 0 0,0 0 0,-1 0 0,-1 0 0,-1 0 0,1 0 0,-5 12 0,-6 18 0,-33 76 0,18-51 0,-54 183 0,14-42 0,43-150 0,-3-2 0,-3-1 0,-42 62 0,-35 65 0,62-97 0,-3-2 0,-4-2 0,-99 119 0,119-168 0,-2-1 0,-1-1 0,-1-2 0,-45 27 0,-54 37 0,75-54 0,-94 78 0,125-91 0,1 1 0,0 2 0,2 1 0,-40 61 0,-15 30 0,-34 59 0,104-161 0,-11 22 0,2 1 0,-18 52 0,15-27 0,-2 0 0,-47 89 0,47-106 0,-25 72 0,15-32 0,-10 7 0,-14 36 0,52-97 0,7-31 0,-1-1 0,1 1 0,-1 0 0,0 0 0,-1 0 0,1-1 0,-4 8 0,0-3 0,2-4 0,1 0 0,0 0 0,0 1 0,0 0 0,1-1 0,-2 12 0,-7 30 0,8-16 0,0 1 0,3 0 0,5 43 0,-3-30 0,-1-25 0,0 0 0,1 0 0,0 0 0,2 0 0,1-1 0,11 29 0,-15-44 0,0-1 0,-1 0 0,0 0 0,1 1 0,-1-1 0,-1 1 0,1-1 0,0 1 0,-1 0 0,0-1 0,0 5 0,6 53 0,3 21 0,-8-67 0,0 1 0,-1 0 0,0 0 0,-2-1 0,0 1 0,0-1 0,-2 1 0,0-1 0,-6 16 0,-21 66 0,18-53 0,11-33 0,-1 1 0,-10 22 0,-3 0 0,1 2 0,2 0 0,-16 67 0,9-35 0,10-44 0,9-22 0,-8 30 0,-4 12 0,-48 192 0,40-133 0,-8 55 0,16 65 0,10-154 0,5-31 0,-4-20 0,4-14-48,5-11-68,7-18-1674,-11 22 632,7-14-8340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3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1525 689 14309,'-3'-2'2682,"0"1"-1746,0-1-182,0 0-1,0 1 0,0-1 0,0 1 0,0 0 0,0 0 0,-7-1 0,24-13 2252,-5 9-2615,0 1 0,1 0-1,-1 0 1,1 1 0,0 0-1,0 1 1,19-4 0,15-6 214,-12 0-395,-1-1 0,0-2 0,-2 0-1,0-3 1,0 0 0,-2-2 0,-1-1 0,0-1-1,43-51 1,27-37-209,-70 82 0,-2-1 0,-1-1 0,33-58 0,-53 84 0,-1 0 0,1 0 0,-1 0 0,0-1 0,0 1 0,-1-1 0,2-8 0,-3 12 0,0 1 0,0 0 0,0 0 0,-1 0 0,1-1 0,0 1 0,-1 0 0,1 0 0,0 0 0,-1 0 0,1 0 0,-1 0 0,0 0 0,1 0 0,-1 0 0,0 0 0,0 0 0,0 0 0,1 0 0,-1 1 0,0-1 0,0 0 0,0 0 0,0 1 0,0-1 0,0 1 0,0-1 0,-1 1 0,1 0 0,0-1 0,0 1 0,0 0 0,0 0 0,-1-1 0,1 1 0,0 0 0,0 0 0,-3 1 0,-5-1 0,-1 0 0,0 1 0,0 1 0,1 0 0,-1 0 0,1 0 0,-17 8 0,-66 35 0,62-29 0,-79 42 0,2 5 0,-108 86 0,154-102 0,3 4 0,2 2 0,2 2 0,-74 97 0,104-118 0,1 1 0,2 2 0,1-1 0,-20 55 0,31-67 0,2 1 0,0 1 0,2 0 0,1-1 0,1 2 0,1-1 0,1 0 0,3 28 0,3-14 0,2 0 0,2 0 0,1-1 0,2 0 0,2-1 0,34 67 0,2-16 0,91 125 0,-66-119 0,-47-63 0,-2 1 0,-1 2 0,21 39 0,-45-72 0,0 0 0,0 0 0,-1 0 0,1-1 0,0 1 0,-1 0 0,1 0 0,-1 0 0,1 0 0,-1 0 0,0 0 0,0 0 0,0 0 0,0 0 0,0 0 0,-1 0 0,1 0 0,0 0 0,-1 0 0,0-1 0,1 1 0,-1 0 0,0 0 0,0 0 0,0-1 0,0 1 0,0 0 0,0-1 0,-1 1 0,1-1 0,0 1 0,-1-1 0,1 0 0,-3 2 0,-2 0 0,0 0 0,1 0 0,-1 0 0,0-1 0,0 0 0,-1 0 0,1-1 0,0 0 0,-12 1 0,-45-1 0,-1-4 0,-117-19 0,104 11 0,-91-9 0,-132-10 0,-55 8-1731,224 15-2497,88 2 34,2 0-4133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3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90 12869,'2'-12'465,"2"-8"2647,10-38 3929,-15 82-3117,-7 31-1524,-26 94 0,-36 50-1339,-115 182-1944,151-316 1261,-169 287-469,180-308-574,2-4-1756,-5-5-4566,14-22-389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3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14245,'10'-12'2625,"7"6"-329,6 0-240,24-6-348,0 6-332,10 3-284,13 3-260,17 3-192,14 6-524,9 3-788,7-3-328,4 3-576,-4 3-616,0 0-596,1 9-2805,-1 3-4588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4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11293,'8'-7'1520,"1"0"-1,1 0 1,-1 1 0,1 0 0,17-8-1,-24 14-1202,0-1 0,0 1-1,0 0 1,0 0-1,0 0 1,0 0 0,0 1-1,0-1 1,0 1 0,0 0-1,0-1 1,5 4 0,-5-4 9,3 4-126,1-1 0,-1 1-1,0 0 1,0 0 0,0 0 0,0 1-1,-1 0 1,0 0 0,0 0-1,0 1 1,7 10 0,-1 2 122,1 1 1,13 33 0,-18-34-228,0-1 0,-1 1 0,-1 1 1,-1-1-1,-1 1 0,-1-1 1,0 1-1,-1 0 0,-1 0 1,-1 0-1,-5 32 0,3-37-77,-1 0 1,0 0-1,-1-1 0,0 1 1,-1-1-1,0-1 0,-1 1 0,-1-1 1,0 0-1,-1-1 0,0 0 0,0 0 1,-1-1-1,-1-1 0,0 1 0,-13 8 1,7-8 29,-33 14 0,40-19-36,6-4 4,6-3-10,5-8-11,1 1-1,1 0 1,-1 0 0,1 1 0,0 0 0,1 0-1,13-7 1,82-42-364,-79 44 190,534-258-4016,-466 226 3785,115-48-370,-206 93 779,0-1 0,0 1 0,-1 0-1,1-1 1,0 1 0,0 0 0,-1 0 0,1 1 0,0-1-1,4 2 1,-2-1 17,-4 0-7,-1-1 1,1 1-1,0-1 1,-1 1-1,1 0 1,-1-1-1,1 1 1,-1 0-1,1-1 1,-1 1-1,0 0 1,1 0 0,-1 0-1,0-1 1,1 1-1,-1 0 1,0 0-1,0 0 1,0 0-1,0-1 1,0 1-1,0 1 1,0 16 99,-1-8-30,-1 0 1,-1 0-1,0 0 1,-5 12-1,-7 25 137,9-20-172,2-10-11,0 0-1,1 1 0,1-1 1,1 1-1,0 21 0,2-33-28,0-1-1,-1 0 0,2 0 1,-1 0-1,1 0 0,0 0 1,0 0-1,0-1 1,0 1-1,1 0 0,0-1 1,0 0-1,0 0 0,1 0 1,-1 0-1,1 0 0,0-1 1,0 0-1,0 1 1,0-2-1,1 1 0,8 4 1,-2-2-17,0 0 0,0-1 0,0 0 0,1-1 0,-1-1 0,1 1 0,0-2 0,-1 0 0,1 0 0,18-2 0,-15 0-78,1-2 1,-1 0-1,1-1 0,-1-1 1,0 0-1,0-1 1,23-12-1,-16 6-163,0-2-1,0 0 0,-2-1 1,1-1-1,-2-1 0,27-30 1,-38 38 123,0-1 1,-1 0 0,0 0-1,-1-1 1,0 0 0,-1 0-1,0-1 1,-1 1 0,0-1-1,0 0 1,-2 0 0,1-1 0,-2 1-1,1 0 1,-2-21 0,-1 26 110,1 1 1,-2 0 0,1 0 0,-1 0 0,0 0 0,0 0 0,0 0-1,-1 0 1,0 0 0,0 1 0,-1 0 0,1-1 0,-1 1 0,-1 1-1,1-1 1,0 0 0,-8-4 0,-2-2 31,-1 1 0,-1 0 0,1 2 0,-30-13 1,38 19-4,0 0 1,0 0-1,-1 1 1,1-1 0,-1 2-1,1-1 1,-1 1-1,1 0 1,-1 0 0,1 1-1,-9 2 1,5-1-241,0 1-1,1 0 1,-1 1 0,1 0 0,0 1 0,-14 8 0,22-12-113,1 0 1,-1 1-1,0-1 1,1 0 0,0 1-1,-1-1 1,1 1-1,0 0 1,0-1-1,-1 1 1,1 0-1,1 0 1,-1-1 0,-1 3-1,-2 5-1899,-8 12-5944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5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37 10269,'0'0'139,"0"-1"0,-1 1 1,1-1-1,0 0 0,-1 1 0,1-1 0,0 1 1,0-1-1,0 0 0,0 1 0,0-1 1,0 0-1,0 1 0,0-1 0,0 1 0,0-1 1,0 0-1,0 1 0,0-1 0,0 0 0,0 1 1,1-1-1,-1 1 0,0-1 0,0 0 1,1 1-1,-1-1 0,0 1 0,1-1 0,-1 1 1,1-1-1,-1 1 0,1-1 0,-1 1 1,1 0-1,-1-1 0,1 1 0,-1 0 0,1-1 1,-1 1-1,1 0 0,0 0 0,-1-1 0,1 1 1,-1 0-1,1 0 0,0 0 0,-1 0 1,1 0-1,0 0 0,0 0 0,12-4 4160,-11 3-4026,1-1 0,-1 1 0,0 0 0,1 0 0,-1 0 0,1 0 1,-1 1-1,1-1 0,-1 1 0,1-1 0,2 1 0,7 10 25,-6-5-146,0 0-1,0 0 0,0 1 1,5 7-1,9 11 48,-18-22-134,21 3 13,-21-4-76,0-1 0,0 1 0,0-1 0,0 1 0,1-1 0,-1 0-1,0 0 1,0 0 0,0 0 0,0 0 0,1 0 0,2-1 0,17-3-2,0 2 1,0 0-1,0 1 1,0 2-1,31 3 0,-41-1-3,-1 0 0,0 1-1,0 1 1,-1-1-1,1 1 1,-1 1 0,0 0-1,-1 1 1,15 11 0,-12-9 4,4 4-114,-1 1 1,-1 1-1,0 0 1,12 17 0,-9-11-537,32 32 0,-43-47 561,0-1 0,1 0 1,-1-1-1,1 1 0,0-1 1,0 0-1,0-1 0,1 0 0,12 4 1,-14-6 66,0 0 0,0 0 0,0-1 0,-1 0 0,1 0 0,0-1 1,0 1-1,0-1 0,-1-1 0,1 1 0,0-1 0,-1 0 0,1 0 0,8-5 0,9-7-7,0 0-1,-1-2 1,-1-1-1,0 0 1,-1-2-1,-1 0 0,30-40 1,0-6 47,-47 63 4,-18 23-186,-4 39-1244,20-58 1348,-1 0 1,1 0-1,0 0 1,0 0 0,0 0-1,0 0 1,0 0-1,0 1 1,0-1-1,1 0 1,0 2-1,1 8-332,18-11 196,-14-1 241,-1-1 1,0 1-1,0-1 1,1 0-1,-1 0 1,0 0 0,0-1-1,0 0 1,0 0-1,0 0 1,0 0-1,-1-1 1,1 0-1,-1 0 1,6-5 0,0-1 329,0 0 0,-1-1 0,0-1 0,13-19 0,-20 28 420,-4 6-517,-26 65 187,-7 18-183,-81 144 1,92-190-256,0 0-12,-2 0-1,-60 71 1,7-26-5,-80 79 9,155-162 49,2-6 57,1 2-112,0-1 1,-1 0-1,1 0 0,0 0 1,1 0-1,-1 0 0,0 0 1,0 0-1,1 0 0,0 0 1,-1 0-1,1 0 0,0 0 1,0 0-1,0 0 0,0 0 1,0-1-1,0 1 0,1 0 1,-1 0-1,1 0 0,0 0 0,-1 0 1,1 0-1,0 0 0,0 0 1,0 1-1,0-1 0,1 0 1,-1 0-1,0 1 0,3-3 1,7-8 9,1 0 1,0 1 0,17-13-1,-18 15-9,249-174-937,-57 44-2700,-187 127 3156,16-13-2394,1 2 0,54-28 0,-6 18-6567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5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40 7453,'20'-16'1989,"-4"2"1222,-5 5 3646,-11 32-4288,-2 1-1568,-1 0 0,-1 0-1,-8 26 1,2-8-219,-1 3-85,-2-1 1,-2 0-1,-3-1 0,-33 63 1,-110 148 744,74-123-1028,72-106-329,2 0 0,0 1 0,-11 36 0,23-58-94,-1 1 0,1 0 0,0 0 0,1 0 0,-1 0 0,1 0 0,0 0-1,0 0 1,0 1 0,1-1 0,0 0 0,0-1 0,0 1 0,1 0 0,-1 0 0,1 0 0,0-1 0,1 1 0,-1-1 0,1 0 0,0 1 0,0-1 0,0 0 0,0-1-1,1 1 1,0-1 0,-1 1 0,1-1 0,1 0 0,5 3 0,3 1-58,0 0-1,0-1 0,1-1 1,-1 0-1,1-1 1,0 0-1,0-1 0,1-1 1,22 1-1,13-3-2687,91-12-1,-16-9-8767,-77 12-49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6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49 9181,'-1'-1'283,"0"1"1,0-1 0,0 1-1,0-1 1,0 1-1,0 0 1,0 0 0,0 0-1,-1-1 1,1 1 0,0 0-1,0 0 1,0 0-1,0 1 1,0-1 0,0 0-1,0 0 1,0 0-1,0 1 1,0-1 0,0 1-1,0-1 1,0 1-1,0-1 1,0 1 0,0-1-1,0 1 1,0 0-1,1 0 1,-2 1 0,0 1-27,1 0 0,-1-1 0,1 1 0,0 0 0,0 0 0,0 1 0,0 4 0,0-4 69,0 2 192,11 12 65,6 7-263,-15-23-299,0-1 0,0 0 0,0 1 0,0-1 0,0 0 0,1 0 0,-1 0 0,0 0 0,0 0 0,1 0 0,-1-1 0,1 1 0,-1 0 0,1-1 0,-1 1 0,4 0 0,-2-2 60,8-2-46,-7 3-25,0-1 1,-1 0 0,1 0 0,0 0 0,-1-1-1,1 1 1,-1-1 0,0 0 0,1 0 0,3-3-1,3-6-2,-1 0 0,-1-1 0,0 0 0,13-26 0,-8 14-3,-12 22-4,-10-8-33,9 9 32,0 1 0,0-1 1,0 0-1,-1 1 0,1-1 0,0 1 0,-1-1 1,1 1-1,0-1 0,-1 1 0,1-1 0,-1 1 1,1-1-1,-1 1 0,1-1 0,-1 1 1,1 0-1,-1-1 0,1 1 0,-1 0 0,0-1 1,1 1-1,-1 0 0,1 0 0,-1 0 0,0-1 1,-8 5 5,0-1 1,1 1-1,0 0 1,0 1-1,0-1 1,1 2-1,-11 8 0,12-9-5,-16 11 10,1 2 0,1 1 0,1 0-1,1 1 1,0 1 0,2 1 0,-25 42-1,41-62-8,-1 1-1,1-1 0,0 1 0,0 0 0,0-1 0,0 1 0,0-1 1,0 1-1,1-1 0,1 6 0,-2-6 3,0-2-4,0 1 1,0-1-1,0 0 1,0 0-1,0 0 1,0 0-1,0 0 0,0 1 1,0-1-1,0 0 1,0 0-1,0 0 0,0 0 1,0 1-1,0-1 1,0 0-1,0 0 0,0 0 1,0 0-1,0 0 1,1 0-1,-1 1 1,0-1-1,0 0 0,0 0 1,0 0-1,0 0 1,0 0-1,0 0 0,1 0 1,-1 0-1,0 1 1,0-1-1,0 0 0,0 0 1,0 0-1,1 0 1,-1 0-1,0 0 1,0 0-1,0 0 0,0 0 1,0 0-1,1 0 1,-1 0-1,0 0 0,11 2-2,0 0 0,0-1 0,0 0 0,0-1 0,0 0-1,0 0 1,0-2 0,0 1 0,0-1 0,0-1 0,0 0 0,13-6-1,64-16 6,-85 24-4,0 2-7,31 6-16,-34-6 11,0 0 0,1-1 1,-1 1-1,0 0 0,1 0 1,-1-1-1,0 1 1,0 0-1,0 0 0,1 0 1,-1-1-1,0 1 0,0 0 1,0 0-1,-1 0 0,1 0 1,0-1-1,0 1 0,0 0 1,0 0-1,-1 0 0,1 0-25,-1 6-572,0-1 0,-1 1 1,1 0-1,-1 0 0,-1-1 0,1 1 0,-1-1 0,0 0 0,-4 6 1,5-10 309,-3 16-6352,-1-1 500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 5537,'-1'1'114,"0"0"1,1 0 0,-1 0 0,0-1 0,0 1 0,0 0 0,0 0-1,0-1 1,0 1 0,0 0 0,0-1 0,0 1 0,0-1 0,0 1-1,0-1 1,0 1 0,-1-1 0,1 0 0,0 0 0,0 0 0,0 0 0,-1 1-1,1-2 1,-2 1 0,1 0 1267,1 25-366,0 0 0,-2 0-1,-1 0 1,-10 38 0,9-47-845,3-4-49,-2-1 0,1 1 0,-1-1 0,-1 0 0,0 0 0,-1-1 0,-8 14-1,-26 35 3917,38-76-3478,2 15-545,0 1-1,0-1 1,-1 1 0,1-1 0,0 1 0,0-1 0,0 1 0,0-1 0,1 1-1,-1 0 1,0-1 0,1 1 0,-1-1 0,0 1 0,1 0 0,0-1 0,-1 1 0,1 0-1,0-1 1,0 1 0,0 0 0,0 0 0,0 0 0,0 0 0,0 0 0,0 0-1,2-1 1,183-143-2571,-56 61-6882,-111 73 3387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4:56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5529,'-2'5'758,"0"0"0,0-1 1,-1 1-1,0 0 1,0-1-1,0 0 1,-6 6-1,6 23 403,6-31-1105,0 0-38,21 9 190,-21-9-219,25 13-66,-25-14-71,-1 0-47,10 1-35,-1-1 0,1 0 0,0-1-1,-1 0 1,1-1 0,13-3-1,-22 4 270,-1-1 0,0 1 0,0-1 0,1 0 0,-1 1 0,0-1 0,0-1 0,0 1 0,0 0 0,0 0 0,0-1 0,0 1 0,0-1 0,-1 1 0,1-1 0,-1 0 0,1 0 0,-1 0 0,1 0 0,1-3 0,-2 2 268,-11-6 289,7 7-549,1 1 0,-1-1-1,1 1 1,-1 0-1,1 0 1,-1 0-1,0 0 1,0 1 0,1-1-1,-1 1 1,0 0-1,0-1 1,0 1-1,1 1 1,-1-1-1,0 0 1,-4 2 0,3-2-90,1 2-632,-22 13-1026,23-14-108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4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394 370 14273,'-30'-42'10747,"26"40"-9911,0 0-1,0 1 1,1 0-1,-1 0 0,0 0 1,-7-1-1,6 4-704,-1 0 0,0 0 0,1 1 0,0 0-1,-1 0 1,1 0 0,0 0 0,1 1 0,-1 0 0,0 0 0,1 0-1,0 0 1,-4 6 0,3-4-64,-18 20-67,1 2 0,1 1 0,1 1 0,2 0 0,1 1 0,1 1 0,-19 56 0,15-23 0,2 1 0,4 1 0,-7 72 0,17-106 0,2-1 0,1 1 0,2 0 0,1-1 0,1 1 0,2-1 0,12 42 0,-11-56 0,0-1 0,1 0 0,0 0 0,2 0 0,0-1 0,1-1 0,0 0 0,1 0 0,1-1 0,0 0 0,1-1 0,1 0 0,0-1 0,22 14 0,-18-14 0,1-2 0,1 0 0,0-1 0,0 0 0,1-2 0,0-1 0,0 0 0,0-2 0,1 0 0,25 0 0,-33-3 0,0-2 0,0 1 0,0-2 0,0 0 0,0 0 0,0-1 0,-1-1 0,1 0 0,-1-1 0,0-1 0,0 0 0,-1-1 0,0 0 0,0 0 0,0-2 0,16-14 0,-8 1 0,0-1 0,-1 0 0,-1-2 0,-2 0 0,0-1 0,-2-1 0,-1 0 0,-1-1 0,16-55 0,-8 0 0,-3 0 0,8-104 0,-18 115 0,-4-2 0,-2 1 0,-12-85 0,6 115 0,-3 1 0,-1 0 0,-2 0 0,-1 1 0,-3 1 0,-35-69 0,45 99 0,-1 0 0,0 1 0,0 0 0,-1 0 0,-1 0 0,1 1 0,-1 0 0,-1 1 0,1-1 0,-1 2 0,0-1 0,-1 1 0,0 1 0,0 0 0,0 0 0,0 1 0,-1 0 0,0 1 0,0 0 0,0 0 0,0 1 0,0 1 0,-17 0 0,22 1-290,-1 1 1,1 1-1,0-1 1,0 1-1,0 0 1,0 0-1,1 1 0,-1-1 1,0 1-1,1 1 1,0-1-1,0 1 0,0 0 1,-8 8-1,6-5-559,0 0 0,1 0-1,0 0 1,1 1-1,-1-1 1,2 1 0,-9 17-1,9-15-1046,1 0-1,0 0 1,-3 16 0,3 27-9163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5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61 14005,'-2'2'7373,"0"3"-6880,-1-1 1,1 1-1,0 0 1,0 0-1,1 0 0,0 0 1,0 1-1,0-1 1,0 0-1,1 0 0,0 9 1,9 66 967,-3-41-446,15 271 1960,11 77-2958,-32-385-17,1 5 0,0 0 0,1 0 0,-1 0 0,1-1 0,1 1 0,2 7 0,-4-13 0,0 1 0,0-1 0,0 0 0,0 1 0,0-1 0,0 0 0,0 0 0,0 0 0,1 0 0,-1 0 0,0 0 0,0 0 0,1 0 0,-1-1 0,1 1 0,-1 0 0,1-1 0,-1 1 0,1-1 0,-1 1 0,1-1 0,0 0 0,-1 0 0,1 0 0,-1 0 0,1 0 0,0 0 0,-1 0 0,1 0 0,-1-1 0,1 1 0,-1-1 0,1 1 0,-1-1 0,3-1 0,5-2 0,-1 0 0,0-1 0,1 0 0,-2 0 0,1-1 0,-1 0 0,0-1 0,0 1 0,-1-1 0,8-10 0,6-11 0,24-47 0,-30 51 0,61-126 0,-41 81 0,45-71 0,92-91-3125,-72 126-2345,-65 74 164,42-30 1,-28 27-5272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262 285 12477,'-1'0'187,"1"1"0,0 0-1,-1-1 1,1 1 0,-1-1 0,1 1-1,0 0 1,-1 0 0,1-1 0,0 1-1,0 0 1,0 0 0,-1-1 0,1 1-1,0 0 1,0 0 0,0-1 0,0 1-1,0 0 1,1 0 0,-1-1 0,0 2-1,14-11 6841,1-3-4029,2 3-3467,17-7 2158,-2-1 0,35-25 0,-62 39-1582,0-1 0,0-1 0,0 1 0,-1 0 0,0-1 0,0 0 0,0 0 0,-1 0 0,0-1 0,0 1 0,0-1 0,4-11 0,-6 13-108,0 0 0,0 0 0,0-1 0,-1 1 0,1 0 0,-1-1 0,0 1 0,0 0 0,-1 0 0,1-1 0,-1 1 0,0 0 1,0 0-1,0-1 0,-1 1 0,1 0 0,-1 1 0,0-1 0,-4-5 0,3 5 1,0 1 0,0 0 0,0 1 0,0-1 0,0 1 0,-1-1 0,0 1 0,1 0 0,-1 0 0,0 1 0,0-1 0,0 1 0,0 0 0,0 0 0,0 0 0,0 0 0,0 1 0,-1 0 0,1-1 0,0 2 0,-8 0 0,-1 0 0,0 2 0,1-1 0,-1 1 0,1 1 0,0 0 0,-13 7 0,7-1 0,0 1 0,0 0 0,2 1 0,-1 1 0,2 1 0,-24 25 0,18-15 0,2 1 0,0 0 0,-25 49 0,37-60 1,0 0-1,1 0 1,0 1-1,2 0 1,0 0-1,0 0 1,1 0-1,1 1 1,1-1-1,0 1 1,3 26-1,-1-30-5,1 0 0,1-1 0,0 1 0,1-1 1,0 0-1,1 0 0,0 0 0,1 0 0,0-1 0,0 0 0,1 0 0,0-1 0,1 0 0,0 0 0,17 14 0,-4-7-995,0-1 1,1-1 0,0-1 0,1-1 0,1-1-1,-1-1 1,33 9 0,-39-14 69,-1-1-1,1 0 1,0-2 0,0 0-1,0 0 1,0-2 0,0 0-1,0-1 1,0-1 0,0-1-1,32-8 1,-39 7 833,-1-1 1,0 0-1,-1 0 0,1-1 1,-1 0-1,0 0 1,-1-1-1,0 0 0,0-1 1,0 1-1,-1-1 0,0 0 1,0-1-1,-1 0 1,5-10-1,8-20 1197,-2-1 1,14-52-1,-18 55 48,-7 19-253,1-1 1,0 1-1,2 1 1,0 0-1,1 0 1,0 0-1,22-27 1,-30 43-788,0-1 1,0 1-1,1-1 1,-1 1-1,1 0 0,-1 0 1,1 0-1,0 0 1,-1 0-1,1 0 1,0 0-1,0 0 0,-1 0 1,1 1-1,0-1 1,0 1-1,0 0 1,0-1-1,0 1 0,0 0 1,0 0-1,3 1 1,-1 0-8,0 0 0,0 0 0,-1 0 0,1 1 0,-1 0 0,1 0 0,-1 0 0,0 0 0,1 0 0,4 6 0,3 3 97,0 1 0,-1 0-1,0 1 1,12 23 0,-12-20-106,-1 1 0,0 0 0,-2 0 0,0 1 1,-1 0-1,-1 0 0,0 0 0,-2 1 0,0 0 1,-1 0-1,-1-1 0,0 1 0,-2 0 0,0 0 1,-1 0-1,-9 36 0,7-42 123,0 0 0,0 0 0,-1-1-1,-1 0 1,0 0 0,0 0 0,-1-1 0,-1 0 0,0 0 0,-1-1-1,-9 10 1,2-12 154,15-8-367,0 1 0,-1-1 0,1 0 0,-1 0 0,1 0-1,0 0 1,-1 0 0,1 0 0,-1-1 0,1 1 0,0 0 0,-1-1 0,1 1 0,0-1 0,-1 1 0,1-1-1,0 0 1,0 0 0,0 1 0,0-1 0,-1 0 0,1 0 0,0 0 0,1 0 0,-1 0 0,-1-2 0,1 1-2,0-1 1,0 0 0,0 0 0,0 1-1,1-1 1,-1 0 0,1 0-1,0 0 1,0 0 0,0 0 0,0 0-1,1-3 1,2-12-3,1 1 0,1-1 0,9-21 0,-12 34 5,18-47-262,2 1 1,2 1-1,3 2 1,1 0-1,3 2 1,2 1-1,62-66 1,-76 91-555,110-106-4457,-112 111 3717,0 2-1,1 0 0,1 1 1,0 1-1,0 0 0,22-7 1,43-7-9204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6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991 1095 11673,'-4'-2'2452,"1"0"-2028,-10-5 848,1 0-1,-1 1 1,0 1 0,-1 0-1,1 1 1,-1 0-1,0 1 1,-27-3 0,14 8-792,-1 0 0,1 2 0,-1 1 0,1 1 0,1 2 0,-39 15-1,-152 81 422,189-90-834,12-6-35,-149 83-1180,129-70 383,1 2 0,-44 39-1,75-59 658,0 1 0,1-1-1,0 1 1,0 0 0,0 0 0,0 0 0,0 0-1,-3 9 1,32-12-259,4-7 540,0-1-1,0-2 0,55-24 0,31-10 1025,-100 39-1012,0 0 0,0 1 0,0 0 0,1 2 0,22-1 0,-29 3-102,0 0 1,0 1-1,0 0 1,0 0-1,-1 1 1,1 0-1,-1 1 1,0 0-1,0 1 1,0 0-1,12 9 1,4 5 117,-1 2 1,28 31 0,-38-36-162,1-1 1,0-1-1,1 0 0,0 0 1,1-2-1,1 0 1,20 10-1,-28-19-34,0 0 0,0-1-1,0 0 1,0 0 0,0-1-1,1 0 1,-1-1 0,0-1-1,1 1 1,-1-1 0,0-1-1,17-4 1,-7-1-6,0 0 0,-1-2-1,0 0 1,0-1 0,-1 0 0,0-2-1,-1 0 1,0-1 0,-1-1 0,-1 0-1,0-1 1,20-27 0,9-17 3,-3-2 0,40-80-1,296-608-3,-328 648 3,-14 29 31,94-174 130,-127 242 9,7 37 310,-7-17-383,0 1 0,-2-1 1,0 0-1,-1 1 1,0-1-1,-5 22 0,-30 104 326,23-96-324,-136 477 21,140-485-122,1 2 0,-5 62 0,12-81 0,0 0 0,2-1 0,0 1 0,2 0 0,0-1 0,11 36 0,-12-50-14,0 0 0,0-1 0,1 1 0,-1-1 0,1 0 0,1 0 0,-1 0 0,1 0 0,0-1 0,0 1 0,0-1-1,1 0 1,-1 0 0,1-1 0,0 1 0,0-1 0,0 0 0,1 0 0,8 3 0,-6-4-36,0 0-1,0-1 1,-1 0-1,1 0 1,0-1-1,0 0 1,0 0-1,0-1 1,0 0-1,-1 0 1,1-1-1,0 0 1,-1 0-1,11-5 1,2-3-53,1-1 1,-2-1-1,0 0 1,0-1 0,-1-2-1,24-23 1,-3-3-65,49-66 0,-30 23 286,-3-3 0,-4-2 0,-5-2-1,46-124 1,-89 209 39,-1-1-1,0 1 0,-1-1 0,0 0 1,0 0-1,0-8 0,-1 15-138,0-1-1,0 0 1,0 0-1,0 0 1,0 1-1,0-1 0,0 0 1,0 0-1,-1 1 1,1-1-1,0 0 1,-1 0-1,1 1 0,0-1 1,-1 0-1,1 1 1,-1-1-1,1 0 0,-1 1 1,0-2-1,0 2-17,0 0-1,0 0 0,0 0 0,0 0 1,0 0-1,0 0 0,0 0 1,0 0-1,1 0 0,-1 0 1,0 0-1,0 1 0,0-1 0,0 0 1,0 0-1,0 1 0,1-1 1,-1 1-1,0-1 0,0 1 0,1-1 1,-2 2-1,-8 6 0,0 0 0,1 1 0,0 1 0,0-1 0,1 1 0,-11 17 0,-38 75 0,46-83 0,-17 37 51,2 0 0,-21 71 0,35-89-719,2 1-1,2 0 0,2 1 0,-3 58 1,9-79-419,1 1 1,0 0-1,2-1 1,0 0-1,7 24 1,-4-27-953,0 0-1,1 0 1,12 22 0,34 35-9878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6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57 12733,'3'-8'563,"-1"2"109,0 0-1,1 0 1,0 1-1,0-1 0,0 1 1,8-10 7715,-11 19-6869,-1 28-507,-2 0-1,-1 0 1,-1 0-1,-11 31 0,-46 126-532,19-64-471,9-36-7,23-68 0,2 2 0,1 0 0,1 0 0,1 0 0,-4 30 0,9-51 0,1 0 0,0 0 0,0 0 0,0 0 0,0 0 0,1 0 0,-1 0 0,0 0 0,1 0 0,-1 0 0,1 0 0,0 0 0,0-1 0,0 1 0,0 0 0,0 0 0,0-1 0,0 1 0,0-1 0,1 1 0,-1-1 0,1 1 0,-1-1 0,1 0 0,-1 0 0,1 0 0,0 0 0,0 0 0,-1 0 0,1 0 0,0-1 0,0 1 0,0 0 0,0-1 0,0 0 0,0 1 0,0-1 0,2 0 0,9 0 0,0 0 0,-1 0 0,1-1 0,20-5 0,-23 4 0,46-6 0,111-2 0,52 19 0,-116-3 0,-89-5 0,42 2 0,1-2 0,70-9 0,-111 7 0,-1-2 0,1 0 0,-1-1 0,1-1 0,-1 0 0,0-1 0,-1 0 0,0-1 0,0-1 0,0 0 0,-1-1 0,24-21 0,-31 23 1,1 0-1,-2-1 1,1 0 0,-1 0 0,0 0-1,-1-1 1,0 1 0,0-1 0,-1 0-1,0 0 1,0 0 0,-1-1-1,-1 1 1,1-1 0,-1-14 0,-2-13 2,-1 0 1,-12-66 0,7 65-1170,-3-63-1,14 17-6047,2 61-386,11 12-5059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7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188 332 13665,'1'-3'343,"-1"-1"-1,1 0 1,-1 1 0,1-1-1,0 1 1,1-1-1,-1 1 1,1-1 0,-1 1-1,1 0 1,0 0-1,0 0 1,0 0 0,1 0-1,-1 0 1,1 1-1,-1-1 1,1 1-1,0-1 1,0 1 0,0 0-1,0 0 1,1 1-1,3-2 1,22-12 1370,49-15-1,3-2-435,-48 17-796,-1-1 1,0-2 0,-2 0-1,0-2 1,-1-2 0,50-47-1,-77 66 773,-85 32-44,-41 48-1210,67-38 0,-170 120 0,201-138 0,1 1 0,1 1 0,2 1 0,0 1 0,2 1 0,-23 38 0,39-59 0,1 1 0,0 0 0,1 0 0,-1 0 0,1 0 0,1 0 0,-1 0 0,1 0 0,0 1 0,0-1 0,1 1 0,0-1 0,0 1 0,0-1 0,1 0 0,0 1 0,0-1 0,1 0 0,0 0 0,0 1 0,0-1 0,1-1 0,-1 1 0,2 0 0,-1-1 0,0 1 0,1-1 0,0 0 0,1 0 0,-1-1 0,1 1 0,8 5 0,3 2-301,0-1 0,1 0 0,0-2-1,1 0 1,0-1 0,33 10 0,122 23-6784,-159-39 6383,111 18-6864,15-6-4756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7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581 83 13801,'2'-2'410,"0"0"-1,-1-1 1,1 1 0,0-1-1,-1 1 1,0-1-1,0 0 1,0 0 0,0 1-1,0-1 1,1-5-1,3-9 1678,-4 13-103,-13-22 2889,9 28-4670,-1 0 1,1-1-1,0 1 1,0 0-1,0 0 1,0 1-1,0-1 1,1 0-1,-1 1 1,1 0-1,-1 0 1,-1 3 0,-2 1 161,-61 74 642,-109 173 1,87-119-927,44-66-81,-36 73 0,63-106 0,2 1 0,2 0 0,1 1 0,-9 44 0,20-71 0,1-1 0,-1 1 0,2 0 0,-1 0 0,2 0 0,-1 0 0,1-1 0,1 1 0,0 0 0,6 17 0,-6-22 0,1-1 0,-1 0 0,1 1 0,0-1 0,0 0 0,1-1 0,0 1 0,0-1 0,0 1 0,0-1 0,1 0 0,-1-1 0,1 1 0,0-1 0,0 0 0,0 0 0,1 0 0,-1-1 0,0 0 0,1 0 0,6 1 0,4 0 0,-1-1 0,1 0 0,0-2 0,0 0 0,0 0 0,-1-2 0,1 0 0,0 0 0,26-9 0,3-4 0,83-40 0,-11-9 0,-69 36 0,59-25 0,-102 51 0,0 0 0,0 0 0,1 1 0,-1 0 0,1 0 0,-1 0 0,1 1 0,0-1 0,-1 1 0,1 1 0,-1-1 0,1 1 0,-1 0 0,1 0 0,-1 0 0,1 1 0,-1 0 0,0 0 0,0 1 0,0-1 0,0 1 0,0 0 0,6 6 0,6 6 0,-1 1 0,0 1 0,-2 0 0,21 31 0,11 12 0,-21-32 0,1-1 0,2-1 0,0-2 0,2-1 0,49 30 0,-64-44 0,1 0 0,0-2 0,0 0 0,1 0 0,0-2 0,0 0 0,0-1 0,1 0 0,-1-2 0,1 0 0,0-1 0,0-1 0,30-3 0,-39 2 0,-1-1 0,0 0 0,0-1 0,0 0 0,0 0 0,-1-1 0,1 1 0,-1-2 0,0 1 0,0-1 0,0 0 0,6-7 0,-9 9 0,-1-1 0,1-1 0,-1 1 0,0 0 0,0-1 0,-1 0 0,1 1 0,-1-1 0,0 0 0,0 0 0,-1 0 0,0-1 0,1 1 0,-2 0 0,1 0 0,-1-1 0,1 1 0,-2 0 0,0-11 0,-3 0 0,0 1 0,0-1 0,-2 1 0,0 1 0,-1-1 0,0 1 0,-1 0 0,0 0 0,-1 1 0,-1 0 0,0 1 0,-1 0 0,-16-13 0,3 3 0,-2 2 0,0 1 0,-1 1 0,-1 1 0,-47-21 0,43 25-67,0 1 0,-1 1-1,0 2 1,-50-7 0,56 13-797,0 1 0,-29 2 0,33 1-1236,0 2 1,-40 9-1,62-11 1959,0-1-174,0 0 0,-1 0 0,1 0-1,0 0 1,0 1 0,-1-1 0,1 0 0,0 1-1,0-1 1,0 1 0,0-1 0,0 1 0,-1 0 0,1-1-1,0 1 1,0 0 0,1 0 0,-1 0 0,0 0-1,0-1 1,0 1 0,1 0 0,-1 1 0,0-1-1,1 0 1,-1 0 0,1 0 0,-1 0 0,1 0 0,0 1-1,-1 0 1,5 28-10014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8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224 398 11329,'0'0'6871,"-4"0"-4882,-42-3 2192,17 28-1561,23-20-2418,0 2-1,0-1 0,1 1 0,0 0 0,1 0 0,-1 0 1,1 1-1,-5 14 0,-13 21 169,-23 38 70,40-71-397,1 0 1,0 1-1,0-1 1,1 1 0,-3 21-1,5-30-39,1 0 0,0 0 0,0-1 0,0 1 0,0 0 0,0-1 0,0 1 0,0 0 0,1 0 0,-1-1 0,1 1 0,-1 0 0,1-1 0,0 1 0,-1-1 0,1 1 0,0-1 0,0 1 0,0-1 0,0 0 0,0 1 0,1-1 0,-1 0 0,0 0 0,0 0 0,1 0 0,-1 0 0,1 0 0,-1 0 0,1 0 0,-1-1 0,1 1 0,0 0 0,-1-1 0,1 0 0,0 1-1,-1-1 1,1 0 0,0 0 0,2 0 0,4 0 1,0 0 0,1-1 0,-1 0 0,0-1 0,0 1-1,0-1 1,9-4 0,20-11-10,41-24-1,-48 23 11,2 2-1,36-14 1,-62 28-7,1 0-1,0 0 1,0 1 0,0-1 0,0 1 0,0 1-1,0 0 1,0 0 0,0 0 0,0 1 0,0-1 0,0 2-1,0-1 1,0 1 0,10 4 0,-8-1 4,1 1 0,-1-1 1,0 2-1,0-1 0,-1 1 1,0 1-1,0-1 0,10 15 1,-7-12 13,-10-9-13,0 0 1,0-1 0,0 1-1,0 0 1,0 0 0,0 0-1,0 0 1,0 0-1,0 0 1,0 0 0,-1 1-1,1-1 1,-1 0 0,1 0-1,0 3 1,16-11 58,-8 3-11,-1-1 0,0 0 0,0-1-1,8-8 1,-9 8-20,-1 1-1,1 0 1,0 0 0,1 0-1,15-6 1,-17 8-25,0 2 0,0-1 0,0 1 0,0 0 0,0 0 0,1 0 0,-1 1 0,0 0 0,1 1 0,-1-1 0,0 1 0,1 0 0,-1 1 0,0-1 0,0 1 0,6 3 0,5 4 12,0 1-1,0 0 0,27 24 0,-24-19-4,-1-1 0,28 15-1,-40-25-10,0-1 0,0 0 0,1 0 0,-1-1 0,1 1-1,0-2 1,0 1 0,0-1 0,0-1 0,-1 1-1,10-2 1,2-1-3,-1-2-1,1 0 1,-1-2 0,0 0-1,-1 0 1,1-2-1,29-17 1,5-8-5,54-44-1,212-192-27,3-2 99,-317 267-64,13-9-13,1 0-1,0 1 1,21-10 0,-35 20 14,-1 0 1,0 1-1,1-1 0,0 1 1,-1-1-1,1 1 0,0 0 1,-1 1-1,1-1 0,0 1 0,0-1 1,0 1-1,-1 0 0,1 1 1,0-1-1,0 1 0,0-1 1,-1 1-1,1 0 0,0 1 1,-1-1-1,1 1 0,-1-1 1,6 5-1,-7-4 16,0 1 0,1 0 0,-1-1 0,-1 1 0,1 0 0,0 1 0,-1-1 0,0 0 0,0 0 0,0 1 0,0-1 0,0 0 0,0 1 0,-1-1 0,0 1 0,0 3 0,-4 57 332,-9-5-48,-3 0 0,-2-1 0,-40 87 0,-6 21-284,58-151-18,-6 18 0,1 1 0,2 0 0,1 0 0,-4 55 0,11-80 0,1 0 0,1 0 0,-1 0 0,2 0 0,-1 0 0,1 0 0,1 0 0,-1-1 0,8 16 0,-6-18 0,-1 0 0,1 0 0,1-1 0,-1 0 0,1 0 0,0 0 0,0 0 0,0-1 0,0 0 0,1 0 0,0 0 0,0-1 0,0 1 0,10 3 0,2-1-21,1 0 0,0 0 0,0-2 0,0 0 0,0-2 0,1 0 0,-1-1 1,38-3-1,-45 1-47,-1 0 0,1-2 0,-1 1 0,1-1 0,-1-1 0,0 0 0,0 0 0,0-2 0,-1 1 0,0-1 0,0 0 0,0-1 0,-1 0 0,0-1 1,14-15-1,-22 21 56,1 0 0,-1 0 0,0 0 0,1 0 0,-1 0 0,0 0 0,0 0 0,-1 0 0,1-1 1,0 1-1,-1 0 0,0-1 0,1 1 0,-1 0 0,0-1 0,0 1 0,0-1 0,0 1 0,-1 0 1,1-1-1,-1 1 0,1 0 0,-2-3 0,0 1 2,0 0 0,0 0 0,0 0 1,-1 0-1,1 0 0,-1 1 0,0-1 0,0 1 0,0 0 0,-8-6 1,-6-2 16,-1 0 0,0 1 1,-1 1-1,0 0 1,-1 2-1,-37-10 1,28 10-440,0 2 1,0 2-1,0 0 1,-42 3-1,63 0-101,0 1 0,0 0 0,0 1 0,-10 2 0,17-3 370,0-1-1,0 0 1,-1 0 0,1 1-1,0-1 1,0 0 0,0 1-1,0-1 1,0 1-1,0 0 1,0-1 0,0 1-1,0 0 1,0 0 0,1-1-1,-1 1 1,0 0 0,0 0-1,1 0 1,-1 0-1,0 0 1,1 0 0,-1 0-1,1 0 1,0 0 0,-1 0-1,1 0 1,0 0 0,-1 1-1,1-1 1,0 0-1,0 0 1,0 0 0,0 0-1,0 1 1,0-1 0,1 0-1,-1 0 1,1 1-1,12 23-6197,9 0-4086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14337,'-3'4'517,"0"-1"0,-1 0 0,1 0 1,-1 0-1,0 0 0,0 0 0,0-1 0,0 0 0,0 0 0,0 0 0,-7 2 0,-9 4 643,7 0-367,0 1 0,0 1 0,1 0 1,1 0-1,-1 1 0,-14 19 0,2 2 14,-26 45 0,39-56-1561,1 0 0,-14 44 0,12-28-1062,8-28 704,2 0 0,-1 0 0,1 1 1,1-1-1,-1 15 0,1 6-5509,1-9-1893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9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8669,'54'-99'1872,"-31"69"-520,-9 18 508,2 9-1408,8-3-280,-11 18-540,4-3-360,-7 18-328,7 0-880,-14 12-1132,-3 28-1169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29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1 137 9237,'0'-3'2209,"3"-30"1711,-3 30-2274,2 1-188,21-20 1280,-21 19-1405,-1 1-106,16-21 740,-15 21-750,8 9-475,-10-7-719,1 0 0,0 0 0,0 1 0,0-1 0,-1 0 0,1 1-1,0-1 1,0 1 0,-1-1 0,1 1 0,-1-1 0,1 1 0,0-1 0,-1 1 0,1 0 0,-1-1 0,1 1 0,-1 0 0,0 0 0,1-1 0,-1 1 0,0 0 0,1 0 0,-1 0 0,1 10 41,-1-1 0,0 0-1,0 0 1,-1 1 0,0-1 0,-1 0 0,0 0-1,-1 0 1,-5 13 0,2 11-43,5-24-2,0-6 8,35 12-45,-27-16 23,-1-1 1,0 0-1,1 0 0,-1 0 0,0-1 0,0 0 0,0 0 1,0-1-1,11-5 0,1 0 7,19-9-2,-14 6-12,0 1 1,0 1-1,32-7 0,-47 15 2,-1-1 0,0 1 0,1 1 0,-1-1 0,1 1 0,-1 1 0,1 0 0,-1 0 0,1 0 0,-1 1 0,0 0 0,1 0 0,-1 0-1,-1 1 1,13 7 0,47 32 21,74 44-80,-119-76 64,1-1 1,0-1-1,0-1 1,0-1-1,1 0 1,-1-2-1,1-1 0,1 0 1,-1-2-1,0-1 1,0-1-1,0 0 1,32-8-1,-45 7 12,0-1-1,0-1 1,0 0-1,-1 0 0,1-1 1,-1 0-1,0-1 1,-1 0-1,1 0 0,-1-1 1,-1 0-1,1-1 1,-1 1-1,0-1 0,-1-1 1,9-13-1,-4 3 203,-1-2-1,-1 1 1,0-1-1,-2-1 1,0 1-1,5-35 0,-11 53-173,0 0-1,-1 0 1,0 0-1,0 0 1,0 0-1,0 0 0,0 0 1,-1 0-1,1 0 1,-1 0-1,-1-4 0,2 6-21,-1 0-1,0 1 0,1-1 1,-1 0-1,1 0 0,-1 0 1,0 1-1,0-1 0,0 0 1,1 1-1,-1-1 0,0 1 1,0-1-1,0 1 0,0 0 1,0-1-1,0 1 0,0 0 1,0-1-1,0 1 0,0 0 1,0 0-1,0 0 0,0 0 1,0 0-1,0 0 0,0 0 1,0 0-1,0 1 0,0-1 1,0 0-1,0 0 0,0 1 1,1-1-1,-1 1 0,0-1 1,-1 2-1,-11 4 56,0 1 1,1 0-1,0 1 1,1 1-1,0 0 0,-19 20 1,-58 74-144,63-71 99,5-8-34,1 1 0,2 0 0,-29 56 0,42-71 0,0 0 0,0 0 0,1 0 0,0 0 0,1 1 0,0-1 0,1 1 0,0-1 0,1 1 0,0 0 0,0-1 0,1 1 0,0-1 0,1 1 0,4 12 0,0-8-113,0-1-1,2 1 1,-1-1-1,2-1 1,0 1-1,0-1 1,1-1-1,1 0 1,0 0-1,1-1 1,0-1-1,0 0 1,19 11-1,11 4-1058,1-1 1,1-3-1,49 17 0,-44-21-1422,90 20 0,-11-13-4738,-17-4-3655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3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978 1064 7777,'46'-54'11693,"-73"55"-10984,0 1 0,0 2-1,0 0 1,-33 11 0,-105 42 593,129-43-1041,-69 26 168,3 5 1,1 4-1,-167 112 0,257-154-389,1 1-1,0 1 0,-16 18 1,24-25-34,0 1 0,0-1 1,0 0-1,0 1 0,0 0 1,1-1-1,-1 1 1,1 0-1,0 0 0,0 0 1,0 0-1,0 0 0,0 0 1,1 0-1,-1 0 1,1 0-1,0 0 0,0 0 1,1 4-1,-1-6-6,1 0-1,-1 0 1,1 0-1,0 0 1,-1 0-1,1 0 0,0-1 1,0 1-1,0 0 1,0 0-1,0-1 1,0 1-1,0-1 1,0 1-1,0-1 1,0 1-1,0-1 1,0 0-1,0 1 1,0-1-1,0 0 1,2 0-1,29 3-25,-26-3 23,39-2-32,0-2 0,0-2 0,0-1-1,48-16 1,21-3-59,-103 24 84,30-7 18,0 2 0,1 2-1,-1 1 1,55 3 0,-91 1 35,0 1 0,0 0-1,0 0 1,0 1 0,0-1-1,0 1 1,-1 0 0,1 0 0,-1 1-1,1-1 1,-1 1 0,0 0-1,0 0 1,0 1 0,4 3 0,0 4 68,0 0 1,0 0-1,-1 0 1,6 15-1,-9-18-76,0 0 0,0 0-1,0 0 1,1-1-1,0 1 1,0-1-1,1 0 1,0-1 0,0 0-1,1 0 1,0 0-1,13 8 1,-11-10-21,0-1 0,0 0 0,1 0 0,-1-1 0,1-1 0,-1 1 0,1-1 0,0-1 0,0 0 0,13-2 0,3-1 2,-1-1 1,41-13-1,-18 1-19,-1-1 0,-2-3 0,0-1 0,64-42 1,-54 25-16,-1-3 0,84-82 0,75-119-33,-21-15 43,-173 230 19,1-2-18,1 2 0,45-47-1,-63 72 167,-5 8 27,-5 28-14,-3-1 0,-25 62 0,-21 57 114,8 16-77,42-145-185,1 0-1,1 1 1,1 0-1,1 33 1,3-40-5,1 0 0,1 0 0,0 0 0,1-1 0,8 20 0,-10-28-16,2 0-1,-1-1 1,1 1-1,0 0 0,0-1 1,1 0-1,0 0 0,1 0 1,-1-1-1,1 0 1,1 0-1,-1 0 0,1-1 1,0 0-1,0 0 0,0-1 1,1 0-1,-1 0 1,1-1-1,0 1 0,0-2 1,0 1-1,1-1 0,-1-1 1,1 1-1,-1-2 1,1 1-1,8-1 0,4-1-12,0-1 0,-1 0 0,1-2 0,-1 0 0,0-1-1,0-1 1,0-1 0,-1-1 0,0-1 0,27-17 0,-15 5-7,-1-1-1,-1-2 1,-2-1 0,0-1 0,-2-1 0,40-56-1,108-199-46,-163 264 59,79-143-48,130-333 0,-212 476 107,-1 0-1,0-1 1,-1 1-1,-2-1 1,1 0-1,-2 0 1,-1-1 0,0 1-1,-2 0 1,-2-24-1,3 41-20,-1 0 1,1 0-1,-1 0 1,1 0-1,-1 0 1,1 0-1,-1 0 0,0 0 1,0 0-1,0 0 1,0 0-1,0 1 1,-1-1-1,1 1 0,0-1 1,-1 0-1,1 1 1,-1 0-1,0-1 1,1 1-1,-1 0 0,-4-2 1,4 3 17,-1-1 0,0 1 0,1 0-1,-1 0 1,0 0 0,1 0 0,-1 0 0,0 1 0,1-1 0,-1 1 0,0 0 0,1 0 0,-1 0 0,1 0 0,-4 2 0,-6 4 135,0 1 0,1 0 0,0 1 0,0 0 0,-17 20 0,-1 7-148,1 2 0,2 1 0,1 1 0,-28 64 0,-56 183-53,79-194 15,5 1 0,3 0 0,-13 152 0,33-213-426,1 0-1,2 0 1,1 0 0,2 0-1,1 0 1,2-1-1,20 61 1,-18-70-370,2-1-1,0 0 1,1 0 0,1-2 0,1 0-1,0 0 1,2-1 0,0-1-1,1 0 1,1-2 0,29 22-1,44 20-4770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3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874 115 11441,'-91'-75'4385,"86"71"-3866,-1 0-1,1 0 0,-1 0 1,0 0-1,0 1 0,0 0 1,0 1-1,-1-1 1,1 1-1,-1 0 0,1 1 1,-15-2-1,16 3-264,1 0 0,-1 0 0,0 1 0,0 0 0,0-1 0,1 2 0,-1-1 1,0 1-1,1-1 0,0 1 0,-1 0 0,1 1 0,0-1 0,0 1 0,0 0 0,0 0 0,0 0 0,1 1 0,-6 5 0,-7 13 438,0 0 1,1 2-1,1-1 0,-14 35 1,-37 110 777,41-100-1317,-108 268-4,1-5-2111,21 3-4767,94-280 4922,-7 31-2533,16-28-1524,9-2-3330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4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74 10557,'-8'-7'364,"0"2"308,1-1 0,0 0-1,1-1 1,0 1 0,0-1 0,-10-15 2679,20 21-2474,11-2-641,1 1-1,-1 1 1,1 1-1,-1 0 1,1 0-1,0 2 1,-1 0-1,25 7 1,15 1 19,43 2-104,1-3 1,0-5-1,105-9 1,87-22 59,-288 27-211,8-2 7,0 1-1,1 1 0,-1 0 0,13 2 0,-22-2 1,0 0 0,0 1 0,1-1 0,-1 1 0,0-1 0,0 1 0,0 0-1,1 0 1,-1 0 0,0 0 0,0 0 0,-1 0 0,1 1 0,0-1 0,0 1-1,-1-1 1,1 1 0,0 0 0,-1-1 0,0 1 0,1 0 0,-1 0-1,0 0 1,0 0 0,0 0 0,0 0 0,-1 1 0,2 2 0,-1 8 17,-1 1 1,0 0-1,-1 0 1,-1-1-1,0 1 1,0-1-1,-6 17 0,-7 45 12,14-70-24,-1 11-127,0-1 0,1 1 1,1 0-1,0-1 1,2 1-1,-1 0 0,6 17 1,-7-31 83,1 0 0,0 0 0,1 0 0,-1 0 0,0 0 0,0 0 0,1-1 0,-1 1 0,1 0 0,0-1 0,-1 1 0,1-1 0,0 1 0,0-1 0,0 0 0,0 0 1,0 0-1,0 0 0,0 0 0,0-1 0,1 1 0,2 0 0,7 1-47,1 0 1,0-1-1,14-1 1,-20 0 101,0 0 0,-1 0 0,1 1 0,0-1 1,0 2-1,0-1 0,10 4 0,-12-2 10,-1 0 0,1 1 1,-1-1-1,-1 1 0,1 0 0,0 0 0,-1 0 1,0 0-1,4 7 0,23 47 163,-11-19-105,-16-35-83,7 13 35,0-1-1,1 0 1,1-1 0,14 15-1,-22-26-39,0 0 0,0-1 0,1 0 0,-1 1 0,1-1 0,0-1 0,0 1 0,0-1 0,0 0-1,1 0 1,-1 0 0,0-1 0,1 0 0,-1 0 0,1 0 0,-1-1 0,1 0 0,8-1 0,10-2 45,-1-1 1,0-1 0,-1-1-1,1-1 1,-1-1 0,-1-1-1,25-14 1,-12 4 275,-1-2 0,-1-2 0,41-37 0,-71 58-104,-6 3 43,-11 4-87,0 1 0,1 0 1,0 1-1,0 1 0,0 1 0,1-1 1,0 2-1,1 0 0,0 1 0,0 0 1,-18 24-1,28-33-156,-1 1 0,1-1 0,0 1 0,1-1 0,-1 1 0,0 0 0,1 0 0,0-1 1,0 1-1,0 0 0,0 0 0,0 0 0,0 0 0,1 1 0,-1-1 0,1 0 0,0 0 0,0 0 1,1 5-1,0-4-55,0-1 1,0 0 0,1 1 0,0-1-1,-1 0 1,1 0 0,0 0 0,1 0-1,-1-1 1,0 1 0,1-1-1,-1 1 1,1-1 0,5 3 0,7 4-358,0 0 0,1-2-1,0 0 1,0-1 0,30 7 0,14 0-2350,1-3 0,72 2 0,-68-7-1500,25 3-4229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882 178 8733,'7'-27'1184,"-4"16"-31,-1 0-1,1 0 1,-2 0 0,1-15-1,-2 23-918,0 0 0,0 0 0,-1-1 0,1 1-1,-1 0 1,0 0 0,0 0 0,0 0 0,0 0 0,-1 0 0,1 0-1,-1 0 1,1 1 0,-1-1 0,0 0 0,0 1 0,-1 0-1,1-1 1,-5-2 0,3 2-45,0 0 0,-1 1-1,0 0 1,1 0 0,-1 0-1,0 0 1,0 1 0,0 0-1,0 0 1,-1 0 0,1 1-1,-6 0 1,-63 6 941,64-5-1052,-35 8 330,1 2 0,0 2 0,1 1-1,-57 29 1,55-23-424,2 2 0,0 2 0,2 2 0,0 2 0,2 1 1,2 2-1,-42 44 0,70-66-131,0 2 1,1-1 0,0 1-1,1 0 1,0 1 0,1-1 0,0 1-1,-5 19 1,10-30 124,1 0 0,0 0 0,0 0 0,-1 0 0,1 0 0,0 0 0,0 0 0,0 0 0,0 0 0,0 0 0,0 0 0,0 0 0,1 0 0,-1 0 0,0 0 0,0 0 0,1 0 0,-1-1 0,1 1 0,-1 0-1,1 0 1,-1 0 0,1 0 0,0 0 0,0 0 0,1 1-11,0-1 1,0 1-1,0-1 0,1 1 0,-1-1 0,0 0 0,1 0 0,-1 0 0,6 1 0,1 0-33,0-1 0,1 0-1,-1 0 1,1-1 0,12-2-1,49-10-111,-2-4-1,102-37 0,-114 34 129,58-20-25,106-31 217,-212 68-113,1 0 1,0 0-1,-1 1 1,1 0-1,0 1 0,0 0 1,0 1-1,-1 0 0,1 1 1,0 0-1,-1 0 1,1 1-1,-1 0 0,0 0 1,0 1-1,0 1 0,0-1 1,14 12-1,2 4 30,-1 2-1,-1 1 1,0 1-1,23 33 1,5 4 50,-24-30-111,1-2 0,2 0 1,56 40-1,-70-58 3,0-1-1,1-1 0,1 0 0,-1-2 0,1 0 1,0-1-1,1 0 0,0-2 0,-1 0 0,23 1 1,-17-4 9,0-1 0,0-1 0,1-1 0,-2-2 0,1 0 0,0-1 0,-1-2 0,0 0 0,0-2 0,-1 0 1,0-1-1,-1-1 0,0-2 0,30-22 0,-14 5 22,0-2 1,-2-2-1,-1-1 0,-2-1 1,-2-2-1,33-53 1,-52 72-12,0-1 0,-2 0 1,14-43-1,-22 61-22,0 0-1,0-1 1,-1 1 0,1 0 0,-1-1 0,1 1-1,-1-1 1,0 1 0,0 0 0,0-1 0,0 1-1,0-1 1,-1 1 0,1 0 0,-1-1 0,0 1-1,0 0 1,1-1 0,-1 1 0,-1 0 0,1 0 0,0 0-1,0 0 1,-1 0 0,1 0 0,-1 0 0,0 1-1,0-1 1,1 0 0,-1 1 0,0 0 0,0-1-1,0 1 1,-1 0 0,1 0 0,0 0 0,0 0-1,-1 0 1,1 1 0,0-1 0,-1 1 0,-2-1-1,-8-1 8,0 0 0,0 2 0,0-1 0,0 1-1,-25 4 1,14 1-89,1 1 1,1 1-1,-1 0 0,1 2 0,0 1 1,1 0-1,-30 21 0,50-31 79,0 1 1,0 0-1,0-1 0,0 1 1,0 0-1,0 0 0,0-1 0,0 1 1,0 0-1,0 0 0,1 0 1,-1 0-1,0 0 0,1 1 0,-1-1 1,0 0-1,1 0 0,-1 2 1,1-2-1,1-1 0,-1 1 0,1-1 0,-1 0 0,1 1 0,-1-1 0,1 0 0,-1 1 0,1-1 0,-1 0 0,1 1 0,-1-1 1,1 0-1,0 0 0,-1 0 0,1 1 0,-1-1 0,1 0 0,0 0 0,-1 0 0,1 0 0,-1 0 0,1 0 0,1-1 0,46-6-120,66-30 740,-113 36-588,0 0-1,0 0 1,0 1 0,1-1 0,-1 1-1,0-1 1,1 1 0,-1 0 0,0-1 0,1 1-1,-1 0 1,1 0 0,-1 0 0,0 0-1,1 0 1,-1 0 0,0 0 0,1 0-1,-1 1 1,1-1 0,-1 1 0,0-1 0,0 1-1,1-1 1,-1 1 0,0 0 0,0-1-1,0 1 1,0 0 0,1 0 0,-1 0 0,0 0-1,-1 0 1,1 0 0,0 0 0,0 0-1,0 1 1,-1-1 0,1 0 0,0 0-1,-1 1 1,1 1 0,1 4 71,-1 0 1,-1 0-1,1 0 1,-1 0-1,0 0 1,-1 0-1,-1 7 0,-11 54 431,-44 128-1,33-120-436,-17 46-299,-5-1 1,-5-3-1,-5-2 0,-5-2 1,-5-3-1,-138 176 0,159-233 66,-3-3 0,-1-2 0,-57 43 1,77-69 142,-1-2 1,-1-1 0,-1-1 0,-1-1 0,0-2 0,-1-2 0,-47 14 0,73-26 143,0-1 1,0 0 0,0 0 0,0 0-1,0-1 1,0-1 0,0 1 0,-12-3-1,18 2-105,0 1-1,0 0 0,0-1 0,0 0 0,0 1 0,0-1 0,0 0 0,0 0 0,0 0 0,0 0 0,1 0 0,-1-1 0,0 1 1,1-1-1,-1 1 0,1-1 0,-1 1 0,1-1 0,0 0 0,0 1 0,0-1 0,0 0 0,0 0 0,0 0 0,0 0 0,1 0 0,-1 0 1,1 0-1,-1 0 0,1 0 0,0 0 0,0 0 0,0-1 0,0 1 0,0 0 0,1-4 0,2-4 80,-1-1 0,2 1 0,-1 0 0,1 0 0,1 0 0,8-14 0,43-52 280,-43 59-320,87-106 30,5 4-1,225-197 1,-169 188-1357,309-190 0,-200 162-190,518-219 0,-744 358 1345,1 2 0,62-13-1,-104 27 80,-20 15 118,-12 5-177,-2-1 0,1-2-1,-2-1 1,-50 17 0,35-15-918,-59 32 0,87-38 235,0-1 0,2 2 0,-1 1 0,-25 23 0,44-34 695,-1-1-1,1 0 0,0 0 1,0 0-1,0 1 1,0-1-1,0 0 0,0 0 1,0 0-1,0 0 1,0-1-1,0 1 0,0 0 1,1 0-1,-1-1 1,0 1-1,1-1 0,-1 1 1,3 0-1,3-1 28,0-1-1,1 0 0,-1 0 1,12-3-1,2-1 96,18-4 751,63-22 0,-65 19 296,0 1 1,38-7 0,-63 17-821,0 0 0,0 1 0,0 0 0,0 0 0,0 1 1,0 1-1,16 4 0,5 4 249,38 17-1,-40-15-417,51 14-1,-71-23-143,1-1 0,0 0 0,0-1 0,0-1 0,0 0 0,0 0 0,0-1 0,14-3 0,-4-3 116,-1 0 0,1-1 0,-1-2 0,-1 0 0,0-1 1,30-22-1,-33 23 287,-14 8 843,-5 3-828,-4 4-322,0 0-1,0 0 1,1 0 0,0 0 0,0 1-1,0 0 1,1 0 0,0 1-1,0-1 1,0 1 0,-4 13 0,-1 7-1362,-11 53 0,3-6-6253,12-49 1573,9-8-3473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27 11213,'-7'-15'1712,"4"3"1428,-4 30-2487,4 0-441,-1 12-1017,-6 19-703,4-7-2700,6 9-3217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2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10405,'4'-8'553,"10"-13"731,-13 21-1185,-1-1 0,1 0-1,-1 1 1,1-1-1,0 1 1,-1 0-1,1-1 1,-1 1 0,1-1-1,0 1 1,0 0-1,-1-1 1,1 1 0,0 0-1,-1 0 1,1 0-1,0 0 1,0 0-1,-1 0 1,1-1 0,0 2-1,0-1 1,-1 0-1,1 0 1,0 0-1,1 0 1,-2 1 54,1-1 0,0 0 1,0 0-1,-1 0 0,1 0 0,0 0 0,0 0 0,-1 0 0,1 0 1,0 0-1,0 0 0,0 0 0,-1 0 0,1 0 0,0-1 1,-1 1-1,1 0 0,0-1 0,0 1 0,-1-1 0,1 1 1,-1 0-1,2-2 0,-1 2 9,0-1 1,0 0-1,0 0 1,1 1-1,-1-1 1,0 1 0,0-1-1,1 1 1,-1-1-1,0 1 1,1 0-1,-1 0 1,2-1-1,0 1-85,0 0-1,1 0 0,-1 0 1,0 0-1,0 1 1,0-1-1,0 1 1,1 0-1,-1 0 0,0 0 1,0 0-1,0 0 1,-1 1-1,1-1 0,0 1 1,0 0-1,-1 0 1,1 0-1,-1 0 0,0 0 1,0 0-1,0 1 1,0-1-1,0 1 0,0 0 1,0-1-1,-1 1 1,1 0-1,-1 0 1,0 0-1,0 0 0,0 0 1,0 0-1,-1 1 1,1-1-1,-1 0 0,0 5 1,2 17 60,-2 0 1,-1 0-1,0 0 0,-2 0 1,-1-1-1,-14 49 0,-4-5-236,-36 75-1,57-141 94,0 0-1,0-1 1,0 1 0,1 0 0,-1 0-1,1-1 1,-1 1 0,1 0 0,0 0-1,-1 0 1,1 0 0,0 0-1,1-1 1,-1 1 0,0 0 0,0 0-1,1 0 1,-1 0 0,1-1 0,-1 1-1,1 0 1,1 2 0,-1-4 8,0 1 0,0 0 0,0-1 0,0 1 0,0-1 0,0 1 0,0-1 0,0 1 0,0-1 0,0 0 0,0 0 1,0 1-1,1-1 0,-1 0 0,0 0 0,0 0 0,0 0 0,0 0 0,0-1 0,0 1 0,1 0 0,-1 0 0,0-1 0,0 1 0,0-1 0,0 1 0,0-1 0,0 1 1,0-1-1,0 0 0,0 1 0,0-1 0,-1 0 0,2-1 0,22-18 403,-1-2-1,-2 0 1,29-39 0,-23 28 307,36-35 0,-57 63-634,93-84 1365,-81 75-1103,0 1-1,0 1 1,36-18-1,-49 28-285,-1 1-1,1 0 1,-1 0-1,1 1 0,-1-1 1,1 1-1,0 0 0,-1 0 1,1 0-1,-1 1 0,1 0 1,-1 0-1,1 0 1,-1 0-1,1 1 0,-1 0 1,0 0-1,0 0 0,0 0 1,0 1-1,0-1 0,0 1 1,-1 0-1,4 4 1,-4-4-31,0 0 1,-1 0 0,0 0 0,0 0 0,0 1 0,0-1-1,0 1 1,-1-1 0,0 1 0,1 0 0,-1 0 0,0-1-1,-1 1 1,1 0 0,-1 0 0,0 6 0,2 5 8,1 21-383,-1-1 0,-2 1 0,-6 46 0,-23 105-4994,2-24-6318,20-98 916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4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1 440 5509,'3'-1'237,"0"-1"0,0 1 0,0 0 1,0 0-1,0 1 0,1-1 1,-1 1-1,0-1 0,1 1 1,-1 0-1,0 0 0,1 0 1,3 2-1,-3-2 1242,-3 3-1002,0-2-389,0 1 0,0-1 0,0 1-1,-1-1 1,1 1 0,-1 0 0,1-1 0,-1 1 0,0 0 0,0-1 0,0 1-1,0 0 1,0 0 0,0-1 0,-1 4 0,0-3 61,0 1 0,-1-1 1,0 0-1,1 0 0,-1 1 0,0-1 0,0-1 1,-4 4-1,5-4-109,-7 8-377,4 2 4259,4-11-3816,0 0 0,0 1 0,0-1 0,1 0 0,-1 1 1,0-1-1,0 0 0,0 0 0,1 1 0,-1-1 0,0 0 0,0 0 0,1 0 0,-1 0 0,0 1 0,0-1 0,1 0 0,-1 0 1,0 0-1,1 0 0,-1 0 0,0 0 0,1 0 0,-1 0 0,0 1 0,0-1 0,1 0 0,-1 0 0,0-1 0,1 1 0,-1 0 0,0 0 1,1 0-1,-1 0 0,0 0 0,1 0 0,-1 0 0,0 0 0,0-1 0,1 1 0,-1 0 0,0 0 0,0 0 0,1-1 0,-1 1 0,0 0 1,0 0-1,1 0 0,-1-1 0,13-7 80,0-1 0,20-19 0,2 0-42,105-88 228,137-146 0,-257 242-333,19-17 193,-36 35-150,-2 5 43,1 1-95,0 0 0,-1 1 0,1-1 0,-1 1-1,0-1 1,0 1 0,-1-1 0,1 1 0,-1-1 0,0 1 0,-1 6 0,-11 56 181,3-22-99,-18 297 232,27-340-340,-1 35-381,-12 72 1,1-75-419,11-31 108,-25-9-1605,24 6 2119,-1 0 1,1-1-1,-1 1 1,1-1 0,-1 1-1,1-1 1,0 0-1,-1 0 1,1 0-1,0 0 1,0 0 0,0 0-1,0-1 1,0 1-1,0-1 1,-2-1-1,-5-5-690,-6-6-363,4-3-3949,1-5-2537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10221,'0'0'7500,"0"4"-6191,2 24-474,1 0 0,1 1 1,2-1-1,11 33 0,12 61-1557,-27-106 151,-1-1-1,0 1 0,-1-1 0,0 1 0,-1-1 0,-5 21 0,-18 44-7021,17-41-311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5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60 10953,'-33'-18'2260,"13"12"-208,6-3-147,1 0 1331,23 0-2144,0 0-256,17 9-292,27 0-400,-1 6-492,14 0-592,17 3-816,6-6-556,14 0-2933,7 9-4192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0 12181,'0'5'328,"-1"-1"1,-1 0-1,1 1 0,-1-1 0,1 0 1,-1 0-1,0 0 0,-1 0 0,1 0 1,-1-1-1,0 1 0,0-1 0,0 1 1,0-1-1,0 0 0,-1 0 0,-3 2 1,-4 6 431,2 0-1,-1 0 1,1 1 0,1 0 0,0 1 0,-7 16 0,0-1 78,-1 2-187,3 2-1,0 0 1,-8 35-1,4-14-228,-56 233-1344,13-44-7364,49-195 2487,7-2-3481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5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13 287 9673,'-3'-7'698,"1"-1"0,0 1 0,0-1 0,1 1 0,-1-1 0,1-13 1,1 18-520,0 0 0,1 0 1,-1 0-1,0 1 1,1-1-1,0 0 1,0 0-1,0 1 1,0-1-1,0 1 1,0-1-1,1 1 1,-1-1-1,1 1 1,0 0-1,0 0 1,0 0-1,0 0 1,0 0-1,0 0 1,4-2-1,10-4 95,0 2-1,0 0 0,0 1 1,1 0-1,0 1 0,29-2 1,-19 2-123,356-80 838,-264 55-756,-111 27-192,0 0 1,1 0 0,-1 1 0,1 1-1,0-1 1,-1 1 0,11 1-1,-18 0-22,1-1-1,0 1 0,0-1 0,0 1 0,0 0 0,0-1 1,0 1-1,-1 0 0,1 0 0,0 1 0,-1-1 0,1 0 1,-1 0-1,1 1 0,-1-1 0,0 1 0,0-1 1,1 1-1,-1-1 0,0 1 0,0 0 0,0 0 0,-1-1 1,1 1-1,0 0 0,-1 0 0,1 0 0,-1 0 1,0 0-1,0 0 0,1 0 0,-1 0 0,0 0 0,-1 0 1,1 2-1,-4 20 76,0 0 0,-1 0 0,-1-1 0,-15 34 0,-3 15 106,22-66-191,-17 57 57,-15 96 0,33-155-73,1 0 1,-1 0-1,1 0 0,0 0 0,0 0 0,0 0 1,1 0-1,-1 0 0,1 0 0,0-1 1,0 1-1,1 0 0,-1 0 0,1-1 0,0 1 1,4 6-1,-4-8 1,1 1 1,-1-1 0,1 0-1,0 0 1,0 0 0,0 0-1,0 0 1,0 0-1,0-1 1,1 1 0,-1-1-1,1 0 1,-1 0-1,1-1 1,4 1 0,6 0-6,0-1 0,0 0 1,0-1-1,0-1 0,0-1 1,-1 0-1,1 0 0,13-6 1,14-6 25,1 3 0,1 1 1,46-5-1,-65 14 31,0 0 0,0 2 0,0 0 0,0 2 0,0 0 0,0 2 0,28 8 0,31 13-5,-9-2-4,112 20 1,-164-39-36,0-2-1,0 0 0,0-2 1,0 0-1,0-1 0,0-2 1,0 0-1,-1-1 0,40-13 1,-52 13 85,-1 0 1,1-1-1,-1 0 1,0-1 0,0 0-1,-1 0 1,0 0-1,0-1 1,10-12 0,-6 6 388,-11 12-415,0 0 1,0 0-1,0 0 1,0 0-1,0 0 1,0 0-1,-1 0 1,1 0-1,-1-1 1,1 1-1,0 1 1,-1-1-1,0 0 1,1 0-1,-1 0 1,1 0-1,-1 0 1,0 0-1,-1-1 1,1 2 55,0-2-55,0 0 0,-1 1 0,1-1 0,-1 1 1,0-1-1,1 1 0,-1-1 0,0 1 0,0 0 0,0 0 0,0 0 0,0 0 0,0 0 0,0 0 1,0 1-1,0-1 0,0 1 0,-1-1 0,1 1 0,0 0 0,0 0 0,0 0 0,-1 0 0,1 0 0,0 1 1,0-1-1,0 1 0,-1-1 0,1 1 0,-2 1 0,-4 1 101,1 0 1,-1 0-1,1 1 0,0 0 0,0 1 1,0 0-1,-7 7 0,6-5-22,0 2 0,0-1 0,1 1 0,0 0 0,1 0 0,0 1 0,0 0 1,1 0-1,1 1 0,-1-1 0,2 1 0,-1 0 0,2 0 0,-3 18 0,4-21-186,0 0 0,1 0 0,1 0 0,-1 0 0,1 0 0,0 0 0,1 0 0,0 0 0,0 0 0,1-1 0,0 1 0,0-1 0,1 0 0,0 0 0,0 0 0,0 0 0,1-1 0,0 0 0,1 1 0,-1-2 0,10 8-1,4 1-670,1-1-1,0 0 1,1-2-1,0 0 0,0-2 1,44 13-1,146 23-9235,-191-41 8406,98 16-9867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6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1029 10321,'5'-3'412,"-1"-1"0,1 1 0,-1-1 0,0 1 0,0-1-1,0-1 1,-1 1 0,1 0 0,-1-1 0,0 0 0,0 1 0,-1-1 0,0 0 0,1-1 0,1-9 0,6-9 1611,2 0 0,22-36 1,-9 17-191,57-90 1020,126-155 0,-114 163-2306,69-94 731,-161 216-1258,-1 1 0,1-1 0,0 1 0,-1 0 0,1 0 0,0 0 0,0 0 0,1 0 0,-1 0 0,0 0 0,1 1 0,-1-1 0,1 1 0,-1 0 0,1 0 0,-1 0 0,6-2 0,-7 3-17,0 1 0,0-1 0,0 0-1,-1 0 1,1 1 0,0-1 0,0 1 0,-1-1 0,1 0-1,0 1 1,-1-1 0,1 1 0,-1 0 0,1-1-1,0 1 1,-1-1 0,1 1 0,-1 0 0,0 0 0,1 0-1,8 30 0,-3 18-2,-1 78 0,0 1 0,52 232 0,-5-57 0,-49-282 0,-1 0 0,-1 0 0,-1 1 0,-1-1 0,-1 0 0,-5 28 0,5-42 0,0-1 0,0 1 0,-1-1 0,1 1 0,-1-1 0,-1 0 0,1 0 0,-1 0 0,0 0 0,-1-1 0,1 1 0,-1-1 0,0 0 0,0-1 0,-1 1 0,1-1 0,-1 0 0,0-1 0,0 1 0,0-1 0,-1 0 0,-10 3 0,9-3 0,0-1 0,0 0 0,0 0 0,0 0 0,0-1 0,0-1 0,0 1 0,-1-1 0,1-1 0,0 1 0,0-1 0,0-1 0,0 0 0,0 0 0,0 0 0,0-1 0,-10-5 0,17 7-10,0 1 0,0-1 0,0 0 1,0 1-1,0-1 0,0 0 0,0 0 0,1 0 0,-1 1 1,0-1-1,0 0 0,1 0 0,-1 0 0,1 0 0,-1 0 1,1-1-1,-1 1 0,1 0 0,-1 0 0,1 0 0,0 0 0,0 0 1,0-1-1,0 1 0,-1 0 0,2 0 0,-1 0 0,0-1 1,0 1-1,0 0 0,0 0 0,1 0 0,-1 0 0,1 0 1,-1-1-1,2 0 0,0-2-132,1 0-1,0 0 1,0 0-1,1 0 1,-1 1 0,1-1-1,-1 1 1,8-5 0,10-3-395,1 0 0,0 1 0,0 1 0,28-7 0,-38 12 365,101-27-1879,170-24 1,-163 35 1097,171-26-831,165-32 743,-418 69 1319,-1-2 0,-1-1 0,0-2 1,38-20-1,-73 33-224,1 0-1,-1 1 1,1-1 0,-1-1 0,0 1 0,1 0 0,-1 0 0,0 0 0,0-1 0,0 1-1,0-1 1,0 1 0,0-1 0,0 1 0,0-1 0,-1 1 0,1-1 0,-1 0 0,1 1 0,-1-1-1,1 0 1,-1 0 0,0 1 0,0-1 0,0 0 0,0 0 0,0 1 0,0-1 0,-1 0-1,1 1 1,-1-1 0,1 0 0,-1 0 0,1 1 0,-1-1 0,0 1 0,0-1 0,0 1-1,0-1 1,0 1 0,0 0 0,0-1 0,0 1 0,-1 0 0,1 0 0,0 0 0,-4-2 0,1 0 37,-1 1 0,1 0 0,-1 0 0,0 0 0,1 1 0,-1-1 0,0 1 1,-6 0-1,-4-2 76,-5 0 54,0 0 0,0 2 1,-1 0-1,1 1 0,-28 4 0,36-4-211,-1 2 0,1 0 0,-1 0 0,1 1-1,0 0 1,0 1 0,0 1 0,1 0-1,0 0 1,0 1 0,0 1 0,0 0 0,1 0-1,0 1 1,1 0 0,0 1 0,-11 13-1,13-13-208,1-2-37,1 0 0,0 0 0,0 1 0,-7 16-1,11-23 218,0 0 0,1 1 0,-1-1 0,1 0 0,0 0 0,0 1 0,-1-1 0,1 0 0,0 1 0,0-1 0,0 0-1,0 1 1,0-1 0,1 0 0,-1 1 0,0-1 0,0 0 0,1 1 0,-1-1 0,1 0 0,0 0 0,-1 1 0,1-1-1,0 0 1,-1 0 0,1 0 0,0 0 0,0 0 0,0 0 0,0 0 0,0 0 0,0-1 0,0 1 0,1 0 0,-1 0-1,0-1 1,0 1 0,0-1 0,1 1 0,-1-1 0,2 1 0,16 2 35,0 0 1,1-2-1,-1 0 0,0-1 0,0-1 1,34-5-1,3 0 681,-30 5 209,0 0 0,52 6 0,-69-3-691,0 0-1,0 0 1,0 0-1,0 1 1,0 1-1,-1 0 1,1 0-1,-1 0 1,0 1-1,0 0 1,9 8-1,-13-8-103,1 0 0,-1 0 0,0 0 0,0 0 0,0 1-1,-1 0 1,0-1 0,0 1 0,3 9 0,12 60-166,-4-15-1190,-9-44 113,1 0 0,0-1 1,1 0-1,17 27 0,-17-32-973,1 0 0,0 0 0,1-1 0,11 10 0,13 8-9312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7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54 9873,'0'0'57,"0"0"-1,1-1 1,-1 1 0,0 0 0,0 0-1,0 0 1,1 0 0,-1-1-1,0 1 1,0 0 0,0 0 0,0 0-1,0-1 1,1 1 0,-1 0 0,0 0-1,0-1 1,0 1 0,0 0-1,0 0 1,0-1 0,0 1 0,0 0-1,0 0 1,0-1 0,0 1-1,0 0 1,0 0 0,0-1 0,0 1-1,0 0 1,0 0 0,0-1 0,0 1-1,-1 0 1,1 0 0,0 0-1,0-1 1,0 1 0,0 0 0,0 0-1,-1 0 1,1-1 0,0 1 0,0 0-1,0 0 1,-1 0 0,1 0-1,0 0 1,0 0 0,0-1 0,-1 1-1,1 0 1,-1 0 0,-16 3 2251,9-1 4088,-5-9-3449,13 7-2876,-1-1 0,1 1-1,0 0 1,-1 0 0,1-1 0,-1 1-1,1 0 1,0-1 0,-1 1 0,1 0-1,0-1 1,-1 1 0,1 0 0,0-1-1,0 1 1,-1-1 0,1 1 0,0-1-1,0 1 1,0 0 0,-1-1 0,1 1-1,0-1 1,0 1 0,0-1 0,0 1-1,0-1 1,0 1 0,0-1 0,0 1-1,0-1 1,0 1 0,0-1 0,1 1-1,-1-1 1,0 1 0,0-1 0,0 1-1,1-1 1,-1 1 0,0 0 0,0-1-1,1 1 1,-1 0 0,0-1 0,1 1-1,-1-1 1,0 1 0,1 0 0,-1 0-1,1-1 1,-1 1 0,1 0 0,-1 0-1,0 0 1,1-1 0,-1 1 0,1 0-1,-1 0 1,1 0 0,-1 0-1,1 0 1,-1 0 0,2 0 0,1-1 25,1 0 0,-1 0-1,1 1 1,-1-1 0,1 1 0,-1 0 0,6 0 0,-4 1-51,-1 1 0,0 0 0,0 0 1,0 0-1,0 0 0,0 0 0,-1 1 0,1 0 0,-1 0 0,0 0 1,1 0-1,-1 0 0,-1 0 0,1 1 0,0 0 0,-1-1 0,0 1 0,0 0 1,3 8-1,2 6 7,-2 0 0,0 1 0,3 23 0,-6-32-20,2 25-40,-1 0-1,-1 1 1,-2-1 0,-2 0-1,-8 47 1,9-78-12,2-3-11,0 0 36,1 1 0,-1-1 0,0 0 0,0 1 0,1-1 0,-1 0-1,0 0 1,1 0 0,-1 0 0,1-1 0,-1 1 0,4 1 0,-2-4-9,1 0 0,-1-1 0,1 1 0,-1-1 0,0 1 0,0-1 0,5-5 0,7-7-6,22-12-2,1 1 0,2 2 1,0 1-1,1 3 0,70-25 0,-96 40 5,0 0 0,0 1 0,1 1 0,-1 0 0,1 1 1,0 1-1,-1 1 0,1 0 0,0 1 0,19 3 0,-27-2 4,1 0 0,-1 1 0,0-1 0,-1 2 0,1-1 1,0 1-1,-1 0 0,0 1 0,0-1 0,0 2 0,-1-1 0,1 1 0,-1-1 0,-1 2 0,1-1 0,-1 1 0,0 0 0,0 0 0,-1 0 0,5 12 0,-8-17 6,0 1 0,0-1 0,0 0-1,0 0 1,0 0 0,1 0 0,-1 0 0,1-1-1,-1 1 1,1 0 0,0-1 0,0 1-1,-1-1 1,1 1 0,4 1 0,-5-3-1,1 1 0,0-1 1,-1 0-1,1 0 1,0 0-1,0 0 1,-1 0-1,1 0 0,0 0 1,-1-1-1,1 1 1,0 0-1,-1-1 1,1 1-1,0-1 0,-1 0 1,1 0-1,-1 0 1,1 1-1,-1-1 1,1-1-1,1 0 0,137-99 114,-114 84-50,0 2-1,1 1 1,48-18-1,-67 30-65,1 0-1,0 0 1,0 0 0,0 1-1,0 1 1,0-1 0,0 2 0,0-1-1,1 1 1,-1 0 0,-1 1-1,1 0 1,0 1 0,0-1-1,-1 2 1,1-1 0,-1 1 0,8 6-1,11 7 5,-1 2-1,0 1 1,37 38-1,-63-57-3,9 7 8,0 0 1,0 0-1,1-1 1,0 0-1,0-1 0,0 0 1,18 6-1,-21-9-10,1-1 1,0 0-1,0 0 0,0-1 0,-1 0 0,1-1 0,0 0 0,0 0 1,0 0-1,0-1 0,0 0 0,13-5 0,-2 0 4,0-1 0,0 0 0,-1-2 0,0 0 0,-1-1 0,23-18 0,-14 7-8,-1-1 0,-1-1 0,26-33 0,-45 50-14,136-177 1292,-141 183-1269,0-1 1,0 1 0,0-1 0,0 1 0,0 0 0,0-1-1,0 1 1,-1-1 0,1 1 0,0-1 0,0 1 0,0 0-1,0-1 1,-1 1 0,1 0 0,0-1 0,0 1 0,0-1 0,-1 1-1,1 0 1,0 0 0,-1-1 0,1 1 0,0 0 0,-1-1-1,1 1 1,0 0 0,-1 0 0,1 0 0,-1 0 0,1-1-1,0 1 1,-1 0 0,1 0 0,-1 0 0,0 0 0,-16-4-15,9 8 11,0 0 0,0 0 0,0 1 0,1 0 0,-1 0 0,1 0 0,0 1 0,1 1 0,-9 9 0,11-13 0,-11 13 0,0-1 0,1 2 0,0 0 0,2 1 0,0 0 0,-10 20 0,19-31 0,0-1 0,1 0 0,0 1 0,0 0 0,0 0 0,1-1 0,0 1 0,0 0 0,1 0 0,-1 0 0,2 0 0,-1 0 0,1 0 0,0 0 0,0 0 0,1 0 0,0-1 0,0 1 0,1-1 0,0 1 0,0-1 0,6 9 0,2 0 4,2-1 0,-1 0 0,2-1 0,-1 0 0,2-1 0,0-1 0,0 0 0,1-1 0,28 13 0,11 2-1072,93 28-1,95 6-4803,-78-30-887,-109-20 3121,58 10-7779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0 12053,'-1'4'2426,"-47"168"10261,22-78-10362,12-40-1452,-58 190 1530,-1-42-2403,-69 234 0,130-381-673,2 0-1,-3 63 1,11-84-1160,2-1 0,1 1 0,2 0-1,12 60 1,-11-81-520,0 0-1,10 25 0,23 23-9182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6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46 12793,'-55'-18'2177,"54"17"-1973,-1 1 0,1-1 0,-1 0 0,1 0-1,-1 0 1,1 0 0,-1 0 0,1 0 0,0 0 0,0-1 0,-1 1 0,1 0-1,0-1 1,0 1 0,1-1 0,-5-8 5272,21 25-3818,7 6-1202,96 93 830,-103-97-1293,-1 1 1,0 1 0,-2 1-1,0 0 1,10 23-1,-21-40-5,-1 1 0,1 0 0,-1-1 0,0 1 0,0 0 0,0 0 0,0 0 0,-1 0 0,1 0-1,-1 0 1,0 0 0,0 0 0,-1 0 0,1 0 0,-1 0 0,0 0 0,-1 4 0,-1-3-10,1-1 0,-1 1 0,0-1 0,0 0 0,0 0 0,0 0 0,-1 0 0,1 0 0,-1-1-1,0 1 1,-7 4 0,-7 2-114,1-1-1,-2-1 1,1 0-1,-1-1 0,-34 7 1,12-5-649,0-2 1,-1-1 0,-59-1-1,3-8-10138,77 1 2200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7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13573,'3'-2'327,"1"0"1,-1 0-1,1 0 0,0 0 0,0 0 0,0 1 1,0 0-1,0-1 0,0 2 0,0-1 0,0 0 0,0 1 1,0 0-1,0 0 0,1 0 0,-1 0 0,0 1 1,0 0-1,0-1 0,5 3 0,6 1 168,0 1 0,-1 1 1,26 13-1,-26-11-329,-1 1 0,0 0 0,0 1 0,-1 0 0,-1 1 0,0 0 0,0 1 0,15 22 0,-10-9-2,-2-1 1,-1 2-1,18 48 1,-28-66-137,-1 1-1,-1-1 1,0 1-1,0 0 1,-1-1-1,0 1 1,0 0 0,-3 17-1,-1 17 45,13-60-231,-2 6-104,8-20-260,43-78-2904,-46 88 609,2-1 1,30-34-1,5 7-6270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1151 8709,'50'-8'2465,"-35"7"-1476,-1-2 0,26-6 0,105-28 2475,45-15-2049,-170 45-1280,0-1 0,-1-1 0,0-1 0,0 0 0,-1-2 0,32-25 0,-46 33-69,1-1 0,-1 0 1,0 1-1,0-1 0,-1-1 0,1 1 0,-1 0 0,0-1 0,-1 0 0,1 1 0,-1-1 1,-1 0-1,1 0 0,-1-1 0,1-8 0,-1 12-27,-1 0 0,-1 0-1,1 0 1,0-1 0,-1 1 0,1 0 0,-1 0 0,0 0-1,0 0 1,0 0 0,-1 0 0,1 0 0,-1 0 0,0 0-1,1 1 1,-1-1 0,0 1 0,-1-1 0,1 1-1,0 0 1,-1 0 0,1 0 0,-1 0 0,0 0 0,1 1-1,-1-1 1,0 1 0,0-1 0,0 1 0,0 0 0,-5 0-1,3-1 35,-1 1 0,0 0 0,0 1 0,0 0-1,0-1 1,0 2 0,1-1 0,-1 1-1,0 0 1,0 0 0,0 1 0,1-1 0,-1 1-1,1 1 1,-11 5 0,2 0 106,0 2-1,0 0 1,1 0 0,-17 18 0,14-11-9,0 1 1,1 0-1,2 0 1,-1 2-1,2-1 1,1 2-1,0 0 1,-13 40-1,20-49-123,1-1-1,1 1 1,0-1 0,1 1-1,0 0 1,1-1 0,0 1-1,2 17 1,0-20-35,0-1-1,0 0 1,1 0 0,0 0 0,0 0-1,1 0 1,0 0 0,1-1-1,-1 0 1,1 0 0,1 0 0,10 10-1,2-1-152,0-1 0,2-1 0,0-1 0,0-1 0,1-1-1,1 0 1,0-2 0,0 0 0,47 11 0,-30-12-59,2-1 1,-1-2-1,0-1 1,1-2-1,45-5 1,-41 0 102,-1-3 1,0-2-1,0-1 1,-1-3 0,52-20-1,-76 25 77,-1-2 0,-1 1 0,1-2 0,-2 0 1,1-1-1,-1-1 0,-1 0 0,0-2 0,-1 1 0,0-2 0,-1 0 0,-1 0 0,-1-1 0,13-22 0,-21 32 20,0-1-1,0 1 1,-1-1-1,3-10 0,-5 16 3,0 0-1,1-1 1,-1 1-1,0 0 1,0-1-1,0 1 1,0 0-1,0-1 1,0 1-1,0 0 1,0-1-1,-1 1 1,1 0-1,0-1 1,-1 1-1,1 0 1,-1 0-1,0-1 1,1 1-1,-1 0 1,0 0-1,0 0 1,1 0-1,-1 0 1,0 0-1,0 0 1,0 0-1,-1 0 1,0 0-1,-5-1 4,1 1 0,-1 0 0,1 1 0,-1-1 0,1 2 0,-1-1 0,0 0 0,1 1 0,-7 2 0,6-2 1,-15 3 13,1 2 0,0 0 0,0 1-1,-36 17 1,-72 48 32,106-57-39,0 1-1,1 0 1,1 2-1,1 1 1,0 0-1,1 1 0,-20 29 1,38-47-8,-1 0 1,1 0 0,0 0-1,-1 0 1,1 0-1,0 0 1,0 0 0,0 0-1,0 1 1,1-1-1,-1 0 1,1 1 0,-1-1-1,1 1 1,0-1 0,0 0-1,0 1 1,0-1-1,1 1 1,-1-1 0,0 0-1,1 1 1,0-1-1,-1 0 1,1 0 0,0 1-1,2 1 1,-1-2-15,0 1-1,0-1 1,0 0 0,1 0 0,-1 0-1,1-1 1,-1 1 0,1-1 0,0 1-1,0-1 1,0 0 0,0 0 0,0 0-1,0 0 1,0-1 0,0 1 0,0-1 0,0 0-1,0 0 1,5 0 0,13-1-31,-1-2 1,0 0-1,0 0 1,0-2-1,-1-1 0,1 0 1,-1-2-1,22-11 1,-14 4 18,-2-1-1,0-1 1,0-1 0,-2-2 0,22-22 0,-6-1 13,-2-1 0,-1-2 0,-3-2 0,-2-1 0,34-73 0,60-160 88,93-321 0,-201 547 192,-16 50-47,-4 10 25,-22 61 493,-33 199 794,43-182-1252,-6 25 26,4 1-1,-3 165 1,21-229-346,1-1 0,3 1 1,16 67-1,-13-81-115,1-1 0,2-1 0,1 0 0,1 0 0,1-1 0,18 25 0,-24-41 57,0-1 0,0 0 0,1 0 0,0-1 0,1 0 0,0 0 0,0-1 0,1-1 0,0 0 0,0 0 0,1-1 0,0-1 0,0 0-1,0 0 1,17 3 0,-18-6 54,0 0 0,0-1 0,0 0-1,0-1 1,0 0 0,0-1-1,0 0 1,0-1 0,0 0 0,-1-1-1,1 0 1,-1-1 0,1 0 0,-1 0-1,0-1 1,-1 0 0,1-1-1,11-9 1,0-2 4,-2-1 0,0-1 0,-1-1 0,0-1 0,15-25-1,63-118 1195,-59 72 557,-36 89-404,-5 7-978,-4 3-321,1 0 0,0 0 0,1 1 0,0 0 0,0 1 0,0-1 1,1 1-1,1 0 0,-1 0 0,2 1 0,-1-1 0,1 1 0,-3 18 0,-11 78-2751,0-1-4901,12-69 1899,10 0-3188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7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9929,'10'-15'3612,"-17"27"-3220,-3 3-680,24 6-688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1 12085,'-30'1'2338,"24"-2"-1748,0 1 0,0 0 0,0 0 0,0 1 0,0 0 0,0 0 0,0 0 0,0 1 0,-8 3 0,-5 6 144,1 1 0,1 0 0,0 2-1,1 0 1,0 0 0,-21 27 0,15-14-263,1 1-1,1 2 1,-20 40 0,31-53-413,1 0 1,1 1 0,1 0 0,0 1 0,1-1 0,1 1 0,-3 37 0,7-43-276,0 0 0,1 0 0,1 0 0,0 0 1,0 0-1,2 0 0,-1 0 0,2-1 0,-1 0 0,2 0 1,0 0-1,11 17 0,-11-20-52,1-2 1,0 1-1,0-1 0,0 0 0,1-1 1,0 1-1,0-2 0,0 1 1,1-1-1,0 0 0,0-1 0,1 0 1,-1-1-1,1 0 0,-1 0 1,1-1-1,17 2 0,-3-2-138,0 0 0,0-2-1,0-1 1,0-1 0,0-1 0,33-9 0,-19 1 377,-1-2 1,-1-1 0,0-2-1,-1-2 1,-1-1 0,-1-2 0,0-1-1,-2-1 1,-1-2 0,41-42-1,4-14 1463,-4-4-1,87-134 0,-128 169-37,-29 48-476,-3 4-13,-8 8-663,0 0 0,1 1 1,0 0-1,1 0 1,0 1-1,1 0 1,0 1-1,-5 13 0,-5 18-232,-12 54-1,7-22-713,-34 106-2713,28-92 100,-1 9-5379,21-64 1096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8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10 164 10505,'-3'-7'542,"1"-1"0,1 1 0,-1-1 0,1 0 0,1 0 1,0 1-1,0-1 0,1-13 0,0 17-312,0 1 1,0-1-1,0 1 0,0 0 1,1-1-1,-1 1 0,1 0 1,0 0-1,0 0 0,0 0 1,0 0-1,1 1 0,-1-1 1,1 1-1,-1-1 0,1 1 1,0 0-1,0 0 1,0 0-1,0 0 0,0 1 1,4-2-1,7-2 58,-1 2 1,1-1-1,-1 2 0,1 0 1,0 0-1,0 1 0,27 2 1,-15 2-27,1 0 1,0 2 0,31 9 0,-45-10-199,0 1 1,0 0 0,0 1-1,-1 0 1,0 1 0,0 0 0,0 1-1,-1 0 1,-1 1 0,1 0 0,15 19-1,-21-22-103,0 1 0,-1-1-1,0 2 1,0-1-1,0 0 1,-1 1 0,0-1-1,-1 1 1,1 0 0,-2 0-1,1 0 1,-1 0-1,0 0 1,-1 0 0,0 1-1,0-1 1,-1 0 0,0 0-1,0 0 1,-5 16 0,2-13-486,0 0 0,0-1 1,-1 1-1,-1-1 0,-7 12 1,-21 22-7113,27-35 5246,-5 8-5439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186 354 12141,'-73'19'3273,"49"-14"-978,19-4-1838,0 0 0,0 0-1,0 1 1,1-1 0,-1 1 0,1 0 0,-1 1-1,1-1 1,0 1 0,0 0 0,0 0 0,0 0-1,1 1 1,-1-1 0,1 1 0,0 0 0,0 0-1,-5 7 1,7-8-334,0 1-1,0-1 1,0 0 0,0 1-1,0-1 1,1 1-1,0-1 1,-1 1 0,1-1-1,0 1 1,1-1-1,-1 1 1,1-1-1,-1 1 1,1-1 0,0 0-1,0 1 1,1-1-1,-1 0 1,1 0 0,-1 0-1,1 0 1,0 0-1,0 0 1,1 0-1,4 4 1,-2-2-62,1 0 0,0-1 0,0 0 1,0 0-1,1 0 0,-1-1 0,1 1 0,0-2 0,0 1 1,0-1-1,0 0 0,1 0 0,-1-1 0,0 0 0,1-1 0,-1 1 1,1-1-1,-1-1 0,9-1 0,-6 1-45,0 0 0,-1-1 0,1-1 0,-1 1 0,1-1 0,-1-1 0,0 0 0,0 0 0,-1-1-1,1 0 1,-1 0 0,0-1 0,-1 0 0,8-8 0,-4 1-11,-1 0 0,-1-1 0,0 0-1,-1-1 1,0 0 0,-1 0 0,-1 0 0,-1-1 0,0 0-1,-1 0 1,4-24 0,-7 27-14,1-1 0,-2 1 0,0 0-1,0-1 1,-1 1 0,-1 0 0,-1 0 0,1 0 0,-2 0 0,0 0-1,0 0 1,-1 1 0,-1 0 0,-11-18 0,6 13-46,7 10-193,0 1 0,0 0 0,0-1 1,-1 2-1,0-1 0,0 1 0,0-1 0,-1 1 0,1 1 1,-1-1-1,-10-5 0,15 10-14,-1-1-1,1 0 1,-1 1 0,1-1 0,-1 1-1,0 0 1,1-1 0,-1 1-1,1 0 1,-1 0 0,0 0 0,-1 0-1,2 1 50,1-1 0,-1 0 0,0 1 0,0-1 0,0 1 0,1-1 0,-1 1 0,0 0-1,1-1 1,-1 1 0,1 0 0,-1-1 0,1 1 0,-1 0 0,1-1 0,-1 1 0,1 0 0,-1 0-1,1 0 1,0 0 0,0-1 0,-1 1 0,1 0 0,0 0 0,0 1 0,2 22-5924,7 13-3844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39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0 324 11609,'6'-40'2098,"-5"32"-194,-1 5-233,0-5-1382,1-10 2690,0 18-2919,-1 0 0,1-1 0,-1 1-1,1 0 1,-1-1 0,1 1 0,-1 0 0,1-1 0,-1 1-1,1 0 1,-1 0 0,1 0 0,-1 0 0,1-1 0,-1 1-1,1 0 1,0 0 0,-1 0 0,1 0 0,-1 0 0,1 1-1,-1-1 1,1 0 0,0 0 0,-1 0 0,1 0 0,-1 0-1,1 1 1,-1-1 0,1 0 0,0 1 0,3 1 12,-1 0-1,1 0 1,0 0 0,-1 0 0,1 1 0,-1 0 0,0-1-1,0 1 1,0 1 0,0-1 0,0 0 0,-1 1 0,3 3-1,25 54 69,-19-35-53,-8-20-111,0 1 1,0-1 0,1 0-1,0 0 1,0 0-1,0 0 1,8 6-1,-10-11 19,0 1-1,0-1 0,0 1 1,0-1-1,0 0 0,1 0 1,-1 0-1,0 0 0,1-1 1,-1 1-1,1 0 0,-1-1 1,1 0-1,-1 0 0,1 0 1,-1 0-1,1 0 0,-1 0 1,1 0-1,-1-1 0,1 1 1,-1-1-1,5-2 0,117-41-47,-117 42 53,0 1 0,1-1 0,0 1 0,-1 1 0,1-1-1,0 2 1,-1-1 0,1 1 0,0 0 0,-1 0 0,1 1 0,-1 0-1,0 0 1,1 1 0,-1 0 0,0 0 0,-1 1 0,1-1 0,-1 2 0,7 4-1,11 11 21,-1 1-1,-1 1 0,33 42 1,-17-19 49,-37-43-71,1 0 0,0 0 0,0 0 0,0-1 0,0 1 0,0 0-1,0-1 1,0 0 0,0 1 0,1-1 0,-1 0 0,1 0 0,-1 0 0,1 0 0,-1-1 0,1 1 0,0-1-1,-1 0 1,1 1 0,-1-1 0,1 0 0,0 0 0,-1-1 0,1 1 0,0-1 0,-1 1 0,1-1-1,-1 0 1,1 0 0,-1 0 0,0 0 0,1 0 0,3-3 0,2-2 20,0-1 1,0 1-1,0-1 1,-1-1-1,0 0 1,0 0-1,7-13 1,10-19 502,-3-2 0,-1-1-1,14-46 1,-20 52-91,-7 19-203,11-32 609,36-66 0,-50 109-759,2-4 110,0-1 0,1 1 0,0 0 0,1 1 0,15-16 0,-21 25-161,-1-1 1,1 1-1,0-1 1,0 1-1,0 0 1,0-1-1,1 1 1,-1 0-1,0 0 0,0 1 1,1-1-1,-1 0 1,0 1-1,1-1 1,-1 1-1,0 0 1,1 0-1,-1 0 1,1 0-1,-1 0 1,0 1-1,1-1 1,-1 1-1,0-1 1,1 1-1,-1 0 0,0 0 1,0 0-1,0 0 1,1 0-1,-1 1 1,0-1-1,-1 0 1,1 1-1,0 0 1,0-1-1,-1 1 1,3 2-1,2 3 70,-1 0 0,1 0 0,-1 0 0,0 1 0,-1 0-1,0 0 1,0 0 0,0 0 0,3 16 0,-3-9 22,-1 1 1,-1-1-1,-1 1 0,0 0 0,-1 17 1,-4 3 55,-1 1 1,-1-1-1,-2 0 1,-15 39-1,9-38-167,-2 0 0,-1-2 0,-2 0 0,-2-1 0,-36 48 0,36-57-106,-2 0 0,0-1 0,-1-1-1,-1-1 1,-1-2 0,-30 18 0,18-15-2779,-2-2 0,-41 17 0,42-22-4726,8-1-5247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49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614 0 15009,'-4'4'639,"0"0"-167,0-1 1,0 0 0,0 1-1,0 0 1,1 0 0,-1 0-1,1 0 1,0 0 0,1 1-1,-1-1 1,1 1 0,0 0-1,0 0 1,0 0 0,1 0-1,-2 6 1,-74 305 8176,8-78-8431,-109 249-1,47-151-217,98-237-463,-3 4-2231,7 1-3891,22-58-932,12-4-5007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5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30 587 11065,'-28'-12'2341,"28"12"-2236,0-1 1,-1 1 0,1-1-1,0 1 1,0 0-1,0-1 1,0 1-1,0 0 1,0-1-1,0 1 1,0 0-1,0-1 1,0 1-1,0-1 1,0 1-1,0 0 1,0-1 0,0 1-1,0 0 1,1-1-1,-1 1 1,0 0-1,0-1 1,0 1-1,0 0 1,1 0-1,-1-1 1,0 1-1,0 0 1,1-1 0,-1 1-1,0 0 1,1 0-1,-1 0 1,0-1-1,1 1 1,-1 0-1,0 0 1,1 0-1,-1 0 1,15-11 1048,-3 6-790,0 1 1,-1 0-1,1 1 0,1 0 1,17-2-1,70-1 485,-43 4-436,205-12 150,331-31-1879,-492 31 959,-1-5 0,0-3 0,172-65 0,-236 72 366,-1-2 0,0-1-1,51-37 1,-69 42 91,1-1 0,-2 0-1,0-1 1,-1-1 0,0-1-1,-1 0 1,20-34 0,-30 45 2,-2 0 0,1-1 0,-1 1-1,0-1 1,0 1 0,1-12 0,-3 17-88,-18 12 495,10-4-442,1 1 0,-1 0 0,1 1 0,0 0 0,1 0-1,-7 14 1,-30 68 184,21-39-138,-115 263 143,115-269-342,2-3-460,-18 52 0,36-90 428,1 0 0,0-1 0,-1 1 0,2 0 0,-1 0 0,0 0 0,1 0 0,0 8 0,1-12 92,-1 0-1,1 1 1,-1-1 0,1 0 0,0 1-1,-1-1 1,1 0 0,0 0 0,0 0-1,0 0 1,0 0 0,0 0 0,0 0 0,0 0-1,0 0 1,0 0 0,0 0 0,0-1-1,1 1 1,-1 0 0,0-1 0,0 1-1,1-1 1,-1 0 0,1 1 0,-1-1-1,0 0 1,1 0 0,-1 0 0,1 0-1,1 0 1,8 0-23,0-1 0,0 0 0,0 0 0,-1-1 0,1-1 0,0 0 0,11-4 0,16-5-52,7 0 134,0 2-1,0 2 0,72-4 0,-87 12 107,-1 1 1,0 1-1,1 1 1,-1 2-1,0 0 0,46 17 1,1 9 203,107 58 0,-171-83-320,0-1 1,0 0-1,1 0 0,-1-1 1,1-1-1,0 0 1,0-1-1,0 0 1,0-1-1,0-1 0,0 0 1,0-1-1,1 0 1,17-4-1,-4-2 588,-1-1-1,1-2 1,-2 0-1,1-2 1,40-24-1,-57 30-64,0 1-1,1 0 1,0 1-1,0 0 1,1 0-1,-1 1 1,21-3 0,-28 5-460,0 1 0,0 0 0,0 0 0,0 0 1,0 0-1,0 1 0,0-1 0,0 1 1,0-1-1,0 1 0,-1 0 0,1 0 0,0 0 1,0 1-1,-1-1 0,1 1 0,-1-1 1,1 1-1,-1 0 0,0 0 0,0 0 1,1 0-1,-2 1 0,1-1 0,0 0 0,0 1 1,-1-1-1,1 1 0,-1 0 0,0 0 1,0-1-1,1 5 0,1 6-87,-1 0 1,0 0-1,-1 1 1,-1-1-1,0 0 0,-1 1 1,0-1-1,-1 0 1,-6 22-1,1 5-120,6-36-322,1 0 0,-1 0 0,1-1 0,1 1 0,-1 0 0,0 0 0,2 3 0,-1-2-251,0-4 460,-1-1 1,1 0-1,0 0 1,0 0-1,0 0 0,0 0 1,-1 0-1,1 0 1,0 0-1,0 0 1,0 0-1,0 0 0,0 0 1,-1-1-1,1 1 1,0 0-1,0-1 0,1 0 1,0 1-635,0-1 357,0 0 0,0 1 0,0-1 0,-1 0-1,1 0 1,0 0 0,0 0 0,-1-1 0,1 1 0,-1 0 0,1-1 0,-1 1 0,0-1 0,0 1 0,2-4 0,0 1-758,22-24-9383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50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73 12557,'-34'-33'2384,"18"24"1921,2-6-2561,4 0 1372,27 21-3248,0 3-536,9 9-912,18 12-660,-7-3-3557,-7 9-4908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5:5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136 144 9825,'11'-30'3274,"-10"26"-2866,0 0-1,0 0 1,1 0-1,-1 0 1,1 1-1,0-1 1,0 0 0,0 1-1,1-1 1,-1 1-1,1 0 1,0 0-1,0 0 1,5-4-1,-2 3-1,-1 0 0,1 1 0,1 0 0,-1 0 0,0 0 0,1 1 0,-1-1 0,1 2 0,0-1 0,10-1 0,-13 3-285,0 0 0,0 0 1,-1 1-1,1-1 0,0 1 1,0 0-1,0 0 0,-1 0 1,1 0-1,0 1 0,-1-1 0,1 1 1,-1 0-1,0 0 0,1 1 1,-1-1-1,0 0 0,0 1 0,-1 0 1,4 4-1,-1-1 21,-1 0-1,0 0 1,0 1-1,0-1 1,-1 1 0,0 0-1,0 0 1,-1 1-1,3 12 1,-2 3 205,1 43-1,-5-53-305,1 0-1,1 1 1,0-1-1,1 0 1,0-1-1,1 1 1,0 0-1,1-1 1,7 15-1,-8-22-56,0 0-1,1 0 1,0-1-1,0 0 0,1 1 1,-1-2-1,1 1 1,0 0-1,0-1 1,0 0-1,0 0 0,1 0 1,-1-1-1,1 0 1,0 0-1,9 2 1,8 1-178,0-2-1,40 3 1,-63-6 194,23 0-87,0 0 0,1-1-1,-1-2 1,0 0 0,0-1-1,0-2 1,-1 0 0,0-1-1,0-2 1,41-21 0,-49 22 84,1-1 1,-2-1-1,1 0 1,-2 0-1,1-2 0,-1 1 1,-1-2-1,0 0 1,-1 0-1,-1 0 1,0-1-1,0-1 0,-1 0 1,-1 0-1,-1 0 1,5-17-1,-7 18 64,-1 0-1,-1 0 1,2-21 0,-4 30-42,0-1 0,0 1 0,0 0 0,-1 0 0,0-1 1,0 1-1,0 0 0,-1 0 0,0 0 0,0 0 0,0 0 0,-4-5 1,5 10-17,0-1 1,0 1 0,-1 0 0,1 0 0,0 0 0,0 0 0,-1 0 0,1 0 0,0 0 0,0 0 0,-1 1 0,1-1 0,0 0 0,0 1 0,0-1 0,-1 1 0,-1 1 0,3-2 1,-3 2-27,0-1 1,1 1-1,-1 0 1,1 1 0,-1-1-1,1 0 1,0 1 0,0-1-1,0 1 1,0 0 0,1-1-1,-1 1 1,1 0 0,-1 0-1,1 0 1,0 0 0,0 0-1,0 1 1,1-1 0,-1 0-1,1 0 1,0 5 0,-1 2-160,0 0 1,1 0-1,0 0 0,1 0 1,0 1-1,3 11 1,-2-16 81,1 0 0,0 0 0,1-1 0,-1 1 0,1-1 1,0 0-1,0 0 0,1 0 0,-1 0 0,8 4 0,-10-7 77,-2-1 19,1-1 0,0 1 0,0-1 0,0 1 0,0-1 0,0 0 0,0 1 0,0-1 0,0 0 0,0 0 0,0 0 0,1 1-1,-1-1 1,0 0 0,0 0 0,0-1 0,0 1 0,0 0 0,1 0 0,3-1 30,-1 1 51,0 0 0,0 0 0,-1 0 0,1 0 0,0-1 0,0 0 0,-1 0 0,1 0 1,-1 0-1,1 0 0,-1-1 0,1 0 0,-1 1 0,4-4 0,2-2 822,-1 0 0,-1-1 0,12-14 0,-15 17-469,-3 5-388,-1 0 0,1 0 0,-1 0-1,1 0 1,-1 0 0,1 0 0,-1 0 0,1 1 0,-1-1 0,0 0-1,1 0 1,-1 0 0,1 0 0,-1 1 0,1-1 0,-1 0 0,0 1-1,1-1 1,-1 0 0,0 1 0,1-1 0,-1 0 0,0 1-1,1-1 1,-1 0 0,0 1 0,0-1 0,1 1 0,9 15 439,-2 13-219,-1 0-1,-1 0 1,-2 0 0,1 46 0,-9 124-277,-6-105 14,-5 1 0,-3-2 0,-4 0 0,-5-1 0,-53 123 0,54-155 0,-3-2 0,-3-1 0,-2-1 0,-3-2 0,-1-2 0,-83 86 0,91-109 0,-1-1 0,-1-1 0,-2-1 0,0-3 0,-2 0 0,0-3 0,-1 0 0,-1-3 0,-1-1 0,-1-2 0,-67 15 0,90-25 0,0-2 0,-1 0 0,1 0 0,-1-2 0,0 0 0,-30-5 0,43 4 0,-1 0 0,1-1 0,-1 0 0,1 0 0,0 0 0,-1 0 0,1-1 0,0 0 0,1 0 0,-1 0 0,0-1 0,1 1 0,0-1 0,0 0 0,0-1 0,0 1 0,1-1 0,0 1 0,0-1 0,0 0 0,0 0 0,1 0 0,0-1 0,-3-8 0,3 1 0,-1 0 0,2 0 0,0 0 0,0-1 0,1 1 0,1 0 0,0 0 0,1 0 0,0 0 0,1 0 0,9-23 0,3-4 0,3 1 0,29-51 0,2 9-131,4 3-1,3 2 1,3 2-1,3 4 1,3 2 0,3 2-1,3 4 1,3 3-1,2 4 1,131-73 0,-125 85-1322,3 3 1,1 4 0,1 4 0,2 4-1,1 4 1,138-19 0,-175 37 274,0 2 1,1 3 0,58 6-1,-74-1 598,-1 1 1,0 3-1,0 0 0,-1 3 1,40 17-1,-67-24 952,0 1 0,0 1-1,0-1 1,0 2 0,-1-1 0,15 15 0,-23-20-170,0 0 1,1 0 0,-1-1 0,1 1-1,-1 0 1,1-1 0,-1 1-1,1 0 1,-1-1 0,1 1 0,0-1-1,-1 1 1,1-1 0,0 1-1,0-1 1,-1 1 0,1-1 0,0 0-1,0 1 1,0-1 0,-1 0-1,1 0 1,0 0 0,0 0-1,0 1 1,0-1 0,0 0 0,-1-1-1,1 1 1,1 0 0,-1-1 264,0-1-1,0 0 1,0 1 0,0-1 0,0 0 0,-1 1 0,1-1 0,0 0 0,-1 0-1,0 0 1,1-1 0,7-22-225,-5 19-663,1 0 1,-1 0 0,1 1 0,1 0 0,8-9 0,3 0-5313,-9 7 700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0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620 742 13385,'-33'8'1998,"31"-8"-1731,0 1-1,0 0 1,0-1-1,0 1 0,1 0 1,-1 0-1,0 0 1,1 0-1,-1 0 0,0 1 1,1-1-1,-1 0 1,1 1-1,0-1 1,0 1-1,-2 2 0,-7 7 1025,-28 20 751,1 1 0,-37 44 0,72-74-2005,-274 332 2876,158-194-2482,116-137-266,8-22-78,7-3-81,2 0 0,0 1-1,2 0 1,21-21 0,-3 3 17,562-649-59,-474 553 99,152-132 0,-251 246 36,1 1 0,0 2 0,33-19 0,-51 33-35,0 0 0,0 1 0,0 0 0,1 0 0,-1 0 0,1 1 0,0 0 0,0 1 0,0 0 0,0 0 0,0 0 0,0 1 0,0 1 0,0-1 0,0 1 0,0 0 0,13 5 0,-13-2-56,-1 0-1,0 0 0,0 1 1,-1 0-1,1 0 0,-1 0 1,0 1-1,0 0 0,-1 0 1,0 1-1,0 0 0,-1 0 1,1 0-1,-1 0 0,-1 0 1,6 16-1,3 12-11,-2 0 0,8 52 0,-17-83 6,9 61-2,-4-1 0,-1 108 0,-26 130 0,-67 198 144,1-2-1923,80-355-2786,8-123 2196,0 0 1,8 33-1,2-25-3991,0-13-3757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05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42 13693,'-37'-24'2052,"17"18"73,3 3 4815,74-6-5132,-7 12-1328,27 3-516,11 6-552,2 3-168,10 0-428,4 1-460,0 2-464,-3-6-256,2 0-3137,-2 0-4432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05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9981,'-28'40'2386,"20"-30"-1578,0 2 0,0-1 0,1 1 1,1 0-1,0 0 0,0 1 1,2-1-1,-6 19 0,2 17-109,1 0-1,2 0 1,2 1-1,3-1 1,8 70-1,-7-107-573,2 1-1,-1-1 1,2 1-1,-1-1 0,2 0 1,-1 0-1,1-1 1,1 1-1,7 10 1,-10-17-53,0 1 0,1-1 0,-1 0 0,1 0 0,0 0 0,0 0 0,0-1 0,0 1 0,1-1 0,-1 0 0,1-1 0,0 1 0,0-1 0,0 0 0,0 0 0,0-1 0,1 1 0,-1-1 0,0 0 0,1 0 0,-1-1 0,6 0 0,7-2-43,0-1 0,0-1 1,0-1-1,-1 0 0,1-1 0,-1-1 0,29-17 1,110-79-2595,-96 60 921,104-68-7754,-77 54-978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06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231 129 11493,'14'20'1876,"-15"-19"-1672,0 0 1,0 0-1,0-1 1,0 1 0,0 0-1,0-1 1,0 1 0,0-1-1,0 1 1,-1-1 0,1 0-1,0 0 1,0 1 0,-1-1-1,0 0 96,-7 3 2522,8 1-1013,19 4-318,33-1-649,-41-8-736,-1 0 0,0-1 1,0 0-1,0-1 1,0 0-1,0 0 0,0-1 1,-1 0-1,14-10 1,-18 12-97,-1 0 1,0 0 0,0 0 0,-1-1 0,1 1-1,0-1 1,-1 0 0,1 0 0,-1 0 0,0 0 0,0 0-1,0 0 1,-1-1 0,1 1 0,-1-1 0,1 1-1,-1-1 1,-1 0 0,1 1 0,0-1 0,-1 0-1,0 1 1,1-1 0,-2 0 0,1 0 0,0 1-1,-2-6 1,2 7-10,-1 0-1,0-1 0,0 1 1,0 0-1,0 0 0,0 0 1,0 0-1,-1 0 0,1 0 1,-1 0-1,1 0 0,-1 0 0,0 1 1,0-1-1,0 1 0,0-1 1,0 1-1,-3-2 0,1 1 0,-1 0 0,0 1 0,0-1-1,0 1 1,0 0 0,0 0 0,-1 1-1,-5-1 1,-6 2 5,0 0 0,1 2 0,-1-1 1,-18 7-1,18-4-3,0 1 1,0 0-1,1 1 1,0 1-1,0 1 1,1 0 0,0 1-1,1 1 1,0 0-1,-17 18 1,25-23-3,0 0 0,1 0 0,0 1 0,0 0 0,1 0 0,0 0 0,0 0 0,1 0 0,0 1 0,0 0 0,1 0 0,0 0 0,0 0 1,1 0-1,-1 0 0,2 0 0,0 0 0,0 0 0,0 1 0,1-1 0,0 0 0,0 0 0,1 0 0,5 13 0,1-1-190,2-1-1,0-1 1,1 0-1,1 0 1,0-1-1,2-1 1,0 0-1,0 0 1,1-2-1,26 20 1,-23-21-363,0-1 0,1 0 1,0-1-1,0-2 0,1 0 0,1 0 1,-1-2-1,1-1 0,1-1 0,27 4 1,-38-8 407,-1 0 1,1-1 0,0 0 0,-1-1 0,1 0-1,0-1 1,-1 0 0,1 0 0,-1-1-1,0-1 1,0 0 0,0 0 0,0-1 0,-1 0-1,0-1 1,0 0 0,0 0 0,-1-1 0,0 0-1,0 0 1,-1-1 0,0 0 0,0-1 0,-1 1-1,0-1 1,5-10 0,33-67 997,35-62 877,-64 123-1210,1 2 0,1 0-1,35-37 1,-50 58-454,0-1 0,1 1-1,-1 0 1,1-1 0,-1 1-1,1 0 1,0 1 0,0-1-1,0 0 1,0 1-1,0 0 1,1 0 0,-1 0-1,0 0 1,0 0 0,1 0-1,6 1 1,-8 0-26,1 1 1,-1-1-1,1 1 1,-1 0-1,0 0 0,1 0 1,-1 0-1,0 1 0,0-1 1,0 0-1,0 1 0,0 0 1,0-1-1,0 1 1,0 0-1,-1 0 0,1 0 1,1 3-1,3 5 25,-2-1 0,1 1 0,-1 0 0,0 0 0,-1 1 1,-1-1-1,1 1 0,-2 0 0,2 15 0,-3-2 26,-1-1 0,-1 0 0,-1 0-1,-1 0 1,-1-1 0,-2 1 0,-10 27 0,5-22 131,-1 0 0,-1-1 0,-1-1 0,-38 49 0,26-41 953,26-32-910,4-5-28,17-16-148,0 1 0,1 1 1,1 1-1,1 1 0,0 0 0,29-12 1,161-61-587,-193 80 455,257-88-1069,359-74 1,-593 159-951,-49 29 636,4-14 1219,-1 0 0,0-1 0,1 1 0,-1 0 0,0-1 0,-1 0 0,1 1 0,0-1 0,-1-1 0,-7 5 0,-6 7-301,15-12 457,1 0-1,-1-1 1,1 1-1,0 0 1,0 1-1,0-1 1,0 0-1,0 0 1,0 0-1,0 1 1,0 2 0,0-1-44,1-3 73,1 1 1,-1-1 0,1 1 0,-1-1 0,1 0-1,-1 1 1,1-1 0,0 0 0,-1 0-1,1 1 1,0-1 0,0 0 0,0 0-1,0 0 1,0 0 0,0 0 0,0 0-1,1 0 1,1 1 0,4-1 20,0 1-1,0-1 1,0 0-1,0-1 1,0 0 0,9-1-1,1 1 39,14-2 487,-1-2 0,1-1 1,-1-1-1,0-1 1,46-20-1,-33 16 716,-39 11 11,-25 6-897,15-3-331,0 0 0,0 0 0,1 0 1,-1 1-1,1 0 0,-1 0 0,1 0 1,0 0-1,1 1 0,-1 0 0,1 0 1,0 0-1,0 1 0,1 0 0,-6 11 1,8-16-28,1-1 1,-1 1 0,1 0 0,0-1 0,0 1 0,-1 0 0,1 0-1,0 0 1,0-1 0,0 1 0,0 0 0,0 0 0,0 0 0,0 0 0,0-1-1,0 1 1,0 0 0,0 0 0,0 0 0,1-1 0,-1 1 0,0 0-1,0 0 1,1-1 0,-1 1 0,1 0 0,0 1 0,1-1-4,-1 0 1,1 1 0,0-1 0,-1 0-1,1 0 1,0 0 0,0-1-1,0 1 1,0 0 0,0-1-1,2 1 1,5 1 13,-1-1 0,1-1-1,-1 1 1,16-3 0,-11 0 105,0-1 0,0 0 0,0-1 0,-1 0 0,0-1 0,0-1 0,0 0 0,-1 0-1,0-1 1,0-1 0,18-15 0,-29 22-101,0 1 1,0 0-1,1-1 0,-1 1 0,0 0 0,0-1 0,1 1 0,-1 0 0,0 0 1,1-1-1,-1 1 0,0 0 0,1 0 0,-1-1 0,1 1 0,-1 0 0,0 0 0,1 0 1,-1 0-1,0 0 0,1 0 0,-1 0 0,1 0 0,-1 0 0,1 0 0,-1 0 1,0 0-1,1 0 0,-1 0 0,1 0 0,-1 0 0,0 0 0,1 0 0,-1 0 1,0 1-1,1-1 0,3 17 107,-10 29-39,-6 20 119,-5 87-1,11-87-91,-22 105 0,18-129-78,-2 0-1,-2-1 1,-2-1-1,-1 0 1,-2-1-1,-30 45 0,14-37-47,-2-2 0,-1-1-1,-56 48 1,-143 97-20,226-181 43,-21 14 133,27-22-32,15-15-3,16-15 76,2 1 1,37-30-1,-5 6-79,826-735-302,-318 364-149,-566 423 349,-22 18 116,-158 146 1093,155-137-1065,0 0 0,2 1 0,1 2 0,1 0 0,-16 34 0,29-52-252,1 0 1,1 1-1,0 0 1,0 0 0,2 0-1,-1 0 1,1 0-1,1 0 1,0 1 0,1-1-1,0 1 1,1-1-1,0 0 1,1 0-1,1 1 1,0-1 0,0 0-1,1-1 1,1 1-1,0-1 1,0 0 0,1 0-1,0 0 1,1-1-1,1 0 1,0 0-1,0-1 1,0 0 0,1 0-1,15 10 1,-1-3-707,2 0 0,0-1 0,1-1 0,0-2 0,35 12 0,-12-9-1791,-1-2 0,62 7 0,-20-7-4219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0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7583 895 7145,'-50'-69'640,"18"25"198,-1 1-1,-54-53 0,43 56-54,-1 3-1,-1 1 1,-3 3 0,0 2-1,-90-42 1,20 21 386,-184-53-1,131 59-502,-2 8-1,-1 7 1,-216-10-1,89 30 72,-328 32-1,322 6 175,-398 88 0,485-63-108,3 10 1,-319 137-1,313-96-301,5 11 0,5 9 0,5 9 0,7 9 0,5 9 0,8 9 0,6 7 0,8 8 0,-155 201 0,233-250-261,6 4 1,-113 210 0,167-265-154,2 2 1,4 1 0,3 1-1,4 1 1,3 2 0,-15 125-1,31-157-106,3 0 0,2 0 0,2-1 0,2 1 0,3 0 0,21 82 0,-16-93-82,1-1 0,1 0 0,3-2 0,1 1 0,1-2-1,2-1 1,1 0 0,51 55 0,-27-43-154,1-2 0,2-3 0,2-1 0,2-3 0,1-2 1,90 41-1,-40-30-436,2-4 1,205 50 0,-110-52-518,2-8 0,398 8 1,416-79-2189,1612-240-2998,-1467 79 5515,-897 140 1390,-3-12-1,331-139 1,-458 152 2,-3-6 0,174-116 1,-236 134-179,-2-4 0,-3-2 0,-2-3 1,-3-3-1,85-108 0,-113 122-189,-2-1 0,-2-2 0,-2-1 0,-3 0 0,-1-2 0,-3-1 0,-2 0 0,-3-2 0,-2 1 0,-2-1 0,-3-1 1,-2 0-1,-3 0 0,-2 0 0,-2 0 0,-3 0 0,-3 1 0,-1-1 0,-4 2 0,-1 0 0,-40-95 0,14 62-12,-4 2 0,-4 2 0,-4 2 0,-3 2 1,-74-81-1,26 48 85,-5 4-1,-187-144 1,128 131-134,-5 7-1,-4 8 1,-6 8 0,-3 7-1,-303-102 1,337 145-262,-2 7 1,-277-37-1,321 67-861,-1 4-1,0 6 1,0 4-1,-194 31 1,254-24-824,0 2 0,-60 23 0,-68 50-7076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20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41 5204,'-24'-33'6697,"89"26"-5443,-34 10-968,1 2 0,42 13 0,-13-2-73,552 144 786,-205-49-757,32 4-157,957 229 175,-215-96-345,1-33-360,-451-110-1680,-640-89-457,-88-15-570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28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549 142 11865,'-15'-11'720,"13"9"-555,-1 1 1,1 0-1,0-1 0,-1 0 1,1 1-1,0-1 0,0 0 0,0 0 1,0 0-1,0 0 0,1 0 0,-1-1 1,1 1-1,-1-1 0,1 1 1,0-1-1,0 1 0,0-1 0,0 0 1,0 1-1,1-1 0,-1 0 0,1 1 1,0-1-1,0 0 0,0-5 1,0 5 265,0 0 1,0 0-1,0-1 1,-1 1-1,1 0 1,-1 0-1,0 0 1,0 0-1,0 0 1,0 0-1,-1 0 1,1 0-1,-1 0 1,0 0-1,0 1 1,0-1-1,0 1 1,0-1-1,0 1 1,-6-5 1695,3 8-1836,1 0 1,-1 0 0,1 0-1,0 1 1,-1-1 0,1 1 0,0 0-1,0 1 1,0-1 0,1 1-1,-1-1 1,0 1 0,1 0 0,-4 5-1,-2 2-219,0 1 0,1 0 1,1 0-1,0 1 0,0 0 0,1 0 0,-5 18 0,-10 18-62,-44 90-10,6 4 0,-69 252 0,108-313 0,4 2 0,3 0 0,3 0 0,4 1 0,7 117 0,1-175 0,1 0 0,2 0 0,0-1 0,1 1 0,2-1 0,15 34 0,-20-51 0,1 0 0,1 0 0,-1 0 0,1-1 0,0 0 0,1 0 0,0 0 0,0-1 0,1 1 0,-1-1 0,1-1 0,0 0 0,1 0 0,0 0 0,-1-1 0,1 0 0,1 0 0,-1-1 0,0 0 0,1 0 0,0-1 0,9 1 0,-1-2 0,0-1 0,0 0 0,0-2 0,1 0 0,-1 0 0,-1-2 0,1 0 0,0-1 0,-1 0 0,0-2 0,0 0 0,-1-1 0,25-16 0,12-13 0,-2-2 0,64-64 0,-19 17 0,-48 45 0,-15 13 0,62-44 0,-92 70 0,0 1 0,0 0 0,1-1 0,-1 1 0,0 0 0,1 0 0,-1 0 0,1 0 0,-1 1 0,1-1 0,-1 1 0,1-1 0,0 1 0,-1 0 0,1 0 0,-1 0 0,1 0 0,0 1 0,-1-1 0,1 1 0,-1 0 0,1-1 0,-1 1 0,1 0 0,-1 0 0,0 1 0,0-1 0,1 0 0,-1 1 0,0-1 0,0 1 0,0 0 0,0 0 0,2 3 0,4 6 0,-1 0 0,0 0 0,-1 1 0,0 0 0,5 18 0,-5-15 0,32 97 0,-27-76 0,1-1 0,2 0 0,18 35 0,-18-46 0,2 0 0,0-1 0,1-1 0,1 0 0,1-1 0,1-1 0,1-1 0,39 27 0,-49-38 0,1-1 0,0 0 0,0-1 0,0-1 0,1 0 0,0 0 0,0-1 0,0-1 0,1 0 0,-1-1 0,1-1 0,-1 0 0,1-1 0,0 0 0,-1-1 0,1 0 0,-1-1 0,1-1 0,23-7 0,-28 6 0,1 0 0,-1 0 0,0-1 0,0 0 0,-1 0 0,1-1 0,-1 0 0,0-1 0,-1 0 0,0 0 0,0 0 0,9-13 0,-9 9 0,-1-1 0,0 1 0,0-1 0,-1 0 0,-1 0 0,0-1 0,-1 1 0,4-24 0,-5 7 0,-1 1 0,-2-1 0,0 1 0,-2 0 0,-1 0 0,-1 0 0,-2 0 0,-12-36 0,6 31 0,0 1 0,-2 1 0,-2 0 0,-1 0 0,-1 2 0,-1 0 0,-39-41 0,42 52 0,-1 2 0,0 0 0,-1 1 0,0 0 0,-1 2 0,-1 1 0,0 0 0,-1 1 0,0 2 0,-1 0 0,-42-10 0,45 15-98,0 0-1,1 2 1,-33 0 0,44 3-302,0-1 1,1 1-1,-1 1 1,0 0-1,-7 2 1,11-2-130,0 0 0,0-1 0,0 1 0,1 1 0,-1-1 0,1 0 1,-1 1-1,1 0 0,0 0 0,-3 4 0,-2 10-7314,7 16-5489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29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0 868 12685,'1'-17'5762,"2"-5"-850,-3 7-3032,0 12-117,7-9 1104,1 2-1806,-6 8 433,-1 5-1197,3 10-292,0 0 0,-1 0 0,0 0 0,-1 0 1,0 1-1,-1-1 0,-1 1 0,-1 12 0,-12 59-5,7-57 0,1 0 0,1 0 0,2 1 0,1-1 0,1 1 0,5 30 0,-5-58 0,0 1 0,0 0 0,1 1 0,-1-1 0,1 0 0,-1 0 0,1 0 0,0 0 0,0 0 0,0 0 0,0-1 0,0 1 0,0 0 0,0 0 0,3 2 0,11 3 0,-10-7 0,1 0 0,-1 0 0,1-1 0,-1 1 0,0-1 0,1-1 0,-1 1 0,0-1 0,0 0 0,0 0 0,0 0 0,0-1 0,0 1 0,-1-1 0,1-1 0,7-6 0,8-8 0,-1 0 0,19-26 0,-27 31 0,8-9 0,38-44 0,94-86 0,-136 139 0,-10 8 0,0 0 0,-1 0 0,2 1 0,-1 0 0,0 0 0,1 0 0,0 1 0,0 0 0,0 0 0,0 0 0,0 1 0,0 0 0,1 0 0,-1 1 0,12-2 0,-10 3 0,0 1 0,0 0 0,0 1 0,0-1 0,0 1 0,0 1 0,-1 0 0,1 0 0,-1 0 0,0 1 0,0 0 0,0 0 0,0 1 0,-1 0 0,0 0 0,0 1 0,0-1 0,8 12 0,21 33 0,-22-29 0,2-1 0,20 22 0,-30-37 0,2-1 0,-1 0 0,0 0 0,1-1 0,0 1 0,-1-1 0,1-1 0,0 1 0,1-1 0,-1-1 0,0 1 0,1-1 0,13 0 0,-13-1 0,-1 1 0,1 0 0,-1 0 0,1 0 0,0 1 0,-1 0 0,0 1 0,0 0 0,0 0 0,0 0 0,0 1 0,0 0 0,9 7 0,13 22 0,39 53 0,-65-82 0,0-1 0,-1 1 0,2-1 0,-1 1 0,0-1 0,1 0 0,-1 0 0,1-1 0,0 1 0,0-1 0,0 0 0,5 2 0,-6-3 0,1 0 0,0-1 0,-1 1 0,1-1 0,0 0 0,0 0 0,-1 0 0,1 0 0,0-1 0,-1 0 0,1 1 0,-1-2 0,1 1 0,-1 0 0,1 0 0,5-4 0,16-10 0,-1 0 0,-1-1 0,0-2 0,28-27 0,77-91 0,-47 47 0,588-650 0,-652 719 0,139-154 0,-155 173 0,-1 0 0,1 1 0,-1-1 0,1 0 0,0 1 0,-1-1 0,1 1 0,0-1 0,-1 1 0,1-1 0,0 1 0,0 0 0,-1-1 0,1 1 0,0 0 0,0 0 0,0-1 0,-1 1 0,1 0 0,1 0 0,0 1 0,-1 1 0,1-1 0,-1 0 0,1 1 0,-1-1 0,0 1 0,0 0 0,1-1 0,-1 1 0,0 0 0,-1 0 0,1 0 0,0 0 0,0 0 0,-1 0 0,1 0 0,-1 0 0,0 0 0,0 0 0,1 0 0,-1 0 0,0 0 0,-1 3 0,-1 9 0,-1 0 0,-1-1 0,-8 23 0,0-2 0,-212 670 0,196-611 0,4 1 0,-16 137 0,37-211 0,1-1 0,1 1 0,1-1 0,1 1 0,0 0 0,2-1 0,0 1 0,1-1 0,1 0 0,0 0 0,2-1 0,0 0 0,19 33 0,-17-36 0,0-1 0,1 0 0,1 0 0,1-1 0,-1 0 0,20 15 0,-25-24 0,0 0 0,0-1 0,0 0 0,0 0 0,0 0 0,1 0 0,-1-1 0,1 0 0,0-1 0,-1 1 0,1-1 0,0-1 0,0 1 0,0-1 0,0 0 0,0-1 0,0 1 0,12-4 0,-6 0 0,-1-1 0,1 0 0,-1 0 0,0-1 0,0-1 0,-1 0 0,0-1 0,0 0 0,-1-1 0,0 0 0,0 0 0,-1-1 0,11-15 0,-8 9 0,-1-1 0,0 0 0,-1-1 0,-1 0 0,-1-1 0,0 1 0,-1-2 0,4-22 0,-8 27 11,-1 0 1,-1-1-1,0 1 0,-1 0 1,-1 0-1,0-1 0,-1 1 1,-1 0-1,0 0 0,-1 1 1,-1-1-1,0 1 1,-1 0-1,-11-19 0,13 25-89,-1 1 0,0 0 0,0-1-1,-1 2 1,0-1 0,0 1 0,-1 0 0,0 0 0,0 1-1,0-1 1,0 2 0,-1-1 0,0 1 0,0 0-1,0 1 1,-1 0 0,1 0 0,-1 1 0,1 0-1,-1 0 1,0 1 0,0 0 0,0 1 0,1 0 0,-1 0-1,-10 2 1,16-1-171,-13 1-948,1 0-1,-27 9 0,7 7-2997,32-16 3379,1 0 0,-1 0 1,1 0-1,0 1 0,0-1 0,0 1 1,0-1-1,0 1 0,-2 5 0,-4 22-10831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29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1 15333,'-23'36'3089,"-8"-12"-585,5 0-420,6-3-500,3 0-232,-3 3-328,0 6-215,0 4-389,6-1-752,4 0-689,0 3-507,0 0-636,7-21-364,-7 13-588,-4-1-2077,21-6-4140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29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3548,'14'3'-1052,"9"18"320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0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1 294 9673,'3'-15'866,"-2"12"-625,-1 0 0,1 0 0,0 0 0,0 0 0,0 0 0,0 0 1,0 0-1,0 0 0,1 1 0,0-1 0,-1 1 0,1-1 0,0 1 0,0-1 1,5-3-1,6-8 1725,-1-1 1,-1 0-1,0-1 1,12-25 0,-4 10-719,-16 25-980,1 1 1,0 0-1,0 0 1,1 0-1,0 0 0,0 1 1,0 0-1,0 0 1,0 0-1,1 1 1,0-1-1,0 1 1,9-3-1,-12 5-227,-1 0 0,1 1 0,-1-1 0,1 1 0,-1-1 0,1 1 0,0 0 1,-1 0-1,1 0 0,-1 0 0,1 1 0,0-1 0,-1 1 0,1-1 0,-1 1 0,0 0 0,1 0 0,-1 0 0,1 0 0,-1 0 0,0 1 0,0-1 0,0 1 0,0 0 0,0-1 0,0 1 0,0 0 0,-1 0 0,1 0 0,-1 0 0,1 1 0,-1-1 0,2 5 0,5 12 74,-1 1 0,-2 0 0,0 1 0,-1-1 0,3 41 0,-4-28-103,9 35 1,-9-57-33,0 0 0,1 0 0,0 0 0,1 0 0,0-1 1,13 19-1,-16-25 0,2 0 0,-1 0 0,0-1 0,1 1 0,0-1 0,0 0 0,0 0 0,0-1 0,0 1 0,0-1 0,1 0 0,-1 0 0,1 0 0,0-1-1,-1 0 1,1 0 0,0 0 0,0 0 0,0-1 0,0 1 0,0-1 0,0-1 0,0 1 0,-1-1 0,1 1 0,7-3 0,4-2-17,-1 0 0,0-1 0,0 0 0,-1-1 0,0-1 0,27-18 0,-10 0 19,-1-2 1,-1-1-1,42-54 0,-42 48 15,35-46 16,28-32 43,-81 104 1114,-23 28-338,-9 12-686,-107 168 97,114-173-247,0 1-1,2 1 1,1 0 0,2 1-1,-12 54 1,20-74-11,-1 0 1,2 0-1,-1 0 0,1 1 1,1-1-1,0 0 1,0 0-1,1 0 0,0 0 1,0 0-1,1-1 0,0 1 1,9 15-1,-8-17-291,0 0 0,1-1 0,0 0 0,1 0-1,-1-1 1,1 1 0,0-1 0,0 0 0,1-1 0,8 6 0,14 4-3227,0-1-1,0-1 1,54 13 0,-2-4-8545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1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590 1237 8849,'7'-58'8050,"-1"8"-3548,-6 47-3603,1 0-74,-1 1-648,1 0 1,-1 1-1,1-1 1,-1 0-1,0 0 1,0 0-1,0 0 1,0 0-1,0 0 1,-1 0-1,1 0 1,0 0-1,-1 1 1,1-1-1,-1 0 1,0 0-1,0-1 1,-1 1-116,1 1 0,-1 0 0,1 0 0,-1 0 0,1 0 0,-1 0 0,1 0 0,-1 0 1,0 0-1,0 0 0,1 1 0,-1-1 0,0 1 0,0 0 0,0-1 0,0 1 1,0 0-1,1 0 0,-5 0 0,-47 2 254,1 2-1,0 2 1,-66 17 0,77-11-254,-70 32 0,99-37-186,1 0-1,-1 0 0,1 1 0,0 1 0,1-1 1,0 2-1,0 0 0,1 0 0,-11 17 1,2-6-674,16-19 455,15 13-161,-11-13 482,0 0 0,0 0 0,1-1 1,-1 1-1,0-1 0,1 1 0,-1-1 0,1 0 0,0 0 0,-1 0 0,1 0 1,0-1-1,5 2 0,38 0-47,-32-2 42,10 0 161,0 2 0,0 0 0,0 1-1,0 2 1,0 0 0,-1 2 0,0 1 0,30 13 0,-35-11 127,0 1 0,-1 0 0,0 2 0,-1 0 0,-1 0 0,0 1 0,-1 1 0,19 25 0,-17-16 25,-7-9-86,0-1 1,14 15 0,-20-26-176,0 0 1,0 0-1,0-1 1,0 1-1,0 0 1,1-1-1,-1 0 1,1 0-1,0 0 1,0 0-1,-1-1 0,1 0 1,0 1-1,5 0 1,5-2-3,0 0 1,-1-1 0,1 0 0,0-1-1,0 0 1,-1-1 0,1-1-1,-1 0 1,0-1 0,0 0-1,13-8 1,9-6 28,-1-1-1,54-44 0,-7-5-41,-3-3 0,-3-4-1,67-89 1,176-269-62,-174 229-1,-131 186 149,1 1 0,26-25 0,-39 41-60,0 1 0,0 0 1,0 0-1,0 0 0,1 1 0,-1-1 1,0 0-1,1 0 0,-1 1 0,0-1 1,1 1-1,-1-1 0,1 1 0,-1-1 1,1 1-1,1 0 0,-2 0-8,-1 0 0,1 0 1,0 0-1,0 1 0,-1-1 0,1 0 0,0 1 0,-1-1 1,1 1-1,0-1 0,-1 0 0,1 1 0,0-1 0,-1 1 0,1 0 1,-1-1-1,1 1 0,-1-1 0,1 1 0,-1 0 0,0-1 0,1 2 1,1 2 7,-1 1 0,0-1 1,0 1-1,0-1 1,0 1-1,-1-1 1,0 1-1,0-1 1,-1 6-1,-8 54-36,-4-1 0,-2 0 0,-26 67 0,-19 72 0,47-146 0,-4 11 0,-9 90 0,25-148 0,1 1 0,0-1 0,0 1 0,1-1 0,0 1 0,1-1 0,0 0 0,0 1 0,1-1 0,7 16 0,-8-22 0,-1 0 0,1 1 0,1-1 0,-1 0 0,0 0 0,1-1 0,0 1 0,-1 0 0,1-1 0,0 0 0,0 1 0,1-1 0,-1-1 0,0 1 0,1 0 0,-1-1 0,1 1 0,-1-1 0,1 0 0,0 0 0,0-1 0,-1 1 0,1-1 0,0 0 0,0 0 0,0 0 0,-1 0 0,1-1 0,5-1 0,8-2 0,-1-2 0,1 0 0,-1-2 0,0 1 0,-1-2 0,1 0 0,13-12 0,-27 20 0,36-25 0,-2-1 0,55-54 0,-70 61 0,43-43-11,-3-3 0,83-118 0,65-151-770,-169 264 620,-2-1 0,-4-2 0,-4-1 1,32-114-1,-62 187 201,1-1 0,0 1 0,-1-1 0,0 1 1,0-1-1,0 1 0,0-1 0,0 1 0,0-1 0,0 1 1,-1-1-1,1 1 0,-2-4 0,1 5-12,1 1 0,-1-1 1,1 0-1,-1 0 0,0 0 0,1 0 0,-1 1 0,0-1 1,0 0-1,0 1 0,0-1 0,1 0 0,-1 1 0,0-1 1,0 1-1,0-1 0,0 1 0,0 0 0,0-1 1,0 1-1,-2 0 0,-1 0-1,0 0 0,1 0 1,-1 1-1,0 0 0,1-1 0,-1 1 1,0 0-1,1 1 0,-1-1 0,1 1 1,0 0-1,-1-1 0,1 2 0,0-1 1,-3 3-1,-18 17-27,2 0 0,0 2 0,1 1 0,2 0 0,1 2 0,-16 28 0,1 7 0,-43 112 0,61-133 39,1 0 1,3 1-1,1 0 1,2 1-1,-4 63 0,12-84-309,0 0 0,2 1-1,1-1 1,0-1 0,8 27 0,-6-32-509,1 0 1,0-1-1,1 0 1,1 0-1,0 0 1,1-1-1,18 21 1,33 27-7403,8-2-5808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2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427 147 13649,'26'-39'1130,"18"-22"2979,-36 53-2446,1 1-1,0 0 0,17-11 0,-16 12 71,-8 6-1538,-1 0-1,0 1 0,1-1 0,-1 0 0,1 1 0,-1 0 0,0-1 0,0 1 0,1 0 1,-1 0-1,0-1 0,0 1 0,0 0 0,0 0 0,0 0 0,0 1 0,0-1 0,0 0 1,0 0-1,0 0 0,0 3 0,0 4-58,-2 0 0,1 0 1,-1 0-1,0 0 0,-1-1 0,0 1 1,0 0-1,-5 12 0,-7 13-136,0 0 0,-38 59 0,-50 55 0,48-71 0,-3 4 0,-172 276 0,215-327 0,-13 38 0,26-65 0,0 0 0,0 1 0,0-1 0,1 0 0,-1 1 0,1-1 0,-1 0 0,1 1 0,0-1 0,0 1 0,0-1 0,0 0 0,0 1 0,1-1 0,-1 0 0,1 1 0,-1-1 0,1 0 0,0 1 0,0-1 0,0 0 0,0 0 0,1 0 0,-1 0 0,0 0 0,1 0 0,0 0 0,-1 0 0,1-1 0,0 1 0,0-1 0,0 1 0,0-1 0,0 0 0,0 0 0,0 0 0,0 0 0,5 2 0,4 0 0,0 0 0,0-1 0,1 0 0,-1-1 0,1 0 0,18-1 0,154-19 0,-75 6 0,161 1 0,16-2 0,-260 11 0,-1-1 0,0-1 0,0-1 0,-1-2 0,1 0 0,-2-2 0,1 0 0,23-16 0,-32 17 0,-1-1 0,0 0 0,0-2 0,-1 1 0,-1-2 0,0 0 0,0 0 0,-2-1 0,0 0 0,0-1 0,-1 0 0,11-27 0,46-169-2425,-47 145-2701,0 2-4497,-12 47-2986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3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1 961 11565,'80'-45'3846,"101"-40"1,-137 68-2701,76-43 0,-110 55-1048,0-1 0,0-1 0,-1 0 1,0 0-1,0-1 0,-1 0 0,0 0 1,0-1-1,-1 0 0,0-1 0,0 1 0,-1-1 1,5-12-1,-10 18-60,-1 0-1,1-1 1,-1 1 0,0 0-1,0 0 1,-1 0 0,1-1 0,-1 1-1,0 0 1,0 0 0,0 0 0,0 0-1,-1 0 1,0 0 0,0 0 0,-4-6-1,5 7 10,-1 1 15,1 0 0,-1 0-1,0 1 1,1-1 0,-1 0 0,0 1 0,0-1 0,0 1 0,0 0 0,0-1-1,0 1 1,0 0 0,-1 0 0,1 0 0,0 1 0,0-1 0,-5 0-1,-38-2 581,40 3-518,-8 1 60,1 0 1,0 1-1,-1 1 1,1-1 0,0 2-1,0 0 1,1 0-1,-1 1 1,1 1 0,0 0-1,1 0 1,-11 9 0,4-2 86,0 1 0,0 1 0,2 0 0,0 1 1,-24 34-1,32-40-184,1 0 0,0 0 0,0 0 0,2 1-1,-1 0 1,1 0 0,-3 13 0,6-18-59,0 0-1,1 0 1,-1 0-1,1 0 1,0 0-1,1-1 1,-1 1 0,1 0-1,0 0 1,1 0-1,-1-1 1,1 1-1,1-1 1,-1 1-1,6 8 1,1 0-7,2-2 1,-1 1-1,1-2 0,1 1 1,0-2-1,1 1 1,0-2-1,0 0 0,1 0 1,1-1-1,-1-1 1,1 0-1,29 8 0,0-2-52,0-3 0,1-1-1,77 5 1,-65-11 2,0-2 0,0-2 1,66-12-1,-93 9 19,0-2 0,0-2-1,-1-1 1,0-1 0,-1-1 0,0-1-1,42-26 1,-58 30-23,0-1 0,-1 0 1,0-1-1,-1 0 0,0-1 0,0 0 0,13-20 0,-22 30 26,0-1-1,0 1 1,0-1-1,0 1 0,0-1 1,0 1-1,0-1 1,-1 0-1,1 1 0,-1-1 1,1 0-1,-1 1 1,0-1-1,1 0 0,-1 0 1,0 1-1,0-1 1,0 0-1,-1 0 0,1 1 1,0-1-1,-1 0 1,1 1-1,-1-1 0,1 0 1,-1 1-1,0-1 1,1 1-1,-1-1 0,0 1 1,0-1-1,0 1 1,-1 0-1,1-1 0,0 1 1,0 0-1,-1 0 1,1 0-1,-2-1 0,-3-1-23,0-1-1,-1 2 1,1-1-1,-1 1 1,1 0-1,-1 0 1,-13-1-1,6 2-139,0 1 0,0 0 0,0 1 0,0 0 0,0 1-1,-23 6 1,-80 33-1731,84-28 1362,-98 42-2105,113-46 2062,1 1-1,0 1 1,0 0 0,-28 26-1,44-36 528,-1 0-1,1 0 1,0 0-1,-1 1 1,1-1-1,0 0 1,0 1 0,0-1-1,0 1 1,0-1-1,0 1 1,1-1-1,-1 1 1,0 0-1,1-1 1,-1 1-1,1 0 1,0-1 0,-1 1-1,1 0 1,0 0-1,0 3 1,1-4 37,0 1 1,0 0-1,0-1 1,0 0-1,0 1 1,0-1-1,0 0 1,1 1 0,-1-1-1,0 0 1,1 0-1,-1 0 1,1 0-1,-1 0 1,1 0-1,0-1 1,-1 1-1,3 0 1,8 3 157,1-1 0,0 0 0,-1-1 1,23 0-1,179-3 2536,99 6 717,-237 1-3306,0-3-1,79-8 1,-131 3-161,0-2 0,-1 0 0,1-2 0,-1-1 0,0 0 1,0-2-1,-1-1 0,-1 0 0,32-21 0,-25 11 33,-1 0 0,-1-3 0,0 0 0,-2-1 0,-1-1 1,23-33-1,156-268-8,-57 83 109,28 11 1446,-173 231-1497,0 1-1,0 0 0,0 0 0,0 0 0,0 0 0,0 0 0,0 0 0,0 0 0,0 0 1,0 0-1,0 0 0,0 0 0,1 0 0,-1-1 0,0 1 0,0 0 0,0 0 1,0 0-1,0 0 0,0 0 0,0 0 0,0 0 0,1 0 0,-1 0 0,0 0 1,0 0-1,0 0 0,0 0 0,0 0 0,0 0 0,0 0 0,0 0 0,1 0 0,-1 0 1,0 0-1,0 0 0,0 1 0,0-1 0,0 0 0,0 0 0,0 0 0,0 0 1,0 0-1,1 0 0,-1 0 0,0 0 0,0 0 0,0 0 0,0 0 0,0 1 0,0-1 1,0 0-1,0 0 0,0 0 0,0 0 0,0 0 0,0 0 0,0 0 0,0 0 1,0 1-1,0-1 0,0 0 0,0 0 0,0 0 0,2 3 62,1 1-1,-1-1 1,-1 1 0,1 0-1,0 0 1,-1-1 0,0 1-1,0 0 1,0 0 0,0 0-1,-1 0 1,1 0 0,-1 0-1,0 1 1,-1 6 0,-2 7 180,-1 0 0,-8 25 1,5-19-25,-56 189 1191,17-66-624,-33 189 1,77-299-1216,3-36 403,-1 0-1,0 0 0,0 0 0,0 0 1,1 0-1,-1 0 0,1 0 0,-1 0 0,1 0 1,-1 0-1,1 0 0,-1 0 0,1 0 1,0 0-1,-1 0 0,1-1 0,0 1 0,0 0 1,0-1-1,0 1 0,0 0 0,-1-1 1,1 1-1,0-1 0,0 0 0,0 1 0,1-1 1,-1 0-1,0 1 0,0-1 0,0 0 1,0 0-1,0 0 0,1 0 0,4-1-48,-1 0 0,1 0 0,-1 0 0,0-1 0,0 0 0,0 0 0,0-1-1,0 1 1,9-7 0,41-34-265,-28 22 118,-24 19 285,0 19 396,-2-12-390,-1 1-1,0-1 0,0 0 1,0 0-1,-1 0 1,0 1-1,0-1 0,-2 7 1,-4 22 236,8-22-224,0-1-1,0 1 1,1 0 0,0 0-1,1 0 1,0-1-1,1 0 1,1 0-1,0 0 1,6 11 0,-2-7-110,0 0 1,1-1 0,0 0 0,1-1-1,1 0 1,17 15 0,-8-13-548,0 0 0,0-2 0,2 0 1,-1-2-1,28 10 0,108 31-5593,-150-50 5721,81 24-6946,-12-3-4127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6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6 14589,'-37'-6'10548,"47"34"-6172,-8-13-3968,0 0 1,-1 1-1,0-1 0,-1 1 0,-1-1 0,-1 0 0,-6 30 0,4-20-419,-81 341 11,12-69 0,66-259 0,-39 218 0,38-192 0,3 0 0,2 65 0,4-104 0,1 0 0,2 0 0,0-1 0,1 0 0,2 1 0,0-2 0,18 40 0,-17-48 0,0 0 0,2 0 0,-1-1 0,2 0 0,0-1 0,0 0 0,1-1 0,1-1 0,0 1 0,1-2 0,28 17 0,-21-15 0,0-2 0,1-1 0,0-1 0,1-1 0,-1 0 0,1-2 0,1-1 0,24 2 0,-14-5 0,0-1 0,-1-1 0,1-2 0,0-2 0,34-9 0,-6-3 0,-1-3 0,-1-3 0,-2-3 0,0-2 0,78-51 0,-73 37 0,-1-3 0,-3-2 0,84-86 0,-133 122 0,-9 11 0,-1 0 0,0 0 0,0 0 0,1 0 0,-1 0 0,0 0 0,1-1 0,-1 1 0,0 0 0,1 0 0,-1 0 0,0-1 0,0 1 0,0 0 0,1 0 0,-1-1 0,0 1 0,0 0 0,0 0 0,1-1 0,-1 1 0,0 0 0,0-1 0,0 1 0,0 0 0,0-1 0,0 1 0,0 0 0,0-1 0,0 1 0,0 0 0,0-1 0,0 1 0,0 0 0,0-1 0,0 1 0,0 0 0,0-1 0,0 1 0,-1-1 0,-33-2 0,16 5 0,6-2 0,10-5 0,6-2 0,-3 6 0,-1 1 0,1-1 0,-1 1 0,1-1 0,-1 0 0,1 1 0,-1-1 0,0 0 0,1 1 0,-1-1 0,0 0 0,1 0 0,-1 1 0,0-1 0,0 0 0,0 0 0,0 1 0,0-1 0,0 0 0,0 0 0,0 0 0,0 1 0,0-1 0,0 0 0,-1 0 0,1 1 0,0-1 0,0 0 0,-1 0 0,1 1 0,0-1 0,-1 0 0,1 1 0,-1-1 0,1 1 0,-1-1 0,1 1 0,-1-1 0,0 1 0,1-1 0,-1 1 0,0-1 0,1 1 0,-1-1 0,0 1 0,1 0 0,-1 0 0,0-1 0,0 1 0,1 0 0,-1 0 0,0 0 0,0 0 0,1 0 0,-2 0 0,1 0 0,-6-1 0,-1 1 0,0 1 0,0-1 0,1 1 0,-1 0 0,0 1 0,1 0 0,-14 5 0,-61 30 0,50-20 0,2 0 0,0 2 0,-30 25 0,46-32 0,0 0 0,1 1 0,0 0 0,1 2 0,1-1 0,0 1 0,-15 29 0,24-40 0,0 0 0,0 1 0,1-1 0,-1 1 0,1-1 0,0 1 0,1 0 0,-1 0 0,1-1 0,0 1 0,0 0 0,0 0 0,1-1 0,0 1 0,-1 0 0,2-1 0,-1 1 0,1 0 0,-1-1 0,1 0 0,0 1 0,1-1 0,-1 0 0,1 0 0,0 0 0,0-1 0,0 1 0,0-1 0,1 1 0,-1-1 0,5 3 0,8 6 0,0-1 0,1 0 0,1-2 0,-1 1 0,30 9 0,9 0 0,1-2 0,1-3 0,69 8 0,-39-10-395,1-5 0,109-4 1,52-21-9452,-195 13 2780,-2 1-4621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795 97 15445,'-79'-39'2952,"21"6"3295,51 29-5700,1 1 1,-1 0 0,0 0 0,1 0-1,-1 1 1,-1 0 0,1 1 0,0 0-1,0 0 1,0 0 0,-11 1 0,6 1-296,1 0 1,-1 1 0,1 1-1,0 0 1,0 0 0,-18 8 0,3 2-290,1 1 1,1 2-1,0 0 1,0 2-1,-20 20 1,-170 170 36,199-191 0,1 0 0,-19 28 0,30-41 0,0-1 0,1 1 0,0 0 0,0 0 0,0 0 0,0 1 0,0-1 0,1 0 0,0 1 0,0-1 0,0 1 0,0-1 0,1 1 0,0-1 0,0 1 0,0-1 0,0 1 0,1-1 0,1 8 0,0-10-5,-1 0 0,0 0-1,1 0 1,0 0 0,-1 0 0,1 0 0,0-1 0,0 1-1,0-1 1,0 1 0,0-1 0,0 0 0,0 0 0,0 0-1,1 0 1,-1 0 0,0 0 0,1-1 0,-1 1 0,1-1-1,3 1 1,5 0-56,1-1 0,-1 0-1,14-2 1,-22 2 55,68-11-206,-48 7 156,1 0 1,-1 2-1,33 1 1,-48 1 47,0 1 1,0 1-1,0-1 1,0 1-1,0 0 1,-1 1 0,1 0-1,-1 0 1,0 1-1,1 0 1,-2 0-1,1 1 1,11 9 0,1 7-353,0 1 1,-2 0 0,0 1-1,25 50 1,-26-45-841,3 8-615,18 28-4199,-7-30-2967,-8-23-92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0 201 9093,'19'-34'634,"-13"22"-264,1-1-1,0 1 1,1 1-1,0 0 0,1 0 1,15-14-1,-15 17 113,-1 0 1,1 1-1,1 0 0,-1 1 1,1 0-1,0 1 0,1 0 1,-1 0-1,21-5 0,-26 9-372,1 0 0,-1 0-1,1 0 1,-1 1 0,1 0-1,-1 0 1,1 0-1,-1 1 1,1 0 0,-1 0-1,1 0 1,-1 1 0,0-1-1,0 1 1,0 1-1,0-1 1,0 1 0,0-1-1,-1 2 1,1-1 0,-1 0-1,6 6 1,-1 1-13,0 1-1,-1 0 1,0 0 0,-1 0 0,0 1-1,-1 0 1,-1 1 0,1-1 0,-2 1-1,0 0 1,0 0 0,2 23 0,-4-18 22,-1 0 0,0 0 0,-1 1 0,-2-1 0,1 0-1,-2 0 1,0-1 0,-2 1 0,-6 19 0,6-26 318,-1 0-1,-1 0 1,0 0-1,0-1 0,-12 13 1,0 1 1321,16-21-13,5-5-1055,33-34-677,2 1 0,1 2 0,82-54 0,-53 39-1797,-51 36 1137,131-94-4667,-46 37-2988,-37 27-1636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8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40 7401,'0'0'10691,"1"2"-9867,1 4-583,0-1 1,-1 1 0,0 0-1,0 0 1,0 0 0,-1 0-1,0 0 1,0 0-1,-1 6 1,-11 61 425,6-44-432,-10 34 309,15-60-325,6-4-132,27-8 72,41-18-1,-9 3 99,-58 22-193,-1 1 1,0-1 0,0 1 0,1 0 0,-1 0 0,0 0 0,1 1 0,-1 0 0,1 0 0,9 1-1,-12 0-28,-1 0-1,1 0 1,-1 1-1,1-1 1,-1 0-1,1 1 1,-1 0-1,0-1 1,0 1-1,0 0 1,0 0-1,0 0 1,0 1-1,0-1 1,-1 0-1,1 1 1,-1-1-1,0 1 1,0-1-1,0 1 1,0 0-1,0-1 0,0 4 1,4 17 266,-1-1 1,2 32-1,-5-34-195,1 0-1,1 0 0,1 0 0,11 36 1,-13-51-93,0 0 1,1 0-1,0-1 1,-1 1-1,2 0 1,-1-1 0,0 0-1,1 0 1,0 0-1,0 0 1,0 0-1,0-1 1,1 0-1,-1 0 1,1 0 0,0-1-1,0 1 1,0-1-1,0 0 1,0 0-1,1-1 1,7 2-1,-3-2-7,0-1 0,-1 1 0,1-2 0,0 1 0,-1-1 0,1-1 0,-1 0 0,1 0-1,13-5 1,11-7-4,37-20 0,-66 32 0,30-17-19,-2-2 1,0-1-1,43-37 1,80-89-65,-128 121 80,38-39-94,-65 64 63,-3 1 50,0 0-13,0 0-1,0 0 0,0 0 0,-1 0 0,1 1 0,0-1 0,0 1 1,-1 0-1,1-1 0,0 1 0,-1 0 0,1 0 0,0 1 0,-1-1 1,1 0-1,0 1 0,0 0 0,-1-1 0,1 1 0,0 0 0,0 0 0,0 0 1,-3 2-1,-8 5 43,0 1 0,-18 17 1,15-13 20,3-3-19,1 1-1,0 0 0,1 0 0,0 1 0,1 1 0,0 0 0,1 1 0,0-1 0,1 2 0,1-1 0,0 1 0,-7 25 1,13-37-44,0 0 1,0 0 0,1 1 0,-1-1 0,1 0 0,0 0-1,0 1 1,0-1 0,0 0 0,1 1 0,0-1 0,-1 0-1,1 0 1,0 0 0,0 0 0,1 0 0,-1 0 0,0 0 0,1 0-1,0 0 1,0 0 0,0-1 0,0 1 0,3 2 0,-1-2-16,0-1 0,0 1 0,0 0 0,0-1 0,1 0 0,-1 0 0,1 0 0,-1-1 0,1 0 0,0 0 0,0 0 0,0 0 0,-1-1 0,1 1 0,0-1 0,7-1 0,5-1-34,0-1 0,-1 0 1,1-1-1,-1-1 0,0-1 0,-1 0 0,1-1 0,-1-1 0,14-9 1,16-15 9,-2-2 0,-1-3 1,-2 0-1,-1-3 0,-3-1 0,63-91 1,-71 80 10,-23 42 15,-5 9 7,-1 0 0,1 0-1,0 0 1,-1 0 0,1 0-1,0 0 1,-1 0 0,1 0-1,-1 0 1,1 0 0,-1 0-1,0 0 1,1 1 0,-1-1 0,0 0-1,0 0 1,1 1 0,-1-1-1,0 0 1,0 1 0,0-1-1,0 1 1,0-1 0,0 1-1,-2-1 1,2 2 2,-1-1 1,1 1-1,-1 0 0,1 0 0,-1 0 0,1 0 0,-1 0 1,1 0-1,0 0 0,0 1 0,0-1 0,0 0 1,0 1-1,0-1 0,0 0 0,0 1 0,0 0 1,1-1-1,-1 1 0,0-1 0,1 1 0,0 0 1,-1-1-1,1 1 0,0 0 0,0 0 0,0-1 0,0 1 1,0 3-1,0 0 5,0-1 0,1 1 0,-1 0 0,1 0 0,0 0-1,0-1 1,0 1 0,1-1 0,0 1 0,3 6 0,1-3-15,0-1-1,0-1 1,1 0-1,0 1 1,0-2-1,0 1 1,1-1-1,0 0 0,14 6 1,86 30-448,-68-27 281,-5-2 8,0 3 1,42 24-1,-60-29 107,0 1 1,-1 1-1,-1 0 0,0 2 1,-1-1-1,14 18 1,-20-21 34,-2 1 0,0 0 1,0 1-1,-1-1 1,4 13-1,6 12-251,0 2-131,-14-32 367,1 0 0,0 0 0,1-1 1,-1 1-1,1-1 0,0 1 0,0-1 0,0 0 0,1 0 0,0 0 0,5 4 0,-7-7 38,0-1-1,0 1 0,0-1 1,0 0-1,0 0 0,0 0 1,0 0-1,1 0 0,-1 0 1,0-1-1,0 1 0,1-1 0,-1 1 1,0-1-1,1 0 0,-1 0 1,0 0-1,1 0 0,-1-1 1,1 1-1,-1-1 0,0 1 1,0-1-1,1 0 0,-1 0 1,0 0-1,0 0 0,0 0 1,0 0-1,0-1 0,0 1 1,0-1-1,-1 1 0,1-1 1,0 0-1,-1 1 0,3-4 1,6-8 171,-1-1 0,0 0 0,0 0 0,7-20 0,-6 15 133,-1 3-97,13-27 311,2 0 0,51-66 1,-67 98-476,1 1 0,0 1 0,1 0 0,-1 0 0,2 1 0,-1 0 1,1 1-1,1 0 0,-1 0 0,1 1 0,0 1 0,0 0 0,1 1 0,23-5 1,-30 9-20,1 0 0,-1 0 0,0 1 0,0 0 0,0 0 0,0 0 0,0 1 0,0 0 0,0 0 0,-1 1 0,1-1 0,-1 1 0,1 1 0,-1-1 0,0 1 0,0 0 0,-1 0 0,1 0 0,-1 0 0,0 1 0,4 5 0,-4-3 33,0 1 0,0-1 0,0 1 0,-1 0 0,-1 0-1,1 0 1,-1 0 0,-1 0 0,1 1 0,-1-1 0,-1 13 0,0-4 76,-1 0 1,-1 1 0,-1-1 0,-4 16 0,2-18-33,0-1 0,-1 1 0,0-1 0,-1 0 1,0-1-1,-2 0 0,1 0 0,-19 20 0,1-6 43,-1-1 0,-36 26 0,6-12-328,-8 6-2054,28-10-3396,33-32 4861,-5 12-2244,14 0-3013,13 11-3959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8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61 13325,'-21'-42'5837,"11"33"-4629,0 0 516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9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2 17698,'32'-1'1568,"36"3"3498,-66-2-4828,0 0 0,1 0 1,-1 1-1,0-1 0,0 1 0,0-1 0,0 1 0,0 0 0,0 0 0,0 0 0,0 0 0,0 0 1,0 0-1,-1 1 0,1-1 0,0 1 0,-1-1 0,1 1 0,-1-1 0,0 1 0,1 0 1,-1 0-1,0 0 0,0 0 0,0 0 0,0 0 0,-1 0 0,1 0 0,0 0 0,-1 0 0,1 3 1,0 5-88,-1 0 1,0 0 0,-1 1 0,0-1-1,-3 14 1,2-16-247,-18 84 95,-47 128 0,40-137 0,-100 277 17,-29 95-303,145-419-850,-7 25-3044,14-17-7053,4-20-1732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39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89 15049,'-28'-24'1099,"0"0"236,-3-3 3263,31 27-4551,0 0 1,-1 0 0,1-1-1,0 1 1,-1 0 0,1 0-1,0 0 1,0 0-1,0-1 1,-1 1 0,1 0-1,0 0 1,0 0 0,0-1-1,-1 1 1,1 0 0,0 0-1,0-1 1,0 1 0,0 0-1,0-1 1,0 1-1,-1 0 1,1 0 0,0-1-1,0 1 1,0 0 0,0-1-1,0 1 1,0 0 0,0-1-1,0 1 1,0 0-1,1 0 1,-1-1 0,0 1-1,0 0 1,0-1 0,0 1-1,0 0 1,16-4 1070,30 7-80,-42-3-927,73 13 738,0 3 0,96 34 0,-145-42-729,64 20 216,-2 3-1,152 77 1,-209-89-250,0 2 0,-1 1 1,55 50-1,-69-54-25,0 0 0,-2 1 0,0 1 0,-2 1 0,0 0 0,21 45 0,-16-16 224,-2 0 0,12 59 0,-28-105-270,2 10 55,1 0-1,0 0 1,1-1 0,1 0 0,0 0 0,1 0-1,8 11 1,-10-18-53,0 0 0,0 0-1,0-1 1,0 0 0,1 0-1,0 0 1,0-1 0,0 0-1,1 0 1,-1 0 0,1-1 0,0 0-1,0 0 1,14 3 0,-5-3-12,1-1 0,-1-1 1,1 0-1,-1-1 0,1 0 1,-1-1-1,0-1 0,1-1 1,-1-1-1,0 0 0,0 0 1,-1-2-1,0 0 0,0-1 1,0 0-1,15-11 1,-12 6-3,0-1 1,-2-1 0,1 0-1,-2-1 1,0 0 0,-1-2-1,0 1 1,-1-2 0,-1 0 0,-1 0-1,16-38 1,-19 37-42,-1-1-1,0 0 1,-2-1 0,-1 1-1,0-1 1,-2 0 0,0 0-1,-1 0 1,-2 0 0,0 0-1,-1 0 1,-1 0 0,0 0-1,-2 0 1,-1 1 0,0 0-1,-2 0 1,0 1 0,-1 0-1,-1 0 1,-1 1 0,0 0 0,-1 1-1,-1 1 1,-1 0 0,-17-16-1,23 25-482,-1 0-1,0 0 0,-1 1 1,1 0-1,-1 1 0,0 0 1,-13-4-1,17 7-90,0 0 0,0 1 1,0 0-1,0 0 0,0 0 0,-7 1 1,9 0-246,0 1 1,0-1-1,0 1 1,0 0-1,0 0 1,0 0-1,1 0 1,-1 1-1,-7 3 1,-21 18-10666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0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1013 236 9197,'15'-9'501,"4"-3"654,-1 0 0,18-17 0,-30 24-50,0-1 0,0-1 0,-1 1 0,0-1 1,6-10-1,-10 15-708,0 0 1,0 1 0,0-1-1,0 0 1,0 0-1,-1 0 1,1 0 0,0 0-1,-1 0 1,0 0-1,1 0 1,-1 0 0,0 0-1,0 0 1,0 0-1,-1 0 1,0-3 0,1 3-240,-1 1 0,0 0 0,1-1 1,-1 1-1,0 0 0,0 0 1,0 0-1,0 0 0,-1 0 0,1 0 1,0 0-1,0 0 0,0 0 0,-1 0 1,1 1-1,-1-1 0,1 0 1,-2 0-1,-6-1 173,-1 0 0,1 1 0,-1-1 0,1 2 0,-18 0 0,-12 4-203,1 2 1,-1 1-1,2 2 0,-1 2 1,-38 16-1,51-18-75,-51 20-53,2 3 0,1 2 0,1 4 0,2 4 0,3 2 0,-79 66 0,146-110-9,-16 14 30,0 0 1,1 0-1,-20 28 0,32-38-52,0 0 1,0 1-1,1-1 0,0 1 0,0-1 0,0 1 0,0 0 0,1 0 0,-2 6 0,3-8-36,0-1 0,0 1 0,0-1 0,0 1 0,1-1 0,-1 1 0,1-1 0,-1 1 0,1-1 0,0 0 0,0 1-1,0-1 1,0 0 0,0 0 0,0 0 0,1 0 0,-1 0 0,1 0 0,3 3 0,0-1-27,0 0 0,1-1-1,-1 0 1,1 0 0,0-1 0,-1 1 0,1-1 0,1 0 0,-1-1 0,0 0 0,0 0-1,0 0 1,1 0 0,9-2 0,12 1-224,51-9 0,-45 3 298,-1-2 0,0-1 1,37-16-1,89-48 865,-1 1 577,-152 69-1316,1 1-1,-1 0 1,1 0 0,0 1 0,12-2-1,-17 3-80,0 0-1,-1 0 1,1 0-1,0 0 1,-1 0-1,1 1 1,0-1-1,-1 0 1,1 1-1,-1-1 1,1 1-1,-1 0 1,1 0-1,-1 0 1,1-1-1,-1 1 1,0 0-1,0 0 1,1 1-1,-1-1 1,0 0-1,0 0 1,0 1-1,0-1 1,0 0-1,0 1 1,-1-1-1,1 1 1,0-1 0,0 4-1,0 6-19,0 1 0,0-1 0,-1 1-1,-1-1 1,0 1 0,0-1 0,-5 16 0,6-25-4,-13 51-1,-34 93 0,27-90 0,-117 281 0,53-177 0,-76 109 0,113-193 0,-3-2 0,-70 78 0,114-144 0,-3 2 0,-13 19 0,-1-2 0,-2-1 0,0 0 0,-50 36 0,65-58 0,10-8 0,8-9 0,16-16-127,0 2 0,2 0 0,49-38 0,100-60-1845,-109 80 1162,695-457-6831,-547 375 6242,448-300 1343,-636 407 402,-1-1 1,40-43-1,-56 53 35,0 0 1,0-1-1,-1-1 1,-1 1-1,0-1 1,-1 0 0,0 0-1,6-22 1,-12 33-231,1-1 0,0 1 0,-1-1 0,0 1 1,1-1-1,-1 1 0,0-1 0,0 1 0,0-1 1,-1 1-1,1-1 0,-1 1 0,1 0 0,-1-1 1,-1-2-1,1 4-60,0-1 0,0 1-1,0 0 1,0-1 0,0 1 0,0 0 0,0 0 0,-1 0 0,1 0 0,0 0-1,-1 0 1,1 0 0,-1 0 0,1 1 0,-1-1 0,1 1 0,-4-1 0,1 0 30,-1 0 1,1 1 0,-1 0 0,0 0 0,1 0 0,-1 1-1,0 0 1,1-1 0,-1 2 0,1-1 0,-1 0 0,1 1-1,0 0 1,-6 3 0,-4 4 4,1 1-1,0 1 1,0 0-1,1 1 1,0 0-1,1 0 1,1 1-1,0 1 1,0 0-1,2 0 1,0 1-1,0 0 1,2 1-1,0-1 1,-5 19-1,6-16-158,1 0-1,0 0 0,1 0 1,1 1-1,1-1 1,1 1-1,0 0 0,1-1 1,1 1-1,1-1 0,1 0 1,0 0-1,11 26 1,-11-34-112,1-1-1,0 0 1,0 0 0,1 0 0,0-1 0,1 0 0,0 0 0,0-1-1,1 0 1,0 0 0,14 10 0,-9-10-80,0 0 0,0-1 1,1 0-1,-1-1 0,1 0 0,1-1 0,22 3 0,-10-4-44,0-1-1,-1-1 0,1-2 0,0 0 1,-1-2-1,1-1 0,-1-1 0,44-15 1,-41 8 153,0-1 0,0-1 0,-2-2 1,0 0-1,27-22 0,-4-3 253,51-52 0,-44 32 308,-2-2 0,49-75 0,69-135 1360,-52 78 476,-99 158-1799,21-28 497,-74 112-979,-33 66 0,7-9 0,-12 9-257,6 4-1,-71 178 1,110-234-1565,-13 40-3036,33-88 3043,1 1 0,0 0 0,1-1 1,0 1-1,1 18 0,6 21-9627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16582,'44'-9'2432,"9"-10"-572,1 22-440,6 3-236,11 7-580,2-1-780,18 6-532,19 0-904,8 0-892,9 9-3181,24 6-4728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1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882 121 6657,'1'-4'770,"-1"-1"1,1 1-1,0 0 1,-1 0 0,0-1-1,0 1 1,-1 0 0,1 0-1,-1 0 1,-1-6-1,1 8-456,-1-1-1,1 1 0,0 0 1,-1-1-1,1 1 0,-1 0 1,0 0-1,0 0 0,0 0 1,0 1-1,0-1 0,0 1 1,0-1-1,-1 1 0,1-1 1,-1 1-1,-3-1 0,-11-5 463,0 1 0,0 0 0,0 2 0,0 0 0,-1 1 0,1 0 0,-1 2 0,-24 0 0,-17 6 251,1 3 1,0 2 0,-104 32 0,76-12-1299,-142 72 1,227-102 243,1 0 0,-1 1 0,1-1 0,-1 0 0,1 0 0,-1 1 0,0-1 0,1 0 0,-1 1 0,1-1 0,0 0 0,-1 1 0,1-1 0,-1 1 0,1-1 0,-1 1 0,1-1 0,0 1 0,0-1 0,-1 1 0,1-1 0,0 1-1,0 0 1,-1-1 0,1 1 0,0-1 0,0 1 0,0 0 0,0-1 0,0 1 0,0-1 0,0 1 0,0 0 0,0-1 0,0 1 0,0 0 0,1-1 0,-1 1 0,0-1 0,0 1 0,1-1 0,-1 1 0,0-1 0,0 1 0,1-1 0,-1 1 0,1-1 0,-1 1 0,1-1 0,-1 1 0,0-1 0,1 0 0,-1 1 0,1-1 0,0 0 0,-1 1 0,1-1 0,-1 0 0,1 0 0,0 1 0,3 1-20,1 0 0,-1 1 0,0-2 0,1 1 0,-1 0 0,1-1 0,6 1 0,26 1-84,3 0 629,-1 2-1,60 14 1,-86-16-339,-1 1 0,0 1 0,0 0 0,-1 0 0,1 1 0,-1 1 0,-1 0 0,1 0 0,-1 1 0,0 0 0,-1 1 0,11 13 0,-5-1-209,-2 0 1,0 1 0,-2 0 0,0 1 0,10 36 0,6 10-2140,-20-51 344,-1 1 0,4 22-1,10 28-7433,4-20-3170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1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1198 14625,'-2'-2'221,"0"1"0,0-1-1,0 0 1,0 0-1,0 0 1,1 0-1,-1 0 1,1 0 0,-1 0-1,1-1 1,0 1-1,0 0 1,0-1 0,0 1-1,0-1 1,0-5-1,1 3 235,1 0 0,0 0 1,0-1-1,0 1 0,1 0 0,0 0 0,3-5 0,-1-2 180,7-15 938,1 1-1,2 1 0,16-25 0,-4 13-451,2 2-1,58-57 0,339-286-655,-202 186-464,-190 163-1,7-8 0,1 2 0,2 2 0,78-47 0,-116 77 0,1 0 0,0 0 0,0 1 0,0 0 0,1 0 0,-1 0 0,0 1 0,1-1 0,-1 2 0,1-1 0,-1 1 0,1 0 0,-1 0 0,1 1 0,-1 0 0,1 0 0,-1 0 0,1 1 0,-1 0 0,0 0 0,0 1 0,0-1 0,0 2 0,-1-1 0,1 0 0,-1 1 0,0 0 0,0 0 0,0 1 0,0-1 0,-1 1 0,7 9 0,5 9 0,-2 0 0,0 1 0,-1 1 0,-1 1 0,-2 0 0,13 48 0,-9-18 0,-3 0 0,5 76 0,-14-98 0,-1 0 0,-2-1 0,-1 1 0,-1-1 0,-2 1 0,-18 61 0,15-72 0,-1 0 0,0-1 0,-2 0 0,-1 0 0,-1-2 0,0 1 0,-2-2 0,0 0 0,-2 0 0,-21 19 0,7-14 0,0-1 0,-1-1 0,-2-2 0,0-2 0,-1-1 0,0-1 0,-73 20 0,21-13 0,-1-4 0,-96 9 0,107-23-183,34-11-4008,30 2-248,30-1-3486,26-3-5120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 18390,'0'0'19,"-9"48"2191,2 1 0,-1 50 1,6-52 782,-17 83 1,-21 47-1089,17-81-2070,-11 36 122,-81 207 0,28-145-6287,81-181 5065,0 0 1,1 1-1,-4 21 0,1 15-4900,4 9-5978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2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24 109 18034,'-20'-36'3488,"16"15"-320,11 6-339,0 0-569,13 6-436,23-3-660,11 12-1164,13 9 0,20 6 0,13 12 0,18 0 0,12 6 0,8-2-1192,2 2-1872,-2-6-765,-1 0-3419,0 3-7202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2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23 12577,'0'0'2110,"1"-2"-216,0 1-1683,-1-1 0,1 1 1,-1 0-1,1 0 0,0 0 0,-1 0 1,1 0-1,0 0 0,0 0 0,0 0 1,0 0-1,0 0 0,0 0 0,0 1 1,0-1-1,0 0 0,1 1 0,-1-1 1,0 1-1,0-1 0,1 1 0,-1-1 1,0 1-1,0 0 0,2 0 0,0 0-51,-1 0 0,0 1 0,0-1-1,0 1 1,0-1 0,0 1-1,0 0 1,0 0 0,0 0-1,-1 0 1,1 0 0,0 1-1,-1-1 1,1 0 0,0 1 0,-1-1-1,0 1 1,3 2 0,5 8 85,-1 0 0,0 1 0,0 0 0,-2 0 0,1 1 0,-2-1 0,0 1 0,0 1 0,-2-1 0,0 1 0,0-1 0,-1 1 0,0 24 0,-3-18-171,-1-1 1,0 1-1,-2-1 1,0 0-1,-2 0 0,0-1 1,-1 0-1,0 0 1,-17 27-1,5-14-1,-2-2 0,-2-1 0,0 0 0,-2-2 1,-51 44-1,65-60 22,-1-1 543,21-24-284,3 0-322,0 1-1,1 1 1,0 0-1,1 1 1,1 0-1,16-9 1,9-7 66,88-62-2169,161-83 0,-279 166 1758,181-92-4759,-60 37-3459,-54 30-1554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2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406 3 9765,'-53'37'3646,"3"2"1,-48 46-1,69-56-2334,2 0-1,1 2 0,1 1 0,-27 47 0,44-64-1154,1 1 0,1-1 0,0 1 0,2 0 1,-1 0-1,2 0 0,0 1 0,1 0 0,1-1 0,0 1 1,2 0-1,-1-1 0,7 34 0,-4-41-123,1 0-1,-1-1 1,1 1-1,1-1 1,-1 1 0,2-1-1,-1-1 1,1 1-1,0-1 1,0 0-1,1 0 1,8 6 0,-9-8-23,1 0 1,0-1 0,-1 0-1,1 0 1,1 0-1,-1-1 1,0 0 0,1 0-1,0-1 1,0 0 0,-1 0-1,1-1 1,0 0-1,0 0 1,9-1 0,-5-1-10,0-1 0,0 0-1,0 0 1,0-1 0,-1-1 0,1 0 0,-1-1 0,0 0 0,0-1 0,-1 0-1,1 0 1,-1-1 0,-1-1 0,1 1 0,-1-2 0,12-14 0,-9 8 12,-2-1-1,0-1 1,0 0 0,-2 0 0,0-1 0,-1 0 0,-1 0 0,0-1-1,-2 1 1,0-1 0,-1 0 0,-1-1 0,-1 1 0,0 0 0,-2-1-1,-4-34 1,2 36-235,0 0-1,-2 1 0,0-1 0,0 1 1,-2 0-1,0 0 0,-1 1 1,-1 0-1,0 1 0,-1-1 0,-1 2 1,0 0-1,-1 0 0,0 1 1,-1 0-1,-1 1 0,0 1 0,-18-12 1,23 18-438,0 0 0,-1 1 0,0-1 0,0 2 0,0 0 0,-18-4-1,20 6-599,-1 0-1,1 1 1,-1 0-1,1 0 1,-10 2-1,-33 10-9723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5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9889,'0'0'4754,"20"-20"6640,-18 20-11287,-1 1 0,1-1 0,0 1-1,0 0 1,0 0 0,-1-1 0,1 1 0,0 0 0,-1 1-1,1-1 1,-1 0 0,0 0 0,1 1 0,-1-1 0,0 1-1,0-1 1,1 1 0,-1 0 0,0 1 0,2 3 58,-1-1 1,1 1 0,-1 0-1,-1 0 1,1 0-1,0 7 1,0 11 109,-1 1 0,-2 28 0,1-43-190,-3 24 189,-8 37 0,7-47-186,0 0 1,1 1-1,2 41 0,1-64-81,0 1 1,0-1-1,1 1 0,-1-1 1,1 1-1,0-1 0,0 1 0,0-1 1,0 1-1,0-1 0,0 0 0,0 0 1,1 0-1,-1 0 0,1 0 1,0 0-1,-1 0 0,1 0 0,0 0 1,0-1-1,0 1 0,1-1 0,-1 0 1,0 1-1,0-1 0,1 0 1,-1 0-1,0 0 0,1-1 0,-1 1 1,1-1-1,0 1 0,-1-1 0,1 0 1,2 0-1,10 0 19,0-1-1,0-1 1,-1 0 0,27-7 0,-31 6-23,69-20 40,121-55 0,24-6 9,-195 74-19,0 2 0,1 1 0,0 1 0,0 2-1,39-1 1,-62 5-24,0 0-1,1 1 0,-1-1 1,0 2-1,0-1 1,-1 1-1,1 0 0,0 0 1,-1 1-1,1 0 0,-1 0 1,0 0-1,0 1 1,0 0-1,0 0 0,0 0 1,-1 1-1,0 0 0,0 0 1,-1 1-1,1-1 1,-1 1-1,0 0 0,0 0 1,-1 0-1,0 0 1,0 1-1,2 9 0,11 35 132,-10-26-92,15 35 0,-17-52-36,0-1-1,0 1 1,0-1 0,1 0 0,0 0 0,0-1 0,1 1-1,9 7 1,-3-5 2,0 0-1,0-1 0,1-1 0,0 0 0,0-1 1,1-1-1,0 0 0,0 0 0,0-1 1,0-1-1,1-1 0,-1 0 0,18 0 0,-4-2 1,0-1-1,0-1 0,0-1 1,-1-2-1,1-1 0,27-10 0,-24 5-27,-1-2-1,-1-2 0,0 0 0,-1-2 1,0-1-1,-1-1 0,34-32 0,-54 45-76,-1-1-1,0 0 1,0 0-1,6-10 0,-11 14-112,-29-12-710,21 15 635,0 0 0,1 1 0,-1-1 0,1 2 0,-1-1 0,1 1 0,-1 0 1,1 0-1,0 1 0,0 0 0,0 0 0,0 0 0,0 1 0,-8 7 0,11-9-112,18-1 361,-1-1 310,0-1 0,0 0 0,0-1 0,0 0 0,0-2 0,0 1 1,-1-2-1,23-9 0,10-3 902,-41 15-1041,0 0 0,1 1 0,-1 0 0,0 0 0,1 0 0,-1 1-1,1-1 1,-1 1 0,1 0 0,-1 1 0,0 0 0,1 0 0,-1 0 0,6 2 0,-7-2-117,-1 1 1,1 0-1,-1 0 1,0 1-1,1-1 0,-1 1 1,0 0-1,0-1 1,-1 1-1,1 0 1,-1 1-1,1-1 0,-1 0 1,0 1-1,0-1 1,-1 1-1,1 0 1,-1-1-1,1 1 1,0 5-1,1 9-24,0-1 0,0 1 0,-2 0 0,0 0 0,-2 1 0,1-1 0,-2 0 0,-6 25 0,-6 14 0,-26 70 0,-1-25 0,-4-2 0,-97 156 0,93-180 0,-3-3 0,-3-2 0,-4-2 0,-2-3 0,-130 106 0,155-144 0,-66 40 0,100-66 0,-1-1 0,1 1 0,-1-1 0,0 0 0,1 0 0,-1 0 0,0-1 0,0 1 0,0-1 0,1 1 0,-1-1 0,0 0 0,0 0 0,0 0 0,0 0 0,-5-2 0,7 2 0,-1-1 0,1 0 0,-1 0 0,1 1 0,-1-1 0,1 0 0,0 0 0,0-1 0,-1 1 0,1 0 0,0 0 0,0-1 0,0 1 0,0 0 0,0-1 0,1 1 0,-1-1 0,0 1 0,1-1 0,-1 1 0,1-1 0,-1 0 0,1 1 0,0-1 0,0 1 0,0-1 0,0-2 0,0-11 0,2-1 0,0 0 0,0 1 0,2 0 0,0 0 0,0 0 0,2 0 0,0 1 0,0-1 0,17-24 0,4-4 0,3 1 0,37-39 0,42-40 0,5 5 0,4 6 0,249-178 0,-298 242-529,3 3 0,142-62 0,-164 86-1757,92-22 0,-99 32-1314,0 2-1,72-1 0,-23 9-9221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12741,'-3'1'8137,"2"-1"-7859,-1 1 0,1-1-1,-1 1 1,1-1 0,-1 1 0,1 0 0,0-1 0,-1 1 0,1 0-1,0 0 1,0 0 0,0 0 0,0 0 0,0 0 0,0 0 0,-2 2-1,2 0 108,1 1-1,-1-1 1,1 0-1,0 0 0,-1 0 1,1 0-1,1 1 0,0 4 1,-1 9 734,1 0 1,-5 32-1,-23 72-838,21-100-214,-6 29-69,5-20-7,-1 1-1,-25 57 0,32-86-560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6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86 11757,'2'-5'1212,"0"0"0,0 0 0,-1 0 0,1 0 0,-1 0 0,0 0 0,0-9 0,0 3-318,4 1 3098,9-3-2276,-11 10-592,-2 4-925,0-1 0,0 0 1,0 1-1,1-1 0,-1 0 1,0 1-1,-1-1 0,1 1 1,0 0-1,0-1 1,0 1-1,0 0 0,0 0 1,0 0-1,0 0 117,2 2-299,0 0 0,-1 0 0,1 0 0,-1 0 0,0 1 0,0-1 0,-1 1 0,1-1 0,0 1 0,-1 0 0,0-1 0,0 1 1,0 0-1,-1 0 0,1 0 0,-1-1 0,0 8 0,0 12-30,-5 39 1,-10 15 12,-2 0 0,-4-1 0,-31 73 0,19-56 0,-25 112 0,54-186 0,2 0 0,-1 0 0,2 0 0,1 0 0,0 1 0,1-1 0,1 0 0,1 0 0,10 36 0,-9-45 0,-1-1 0,1 1 0,1-1 0,0 0 0,0 0 0,1 0 0,0-1 0,0 0 0,1 0 0,0-1 0,1 0 0,-1 0 0,1 0 0,1-1 0,-1 0 0,1-1 0,0 0 0,0 0 0,1-1 0,11 4 0,5-1-963,1 0 0,48 5 0,58-8-11445,-54-7-2078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6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81 283 15105,'-22'3'922,"-37"6"8589,85 1-7184,-2 0-1730,10-2-208,0-3 1,1 0-1,60-1 1,-88-4-369,43 1-16,-1-2-1,53-7 1,-86 5-23,0 1 0,1-2 1,-1-1-1,-1 0 0,1 0 1,-1-2-1,0 0 0,0-1 1,-1 0-1,15-11 0,-23 12 7,1 1-1,-1-1 1,0 0-1,0 0 1,-1 0-1,1-1 0,-2 0 1,1 0-1,-1 0 1,-1-1-1,1 1 1,-1-1-1,-1 0 1,3-15-1,-4 19 18,-1 1 0,0-1-1,1 1 1,-2 0 0,1-1-1,0 1 1,-1 0 0,0-1-1,0 1 1,0 0 0,0 0-1,-1-1 1,0 1 0,0 0-1,0 1 1,0-1 0,0 0-1,-1 1 1,0-1 0,0 1-1,0 0 1,0 0-1,0 0 1,-1 0 0,1 0-1,-1 1 1,1 0 0,-1-1-1,0 1 1,0 1 0,0-1-1,-9-2 1,3 2 64,0 0 0,-1 1 1,1 0-1,0 0 0,-1 1 0,1 1 1,0 0-1,-1 0 0,1 1 0,0 0 0,0 1 1,0 0-1,0 1 0,-14 6 0,-6 6 174,1 0 0,1 2 0,-30 25 1,42-32-179,2 1 0,0 1 1,0 0-1,1 1 0,1 1 1,0 0-1,1 0 1,1 1-1,0 0 0,-8 21 1,17-33-69,-1 0 0,1 0 0,0 0 0,0 0 0,1 0 0,-1 0 0,1 0 0,0 1 0,0-1 0,0 0 0,0 0 0,1 0 0,0 0 1,0 0-1,0 0 0,0 0 0,1 0 0,-1 0 0,1 0 0,0-1 0,0 1 0,1-1 0,-1 1 0,1-1 0,0 0 0,-1 0 0,1 0 0,0 0 0,1-1 1,-1 1-1,0-1 0,5 2 0,5 4-98,0-2 0,1 1 1,0-2-1,0 0 0,0-1 1,0 0-1,23 3 0,10-1-146,0-2-1,83-4 1,-97-3 181,-1-2 1,0 0-1,-1-2 1,1-2 0,41-17-1,23-15-104,-91 39 161,-1 0 0,1 0 0,-1-1-1,1 0 1,-1 0 0,4-4 0,-7 7 6,-1-1 1,1 0 0,0 1 0,-1-1 0,1 0-1,0 0 1,-1 1 0,0-1 0,1 0 0,-1 0 0,1 0-1,-1 0 1,0 0 0,1 1 0,-1-1 0,0 0-1,0 0 1,0 0 0,0 0 0,0-1 0,-1 0 0,1 1 1,-1 0-1,0-1 0,0 1 1,0 0-1,0 0 0,0 0 1,0 0-1,0 0 0,0 0 1,-1 0-1,1 0 0,0 0 1,-1 0-1,1 1 1,0-1-1,-1 0 0,1 1 1,-1 0-1,1-1 0,-1 1 1,1 0-1,-1-1 0,-2 1 1,-19-1-61,1 1-1,-1 1 1,1 1 0,-1 0 0,1 2 0,0 1 0,0 1-1,1 0 1,0 2 0,0 0 0,-23 14 0,25-7-244,19-15 300,0 0 0,0 1-1,0-1 1,0 0-1,0 0 1,0 1 0,-1-1-1,1 0 1,0 0 0,0 1-1,0-1 1,0 0-1,0 1 1,0-1 0,0 0-1,0 0 1,1 1 0,-1-1-1,0 0 1,0 0-1,0 1 1,0-1 0,0 0-1,0 0 1,0 1-1,1-1 1,-1 0 0,0 0-1,0 0 1,0 1 0,0-1-1,1 0 1,-1 0-1,0 0 1,0 0 0,1 0-1,-1 1 1,0-1 0,0 0-1,1 0 1,6 2-31,0 0 0,0-1 0,0 0 0,12 1 0,-19-2 36,130 2 44,3 1 288,-112-1-295,0 1 1,0 0-1,-1 2 1,27 8-1,-19-2-825,-1 0 0,0 1 0,32 21 0,-18-2-3691,-1 7-3724,-17-11-2482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70 13645,'-7'-10'1071,"6"9"-882,-1 0-1,1 0 1,0 0-1,-1-1 1,1 1 0,0-1-1,0 1 1,0-1 0,1 1-1,-1-1 1,0 1-1,0-1 1,1 0 0,-1 1-1,1-1 1,-1 0-1,1 0 1,0 1 0,0-1-1,0 0 1,0 0 0,0 1-1,0-1 1,0 0-1,1 0 1,-1 0 0,1 1-1,0-3 1,0 3 61,-1 0 0,1 0 0,0 1 0,-1-1 0,1 0 0,0 0 0,-1 1 0,1-1 0,0 0 0,0 1 0,0-1 0,0 1 0,0-1 0,0 1 0,0 0 0,-1-1 0,1 1 0,0 0 0,0 0 0,1-1 0,-1 1 0,0 0 0,1 0 0,0 1 23,1-1 0,-1 1 0,1-1 0,-1 1 1,0 0-1,1 0 0,-1 0 0,0 0 0,4 3 0,4 4 93,0 0-1,0 1 1,9 10 0,-15-15-132,13 14-38,-1 1 0,-1 0-1,-1 1 1,0 1 0,-2 0-1,0 1 1,-1 0 0,-2 1 0,0 0-1,11 48 1,-18-57-196,0-1 0,-1 1 0,-1 0 0,0-1 0,-1 1 0,0 0 0,-1-1 0,-1 1 0,0-1 0,-1 0 0,0 0 0,-1 0 0,0 0 0,-1-1 0,-1 0 0,0 0 0,0 0 0,-14 14 0,8-15 0,6-13 0,5-8 0,2 7 0,0 0 0,-1 0 0,1 0 0,1 0 0,-1 1 0,0-1 0,1 0 0,-1 0 0,1 0 0,0 1 0,0-1 0,0 0 0,0 1 0,1-1 0,-1 1 0,1-1 0,-1 1 0,4-3 0,5-7 0,1 0 0,15-13 0,-6 8 0,-6 3-8,16-16-307,1 1 0,52-35 0,-27 28-2776,82-37 1,-97 54-703,55-15 1,-50 23-2100,-6 12-3280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7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9 10729,'-1'-1'281,"0"0"0,1 1 0,-1-1 0,0 1 0,1-1 0,-1 0-1,0 1 1,0-1 0,0 1 0,1 0 0,-1-1 0,0 1 0,0 0 0,0-1 0,0 1 0,0 0 0,0 0 0,0 0-1,0 0 1,0 0 0,1 0 0,-3 0 0,2 2 10,0-1-1,0 1 1,1-1-1,-1 1 1,0 0 0,1-1-1,-1 1 1,1 0-1,-1-1 1,1 1 0,0 0-1,0 0 1,0-1-1,0 1 1,0 0-1,1 2 1,-2 13 253,0 0 0,-2 0-1,1 1 1,-2-1 0,-6 18 0,-37 82 367,12-31-293,34-83 145,5-4-481,138-41 938,-90 25-608,92-18 0,-137 34-566,1 0 0,-1 0 0,1 1 0,-1 1 0,1-1 0,0 1 0,-1 0 0,0 1 0,1 0 0,-1 0 0,0 1 0,0-1 0,0 2 0,0-1 0,0 1 0,-1 0 0,0 0 0,0 1 0,0 0 0,0 0 0,-1 0 0,1 0 0,-1 1 0,-1 0 0,1 0 0,-1 1 0,4 7 0,-5-8-87,1 0 1,0-1-1,1 1 1,-1-1-1,1 0 1,0 0-1,0-1 1,1 0-1,-1 0 1,1 0-1,0 0 1,0-1 0,9 4-1,-5-4-26,-1 0-1,1-1 1,0 0 0,0 0-1,0-1 1,1-1 0,-1 1 0,12-3-1,10-2-58,-1-2 1,1-1-1,-2-2 0,52-21 0,-58 19 64,0 0-1,-1-1 0,0-2 0,-1 0 0,0-2 0,-2 0 0,1-1 0,-2-1 1,-1-1-1,0-1 0,-1 0 0,25-41 0,-39 55 48,0 0 1,0 0-1,-1 0 1,0 0-1,0 0 1,0-1-1,0-6 0,-2 12 21,1 0 0,-1 0 0,0 0 0,0-1 0,0 1 0,0 0 0,0 0 0,0 0 0,-1 0 0,1-1 0,0 1-1,0 0 1,-1 0 0,1 0 0,-1 0 0,1 0 0,-1 0 0,0 0 0,1 0 0,-1 0 0,0 0 0,1 0 0,-1 0 0,0 1-1,0-1 1,0 0 0,0 0 0,0 1 0,0-1 0,0 1 0,0-1 0,0 1 0,0-1 0,0 1 0,0 0 0,-1-1 0,1 1-1,0 0 1,0 0 0,0 0 0,0 0 0,-2 0 0,-4 1 47,1-1-1,-1 1 1,0 1 0,1-1-1,0 1 1,-1 0-1,1 1 1,0 0 0,0 0-1,0 0 1,-10 8 0,-5 5 283,-31 31 1,37-32-189,1-1-38,1 1-1,1 0 1,0 1 0,1 0 0,1 1 0,1 0-1,0 0 1,1 1 0,-9 30 0,15-41-122,1 0 0,-1 0 0,1 1 0,1-1 0,-1 1 0,1-1 1,0 1-1,1-1 0,0 0 0,0 1 0,1-1 0,0 0 0,0 0 0,0 0 0,1 0 0,0 0 0,1 0 0,0-1 1,0 1-1,0-1 0,0 0 0,8 7 0,1-4-375,0 0 1,0 0 0,1-1-1,0-1 1,0-1 0,1 0-1,23 6 1,111 19-3947,-131-28 3637,5 0-964,0-1 1,27 0-1,13-6-4731,-9 1-2630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8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9053,'10'-15'13701,"-10"17"-12808,-2 5-576,1-5-201,0 1 0,1-1 1,-1 0-1,1 0 0,0 1 0,0-1 0,0 0 1,0 0-1,0 1 0,0-1 0,0 0 0,1 0 1,-1 1-1,1-1 0,0 0 0,-1 0 0,1 0 1,2 4-1,-2-4 274,2 18-147,-2-10 603,-8-18-83,-3-5 2138,14 14-2260,1 1-596,1 0 0,-1 0 0,0 0 0,0 1 0,0 0 0,0 0 0,0 0 0,-1 1 0,1-1 0,-1 1 0,0 0 1,0 1-1,-1-1 0,1 0 0,-1 1 0,0 0 0,4 8 0,1 1-45,18 30 0,29 68 0,-50-99 0,0-1 0,-1 1 0,-1 1 0,0-1 0,0 0 0,-1 1 0,-1 0 0,0-1 0,-1 1 0,-3 21 0,3-32 0,-1 1 0,0 0 0,0 0 0,0 0 0,0-1 0,-1 1 0,0 0 0,1-1 0,-1 1 0,-1-1 0,1 0 0,0 0 0,-1 0 0,1 0 0,-1 0 0,0 0 0,-5 2 0,-11 5 0,17-9 0,0-1 0,0 1 0,-1-1 0,1 0 0,0 1 0,-1-1 0,1 0 0,0 0 0,0 0 0,-1-1 0,1 1 0,0-1 0,-1 1 0,1-1 0,0 0 0,0 0 0,0 1 0,0-2 0,0 1 0,0 0 0,0 0 0,0-1 0,0 1 0,1-1 0,-1 1 0,0-1 0,1 0 0,-1 0 0,1 1 0,0-1 0,0 0 0,0 0 0,0-1 0,0 1 0,0 0 0,0 0 0,0-4 0,-1-2 0,1 0 0,0 0 0,1-1 0,0 1 0,0 0 0,0 0 0,1 0 0,1 0 0,3-13 0,0 7 0,0-1 0,2 1 0,0 1 0,0-1 0,1 1 0,16-19 0,4-1 0,33-31 0,-18 24 32,95-71 1,-111 93-197,2 1 1,0 1-1,1 1 1,0 2-1,35-10 1,-33 13-1458,0 1 1,57-6-1,-78 14 617,0 0 0,0 1 1,0 1-1,1-1 0,-1 2 0,0 0 1,0 0-1,0 1 0,0 0 1,-1 1-1,18 8 0,25 25-10956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8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14 172 14529,'-13'-27'3689,"33"12"-289,3 0-268,21-12-539,-31 21-541,11-12-392,6 6-368,0-1-872,0 4-420,-3-3-116,-3 3-1740,9 6-880,-3-3-1025,-6 15-3379,-4-3-7034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48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13785,'0'0'5721,"0"-24"-8589,0 0-2029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8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13 13701,'22'-10'2178,"-17"8"-43,-10 2-178,2 0-1762,-1 0 82,0 1 0,0-1-1,0 1 1,0 0 0,0 0-1,0 0 1,0 0 0,0 0-1,1 1 1,-1 0 0,1 0-1,-1 0 1,1 0 0,0 1-1,-1-1 1,1 1 0,-2 3-1,-15 17 698,2 2-1,1 0 0,-17 33 0,-37 89 1139,65-135-1979,-56 137 609,-62 222-1,106-304-740,3 1-1,2 1 1,4 1-1,-2 99 1,12-128-3,2 0 1,1-1 0,16 63 0,-13-76-3,1-1-1,2 0 1,1 0-1,1-1 1,29 46-1,-29-55-317,1 0 0,0-1 0,2 0 0,-1-1-1,2-1 1,0 0 0,1-1 0,0-1 0,0 0-1,1-2 1,27 11 0,-22-11-666,1-1-1,0-1 0,0-1 1,1-2-1,0 0 1,-1-1-1,1-2 1,48-3-1,6-8-5450,3-2-4113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8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79 12117,'-73'-19'7113,"76"1"-6033,4 3-196,26 6-44,31-3-308,-4 9-224,7 0-244,84 3-816,-71 6-236,-3 0-484,-10 9-336,-10 3-373,-3 4-2407,-18 5-3577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8857,'0'0'7921,"14"-6"-7297,2 0-244,18 9-584,23-3-700,-7 0-465,7 0-891,0 3-1528,10 9-2485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10737,'1'5'145,"0"2"538,1 1 0,0-1 1,1 1-1,-1-1 0,1 0 0,0 0 1,1 0-1,0-1 0,0 1 0,6 7 1,7 2-90,0 0 1,1-1-1,0-1 1,1 0 0,27 14-1,-26-16-459,18 10-494,1-2 0,0-1 0,43 13 0,-14-10-2304,74 13-1,-111-30 633,0-2-1,56-1 0,-68-2 631,35 0-3456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1162 120 9333,'-8'-12'457,"5"8"-158,-1-1-1,1 0 1,0 0 0,1-1-1,-1 1 1,1-1 0,0 1 0,-2-8-1,3 10-45,-1 0-1,0 0 0,1 0 1,-1 0-1,0 1 0,-1-1 1,1 1-1,0 0 0,-1-1 1,0 1-1,1 0 0,-1 0 1,0 1-1,0-1 0,0 0 0,0 1 1,0 0-1,0 0 0,-6-1 1,2-1 82,4 2-100,0-1 0,0 1 0,-1 0 0,1 0 0,0 1-1,-1-1 1,1 1 0,-1-1 0,1 1 0,-1 0 0,1 0 0,-6 1 0,-11 1 498,-41 2 741,0 2 1,0 3 0,-80 22 0,39-1-1559,-111 50 1,32 9-4837,66-21-4114,53-27-1407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188 275 10825,'-14'-15'1199,"5"6"51,0 0 0,0-1 0,1 0-1,0 0 1,1-1 0,-9-18 0,8 11-470,-4-8 1775,-27-48 0,32 64-2014,-1 1-1,0-1 1,-16-13-1,23 22-240,11 20-3058,-3-9 1631,3 9-2231,17 42-1,-14-21-2105,3 15-4611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60 193 13045,'-20'25'2136,"14"-40"221,-5-4 1967,1 13-2728,-3-3 680,36-45-3080,14 24-892,-10 6-744,0 3-956,16 3-1757,11-3-4108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6:59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12801,'0'0'5945,"3"-24"-4385,4 6-356,6 9-232,0-1-208,4 4-556,3-3-372,0-3-656,4 3-848,-1-6-740,4 0-3085,10 15-4424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5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203 223 8285,'8'-26'4888,"18"-36"0,-8 20-2523,2-25 1870,-19 66-4058,0-1 1,0 1-1,0-1 1,0 0-1,-1 1 0,1-1 1,-1 0-1,1 1 1,-1-1-1,0 0 1,1 0-1,-1 1 0,0-3 1,-2 4-79,1 1 0,-1 0-1,1 0 1,0-1 0,-1 1 0,1 0 0,0 0-1,0 0 1,0 1 0,0-1 0,0 0 0,0 0 0,0 0-1,-1 3 1,-35 48 635,-55 128 932,64-119-1472,2 1 1,3 1-1,-15 66 1,32-101-172,0 0 1,3 0 0,0 0 0,1 0-1,2 1 1,1-1 0,1 0-1,2 0 1,12 50 0,-12-66-43,0 0 1,1 0 0,0-1 0,1 0 0,0 0-1,0-1 1,1 1 0,1-2 0,0 1 0,0-1-1,1 0 1,0 0 0,0-1 0,1-1 0,0 1-1,1-2 1,0 1 0,0-2 0,0 1 0,0-1-1,1-1 1,0 0 0,0-1 0,0 0-1,0-1 1,0 0 0,1-1 0,-1 0 0,1-1-1,-1-1 1,0 0 0,20-4 0,7-5-10,1-2 0,-1-2 0,-1-1 0,62-36 0,-96 49 27,39-22-8,-1-1 0,52-44 0,71-71 305,-35 28 717,-100 88-853,-30 24-160,0 0 1,1-1 0,-1 1 0,0 0-1,1-1 1,-1 1 0,1 0 0,-1-1-1,0 1 1,1 0 0,-1 0 0,1-1-1,-1 1 1,1 0 0,-1 0 0,1 0-1,-1 0 1,1 0 0,-1 0 0,1 0-1,-1 0 1,1 0 0,-1 0 0,1 0-1,-1 0 1,1 0 0,-1 0 0,0 0-1,1 0 1,-1 0 0,1 1 0,-1-1-1,1 0 1,0 3-1,0 0 0,-1-1 0,0 1 0,1 0 0,-1-1 0,0 1 0,0 0 0,-1 0 0,1-1 0,-1 1 0,1-1 0,-2 4 0,-11 36 0,12-38 0,-14 33 0,0-2 0,-23 36 0,4-7 0,25-46-68,-279 613-2228,236-510-1613,15-36-565,7 1-3715,17-27-2658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5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61 14913,'-24'-39'12313,"48"27"-11108,16 3-285,10 15-272,17 6-552,17 0-616,23 0-832,17 6-637,10-6-923,7-3-932,16 9-1949,14 3-4908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5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1618 135 11933,'-10'-6'493,"4"3"23,0-1 0,1 0 0,-1-1 0,1 1 0,0-1-1,0 0 1,0 0 0,-7-12 0,7 11 129,-1 0 1,1 0-1,-1 0 1,0 1-1,-1 0 1,1 0-1,-1 1 1,0 0-1,0 0 1,0 0-1,-1 1 1,1 0-1,-1 1 1,0-1-1,-14-1 1,5 1 30,0 1 1,-1 1 0,1 0 0,-1 2 0,1 0 0,-25 4 0,22-1-618,1 1 1,0 1-1,1 1 1,-1 0-1,1 1 1,1 1-1,0 1 0,0 0 1,-16 14-1,13-7-45,1 1-1,0 0 0,2 1 1,0 1-1,1 1 0,-16 27 0,8-3-20,2 0-1,2 2 0,2 0 0,2 1 0,2 1 0,-12 78 0,-1 207 8,-1 7 0,24-319 18,-1 0 0,-1 0 0,-1 0 0,0-1 1,-2 0-1,-1 0 0,0-1 0,-1-1 0,-28 37 0,29-44-186,-1 0 0,-1-1-1,0 0 1,0-1 0,-1 0 0,0-1 0,-1-1-1,1 0 1,-2 0 0,1-2 0,-1 0-1,0 0 1,-1-1 0,-29 4 0,23-6-753,0-1 0,-1-1 1,0 0-1,1-2 0,-1-1 0,1-1 0,0-1 1,-35-11-1,37 9-862,0-2 1,1-1-1,-1 0 1,2-2-1,-25-16 0,4-6-6675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5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1 607 10713,'251'-196'1680,"-137"108"-152,-4 7-224,-6 9-99,-10 14-273,3 13-192,4 9-180,6 15-108,3 12-120,-6 12-168,-3 21-532,-14 15-528,-7 9-644,-13 13-765,-13 11-1867,-1 3-3173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6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530 122 8969,'-14'-30'7518,"10"31"-6299,-20 4 40,-13 5 1156,-1-3-1,-1 0 0,1-3 1,-55 0-1,80-6-2250,1 0 0,0-1 1,0-1-1,0 0 0,1-1 1,-1 0-1,1-1 0,0 0 1,-11-9-1,-7-2-77,9 5-87,2 0 0,-30-24 0,104 103 0,-33-32 0,-20-29 0,0-1 0,0 1 0,1-1 0,0 1 0,0-1 0,0 0 0,1-1 0,-1 1 0,1-1 0,0 0 0,1 0 0,7 4 0,-7-5-389,1 1 0,-1-2 0,1 1-1,0-1 1,0 0 0,13 2 0,49 1-7148,-38-3 2440,43 1-9328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7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1370 1574 13277,'-4'-23'1387,"4"16"-825,-1 1 0,0-1 0,-1 1 0,1-1 0,-1 1 1,0 0-1,-1 0 0,0 0 0,-3-7 0,1 7-210,1 0 0,-1 0-1,0 0 1,-1 1 0,1-1-1,-1 1 1,0 0 0,0 1-1,-1-1 1,0 2 0,1-1-1,-1 0 1,0 1 0,-1 1-1,1-1 1,0 1 0,-1 0-1,0 1 1,-10-1 0,-15 0 268,0 2 0,0 2 0,1 1 1,-1 1-1,-59 16 0,18 3 116,-96 43-1,80-25-596,-143 89 0,183-97-143,2 2-1,1 2 1,2 2-1,-44 49 1,76-74-30,1 1-1,1 0 1,0 0-1,0 1 1,2 1 0,0-1-1,-10 28 1,17-36-52,0-1-1,0 0 1,1 0 0,0 0-1,0 1 1,1-1 0,0 1-1,0-1 1,1 0 0,-1 1 0,2-1-1,-1 0 1,1 0 0,0 1-1,1-1 1,-1-1 0,2 1-1,-1 0 1,1-1 0,-1 0-1,2 1 1,4 5 0,-2-4-55,1 0 1,0 0-1,0 0 1,1-1-1,0 0 0,0-1 1,0 0-1,1 0 1,0-1-1,0 0 1,17 5-1,-13-6 33,0-1-1,1-1 1,-1 0-1,1-1 1,-1 0-1,0-1 1,1-1 0,16-3-1,-3-1 6,1-2 0,-1-2 0,0 0 0,-1-2 1,0 0-1,-1-2 0,-1-2 0,34-22 0,-2-7-15,-2-2 0,79-85 0,79-119 20,330-496 66,-164 134 862,-168 230 448,-208 378-1029,-6 9-16,-23 46-9,2 1 1,-28 91-1,-13 122 31,56-208-229,2-1-1,3 1 1,2 1-1,3-1 1,2 0-1,3-1 1,2 1-1,3-1 1,2 0-1,27 71 1,-30-100-18,2-1 0,0-1-1,2 0 1,1 0 0,26 33 0,-32-47-9,2 0 0,-1 0 0,1-1 0,1-1-1,0 1 1,0-2 0,1 0 0,0 0 0,0-1 0,0-1 0,1 0 0,16 4-1,22 2 19,-35-9-32,1 1 1,-1 1-1,0 1 1,24 10 0,-36-13 12,0 0 0,0 0 0,0 1 0,-1 0 0,0-1 0,1 1 1,-1 1-1,-1-1 0,1 0 0,0 1 0,-1 0 0,0 0 0,0 0 0,-1 0 1,0 1-1,1-1 0,-2 0 0,3 8 0,15 85 5,-13-60 6,2 0 0,17 47 0,-20-72-6,0 0 0,1-1-1,0 0 1,1-1 0,1 1 0,0-1 0,0 0-1,1-1 1,1 0 0,14 12 0,-14-15-1,0 0 1,0-1 0,0 0-1,1-1 1,0 0 0,0 0-1,1-2 1,-1 1-1,1-1 1,-1-1 0,1 0-1,0-1 1,0 0 0,0-1-1,0 0 1,0 0 0,14-4-1,-18 3 11,0-1 1,1 0-1,-1-1 0,0 1 1,0-1-1,0-1 0,-1 0 0,1 0 1,-1 0-1,0-1 0,0 0 0,-1-1 1,1 1-1,-1-1 0,0 0 1,-1-1-1,1 0 0,-1 1 0,-1-2 1,1 1-1,-1 0 0,-1-1 1,1 0-1,3-14 0,-2-3 11,-1 0 0,-1 0 1,-1 0-1,-1 0 0,-2 0 0,0-1 0,-2 1 1,0 0-1,-9-27 0,-6-15-198,-3 1 0,-32-68 0,48 120-323,-2 0-1,1 1 1,-2 0 0,0 0-1,0 1 1,-1 0 0,-1 0 0,0 1-1,0 0 1,-1 1 0,-24-17-1,34 26 278,0 0 1,-1 1-1,1-1 0,-1 1 0,1-1 1,-1 1-1,1-1 0,-1 1 1,0 0-1,1 0 0,-1 0 0,1 0 1,-1 0-1,0 0 0,1 0 0,-1 0 1,1 1-1,-1-1 0,1 1 0,-1-1 1,1 1-1,-1-1 0,-2 3 0,-20 19-6105,14-5-3458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27 127 11533,'-9'-40'2124,"-1"-6"2961,2 6 3350,15 71-8220,0 1 0,2-2 0,1 1 0,2-1 0,19 36 0,-28-61-208,0 0 0,0 0 0,0 0 0,1 0 0,0-1 0,0 1 0,0-1 0,0 0 0,1 0-1,-1 0 1,1-1 0,0 0 0,0 0 0,0 0 0,10 3 0,-6-3-6,0-1 1,1 0-1,-1 0 1,1-1-1,-1-1 0,1 0 1,-1 0-1,1 0 1,14-4-1,237-52-8,-237 51-181,-1 2 0,1 0 0,0 1 0,0 2 0,0 0 0,37 6 0,-30-2 50,1-2-1,-1-2 1,42-4 0,-41-3 294,0-2 1,0-1 0,51-25 0,-69 29-74,-12 5-11,1 3 9,0 2-71,1 0 0,0 0 0,-1 0 0,0 1 0,0 0 0,0-1 0,-1 1 0,0 0 0,0 1 0,0-1-1,0 0 1,-1 0 0,0 1 0,1 8 0,1-2 8,-1 0 1,2 0-1,5 13 0,-2-11-38,-1-1 0,2 0 1,0-1-1,0 0 0,1 0 0,1 0 0,-1-1 0,2-1 0,0 0 0,0 0 0,1-1 1,0-1-1,0 0 0,1 0 0,0-1 0,1-1 0,-1 0 0,1-1 0,0-1 0,1 0 1,-1 0-1,16 0 0,-2-2 1,-1-1 0,1-2 1,-1-1-1,1-1 0,-1-1 1,0-1-1,0-2 0,0-1 0,34-14 1,-14 0 21,-1-2 1,-1-2-1,-2-1 0,45-38 1,-74 54-15,4-1-24,-2-1 0,0-1 0,0-1-1,-2 0 1,14-17 0,-26 29-46,10-24-2568,-13 30 2637,0 0 0,1 0 0,-1-1 0,0 1 0,1 0 0,0 0 0,0 0 0,0 0 0,0 0 0,0 0 0,1 0 0,-1 0 0,2 4 0,0 0-1,1 0 0,1-1 0,-1 1 0,1-1 0,5 7 0,-2-4-17,1 0 0,0-1 0,0-1 0,1 0 1,0 0-1,0 0 0,1-1 0,0 0 0,0-1 1,0 0-1,0-1 0,1 0 0,0-1 0,0 0 1,0-1-1,16 2 0,6 0-67,1-1 0,-1-3 1,1 0-1,45-7 0,-54 2 275,0-1 0,0-1 0,-1-1 0,27-13 0,-13 6 577,-34 14 678,-13 1-1362,0 1 0,1 0 0,-1 1 0,0-1 0,1 2 0,0-1-1,-1 1 1,1 1 0,0-1 0,1 1 0,-1 1 0,1 0 0,0 0 0,0 0 0,0 1 0,1-1 0,-10 13-1,8-9-522,1 0 0,0 1-1,1 0 1,0 0 0,0 1-1,1 0 1,1-1-1,0 2 1,0-1 0,1 0-1,1 1 1,-2 19 0,4-26-56,0 0 0,0-1 0,1 1 0,-1 0 0,1-1 0,0 1 0,1-1 0,-1 1 0,1-1 1,0 0-1,0 1 0,0-1 0,1 0 0,-1 0 0,1-1 0,0 1 0,0 0 0,1-1 0,-1 0 0,1 0 0,-1 0 1,1 0-1,0-1 0,8 5 0,11 7-5269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8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0 997 7581,'105'-218'2028,"206"-382"4670,-293 567-6490,-8 14-283,1 1 0,1 0-1,0 0 1,1 2 0,19-20-1,-27 33-197,0 0 0,0-1-1,0 2 1,0-1-1,8-2 1,-12 6 29,-1 1 0,1 0 0,-1 0 0,0 0 0,0-1 0,0 1 0,0 0 0,0 0 0,-1 0 0,1-1 0,0 1 1,-1 0-1,0 1 0,-14 42-3119,-1 3-1298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8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9745,'20'-24'8337,"-8"35"-6595,-10-10-1682,-1 0-1,0 0 1,1 0-1,-1 0 0,0 0 1,0 0-1,0 0 1,0 0-1,0 1 1,0-1-1,-1 0 1,1 1-1,0-1 0,-1 1 1,1-1-1,-1 1 1,1-1-1,-1 1 1,0-1-1,1 1 0,-1 2 1,-4 139 1207,1-84-930,0-38-229,1 1 0,1 24 0,5 36 109,-4-80-216,-1 0-1,1 1 1,1-1-1,-1 1 1,0-1-1,1 0 1,-1 1-1,1-1 1,-1 0-1,1 0 0,0 1 1,0-1-1,0 0 1,1 0-1,-1 0 1,0 0-1,1 0 1,-1 0-1,1-1 0,0 1 1,-1 0-1,1-1 1,0 1-1,0-1 1,0 0-1,0 1 1,0-1-1,0 0 0,1 0 1,-1-1-1,0 1 1,4 0-1,2 0 8,-1-1-1,0-1 1,1 1 0,-1-1-1,0-1 1,0 1-1,11-5 1,-7 3 40,25-9-71,-1-2 0,0-1 0,37-23 0,22-10-9,-82 42 26,1 1-1,0 0 0,0 1 0,0 0 0,0 1 1,23-2-1,-29 5 3,0 0 0,0 1 0,1-1 0,-1 1 0,0 1 0,-1 0 0,1 0 0,0 0 0,0 1 0,-1-1 0,1 2 0,-1-1 0,0 1-1,8 6 1,-4-3-23,3 4-25,1-1 0,0 0 0,31 14 0,-39-22 42,0 0 1,1 0-1,-1-1 1,0 1 0,1-1-1,0-1 1,-1 1-1,1-1 1,-1-1 0,1 1-1,-1-1 1,1 0-1,10-3 1,-2-1 7,0-1 1,-1 0-1,0-1 1,0-1-1,-1 0 1,0-1-1,20-17 0,78-83 102,-75 71 7,-21 24 12,32-23 0,-44 35-115,-1 2 4,0 1-1,0-1 1,0 1 0,-1-1-1,1 1 1,0 0-1,0 0 1,0 0 0,-1 0-1,1 0 1,0 0-1,-1 1 1,1-1 0,-1 0-1,1 1 1,0 1-1,1 3 11,0 0 0,-1-1-1,0 1 1,-1 0-1,1 0 1,-1 0-1,0 0 1,-1 0-1,1 0 1,-1 1-1,0-1 1,-1 0 0,1 0-1,-1 0 1,-1 0-1,-2 10 1,-5 10 130,-1 0 1,-17 34-1,24-54-99,-16 27 48,0-1 0,-2-1 0,-39 44 0,46-59-75,-1-1 0,-1-1 1,0-1-1,-1 0 0,-1-1 0,-19 10 0,-8 6-39,-21 12-307,-24 17-1227,80-50 946,0 1-1,1 1 0,-1-1 0,2 1 1,-1 1-1,-6 10 0,14-18 258,-1 0 0,1 0 0,0 0 0,0 0 0,0 0 1,0 0-1,1 1 0,-1-1 0,1 0 0,-1 1 0,1-1 0,0 0 0,0 1 0,0-1 0,0 0 0,0 1 1,0-1-1,1 1 0,-1-1 0,1 0 0,1 3 0,12 41-7585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58 7773,'10'-40'2120,"-20"22"6717,-3 33-11374,-1 0-2207,4 10-3721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09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9677,'0'0'4520,"4"0"-3096,67-13 1606,25-2-1914,7 9-397,114 10 1,109 23-140,-282-22-505,931 113 655,-1 28-443,-492-73-165,4277 702 189,-1686-184-273,-18 78 13,-3054-669-51,642 143-22,-49-18 38,-62-15 64,-68-23-173,-75-20-359,-74-23-654,95-19-3990,-378-25 2415,40-5 1,-57 2-114,0-1 0,22-7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2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481 151 8401,'4'-30'1631,"-3"22"-663,0-1-1,0 0 0,1 1 1,0-1-1,6-13 0,2-3 2444,5-5 18,-64 149 2188,-287 664-2866,246-524-6967,47-83-4047,37-133 2250,7-3-3555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2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72 7669,'5'-8'498,"0"0"0,1 0 1,0 0-1,0 1 0,10-10 1,-14 16-337,0-1 0,0 0 0,1 1 0,-1 0 0,0-1 0,1 1 0,-1 0 0,0 0 0,1 0 0,0 1 0,-1-1 0,1 1 0,-1-1 0,1 1 0,0 0 0,-1 0 0,1 0 0,0 0 0,-1 0 0,1 1 0,-1-1 0,1 1 0,0 0 0,-1 0 0,5 2 0,4 3 42,-1 0 0,0 1 0,0 1 0,-1 0 1,0 0-1,0 0 0,-1 1 0,0 1 1,-1-1-1,0 1 0,0 0 0,-1 1 0,0 0 1,5 15-1,0 3-7,-1 0 0,-2 0 0,0 1 1,5 50-1,-10-52-144,-1 1 1,-1-1-1,-2 0 0,-1 0 1,0 0-1,-3 0 1,0-1-1,-1 1 1,-2-1-1,-1 0 0,-1-1 1,-1 0-1,-2-1 1,-30 47-1,15-35 2,-3 0-1,0-2 1,-55 46-1,-118 80-451,202-160 383,-56 39-866,-12 9-1631,32-13-3264,25-21-1603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3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0 10929,'-17'30'1459,"-1"-2"0,-26 32-1,35-47-1043,0-1 1,1 1-1,1 1 0,0-1 0,1 1 0,-6 19 0,-19 90 816,-10 169-135,26-160-1243,11-92-53,5-39 182,-1 0 1,1 0 0,0 0-1,-1 0 1,1 1 0,0-1 0,0 0-1,0-1 1,0 1 0,0 0-1,0 0 1,0 0 0,0 0 0,0-1-1,0 1 1,0-1 0,0 1-1,1-1 1,-1 1 0,0-1 0,0 1-1,1-1 1,-1 0 0,3 0-1,1 0-19,0-1-1,0 0 0,0-1 0,-1 1 0,1-1 0,0 0 0,7-4 0,1 0-53,63-29-519,-33 14 297,87-28 1,130-6 302,-252 54 132,0-2 0,0 1 1,0-1-1,0-1 0,8-4 0,-9 5-64,-1-1-1,1 1 1,0 0-1,0 1 1,0 0-1,0 0 1,0 0-1,0 1 1,11-1-1,1 2-86,0 1-1,0 0 0,0 2 1,-1 0-1,24 7 1,-9 1-160,1-1-1,37 5 1,-60-13 176,0-1 1,0 0-1,0 0 1,1-1-1,-1-1 0,0 0 1,0 0-1,0-1 0,0-1 1,18-6-1,-23 7 98,0-2 0,-1 1-1,1-1 1,-1 0 0,1 0 0,-1 0 0,0-1-1,-1 0 1,1 0 0,6-10 0,-1-1 542,-1 0 0,10-25 0,-12 24-179,-6 15 106,5 5-383,-2-2-140,0 0-1,-1 1 1,1 0 0,-1 0 0,0 0-1,1 0 1,-1 0 0,0 1 0,0-1 0,-1 1-1,1 0 1,0-1 0,-1 2 0,0-1-1,0 0 1,0 0 0,0 1 0,0-1 0,-1 1-1,2 4 1,13 33 37,-3 1 1,-2 0-1,-1 1 0,-2 0 0,3 86 1,-10-96-66,-3-1 1,0 1-1,-2 0 1,-2-1-1,-1 0 1,-1 0-1,-2-1 1,-22 50-1,9-36-10,-2-1-1,-57 76 0,-78 68-33,133-158 43,19-22 4,1-1 0,-1 0 1,-1 0-1,1-1 0,-1 0 1,0 0-1,-10 4 0,25-32 84,10-3-105,2 1 1,34-37 0,-5 7-131,229-270-4401,-81 116-4237,-122 135 1589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3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 7393,'-24'51'1672,"18"-15"-92,-4-8-208,0 5-120,6-3-32,-6 24-160,0-18-183,-3 9-121,-7 4-152,-4-4-124,-3 3-152,-9 3-712,-1-8-1132,-10 2-37,0 9-2835,7-6-3381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4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697 149 11869,'-10'-66'1942,"9"60"-1468,-1 1 0,0-1 0,-1 0 0,1 1 0,-1-1 0,0 1 0,0 0 0,-1 0 0,0 0 0,1 0 0,-10-7 0,6 4 269,-2 5 514,2 2-1010,-1 1 0,0 1 1,1-1-1,-1 1 1,1 1-1,-1-1 1,1 1-1,-1 1 0,1-1 1,0 1-1,0 0 1,0 1-1,-9 6 0,-7 6 330,1 2 0,-28 29 0,45-43-516,-53 58 501,3 2 0,3 3 0,-83 139 1,117-177-502,2 2 0,0-1 0,3 2 0,0 0 0,2 1 0,2 0 0,-7 41 0,14-60-101,1 0 1,1 0-1,0 1 0,1-1 0,0 1 0,1-1 1,1 0-1,6 21 0,-5-25-62,0 0 0,1 0 0,0 0-1,1-1 1,0 0 0,0 0 0,1 0 0,0-1 0,0 0 0,1 0-1,0-1 1,13 9 0,-10-9-22,0-1 0,0 0-1,0 0 1,1-1 0,0-1-1,0 0 1,0-1 0,0 0-1,0-1 1,1 0 0,20 0-1,-6-2-34,0-2 0,0 0-1,0-2 1,35-10-1,-28 4 60,-1-1 0,-1-1-1,46-26 1,-34 13 16,-2-2 1,-1-2-1,71-66 1,-72 59-64,1 2 0,61-39 0,-94 68 108,-1 1 1,1 0-1,0 1 1,0 0-1,0 0 1,0 0-1,0 1 1,1 0-1,10 0 1,-16 2 29,1 0-1,-1 0 1,1 0 0,-1 1 0,0-1 0,1 1 0,-1 0 0,0 0 0,1 0 0,-1 1 0,0-1 0,0 1 0,0-1 0,0 1-1,0 0 1,-1 0 0,1 1 0,0-1 0,-1 0 0,0 1 0,1 0 0,-1-1 0,0 1 0,0 0 0,-1 0 0,2 4 0,6 15-32,-1 1 0,-1-1 0,-1 1 0,-2 1 0,0-1 0,-1 1 0,-1 29 1,-1-43 51,-1-4-18,1 1 1,-1-1-1,1-1 0,1 1 0,-1 0 0,1 0 0,0 0 1,0-1-1,1 1 0,4 6 0,-5-8 12,1-1 0,0 0 0,0 0 0,0 0 0,0 0 0,1 0 0,-1-1 0,1 0 0,0 1 0,0-1 0,0 0 0,0-1 0,0 1 0,7 1-1,59 13-57,127 12 0,-156-24-9,0-2 1,0-2 0,0-2-1,0-1 1,0-2 0,-1-2-1,1-2 1,49-18 0,-78 23 22,79-24-103,-80 26 125,0 0 0,1 0 0,-1 1 1,0 0-1,0 1 0,15 1 0,-22 0 15,0 0-1,0 0 0,0 0 1,0 1-1,0-1 1,0 1-1,0 0 1,-1 0-1,1 0 1,-1 1-1,0-1 0,6 6 1,1 3-11,-1 0 0,12 17 0,-16-19-7,1-1 0,0 0 0,0-1 0,0 1 0,1-1 0,1-1 0,11 10 0,-10-11-39,1-1 1,0 0-1,0-1 0,0 0 1,0 0-1,0-1 0,17 1 1,80 1-250,-64-3 202,10-1-95,-17 0 84,53 7 0,-76-5-55,-1 1 1,0 0-1,0 0 0,-1 1 1,1 1-1,-1 0 0,0 0 1,13 9-1,-10-4-109,-1 0-340,1-1 1,-1 0 0,1-1 0,1 0-1,-1-2 1,1 0 0,1 0 0,28 6-1,40 3-4837,-47-6 423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1 11009,'40'0'2456,"-47"12"-144,0 6 2553,-3-3-2845,0 6-244,-3 0-308,3 0-348,0 3-219,-17 18-161,0-8-296,4-4-652,-1-3-1084,-6 6-1037,-13 3-1267,-4 0-2817,3 7-5876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5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0 12609,'-2'2'249,"-1"0"0,1-1 0,-1 1-1,1 0 1,0 1 0,0-1 0,0 0 0,0 0-1,1 1 1,-1-1 0,0 1 0,1 0 0,0-1-1,0 1 1,0 0 0,-1 3 0,1-2 201,-1 0 1,1 0 0,-1-1-1,0 1 1,0-1-1,0 1 1,-1-1-1,1 0 1,-1 0-1,-3 3 1,-10 14 1083,7-1-786,0 0 0,1 0-1,1 1 1,1-1 0,-6 36-1,-1 1 45,4-17-967,1 0 0,-4 80 0,10 17-7941,-1-83-628,0-26 506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6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1 131 9621,'2'-1'45,"15"-17"723,1 2 0,1 0 0,0 1-1,1 1 1,1 0 0,37-17 0,-54 30-578,0 0-1,0 0 1,0 0 0,0 0 0,0 1 0,0-1 0,0 1 0,0 0 0,0 1 0,0-1-1,0 1 1,0-1 0,0 1 0,0 0 0,0 1 0,0-1 0,0 1 0,-1-1 0,1 1-1,3 3 1,3 2 67,-1 0-1,0 0 0,0 1 1,-1 0-1,10 13 1,-10-9-122,0-1 0,-1 1 1,0 0-1,-1 1 0,-1 0 1,0 0-1,0 0 1,-2 0-1,1 1 0,-2-1 1,0 1-1,0 0 1,-2 16-1,0 3 13,-1 0 0,-3 0 0,0 0 0,-13 44 0,3-35-51,-2 0 0,-1-2 0,-3 1 0,-38 58 0,11-19-76,23-29-249,23-48 117,7-4-12,43-11-145,-1-2 0,0-2 0,48-24 0,-71 30 173,34-14-181,73-19 1,-109 37 178,0 1 0,1 1-1,-1 0 1,1 2 0,0 1 0,34 3-1,-47 0 57,1 0 0,0 1 0,-1 1-1,0-1 1,0 2 0,0 0 0,0 0-1,-1 0 1,0 2 0,0-1 0,0 1 0,9 10-1,9 11-118,-1 1-1,32 44 0,-42-49-11,1-1 0,1-1 0,2 0 0,0-1 0,32 24 0,-36-35 81,1-2-1,0 0 0,0 0 1,1-2-1,0 0 1,0-1-1,0-1 1,38 3-1,11 3-77,-44-4 104,1 1 0,-2 1 0,1 1 0,26 15 0,35 13-1186,-75-34 1045,-1-1 1,1 0-1,1 0 0,-1-1 1,0 0-1,0-1 0,15-1 1,73-14-1028,-87 13 1084,9-4 233,0 0-1,0-1 1,31-16-1,-34 15 479,0 0 0,0 1 0,1 1 0,27-6 0,-37 11-406,1 1 1,-1 0-1,1 1 1,-1 0-1,0 0 0,16 5 1,-2-1-12,32 6-1356,1-2 0,92 3 0,-105-11 844,-1-2 1,0-1-1,0-2 0,0-2 0,44-13 1,59-39 5263,-141 56-2678,-2 2-2291,0 0 0,-1 0 0,1 0 1,-1 0-1,1 0 0,0 0 0,-1 0 0,1 0 1,-1 0-1,1 0 0,-1 1 0,1-1 0,0 0 1,-1 0-1,1 0 0,-1 1 0,1-1 0,-1 0 1,1 1-1,-1-1 0,0 1 0,1-1 0,-1 0 1,1 1-1,-1-1 0,0 1 0,1-1 1,-1 1-1,0-1 0,0 1 0,1-1 0,-1 1 1,0-1-1,0 1 0,0 0 0,0-1 0,0 1 1,1-1-1,-1 2 0,-6 20-6138,-1-1-592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6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10617,'0'0'6329,"17"-12"-4889,3-3-168,0 6-476,4 3-232,6-3-316,20-3-628,-7 6-816,4-1-652,7-2-1057,0 0-1411,6 9-3321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7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49 8545,'9'-7'1618,"0"0"1,-1-1-1,17-18 6425,-28 29-6469,-16 35-490,1 1 0,1 1 0,2 1 0,-12 59 0,15-60-698,-1 9-88,3 0 1,1 1 0,3-1 0,0 84 0,6-100-323,2 0 1,2-1-1,1 1 0,1-1 1,2 0-1,1 0 0,2-1 1,16 34-1,-16-45-332,1-1 1,0 0-1,2-1 0,0 0 0,1-1 0,0-1 1,2 0-1,0-1 0,0-1 0,1-1 0,1 0 1,1-1-1,29 13 0,-48-25 328,0 0 0,0 0-1,1 0 1,-1 0 0,0-1 0,0 1 0,0 0-1,0 0 1,0-1 0,0 1 0,0 0 0,0-1-1,0 1 1,0-1 0,0 0 0,-1 1 0,1-1-1,0 0 1,0 1 0,1-2 0,0 0-55,2-1 49,-1-1-1,1 1 1,-1-1-1,0 0 1,0 0-1,0 0 0,0 0 1,-1 0-1,0 0 1,0-1-1,0 1 1,0-1-1,-1 0 1,0 1-1,2-9 1,10-31-88,-4 26 103,1 0 0,1 0 0,0 1-1,1 0 1,1 1 0,0 1 0,1 0 0,1 1 0,0 0-1,1 1 1,1 1 0,0 1 0,0 0 0,28-12 0,-14 10 16,1 1-1,0 1 1,0 2 0,1 1 0,1 2 0,-1 1 0,1 2 0,35 0 0,-34 5 99,0 0 0,0 3-1,67 17 1,-93-20-23,1 1-1,-1 1 1,0-1 0,0 2-1,0-1 1,-1 1-1,9 6 1,-13-7 6,1 0-1,-1 0 1,0 0-1,0 0 0,-1 0 1,1 1-1,-1 0 1,0 0-1,0 0 1,2 6-1,-3-2 2,1-1 0,-2 1 0,1-1-1,-1 1 1,-1-1 0,1 1-1,-2 0 1,1-1 0,-1 1 0,0-1-1,-1 1 1,0-1 0,0 1-1,-1-1 1,-4 8 0,-5 12 126,-20 31 0,17-33-587,-21 52 0,33-71 95,1 1 1,0 0 0,0-1-1,1 1 1,-1 0 0,2 0 0,-1 0-1,1 0 1,0 0 0,1 0-1,2 13 1,-1-17 54,-1 0 0,1 0 0,0 0 0,0 0 0,1-1 0,-1 1 0,1-1 0,-1 1 0,1-1 0,0 0 0,1 0 1,-1 0-1,0 0 0,1-1 0,-1 1 0,1-1 0,0 0 0,0 0 0,0 0 0,0-1 0,0 0 0,0 1 0,8 0 0,3 1-252,0-1 0,0 0-1,0-1 1,0-1 0,21-2 0,-14-2 262,0 0-1,0-1 1,-1-1-1,0-1 1,0-1 0,0-1-1,-1-1 1,21-14-1,23-18 1091,60-51-1,-60 42 596,-27 20-245,-30 23-855,1 1-1,0 0 1,0 1-1,1 0 1,0 0-1,0 1 0,0 0 1,17-6-1,-25 11-325,-1 0-1,1 0 0,0 0 0,0 0 0,0 0 0,-1 0 0,1 0 0,0 0 0,0 0 0,0 0 0,-1 0 0,1 1 1,0-1-1,0 0 0,-1 1 0,1-1 0,0 0 0,-1 1 0,1-1 0,0 1 0,-1-1 0,1 1 0,-1-1 0,1 1 0,0 1 1,13 26 640,0 38-16,-12-52-602,1 1 0,1-1 0,0-1 0,0 1 0,2 0 0,-1-1 0,2 0 1,0 0-1,10 14 0,-12-21-48,0 0 0,0 0 0,0 0-1,0-1 1,1 0 0,0 0 0,0-1 0,0 0 0,1 0 0,-1 0 0,1-1 0,0 1 0,0-2 0,0 1 0,0-1-1,1 0 1,-1-1 0,1 0 0,14 1 0,-11-2-6,-1-1 0,1 0 0,-1-1 0,0 0 0,0 0 0,1-1 0,-2-1 0,1 0 0,0 0-1,-1 0 1,13-9 0,1-4 16,-1 0-1,39-41 0,-55 52-21,3-5 5,8-18 39,-10 19 57,-6 9-103,-1 0 1,1 0-1,0 0 1,0 0-1,-1 0 1,1 0-1,0 0 1,-1 0-1,1-1 1,-1 1-1,1 0 1,-1 0-1,0 0 0,0-1 1,1 1-1,-1 0 1,0 0-1,0 0 1,0-1-1,0 1 1,0 0-1,-1 0 1,1-1-1,0 1 1,-1 0-1,0-2 0,-49-87 219,48 87-181,0-1 1,-1 1-1,1 0 0,-1 0 0,0 0 0,1 0 1,-1 1-1,-1-1 0,1 1 0,0 0 0,-1 0 0,1 0 1,-1 0-1,1 0 0,-1 1 0,0-1 0,0 1 1,0 0-1,0 1 0,0-1 0,0 1 0,0-1 1,-6 2-1,-8-1 209,1 1 1,0 1-1,-31 8 1,30-5-143,0 1-1,0 0 1,1 1-1,0 1 1,0 1-1,1 1 1,0 0 0,1 1-1,0 0 1,0 1-1,2 1 1,-13 15 0,19-21-81,1 0 0,0 1 0,1 0 0,-1 0 0,2 0 0,-1 1 0,1 0 1,1 0-1,-1 0 0,1 0 0,1 0 0,0 1 0,0-1 0,1 1 1,0-1-1,1 1 0,0 0 0,0-1 0,1 1 0,1 0 0,-1-1 0,1 0 1,1 1-1,7 16 0,-1-9-150,1 0 1,0-1-1,1-1 0,1 1 1,1-2-1,0 0 0,0 0 1,2-2-1,-1 1 1,2-2-1,27 16 0,-7-6-283,2-2 0,0-2 0,0-2-1,55 15 1,-59-22 273,-1 0 0,1-2 0,0-2 0,1-1 0,-1-1 0,1-2 0,-1-2 0,0-1 0,1-2 1,-2-1-1,1-1 0,-1-2 0,0-2 0,58-26 0,130-94 457,-63 34 304,-139 86-423,0 2 1,1 0 0,25-7-1,-50 36 323,-3 0-370,0-1 0,-2 0 0,0-1 0,-2 0 0,-13 18 0,11-17-75,1 0 0,0 1 0,2 0 0,-9 22 0,19-39-73,0 0 0,0-1 1,0 1-1,0-1 0,1 1 0,-1 0 1,1 0-1,0-1 0,0 1 1,0 0-1,0 0 0,0 0 0,1-1 1,-1 1-1,1 0 0,0-1 1,0 1-1,0 0 0,0-1 1,0 1-1,0-1 0,1 0 0,-1 1 1,1-1-1,-1 0 0,1 0 1,0 0-1,0 0 0,0 0 0,5 3 1,-3-2-10,1-1 0,0 1 0,0-1 0,0 0 0,0-1 0,0 1 0,0-1 0,1 0 0,-1 0 0,0-1 0,1 0 0,-1 1 0,0-2 0,1 1 0,7-2 0,0-1-19,1-1 0,-1-1-1,0 1 1,0-2 0,0 0-1,-1-1 1,0 0 0,0 0-1,-1-2 1,12-10 0,8-11-755,52-66 0,-78 91 677,9-12-866,0 0 0,1 2 0,1-1-1,30-21 1,-36 30-18,0 1-1,1 0 1,0 1-1,0 0 1,0 1-1,0 0 1,1 1-1,0 0 1,0 1-1,16-2 1,23 1-3846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27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69 8797,'-17'22'11724,"16"-28"-11230,-14-36-1603,14 39 528,-1 0 0,1 0 1,-1 0-1,0 0 1,0 1-1,0-1 0,0 1 1,0 0-1,0-1 0,-1 1 1,1 0-1,-1 0 1,1 0-1,-6-2 0,-14 0-7631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3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7 16566,'-10'-2'961,"-10"-2"11057,20 26-8973,-7 32-2991,-2-1 0,-18 60 0,16-68-39,-159 490-15,121-391-1006,39-108-1640,2-1 1,-4 39-1,10-24-7969,2-26 390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904 268 13177,'-3'-1'212,"0"0"-1,0-1 0,0 1 0,1-1 1,-1 0-1,0 0 0,1 0 1,-1-1-1,1 1 0,0 0 1,0-1-1,0 1 0,0-1 1,-1-3-1,-1-2 831,1 0-1,1 0 1,0 0-1,-2-10 1,1 2 750,2 13-1623,1 0 0,-1 0-1,1 0 1,0 0 0,0 0 0,1 0 0,-1 0 0,1 0-1,-1 0 1,1 0 0,0 0 0,0 0 0,0 0 0,1 1 0,-1-1-1,1 0 1,-1 1 0,1-1 0,0 1 0,0-1 0,0 1 0,0 0-1,1 0 1,-1 0 0,0 0 0,1 0 0,0 1 0,3-3 0,7-3-10,1 0 1,0 1-1,1 1 1,16-5-1,-23 8 29,44-13 83,0 3-1,1 2 0,1 3 0,60-2 1,-79 9-227,0 1 1,0 1 0,-1 2 0,1 2 0,-1 1 0,0 1 0,47 19 0,-62-19-31,-1 1 1,0 1 0,-1 1 0,0 0-1,0 1 1,-2 1 0,1 0 0,22 27 0,-20-17-6,-1 0 1,-1 0-1,-1 2 1,-1 0-1,15 40 1,-4 9 45,-3 1 0,-4 1 1,15 124-1,-6 128-53,-13-122-41,2-68-59,4 55-390,-20-186 472,1-1 0,-2 0 0,1 1 0,-1-1 0,0 0 0,0 1-1,-1-1 1,0 0 0,0 0 0,0 0 0,-1 0 0,0-1 0,-7 11 0,5-9 3,-1-1 0,0 0 1,0 0-1,-1 0 0,1-1 1,-1 0-1,0 0 0,-1 0 1,-9 3-1,-13 4 0,0-2 0,-1 0 0,0-3 0,-46 6 1,68-11 12,-767 64 112,427-47-110,227-10-49,-259 11-3862,303-23 1036,42 1-144,-1 2-4203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4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0 14809,'-22'19'1091,"8"-6"361,0 0 0,-15 20 1,6-6 1649,1 1 1,-30 53 0,39-57-2181,2 0 0,-11 31-1,-105 382-484,105-342-473,-26 143-991,38-174-1576,1-12-1827,5-5-5908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5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647 81 11141,'14'-15'480,"-8"8"-21,0 1-1,0-1 1,1 1 0,0 1 0,0-1 0,0 1 0,1 0 0,0 1 0,11-5 0,-13 7-179,0 1 0,0 0 0,0 0 0,0 0 0,1 1 0,-1 0 0,0 0 0,0 1 0,1 0 0,5 1 0,6 2 101,-1 1 0,21 9 0,7 7-26,-1 1 0,-1 2 0,-1 2 0,-1 2 0,-2 1 0,0 3 0,50 53-1,-35-25-174,-2 2 0,-3 2 0,73 128 0,-75-98-3,60 170 0,-91-217-164,-1 1-1,-3 0 0,12 89 0,-22-115-1,0 0-1,-2-1 0,-1 1 0,0 0 1,-1-1-1,-2 1 0,0-1 0,-1 0 1,-2 0-1,0 0 0,-11 23 0,7-27-12,0 0-1,-1-1 0,0 0 0,-1-1 1,-1 0-1,-1-1 0,0-1 1,-19 14-1,25-20 2,-14 9 9,-1 0 1,0-1-1,-1-1 1,-1-2 0,0-1-1,-1 0 1,-43 10-1,-10-4-5,-99 8 0,166-24-10,-529 28-296,181-44-5366,276 10-289,13 3-3688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5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8 14725,'-1'1'202,"0"-1"0,0 1 0,1-1-1,-1 1 1,0-1 0,0 0 0,0 1 0,0-1-1,1 0 1,-1 0 0,0 0 0,0 0 0,0 1-1,0-1 1,0 0 0,0 0 0,0-1-1,0 1 1,0 0 0,1 0 0,-1 0 0,0-1-1,0 1 1,0 0 0,0-1 0,0 1-1,1-1 1,-1 1 0,0-1 0,0 1 0,1-1-1,-1 1 1,0-1 0,0-1 0,-4-1 930,0 6 2530,-2 10-2809,6-11-283,-40 80 3795,-7 51-4116,26-70-101,-11 50-148,4 2 0,-22 188 0,32-101-1263,19-167-3219,7 65 0,1-67-2844,10-5-4904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6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800 261 9841,'17'-89'2221,"-15"82"-1882,0-1-1,0 0 1,0 1 0,1 0 0,1-1 0,-1 1-1,1 1 1,0-1 0,0 0 0,1 1 0,0 0-1,0 0 1,1 0 0,0 1 0,-1 0 0,2 0-1,-1 0 1,1 1 0,-1 0 0,1 0-1,9-3 1,4 0-68,1 0 0,0 1 0,0 2-1,0 0 1,43-2 0,18 4-19,1 4-1,0 3 1,-1 4 0,-1 3-1,116 33 1,-136-27-160,103 45 0,-140-52-73,3 0 19,0 2 0,-1 1 0,0 1 0,-1 2 0,0 0 0,-2 1 1,32 33-1,-38-32-11,-1 1 1,-1 0-1,-1 1 1,-1 1 0,0 0-1,-2 1 1,-1 0 0,8 27-1,-4-1 86,-1 1 0,-3 0 0,-2 1 0,-3 0 0,-1 0 0,-5 75 0,-52 309 296,9-106-184,33-244-259,-2 23 40,13-104 2,0-1 0,0 1 0,0-1 0,0 1-1,-1-1 1,0 0 0,1 1 0,-1-1 0,-1 0 0,1 1 0,0-1 0,-1 0 0,0 0 0,0 0-1,1 0 1,-2-1 0,1 1 0,0 0 0,-5 4 0,2-5 28,0 0 1,0 0-1,0-1 1,0 1-1,0-1 1,-1 0-1,1 0 0,0-1 1,-1 1-1,1-1 1,0 0-1,0-1 1,-9-1-1,-527-89 2815,123 15-1110,-622-57 426,1021 131-2467,6 1 98,-1 0 0,0-1 0,-16-5 0,26 6-376,-1-1 1,1 0-1,-1 0 1,1 0 0,0-1-1,0 0 1,-7-5-1,10 8 357,1-1-1,-1 1 0,1-1 0,-1 1 0,1 0 0,0-1 0,-1 1 0,1-1 0,0 1 1,-1-1-1,1 1 0,0-1 0,-1 1 0,1-1 0,0 1 0,0-1 0,0 0 0,0 1 1,0-1-1,0 1 0,0-1 0,0 0 0,0 1 0,0-1 0,0 1 0,0-1 0,0 1 1,0-1-1,0 0 0,0 1 0,1-1 0,-1 1 0,0-1 0,0 1 0,1-1 0,-1 1 1,0-1-1,1 1 0,-1-1 0,1 1 0,-1 0 0,1-1 0,-1 1 0,0 0 0,1-1 1,-1 1-1,1 0 0,0-1 0,0 1 0,15-13-12202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6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56 10621,'32'-26'1854,"11"-3"15124,-43 28-16789,-9 23 2438,-13 23-2342,-45 77-126,-90 175-95,114-204-69,-42 126 0,15 58 5,68-263-282,0 0-1,1 1 1,0-1 0,3 20-1,-2-28-482,1 0-1,1 0 0,-1 0 1,1 0-1,0 0 0,1 0 1,-1 0-1,1-1 0,0 0 0,8 10 1,16 16-6660,-10-18-5099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6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794 211 13581,'2'-8'301,"1"0"1,0 1-1,0-1 0,0 1 0,1 0 1,0 0-1,1 0 0,0 0 0,0 1 1,0 0-1,1 0 0,-1 0 0,8-5 1,1 1 131,-1 1 0,1 1 1,1 0-1,0 1 1,28-9-1,-2 4-30,0 1 1,1 3-1,62-5 0,128 6 288,-134 8-478,0 5 0,0 5 0,172 40 0,-248-45-60,-1 1-1,0 1 1,0 0-1,0 2 1,-1 1-1,0 0 1,-1 1-1,21 18 1,-29-19 8,0 0 1,0 0-1,0 1 1,-2 0-1,0 1 1,0 0 0,-1 1-1,-1 0 1,0 0-1,-1 0 1,0 1-1,5 24 1,-4-8 129,-3 1 0,0 0 0,-2 56 0,-14 100 401,7-135-547,-1 15-2,-25 524 548,56-302-1220,-9-142-312,-14-136 771,-1-1 0,-1 0 0,0 1 0,-1-1 0,0 0 0,0 1 0,-1-1 0,-1 0 0,0 0 0,0 0 0,-1 0 0,-1-1 0,-7 15 0,9-21 55,0 0 0,0 0 1,-1 0-1,1 0 0,-1-1 0,0 0 0,0 0 0,0 0 0,-5 3 1,-2 1-8,-3 2 5,0 0-1,0 0 0,-1-2 0,0 0 0,-1 0 0,0-2 0,0 0 0,0 0 0,-17 1 0,-48 3 230,0-4 0,-108-8 0,-164-29 410,241 20-444,37 5-108,-628-54-22,648 58-533,-145-8-2455,69-2-2151,74 6-1453,24 8-4130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8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1350 6317,'0'0'4820,"0"-3"-3499,0-2-861,1 0 0,0 0 0,0 0 0,0 0 0,1 0 0,0 1 0,0-1 0,0 1 0,0-1 0,1 1 0,0 0 0,0 0 0,0 0 0,0 0 0,5-4 0,0-1-533,-6 7 1087,13-10-198,-7 6 53,-21 10-564,-32 12-327,43-15 54,-7-10-9,9 9-21,-1 0-1,0 0 1,1-1 0,-1 1-1,0 0 1,1-1-1,-1 1 1,1-1-1,-1 1 1,1-1 0,-1 1-1,1-1 1,-1 1-1,1-1 1,-1 0-1,1 1 1,0-1 0,-1 1-1,1-1 1,0 0-1,0 1 1,0-1-1,-1 0 1,1 0 0,0 1-1,0-2 1,6-21 4,2 0 0,0 1 0,1 0 0,1 0 0,14-21 0,-2 7-16,2 2-1,33-38 0,-9 22-17,2 1 0,2 3-1,2 2 1,102-64 0,261-112-117,279-52 55,-556 222 61,-125 45 28,211-68-65,-194 65-23,0 2 0,0 1 1,1 1-1,0 2 0,39 3 1,-52 1-51,0 1 0,-1 0 0,1 2 0,-1 1 0,0 0 0,0 1 0,32 18 0,-6 2-632,73 57 0,-76-55 381,1-1-1,1-2 1,2-2-1,0-2 1,1-2 0,53 14-1,-76-27 357,0 1-1,0 1 1,-1 2-1,0 0 1,-1 1-1,0 1 1,-1 1-1,0 1 1,-2 1-1,0 1 1,21 23-1,-11-9 40,1-1 0,2-2-1,0-1 1,2-1 0,1-2 0,1-2-1,59 27 1,-53-29 65,-14-6-72,1-2 0,31 9 0,95 29-154,59 14 267,-124-38 230,-87-25 169,14 4-86,5 0-109,-1 0 0,36 2-1,13 4-136,-66-10-343,16 2-1188,-19-3 663,12 2 944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3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482 3 7141,'-14'-2'1456,"12"1"-128,-1 3-30,-7 11-514,-1 1 0,2 0 0,0 0 0,0 0 0,-11 29 0,8-16-238,-116 273 1948,113-257-2284,2 0 0,-9 60 0,19-80-161,0-1 0,2 0 1,1 1-1,0-1 1,2 0-1,7 40 0,-7-54-46,1-1 0,-1 1 0,1-1 0,0 0 0,1 0 0,-1 0 0,1 0 0,1 0 0,-1-1 0,1 0 0,1 0 0,9 9 0,-7-8-24,1-1 0,0 0 1,0-1-1,1 0 0,-1 0 0,1-1 0,0 0 0,17 4 0,-5-4-31,0-1 0,0-1 0,1 0 0,-1-2 1,1-1-1,-1 0 0,0-2 0,35-8 0,-30 4 41,0-1-1,0-1 1,-1-2 0,0 0 0,-1-2 0,0-1-1,39-29 1,-48 30 114,0-1 0,-1 0 0,-1-2 0,0 1 0,-1-2 0,-1 0 0,0 0 0,-2-1 0,0-1 0,-1 1 0,8-23 0,-13 30-38,-1-1 1,0 0-1,0 0 0,-1 0 1,-1 0-1,0 0 0,-1 0 1,0 0-1,-1 0 0,0 0 1,-1 0-1,-4-15 0,2 13-5,-2-1-1,0 1 1,0 0-1,-2 0 0,1 1 1,-2 0-1,0 0 1,-18-19-1,6 11-12,-1 1 1,0 1-1,-2 1 0,0 1 0,-1 1 1,-1 2-1,0 0 0,-1 2 0,-44-15 1,36 17-302,-1 2 0,0 1 1,0 1-1,-1 2 0,1 2 1,-1 2-1,-55 5 1,60-1-1225,-1 2 1,2 1-1,-1 2 1,1 0-1,-32 16 1,-16 17-6974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1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1025 6333,'2'-6'333,"0"-1"1,1 1-1,0 0 0,0-1 1,1 1-1,-1 1 1,1-1-1,1 1 1,-1-1-1,1 1 1,7-6-1,1-4 1379,-7 5-1376,21-18 460,1 0-1,0 2 1,2 2-1,48-31 0,142-72 42,-5 19-880,3 11-1,5 8 0,4 11 1,2 10-1,312-52 0,-341 88-49,0 8-1,344 4 1,-430 25 83,-1 5 0,213 46 0,-276-44-27,0 3-1,-2 2 1,0 3-1,0 1 1,-2 2-1,-1 3 1,-1 1-1,71 58 1,-95-66-103,-1 0-1,0 2 1,-2 0 0,0 0 0,-2 2 0,0 0 0,-2 1-1,0 0 1,-2 1 0,-1 0 0,0 1 0,-2 0 0,-1 1-1,-2 0 1,0 0 0,1 31 0,-5-35 5,1 8-168,0 0 0,3-1 0,8 35 1,-11-57 238,1 0 0,0 0 0,0 0 1,0 0-1,1-1 0,1 0 0,-1 0 1,1 0-1,0 0 0,0-1 0,1 1 0,0-2 1,0 1-1,1 0 0,0-1 0,10 6 1,7 0-90,2 0 0,-1-2 0,1-1 0,1-1 0,0-1 0,-1-1 0,1-2 0,1 0 0,-1-2 0,49-4 0,-73 2-46,1 1 1,-1 0-1,0-1 0,1 1 0,-1-1 1,0 0-1,0 0 0,0 0 1,0-1-1,0 1 0,0-1 1,0 1-1,0-1 0,0 0 1,-1 0-1,1-1 0,-1 1 1,0 0-1,1-1 0,-1 1 1,0-1-1,3-6 0,-4 6-2038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2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1 634 4644,'0'0'6338,"0"-3"-5730,0 1-531,0 1 0,0-1 0,0 0 0,0 0 0,1 0 0,-1 0 0,0 1 0,1-1 0,0 0 0,-1 0 0,1 1 0,0-1 0,0 0 0,0 1 0,0-1 0,0 1 0,0-1 0,0 1 0,2-2 0,2-1 89,1 1 0,-1 0 1,0 0-1,1 1 1,6-3-1,-8 4-113,470-177 2668,250-56-2797,-554 185-273,206-33 0,-271 67 225,1 4 1,0 5-1,139 10 0,-195 0 94,-1 2-1,0 3 0,0 2 1,-1 1-1,0 3 1,-2 2-1,0 2 0,0 2 1,67 43-1,-87-47-3,-1 1 0,-1 2 0,-1 0 0,0 1 0,-2 1 1,-1 1-1,0 1 0,-2 1 0,-1 1 0,-1 0 0,-1 1 0,-1 1 0,-1 0 0,-2 1 0,-1 0 1,10 49-1,-14-43-341,-1 1 0,-2 0 0,-2 0 0,-1 0 0,-2 0 1,-1-1-1,-2 1 0,-2-1 0,-1 1 0,-1-2 0,-2 0 0,-18 39 1,-6-1-2543,4 1-1060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3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 8105,'0'0'6996,"-10"18"-5760,-7 15-215,7 3-189,0 6-196,-3 7-148,3 2-212,0 3-144,-7 0-420,0 7-620,0-4-700,-6-6-773,3 4-1803,0 8-3185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3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7445,'19'-7'327,"0"1"0,0 1 0,1 1 0,0 0 0,-1 1 0,1 1 0,29 2 1,-16 2 26,-1 1 1,0 2 0,60 17 0,-29-3-154,-1 3 0,69 34-1,-102-41-243,0 1-1,-2 1 0,0 2 1,0 1-1,-2 1 0,32 34 1,-29-24-129,-3 1 0,0 1 1,-2 1-1,-1 1 0,25 57 1,-12-11-1107,-4 1-1,35 147 1,-52-172-621,5-2-131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9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7505,'0'0'4870,"0"4"-4693,1 3-140,0-1-1,1 1 0,0-1 1,0 0-1,0 0 0,1 0 1,-1 0-1,2 0 0,-1 0 1,0-1-1,1 1 0,0-1 1,1 0-1,4 4 0,19 19 44,1-2-1,2-2 1,0 0-1,2-2 1,65 33 0,18-1-397,3-5 1,1-5 0,187 43-1,389 41-4253,-544-104 2913,94 17-1441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49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3840,'34'-39'-1124,"-37"21"332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50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1164 10653,'-17'10'3266,"-3"2"2117,7-4-107,14-12-4410,3-6-612,0 0-1,0 0 0,1 0 1,1 1-1,0 0 0,11-15 1,53-54 605,-45 51-629,39-42 209,153-178 382,223-384-273,-404 578-495,-34 50-14,-5 4 28,-4 0-55,0 1 0,1 1-1,0-1 1,-1 1 0,1 0 0,0 1 0,1-1-1,-1 1 1,0 0 0,1 1 0,0-1 0,-6 8-1,-8 9 95,-26 38-1,13-11-35,3 1 0,1 1 0,3 1 1,2 2-1,3 1 0,2 0 0,2 1 0,2 1 0,3 0 0,3 1 0,2 0 0,1 58 1,10 98 12,-1 49-58,-5-248-23,0-1-1,-1 1 1,0 0-1,-1-1 1,0 1-1,-1-1 1,-1 0-1,0 0 0,-1 0 1,0-1-1,-12 17 1,11-20-28,0 0-1,-1-1 1,0 0 0,-1 0 0,0-1-1,0 0 1,-1 0 0,1-1 0,-1-1-1,-1 0 1,1 0 0,-1 0 0,0-2-1,-13 4 1,-18 2-588,0-2-1,-1-2 0,1-1 1,-1-3-1,0-1 0,0-2 1,0-2-1,-63-14 0,100 16 283,0 0 0,-1 0 0,1 0 1,0-1-1,0 0 0,-9-6 0,13 8 212,1 0 0,-1 0 0,1 0 0,0 0 1,0-1-1,-1 1 0,1 0 0,0-1 0,0 1 1,0-1-1,1 1 0,-1-1 0,0 1 0,0-1 1,1 0-1,-1 0 0,1 1 0,0-1 0,-1 0 1,1 0-1,0 1 0,0-1 0,0 0 1,0 0-1,0 1 0,1-1 0,-1 0 0,1-2 0,2-2-172,0 0 0,1 0-1,0 0 1,-1 1-1,2-1 1,-1 1 0,1 0-1,0 1 1,0-1-1,0 1 1,9-6 0,-2 1-124,364-265-4617,228-75 8785,-569 332-3264,136-63 1755,-142 69-1447,1 0-1,0 2 1,58-9 0,-79 16-485,1 2 1,-1-1 0,1 1 0,0 0-1,-1 1 1,15 3 0,-19-3-154,-1 1 1,0-1-1,0 1 1,1 0-1,-1 0 1,0 0-1,0 0 1,-1 1-1,1 0 1,0-1-1,-1 1 0,0 1 1,0-1-1,0 0 1,5 8-1,-3-2 58,0 1-1,-1-1 0,0 1 0,-1 0 0,0 1 1,-1-1-1,0 0 0,0 1 0,-1-1 0,-1 1 1,1-1-1,-2 1 0,-2 20 0,-5 10 243,-1 0-1,-18 47 0,24-76-379,-120 290 810,19-54-2792,87-200 307,2 1 0,3 0 0,-9 62 0,18-39-2446,9-25-1458,6 5-4408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50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 10737,'33'-36'2120,"1"6"-264,2 18-167,11 0-269,14 3-296,9 3-264,20 3-180,14 6-132,10 6-96,3 6-100,7 0-112,-3 0-456,6 0-604,-6 6-748,-4 0-568,-10 0-2997,-13 7-4088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5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11001,'12'-19'618,"-10"15"-442,0 0-1,0 0 0,1 0 0,-1 0 0,1 1 1,0 0-1,0-1 0,0 1 0,1 0 1,-1 0-1,1 1 0,0-1 0,0 1 0,-1 0 1,1 0-1,7-3 0,-3 3 125,2-3 174,1 1 1,-1 1-1,1 0 1,0 0-1,0 1 1,0 0-1,0 1 1,0 0-1,1 1 1,17 2-1,-20 0-367,0 1-1,0 0 1,-1 0 0,1 0-1,-1 1 1,0 1 0,0-1-1,0 1 1,-1 1-1,9 7 1,-5-3-12,-1 1 0,0 0 0,-1 1 0,-1-1 0,1 2-1,6 13 1,-5-5-27,-1 1 0,0 0-1,-2 0 1,0 1-1,-2 0 1,0 0 0,-2 0-1,1 28 1,-4 0-14,-2-1 1,-2 0 0,-3 0-1,-2 0 1,-1-1 0,-3 0-1,-3-1 1,-33 75 0,34-78-1,13-40 6,11-6-55,0 0 1,0 0-1,0-1 0,-1 0 1,1 0-1,-1-1 0,0 0 1,10-5-1,64-40 2,-39 21-2,-4 4-20,1 2 1,1 2-1,0 1 0,2 3 1,-1 1-1,2 2 1,76-11-1,-108 23 15,1 0-1,-1 0 1,0 2-1,1-1 1,-1 2 0,0 0-1,0 0 1,0 1-1,0 0 1,-1 1-1,0 0 1,0 1-1,0 1 1,0-1 0,-1 2-1,0-1 1,-1 2-1,0-1 1,16 20-1,-20-21 8,0-1 0,1 1 0,0-1 0,0 0 0,0 0 0,1-1 0,0 1 0,0-2 0,0 1 0,1-1 0,0 0 0,15 5 0,-9-5 1,1-2 1,-1 0-1,1-1 1,-1 0-1,1-1 0,21-3 1,-10 2-2,0-2 1,0-1-1,0-2 1,-1 0-1,0-1 0,41-19 1,-54 21-28,5-3 11,-1 0-1,19-13 1,-30 17-1,0 0 0,-1 0 0,1 0 0,-1-1 0,1 0 1,-1 1-1,-1-2 0,1 1 0,-1 0 0,4-7 0,7-25-32,-12 30 34,0 0 0,1-1 0,0 2 0,0-1 0,1 0-1,0 1 1,0-1 0,0 1 0,7-6 0,-8 10 3,1 0-1,0 1 1,0-1 0,0 1 0,0 0 0,0 0-1,0 0 1,0 1 0,0 0 0,0-1 0,1 1-1,4 1 1,-3-1 5,53 6-14,-57-6 7,1 1 1,-1 0-1,0 0 1,1 0 0,-1 0-1,0 1 1,0-1-1,0 1 1,0-1-1,3 4 1,1 1-29,4 0-41,-1-1 0,1 1-1,-1-2 1,1 1-1,1-1 1,-1-1 0,1 0-1,-1 0 1,20 2-1,-1-4-162,0 0 0,35-5 0,12 0 9,-31-1 177,-42 4 16,-6 2 46,-61 19-23,61-20 60,20-4-33,7-4 449,42-23-1,-63 29-287,-9 26 268,1-8-383,0 0 0,-1 0 0,-1-1 0,0 0 0,-18 26 0,5-7 11,-70 129 236,-55 92-204,100-184-44,-81 98-1,58-91-66,-128 113-1,145-149 47,-1-2 0,-2-3 0,-101 54 1,132-81 137,-46 16 0,66-25-135,0 0 1,-1-1 0,1 1 0,-1-1 0,1 1 0,-1-1 0,1 0 0,-1-1 0,1 1 0,-1 0 0,-5-3 0,9 3-33,-1 0-1,0 0 1,1-1 0,-1 1 0,0-1-1,1 1 1,-1 0 0,0-1 0,1 1-1,-1-1 1,1 1 0,-1-1-1,1 0 1,-1 1 0,1-1 0,0 0-1,-1 1 1,1-1 0,0 0-1,-1 1 1,1-1 0,0 0 0,0 0-1,0 1 1,0-1 0,-1 0-1,1 0 1,0 1 0,0-1 0,1 0-1,-1 0 1,0 1 0,0-1 0,0 0-1,0 1 1,1-1 0,-1 0-1,0 0 1,1 1 0,-1-1 0,0 0-1,1 1 1,-1-1 0,1 1-1,-1-1 1,1 1 0,0-2 0,19-21-36,1 0 0,1 1 0,1 1 0,1 2 0,48-32 0,-39 28-237,191-123-3565,-24 27-3707,-54 42-2597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7:51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64 13029,'-26'-24'12409,"32"6"-12297,1-3-656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2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450 311 9829,'27'-24'7627,"-16"-2"-5499,-8 13 1140,-3 9-2999,1 0 0,0 0 1,0 1-1,0-1 0,0 0 0,0 0 0,1 1 1,0-1-1,0 1 0,0-1 0,6-6 1723,-11 7-1825,0 0 0,0 0 0,0 0 0,-1 1 0,1-1 1,-1 1-1,-5-3 0,-4-3 137,12 7 188,1-3-221,0-4-19,0 0 0,1 1 0,0-1 1,1 0-1,0 0 0,4-11 0,-5 16 61,3-14 139,9-32-424,-11 45-28,1-17 0,-16 142 0,3-69 0,-2 1 0,-3-2 0,-22 53 0,11-32 0,-37 101 0,-103 202 0,71-176 0,82-170-54,2 1 1,-10 33-1,4 17-3923,16-76 2760,0 1 0,1 0 1,0-1-1,0 1 1,0 0-1,0-1 1,1 1-1,2 8 0,-2-9-38,11 39-12185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28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925 942 5308,'0'-1'214,"-1"-1"0,1 1-1,-1-1 1,1 1 0,-1 0-1,0-1 1,1 1 0,-1 0-1,0 0 1,0 0 0,0-1-1,0 1 1,0 0 0,0 0-1,0 0 1,-1 1 0,1-1-1,0 0 1,-1 0 0,1 1-1,0-1 1,-1 0 0,1 1-1,0 0 1,-1-1 0,-2 1-1,-3-3 161,6 2-251,0 1-1,0-1 1,0 0 0,0 1-1,1-1 1,-1 0 0,0 0-1,1 1 1,-1-1 0,0 0-1,1 0 1,-1 0 0,1 0-1,-1 0 1,1 0 0,0 0-1,-1-2 1,-1-2 258,-7-13 479,0-2 1,2 1-1,0-1 0,1 0 0,-4-25 1,3 3-301,2 0 0,2 0 0,2-1 0,2 1 0,2 0 0,1-1 1,2 2-1,3-1 0,0 1 0,3 0 0,23-54 0,-29 82-440,0 1-1,1 0 1,0 1 0,1-1-1,0 1 1,1 1 0,0 0-1,0 0 1,1 1 0,1 0-1,-1 0 1,20-10 0,-16 11-53,0 2 1,0 0-1,1 0 1,0 1 0,1 1-1,-1 0 1,1 1-1,-1 1 1,1 1-1,27 0 1,-13 3-5,1 1 1,0 1-1,-1 2 0,0 1 1,0 1-1,0 2 1,-1 1-1,-1 1 0,0 2 1,-1 0-1,0 2 1,30 23-1,-39-25-46,0 1 0,-1 1 0,-1 0 0,0 1 0,-1 1 0,-1 0 0,-1 1 0,0 0 0,-2 1 0,0 1 0,-1 0 0,-1 0 0,-1 1 1,-1 0-1,-1 0 0,-1 1 0,2 24 0,-6-30-9,-1-1 1,0 0 0,-1 1 0,-1-1 0,0 1-1,-1-1 1,-1 0 0,-1 0 0,-11 26 0,5-20-50,-1 0 0,0-2 0,-2 1 0,0-1 0,-33 33 0,2-11-286,-2-2 0,-1-2 0,-2-2 0,-76 40 1,26-23-204,-2-4 0,-170 56 0,-230 28-187,497-132 712,-167 32-177,141-29 211,-1-1 0,1-1 0,-47-4 1,74 1-14,0 1 0,0-1 0,1 0 0,-1 0 0,0 0 0,1-1 0,-1 1 0,1-1 0,-6-3 0,9 5-6,-1 0 1,1-1-1,-1 1 0,0-1 0,1 1 1,-1-1-1,1 1 0,-1-1 1,1 1-1,0-1 0,-1 0 0,1 1 1,-1-1-1,1 0 0,0 1 0,0-1 1,-1 0-1,1 1 0,0-1 1,0 0-1,0 0 0,0 1 0,0-1 1,0 0-1,0 1 0,0-1 1,0 0-1,0 0 0,0 1 0,0-1 1,1 0-1,-1 1 0,0-1 1,0 0-1,1 1 0,-1-1 0,1 0 1,-1 1-1,0-1 0,1 1 0,-1-1 1,1 1-1,-1-1 0,1 1 1,0-1-1,-1 1 0,1-1 0,0 1 1,7-6 117,0 1 0,0 0 0,1 1 0,0 0 0,-1 1 0,1-1 0,0 2-1,1-1 1,-1 1 0,0 1 0,1 0 0,-1 0 0,1 1 0,-1 0 0,12 1 0,11 3 343,1 1-1,-1 1 1,34 12-1,-36-9-194,-1 3-1,0 0 1,-1 2-1,0 0 0,-1 3 1,-1 0-1,0 1 0,-2 2 1,38 37-1,-33-25-241,-1 0 0,-2 2-1,-1 1 1,-2 1 0,-1 1-1,26 62 1,-42-86 15,22 56-662,46 78 1,-62-127-224,0-1 0,2 0 0,0-1 0,1 0-1,1-1 1,1-1 0,0 0 0,24 16 0,77 38-9435,-50-37-540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29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1197 219 11649,'-8'-18'1463,"-1"1"0,-1-1 0,-1 2 1,0 0-1,-1 0 0,-21-20 0,23 27-952,0 1 0,-1 0 0,0 1-1,0 0 1,0 1 0,-1 0 0,0 1 0,0 0 0,-1 1 0,-23-5 0,15 6-242,-1 0 0,1 2 0,0 1 0,0 0 1,-1 2-1,-31 5 0,-5 6 117,-63 21 0,52-10-268,1 3 0,2 2 0,1 4 0,2 2-1,-74 54 1,103-63-163,-34 34 1,66-58 41,0-1 0,0 1 1,0 0-1,1-1 0,-1 1 1,0 0-1,1 0 0,0 0 0,-1 1 1,1-1-1,0 0 0,0 0 1,0 1-1,0-1 0,1 0 1,-1 1-1,1-1 0,-1 1 0,1-1 1,0 4-1,1-4 2,-1 0 0,1-1-1,0 1 1,0 0 0,0 0 0,0-1 0,0 1 0,0 0-1,1-1 1,-1 1 0,1-1 0,-1 0 0,1 1 0,-1-1-1,1 0 1,0 0 0,-1 0 0,1 0 0,2 1 0,7 2-2,0 0 0,0-1 0,0 0 0,0-1 0,0 0 0,1-1 0,12 0 0,43-5 23,0-2 1,83-20-1,52-6 332,-171 29-226,0 2 0,1 1 0,-1 1 0,46 8 0,-69-7-157,-1 0 1,1 0 0,0 0-1,0 1 1,-1 0 0,0 1-1,1 0 1,-1 0 0,-1 0-1,1 1 1,-1 0 0,1 0 0,-2 1-1,1-1 1,0 1 0,-1 1-1,0-1 1,-1 1 0,1 0-1,-1 0 1,-1 0 0,1 0-1,-1 1 1,-1-1 0,3 12 0,2 8-1814,-2 1 1,2 28-1,-6-44-591,-1 0-1,0 0 1,-1 0-1,-5 21 1,-3 7-7809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29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23 10253,'2'-23'2744,"-14"49"5124,6-4-6505,3-10-1144,0-1 0,-1 1 0,-1-1 1,0 0-1,0 0 0,-1-1 0,0 1 0,-1-1 0,-12 13 1,5-7-56,11-12-69,0 1 0,0-1 0,-1 0 0,0 0-1,0 0 1,0 0 0,0-1 0,0 0-1,-1 1 1,0-2 0,1 1 0,-1-1-1,0 1 1,-1-1 0,1-1 0,0 1 0,0-1-1,-8 1 1,9-1 55,-1-1-1,0 0 1,0 0-1,1-1 0,-1 1 1,0-1-1,1 0 1,-1 0-1,-7-4 1,11 5-116,0-1 0,-1 1 0,1-1 0,0 0 0,0 1 0,0-1 0,0 0 0,0 0 0,0 0 0,0 0 0,0 0 0,0 0 0,0 0 0,0 0 0,1 0 0,-1-1 0,0 1 0,1 0 0,-1 0 0,1-1 0,0 1 0,-1 0 0,1 0 0,0-1 0,0 1 0,0-1 0,0 1-1,0 0 1,0-1 0,0 1 0,0 0 0,0-1 0,1 1 0,-1 0 0,0-1 0,1 1 0,-1 0 0,1 0 0,0-2 0,2-3 11,0 1 0,1-1-1,-1 1 1,1 0 0,0 0-1,0 0 1,0 1 0,1-1-1,0 1 1,0 0 0,0 0 0,0 1-1,0-1 1,1 1 0,0 0-1,0 1 1,-1-1 0,1 1-1,1 1 1,-1-1 0,0 1-1,9-1 1,-6 1-33,0 1 0,0 0 0,0 1 0,0-1 0,0 2 0,0-1 0,-1 1 0,1 1 0,0 0-1,-1 0 1,0 0 0,0 1 0,0 1 0,0-1 0,9 8 0,-9-5-5,1 1-1,-1 0 0,-1 0 1,0 1-1,0 0 1,-1 0-1,0 1 1,0-1-1,-1 1 0,0 1 1,-1-1-1,0 1 1,-1-1-1,0 1 1,-1 0-1,0 0 1,0 13-1,-1 1 2,-1 0 0,-1 1-1,-1-2 1,-2 1 0,0 0 0,-14 42 0,14-54 0,-1-1 1,-1 0-1,0 0 0,-11 16 1,16-26-3,-22-5 162,22 3-163,0 0 1,1 0-1,-1 0 1,0 0-1,0-1 1,1 1-1,-1 0 1,0 0-1,1-1 1,-1 1-1,0 0 1,1-1-1,-1 1 1,1-1-1,-1 1 1,0-1-1,1 1 1,-1-1-1,1 1 1,0-1-1,-1 0 1,1 1-1,-1-1 0,1 0 1,0 1-1,0-1 1,-1-1-1,1 0 14,-1 0-1,1-1 0,0 1 0,0 0 1,0 0-1,1-1 0,-1 1 0,0 0 1,2-4-1,23-50 186,-22 50-215,8-14 16,0 2 0,2-1 0,0 2 0,19-19 0,66-60 0,-79 78-4,24-20-5,89-61 0,-103 80-15,2 1 0,0 2 0,1 1 0,43-14 0,-65 26 10,1 0 0,-1 1 0,1 0 0,0 1 0,-1 0 0,1 0 0,0 2 0,-1-1 0,1 1 0,15 3 0,-21-2 9,0-1 0,0 1 0,0 0 0,0 0 1,-1 0-1,1 1 0,-1 0 0,0 0 0,0 0 0,0 0 1,0 0-1,0 1 0,0 0 0,-1 0 0,0 0 0,0 0 1,0 0-1,0 1 0,-1-1 0,0 1 0,0 0 1,0 0-1,2 6 0,-1 4 8,-1-1 0,0 1 0,0 0 0,-2 0-1,0-1 1,-1 1 0,-4 26 0,-32 104-559,5-28-1134,-21 103-4964,29-130-2078,11-38-1947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0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804 1070 12377,'-2'-4'70,"-4"-8"1194,0 1-1,-1-1 0,-15-18 0,19 27-856,0 0-1,0 0 0,-1 0 1,1 0-1,-1 0 0,0 1 1,1 0-1,-1 0 1,0 0-1,-1 0 0,1 0 1,0 1-1,0 0 0,-1 0 1,-6-1-1,-10 1 90,1 1-1,0 1 0,-1 1 0,1 0 1,0 2-1,0 0 0,0 2 1,1 0-1,0 1 0,-32 16 1,11-1-94,1 1 0,2 1 0,-64 55 1,70-51-230,1 1 1,1 1-1,-26 37 1,45-55-146,1 2 0,1-1 1,0 1-1,0 0 0,1 1 0,1 0 0,1 0 1,0 0-1,1 1 0,-4 29 0,7-39-68,1-1 0,0 1-1,0 0 1,0-1 0,1 1 0,0-1-1,0 1 1,0-1 0,1 1-1,-1-1 1,2 1 0,-1-1 0,0 0-1,1 0 1,0 0 0,7 8 0,-6-10-18,0 1 1,0-1 0,0 0-1,1 0 1,-1 0 0,1-1 0,0 0-1,0 0 1,0 0 0,0 0 0,0-1-1,0 0 1,1 0 0,-1 0 0,0-1-1,0 0 1,10 0 0,6-2-42,0-1 0,0-1-1,0 0 1,0-2 0,-1 0 0,1-2 0,-2 0 0,1-1 0,18-12 0,2-4-74,-1-1 0,-1-2 0,38-37 0,-24 12 53,-3-1 1,-2-3-1,-2-1 0,-3-3 0,67-130 1,122-349-162,-225 524 273,122-362 194,-127 377-167,-1 0 1,0 1-1,1-1 0,-1 0 0,0 1 1,0-1-1,0 0 0,0 1 0,1-1 1,-1 0-1,0 0 0,0 1 1,0-1-1,0 0 0,-1 0 0,1 1 1,0-1-1,0 0 0,0 1 0,0-1 1,-1 0-1,1 0 0,0 1 0,-2-2 1,2 2-9,-1 0 0,0 0 1,0 0-1,1 0 0,-1 0 1,0 0-1,0 0 0,1 0 1,-1 0-1,0 1 0,1-1 1,-1 0-1,0 1 0,1-1 1,-1 0-1,0 1 0,1-1 1,-1 1-1,0 0 1,-32 30 199,16-1-134,0-1 1,2 2 0,1 0-1,2 1 1,-9 36 0,4-17-26,-76 274 227,75-242-231,-13 169 1,30-225-70,1-1-1,2 0 0,8 49 1,-7-62-12,0 1 1,1-1 0,1 0-1,0 0 1,1 0-1,0-1 1,1 0 0,14 20-1,-17-29 10,-1 1-1,1-1 1,0 0-1,0 0 0,1 0 1,-1 0-1,1-1 1,-1 0-1,1 0 0,0 0 1,-1 0-1,1-1 1,0 0-1,0 0 0,0 0 1,9 0-1,6-1-118,-1 0 0,34-5 0,-46 4 107,45-8-218,0-3 0,63-22-1,-97 28 200,-13 4 42,-1 1 0,1 0 1,0-1-1,0 2 1,0-1-1,0 0 1,0 1-1,0 0 1,0 0-1,0 1 1,0-1-1,9 4 1,-11-3 26,-2 0 1,1 0-1,0 0 1,0 0-1,0 1 1,0-1-1,-1 1 1,1-1-1,-1 1 1,1 0-1,-1 0 1,0 0-1,1-1 1,-1 1-1,0 0 1,0 1-1,-1-1 1,1 0-1,0 0 1,-1 0-1,1 0 1,-1 1-1,0-1 1,1 0-1,-1 0 1,0 1-1,-1-1 1,1 0-1,-1 4 1,-4 26 157,-1-1 0,-1 0-1,-14 34 1,9-31-45,2 1 0,-8 51 0,18-83-130,-2 13 41,0-1-1,1 1 0,1 0 1,0 0-1,3 17 0,-2-31-32,-1 1-1,1 0 1,-1 0-1,1-1 0,0 1 1,0 0-1,0-1 1,1 1-1,-1-1 1,1 0-1,-1 1 1,1-1-1,0 0 1,0 0-1,-1 0 0,2 0 1,-1 0-1,0 0 1,0-1-1,1 1 1,-1-1-1,0 1 1,1-1-1,0 0 0,-1 0 1,1 0-1,0 0 1,-1-1-1,1 1 1,0-1-1,0 0 1,-1 1-1,1-1 0,0 0 1,5-1-1,5-1 4,1-1-1,0 0 0,0-1 1,-1-1-1,0 0 0,0 0 1,0-2-1,-1 1 1,0-2-1,0 1 0,19-17 1,-2-2-4,-1-1-1,-1-1 1,26-36 0,-28 31 0,41-71 0,-56 84-10,-1 0 0,0 0 0,-1-1 0,-2 0 0,7-31 0,-12 46-48,0-1 1,-1 1 0,1-1 0,-1 1 0,0-1-1,-1 1 1,0 0 0,0-1 0,0 1 0,-1 0-1,0-1 1,0 1 0,0 0 0,-1 0-1,0 1 1,0-1 0,-1 0 0,1 1 0,-1 0-1,0 0 1,-1 0 0,1 1 0,-1-1 0,0 1-1,0 0 1,0 0 0,-1 1 0,1-1-1,-1 1 1,0 1 0,0-1 0,0 1 0,0 0-1,-1 0 1,1 1 0,0-1 0,-8 1 0,-9 1-1537,-1 1 0,-35 5 0,47-4 224,1 1 0,-1-1 0,1 2 0,0 0 0,0 0 0,0 1 0,-13 8 0,-8 15-7499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61 11365,'-45'-20'2292,"44"19"-2092,0 0-1,0 0 1,0 0-1,0 0 0,0 0 1,0 0-1,0 0 1,0 0-1,1 0 1,-1 0-1,0-1 1,1 1-1,-1 0 0,1 0 1,-1-1-1,1 1 1,0 0-1,-1-1 1,1 1-1,0 0 1,0-1-1,0 1 0,0-1 1,0 1-1,0 0 1,1-1-1,0-5 4168,2 8-3581,-1 1-705,1-1 0,0 1 0,0 0-1,0 0 1,-1 0 0,1 0 0,-1 0 0,1 1 0,-1-1 0,0 1 0,0-1-1,0 1 1,-1 0 0,1 0 0,0 0 0,-1 0 0,0 0 0,0 0 0,0 0-1,0 1 1,0-1 0,-1 0 0,0 0 0,1 1 0,-1 4 0,0 12 13,-5 113 391,3-117-455,-1 1 0,-1 0-1,0-1 1,-1 1 0,-13 27 0,10-22-31,5-13 15,0-1 0,0 1 1,-1-1-1,-8 15 0,12-23-13,0 0 0,0 0 0,0 0 1,0 0-1,0 0 0,0 0 0,0 0 0,0 0 1,1 0-1,-1 0 0,0 0 0,0 0 0,0 0 0,0 0 1,0 0-1,0 0 0,0 0 0,0 0 0,0 0 1,0 0-1,0 0 0,0 0 0,0 0 0,0 0 1,0 0-1,0 0 0,0 1 0,0-1 0,0 0 0,0 0 1,0 0-1,0 0 0,0 0 0,0 0 0,0 0 1,0 0-1,0 0 0,0 0 0,0 0 0,0 0 1,0 0-1,0 0 0,0 0 0,0 1 0,0-1 0,0 0 1,11-8 31,22-21-24,-16 14-35,11-9 11,1 1 0,1 1 0,1 2 1,0 1-1,39-17 0,-66 34 10,1 0 0,-1 0-1,1 1 1,-1 0 0,1 0 0,-1 0-1,1 1 1,-1-1 0,1 1-1,0 0 1,-1 0 0,1 1 0,-1-1-1,1 1 1,0 0 0,-1 0 0,0 1-1,1-1 1,-1 1 0,0 0-1,8 5 1,-8-4-2,-1 1 1,0-1-1,0 1 0,0-1 0,0 1 0,-1 0 1,1 0-1,-1 1 0,0-1 0,0 0 0,0 1 1,-1-1-1,0 1 0,0-1 0,0 1 0,0 0 1,-1-1-1,1 1 0,-1 0 0,-1 8 0,-3 18 5,-12 49 0,11-59 16,4-18 393,10-21-255,0 0 0,2 0 1,-1 2-1,2-1 0,0 1 0,1 1 0,1 0 0,0 1 0,1 0 1,0 1-1,1 1 0,1 1 0,0 0 0,0 1 0,38-15 0,-50 23-147,1 1 0,-1 0 0,1 1 0,-1-1 0,1 1 0,0 0 0,-1 1 0,1-1 0,-1 1 0,1 0 0,-1 1 0,1-1 0,-1 1 0,0 0 0,1 0 0,-1 1 0,0-1 0,-1 1 0,1 1 0,0-1 0,-1 0 0,0 1 0,0 0-1,0 0 1,0 0 0,5 9 0,-3-2-11,-1 0-1,0 1 0,-1-1 0,0 1 1,-1 0-1,-1 0 0,2 16 0,3 89-1042,-5-74 221,-4 148-5694,-2-110-1716,4-23-1922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1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64 13485,'4'-4'653,"-1"1"-1,1-1 0,-1 0 0,0 0 1,0 0-1,-1-1 0,1 1 0,-1 0 1,0-1-1,0 0 0,0 1 0,2-10 4662,-4 19-3259,-1 30-973,-2-1 0,-2 1 1,-8 37-1,-36 104-1601,28-106 795,-26 69-276,-96 194 0,-22 58 0,147-338-81,-16 87 1,30-119-777,1 0 1,1-1-1,1 1 1,1 0-1,1 0 1,0 0-1,8 31 1,-6-42-347,0-1 0,0 1 0,1 0 0,1-1 0,-1 0 0,2 0 0,-1-1 0,12 14 0,22 19-10740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1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14 504 12405,'-3'-14'348,"0"5"-42,1 0 0,0 0 0,0 0 0,1 0 0,1 0 0,-1 0 0,1 0-1,1-1 1,0 1 0,0 0 0,4-14 0,2 7 222,0 0-1,1 0 1,1 1-1,0 0 1,1 1-1,0 0 1,1 1-1,1 0 1,0 0 0,1 2-1,25-19 1,-4 6-94,0 3 0,2 0 1,72-29-1,-71 36-437,1 2 1,0 1-1,0 3 0,72-9 0,-87 15-453,0 2-1,0 0 1,1 1-1,-1 1 1,0 1 0,0 1-1,0 1 1,-1 1-1,30 13 1,-43-16-190,-1 2 1,0-1 0,0 1 0,13 10-1,-17-11-180,0 0 0,0 0-1,0 0 1,-1 1 0,5 7 0,14 34-7920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2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8797,'164'13'3588,"55"7"-418,-195-16-3120,37 6-721,67 20-1,-109-25 470,-1 1 1,-1 2-1,1-1 0,-1 2 0,0 0 0,-1 1 0,0 1 1,15 13-1,-24-16 433,-1 0 0,0 0 0,0 0 0,-1 0 0,0 1 0,0 0 0,-1 0 0,0 0 0,2 12 0,19 36 2003,-16-39-1696,0 0 0,-2 1 0,0 0 1,-1 0-1,5 26 0,-10-42-496,-1 0 0,0 0 0,0-1 0,-1 1 0,1 0 0,0-1 0,-1 1 0,0 0 1,-1 3-1,1 0 61,0-3 395,1 17 117,0-19-596,0-1 0,0 0 1,0 1-1,0-1 0,0 1 0,0-1 0,0 0 1,0 1-1,0-1 0,1 1 0,-1-1 0,0 0 1,0 1-1,0-1 0,1 0 0,-1 1 0,0-1 1,0 0-1,1 1 0,-1-1 0,0 0 0,0 1 1,1-1-1,-1 0 0,0 0 0,1 1 0,-1-1 1,1 0-1,-1 0 0,0 0 0,1 0 0,-1 1 1,0-1-1,1 0 0,-1 0 0,1 0 0,-1 0 1,1 0-1,-1 0 0,0 0 0,1 0 0,-1 0 1,1 0-1,27-11 276,29-26-158,-41 26-119,6-6-13,0 1-1,47-25 1,-67 40-43,11-5 50,-11 4-62,0 0 0,1 1 1,-1-1-1,0 0 0,0 0 1,0 0-1,-1 0 0,1 0 1,2-5-1,-2 4-622,-1-1 0,1 0 0,-1 1 0,0-1 0,-1 0 0,1 1 0,-1-1 0,1 0 0,-2-5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27 11325,'-41'3'2392,"21"-18"-148,0 3 6057,50 9-7085,24 3-268,6 9-212,24 0-151,17 6-149,9-3-432,11 7-732,6-4-541,7 0-907,0-6-916,0 0-3105,3 12-5544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375 128 11785,'-38'-12'2392,"34"10"-1956,0 0 0,0 0 0,0 0 1,0 1-1,-1 0 0,1-1 0,0 2 0,-1-1 0,1 0 0,-1 1 0,1 0 1,-1 0-1,1 0 0,-1 1 0,1 0 0,0-1 0,-1 1 0,1 1 1,0-1-1,0 1 0,0 0 0,0 0 0,0 0 0,-6 4 0,-6 7 396,0 0-1,1 1 0,1 0 1,0 1-1,-23 34 0,20-23-297,1 1 0,1 0 0,-16 41 0,24-49-473,1 0-1,0 1 1,1 0 0,2 0 0,0 0 0,1 1 0,1-1 0,0 1 0,5 32 0,-3-43-63,1 0 0,1 0 0,-1-1 0,1 1-1,1-1 1,0 0 0,0 0 0,1 0 0,0-1 0,0 1 0,1-1 0,0 0 0,1-1 0,-1 0 0,2 0 0,-1 0-1,1-1 1,0 0 0,0 0 0,0-1 0,17 8 0,-13-8 2,0-1 0,0 0 0,0-1 0,1 0 0,0-1 0,-1-1 0,1 1 0,0-2 0,0 0 0,0-1 0,0 0 0,-1-1 0,1 0 0,0-1 0,-1 0 0,13-6 0,-15 5 0,0 0 0,0-1 0,0-1 0,-1 1 0,0-1 0,0-1 0,-1 0 0,1 0 0,-2-1 0,1 0 0,-1 0 0,0 0 0,-1-1 0,1 0 0,-2-1 0,0 1 0,0-1 0,0 0 0,3-14 0,-2-2 27,-1 0 1,-1 0-1,-1-1 1,-2 0-1,0 1 1,-2-1-1,-1 0 0,-1 1 1,-12-47-1,1 24-716,-1 1 0,-3 0-1,-2 1 1,-30-51 0,47 93-323,0 0 1,0 1-1,0-1 0,-1 1 1,0 0-1,-7-7 1,8 9 234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3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13 12253,'-5'-13'8814,"23"37"-7024,-1 0 1,21 38-1,-17-19-1311,-1 1 0,17 55 0,-29-74-389,-2 0 0,0 0 0,-2 0 0,-1 1 0,-1-1 0,0 1 0,-3 0 0,0-1 0,-8 47 0,7-65-39,-1 0 0,0 0 1,0 0-1,0 0 0,-1 0 1,0-1-1,0 0 0,-1 0 1,-7 9-1,11-15-21,0 0 0,0 0 0,0 0 0,0 0 0,0 0 0,0 0 0,0 0 0,0 0 0,1 0 0,-1-1 0,0 1 0,0 0 0,0-1 0,0 1 0,0 0 0,1-1 0,-1 1 0,0-1 0,-1-1 0,2 2 33,-2-1-33,0-1 0,0 1 0,0-1 0,0 1 0,1-1 0,-1 0 0,0 0 0,1 0 0,0 0 0,-1 0 0,1 0 0,0 0 0,0 0 0,0 0 1,0-1-1,1 1 0,-1 0 0,1-1 0,-1 1 0,1 0 0,0-1 0,0 1 0,0-1 0,0 1 0,0-1 0,0 1 0,1 0 0,0-4 0,1-6 19,1-1-1,1 0 0,0 1 0,6-14 1,0 6-324,1 1 1,0 0 0,2 0 0,0 1-1,16-17 1,86-80-3344,-94 95 2798,95-81-4267,-32 41-1921,-11 20-2893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 7901,'24'19'8117,"6"-8"-5092,37-2-2557,-50-8 346,3 1-650,109 6 893,-115-8-943,0-1 0,0 0-1,1-1 1,-1-1 0,0 0 0,-1 0-1,16-7 1,-23 7-5,0-1-1,0 1 1,-1-1-1,1 0 1,-1 0-1,0-1 0,0 0 1,-1 0-1,1 0 1,-1 0-1,0-1 1,0 1-1,-1-1 1,0 0-1,0 0 1,0 0-1,2-10 1,-4 14-54,-1 0 1,1 0-1,-1 0 1,0 1-1,0-1 1,0 0-1,0 0 0,0 0 1,0 0-1,-1 1 1,1-1-1,-1 0 1,1 0-1,-1 1 1,1-1-1,-1 0 0,0 1 1,0-1-1,0 0 1,0 1-1,0 0 1,0-1-1,0 1 1,-1-1-1,1 1 0,-1 0 1,1 0-1,0 0 1,-1 0-1,0 0 1,-1-1-1,-1 0 41,0 0 0,0 0 0,0 1 0,-1-1-1,1 1 1,-1 0 0,1 0 0,-1 0 0,1 1 0,-1-1-1,1 1 1,-7 1 0,0 1 30,0 1 0,1 0 0,0 1 0,-1 0 0,1 0 0,1 1 0,-1 1 0,1-1 1,-13 12-1,-4 4 223,-41 44 1,49-47-252,2 1 0,0 0 0,1 2 0,1-1 0,-23 46 0,33-57-80,0 1 1,1-1 0,0 1 0,1 0-1,0-1 1,0 1 0,1 0 0,1 0-1,0 0 1,0 0 0,0 0 0,2 0-1,-1 0 1,1 0 0,0 0 0,1-1-1,8 19 1,-7-20-35,1 0-1,0-1 0,0 0 1,0 0-1,1 0 1,0 0-1,0-1 1,1 0-1,0-1 0,0 1 1,0-1-1,1 0 1,-1-1-1,1 0 1,0 0-1,1-1 0,-1 0 1,0 0-1,1-1 1,0 0-1,-1-1 1,13 1-1,2 0-13,0-2 0,1 0 0,-1-2 0,0 0 0,0-1 0,0-2 0,30-9 0,-23 2 15,-1-1-1,0-1 1,0-1-1,-1-2 0,-1 0 1,-1-2-1,-1-1 0,25-25 1,168-197-1,-217 241 16,17-21 5,78-87 74,-84 96-69,2 1 0,-1 0-1,2 1 1,-1 0 0,29-14 0,-40 24-9,-1 0 0,1 0 0,0 1-1,0-1 1,-1 1 0,1-1 0,0 1 0,0 0 0,0 0 0,0 1-1,0-1 1,-1 0 0,1 1 0,0 0 0,0-1 0,-1 1 0,1 0-1,0 1 1,-1-1 0,1 0 0,-1 1 0,0-1 0,1 1 0,2 2-1,0 1 4,1 0 0,-1 0-1,0 1 1,0 0 0,-1-1 0,0 1-1,0 1 1,4 6 0,-3 2 9,0 1 0,0-1 0,-1 0 0,-1 1 0,-1 0 0,0 0 0,-1 0 0,-1 0 0,0 0 0,-1 0 0,-1 0 0,-6 26 0,0-11 36,-1 0 0,-2-1-1,-1 0 1,-1-1 0,-24 40 0,18-41-6,-1 0 0,-1-1 0,-2-2 0,0 0 0,-2-1 0,-1-2 0,-40 28 0,-18 5-196,-99 46 0,151-84-33,-22 17-2290,52-33 863,8-3-449,154-62-9680,-82 31 2570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3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51 11745,'1'-2'231,"0"0"-1,0 0 1,0 0-1,0 0 1,-1-1 0,1 1-1,-1 0 1,1 0-1,-1 0 1,0-1 0,1 1-1,-1 0 1,-1-1-1,1 1 1,0 0 0,0 0-1,-1-1 1,0 1-1,1 0 1,-1 0 0,-1-2-1,-4 3 3061,-4 11-2465,9-9-467,-10 17 597,-1-1-1,2 2 1,1-1-1,0 2 1,-9 31 0,-2 1-43,-240 600 2505,234-581-5654,-27 105 0,45-135-1610,1 0 0,-2 45 0,10-15-8519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3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14497,'27'-12'3609,"-4"9"-2397,1 3-260,9 6-204,24 3-392,-3-3-496,16 3-800,4 0-876,3-6-1369,13 12-1251,21 3-3437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5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599 146 9245,'33'-53'2389,"-32"52"-2075,1-1-1,-1 0 1,0 0-1,0 0 0,0 0 1,0 0-1,0 0 1,0 0-1,-1 0 0,1 0 1,-1 0-1,1-1 0,-1 1 1,0 0-1,0 0 1,0 0-1,0-1 0,0 1 1,-1 0-1,1 0 1,0 0-1,-1 0 0,0-1 1,0 1-1,1 0 1,-3-3-1,-2-7 792,5 11-983,-1-1 0,0 1 0,0 0 0,0-1 0,0 1 0,0 0 0,-1 0 0,1-1 0,0 1 0,0 0 0,-1 0 0,1 0 0,-1 1 0,1-1 0,-1 0 0,1 0 0,-1 1 0,1-1 0,-1 1 0,0 0 0,1-1 0,-1 1 0,0 0 0,1 0 0,-1 0 0,0 0 0,1 0 0,-1 0 0,0 1 0,-2 0 0,-4 0 199,-1 1-1,1 0 1,0 0 0,0 1 0,-9 4 0,-8 6 324,0 2 1,1 0 0,0 2 0,2 1-1,0 0 1,-37 42 0,10-3 17,-58 92 0,83-112-662,1 0 1,2 2 0,2 0 0,2 1 0,1 1 0,2 1-1,-13 71 1,23-88-2,1-1 0,1 1 0,1 0 0,1 0 0,2 0 0,0 0 0,2-1 0,0 1-1,2-1 1,1 0 0,1 0 0,0-1 0,2 0 0,25 42 0,-19-41-14,1-1-1,1 0 1,1-1 0,0-1-1,2-1 1,1-1 0,0-1-1,31 19 1,-21-18-266,0-2-1,2-1 1,0-1 0,0-2 0,66 15-1,-30-16-303,0-3-1,1-2 0,0-4 1,0-3-1,-1-3 0,92-16 1,-100 8 286,0-2 0,-1-3 0,-1-2 0,-1-3 1,0-3-1,80-46 0,-77 33 144,-2-2 0,-2-4 0,-1-1 0,-3-4 0,68-73 1,-56 45 59,-4-3 1,71-115 0,-88 120 30,50-79 79,102-224 0,-193 362 101,-8 11 119,-15 16 335,7 0-438,1 0 0,0 0-1,1 2 1,0-1 0,1 1 0,1 0 0,-12 27 0,1-3 81,-17 32 16,3 2 1,3 2-1,3 0 1,4 2 0,-21 122-1,38-153-150,1 0 1,3 59-1,2-84-49,2 1-1,1-1 1,0 0 0,2 0 0,0 0-1,1 0 1,15 33 0,-14-40-16,0 0-1,1 0 1,1 0 0,0-1 0,0-1 0,1 0 0,0 0-1,1-1 1,1 0 0,-1 0 0,2-2 0,-1 1-1,1-2 1,0 0 0,1 0 0,-1-1 0,27 7 0,-26-10-54,1-2 0,0 0 0,0 0 1,-1-1-1,1-1 0,0-1 1,-1 0-1,1 0 0,19-8 1,14-6-600,64-32 1,-78 33 310,-29 12 250,0 1-1,0 0 1,0 0 0,0 1 0,0-1 0,0 1 0,1 0-1,-1 0 1,10 1 0,-12 0 44,0 1-1,0 0 1,0 0 0,0 0-1,0 0 1,0 0 0,-1 1-1,1 0 1,0-1 0,-1 1-1,1 0 1,-1 0 0,0 0 0,0 0-1,0 1 1,0-1 0,0 0-1,0 1 1,2 4 0,28 53-345,-24-43 248,1 0-1,1 0 1,14 18-1,-12-21 11,1 0-1,0-1 1,0-1-1,1 0 1,1-1-1,0 0 1,17 9-1,-20-14 56,0-1-1,0 0 0,0 0 1,1-2-1,0 1 0,-1-1 1,1-1-1,1 0 0,-1-1 1,19-1-1,-25-1 73,-1 0-1,1-1 1,-1 1-1,0-1 1,0 0-1,0-1 1,0 0-1,0 0 1,0 0-1,-1 0 1,1-1-1,-1 0 1,0 0-1,0-1 1,0 1-1,-1-1 1,0 0-1,0 0 1,0-1-1,0 1 1,3-9-1,3-4 27,-2-1 0,0 1-1,-2-1 1,0 0 0,6-35-1,-8-13-22,-4 67-9,0-1-1,-1 0 0,1 1 1,-1-1-1,1 1 0,-1-1 1,1 1-1,-1-1 0,0 1 0,1-1 1,-1 1-1,0-1 0,1 1 1,-1 0-1,0-1 0,1 1 1,-1 0-1,0 0 0,0 0 1,1-1-1,-1 1 0,0 0 1,-1 0-1,1 0 1,-3-1-31,-1 0-1,1 1 1,0 0-1,-1-1 1,1 2-1,0-1 1,-1 0 0,1 1-1,0 0 1,0 0-1,-1 0 1,1 1-1,0-1 1,0 1 0,-6 4-1,-9 5-615,-32 24-1,30-20 242,10-7-180,0 1 0,0 0 1,-19 21-1,28-28 305,2 0 207,0-1 93,0 0 1,0 0-1,0 0 0,1 0 0,-1 0 1,0 0-1,1 0 0,-1-1 0,1 1 1,-1 0-1,1 0 0,-1 0 0,1 0 1,0 0-1,-1-1 0,1 1 0,0 0 1,0-1-1,0 1 0,0 0 0,-1-1 1,1 1-1,0-1 0,0 1 1,0-1-1,2 1 0,0 0 28,0 0 0,1-1 0,-1 1 0,1-1 0,-1 1 0,0-1 0,6 0 0,59-6 514,252-11 622,-176 20-1036,-66 1-96,133-11 0,-106-14 1859,-104 21-1900,0 0 1,0 0 0,0 1 0,0-1-1,-1 0 1,1 0 0,0 1 0,0-1-1,-1 0 1,1 1 0,0-1 0,0 1-1,-1-1 1,1 1 0,-1 0-1,1-1 1,0 1 0,-1-1 0,1 1-1,-1 0 1,1 0 0,-1-1 0,0 1-1,1 1 1,0 0 37,3 3-6,-1 0 0,-1 0-1,1 0 1,-1 0 0,1 1 0,-2-1-1,1 1 1,1 9 0,5 50 45,-6-40-57,0 12 21,-1 0-1,-9 72 0,3-52-118,-1-27 32,17-57 149,3 1 44,0 0 0,2 1 0,35-42 0,13 3 0,119-93-1,-111 98-89,357-272 59,-389 302-138,2-1-11,49-26 1,-86 52 17,1 1 1,-1 0-1,1 0 1,0 1-1,0 0 1,1 0-1,-1 0 1,0 1-1,1 0 1,-1 0-1,0 1 0,10 0 1,-15 0 5,0 0 1,0 0-1,0 0 1,0 0-1,0 1 0,0-1 1,-1 0-1,1 1 1,0-1-1,0 1 0,0-1 1,0 1-1,-1-1 1,1 1-1,0-1 1,0 1-1,-1 0 0,1 0 1,0-1-1,-1 1 1,1 0-1,-1 0 1,1 1-1,1 1-1,-1 0 0,-1 0 0,1 0 0,0 0 0,-1 1 0,0-1 0,1 6 1,-3 8-12,1 0 0,-7 21 0,5-21 14,-9 54-48,4 0 1,0 103 0,9-136-162,-2 0 0,-1 0-1,-2-1 1,-2 1 0,-2-1 0,-16 51-1,20-80 110,1-1-1,-2 1 1,1-1-1,-1 0 1,-9 10-1,2-2-54,11-14 132,0 1 1,-1-1 0,1 0 0,-1 0-1,1 0 1,-1 0 0,1 0-1,-1 0 1,1 0 0,-1 0 0,0 0-1,-2 0 1,0 0-135,41-29 53,78-47-1,-64 45 83,392-263-46,-242 157 357,-190 128-256,0 1 0,1 1 0,0 0 0,0 0 0,13-4 0,-22 9-23,1 0 0,-1 1-1,0-1 1,0 0-1,0 1 1,0 0-1,0 0 1,1 0-1,-1 0 1,0 0 0,0 1-1,0 0 1,0-1-1,0 1 1,0 0-1,0 0 1,0 1-1,0-1 1,0 1-1,0-1 1,-1 1 0,1 0-1,-1 0 1,1 0-1,3 5 1,-4-4-3,0 0-1,0 0 1,0 0 0,-1 0 0,1 0 0,-1 0 0,0 1 0,0-1-1,-1 0 1,1 1 0,0-1 0,-1 1 0,0 4 0,-5 48 98,4-45-85,-7 30 16,-2-1 0,-2 0 1,-1 0-1,-2-1 0,-2-1 0,-24 41 0,30-59-135,0-1-1,-2-1 0,0 0 0,0 0 1,-2-2-1,0 0 0,-1 0 0,-1-2 1,0 0-1,-1-1 0,0 0 0,-1-2 1,-1 0-1,1-1 0,-37 12 0,46-20-1131,10-6-1941,16-11-3398,-11 11 5860,14-12-5860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6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91 103 10697,'-47'-45'2400,"31"30"-348,2 2 1145,8 1-2229,-1-6 660,17 33-7141,3 13 1029,11 2-3477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6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18 8309,'74'-18'10719,"-78"21"-10434,0 0 1,0 1-1,1-1 0,-1 1 0,1 0 0,0 0 0,0 0 0,0 1 0,0-1 0,1 1 0,-1-1 0,-2 10 0,-6 9 466,-14 15 574,-1-2 0,-44 47-1,-70 56 282,82-83-1218,47-44-615,0-1 0,1 2 0,0 0 0,1 0 0,-8 15 0,13-20-457,1 0 1,-1 0-1,2 0 1,-1 0-1,1 0 1,-2 15-1,4-17-438,0-1 1,1 0-1,0 1 0,0-1 1,0 0-1,1 0 0,2 6 1,-3-9 313,6 14-9733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6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9793,'31'-21'1284,"-11"18"456,3 12-1180,1 3-340,-1 9-564,11 18-440,-14 0-724,-7 10-1740,7 5-1481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6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819 368 6765,'120'-156'6588,"-32"44"-2739,-70 89-2798,2 0 0,31-29 1,-49 51-575,-11 23 393,-195 366 1151,98-201-1155,-161 345 839,67-128-972,113-234-509,8 4 1,-61 202-1,134-360-297,1 0 1,1 1-1,0 0 0,1 0 0,1 1 0,1-1 1,0 0-1,1 1 0,1-1 0,6 32 0,-7-47 30,1-1 0,-1 1-1,1 0 1,-1 0 0,1 0-1,0-1 1,0 1 0,0 0-1,0-1 1,0 1-1,0 0 1,0-1 0,1 0-1,-1 1 1,1-1 0,-1 0-1,1 0 1,-1 1 0,1-1-1,3 1 1,-4-2 16,1 1 0,-1-1 0,1 0 0,-1 0 0,1 0-1,-1 0 1,1 0 0,-1 0 0,1 0 0,-1 0 0,1-1 0,-1 1 0,1-1 0,-1 1 0,0-1 0,1 1 0,-1-1 0,0 0 0,1 0 0,-1 1 0,0-1 0,0 0-1,0 0 1,0 0 0,2-2 0,2-4-42,0 1 0,-1-1 0,1 0 0,-1 0-1,-1 0 1,1 0 0,-1-1 0,-1 0-1,1 0 1,1-10 0,1-13-144,1-44-1,-4 56 169,5-275-443,4-37 250,-9 303 223,2 1 0,1 0 0,1 0 0,1 1 0,20-49 0,-21 62 13,0 1 0,1-1 1,0 1-1,1 0 0,1 1 0,0 0 1,0 0-1,1 1 0,0 0 1,1 1-1,0 0 0,0 1 1,16-9-1,-5 7 4,1 1 0,-1 1 0,2 0 0,-1 2 0,1 1 0,0 1 0,0 1 0,0 1 0,0 1 0,1 1 0,-1 1 0,0 1 0,0 1 0,0 1 0,0 2 0,45 16 0,-68-22 0,37 20 34,-36-19-33,0 1-1,0-1 0,-1 0 0,1 1 0,0-1 0,-1 1 1,1 0-1,-1 0 0,0-1 0,1 1 0,-1 0 1,0 0-1,0 0 0,0 0 0,0 0 0,-1 0 0,1 1 1,0 1-1,-1 3-3,0-1 0,0 1 0,-1 0 0,1-1 0,-2 1 0,1-1 0,-1 1 0,0-1 0,0 1 0,-5 9 0,-4 2-358,0 0 1,-14 18 0,11-18-1314,-21 37 1,16-14-1253,10-12-1821,4-6-3500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7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7181,'3'-5'283,"0"-1"-1,0 1 1,0 0 0,1 0 0,0 0 0,0 0 0,1 1 0,-1-1 0,1 1 0,0 0 0,0 1-1,8-5 1,-10 7-220,0 1 0,0 0 0,0-1 0,0 1 0,0 1 0,0-1 0,0 0 0,0 1 0,0 0-1,0-1 1,0 1 0,-1 0 0,1 1 0,3 0 0,-4-1-35,5 3-166,1 0 0,-1 1 0,0 0-1,-1 0 1,1 0 0,-1 1 0,10 11 0,32 46-1814,-46-60 1798,-1 0-1,1 0 0,-1 0 0,1 0 0,-1 0 0,0 0 0,0 0 0,-1 0 0,1 1 0,-1-1 1,1 0-1,-1 1 0,0-1 0,0 0 0,0 0 0,-1 1 0,1-1 0,-1 0 0,0 0 0,-2 5 0,1-3-40,0 0 0,0 0 0,-1 0 0,0-1 0,0 0 0,0 1 0,-1-1 0,1 0 0,-1 0 0,0-1 0,-5 4 0,-34 30-419,43-37 659,-1 1 1,0 0-1,0-1 1,1 1-1,-1-1 1,1 1-1,-1 0 1,0-1-1,1 1 1,-1 0-1,1 0 1,0 0-1,-1-1 1,1 1-1,0 0 1,-1 0-1,1 0 1,0 0-1,0 0 1,0-1-1,-1 1 1,1 0-1,0 0 1,0 0-1,1 0 1,-1 0-1,0 0 1,0 0-1,0 0 1,1-1-1,-1 1 1,0 0-1,1 0 1,-1 0-1,0-1 1,1 1-1,-1 0 1,1 0-1,0-1 1,-1 1 0,1 0-1,0-1 1,-1 1-1,2 0 1,3 4 349,0-1 1,0 0 0,0 0 0,0 0 0,7 3 0,7 0 1247,0 0 0,1-2 1,0 0-1,38 3 0,-54-7 1458,-22-29-2135,12 26-781,0 3-201,0 0 0,0 1 0,0-1-1,0 1 1,0 0 0,1 1 0,-6 2 0,-18 10-2725,23-11 1833,2-2 216,0 0 0,0 0 0,0 0 0,0 0 0,1 1-1,-1 0 1,1 0 0,-4 4 0,6-6 261,1 0 0,0 1 0,0-1 0,-1 0 0,1 1 0,0-1 0,0 1 0,0-1 0,1 0 0,-1 1 0,0-1-1,0 1 1,1-1 0,0 2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7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 11369,'-22'3'1103,"0"0"-1,-32 0 1,-19-12 6156,58 5-12,26 3-2673,3 0-4480,-7 1-1279,100 3 1232,132 20-1,-155-13-38,274 34-245,166 18 735,-1-30-5998,-389-38 897,-48-4-4617,-58 9-1501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8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1 14617,'-4'0'342,"0"0"-1,-1 0 1,1 1-1,0 0 1,0 0-1,-1 0 1,1 0 0,0 1-1,0 0 1,0-1-1,0 1 1,0 1-1,1-1 1,-1 1-1,1-1 1,0 1-1,-1 0 1,1 0-1,0 0 1,1 1-1,-1-1 1,0 1-1,1 0 1,0-1-1,0 1 1,0 0 0,1 0-1,-2 5 1,-18 35 3612,-38 60 0,33-61-3785,-29 65-1,25-40-168,4 1 0,2 1 0,-25 129 0,24 34-4097,20-79-7284,7-62-2924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8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510 9 14265,'-2'-1'2938,"0"0"-2560,0 0-1,0 0 1,0 0 0,0 0 0,0 1-1,0-1 1,0 0 0,0 1 0,0 0 0,0 0-1,0-1 1,0 1 0,-1 0 0,1 1-1,0-1 1,0 0 0,0 1 0,0-1-1,0 1 1,0 0 0,0-1 0,0 1-1,0 0 1,0 0 0,0 0 0,-2 2 0,-10 7 258,1 0 0,0 0 1,1 1-1,0 0 1,1 1-1,0 1 0,-15 23 1,-59 107-355,80-134-291,-45 82-11,5 3 0,3 1 0,-34 119 0,67-171-1547,-6 54-1,5-23-2986,8-38-3611,3-29 5758,-1 15-9035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3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14 413 8701,'49'-176'2156,"-44"161"-1618,1 0 1,1 1-1,0 0 0,1 0 1,0 0-1,1 1 0,1 1 0,0-1 1,1 2-1,0-1 0,21-15 1,-17 13 147,-9 9-466,0 0 1,0 0-1,1 1 1,0 0-1,0 0 0,0 0 1,0 1-1,0 0 1,1 1-1,-1-1 1,1 1-1,13-1 0,-10 2-48,0 1 0,-1 0 0,1 1-1,0 0 1,-1 1 0,1 0 0,-1 1-1,16 5 1,-4 2 0,-1 0 1,0 1-1,-1 2 0,0 0 0,-1 1 1,-1 0-1,31 32 0,-28-23-102,0 1 0,-1 1-1,-1 1 1,-2 0 0,-1 2 0,-1 0 0,-1 0-1,-1 2 1,-2-1 0,13 54 0,-20-65-168,-1 1 1,-1 1-1,0-1 1,-1 0-1,-2 0 0,0 1 1,-1-1-1,0 0 1,-2 0-1,0 0 1,-1-1-1,-1 0 1,-1 0-1,-1 0 1,0 0-1,-1-1 1,-1-1-1,-20 27 1,9-19-268,-1-1 0,0-1 1,-2-1-1,0-1 0,-2-1 1,0-2-1,-1 0 1,-30 13-1,15-11-263,-1-2 0,0-2 0,-1-1 0,-83 13 0,114-25 529,0 0 0,0 0 0,-1-1 0,1-1 0,0 0 0,0 0 0,0-2 0,0 0 0,0 0 0,-17-6 0,27 7 294,20-12 573,-13 11-672,0-1 0,0 1 0,0 0 0,0 0 0,0 1 0,1 0 0,-1-1 0,1 1 0,-1 1 0,1-1 0,-1 1 0,1-1-1,0 1 1,-1 1 0,7 0 0,2 1 129,0 0 0,1 1 1,-2 0-1,18 8 0,232 120 2140,-136-62-1749,-102-57-503,259 128 723,-215-111-716,1-3 0,92 22 0,-141-43-104,1-1 1,-1-1-1,0 0 0,26-1 1,-40-2-16,-1-1 1,1 1-1,-1-1 1,1 0-1,-1 0 0,0 0 1,0-1-1,0 0 1,0 0-1,0 0 1,0-1-1,0 0 1,-1 0-1,1 0 0,-1 0 1,0 0-1,0-1 1,0 0-1,0 0 1,5-7-1,-7 7 9,0 0 0,0-1 0,0 1 0,-1 0 0,1 0 0,-1-1 0,0 1 0,-1-1 0,1 1 0,-1-1 0,1 1 0,-1-1 0,-1 0 0,1 1 0,-1-1 0,0 1 0,-2-9 0,2 10 61,0 0 0,0 0 0,-1 0 1,1 0-1,-1 0 0,1 1 0,-1-1 0,0 0 0,0 1 0,0-1 1,-1 1-1,1 0 0,-1 0 0,1 0 0,-1 0 0,0 0 0,1 0 1,-1 1-1,0-1 0,0 1 0,0 0 0,0 0 0,-1 0 0,1 0 0,-6 0 1,-4 1 159,0 1 0,0 0 0,0 1 0,0 0 0,1 1 0,-1 1 0,1 0 0,0 0 0,0 1 0,0 1 0,1 0 0,-21 15 0,28-19-195,1 1 1,0-1-1,0 1 0,0 0 1,0 0-1,0 1 1,0-1-1,1 1 1,0-1-1,-1 1 1,1 0-1,1-1 1,-1 1-1,1 0 1,-1 0-1,1 0 1,0 1-1,0-1 1,1 0-1,0 0 1,-1 0-1,1 1 1,1-1-1,-1 0 0,0 0 1,1 1-1,0-1 1,0 0-1,0 0 1,3 4-1,0 2 1,1 0 0,1 0 1,0 0-1,0-1 0,1 0 0,0 0 0,1-1 0,0 0 0,16 13 0,9 3-49,2-2 0,1-1 0,0-1 0,2-3-1,0 0 1,0-3 0,82 19 0,-46-18-206,1-4 0,1-3-1,112-2 1,-134-8 142,-1-2-1,1-3 1,-1-1-1,0-4 1,59-19 0,-75 17 49,0-1 1,0-1 0,-2-2-1,0-2 1,-1-1-1,-1-2 1,48-42 0,-67 50 11,0 0 0,-1 0 0,-1-1 0,0 0 0,-1-1 1,-1-1-1,16-36 0,-26 51 13,1 1 0,-1-1 0,1 0 0,-1 1 0,0-1 0,0 0 0,0 1 0,0-1 0,-1 0 0,1 1 0,-1-1 0,0 1 0,0-1 0,1 1 0,-2-1 0,1 1 0,0-1 1,0 1-1,-1 0 0,1 0 0,-1 0 0,0 0 0,0 0 0,1 0 0,-1 0 0,0 0 0,-1 1 0,1-1 0,0 1 0,0 0 0,-1-1 0,1 1 0,-1 0 0,1 0 0,-1 1 0,-3-2 0,-6 3-69,1 0 0,-1 0 0,0 1 0,1 0 0,-1 1 1,1 0-1,0 1 0,0 1 0,0-1 0,0 2 0,-18 11 0,1 2-587,1 2-1,-48 46 1,69-61 522,0 0 1,1 0-1,-1 1 0,1 0 0,1 0 1,-1 1-1,1-1 0,1 1 0,-4 11 1,5-15 63,1 0 1,0 0 0,1 0-1,-1 0 1,1 0 0,0 1-1,0-1 1,0 0 0,0 0 0,1 1-1,0-1 1,0 0 0,0 0-1,0 0 1,0 0 0,1 0-1,0 0 1,0-1 0,4 6-1,-5-7 35,2 0-1,-1 0 1,0 0 0,0 0-1,1-1 1,-1 1-1,0-1 1,1 0-1,0 1 1,-1-1-1,1 0 1,0-1-1,-1 1 1,1 0-1,4-1 1,42 3-110,-43-3 99,10-1 46,1-1-1,-1 0 0,-1-1 0,1-1 1,0 0-1,25-11 0,-6 0 401,54-34 0,-64 31 185,42-36 0,-46 35 217,2 1 0,35-23 0,-57 40-784,0 1-1,-1-1 1,1 1-1,0-1 0,-1 1 1,1 0-1,0-1 1,0 1-1,-1 0 0,1 0 1,0-1-1,0 1 0,0 0 1,0 0-1,-1 0 1,1 0-1,0 0 0,0 0 1,0 0-1,-1 0 1,1 1-1,0-1 0,0 0 1,0 0-1,-1 1 1,1-1-1,0 0 0,0 1 1,-1-1-1,1 1 1,0-1-1,-1 1 0,1-1 1,-1 1-1,1-1 0,0 1 1,-1 0-1,0-1 1,1 1-1,-1 0 0,1 0 1,-1-1-1,0 1 1,1 0-1,-1 0 0,0-1 1,0 1-1,0 0 1,1 0-1,-1 0 0,0 1 1,1 6 15,0 0 1,-1 0-1,0-1 0,0 1 1,-2 9-1,-7 35 156,-25 84 0,34-134-183,-22 66 69,-3 0-1,-2-2 1,-45 76-1,33-73-67,-3-2 0,-4-2 0,-2-2 0,-2-3 0,-4-1 0,-1-3 0,-4-2 0,-1-3 0,-3-3 0,-1-2 0,-133 68 0,196-113-5,-195 93 19,159-78 204,-1-2 1,0-2-1,-53 10 0,91-22-220,-12 2 190,0 0 0,-1-1 1,1 0-1,-13-1 0,23 0-114,-1 0 0,1-1-1,-1 1 1,1 0 0,0-1 0,0 1 0,-1-1 0,1 0 0,0 0-1,0 0 1,0 0 0,0 0 0,0 0 0,0-1 0,0 1 0,0-1 0,0 1-1,1-1 1,-1 0 0,1 0 0,-1 1 0,1-1 0,0 0 0,0 0-1,-1 0 1,1-1 0,1 1 0,-2-4 0,1 0-17,1-1 1,0 0-1,0 0 1,0 0-1,1 0 1,0 0-1,1 0 1,-1 0-1,2 1 0,-1-1 1,0 0-1,1 1 1,0 0-1,1 0 1,0 0-1,4-6 1,13-17-104,46-49 1,-57 68 77,73-76-162,4 4 0,3 4 1,171-113-1,35 21-3199,16 32-4352,-168 88 713,-6 11-4358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4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52 13825,'-4'-17'964,"-3"-17"3565,11 35-2040,54 17 2613,-45-13-4670,-1 1 0,0 0 0,-1 0 0,0 1 0,15 12 0,4 7-78,0 0 1,-2 2-1,-1 1 1,-2 1 0,0 2-1,36 63 1,-52-78-382,0 1 0,-2 0 0,0 1-1,-1 0 1,-1 0 0,4 34 0,-8-38-37,0 0 0,-1 0 0,-1 1-1,-1-1 1,0-1 0,0 1 0,-2 0-1,0 0 1,-10 24 0,5-22 12,-2 0 0,0-1 0,0 0 0,-1 0 0,-1-2 0,-26 24 1,39-38 50,-4 4-3,0-1 1,0-1 0,0 1-1,0 0 1,0-1-1,-1 0 1,1 0-1,-10 3 1,13-5 2,-1 1 0,1-1 0,0 1 0,-1-1 1,1 0-1,0 0 0,-1 1 0,1-1 0,0 0 0,-1 0 0,1 0 0,0-1 1,-1 1-1,1 0 0,0 0 0,-1-1 0,1 1 0,0-1 0,0 1 0,-1-1 1,1 1-1,0-1 0,0 0 0,0 0 0,0 0 0,0 1 0,0-1 0,0 0 1,0 0-1,0 0 0,0-1 0,1 1 0,-2-2 0,1-1 3,0 0-1,0-1 1,0 1 0,1 0-1,0 0 1,0-1 0,0 1-1,0 0 1,1 0 0,0 0-1,2-9 1,1 0 9,1 0 0,10-20 0,1 5-282,1 1 0,2 1-1,0 0 1,2 2 0,41-39-1,132-94-3735,-186 151 3829,217-153-6005,-177 129 3662,0 2-1,100-40 0,-123 59 1857,1 1 0,1 1-1,36-4 1,-51 9 965,-1 1-1,1 1 1,0 0 0,-1 0-1,1 1 1,0 1-1,-1 0 1,1 0-1,-1 1 1,13 6-1,-20-7 138,0 1-1,0 0 1,0 0 0,0 1-1,0-1 1,-1 1-1,0 0 1,0 0-1,0 0 1,0 0-1,0 1 1,-1-1-1,0 1 1,0-1 0,2 7-1,-3-8-335,0-1-1,0 0 1,0 0-1,0 0 1,1 0 0,-1 0-1,0 0 1,1 0-1,0 0 1,-1 0-1,1-1 1,0 1 0,0-1-1,0 1 1,0-1-1,0 0 1,0 0 0,4 1-1,44 16 569,-46-17-547,26 6 193,1-1 1,0-1-1,57 0 1,-69-4-220,0-2 0,0-1 1,0 0-1,-1-1 0,1-1 0,-1-1 1,26-10-1,-41 13-57,0 1 0,0-1 0,-1 1 0,1-1 0,-1 0 1,0 0-1,1 0 0,-1-1 0,0 1 0,0 0 0,0-1 0,-1 1 0,1-1 1,0 0-1,-1 1 0,0-1 0,0 0 0,0 0 0,0 0 0,1-4 0,-2 6-2,0-1 0,0 0 0,0 1 1,0-1-1,0 0 0,0 0 0,-1 1 0,1-1 0,0 0 0,-1 1 0,1-1 0,-1 0 0,0 1 0,0-1 0,1 1 0,-1-1 0,0 1 0,0 0 0,0-1 0,-1 1 0,1 0 0,0 0 0,0-1 0,-1 1 0,1 0 0,-1 0 0,1 1 0,-1-1 0,1 0 0,-1 0 0,1 1 0,-1-1 0,0 1 0,1-1 0,-1 1 0,-3 0 0,-3-1 62,-1 0 0,0 1 0,1 1 0,-1 0 1,0 0-1,1 0 0,-1 1 0,1 0 0,0 1 0,0 0 1,0 0-1,0 1 0,0 0 0,-14 9 0,4 0 51,-1 1 0,2 1 1,0 0-1,-24 29 0,24-22-37,0 1 1,2 0-1,-24 50 0,32-58-92,0 0 1,1 0-1,1 0 0,0 1 0,2 0 0,-1 0 0,2 0 1,0 0-1,1 0 0,1 0 0,0 1 0,1-1 0,1 0 0,5 21 1,-6-32-48,1 1 1,0-1 0,0 1 0,1-1 0,-1 0 0,1 0-1,0 0 1,1 0 0,-1-1 0,1 1 0,0-1 0,0 0 0,0 0-1,1 0 1,-1-1 0,1 1 0,0-1 0,0 0 0,0-1-1,0 1 1,1-1 0,-1 0 0,1 0 0,-1-1 0,1 0-1,8 2 1,0-2-31,0 0 0,0-1-1,0 0 1,0-1 0,0 0 0,0-1-1,0-1 1,-1 0 0,1-1 0,15-6 0,2-5 7,-1-1 0,0-1 0,39-29 0,77-72-72,-32 24-72,-96 80 181,100-71-25,-104 77 41,0 0-1,1 1 1,0 0-1,0 2 1,1-1 0,28-5-1,-40 11-3,1-1 0,-1 0 1,1 1-1,-1 0 0,1 0 0,0 1 0,-1-1 0,1 1 0,-1 0 0,1 0 1,-1 0-1,1 1 0,-1-1 0,0 1 0,0 0 0,0 1 0,0-1 0,0 1 1,0-1-1,-1 1 0,1 0 0,-1 1 0,0-1 0,0 0 0,0 1 1,0 0-1,-1 0 0,1 0 0,-1 0 0,0 0 0,0 0 0,-1 0 0,1 1 1,-1-1-1,0 1 0,0-1 0,0 1 0,-1-1 0,1 1 0,-2 6 0,-1 7-1,0 0-1,-2-1 1,0 0-1,-1 1 1,-1-2-1,0 1 1,-2-1-1,1 0 1,-2 0-1,-13 18 1,-17 19-14,-60 66 0,91-110 11,-85 92 92,92-100-87,0-1-1,1 1 0,-1 0 0,0-1 0,1 1 0,-1 0 1,0-1-1,1 1 0,-1 0 0,1 0 0,-1 0 0,1 0 1,-1 0-1,1-1 0,0 1 0,-1 0 0,1 0 0,0 0 1,0 0-1,0 0 0,-1 0 0,1 0 0,0 1 0,1-1 1,0-1 0,-1 1 0,1-1 0,0 1 0,-1-1 0,1 1 0,0-1 0,0 0 0,-1 0 0,1 1 0,0-1 0,0 0 0,-1 0 0,1 0-1,0 0 1,0 1 0,0-1 0,0-1 0,-1 1 0,3 0 0,49-11 39,-14-4-35,-1-2-1,42-25 1,-42 22-25,121-72 32,95-47-90,-245 136 32,-1 0 0,1 0 0,0 1 0,0 0 0,0 0-1,1 1 1,-1 0 0,0 0 0,0 1 0,1 0 0,-1 1 0,9 1 0,-15-2 11,0 1 0,1 0 0,-1 0 1,0 0-1,0 0 0,0 1 0,0-1 0,0 0 0,-1 1 0,1-1 1,0 1-1,0 0 0,-1 0 0,0-1 0,1 1 0,-1 0 0,0 0 1,0 1-1,0-1 0,2 4 0,0 3-124,-1 0 0,0 0 0,2 14 1,-2-10 18,-1-5 23,0 0 1,0 0-1,-1-1 1,0 1 0,0 0-1,-1 0 1,0 0 0,0-1-1,-3 9 1,-4 37-647,8-52 759,-1-1 0,1 0 0,0 1 0,0-1 0,0 1 0,0-1 0,0 0 0,0 1 0,0-1 0,0 1-1,0-1 1,0 1 0,0-1 0,0 0 0,0 1 0,0-1 0,0 1 0,0-1 0,0 0 0,0 1-1,0-1 1,1 1 0,-1-1 0,0 0 0,0 1 0,0-1 0,1 0 0,-1 1 0,0-1 0,1 0 0,-1 0-1,0 1 1,1-1 0,-1 0 0,0 0 0,1 1 0,11-13-106,3-5 115,82-63 288,-93 77-265,1-1 0,-1 1 0,1 1 0,-1-1 0,1 1 0,0-1 0,0 1 0,0 1 0,0-1 0,1 1 0,-1 0 0,0 0 0,0 0 0,1 1 0,-1 0 0,1 0 0,-1 0 0,0 1 0,1 0 0,-1 0 0,0 0 0,0 0 0,0 1 0,0 0 0,0 0 0,0 1 0,0-1 0,-1 1 0,1 0 0,-1 0 0,0 0 0,0 1 0,0 0 0,0-1 0,3 6 0,-1-1-41,-1 0 1,0 1 0,0-1-1,-1 1 1,0 0 0,-1 0-1,1 0 1,-2 1 0,0-1-1,0 1 1,0 0 0,-1 18-1,-3 47-2293,-6-7-3847,7-62 5160,1 1-3529,3 8-2345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41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34 145 11661,'-24'26'8140,"16"-17"-7610,6-7 514,4 1-186,1 2-737,0 0 0,0 0 0,1 0 0,0 0 0,0-1 0,0 1 0,0-1 0,1 0 0,0-1 0,0 1 0,0-1 0,0 1 0,0-2 0,1 1 0,-1-1 0,1 1 1,10 1-1,5 4-179,0-2 1,0 0 0,0-2-1,1 0 1,36 1 0,-47-5 25,-1-1 1,1 1-1,-1-2 1,0 0 0,1 0-1,-1-1 1,0 0 0,0 0-1,-1-1 1,1-1-1,-1 0 1,0 0 0,0 0-1,12-11 1,-12 9 15,-1 0 0,0-1 0,-1 0 0,1 0 0,-2-1 0,1 0 0,-1 0 0,0 0 0,-1-1 0,0 1 0,-1-2 0,0 1 0,-1 0 0,1-1 0,1-12 0,-5-46-213,0 65 126,-2 6-79,0 0 133,1 0 0,0 1 0,-1-1-1,1 1 1,0-1 0,0 1 0,1-1-1,-2 4 1,4-1 16,0-1 0,-1 0 0,1 0 0,1 0 0,-1 0-1,1 0 1,-1-1 0,1 1 0,0-1 0,1 0 0,-1 1 0,0-2 0,1 1 0,0 0-1,-1-1 1,1 1 0,0-1 0,0 0 0,7 2 0,5 1-79,1-1 0,0 0 0,30 2 0,-42-5 103,4 0-388,1 1 0,-1 0 0,1 1 0,-1 0 0,14 6 1,-2 3-2559,-1 0 1,26 19 0,-41-27 2415,38 29-5959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41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94 11849,'-43'-33'2264,"29"18"-408,1 0 2189,6 0-6529,4 0-429,-11 24-8720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46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 19127,'5162'0'0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50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425 0 22721,'0'7422'0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8:55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3 201 25370,'100'-200'0,"0"400"0,-200-400 0,100 7931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00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201 202 30066,'-200'-100'0,"400"0"0,-400 200 0,5434-100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03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4376,'0'0'2554,"19"9"-2162,-12-8 5010,-5-3-5319,0 0-1,1 0 0,-1 0 0,1 0 0,-1 1 0,1-1 0,0 1 1,0 0-1,0 0 0,0 0 0,3-1 0,14 2 3705,-11-6-3015,9-3 3266,-22 73-2607,-16 86-1,17-133-1366,3-13 16,-14 29 194,14-30-251,-3 27 64,3-27-58,0-1-47,-4 12 612,2 0 0,-2 25 0,4-38-591,-1 0 1,1 0 0,-1 0 0,0 0 0,1 0 0,-1-1 0,0 1-1,1 0 1,-1-1 0,0 1 0,0 0 0,0-1 0,1 1-1,-1-1 1,0 1 0,-2 0 0,-11 9 416,2 4 683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11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78 12197,'8'-11'-612,"5"-9"4078,-10 15-1430,1-1 0,-1 0 0,0 1-1,0-1 1,-1 0 0,2-7-1,-15 62-1180,-2 0-1,-3-1 1,-26 58-1,24-62-806,-57 133-997,9-22-3282,7 0-4047,46-113 2070,8-5-3909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11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439 19 9813,'30'-18'7592,"-25"21"-7260,-1-1 0,0 1 0,1 1 0,-1-1 0,5 7 0,4 2-64,32 26 282,145 136 626,-171-154-1141,-1 2 0,0 0 0,-2 1 1,-1 1-1,0 0 0,-2 1 0,10 28 0,-21-47-43,0-1 0,0 2-1,-1-1 1,1 0 0,-2 0 0,1 0-1,-1 0 1,0 1 0,0-1 0,0 0-1,-1 0 1,0 1 0,0-1 0,-3 8 0,0-6 0,0 0 1,0 0 0,0 0 0,-1 0 0,0-1 0,-1 0 0,0 0 0,-12 12 0,-5-1-11,0-1 1,0-1 0,-2 0 0,0-3 0,-32 15-1,-264 98-1387,8-3-6139,311-122 7272,1-1 0,-1 1 0,1-1 0,0 1 0,-1 0 0,1 0 0,0-1 0,0 1-1,0 0 1,0 0 0,0 0 0,0 0 0,-2 2 0,0 19-5367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12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0 10105,'0'0'1285,"-3"0"-193,-3 1-883,0-1 0,0 1 0,0 0 1,1 1-1,-1 0 0,0-1 0,1 2 0,0-1 0,-1 1 1,1 0-1,0 0 0,0 0 0,0 0 0,-6 7 0,-8 8 30,2 1 0,-19 24-1,-2 3-369,18-25-471,2 2-1,0 1 0,-22 38 1,39-60 391,38-5 355,124-3 2317,-133 8-1934,-1 0 0,1 1 0,49 14 0,20 15 380,-59-18-627,1-1 0,48 8 0,-76-20-265,0 0 0,-1-1 0,1 0 0,0-1 1,-1 0-1,1-1 0,-1 0 0,1 0 1,-1-1-1,0-1 0,0 0 0,0 0 0,0-1 1,11-7-1,12-10 127,0-2 0,45-44-1,-49 41 282,59-42-1,-70 57-262,-7 5-24,1-1 0,0 2 1,0-1-1,23-7 1,-32 13-121,1 0 0,-1 0 0,1 1 0,-1-1 1,1 1-1,-1 0 0,1 0 0,0 0 0,-1 1 1,1-1-1,-1 1 0,1 0 0,-1 0 1,0 0-1,1 0 0,-1 1 0,0-1 0,0 1 1,0 0-1,0 0 0,0 0 0,5 4 0,-2 1-101,0-1-1,0 1 0,0 0 0,-1 0 0,0 1 0,0 0 0,-1 0 1,6 14-1,-3-2-1898,-1 0-1,5 30 1,-11-47 1066,-4-7-1536,2 2 2447,0 0 1,1 0 0,-1 0 0,0 0 0,1-1 0,-1 1 0,-1-4-1,5 1 9,1-1-1,-1 1 0,1 0 0,0 0 0,0 0 0,0 1 0,1-1 0,-1 1 1,1-1-1,0 1 0,1 1 0,-1-1 0,1 0 0,-1 1 0,1 0 0,0 0 1,0 1-1,10-4 0,15-4 103,1 1 1,-1 1-1,2 2 0,32-2 1,18 4 2899,-75 5-2862,0-1 0,0 2-1,0-1 1,-1 1 0,1 0 0,10 5-1,-1-1 39,2 0-87,29 9-72,56 12 1,-101-27 173,11 31-204,-10-27-63,0-1 0,0 1 0,1-1 0,0 1 0,-1-1 0,1-1 0,0 1 0,0 0 0,1-1 0,-1 0 0,7 3 0,-5-4 30,0 1-1,0-1 1,0 0 0,1-1-1,-1 1 1,8-2-1,8 2 212,-19 0 113,31-13 1566,2 9-1706,-32 3-513,-1 0-420,27 8-2192,-6-1-2849,-4-1-137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15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73 7465,'0'0'9797,"-2"-2"-8598,1 2-1104,0-1 0,0 1 0,1-1 0,-1 1-1,0-1 1,1 0 0,-1 0 0,0 1 0,1-1 0,-1 0 0,1 0-1,-1 0 1,1 0 0,0 0 0,-1 1 0,1-1 0,0 0 0,-1 0 0,1 0-1,0 0 1,0 0 0,0 0 0,0 0 0,0 0 0,0 0 0,0 0 0,0 0-1,1 0 1,-1 0 0,0 0 0,0 0 0,1 0 0,-1 0 0,1 1 0,-1-1-1,1 0 1,-1 0 0,1 0 0,0 1 0,-1-1 0,1 0 0,0 0 0,-1 1-1,1-1 1,0 1 0,0-1 0,0 1 0,-1-1 0,1 1 0,2-1-1,4-3 1,0 0-1,0 0 0,0 1 1,0 0-1,1 1 0,-1 0 1,1 0-1,0 0 0,13 0 1,83 0 258,-68 2-252,488 16-61,-61-1-1888,-375-14 1157,367-7-6564,-369-3 2509,-13-5-2467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32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52 7717,'30'-24'824,"-17"18"-352,4-3-420,0 3-1404,3-1-876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34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6393,'0'0'16151,"2"-1"-15670,4-1-256,0 1-1,0 0 0,0 0 0,0 1 0,0-1 0,0 1 0,0 1 0,0-1 0,0 1 0,0 0 0,0 1 0,0-1 0,10 5 0,36 7 624,6-7-410,1-3 0,93-5-1,123-26 21,-267 27-440,224-34 216,-99 14 107,-130 20-330,0 1-6,0 0 0,0-1-1,-1 1 1,1-1-1,0 0 1,-1 0-1,1 0 1,0 0 0,-1 0-1,3-2 1,-2 1-26,0 1 0,-1-1 0,1 1 1,0 0-1,0 0 0,0 0 0,0 1 0,6-2 1,-8 0-234,6-12-565,-3 12-1072,-3 23-530,-1-15 2708,0-3-755,-30-21-20231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36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0 31267,'0'2726'0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0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0 30874,'0'3259'0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3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547 685 6165,'0'0'1626,"0"-3"-49,-1-1-1792,0 3 466,1-1 0,-1 1 0,1 0 0,0-1 0,-1 1 0,1 0 0,0-1 0,0 1 0,0 0 0,0-1 1,0 1-1,0-1 0,0 1 0,0 0 0,1-1 0,-1 1 0,0 0 0,1-1 0,-1 1 0,1 0 0,0 0 0,-1-1 0,1 1 0,0 0 0,0 0 0,-1 0 0,1 0 1,0 0-1,0 0 0,0 0 0,0 0 0,1 0 0,-1 1 0,5-3 5177,-26-3-4693,-205-45 4674,215 50-5362,0 0 0,0 1 0,0 0 0,0 1 0,0 0 0,0 0 0,0 1 0,1 0 0,-1 1 0,0 0 0,1 1 0,0 0 0,0 0 0,0 1 0,0 0 0,1 1 0,0 0 1,0 0-1,-11 12 0,5-4-18,0 1 0,0 1 1,2 0-1,0 1 0,1 0 1,0 1-1,2 0 0,-10 25 0,17-38-24,1 0-1,0-1 1,0 1-1,1 0 0,-1 0 1,1-1-1,0 1 0,0 0 1,1 0-1,-1 0 1,1-1-1,0 1 0,1 0 1,-1-1-1,3 7 0,-3-10-4,0-1 0,-1 1 0,1 0-1,0-1 1,-1 1 0,1 0 0,0-1-1,0 1 1,0-1 0,-1 1 0,1-1-1,0 0 1,0 1 0,0-1 0,0 0-1,0 0 1,0 0 0,0 1-1,2-1 1,-1 0 0,4 1 1,1 1 0,-1-2-1,1 1 1,-1-1 0,1 0-1,-1 0 1,1 0 0,-1-1-1,9-2 1,2-1-31,1-1-1,21-9 1,-10 2-71,-1-2-1,0 0 1,-1-3-1,-1 0 1,0-1-1,-1-1 1,-1-2 0,-1 0-1,-1-2 1,-1 0-1,26-39 1,-23 28-11,-2-1-1,-1 0 1,-2-2 0,-2 0 0,-1-1 0,-2-1 0,16-70 0,-27 97 101,-1-1 0,-1 1 0,0-23 0,-1 14 1,0 15 19,0 0 1,0-1-1,0 1 1,-1-1-1,0 1 1,0 0-1,-1-1 1,0 1-1,0 0 0,0 0 1,-1 0-1,0 1 1,0-1-1,-7-9 1,-5-9 27,12 20 2,-1 0 0,1 0 0,-1 1 0,0-1 0,0 1 0,0 0 0,0 0 0,-9-4 1,0-1 58,11 7 367,-18 6 175,19-5-595,0 0 0,0 0 0,0 1-1,0-1 1,0 0 0,0 1 0,0-1 0,0 0 0,0 1 0,0-1-1,0 1 1,0-1 0,0 1 0,0 0 0,1-1 0,-1 1 0,0 0-1,0 0 1,1 0 0,-1-1 0,0 1 0,1 0 0,-1 0 0,1 0-1,0 0 1,-1 0 0,1 0 0,0 0 0,-1 0 0,1 0-1,0 0 1,0 0 0,0 0 0,0 2 0,-1 4-30,-22 101 1173,9-44-1197,-12 122 0,26-71-678,6-43-6235,-6-65 5826,0-2-1036,4 18-16814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8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297 530 6101,'-7'36'12407,"8"-39"-11837,8-32 858,-8 29-1323,0 1 0,0-1 0,0 1-1,1-1 1,0 1 0,0 0 0,1-1 0,-1 1 0,1 0-1,0 1 1,0-1 0,1 1 0,-1-1 0,6-4 0,50-39 38,94-60 1,-32 26-80,-105 71-71,1 1 0,23-11 0,-38 21 6,1 1 0,-1 0 0,1 0-1,-1 0 1,1 1 0,-1-1 0,0 0 0,0 1 0,4 3 0,-5-3-3,0-1 1,0 1-1,0 0 1,0 0-1,0 0 1,0 0-1,-1 0 1,1 0-1,-1 0 0,1 0 1,-1 1-1,0-1 1,0 0-1,0 0 1,0 0-1,-1 3 0,-7 23-195,7-25 45,-6 26-1034,-5-88 1018,-26-74 1,37 128 195,0 1 1,-1-1-1,1 0 1,-1 1 0,-1 0-1,1 0 1,0-1-1,-1 1 1,0 1 0,0-1-1,0 0 1,-1 1-1,1-1 1,-1 1-1,0 0 1,0 1 0,0-1-1,0 0 1,0 1-1,0 0 1,-1 0 0,1 0-1,-1 1 1,1 0-1,-1-1 1,0 2 0,0-1-1,1 0 1,-1 1-1,0 0 1,0 0 0,0 0-1,0 1 1,1 0-1,-1 0 1,-6 2 0,-10 4 70,1 1 0,0 1 0,1 1 0,0 1 1,0 0-1,1 1 0,1 1 0,0 1 0,0 1 0,-21 25 1,12-10-1,1 1 0,2 1 0,1 1 0,1 1 1,-16 38-1,12-11-37,3 2-1,-20 94 1,36-132-58,-52 161-347,28-110-2691,26-68 1846,-2 7 131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8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49 4480,'-13'-1'1570,"5"-4"5069,10-6-1364,2 1-6133,-3 7 1917,4 2-198,33-6-65,0 2 0,72 0 0,20 7-2071,-15 0-3238,-68 1-387,-1 5-2842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8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332 1 10297,'-4'0'2398,"-3"0"-1508,1 0 1,-1 1-1,0 0 0,0 0 0,0 1 0,1 0 1,-1 0-1,1 1 0,0-1 0,-10 6 1,8-2-239,-1 0 1,1 0-1,0 1 1,1 0-1,0 1 1,-9 10-1,-2 8-633,2 0 0,0 1-1,-20 51 1,28-63-1648,0 0-1,-19 25 1,17-26-1509,0 1 0,-9 18 1,4 8-6708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49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30 8325,'2'-3'3255,"13"-23"10559,-22 27-13610,0 1 0,0-1 0,1 2 0,-1-1 0,0 1 0,1 0 0,-1 0 0,1 1 0,0 0 0,0 0 0,1 1-1,-1-1 1,1 1 0,-8 9 0,-69 89-1353,76-97 521,0 1 0,-1-1 1,0 0-1,0-1 0,-12 7 1,12-8-560,1 0 0,0 0 0,0 0 1,0 1-1,1 0 0,-1 0 0,1 1 0,-6 7 1,-1 16-8687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0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167 439 3960,'-1'0'208,"1"0"0,-1 0 0,0 0 0,0 0 0,1 0 0,-1-1 0,0 1 0,0 0 0,1-1 0,-1 1 0,0 0 0,1-1 0,-1 1 0,1-1 0,-1 1 0,0-1 0,1 1 0,-1-1 0,1 0 0,-1 1 0,1-1 0,0 0 0,-1 1 0,1-1 0,-1-1 0,8-17 6066,-2 8-7343,60-120 4903,-48 99-3215,3 0-252,2 1 0,1 1 0,37-39 0,-39 45-218,-17 19-122,0 1-1,1 0 1,-1-1-1,1 2 0,-1-1 1,1 0-1,1 1 1,-1 0-1,0 0 0,1 0 1,7-2-1,-10 5-20,-1-1 0,1 1 0,0 0 0,-1 0 0,1 0 0,0 0-1,0 1 1,-1-1 0,1 1 0,0-1 0,-1 1 0,1 0 0,-1 0-1,1 0 1,-1 0 0,1 1 0,-1-1 0,0 1 0,0-1 0,0 1 0,0 0-1,0 0 1,0 0 0,0 0 0,0 0 0,-1 0 0,3 4 0,5 10-216,-1 0 1,0 0 0,-1 1-1,-1 0 1,-1 0 0,4 21-1,5 13-1372,-11-17-287,-4-27 866,0-21 629,1-7 462,-2 0-1,0 0 0,-5-21 0,5 32 76,-1 1 1,0-1-1,0 1 0,-1 0 0,0 0 1,0 0-1,-1 1 0,-10-14 1,14 20-77,-1 1 0,1-1 1,-1 1-1,0-1 1,0 1-1,0 0 1,0-1-1,0 1 0,0 0 1,0 0-1,0 1 1,0-1-1,0 0 0,0 1 1,-1-1-1,1 1 1,-4-1-1,1 2 14,0-1-1,1 1 0,-1-1 1,0 1-1,0 1 1,1-1-1,-1 1 1,-4 2-1,-8 5 203,0 1-1,1 0 1,-19 17-1,32-25-241,-35 29 168,1 3 0,1 1-1,2 1 1,2 2 0,1 1 0,2 1 0,-43 82 0,59-91-989,1 1 1,-13 53-1,24-81 613,0 2-427,0 0-1,0 0 0,1 0 1,0 0-1,0 0 0,0 0 1,1 0-1,0 0 0,2 6 1,1 9-3617,-1 3-2691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0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8045,'0'0'4288,"2"2"-3218,11 6-283,1 0-1,0-1 1,29 10 0,134 56 295,-173-71-1084,0 1 0,0-1 0,0 1 1,0-1-1,0 1 0,-1 1 0,1-1 1,-1 0-1,0 1 0,0-1 0,0 1 0,0 0 1,-1 0-1,0 0 0,0 0 0,0 1 1,0-1-1,0 1 0,-1-1 0,0 1 1,0-1-1,0 1 0,-1 0 0,0-1 1,1 1-1,-2 0 0,1 0 0,0-1 0,-3 8 1,-2 11-242,-1-1 0,-1 0 0,-2-1 0,-18 36 1,14-29-71,7-14 200,4-12 32,3 2-17,7 28 72,-8-31 26,0-1 0,0 0-1,1 0 1,-1 0 0,0 0 0,0 1-1,0-1 1,0 0 0,0 0 0,0 0-1,0 0 1,0 0 0,0 0 0,0 1-1,0-1 1,1 0 0,-1 0 0,0 0 0,0 0-1,0 0 1,0 0 0,0 0 0,0 0-1,1 0 1,-1 0 0,0 0 0,0 1-1,0-1 1,0 0 0,0 0 0,1 0-1,-1 0 1,0 0 0,0 0 0,0 0-1,0 0 1,1 0 0,-1 0 0,0 0-1,0-1 1,0 1 0,0 0 0,0 0-1,1 0 1,-1 0 0,0 0 0,56-10-220,2-1-1957,-19 8-2716,-19 3-556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0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10 10501,'-20'-9'7861,"10"21"-7017,3 6-156,-13-6-156,3 6-120,4-6-160,-11 12-472,-2-3-732,2-3-620,-3-3-661,-3 3-2483,10 7-3697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1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75 629 7597,'1'-7'702,"0"1"1,0 0 0,0 0 0,1 0-1,0 0 1,0 0 0,0 0-1,6-8 1,30-48 1925,-19 34-1993,23-43 302,3-4-372,55-72 0,-83 126-564,0 1-1,1 1 1,0 1-1,2 0 1,0 1 0,1 2-1,43-25 1,-61 38-6,0 0 1,0 0-1,0 1 0,0-1 1,0 1-1,0 0 0,0 0 1,0 0-1,1 1 1,-1-1-1,0 1 0,1 0 1,-1-1-1,0 2 1,1-1-1,-1 0 0,0 1 1,1-1-1,-1 1 0,0 0 1,0 0-1,0 0 1,0 0-1,0 1 0,0 0 1,0-1-1,0 1 0,0 0 1,-1 0-1,1 0 1,-1 1-1,1-1 0,-1 1 1,0-1-1,2 4 1,0 1-91,0 0 0,-1 0 1,0 0-1,0 1 0,-1 0 1,0-1-1,0 1 0,0 0 1,-1 0-1,-1 0 0,1-1 1,-1 1-1,-2 13 0,1-15 52,-2 21-1784,-12 45 0,14-68 1171,-16-33-2293,10 4 2931,5 19 118,1-1 0,-1 1 0,-1-1 0,1 1 1,-1 0-1,-6-11 0,7 15-33,0 1 0,0-1 0,1 0 0,-1 1 0,0-1 0,0 1 0,-1-1 0,1 1 0,0 0 0,0 0 0,-1 0 0,1 0 0,0 0 0,-1 1 0,1-1 1,-1 1-1,1-1 0,-1 1 0,1 0 0,-1 0 0,1 0 0,-1 1 0,-3 0 0,-9 2 215,1 0-1,-1 1 1,1 1 0,0 1-1,0 0 1,1 0 0,-1 2 0,2-1-1,-24 19 1,1 3 110,2 1-1,-32 38 1,36-34-369,1 1 0,2 1 1,1 1-1,-25 55 0,27-44-1600,-24 78 0,38-104 796,-4 19-3759,14-12-863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1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2 7465,'1'0'82,"1"-1"0,-1 1 1,0 0-1,0-1 1,0 1-1,0 0 0,0 0 1,1 0-1,-1 0 1,0 0-1,0 0 0,0 1 1,0-1-1,1 0 1,-1 0-1,0 1 0,0-1 1,0 1-1,1 0 1,-16 15 1863,10-12-1729,19 20 2060,12 21-1356,-18-32-794,0 1-1,-2-1 1,1 2 0,-2-1 0,10 30 0,-13-26-232,-1 0 1,1 32-1,-4-37-269,2 1-1,0-1 1,0 0 0,1 0-1,1 0 1,4 14-1,-3-21-119,-1 0 0,1-1-1,0 1 1,0-1-1,0 0 1,1 0 0,8 6-1,7 9 210,-20-19 322,0 1 1,0-1-1,0 0 0,0 1 1,0-1-1,-1 0 0,1 0 0,0 0 1,-1 1-1,1-1 0,-1 0 1,1 0-1,-1 0 0,0 0 1,1 0-1,-3 2 0,3-2 50,-3 3 79,0 0-1,0 0 1,0 0-1,-1 0 0,1-1 1,-1 0-1,0 1 0,0-1 1,-8 4-1,-45 22 773,46-23-745,-11 4 29,-111 49 595,105-49-2104,-35 8 1,26-8-1738,9 4-1000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1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46 11141,'0'0'3064,"3"-16"-2072,1 1 497,12 6-2770,1 3-347,0 9-2352,3 3-2833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2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58 6801,'0'0'55,"-1"0"0,1 0 0,-1 0 0,1 0 1,-1 0-1,1-1 0,-1 1 0,1 0 1,-1 0-1,1-1 0,-1 1 0,1 0 0,-1 0 1,1-1-1,-1 1 0,1-1 0,0 1 0,-1 0 1,1-1-1,0 1 0,-1-1 0,1 1 1,0-1-1,-1 1 0,1-1 0,0 1 0,0-1 1,12-5 1372,1 2-779,-9 2-512,0 1-1,0 0 0,1 0 1,-1 1-1,0-1 1,0 1-1,1 0 0,8 1 1,1 0-81,192 10-3209,-192-11 3391,0 1 0,26 6-1,-37-6 397,18-4 979,-17 2-1538,1 0 1,0-1-1,-1 1 0,0-1 1,1 0-1,-1 0 0,0-1 1,0 1-1,0-1 0,0 0 1,-1 0-1,4-4 0,-4 5-658,-1 0-1,1 0 0,0 0 1,0 1-1,0-1 0,0 1 1,0 0-1,4-2 0,12 0-3673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2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381 504 8385,'-11'0'1461,"12"-4"-188,15-8 785,-9 6 1133,-9 8-2039,-10 10-553,1-1 1,0 2 0,1-1-1,1 1 1,0 1 0,-11 22-1,5-5-265,-10 36-1,15-39-176,-22 44 0,31-69-100,1-7-57,1-1-1,0 1 0,0 0 0,0 0 0,1 0 0,0 0 0,3-7 0,2-3 1,7-16-1,1 1-1,2 0 1,1 2 0,1 0-1,31-35 1,-14 18 0,28-30-14,2 4-1,4 2 0,140-104 0,-189 155 8,1 2-1,0 0 1,1 1 0,1 1-1,48-18 1,-70 30 9,1 0-1,-1 0 1,0 1-1,1-1 1,-1 1-1,1 0 1,-1-1 0,1 1-1,-1 0 1,0 1-1,1-1 1,-1 0-1,1 1 1,-1-1-1,0 1 1,1 0 0,-1 0-1,0 0 1,1 0-1,-1 0 1,0 0-1,0 1 1,0-1 0,0 1-1,0-1 1,-1 1-1,1 0 1,0 0-1,-1 0 1,1 0-1,-1 0 1,0 0 0,1 0-1,-1 0 1,0 0-1,0 1 1,-1-1-1,2 5 1,1 6 5,-1 1 0,0-1 0,-1 1 0,-1-1 0,-1 19 0,1-23-7,-4 18-38,-1 0 0,-1-1 1,-1 0-1,-1 0 0,-1 0 1,-19 35-1,-4 15-930,9-17-626,22-58 1494,0 1 0,0-1 0,-1 1-1,1-1 1,0 1 0,-1-1 0,1 0 0,-1 0 0,1 0 0,-1 0 0,0 0 0,1 0-1,-1 0 1,0 0 0,-3 0 0,3 0-117,1-1 177,0 0 0,1 0 0,-1 0 0,0 0 0,0 0 0,1 0 0,-1 0 0,0 0-1,0 0 1,1-1 0,-1 1 0,0 0 0,0-1 0,1 1 0,-1 0 0,0-1 0,1 1 0,-1-1 0,1 1-1,-1-1 1,1 1 0,-1-1 0,0 0 0,-11-13-211,1-6 49,0 0 1,2-1-1,-12-34 0,-14-68 18,28 85 300,5 24 12,0 1 1,-8-23 0,9 33-90,0 0 0,0 0 0,0 0 0,-1 0 0,1 1 0,-1-1 0,0 0 0,0 1 0,0 0 0,0-1 0,-1 1 0,1 0 0,0 0 0,-1 0 0,0 0 0,-4-2 0,4 3 13,0 1-1,0-1 0,0 1 0,0-1 1,0 1-1,0 0 0,0 0 1,0 1-1,0-1 0,0 1 0,0-1 1,0 1-1,0 0 0,0 0 1,1 0-1,-1 0 0,0 1 0,1-1 1,-1 1-1,-4 3 0,-6 5 156,0 0 0,-17 18 0,-2 6 168,2 0 0,2 3 0,1 0 0,-24 46 0,-79 170 589,118-226-888,-61 126 353,-73 221 1,108-257-309,-23 83-1604,47-158-2336,8-25-2394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3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85 10417,'47'-30'1924,"-20"21"-140,3 6-212,-6-9-303,2 3-277,8 3-224,23 0-532,-14 3-620,8 0-884,-1 0-621,-7 3-2595,8 3-3469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3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9525,'0'0'6774,"0"3"-5909,-1 7-515,0 0 0,1 0 1,0 0-1,1-1 0,2 13 0,2 31 189,-5 10 129,2-67-628,0 0 0,0 1 0,1-1 0,0 1 0,-1 0 0,1 0 1,6-5-1,-2 1 12,-3 2-27,1 1 0,-1 0 0,1 0-1,0 0 1,-1 1 0,2-1 0,-1 1 0,0 0-1,1 1 1,-1-1 0,1 1 0,0 0 0,0 1-1,0-1 1,0 1 0,7 0 0,-10 1-14,0 0 0,0 0 1,1 0-1,-1 1 0,0 0 0,0-1 1,0 1-1,0 0 0,0 1 0,0-1 1,0 1-1,0-1 0,0 1 0,0 0 1,-1 0-1,1 0 0,-1 0 1,0 0-1,1 1 0,-1-1 0,0 1 1,0-1-1,-1 1 0,1 0 0,0 0 1,-1 0-1,0 0 0,0 0 1,0 0-1,0 0 0,1 4 0,0 7-50,-1-1 0,0 1 0,-1 0 0,-1-1 0,0 1 0,-6 25 0,0 25-1973,7-59 493,13 10-5681,-2 3-439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3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37 7361,'0'0'2572,"-3"-18"-1656,0 0-488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4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0 8233,'0'0'20492,"-2"1"-19802,0-1-608,1 0 0,0 0 0,0 0 0,0 0 0,-1 1 0,1-1 1,0 0-1,0 1 0,0-1 0,0 1 0,0 0 0,0-1 0,0 1 0,0 0 1,0-1-1,0 1 0,0 0 0,0 0 0,1 0 0,-1 0 0,0 0 0,-1 2 0,2 0 95,-1 0 0,1 0 0,-1 0 0,1 0 0,0 0 0,0 0 0,1 6 0,0-1-217,4 57 111,4 206-54,-15-147-17,-11 498 0,30-385 0,-8-212 413,-1-5-1611,-3-6-4759,3-25-2186,0 4 5026,8-23-8664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4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34 203 6245,'0'-1'347,"-1"0"1,1 1 0,-1-1 0,0 1 0,1 0 0,-1-1-1,1 1 1,-1 0 0,0-1 0,0 1 0,1 0 0,-1-1-1,0 1 1,1 0 0,-1 0 0,0 0 0,0 0 0,1 0-1,-1 0 1,0 0 0,0 0 0,1 0 0,-1 0-1,0 0 1,0 1 0,1-1 0,-1 0 0,0 0 0,1 1-1,-1-1 1,-1 1 0,-8 8 2369,14-8-2176,21 4-333,0-1 0,0-1 0,0-2 1,0 0-1,37-4 0,-34 2-116,814-78 659,-595 50-655,35-12-41,-116 16 46,67-20 276,-229 45-355,33 5 34,-34-4 31,18 4-2490,-20-5 1328,14 3 1940,-10-3-4271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5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43 8569,'-14'-42'13356,"24"59"-10784,-7-9-2288,-1 0 1,0 0-1,-1 1 0,0-1 0,0 0 1,-1 1-1,0-1 0,-2 14 1,1 12 414,1 40 429,-11 273 1635,-51 25-1750,16-115-2156,41-223 286,2 1 0,1-1 0,4 41 1,5-17-3810,6 0-5171,-7-34-765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6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185 270 9809,'-21'-2'1994,"1"0"-1,-33 3 1,45-1-1476,0 1 1,0 0-1,1 1 0,-1-1 1,0 1-1,1 1 0,-1 0 1,1 0-1,-12 7 0,16-8 204,4 0-608,-1 1 0,0-1 1,0 1-1,1 0 1,0-1-1,-1 1 0,1-1 1,0 1-1,0-1 1,1 1-1,-1-1 0,0 0 1,1 0-1,-1 0 1,1 1-1,0-2 0,0 1 1,0 0-1,0 0 1,0 0-1,0-1 0,0 1 1,0-1-1,1 0 1,-1 0-1,0 0 0,1 0 1,-1 0-1,5 1 1,8 1-6,1 0 0,-1 0 0,1-2 0,15 0 0,-17 0 83,112 0 344,247-29 1,121-55-315,-476 79-209,3 0-11,1060-228 129,-998 216-528,-81 16 396,-1 0-1,1 0 0,-1 1 0,1-1 0,0 0 0,-1 1 1,1-1-1,-1 1 0,1 0 0,-1-1 0,1 1 0,-1 0 0,0 0 1,2 1-1,3 2-3207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6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164 800 4620,'-1'-4'158,"0"1"-1,0-1 0,0 0 0,1 1 0,-1-1 0,1 1 1,0-1-1,0 0 0,1 1 0,-1-1 0,1 0 1,0 1-1,1-6 0,2-1 313,1 1 0,0-1-1,7-10 1,-7 13-96,-1 1-1,0-1 1,0 0-1,-1 0 0,0-1 1,0 1-1,-1-1 1,3-15-1,-3 4 480,0 5-224,-1-1 1,0 0-1,-1 0 1,0 1-1,-2-1 1,-4-23-1,3 31-529,-1 0-1,0 1 0,-1-1 0,0 1 1,0 0-1,0 0 0,0 0 0,-1 1 1,0 0-1,-11-8 0,0 0 44,13 8 38,0 0 0,1 0 1,-1 0-1,1 0 0,0 0 0,-4-11 0,-3-6 566,2 7 8,1 1 0,0-1 1,-6-23-1,9 24 9,-1 1 0,0 0 0,-1-1 0,-14-22 0,16 30-554,1 0 0,-1-1-1,2 1 1,-1-1 0,1 1-1,0-1 1,0 0 0,1 0-1,-1 0 1,2 0 0,-1 0-1,1 0 1,0 0 0,1 0-1,-1-1 1,1 1 0,1 0-1,2-9 1,-2 13 641,-1 5-417,8 14-424,-1 2 0,0-1-1,-2 1 1,0 0-1,0 0 1,-2 1 0,0-1-1,0 21 1,7 207-10,-8-109 0,1-40-42,28 415-390,-29-423-4448,-5-33-5411,2-32-3847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7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141 355 11725,'11'-8'592,"0"1"0,0 0 0,0 1 0,1 0 0,0 1-1,0 1 1,0 0 0,13-3 0,110-15 2025,-66 13-2165,710-158 1484,-622 128-1829,57-16 70,-208 53-146,1 0 1,0 1-1,0-1 0,-1 1 0,1 1 0,0-1 0,0 1 0,0 0 1,0 1-1,0 0 0,0 0 0,0 0 0,0 1 0,-1 0 0,1 0 0,-1 1 1,1 0-1,-1 0 0,0 0 0,0 1 0,0 0 0,-1 0 0,1 1 0,-1-1 1,0 1-1,-1 0 0,1 0 0,6 10 0,19 42 417,-2 1 0,-3 2 0,-3 0-1,-2 2 1,-3 0 0,-2 1 0,7 75 0,-7 39 105,-8 238 0,-16-168-319,1-81-301,15 186 0,-3-179-225,-5-128 277,-5-14 64,6-31-46,0 0 0,0 0 0,0 0 0,0 1 0,0-1 0,0 0 0,0 0-1,0 0 1,0 0 0,0 0 0,0 1 0,0-1 0,0 0 0,0 0 0,0 0 0,0 0 0,0 0 0,-1 0 0,1 0 0,0 1 0,0-1 0,0 0 0,0 0 0,0 0 0,0 0 0,0 0 0,-1 0 0,1 0 0,0 0 0,0 0 0,0 0 0,0 0 0,0 0 0,-1 0 0,1 0 0,0 0 0,0 0 0,0 0 0,0 0 0,0 0 0,-1 0 0,1 0 0,0 0 0,0 0 0,0 0 0,0 0 0,0 0 0,-1 0 0,-447-9 2355,-683 63-940,980-43-1486,-1 1-2169,57 3-4914,91-14 4000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8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37 10793,'-2'-1'274,"0"-1"0,1 1 0,-1 0 0,1-1 0,0 1 0,-1-1 0,1 0 0,0 1 0,0-1 0,0 0 0,0 0 0,0 1 0,0-1 0,1 0 0,-2-10 9407,-8 24-5612,9-6-3731,-1-1 0,1 1 1,0-1-1,1 1 0,0 0 1,-1 0-1,2-1 0,-1 1 1,1 0-1,1 7 1,4 34-1,-13 607-284,4-577-54,2-29 0,-10 58 0,-5 28 302,19-65-2519,-2-59 532,1 0 0,1 0 0,0 0 0,5 13 0,3-3-5575,5-9-4923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08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422 593 12461,'-2'-2'212,"-1"1"1,1-1-1,0 0 0,0 0 0,0 0 0,0 0 1,0 0-1,0 0 0,1-1 0,-1 1 0,1 0 1,-1-1-1,1 0 0,0 1 0,0-1 0,-1-4 1,2 3 49,0 0 0,0-1 1,0 1-1,0 0 0,1 0 0,0 0 1,0 0-1,0-1 0,1 1 1,-1 1-1,4-7 0,1-1-23,0 1-1,1 0 1,0 0 0,1 1-1,0-1 1,0 2-1,1-1 1,0 1-1,11-7 1,98-60 673,-102 66-807,91-47 144,2 4 1,2 5-1,2 6 1,124-30-1,-192 59-233,2 1 0,-1 3-1,1 1 1,51 1 0,-80 6-11,-1 1 1,0 1-1,0 1 1,-1 0-1,1 1 1,19 8-1,-25-8 2,0 1-1,-1 0 1,1 1-1,-1 1 1,-1-1 0,1 2-1,-1-1 1,-1 1-1,1 0 1,7 11 0,7 13 72,-1 0 1,-1 1 0,-2 2 0,16 40 0,48 154 340,-51-136-299,53 194 81,-33-104-46,-19-60-162,-6 1-1,-5 1 1,7 147-1,-27-220 4,-2 1-1,-3-1 1,-2 1-1,-11 52 0,15-101 10,0 0-1,-1 1 1,1-1-1,-1 0 1,0 0-1,0 0 0,0-1 1,0 1-1,0 0 1,-1-1-1,0 1 1,0-1-1,0 0 0,0 0 1,0 0-1,-1-1 1,1 1-1,-1-1 1,0 1-1,1-1 1,-1 0-1,0-1 0,0 1 1,-1-1-1,1 0 1,-6 1-1,-8 1 202,-2-1 0,1-1-1,0 0 1,-31-5-1,18 2 62,-691 5 4010,509 13-3413,-284 58 1,59 26-794,256-49-5039,213-72-8278,4 9 1602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8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71 281 7541,'0'-3'600,"1"0"1,-1 0-1,1 0 1,-1 0-1,0-1 1,0 1 0,-1 0-1,1 0 1,-1 0-1,1 0 1,-1 1-1,0-1 1,0 0-1,0 0 1,-1 0-1,-2-4 1,-3-8 551,4 8-537,1-1 0,0 0 0,0 0 1,0 0-1,0-15 0,2 15-71,-1 0-1,0 0 1,0 1-1,-1-1 1,0 0-1,-6-13 1,3 9 727,0 0 0,0 0 1,2-1-1,-4-18 0,37 186-1264,13 176-1,-42 67 226,-2-39-2918,-2-223-3631,0-66-2002,2-13-4374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29:58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255 362 6905,'0'-2'226,"0"0"0,1-1 0,-1 1 0,0 0 1,-1 0-1,1-1 0,0 1 0,0 0 0,-1 0 0,0-1 1,1 1-1,-1 0 0,0 0 0,-1-3 0,0 3-46,1 0 0,0 0 0,1 0 0,-1 0 0,0 0-1,1 0 1,-1 0 0,1-1 0,-1 1 0,1 0 0,0 0 0,0-1-1,0 1 1,0 0 0,1-1 0,-1 1 0,1 0 0,1-4 0,0 0-41,0 1-1,1 0 1,-1 0 0,1 0 0,0 0 0,1 0 0,-1 1 0,1-1 0,0 1 0,0 0 0,1 0 0,-1 1 0,1-1 0,-1 1 0,1 0 0,0 0 0,0 1 0,1-1 0,-1 1 0,1 0 0,-1 1 0,1-1-1,-1 1 1,1 0 0,0 0 0,7 1 0,222-7 468,-58 5-637,454-42-815,-26-52-84,-534 81 1193,-54 12-171,1 0 1,-1-2-1,29-11 1,-44 16-86,-1-1 1,0 1-1,0 0 1,1-1-1,-1 1 0,0 0 1,0 0-1,1 0 1,-1 0-1,0 1 1,0-1-1,1 0 0,-1 0 1,0 1-1,0-1 1,0 1-1,1-1 0,0 2 1,3-1 28,2 2 38,-1-1 1,1 1 0,-1 0-1,1 1 1,-1 0 0,0 0 0,-1 0-1,1 0 1,-1 1 0,0 0-1,0 0 1,0 1 0,-1-1-1,1 1 1,3 8 0,5 9 329,-1 0 1,17 46-1,2 28 577,28 160 0,-39-157-648,38 247 490,-35-186-458,52 186 0,-57-282-294,-8-25 30,1-1 0,23 49-1,-30-76-24,0-1 0,0 1 1,2 12-1,0 1 218,-4-21-204,0 0-1,0 0 0,0 0 1,0 0-1,1-1 1,-1 1-1,1-1 0,0 0 1,0 0-1,0 0 1,5 4-1,-2-3-28,-4-2 875,-24 9-891,-1-1-1,0-1 1,0-1 0,-32 6 0,-729 128 628,146-29-559,9 37-1133,438-92-298,-105 29-5347,237-72 708,32-5-3577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1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5080,'0'0'22707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4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57 200 9089,'0'0'12164,"-26"14"-7731,23-11-4245,1 0 0,-1 0 1,1 0-1,0 0 0,0 1 1,0-1-1,1 1 1,-1-1-1,1 1 0,-1-1 1,1 1-1,1 0 0,-1-1 1,0 7-1,0 60 1206,2-36-1065,1 58 218,-4 96-360,-1-171-461,2-15 187,1 0 1,-1 0 0,1 1 0,0-1 0,-1 0 0,1 0-1,0 0 1,0 0 0,1 0 0,-1 0 0,0 0 0,1 3-1,0-5 49,-1 1 0,0-1 0,0 1 0,0-1 0,0 1 0,0-1 0,0 1 0,1-1 0,-1 1 0,0-1 0,0 0 0,1 1 0,-1-1 0,0 1 0,0-1 0,1 0 0,-1 1 0,1-1 0,-1 0 0,0 1 0,1-1 0,-1 0 0,1 1 0,-1-1 0,1 0-1,-1 0 1,1 0 0,-1 0 0,0 1 0,1-1 0,-1 0 0,1 0 0,0 0 0,1-1-14,-1 0-1,0 1 0,1-1 1,-1 0-1,0 0 0,1 0 1,-1 0-1,0-1 0,0 1 1,0 0-1,0 0 0,0-1 1,1-1-1,1-3-10,0-1 0,0 1-1,0-1 1,-1 0 0,0 1-1,-1-1 1,2-9 0,2-8-144,0 3-24,-1 1-1,3-42 0,0-4 25,-3 37 94,2-18-162,22-84 1,-26 124 262,1 1 0,0 0 0,0-1 0,0 1 0,1 0 0,0 0 0,0 1 0,0-1 0,9-7 0,-12 12 18,1-1-1,-1 1 1,1-1-1,0 1 1,0 0-1,-1 0 1,1 0-1,0 0 1,0 0 0,0 0-1,0 0 1,1 1-1,-1-1 1,0 1-1,0-1 1,0 1 0,0 0-1,0 0 1,1 0-1,-1 0 1,0 0-1,0 1 1,0-1-1,0 1 1,1-1 0,-1 1-1,0 0 1,0 0-1,0 0 1,-1 0-1,1 0 1,0 0-1,2 2 1,4 4 12,-1 0 1,-1 0-1,1 1 0,-1-1 1,0 2-1,-1-1 1,0 0-1,0 1 0,-1 0 1,4 11-1,-3-6-6,-1 0 1,-1 0-1,0 0 0,0 1 1,0 27-1,-3-36 5,0-1-1,1 1 1,0 0 0,0-1-1,3 9 1,-2-8-7,-1-2 964,12-24-729,-6 8-220,0 0 0,-1-1 0,0 1 0,-1-1 0,4-19 0,-4 14-12,1 0 1,11-23-1,9-15 31,18-35-40,-40 83-7,1 1 1,0-1-1,0 1 0,1 0 0,0 1 0,0 0 1,1 0-1,13-10 0,-17 14 11,0 0 0,0 0 0,0 1 0,0-1 0,0 1 1,1-1-1,-1 1 0,0 0 0,1 1 0,-1-1 0,1 0 0,-1 1 0,1 0 0,-1 0 0,1 0 0,-1 0 0,1 1 0,5 1 0,-5-1 8,0 1 0,0 0 0,-1 0 0,1 0 0,0 1 0,-1 0 0,0-1 0,0 1 0,0 0 0,0 0 0,0 1 1,0-1-1,2 5 0,5 10 47,-1 1 0,-1 0 1,0 0-1,9 41 0,47 154-3681,-48-165-873,-6-19-4116,-6-13 460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8793,'17'19'13242,"-16"-17"-11686,0 0 0,-1 0 0,1 0 1,-1 0-1,0 0 0,1-1 0,-1 5 1,0 4 421,-1 1-5789,-28 177 3694,18-130-2345,3-30-1246,2-8-1590,3-12 2375,-10 32-12237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6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83 10173,'0'0'8432,"-13"7"-4864,10-5-3241,0 1-1,1-1 1,-1 1-1,1-1 1,0 1-1,0 0 0,0 0 1,0 0-1,0 0 1,1 0-1,-3 5 1,-11 42 1071,10-34-911,1 2-193,0-1-1,2 1 1,-1-1-1,2 37 1,-2-7-6,2-34-222,0 0 1,1 0-1,2 22 0,-1-32-78,1-4-169,3-2 152,-1 1-1,0-1 0,1 0 1,-1-1-1,-1 1 1,1-1-1,0 1 1,-1-1-1,0 0 1,0 0-1,0 0 1,0-1-1,-1 1 1,0-1-1,0 0 1,3-9-1,88-253-685,-89 256 696,19-41-120,-21 49 131,-1 0 0,1 0 1,0 0-1,1 0 0,-1 0 1,0 0-1,1 0 0,-1 1 1,1-1-1,0 1 0,6-4 1,-8 6 7,0 1 0,0 0 1,0-1-1,-1 1 1,1-1-1,0 1 1,0 0-1,-1-1 0,1 1 1,0 0-1,-1 0 1,1 0-1,-1 0 1,1-1-1,-1 1 0,1 1 1,0 0-3,6 9 4,-1 0 0,0 1 1,-1 0-1,0 1 0,-1-1 1,0 1-1,3 20 0,8 97 25,-15-123-23,7 79 142,10-92-104,-15 5-37,1 0 1,-1 0 0,0 0-1,0-1 1,0 1-1,0-1 1,0 1 0,-1-1-1,1 0 1,0 1 0,-1-1-1,1 0 1,0-3-1,21-34 106,-13 20-60,8-11 16,7-14-21,45-60-1,-66 100-37,0 0 0,0 0-1,0 0 1,0 1 0,9-6-1,-4 3 0,-8 6-7,0 0-1,0-1 1,0 1 0,1 0 0,-1 0-1,0 0 1,0 0 0,0 0-1,0 0 1,0 0 0,0 0-1,1 0 1,-1 1 0,0-1 0,0 0-1,0 1 1,0-1 0,0 1-1,1 0 1,2 0 5,-1 0-1,-1 0-1,1 1 1,-1-1 0,1 0-1,-1 1 1,1 0-1,-1-1 1,0 1 0,0 0-1,1 0 1,-1 0-1,-1 1 1,1-1-1,0 0 1,-1 1 0,1-1-1,1 4 1,21 54-10,-11-25-133,47 104-3739,-41-96 121,-1-3-5828,-9-17 840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6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10605,'1'0'357,"0"-1"0,0 1 0,0-1 0,0 1 0,0 0 1,0-1-1,0 1 0,0 0 0,0 0 0,0 0 0,0 0 0,0 0 0,0 0 0,0 0 0,0 0 0,0 0 0,0 0 1,0 0-1,0 0 0,0 1 0,-1-1 0,1 1 0,0-1 0,0 0 0,0 1 0,1 0 0,0 1-116,1 0 0,-1 0-1,0 1 1,0-1-1,0 1 1,0-1-1,0 1 1,2 4-1,0 1-240,0 1 0,-1 0-1,0 0 1,0 0 0,2 11-1,-4 7 120,0-1-1,-2 0 0,0 1 1,-9 40-1,4-30 18,6-35-95,0 0 1,0 0-1,0 1 0,1-1 1,-1 0-1,0 0 0,1 0 1,-1 0-1,1 0 1,0 0-1,0 0 0,1 3 1,0-1 35,-2-4-75,0 0 1,0 0 0,0 0-1,0 1 1,0-1 0,0 0-1,0 0 1,0 0 0,0 0-1,0 0 1,0 0 0,0 0 0,0 1-1,0-1 1,1 0 0,-1 0-1,0 0 1,0 0 0,0 0-1,0 0 1,0 0 0,0 0-1,0 0 1,0 0 0,1 1-1,-1-1 1,0 0 0,0 0 0,0 0-1,0 0 1,0 0 0,0 0-1,1 0 1,-1 0 0,0 0-1,0 0 1,0 0 0,0 0-1,0 0 1,0 0 0,1 0 0,-1 0-1,0 0 1,0 0 0,0 0-1,0-1 1,0 1 0,0 0-1,0 0 1,1 0 0,-1 0-1,0 0 1,10-3 63,4 0-126,-1 0 1,1-2-1,-1 1 1,0-2-1,18-10 1,18-17-1168,4-4-2371,1 6-4226,-21 13-146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7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111 244 5328,'0'-3'2030,"-3"-30"2334,3-5 8710,0 37-12804,-2-1 5,1 0 1,-1 0-1,0 1 0,0-1 0,0 0 0,0 1 0,0-1 0,-3-1 1,3 4-204,1-1 1,0 1-1,0 0 1,-1-1 0,1 1-1,0 0 1,0 0-1,0 0 1,0 0 0,0 0-1,0 0 1,1 1 0,-1-1-1,0 0 1,0 0-1,1 0 1,-1 1 0,1-1-1,-1 0 1,1 1 0,-1 2-1,-9 33 836,-38 300 960,39-288-2482,9-47 394,0-5-562,17-128 508,-8 57 204,34-142-1,-38 199 71,2-6 3,0 0 1,1 0-1,22-40 0,-29 61 17,1 0-1,-1 0 1,1 0-1,0 0 1,-1 0-1,1 0 1,0 1-1,0-1 1,0 0-1,1 1 1,-1 0-1,0-1 1,1 1-1,-1 0 1,0 0-1,1 1 1,-1-1-1,1 0 1,0 1 0,-1-1-1,1 1 1,-1 0-1,1 0 1,0 0-1,-1 0 1,1 1-1,-1-1 1,1 1-1,0-1 1,-1 1-1,1 0 1,3 2-1,1 0 25,1 1 1,-1 0-1,-1 0 0,1 0 0,0 1 0,-1 0 0,0 1 0,0-1 0,6 9 1,4 9-10,-1 0 1,-1 1 0,-1 1-1,-1 0 1,-1 1 0,-1 0-1,-1 1 1,5 34 0,-8-39-586,16 38 1,2 7-4147,-16-18-7813,-7-20 2492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7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1 489 7125,'19'-25'2178,"-15"20"-197,0-17 1387,1 3-1821,2-17 216,3 0 1,23-56 0,20-49-975,-46 127-751,0-1 0,2 2 0,-1-1 0,13-14-1,-18 25-18,0 0-1,-1 1 0,1-1 0,0 1 0,0-1 0,0 1 1,1 0-1,-1 0 0,0 1 0,7-4 0,-8 5 3,0 0-1,0-1 0,0 1 1,0 0-1,0 0 1,0 0-1,0 0 0,0 1 1,0-1-1,0 0 1,0 1-1,0 0 0,0-1 1,0 1-1,0 0 1,0 0-1,-1 0 0,1 0 1,0 0-1,-1 0 1,1 1-1,1 0 0,4 6 65,0 0-1,0 0 0,0 1 1,-1-1-1,-1 1 0,0 0 0,0 1 1,0 0-1,-1-1 0,-1 1 0,0 1 1,3 17-1,0 11-130,-1 1 0,-2 42 0,-2-36-367,-1 48-3142,-5-36-4290,4-34-1453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8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9177,'9'-22'9570,"-8"19"-9327,-1 1 0,1 0 0,0-1-1,0 1 1,0 0 0,0 0 0,1 0-1,-1 0 1,0 0 0,1 0 0,-1 0-1,1 0 1,0 0 0,3-2 0,-3 3 81,1 4-40,0 2-225,1 1 0,-1-1 0,0 1 0,0 0 0,0 0 0,-1 0 0,0 1 0,0-1 0,-1 0 0,0 1 0,0-1 0,0 1 0,-1 0 0,0 9 0,0-6-41,1-1 1,1 0 0,0 0 0,0 0 0,1 0 0,0 0 0,0 0-1,1 0 1,8 12 0,-7-10-3,-2-2-5,0-1 0,0 1 0,-1 0 0,0 0-1,0 0 1,-1 0 0,-1 1 0,1-1 0,-2 0 0,1 0-1,-3 10 1,0-11-197,-2 1 0,1-1 0,-1 0 0,0 0 0,-1 0 0,0-1 0,0 0 0,-1 0 0,0 0-1,-14 10 1,16-14-802,-14 9-158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9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88 258 11277,'22'-43'2353,"-17"35"-208,-5 3-1459,-2-21 5992,-3 21-3595,-5 11-1782,6 1-1112,0 0-1,0 0 0,1 0 1,0 0-1,0 1 0,1-1 1,0 1-1,0 0 1,1-1-1,0 1 0,0 10 1,-6 22 144,-53 275 890,60-311-1209,2-6-75,1-1 40,-1 1 0,0-1 0,0 0-1,1 0 1,-2 0 0,3-4 0,2-7-49,-1 0 0,0-1 0,-1 0-1,-1 0 1,2-24 0,1-1-85,14-95-454,-12 72 333,2 0 0,34-112 0,-43 174 285,0-1 1,1 1-1,-1-1 0,0 1 1,0 0-1,1-1 0,-1 1 1,0 0-1,1 0 0,0 0 1,-1 0-1,1 0 0,-1 0 1,1 0-1,0 0 0,0 1 1,0-1-1,2 0 0,-2 2 4,0 0-1,-1 0 0,1 0 0,-1 0 0,1 0 1,-1 0-1,1 1 0,-1-1 0,1 0 1,-1 1-1,0-1 0,0 1 0,0 0 0,2 2 1,15 30 128,-17-31-133,18 42 132,-2 1 1,15 69-1,5 14-36,-24-85-138,-10-32-93,0 0 0,0 1 0,1-1 0,1 0-1,0-1 1,1 1 0,8 11 0,-13-22 71,0 1-1,0-1 1,0 0-1,0 0 1,0 0-1,0 0 1,0 0 0,1 0-1,-1 0 1,1 0-1,-1-1 1,0 1-1,1 0 1,-1-1-1,1 1 1,-1-1 0,1 0-1,0 1 1,-1-1-1,1 0 1,-1 0-1,1 0 1,-1 0 0,1 0-1,0 0 1,-1-1-1,1 1 1,-1 0-1,1-1 1,-1 1 0,1-1-1,-1 0 1,1 1-1,-1-1 1,0 0-1,1 0 1,-1 0 0,0 0-1,0 0 1,0 0-1,0 0 1,2-2-1,3-4-116,0 0 0,-1-1 0,0 1 0,0-1 0,4-10 0,43-117-1511,-41 99 1330,3 2 0,0-1 0,30-49 0,-20 60 391,-23 23-28,0 1 0,0 0 0,0 0 0,0 0 1,0 0-1,1 1 0,-1-1 0,0 0 0,0 0 0,0 1 0,0-1 0,0 0 0,0 1 0,0-1 1,0 1-1,0 0 0,0-1 0,1 2 0,-1-1 10,2 1 0,0 0-1,1 0 1,-1 0 0,0 1-1,0 0 1,0-1-1,0 1 1,-1 0 0,1 1-1,-1-1 1,0 0-1,0 1 1,0-1 0,0 1-1,1 4 1,2 7 51,-1 0 1,4 24-1,-1-5-18,-4-18-319,0-1-1,-1 1 1,-1 19 0,2 8-2505,6 1-4616,0-18-1740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19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7209,'-20'17'2396,"16"-13"-179,-2 26 5333,5-21-7308,1 0 0,0-1 0,1 1 0,0-1 1,0 1-1,1-1 0,0 1 0,1-1 0,0 0 0,0 0 0,0 0 1,1 0-1,1-1 0,6 11 0,-9-16-137,-2-1-96,1 0 0,-1 0-1,1 0 1,-1 0 0,1 0-1,0-1 1,-1 1-1,1 0 1,0 0 0,0 0-1,0 0 1,-1-1 0,1 1-1,0 0 1,0-1 0,0 1-1,0-1 1,0 1-1,0-1 1,0 0 0,0 1-1,1-1 1,-1 0 0,0 0-1,0 0 1,0 1-1,0-1 1,0 0 0,0-1-1,1 1 1,-1 0 0,0 0-1,0 0 1,2-1-1,11-8 408,0-1 0,0 0-1,-1 0 1,0-1 0,14-16-1,9-9 1522,-34 34-1583,2 1-405,0 0 0,0 0 0,-1 0 0,1 1-1,0 0 1,0-1 0,0 2 0,0-1 0,0 0 0,0 1 0,-1-1 0,1 1 0,0 0 0,0 0 0,-1 1 0,1-1-1,0 1 1,-1 0 0,5 3 0,19 6-3373,-20-8-1342,-2 2 2051,-3-2 352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2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3126 27927,'10474'-3126'0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32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1484 30874,'10407'-1483'0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35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0 615 24883,'10699'-614'0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39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26164,'10943'1269'0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03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9 2240,'-40'-9'464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7.5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229 500 10481,'14'-30'13368,"-18"32"-12191,-2 0-967,0 1 0,1 0 1,-1 0-1,1 0 0,0 1 1,0 0-1,0 0 1,0 0-1,1 1 0,-1 0 1,1 0-1,0 0 0,1 0 1,-1 0-1,1 1 1,-4 9-1,-16 40 574,2 2-1,3 0 1,-16 83-1,7-26-483,18-82-800,2 1 0,0 0 1,3 0-1,-2 62 0,6-94 434,0 0 0,0 0-1,1 0 1,-1 0 0,0 0-1,0 0 1,1 0-1,-1 0 1,1-1 0,-1 1-1,1 0 1,-1 0 0,1 0-1,0 0 1,-1-1-1,1 1 1,0 0 0,0 0-1,-1-1 1,1 1 0,0-1-1,1 2 1,3 2-1039,1-30 535,1 0-1,14-32 0,5-17 61,14-62 134,7 2-1,117-238 1,-132 315 334,63-86 0,-79 123 27,1 0-1,1 1 1,1 1-1,1 1 1,0 0-1,39-25 1,-51 39 22,0-1 1,0 1-1,1 0 0,0 1 1,-1 0-1,1 0 0,0 1 1,0 0-1,0 0 0,1 1 1,-1 0-1,11 1 1,-13 1-10,-1 0 1,1 1 0,-1-1-1,0 1 1,0 0 0,0 1-1,0 0 1,0 0 0,0 0-1,0 0 1,-1 1 0,0 0-1,0 0 1,0 1 0,0-1-1,-1 1 1,7 9 0,-4-5-1,-1 1 0,0 0 1,0 0-1,-1 1 0,0 0 0,-1 0 0,0 0 1,-1 0-1,0 0 0,-1 1 0,0-1 1,-1 1-1,0 0 0,-1 0 0,0-1 0,-1 1 1,0 0-1,-1-1 0,-7 23 0,2-11-41,-1-1 0,-2 0 0,0-1 0,-1 0 0,-1 0 0,-1-1 0,-1-1 0,-31 34 0,-165 149-505,198-191 503,-2 0 21,1 0-1,0 2 1,-18 21-1,29-32 29,0 0 1,1 1-1,-1-1 0,0 1 0,1 0 0,-1-1 0,1 1 1,0 0-1,0 0 0,0 0 0,0 0 0,1-1 0,-1 1 1,1 0-1,0 0 0,-1 1 0,1-1 0,1 0 0,-1 0 1,0 0-1,1 0 0,0-1 0,-1 1 0,1 0 1,0 0-1,1 0 0,1 4 0,9 10 4,1-1 0,1-1 0,0 0 0,1-1 0,1-1 0,0 0 0,24 15 0,133 64-3686,-170-90 3515,59 26-2958,-9-4-2685,-17-8-944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7.8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879 88 7841,'-17'-46'2313,"14"37"-251,-12-21 2877,15 30-4917,0 0 0,-1 0-1,1 0 1,0 0 0,0 0 0,0-1 0,0 1-1,0 0 1,0 0 0,0 0 0,0 0 0,0 0-1,0 0 1,0 0 0,0-1 0,-1 1 0,1 0 0,0 0-1,0 0 1,0 0 0,0 0 0,0 0 0,0 0-1,0 0 1,-1 0 0,1 0 0,0 0 0,0 0-1,0 0 1,0 0 0,0 0 0,0 0 0,-1 0 0,1 0-1,0 0 1,0 0 0,0 0 0,0 0 0,0 0-1,0 0 1,-1 0 0,1 0 0,0 0 0,0 0-1,0 0 1,0 0 0,0 0 0,0 0 0,0 1-1,-1-1 1,1 0 0,0 0 0,0 0 0,0 0 0,0 0-1,-11 5 316,0 1 1,1 0-1,0 1 0,0 0 0,1 0 0,-1 1 0,2 0 0,-1 1 1,1-1-1,0 2 0,-11 17 0,2 5-49,1 1 1,2 0-1,1 1 1,2 1-1,1 0 0,2 0 1,1 1-1,2 0 1,2 0-1,1 0 0,1 0 1,7 52-1,-3-61-230,2 22 28,-1 0 1,-6 91-1,0-126-65,1 0 1,-2-1-1,0 1 0,0-1 1,-2 0-1,1 0 0,-2 0 1,0-1-1,0 0 0,-1 0 1,0 0-1,-1-1 0,-1 0 0,0-1 1,-10 10-1,-1-3 20,-1-1 0,0-2-1,-1 0 1,0-1 0,-35 14 0,-126 38-226,55-23-1602,123-40 1080,0 0 1,0 0-1,0 0 0,1 0 0,-1 1 0,1-1 0,-1 1 0,1 0 1,-5 6-1,23-7-4362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8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1 162 10757,'1'-4'2436,"0"-2"-2059,1 0 0,0 0 0,0 1 0,1-1 0,-1 0 1,1 1-1,1 0 0,-1 0 0,1 0 0,-1 0 0,2 0 0,-1 1 0,0-1 0,1 1 0,0 0 0,0 1 0,0-1 0,0 1 0,1 0 0,7-3 0,15-3 44,0 1-1,1 1 1,0 2-1,34-2 1,119 1 327,39 11-730,153-4-4880,-369-1 4095,0-1-1,-1 1 0,1-1 0,-1 0 1,1 0-1,-1-1 0,1 1 1,-1-1-1,0 0 0,8-5 0,-8 5-313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8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1 11453,'0'0'2176,"-17"12"-68,3 3 249,-9 6-149,-14 18-252,7-6-272,0 10-200,-7 8-376,7 6-251,-7 9-169,7 4-144,0 5-376,6 7-988,1-4-617,-7 0-831,0-8-884,-1 2-3097,8 3-5632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8.5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 1 14741,'-13'93'2253,"-1"-54"-69,1 7-376,-1 2-264,-2 0-284,-5 6-256,-2 13-200,3 5-472,0 3-760,6 4-424,1-4-632,-4-3-768,-3-5-396,3-7-2801,11 3-4384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8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 8105,'81'-15'1536,"-44"15"-332,20 3-316,-17 3-180,-10 12-148,3-3-112,-2 13-320,-1-1-424,-7 3-644,-16 12-2664,-11 9-2149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8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1 100 6985,'77'-27'1096,"-17"15"-88,-10 6-288,1 6-288,2-3-360,11-3-364,3 0-436,3-3-540,4-3-1040,3-6-425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9.0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928 62 7477,'-2'-1'161,"-1"0"1,1 1-1,0-1 1,-1 0-1,1 0 1,0 0-1,0 0 0,0 0 1,0-1-1,0 1 1,0-1-1,-3-2 1,4 1 457,0 0-1,0 0 1,0 1 0,1-1 0,-1 0-1,0 0 1,1 0 0,0 0 0,0 0-1,0 1 1,0-5 0,-15 2 1773,12 4-2256,0 1-1,0 0 0,0-1 1,0 1-1,0 1 1,0-1-1,0 0 1,0 1-1,0-1 0,0 1 1,0 0-1,0 0 1,1 0-1,-5 3 1,1-1 149,0 1 0,0 1 1,0-1-1,0 1 0,-8 9 0,0 4 449,0 0-1,-23 39 0,28-38-561,0-1 0,1 1-1,1 0 1,1 1 0,0 0-1,2 0 1,0 0 0,1 0-1,2 0 1,0 24-1,14 179 492,-7-162-539,-1 0-1,-8 117 1,0-161-155,0 0 1,-2 0-1,1-1 1,-2 1-1,0-1 1,-1 0-1,-1-1 1,-13 21-1,7-16-330,-1 0-1,0-1 1,-2 0-1,-31 27 1,33-34-140,0-1 0,-2 0 0,1-1 1,-1 0-1,-29 11 0,-84 18-3634,103-31 3113,-88 21-4868,3-1-3250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9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265 121 10221,'-4'9'1148,"0"1"1,0 0-1,1-1 0,-3 19 1,2-14 130,0 0 0,-1 0-1,-13 26 1,-7 17 930,-2 21-784,-4-1 0,-60 109 1,54-107-1030,35-77-270,14-19-100,14-25-291,3 1 0,55-60 0,81-65-1087,-136 138 1140,71-61-678,177-122 0,-271 207 851,4-3-31,-1 0 0,1 1-1,0 0 1,1 1 0,-1 0-1,1 0 1,11-2 0,-38 27-34,4-8 77,-1-1-1,0 1 0,-1-2 1,0 0-1,-21 11 0,-86 37-370,45-23-42,-203 87-1687,251-106 1805,26-15 593,6 0 29,6 1-162,1 0 1,-1 1-1,0 1 1,0 0-1,-1 0 1,1 1-1,-1 0 1,0 0-1,0 1 1,12 11 0,10 10 117,37 42 1,-62-62-226,52 59-13,35 35-1374,-60-69-733,2-1 0,41 27 0,-29-24-2584,-3 5-2518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0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653 129 8949,'-3'-99'6307,"3"98"-6107,0-1 1,0 1-1,0-1 1,0 1-1,0 0 0,0-1 1,0 1-1,-1 0 0,1-1 1,0 1-1,-1 0 0,1-1 1,-1 1-1,1 0 0,-1 0 1,0-1-1,1 1 1,-1 0-1,0 0 0,-1-1 1,1 1-79,0 1 1,0 0-1,0 0 0,0-1 1,0 1-1,0 0 1,0 0-1,0 0 0,0 0 1,1 0-1,-1 0 1,0 1-1,0-1 1,0 0-1,0 0 0,0 1 1,0-1-1,0 0 1,1 1-1,-1-1 1,0 1-1,-1 0 0,-3 3 109,0-1-1,0 2 0,1-1 1,-1 0-1,1 1 1,0 0-1,-5 8 0,-36 70 390,5 3 1,3 1-1,-40 145 0,25-14-366,36-144-217,11-56-55,-1 0 0,0 0 0,-1-1 0,-1 0 0,-1 0-1,-1-1 1,0 0 0,0-1 0,-2 0 0,0-1 0,-1 0-1,0-1 1,-1 0 0,0-1 0,-29 18 0,11-9-635,-18 13-568,20-7-3793,23-16-1293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0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34 12205,'-1'-1'152,"0"0"-1,0 0 1,1 1-1,-1-1 1,0 0 0,1 0-1,-1 0 1,1 0-1,-1 0 1,1 0 0,0 0-1,-1 0 1,1 0-1,0 0 1,0 0 0,-1 0-1,1 0 1,0 0-1,0 0 1,0 0 0,0-1-1,1 1 1,-1 0-1,0 0 1,0 0 0,1 0-1,-1 0 1,0 0-1,3-4 3979,-8 42 182,0-13-3471,-21 416 3589,22-270-8881,-6-1-6705,3-110-567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0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78 12281,'7'-36'2004,"29"18"-352,8 6-355,0 3-273,2 6-220,15 3-524,12 3-560,8 6-976,3-3-685,3 3-2691,0 12-3617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0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231 0 11845,'-64'3'5413,"44"6"-2797,-6-3-412,-1 4-368,10 2-372,0 0-292,1 9-251,-11 15-177,17-6-216,6-12-476,4 18-968,-3 19-437,3-19-875,0 6-588,3-6-3537,1-15-5792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1.0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0 133 9081,'67'-69'1896,"-33"38"-256,3 10-208,-4 9-256,-13 12-228,14 0-195,19 9-261,-12 3-404,-5 12-640,62 82-4473,-78-58 1521,-7 16-1937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1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0 122 8781,'13'-16'1768,"4"-2"-408,10 6-292,0 0-216,3 6-396,10-9-576,-3 6-664,0-3-512,16 0-2244,4 3-2021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1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878 26 9517,'-34'-20'2182,"33"19"-1955,-1 0-1,1 0 1,-1 1-1,0-1 1,1 1-1,-1 0 1,1-1-1,-1 1 1,0 0-1,0 0 1,1 0-1,-1 0 1,0 0 0,1 0-1,-1 1 1,0-1-1,1 1 1,-1-1-1,-2 2 1,-6 1 809,-9 0-473,1 1 1,-1 1 0,1 1 0,0 1 0,0 0 0,1 1-1,0 1 1,0 1 0,1 0 0,1 1 0,-16 15 0,15-13-341,1 2 1,0 0 0,1 0 0,1 2 0,1-1-1,0 2 1,1 0 0,-13 28 0,17-30-155,1 0 0,1 0 0,1 0 0,0 0 0,0 1 0,2 0 1,0-1-1,1 1 0,1 0 0,1 0 0,2 17 0,6 13 25,26 72 1,2 15-117,-36-129 21,0-1 0,-1 1-1,1 0 1,-1 0 0,0 0 0,0 0 0,-1-1 0,0 1 0,0 0-1,0 0 1,0-1 0,-1 1 0,1-1 0,-5 7 0,3-4-33,-2-1 1,1 0 0,-1 0 0,0-1 0,0 1 0,0-1 0,-1 0-1,-9 6 1,-3 0-285,1-2 0,-1 0 0,-1 0 0,1-2 0,-1 0 0,-21 3 0,-49 7-2188,-4 1-1945,34 2-1424,19-1-2809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41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94 11509,'-23'-36'2356,"29"18"-456,-2 3 861,-11 3-1857,-3 0-388,-7 15-8457,-3 6-1080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52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31 248 5885,'0'0'4064,"-4"-1"-2885,0 0-2330,-19-8 11758,34 1-9124,10 0-1170,0 0-1,1 1 0,0 1 0,26-4 1,-4 1-97,257-43 26,-153 29-848,-2-1-776,89-15-2395,-80 11-3683,-86 13-418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52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12 10393,'-30'-12'8615,"29"21"-8096,-1 0-1,1 0 1,-2 0 0,1-1-1,-1 1 1,-1-1-1,1 0 1,-1 0-1,-1 0 1,-6 10-1,3-6-226,1 1-1,-8 20 0,-3 23-1600,4 2 0,-12 83 0,10-14-7666,11-61-725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08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42 5953,'0'5'203,"0"13"816,1-16-338,1-9 233,-2 4 1568,1 1-1330,9-30 1496,0 9 3594,-4 50-5177,11 84 1177,2 211 0,-8-90-1526,-4-111-825,6 67-6262,-4-146-2268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09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1 193 11125,'2'-4'33,"4"-5"706,1-1-1,-1 1 1,1 0 0,1 0-1,0 1 1,0 0-1,1 0 1,0 1 0,18-11-1,14 0-127,1 3 0,0 1-1,1 2 1,60-8-1,-65 12-653,-31 7-201,-1-1 0,1 1 1,0 0-1,-1 0 0,1 1 0,0 0 0,0 0 1,-1 1-1,1 0 0,0 0 0,0 0 1,-1 1-1,1 0 0,-1 0 0,0 1 0,0 0 1,0 0-1,0 0 0,10 7 0,-15-8 88,1 0-1,-1 0 1,1 0-1,-1 1 1,0-1-1,0 0 1,0 0-1,0 1 1,0-1-1,0 1 1,-1-1-1,1 1 1,-1-1-1,0 1 1,1-1-1,-1 1 1,-1-1-1,1 1 1,0-1-1,0 1 1,-1-1-1,1 1 1,-1-1-1,0 0 1,0 1-1,-2 3 1,-2 5-506,0 0 0,-1-1-1,0 1 1,-10 11 0,-53 79-2555,43-56 3900,-30 71 0,36-75 433,-1-2 0,-30 41 0,24-38 1427,-22 45-1,48-86-2487,1 0 0,0 0-1,0 0 1,-1 0 0,1 0-1,0 0 1,0 0 0,0 0-1,0 0 1,1 0 0,-1 0 0,0 0-1,0 0 1,0 0 0,1 0-1,-1 0 1,1 0 0,-1 0 0,0-1-1,2 2 1,0 2 124,-2-2-154,1 0 0,0 0 0,0 0 0,-1 0 0,1-1-1,1 1 1,-1 0 0,0 0 0,0-1 0,1 1 0,-1-1 0,1 0 0,-1 1-1,1-1 1,-1 0 0,1 0 0,0 0 0,0 0 0,0 0 0,-1 0 0,1 0-1,0-1 1,0 1 0,0-1 0,0 0 0,0 1 0,0-1 0,0 0-1,0 0 1,0 0 0,0 0 0,3-1 0,19 0-1478,-1-1 1,43-10-1,-31 5-2328,7-1-2969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0.2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0 339 9113,'35'4'9828,"3"-8"-6731,37-15-4446,-49 11 2401,-13 4-1043,-1 1 0,-1-2 0,1 0 0,-1 0 1,0-1-1,0-1 0,0 1 0,-1-2 0,0 0 0,0 0 1,-1 0-1,0-1 0,-1-1 0,0 1 0,0-1 1,-1-1-1,-1 0 0,1 0 0,-2 0 0,1 0 1,4-17-1,-9 21-7,0 0 0,0 0 0,-1-1 0,0 1 0,0 0 0,-3-15 0,3 21 2,-1 1 0,1-1 0,-1 0 0,0 1 0,1-1 0,-1 0 0,0 1 0,1-1 0,-1 1 0,0-1 0,0 1 0,0-1 1,0 1-1,1 0 0,-1-1 0,0 1 0,0 0 0,0 0 0,0-1 0,0 1 0,0 0 0,-1 0 0,1 0 10,-2-1 4,0 1 0,-1-1 0,1 1 0,-1 0 0,1 0 0,0 0-1,-1 0 1,1 0 0,-1 1 0,1 0 0,0 0 0,0 0 0,-1 0 0,1 0 0,0 0 0,0 1 0,-3 2-1,-5 3 77,-1 1-1,-18 17 0,15-11-38,1-1 0,1 2-1,1 0 1,0 0 0,-12 22-1,20-30-41,0 0-1,0 0 1,1 1-1,0 0 1,0-1-1,1 1 1,0 0-1,0 0 1,1 0-1,0 1 1,1-1-1,0 0 1,0 0-1,0 0 1,3 11-1,-2-17-9,-1 0 0,1 0 0,0 1 0,0-1 1,0 0-1,1 0 0,-1 0 0,0 0 0,1 0 0,-1 0 0,1-1 0,0 1 0,-1 0 0,1-1 0,0 1 0,0-1 0,3 2 1,1 0-7,-1-1 1,1 0 0,0 0 0,0 0 0,0-1 0,10 2 0,2-2-43,-1 0 0,0-1 0,33-5 0,-37 2-35,0-1 0,-1 0 0,1 0 0,-1-1 0,0-1 1,0 0-1,-1 0 0,0-2 0,11-8 0,13-12-738,36-40 0,-60 57 580,10-8-240,-15 14 392,-1 0 1,0 0-1,0 0 0,0 0 0,-1-1 1,0 1-1,6-12 0,-9 15-54,-3 2-24,-1 0 143,0 1-1,1 0 1,-1-1 0,1 1 0,-1 0 0,1 1-1,0-1 1,-1 0 0,1 1 0,0-1 0,0 1-1,0-1 1,0 1 0,-2 3 0,2-2 20,1 0 0,0 0 1,0 1-1,0-1 1,0 0-1,1 1 0,-1-1 1,1 1-1,0-1 1,0 5-1,0-4-42,0-1 9,6-1 32,0-1 0,-1 1 0,1-1-1,0-1 1,0 1 0,0-1 0,0 0 0,0 0-1,0-1 1,0 1 0,0-1 0,-1-1-1,1 1 1,0-1 0,-1 0 0,1 0 0,-1-1-1,1 1 1,-1-1 0,8-6 0,-7 4 2,6-3 0,0-1 1,-1 0-1,0-1 1,15-18-1,8-16-1018,-33 42 740,2 0 180,0 1 0,0-1 0,-1-1 0,1 1 0,-1 0 0,0-1 1,0 1-1,0-1 0,0 0 0,2-3 0,-1 3 49,-1-2-22,1 1 0,-1 0 0,0 0 0,0-1 0,-1 0 0,1 1 0,0-6-1,-2 8 68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1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0 6533,'0'0'8776,"0"4"-7700,2 12-435,0 0 1,-2 0-1,0 1 1,-1-1-1,0 0 1,-5 19-1,-13 44 159,9-39-637,-6 48 0,15-74-1016,0 0 0,1 0 0,0 0 0,3 15 0,-4-13-4312,0-11 3199,1 11-5655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1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0 112 5961,'0'0'2477,"1"-3"-1526,-1 1-874,0 0 0,0 1 0,1-1 0,-1 1 0,1-1 0,0 0 0,-1 1 0,1-1 0,0 1 0,0 0 0,0-1 0,0 1 0,0 0 0,0-1 0,0 1 0,0 0 0,1 0 0,-1 0 0,0 0 0,1 0 0,2-1-1,1 0 28,0 1 0,1-1 0,-1 1 0,1 0 0,7 0 0,-3 0-100,236-35-134,-189 22 1044,-54 13-101,-3 2-788,1-1 0,0 1 0,0-1 0,0 1 0,0 0 1,-1-1-1,1 1 0,0 0 0,-1-1 0,1 1 0,0 0 1,-1 0-1,1 0 0,-1 0 0,0 0 0,1 1 0,10 13 190,2-5-174,0-1 1,1 0-1,0-1 0,17 7 1,-28-14-50,0-1 1,0 1-1,0-1 0,0 0 1,1 1-1,-1-2 0,0 1 1,0 0-1,0-1 0,5 0 1,-1 0 21,-2 0-25,-1 1 1,1-1-1,-1 1 0,1-1 0,-1-1 1,7-2-1,-2 2-7,-7 0 89,-1 1-1,1-1 0,-1 1 1,0-1-1,1 0 0,-1 1 1,0-1-1,0 0 0,0 0 1,0 0-1,0 0 0,0 1 1,-1-1-1,1-1 0,0-2 1,0 0 233,1 1-1,0-1 1,0 0 0,1 1 0,-1-1 0,1 1-1,0-1 1,0 1 0,6-6 0,-8 9-287,1-1 1142,-2 23-2058,0-7-2,7 9-7165,2-6 1583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1.8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5881,'6'22'1615,"-2"-1"1,-1 1 0,2 32 0,-3-28 339,9 52-1,21 66 966,-31-140-1320,0-10-1966,1 0 48,-1 0 1,1 0 0,1 1 0,-1-1-1,1 1 1,0-1 0,0 1 0,1 0-1,4-6 1,11-19-1423,-6-4-894,0 5-953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2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89 295 4940,'0'0'1179,"3"-2"-210,16-9 10,35-23 1077,-50 31-2010,-1 1 1,0-1 0,1 0 0,-2 0-1,1 0 1,0 0 0,0-1-1,-1 1 1,0-1 0,0 0-1,0 1 1,2-7 0,-2 1-1,0-1-1,0 0 1,-1 0 0,0 0 0,-1 0 0,0 0 0,-1 0 0,0 0 0,-3-11 0,3 15 75,-1 0 0,0 0 0,0 0 1,0 0-1,-1 0 0,0 1 0,0-1 1,0 1-1,-1 0 0,1 0 0,-1 0 1,-1 0-1,1 1 0,-1-1 0,-5-3 1,9 8-47,-1-1 1,1 1 0,0 0 0,-1 0-1,1 1 1,0-1 0,0 0 0,-1 0-1,1 0 1,0 1 0,0-1 0,-1 1 0,1-1-1,0 1 1,0 0 0,-2 1 0,0-1 145,-4 2-50,1 1 0,0 0 0,-1 0-1,2 0 1,-1 0 0,1 1 0,-1 0 0,1 0 0,0 1 0,1-1-1,0 1 1,0 0 0,0 0 0,0 0 0,1 1 0,0-1 0,-2 9-1,-3 6 114,2-1-1,0 1 0,2 1 0,-3 32 1,6-41-262,0 1 1,1-1-1,1 1 1,0-1-1,1 1 0,1-1 1,0 0-1,0 0 1,2 0-1,-1-1 1,8 15-1,-7-18-361,1-1 0,-1 1-1,2-1 1,-1 0 0,1 0-1,11 9 1,-11-11-401,1 0 1,0 0-1,0-1 0,0-1 0,1 1 1,0-1-1,12 4 0,9 1-2397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3.0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16 148 5621,'-3'-7'329,"1"5"26,0-1-1,1 1 1,0-1 0,-1 0 0,1 0-1,0 1 1,1-1 0,-1 0-1,0 0 1,1 0 0,0 0 0,-1 0-1,1 0 1,0 0 0,1 0 0,-1 0-1,0 0 1,1 0 0,0 0-1,-1 1 1,1-1 0,0 0 0,3-4-1,38-59 3994,-41 63-3486,-8 21 20,-1 2-695,1 0 1,1 0 0,1 1 0,0 0 0,2 0 0,-2 38-1,11 129 210,-6-178-377,3 39 26,14 125 99,-15-157-151,-1 0 0,-1 0 1,0 1-1,-1-1 0,-1 0 0,-1 0 1,-8 30-1,6-23-134,33-40-600,164-123-1975,-157 110 2406,-1-1-1,-2-1 1,35-45 0,-63 70 339,0 0 1,0 0-1,-1 0 0,0 0 1,4-11-1,-4 8 81,-3 8-90,1 0 1,-1 1 0,0-1-1,0 0 1,0 0 0,0 0-1,0 0 1,-1 0 0,1 0 0,0 1-1,0-1 1,0 0 0,-1 0-1,1 0 1,-1 0 0,1 1-1,0-1 1,-1 0 0,1 0-1,-1 1 1,0-1 0,0-1-1,-1 0 61,1 0-54,0 1 0,0-1-1,0 1 1,0-1 0,-1 1-1,1 0 1,0-1 0,-1 1-1,1 0 1,-1 0 0,0 0-1,1 0 1,-1 0 0,1 0-1,-1 1 1,0-1 0,0 0-1,0 1 1,-2-1 0,0 0 18,-1 1 0,0 0 1,1 0-1,-1 0 1,1 1-1,-1 0 0,-7 2 1,-6 3 49,1 0 0,0 2-1,-16 9 1,22-11-46,7-4-44,1 0-1,-1 0 1,1 1-1,0 0 1,0 0-1,0 0 0,0 0 1,0 0-1,1 0 1,-1 1-1,1-1 0,0 1 1,0-1-1,0 1 1,1 0-1,-1 0 0,-1 7 1,2-8-11,1 0 0,-1 0 0,1 0 0,-1 0 0,1 0 0,0 0 0,0 0 1,0 0-1,1 0 0,-1 0 0,1 0 0,0 0 0,-1 0 0,1 0 0,1 0 0,-1-1 0,0 1 0,1 0 1,-1-1-1,1 1 0,4 4 0,-2-4-8,0 1 0,1-1 1,0 0-1,0-1 0,0 1 0,0-1 1,0 0-1,0 0 0,1-1 0,-1 1 1,1-1-1,-1 0 0,1-1 0,-1 0 1,1 1-1,0-2 0,7 0 0,9-2 46,0-1 0,43-15 0,-40 11-45,52-25 182,-46 21-141,-23 13-25,0 0 0,12-1-5,1 1-1,23 4 0,-30-3-10,-1 0 1,1 0-1,0-2 1,-1 0-1,1 0 1,0-1-1,-1-1 1,17-4-1,-23 3 9,0 0 0,0 0 1,-1-1-1,0 0 0,0 0 0,8-8 0,-11 9 24,3-5 24,-6 7-51,1 0 0,-1 0 1,0 1-1,0-1 0,1 0 0,-1 1 0,0-1 0,1 0 1,-1 0-1,0 1 0,1-1 0,-1 1 0,1-1 0,-1 0 1,1 1-1,-1-1 0,1 1 0,0-1 0,-1 1 0,1 0 1,0-1-1,-1 1 0,1-1 0,0 1 0,0 0 0,-1 0 1,2-1-1,34 1 52,-32 0-102,16 1-272,-1 1 194,-15-2-55,-1 0-38,2-1 198,0 0 0,0-1-1,0 1 1,-1-1 0,1 0 0,-1 0 0,1-1 0,-1 1 0,0-1 0,0 0 0,0 0 0,0 0 0,-1-1 0,1 1 0,-1-1-1,0 0 1,0 0 0,0 0 0,0-1 0,2-4 0,-4 5 82,1 1 0,0 0 0,0 0 0,1 0-1,-1 0 1,1 0 0,-1 0 0,1 1 0,0-1 0,0 1 0,0 0 0,0 0-1,0 0 1,0 0 0,5-1 0,-2 1-22,1 1-1,-1 0 1,0 0-1,1 1 1,-1-1 0,0 1-1,1 1 1,-1-1-1,0 1 1,10 3-1,3 2-202,37 16-1,-44-17-39,-1 1 0,0-2 0,1 0 0,0 0 0,0-1 0,0-1 0,17 2 0,-21-5 148,1 0-1,-1-1 1,1 0-1,-1 0 1,0-1-1,0 0 1,0-1-1,0 0 1,-1 0-1,1 0 1,-1-1 0,12-10-1,34-19-2312,-16 16-3125,-18 12-97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3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76 9093,'2'-28'3802,"0"-1"1523,0 14-5284,-2 12 1028,-22 5-13286,4-1 8088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4.6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0 456 10937,'0'0'6772,"3"2"-5586,3 3-799,0 0 1,0 1-1,0 0 1,-1 0-1,0 1 0,0 0 1,-1-1-1,1 1 0,-2 1 1,1-1-1,-1 1 0,0-1 1,0 1-1,2 12 1,1 13 297,-2 0-1,2 44 1,-4-27-102,3 61 2,4 50-79,-6-136-465,-3-15-60,1 0 0,0 0 0,1 0 0,0 0-1,1-1 1,0 1 0,0-1 0,1 0 0,6 11 0,-9-19-3,-1 0-1,1 0 1,0 0-1,0 0 1,0 0-1,1-1 1,-1 1 0,0 0-1,0 0 1,0-1-1,1 1 1,-1-1-1,0 1 1,0-1 0,1 1-1,-1-1 1,1 0-1,-1 0 1,0 0-1,1 0 1,-1 0 0,0 0-1,1 0 1,-1 0-1,1 0 1,-1 0-1,0-1 1,1 1 0,-1-1-1,0 1 1,0-1-1,2 0 1,-1-2-13,1 0 0,-1 1 0,0-1 0,-1 0 0,1 0 0,0 0 0,-1 0 0,0-1 0,0 1 0,0 0 0,0-1 0,0 1 0,-1 0 0,1-6 0,-1-55-333,-1 37 233,0-61-488,-1-16-20,5-1 1,20-130-1,-17 203 590,1 1-1,1 0 1,1 1-1,2-1 1,1 2-1,2 0 1,0 0-1,2 2 0,1-1 1,2 2-1,37-42 1,-44 56 32,0 1 0,1 0 1,0 1-1,1 0 0,0 1 0,1 1 1,16-7-1,-21 10 15,0 1 0,1 1 0,-1 0 0,1 0 0,0 1 0,0 1 0,0 0 0,0 0 0,0 1 0,0 0 0,20 4 0,-26-3 4,0 0 1,-1 0 0,1 0-1,0 0 1,-1 1 0,0 0 0,1 0-1,-1 0 1,0 1 0,0-1-1,0 1 1,0 0 0,-1 0-1,1 0 1,-1 1 0,0-1-1,1 1 1,-2 0 0,1 0-1,3 7 1,-3-5 0,-1 1 0,0 0 0,-1 0 1,0 0-1,0 0 0,0 0 0,-1 0 0,0 1 0,0-1 0,-1 0 1,0 0-1,-2 8 0,-5 11 0,0 0 1,-2-1-1,0 0 0,-2 0 1,-21 32-1,-2-7-212,-2-1 1,-3-2-1,-60 56 0,48-50-224,25-26-35,-51 39-1,76-64 397,3-4 144,3-3 118,-2 2-123,-1 1-1,1-1 1,-1 1-1,1 0 1,0 0-1,0 0 0,0 0 1,0 0-1,0 0 1,0 1-1,0-1 1,1 1-1,-1-1 1,0 1-1,1 0 0,0 0 1,-1 0-1,1 0 1,-1 1-1,5-2 1,4 4 93,1-1-1,-1 2 1,0 0 0,-1 0 0,1 0 0,-1 2 0,1-1 0,-1 1-1,0 1 1,-1 0 0,1 0 0,14 14 0,145 141 1047,-103-94-1715,-53-56 208,0 0 0,0-1-1,1 0 1,1-1 0,0-1 0,0 0 0,1-1 0,-1-1 0,1 0 0,1-1 0,22 4 0,-12-5-553,-1-1 0,1 0 0,0-3 0,-1 0 0,1-1-1,41-8 1,-55 6 528,0 0 0,0-1 0,0 0 0,-1-1 0,1-1 0,-1 0 0,0 0 0,-1-1 0,1-1 0,-1 0 0,15-15 0,-9 6 73,-1-2 1,-2 1-1,0-2 0,0 0 0,-2-1 1,19-43-1,31-88 174,-43 94 1046,-1-1 1,-4-1-1,13-108 0,-15 81 1231,0 6 751,-10 76-276,-16 20-1610,11-11-974,0-1 1,0 1-1,1 0 0,-1 0 0,1 0 0,0 0 0,0 0 0,1 0 0,-1 1 0,1-1 0,-2 8 0,-2 56 455,4-52-348,1 22-96,2 0 0,2-1 1,1 1-1,1-1 0,3 0 1,0-1-1,3 0 0,1 0 1,2-1-1,20 35 0,-21-43-143,0-2 92,-1 1 1,-1 0 0,10 36-1,-20-56-101,0 1-1,0-1 1,-1 1-1,0-1 0,-1 1 1,1-1-1,-1 1 1,-1 0-1,1-1 0,-1 1 1,0-1-1,-1 1 1,1-1-1,-1 0 0,0 1 1,-1-1-1,0 0 0,0 0 1,-7 10-1,5-11-228,1 0 1,-1 0-1,0-1 0,-1 1 0,1-1 0,-1-1 0,0 1 0,0-1 1,-9 4-1,-4 0-3962,-38 9 0,11-4-5580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5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245 25 7481,'-20'-24'8740,"18"26"-8185,0 1 1,0 0-1,0 0 1,1 0-1,-1 0 1,1 0-1,-2 5 1,-11 23 1270,-4-8-912,-19 27 1345,-43 76 0,70-108-2453,1 0 1,1 1 0,1 0-1,1 0 1,0 1 0,1 0-1,2 0 1,-3 28-1,5-32-813,1-1-1,1 1 1,0-1-1,1 1 1,7 26-1,9 9-7962,-8-30 787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5.6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3 244 6777,'-1'-26'1008,"0"19"-612,1 1 0,-1-1 0,1 0 0,0 1 0,1-1 0,0 1-1,0-1 1,0 1 0,1-1 0,0 1 0,0 0 0,0-1 0,1 1 0,3-5 0,2 1-174,0 1 0,0 0 0,1 0 0,0 1 0,1 0 0,-1 0 0,1 1 0,1 1 0,-1 0 0,1 0 0,1 1 0,-1 0 0,1 1 0,-1 0 0,24-3 0,-22 5-661,-1 1 0,1 0 1,0 1-1,0 0 0,0 1 1,-1 1-1,1 0 1,-1 0-1,21 8 0,-11-3-1776,-22-7 2130,0 0 1,0 0 0,1 0 0,-1 0 0,0 0 0,0 0 0,0 1-1,1-1 1,-1 0 0,0 0 0,0 0 0,0 0 0,1 0 0,-1 0-1,0 0 1,0 1 0,0-1 0,0 0 0,1 0 0,-1 0 0,0 0-1,0 1 1,0-1 0,0 0 0,0 0 0,0 0 0,0 1 0,1-1-1,-1 0 1,0 0 0,0 0 0,0 1 0,0-1 0,0 0 0,0 0-1,0 1 1,0-1 0,0 0 0,2 23-4324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5.7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67 5973,'0'0'6624,"20"-3"-6728,7 3-280,-4-6-316,1 3-128,3-6-268,-4 0-396,14-6-808,13-6-409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6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 96 6773,'0'-2'222,"1"-1"1,-1 0 0,1 1 0,-1-1 0,0 0 0,0 0 0,0 1-1,0-1 1,-1 0 0,1 0 0,-1 1 0,1-1 0,-1 0-1,0 1 1,0-1 0,0 1 0,-1-1 0,1 1 0,-1-1 0,-1-1-1,1 1 1367,-4-33 2258,5 36-3724,0 0 1,0 0-1,-1 0 1,1 1-1,0-1 1,0 0 0,0 1-1,0-1 1,0 0-1,0 1 1,0-1 0,-1 1-1,0 1 1,2-2-17,-7 5 64,1 0 0,-1 0 1,1 1-1,1 0 0,-1 0 0,1 0 0,0 1 0,1 0 1,-1 0-1,1 0 0,1 0 0,-4 9 0,-11 18 279,12-23-350,1 1 0,0-1 0,1 1 0,0 0 1,1 0-1,-3 20 0,-3 77 309,9-97-378,0 14 41,6 46 0,-3-53-32,-1 0 0,-1 0 0,-2 38 0,0-49-106,-1-1-1,1 0 0,-1-1 0,-1 1 0,1 0 0,-1-1 1,0 1-1,-1-1 0,0 0 0,1 0 0,-2 0 0,1 0 0,-1-1 1,-9 9-1,-4 2-1067,-1-1 1,-1 0 0,-23 13 0,6-11-1636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6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31 11677,'-10'-15'1972,"7"0"3137,-17 18-6089,3 3-849,-3 9-11136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8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9 182 7953,'-9'-20'2204,"10"20"-1953,0 0 1,0 0-1,-1 0 0,1 0 1,10 11 9523,6-25-7443,-5 6-2028,1 1 1,-1 1-1,1 0 1,1 1-1,-1 0 1,28-5-1,93-10 314,-77 13-420,263-33-2208,-106 16-3958,-93 10-1123,-57 8-1324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18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0 14357,'-27'27'2841,"7"15"-121,6-33-264,4 16-204,-3 14-348,3-6-391,0 9-277,7 6-240,-1 10-240,8 2-536,-1 3-736,0 7-1116,1-1-1153,2 9-1555,1 4-2153,-14 8-6008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1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0 7653,'-11'1'15548,"13"11"-11062,-3 2-6662,-31 90 4020,19-68-1360,-12 57 1,8 81-2178,3-17-4517,12-140 3357,0 1 0,0 28 0,5-9-6025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1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27 5829,'7'-4'1266,"1"0"0,-1 1 0,1 0 0,0 0 0,0 1 0,0 0 0,17-2 0,-14 3-891,0 0 0,-1 2 0,1-1 0,-1 1-1,1 1 1,11 2 0,-12-1-349,-1 0 1,1 0-1,0 1 0,-1 1 0,0-1 1,0 1-1,0 1 0,-1 0 0,0 0 1,0 0-1,0 1 0,-1 1 1,0-1-1,11 15 0,-16-16-18,1-1-1,-1 1 1,0 0-1,0-1 0,0 1 1,-1 0-1,0 0 1,0 0-1,-1 0 1,0 1-1,0-1 1,0 0-1,-1 0 1,1 0-1,-2 0 1,1 0-1,-1 0 1,1-1-1,-2 1 1,-2 6-1,-7 14-248,-1-2-1,-30 46 1,-11-1-736,-2-1 1,-3-4-1,-74 63 0,39-38 616,86-81 500,-1-1 1,0 0-1,-16 10 1,24-17-123,-2 2 915,3-5-838,1 0 0,-1 0-1,1-1 1,0 1 0,0 0-1,0 0 1,1 0 0,-1 1-1,1-1 1,0 0-1,0 0 1,-1 1 0,2-1-1,-1 1 1,0 0 0,0 0-1,1 0 1,3-3 0,4-2 129,-1 1 1,1 0-1,19-8 1,-21 11-130,0-1 1,0 1-1,1 1 0,-1-1 1,1 2-1,0-1 1,-1 1-1,1 0 0,0 1 1,0 0-1,0 0 0,0 1 1,-1 0-1,1 1 0,0 0 1,-1 0-1,1 1 1,-1 0-1,0 1 0,0-1 1,0 1-1,-1 1 0,1 0 1,-1 0-1,0 0 0,0 1 1,-1 0-1,1 0 1,-2 1-1,1 0 0,-1 0 1,0 0-1,6 10 0,34 71-846,-30-57-1467,23 38 0,-14-26-4649,-3-10 381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2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412 129 5793,'0'0'141,"-1"0"1,0 0 0,1 0 0,-1 0 0,0 0 0,1 0 0,-1 0 0,0-1 0,1 1 0,-1 0 0,0 0 0,1 0 0,-1-1 0,1 1 0,-1 0-1,0-1 1,1 1 0,-1-1 0,1 1 0,-1 0 0,1-1 0,0 1 0,-1-1 0,1 1 0,-1-1 0,1 0 0,0 1 0,-1-1 0,1 1 0,0-1-1,0 0 1,-1 1 0,1-1 0,0 1 0,0-1 0,0 0 0,0 1 0,0-1 0,0 0 0,0 1 0,0-1 0,0 0 0,0 1 0,0-1 0,0 0 0,1 1-1,-1-1 1,0 1 0,0-1 0,1 0 0,0 0 0,3-23 2663,-3 16-2336,0 1 0,0 0 0,1 0-1,0 0 1,0 0 0,5-8 0,-6 12 1182,-3 1-1589,1 1-39,0 0-1,0-1 1,0 1-1,0 0 1,0 0-1,0 0 1,0 0 0,-1 0-1,1 0 1,0 0-1,-1 0 1,1 0-1,-1 1 1,1-1-1,-1 0 1,1 1-1,-3-1 1,1 1 15,0 1-1,0-1 1,1 1 0,-1 0 0,0 0-1,1 0 1,-1 0 0,0 1 0,1-1-1,-4 3 1,-19 12 221,2 1 0,0 1 0,1 1 0,1 1-1,1 1 1,-32 44 0,46-56-183,0 0 0,1 1 1,0 0-1,1 0 0,0 0 0,0 1 0,1-1 0,1 1 0,-3 22 0,4-26-43,1 1-1,0 0 1,1 0-1,-1 0 1,1-1-1,1 1 1,0 0-1,0-1 1,0 1-1,1-1 1,0 0-1,1 0 1,-1 0-1,9 11 1,19 18 10,1-2 1,3-1-1,0-1 1,41 27-1,14 12-23,-85-66-22,0-1 0,0 1 0,-1 0 0,0 1-1,0-1 1,7 11 0,-11-15 4,1 1-1,0-1 0,-1 0 0,1 0 0,-1 1 0,1-1 0,-1 0 0,1 1 0,-1-1 1,0 1-1,0-1 0,0 0 0,0 1 0,0-1 0,0 1 0,0-1 0,0 1 1,-1-1-1,1 0 0,0 1 0,-1-1 0,1 0 0,-1 1 0,0-1 0,1 0 0,-1 0 1,0 0-1,0 1 0,0-1 0,0 0 0,0 0 0,0 0 0,0 0 0,0 0 0,0-1 1,0 1-1,0 0 0,-3 0 0,-15 8-22,0-2-1,0 0 1,-1-1 0,0-1 0,0-1-1,-31 2 1,-128-2-1886,172-5 1823,-42 0-2493,1-3-4995,14-2-2276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5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70 108 4224,'-2'0'1318,"6"-4"-519,12-11 165,-3 4 1531,-11 8-2107,19-24 8834,-21 24-9090,3-30 523,-6 31-638,1 1 0,-1-1 0,0 1 0,-1-1 0,1 1 1,0 0-1,-6-1 0,-24 10 2,29-7 1487,1-3-3427,-1 1 937,0-1-1,0 1 0,0 0 0,-7-1 0,3 2-3736,-14 3-2588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4.5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73 5320,'0'-4'1541,"-3"-37"9520,4 39-10080,8-23 5213,-6 26-5511,0 0-587,0 1 0,0-1-1,-1 1 1,1 0-1,0 0 1,-1 0-1,1 0 1,-1 0 0,0 1-1,0-1 1,1 1-1,-2-1 1,1 1-1,0 0 1,0 0 0,-1 0-1,0 0 1,0 0-1,2 6 1,7 15 119,69 181-562,-71-179-1193,7 41 0,-5-6-3282,-5-28 259,-6-27-228,-5 9-2529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5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38 314 7017,'-1'0'213,"-1"0"0,0 0 0,1-1 0,-1 1 0,1 0 0,-1-1 1,1 1-1,-1-1 0,1 1 0,-1-1 0,1 0 0,-1 1 0,1-1 1,0 0-1,0 0 0,-1 0 0,1 0 0,0 0 0,0-1 0,0 1 1,0 0-1,0 0 0,0-1 0,0 1 0,1-1 0,-1 1 0,0-1 1,1 1-1,-1-1 0,1 1 0,0-1 0,-1 1 0,1-1 0,0 1 1,0-1-1,0 0 0,0 1 0,0-1 0,0 1 0,1-3 0,3-35 1432,-4 29-1391,0 1 1,1-1-1,0 0 1,1 0-1,0 1 1,1-1-1,0 1 1,0 0 0,9-16-1,-6 16-201,1 1 1,0 0-1,0 1 0,1 0 1,0 0-1,0 0 0,1 1 1,0 1-1,0-1 1,0 1-1,1 1 0,0 0 1,12-4-1,2 1-18,1 1 0,0 1 0,1 1 0,35 0 0,-48 3-32,-1 2 1,1-1-1,0 2 0,0 0 0,-1 0 0,1 1 1,22 8-1,-30-8-6,1-1 0,-1 1 0,0 0-1,0 0 1,0 0 0,0 1 0,0 0 0,-1 0 0,1 0 0,-1 1 0,0-1 0,-1 1 0,1 0 0,-1 0 0,0 0 0,0 0 0,0 1 0,3 9 0,-4-2-82,1 1 1,-1-1-1,-1 0 1,0 1 0,-1-1-1,-1 0 1,0 1 0,-1-1-1,0 0 1,-1 0-1,0 0 1,-1 0 0,-11 23-1,-6 7-518,-2 0-1,-41 56 0,51-80 424,-105 141-1045,115-156 1157,4-9-73,1 0 143,0 0 0,0 0-1,0 1 1,0-1-1,1 1 1,0 0 0,0 0-1,0 0 1,0 0 0,0 0-1,1 0 1,7-5-1,-1-1 47,-8 8 3,0 0 1,0 0-1,1 0 1,-1 1-1,0-1 1,1 0-1,-1 1 1,1 0-1,-1-1 1,1 1-1,0 0 1,0 1-1,-1-1 1,1 0-1,0 1 1,0-1-1,0 1 1,0 0-1,0 0 1,0 0 0,-1 1-1,1-1 1,0 0-1,5 2 1,-4 0 30,1 0 1,0 1-1,-1-1 1,1 1-1,-1 0 1,0 0-1,0 0 1,0 0 0,0 1-1,-1 0 1,1-1-1,-1 1 1,5 8-1,3 5 11,1-1 0,0 0 0,1-1 0,1-1 0,0 0 0,28 21 0,-35-30-78,0 0 1,0-1-1,1 1 0,-1-1 1,1 0-1,0-1 0,0 0 0,0-1 1,1 1-1,-1-1 0,1-1 1,-1 0-1,1 0 0,-1 0 1,1-1-1,0-1 0,-1 1 1,11-3-1,-11 0-16,0-1-1,0 0 1,0 0 0,0-1-1,-1 0 1,1 0 0,-1-1 0,9-9-1,-12 11 6,-1 2-114,7-6 125,-10 8-4,1-1 0,-1 0 0,1 1 0,-1-1-1,1 0 1,-1 1 0,1-1 0,-1 1 0,1-1 0,0 1-1,-1-1 1,1 1 0,0 0 0,0-1 0,-1 1 0,1 0-1,0 0 1,0-1 0,-1 1 0,1 0 0,0 0 0,1 0-1,50 24 758,-39-17-569,0 0 1,1-1-1,-1-1 1,19 5-1,-21-8-171,1 0 0,-1-1 0,0 0 0,1-1 0,-1 0 0,1 0 0,-1-1-1,0-1 1,0 0 0,0-1 0,0 0 0,0 0 0,0-1 0,-1-1 0,1 0 0,-1 0-1,13-10 1,-20 13-26,-1 0-1,0-1 0,1 1 0,-1-1 0,0 1 1,-1-1-1,1 0 0,0 1 0,-1-1 0,1 0 1,-1 0-1,0 0 0,0 0 0,0-1 0,-1 1 1,1 0-1,-1 0 0,1 0 0,-1-1 1,0 1-1,0 0 0,-1 0 0,1-1 0,-1 1 1,1 0-1,-1 0 0,0 0 0,0 0 0,-1 0 1,1 0-1,-1 0 0,1 0 0,-1 0 0,0 1 1,0-1-1,0 1 0,0-1 0,-1 1 1,1 0-1,0 0 0,-1 0 0,-5-3 0,-12-6 13,0 2 0,-1 0-1,0 1 1,-1 2 0,1 0 0,-1 1-1,-28-3 1,-54 1-1616,3 6-3830,77 1 3326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5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76 7009,'-2'-2'1590,"-1"-2"-1763,-7-11 5355,11 14-4999,-1 0 0,0 0 0,1 0 0,-1 1 0,1-1 0,-1 0 1,1 0-1,-1 1 0,1-1 0,0 0 0,-1 1 0,1-1 0,0 1 0,-1-1 0,1 1 0,0-1 0,0 1 1,-1-1-1,1 1 0,5-2 4942,-5 6-5041,3 14 6,1 1-1,1-1 1,1 0 0,15 30 0,-4-4-29,-16-35-49,1-1 0,0 1-1,1-1 1,0 0 0,0 0 0,8 10-1,14 20 14,-20-26-2,2-1 0,0 0 0,0 0 0,0-1 0,17 15-1,-22-22-12,1-1 0,0 1-1,0-1 1,0 0-1,0 0 1,0 0-1,0 0 1,0-1 0,1 1-1,-1-1 1,1 0-1,-1-1 1,6 1-1,-9-1-5,0 0-5,0 0 1,0 0-1,0 0 0,0 0 0,0 0 0,0 0 0,0 0 0,0-1 0,0 1 0,0-1 0,0 1 0,0 0 0,0-1 0,0 0 0,0 1 0,0-1 0,-1 1 0,1-1 0,1-1 0,2-1-5,2-1 7,0 0 0,-1-1 0,1 0 0,-1 0 0,0 0 0,0 0 0,0-1 0,7-11-1,-1-3 22,13-32-1,-1 3-97,-13 27 59,-9 18 6,1-1 1,0 1 0,0 0-1,1 0 1,-1 0 0,1 0-1,0 0 1,0 0 0,0 1-1,0-1 1,1 1 0,6-5-1,0 3-34,0 0-1,1 0 1,11-2-1,-18 6 30,0 1-25,42 3-8,-43-6-12,1 0 1,-1 0-1,0-1 1,0 1-1,0 0 1,2-6-1,7-21-1200,2-5-2148,-7 12-2913,-4 6-2159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6.4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188 320 11333,'-17'-31'2814,"13"26"-2120,1-1-1,0 0 0,0 0 0,0-1 0,1 1 0,-1 0 1,2-1-1,-3-13 0,-16-160 2294,19 177-2963,1-1 0,0 1-1,-1 0 1,2 0 0,-1-1-1,0 1 1,2-6-1,-1 5-2,-1 1 181,0 6-218,3 21 88,1 0 1,1 1-1,1-1 0,1-1 1,16 38-1,36 61 72,-40-86-128,-1 0 0,-1 2 1,18 66-1,-32-93-21,-1 0 1,0 0-1,0 0 0,-2 0 1,1 0-1,-2 0 1,1 1-1,-1-1 0,-1 0 1,0 0-1,-1 0 1,0-1-1,0 1 0,-1 0 1,-1-1-1,0 0 0,0 0 1,-8 10-1,-4 1-98,-2-1 0,0 0 0,-1-2-1,-1 0 1,-1-1 0,0-1 0,-2-1 0,-38 18-1,56-29-264,-1-2-1,0 1 0,0-1 0,0 0 0,0 0 0,-11 0 0,18-1 353,0-3-181,0 1 0,0 0 1,1-1-1,-1 1 1,1 0-1,-1 0 0,1 0 1,-1 0-1,1-1 1,0 1-1,0 0 1,-1 0-1,3-1 0,123-143-9190,-81 100 3714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6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27 11701,'-11'-22'1658,"8"17"-66,2 7-56,-19 21 1970,15-19-3227,1 0-1,-1 1 1,1 0 0,0 0-1,1 0 1,-1 0 0,1 1-1,0 0 1,0-1 0,1 1-1,0 0 1,0 0 0,0 0-1,1 1 1,-2 6 0,0 63 646,2-37-1392,-7 46-1,-2-58 19,6-12-508,6-15 928,0 0-1,-1-1 0,1 1 0,0 0 1,-1-1-1,1 1 0,0-1 0,-1 1 1,1-1-1,-1 0 0,1 0 1,-1 0-1,3-1 0,12-8-522,1 1 0,1 0 0,0 1 0,0 1 0,0 1 0,1 1 0,0 0 0,21-2 0,11 2-2290,-11-1-2962,-11 2-218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7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20 585 4968,'1'0'121,"0"-1"0,-1 0 0,0 1 0,1-1 1,-1 0-1,1 0 0,-1 1 0,0-1 0,0 0 0,1 0 0,-1 0 0,0 1 0,0-1 0,0 0 0,0 0 0,0 0 0,0 1 0,0-1 0,0 0 0,0 0 0,0 0 0,-1 1 0,1-3 0,-24-10 8486,44 7-7425,-14 3-1044,0 2 0,-1-1 1,1 0-1,0 1 0,0 0 1,0 1-1,0-1 0,0 1 1,0 0-1,0 1 0,11 1 0,-13 0-110,0-1-1,0 0 1,0 1-1,0 0 0,0 0 1,-1 0-1,1 1 0,-1-1 1,1 1-1,-1 0 0,0 0 1,0 0-1,0 0 0,-1 0 1,1 1-1,-1-1 0,3 5 1,21 38 66,-25-43-99,6-7 0,-1 1 3,0-1 0,0 0 0,0-1 0,-1 1-1,0-1 1,0 0 0,0-1 0,0 1 0,-1-1 0,0 0-1,0 0 1,0 0 0,5-13 0,0 2 9,0 1 0,2 0 0,0 1 0,13-15 0,-22 27-7,0 0 0,0 0 1,0 0-1,1 1 0,-1-1 0,1 1 0,0-1 0,-1 1 0,1 0 1,0 0-1,4-1 0,-1 0-22,-3 1 16,-1 4 5,0-1 0,0 1 0,0-1 0,0 0-1,0 0 1,1 0 0,-1 0 0,0 0 0,4 1 0,2 1-43,14 17 75,-19-16-20,-1-1 32,1-4 4,7-3 26,-1 0 0,1 0 0,-1-1 0,0-1-1,0 0 1,-1 0 0,0 0 0,0-1 0,8-9-1,-6 7-103,-5 6 32,-1 0 0,1 1 0,0 0-1,0 0 1,0 0 0,0 0 0,0 1 0,0 0 0,1 0 0,-1 1 0,0-1 0,1 1 0,-1 0 0,0 0 0,7 2 0,36-4-307,-29-2 242,0-1 1,0-1-1,-1-1 1,1 0-1,-2-1 1,1-1-1,18-13 1,-27 16 135,-2 0 1,1 0 0,-1-1-1,0 0 1,0 0 0,0 0-1,-1-1 1,-1 0 0,1 0 0,-1-1-1,0 0 1,-1 1 0,0-1-1,-1-1 1,0 1 0,3-13-1,-5 12 13,15-66 525,-14 69-529,1-1 0,0 1-1,0-1 1,0 1 0,1 0 0,0 0 0,6-8 0,-8 13 123,22 8 15,-22-6-209,1 1 1,-1-1 0,1 0-1,-1 1 1,0 0 0,1-1 0,-1 1-1,0 0 1,4 3 0,0 0 18,-1 2 0,0-1 0,0 0 0,-1 1 1,0 0-1,0 0 0,0 0 0,0 1 0,-1-1 0,-1 1 0,1 0 1,-1 0-1,0 0 0,0 0 0,0 9 0,2 9 31,-1 0 0,-2 0 0,-1 28 0,-8 41-487,0 24-4262,11-81 1025,3-2-3541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14 260 6785,'-12'-13'2454,"12"12"-2322,0 1 0,0 0 0,0 0 0,0 0 1,1-1-1,-1 1 0,0 0 0,0 0 0,0 0 0,1-1 0,-1 1 1,0 0-1,0 0 0,0 0 0,1 0 0,-1 0 0,0 0 0,0 0 0,1-1 1,-1 1-1,0 0 0,1 0 0,-1 0 0,0 0 0,0 0 0,1 0 1,-1 0-1,0 0 0,0 0 0,1 0 0,-1 1 0,0-1 0,0 0 1,1 0-1,21 7 3774,-9 2-4860,-11-7 1007,0 0 0,-1 0 0,1 0 0,0 1 0,-1-1 0,0 0 0,1 1 0,-1-1 0,0 1 0,0-1 0,0 1 0,-1 0 0,1-1 0,0 1 0,-1 0 0,0 0 1,0-1-1,0 1 0,0 0 0,0 0 0,0-1 0,-1 1 0,0 0 0,-1 4 0,-2 3 33,-1 0 0,0 0 0,0 0 0,-13 16 0,-3 7 119,20-31-140,4-2-311,8-1 57,-1-1 1,1 0-1,-1 0 1,0-1 0,0-1-1,0 0 1,-1 0-1,1-1 1,16-11-1,81-62-1329,-91 63 1419,-1-1-1,0-1 0,-1 0 0,-1-1 0,0 0 1,-2-1-1,0-1 0,11-27 0,-5 6 694,-14 32-351,0 0 0,1 0 1,8-13-1,5-6 1053,-15 26-805,6 12-247,0 0 1,-1 1-1,-1 0 0,1 0 1,-2 0-1,0 1 0,0 0 1,3 13-1,-3-9-182,1-1 0,0 0 0,1-1 0,11 18 0,-15-28-55,1 1-1,-1-1 0,1 0 0,0 0 1,0 0-1,0-1 0,1 0 1,0 1-1,-1-1 0,1-1 0,0 1 1,0-1-1,0 0 0,1 0 1,-1 0-1,8 1 0,-5-2-22,-1 0 1,0 0-1,1 0 0,-1-1 0,0 0 1,1 0-1,-1-1 0,1 0 0,-1 0 0,0-1 1,0 0-1,0 0 0,0-1 0,0 1 1,0-2-1,-1 1 0,1-1 0,-1 0 1,0 0-1,0-1 0,0 1 0,-1-1 0,0-1 1,0 1-1,0-1 0,-1 0 0,1 0 1,-1 0-1,-1-1 0,1 1 0,3-12 0,0 2-44,-4 9 39,1 0 0,-1 0 0,-1 0 0,0-1 0,0 1 0,0-1 0,-1 1 0,0-1 0,0 0 0,-1 1 0,0-1 0,-1-7 0,1 14 27,0 0 0,0 0 0,0 0 0,-1 0 1,1 0-1,0 0 0,-1 1 0,1-1 0,0 0 0,-1 0 0,1 0 0,-1 1 0,0-1 0,1 0 0,-1 1 0,0-1 1,1 0-1,-1 1 0,0-1 0,1 1 0,-1-1 0,0 1 0,0 0 0,0-1 0,0 1 0,1 0 0,-1-1 1,0 1-1,0 0 0,0 0 0,0 0 0,0 0 0,0 0 0,0 0 0,0 0 0,0 0 0,1 0 0,-1 0 0,0 1 1,0-1-1,0 0 0,0 1 0,0-1 0,1 0 0,-1 1 0,0-1 0,0 1 0,1-1 0,-1 1 0,0 0 0,1-1 1,-1 1-1,0 0 0,0 0 0,-1 2 16,1 0-1,-1 0 1,1 0 0,0 0 0,0 0-1,0 0 1,0 0 0,0 0 0,1 1 0,-1-1-1,1 0 1,0 5 0,3 40 118,-1-39-110,0-1 0,0 1 0,1-1 0,0 0 0,0 0 0,1 0 0,5 8 0,-6-14-29,-1-1 0,0 1-1,1-1 1,-1 0 0,1 1 0,-1-1-1,1-1 1,-1 1 0,1 0-1,0-1 1,5 1 0,-5 0-10,1-1 15,-1 1 0,1-1 0,0 0 0,-1 0 0,1 0 0,-1 0 0,1-1 0,0 0 0,5-1 1,-2 0 2,-6 2-8,0 0 0,0 0 0,0 0 0,-1-1 0,1 1 0,0 0 0,0-1 1,0 1-1,-1-1 0,1 1 0,0-1 0,0 1 0,-1-1 0,1 1 0,-1-1 1,1 0-1,0 1 0,-1-1 0,1 0 0,-1 0 0,1 0 0,2-3-3,49-41-13,-50 44 9,-1 0 0,1-1 0,-1 1 0,1 0 0,-1-1-1,0 1 1,1-1 0,-1 1 0,0-1 0,0 0 0,0 0 0,0 1 0,-1-1 0,1 0 0,1-4 0,-2 5 0,0 0 0,0 1 0,1-1 0,-1 0 0,0 0 0,1 0 0,-1 0 1,1 0-1,-1 0 0,1 0 0,-1 0 0,1 1 0,0-1 0,-1 0 0,1 0 0,1 0 1,1-2-6,1 1 1,-1-1 0,1 1 0,0 0-1,-1 0 1,1 1 0,0-1 0,0 1-1,0 0 1,0 0 0,0 0 0,1 0-1,-1 1 1,0 0 0,0 0 0,0 0-1,0 0 1,1 0 0,-1 1 0,0 0 0,0 0-1,0 0 1,0 1 0,0-1 0,0 1-1,0 0 1,-1 0 0,1 0 0,-1 0-1,6 5 1,-8-6 11,0 0 0,0 0-1,-1 0 1,1 0 0,0 1-1,0-1 1,-1 0 0,1 0 0,0 1-1,-1-1 1,1 0 0,-1 1-1,0-1 1,0 1 0,1-1 0,-1 0-1,0 1 1,0-1 0,0 1 0,0-1-1,0 1 1,-1-1 0,1 0-1,0 1 1,-1-1 0,1 0 0,-1 1-1,1-1 1,-1 0 0,0 1-1,-1 1 1,-3 3-90,0 1-1,0-1 1,-1 0-1,-9 8 1,3-3-246,8-7 242,-35 34-2816,-6-6-4046,7-8 668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0:48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7 10441,'0'0'1420,"-23"-6"-156,-1 6 724,4 0-14117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5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 3820,'0'0'5188,"2"-1"-4754,69-18 384,4 7-3152,-68 11 144,15 1-562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7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1 100 8249,'0'0'3879,"3"1"-1974,8 2-1132,0-2 0,1 0 0,-1 0-1,0-1 1,1 0 0,-1-1 0,13-2-1,-6 1-674,286-34 2586,-9-15-3412,-219 39-3581,-71 11 2344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7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 36 8901,'3'-18'2436,"4"0"3413,-17 27-4381,-3 0 1216,3 19-1632,-4-4-140,7 9-208,-6 21-160,3-12-744,0 10-616,3-1-896,1-3-852,-5 6-3169,5 16-4808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7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 12233,'0'0'1789,"-13"6"1246,12-5-2876,-1 1 0,1-1-1,0 0 1,0 0 0,0 1 0,0-1 0,0 1 0,1-1 0,-1 1 0,0-1-1,1 1 1,-1-1 0,1 1 0,-1 0 0,1-1 0,0 1 0,0 0-1,0-1 1,0 1 0,0 0 0,0 2 0,8 42 607,-6-38-513,45 150 971,-8-36-696,-31-94-484,-1-1 0,-1 2 0,-1-1 0,-2 0 0,-1 1 0,-1 0 0,-3 29 0,1-53-35,0 0-1,0 0 1,-1 0 0,0 0-1,0 0 1,0 0 0,0-1-1,-1 1 1,0-1 0,0 0-1,0 1 1,0-2 0,-1 1-1,1 0 1,-1-1 0,0 1-1,0-1 1,-1 0 0,1 0-1,-1-1 1,1 1 0,-1-1-1,0 0 1,0 0 0,-8 1-1,10-3 10,1 0 0,-1 0-1,0 0 1,1 0 0,-1-1 0,1 1 0,-1-1-1,0 0 1,1 1 0,0-1 0,-1-1-1,1 1 1,-1 0 0,1 0 0,0-1-1,0 1 1,0-1 0,0 0 0,0 0-1,0 0 1,0 0 0,1 0 0,-1 0-1,1 0 1,-1 0 0,1-1 0,0 1 0,-1-4-1,-1-1 26,0 0 0,0 0-1,1-1 1,0 1-1,0-1 1,1 1 0,0-1-1,0-13 1,2 6-101,2-1 0,-1 2 1,2-1-1,0 0 0,1 1 0,1 0 1,0 0-1,0 0 0,2 1 0,0 0 1,0 0-1,12-13 0,2 0-682,2 0 0,0 2 0,2 1 0,34-25 1,52-25-3353,-33 32-1671,-16 18-1747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8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124 452 6189,'32'-13'4220,"-14"6"-2932,0-1-1,-1 0 0,17-12 0,-30 18-1159,0-1 0,-1 1 0,1-1 0,-1 0-1,0 0 1,0-1 0,0 1 0,0 0 0,-1-1-1,1 0 1,-1 1 0,0-1 0,0 0-1,0 0 1,-1-1 0,1 1 0,-1 0 0,1-8-1,-2 10-92,1 1 0,-1-1 0,0 0 0,0 0 0,0 0-1,0 0 1,-1 0 0,1 0 0,0 0 0,-1 0 0,1 0-1,-1 0 1,0 0 0,0 1 0,0-1 0,1 0 0,-2 0-1,1 1 1,0-1 0,0 1 0,0-1 0,-1 1 0,1-1-1,-1 1 1,1 0 0,-1 0 0,0 0 0,1 0 0,-1 0-1,0 0 1,0 0 0,0 1 0,1-1 0,-1 0 0,0 1 0,0 0-1,-2-1 1,-2 1 25,1-1-1,-1 1 1,1 1-1,-1-1 0,1 1 1,-1 0-1,1 0 1,0 0-1,-1 1 1,1 0-1,0 0 1,-7 4-1,-3 3 82,0 1-1,1 0 1,0 1-1,1 1 1,0 0-1,-20 25 1,26-28-74,1 1 0,0-1 1,0 1-1,1 0 0,0 1 1,1-1-1,0 1 0,0 0 1,1 0-1,1 0 0,-2 19 1,4-26-55,0 0-1,0-1 1,0 1 0,1 0 0,0-1 0,-1 1 0,1-1-1,1 1 1,-1-1 0,0 0 0,1 1 0,0-1 0,0 0 0,0 0-1,0 0 1,0 0 0,0 0 0,1-1 0,3 3 0,1 1-3,0-1 1,0 0 0,1 0 0,0 0 0,0-1 0,9 3 0,-14-6-6,0 0 0,0 0 0,0 0 0,1 0 0,-1 0 0,0-1 0,1 0 1,-1 1-1,0-1 0,0 0 0,1-1 0,3 0 0,12-1 6,-3 2-16,0-1 0,0-1 0,0-1-1,0 0 1,0-1 0,0 0 0,-1-2 0,1 0 0,-1 0 0,-1-1 0,0-1 0,0-1 0,0 0 0,-1-1 0,0 0 0,-1-1 0,0 0 0,-1-1-1,18-24 1,124-229-1,-50 81 24,-101 181-2,0 0 1,0 0-1,1 0 0,-1 0 1,1 0-1,-1 0 1,5-2-1,-7 4-12,0 1 0,0 0 0,1 0-1,-1 0 1,0-1 0,0 1 0,1 0 0,-1 0 0,0 0-1,1 0 1,-1 0 0,0 0 0,1 0 0,-1 0 0,0 0-1,1 0 1,-1 0 0,0 0 0,0 0 0,1 0 0,-1 0-1,0 0 1,1 0 0,-1 0 0,0 0 0,1 0-1,-1 0 1,0 1 0,1-1 0,3 16 114,-7 11-33,-1 1 0,0-1 0,-3 0 1,0 0-1,-13 30 0,-2 10 2,-22 87 100,-45 145-658,67-235-189,-36 116-2890,46-132 1916,-1 4-1475,0-18-3634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8.5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1 254 5793,'22'-39'189,"-7"12"172,38-49 1,-44 63-138,1-1 394,1 0 0,0 1-1,23-21 1,-31 32-510,0-1 0,1 1 0,-1 0-1,1-1 1,-1 2 0,1-1 0,-1 0 0,1 1 0,0-1 0,0 1 0,0 0-1,0 0 1,0 1 0,0-1 0,0 1 0,0 0 0,0 0 0,0 0-1,0 1 1,0-1 0,6 3 0,-3-1 38,-1 0-1,0 0 1,0 1-1,0 0 1,0 0-1,-1 1 1,1 0 0,-1 0-1,0 0 1,0 0-1,0 1 1,0 0-1,4 6 1,-7-8-51,0 0-1,-1 1 1,1-1-1,-1 0 1,0 0-1,0 1 1,0-1-1,-1 0 1,1 1-1,-1-1 1,0 1-1,1-1 1,-2 1 0,1-1-1,0 1 1,-1-1-1,1 0 1,-1 1-1,0-1 1,0 0-1,-1 1 1,1-1-1,-1 0 1,1 0-1,-1 0 1,-4 5 0,2-3 16,0 1 1,-1-1-1,0 0 1,0-1 0,0 1-1,-1-1 1,1 0-1,-1 0 1,0 0 0,0-1-1,-8 3 1,-6 1-37,-1 0 0,-23 4 0,18-4-556,22-6-324,4-6-470,1 1 996,-1 0 0,1 0-1,0-1 1,0 1 0,1 0-1,-1 0 1,1 0-1,0 0 1,0 1 0,0-1-1,0 0 1,6-5 0,1-1-1328,1 0 0,21-17 0,1 3-2324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8.6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 7109,'0'0'49,"0"0"0,0 1 0,0-1 0,0 0 0,0 1 0,0-1 0,0 0 0,0 1 0,0-1 0,0 0 0,-1 0 0,1 1 0,0-1 0,0 0 0,0 1 0,-1-1 0,1 0 0,0 0 0,0 0 0,-1 1 0,1-1 0,0 0 0,-1 0 0,1 0 0,0 0 0,0 1 0,-1-1 0,1 0 0,0 0 0,-1 0 0,1 0 0,0 0 0,-1 0 0,1 0 0,0 0 0,-1 0 0,1 0 0,0 0 0,-1 0 0,1 0 0,0 0 0,-1 0 0,1 0 0,0-1 0,-1 1 0,1 0 0,0 0 0,-1 0 0,1 0 0,0-1 0,0 1 0,-1 0 0,1 0 0,0-1 0,0 1 0,0 0 0,-1 0 0,1-1 0,0 1 0,0 0 0,0-1 0,-1 1 0,0 0 118,-1 0 1,1 0-1,-1 1 1,1-1-1,0 1 1,-1-1-1,1 1 1,-1-1-1,1 1 1,0 0-1,-1 0 1,1 0-1,-2 1 0,3-1 55,-3 0-38,0 1 0,1 0 0,-1 1 1,1-1-1,0 0 0,0 1 0,0-1 1,0 1-1,0 0 0,1-1 0,-1 1 0,1 0 1,-1 0-1,-1 6 0,-6 47 1189,6-33-1196,1-7 31,-20 171-1513,13-70-3416,5-80 1223,1-1-1277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28.9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22 5152,'7'-16'2281,"-10"11"312,-22 13 1289,10-1-3678,2-2 117,1 1-1,0 0 1,0 1 0,0 0 0,1 1 0,0 0-1,0 1 1,1 0 0,1 1 0,-11 12-1,19-21-304,0 0-1,1 0 0,-1 0 1,0 0-1,0 0 0,1 0 0,-1 0 1,1 1-1,-1-1 0,1 0 1,0 0-1,-1 1 0,1-1 1,0 0-1,0 0 0,0 1 1,0-1-1,0 0 0,0 1 1,0-1-1,0 0 0,0 0 1,1 1-1,-1-1 0,0 0 1,1 0-1,1 3 0,-1-3-2,1 1 0,0 0 0,0-1 0,0 0 0,0 1 0,0-1 0,0 0-1,0 0 1,0 0 0,1 0 0,-1-1 0,0 1 0,5 0 0,5 1 19,-1-1 0,1 0 0,0-1 0,23-2 0,-27 1 59,0 0 1,0-1-1,0 0 0,0 0 0,0-1 0,-1 1 0,1-2 0,-1 1 0,13-9 0,-18 11 192,-1-2-98,16-12 90,-15 15-477,0-1-1,-1 1 0,1-1 0,-1 1 1,1 0-1,0 0 0,-1 0 0,1 0 1,-1 0-1,1 1 0,0-1 0,-1 0 1,1 1-1,-1-1 0,1 1 0,-1-1 1,1 1-1,-1 0 0,2 0 0,-1 0-1380,9 9-4304,2 2 332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27 7209,'-12'9'718,"9"-7"-428,0 1 0,0-1 0,0 0 0,0-1 0,0 1 0,-1-1 0,1 1 0,0-1 0,-7 1 2952,8 0-2961,0 0 1,-1-1-1,1 1 0,0-1 0,-1 0 0,1 0 1,-1 0-1,0 0 0,-2 1 0,2-1-126,0 0 0,-1 0 0,1 0 0,0 0 1,0 1-1,0 0 0,1-1 0,-4 4 0,-1 2-29,0 0 0,0 0 0,1 1 0,-1 0 0,2 1 0,0-1 0,0 1 0,0 0 0,1 0 0,0 1 0,1-1 0,0 1 0,1 0 0,0 0 0,0 0 0,1 0 0,0 0 0,1 0 0,0 0 0,1 0 0,0 0 0,0 0 0,5 16 0,-4-21-146,0 0 0,1 0 0,0 0 1,0-1-1,0 1 0,0-1 1,1 1-1,-1-1 0,1 0 1,0-1-1,1 1 0,-1-1 0,0 1 1,1-1-1,0-1 0,0 1 1,0-1-1,0 0 0,0 0 1,0 0-1,7 1 0,-5-2-42,0 0 0,-1 0 0,1 0 0,0-1-1,-1 0 1,1-1 0,0 1 0,-1-1 0,1-1 0,-1 1-1,1-1 1,-1 0 0,0-1 0,1 1 0,-1-1 0,-1 0 0,8-6-1,2-2-59,0-2-1,-1 0 1,0 0-1,-2-2 1,1 1-1,-2-2 1,16-25-1,-24 34 100,-1 0 1,0 0-1,0 0 0,0-1 0,-1 1 0,0-1 0,-1 1 0,1-9 0,-2 16 21,1-1 0,-1 0 0,1 1 0,-1-1 0,1 1 0,-1-1 0,1 1 0,-1-1 0,1 1-1,-1-1 1,0 1 0,1-1 0,-1 1 0,0-1 0,0 1 0,1 0 0,-1 0 0,0-1 0,0 1 0,1 0-1,-1 0 1,-1 0 0,-13-3-69,13 3 84,0 0 0,0 0 1,1 0-1,-1 0 0,0 1 0,0-1 1,0 1-1,1-1 0,-1 1 0,0-1 1,1 1-1,-1 0 0,0 0 0,1 0 1,-1 0-1,1 0 0,-1 0 0,1 0 1,-2 2-1,-19 25 203,15-17-138,1 1 1,0 0 0,0 0-1,-7 25 1,12-32-63,0-1-1,1 0 1,-1 0 0,1 1-1,-1-1 1,1 0 0,0 1-1,1-1 1,-1 0 0,1 1-1,0-1 1,0 0 0,0 0-1,1 0 1,0 0 0,-1 0-1,1 0 1,1 0 0,2 4-1,-4-7-10,1 2-2,0 1 1,0-1 0,1 0-1,0 0 1,-1 0-1,1 0 1,0-1 0,0 1-1,1-1 1,-1 0-1,1 1 1,-1-2 0,1 1-1,-1 0 1,1-1 0,0 0-1,7 2 1,3-3-38,-2 1-7,0-2 1,0 1-1,14-4 1,-22 3 5,1 0-1,-1 0 1,0-1 0,0 1-1,0-1 1,0 0-1,0 0 1,0-1 0,0 1-1,-1-1 1,0 0 0,7-6-1,118-112-2849,-126 118 2791,17-22 1499,-11 16-1308,-8 9-78,0 0 1,0-1-1,0 1 0,1 0 0,-1-1 0,0 1 0,0 0 0,1-1 0,-1 1 0,0 0 0,0-1 0,1 1 0,-1 0 0,0 0 0,1 0 0,-1-1 0,0 1 0,1 0 0,-1 0 0,0 0 0,1 0 0,-1 0 0,1-1 0,-1 1 0,0 0 0,1 0 1,-1 0-1,0 0 0,1 0 0,0 0 0,15 23 217,7 4-370,-22-25 116,3-2 0,3-1 1,-1 1 12,0-1 1,0 0-1,0 0 0,0 0 0,0-1 0,0 0 1,-1 0-1,1 0 0,-1-1 0,1 0 1,-1 0-1,6-5 0,-1 0 43,-6 4-60,1 1 1,-1-1-1,0 1 0,1 0 0,0 0 0,-1 0 0,1 1 0,0 0 1,0 0-1,10-2 0,4-1-186,0-1 1,0 0 0,-1-1-1,22-11 1,-12 4 52,-13 6 360,0-1 1,-1-1-1,0 0 1,20-20-1,-32 28 514,-1 6-921,0-1 119,-1-1 0,2 1 0,-1 0 0,0 0 0,0 0-1,1 0 1,0-1 0,0 1 0,-1-1 0,1 1 0,1-1 0,-1 0 0,0 0 0,0 0 0,1 0 0,-1 0 0,6 2 0,-6-2 37,1-4 4,1 1 33,-3 1 7,1 0 0,-1-1 0,1 1-1,-1-1 1,1 0 0,-1 0 0,0 1 0,1-1 0,-1 0 0,0 0 0,1 0 0,-1 0 0,0-1 0,0 1 0,0 0 0,1-2 0,26-26 103,12-9 239,-37 36-341,11-4-111,-13 5 88,0 0 0,1 0 0,-1 0 0,0 1 0,0-1 0,1 0 0,-1 1 0,1-1 0,-1 1 0,0-1 0,1 1 0,-1 0 0,1-1 0,2 1 0,10-1-99,1-1 0,-1-1 0,16-5-1,-26 7 1636,-6 6-1556,1 1 0,-1-1 0,0 0 0,-1 0 0,-5 9 0,2-3-543,2-2-563,1 0 0,0 0 1,0 0-1,0 0 0,0 11 0,2-15 60,-2 13-4451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28 154 6617,'-27'-21'4240,"40"9"-2460,1 0-136,-8 0-332,4 0-279,4 3-189,6 0-180,-3 3-200,3 0-244,0 3-432,0 3-564,3-9-512,1 0-313,-4-3-931,-3 0-1092,10 3-2177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.4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4 208 11161,'0'-1'130,"-1"1"0,1-1 0,-1 0 0,1 0 0,0 1 1,-1-1-1,1 0 0,0 0 0,0 0 0,-1 0 0,1 0 0,0 1 0,0-1 0,0 0 0,0 0 0,0 0 0,0 0 1,0 0-1,0 0 0,1 1 0,-1-1 0,0 0 0,1 0 0,-1 0 0,0 0 0,1 1 0,0-2 0,22-24 2475,34-13 312,-28 26-2361,0 1 0,0 1 0,1 2 0,54-10 0,23-8-1247,-17 5-1750,-59 18-1139,0 2-3656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18 8493,'21'-17'3327,"-22"17"-3026,-1-1 1,1 1-1,0 0 1,0 0-1,0 0 1,0 0-1,0 0 0,0 0 1,-1 1-1,1-1 1,0 0-1,0 1 1,0-1-1,0 0 1,0 1-1,0-1 1,0 1-1,-1 0 1,-10 4 1047,1 0 1,-1 1 0,1 0 0,1 0-1,-16 13 1,13-8-324,0 1 0,0 1 0,-14 18 0,9-6-560,1 1 0,1 0 0,1 1 1,-11 30-1,16-28-1694,1 0 1,-6 36 0,-8 24-5518,11-41-317,7 3-4546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0 13933,'-37'33'2068,"34"-21"-95,-11 0-241,-2 4-300,2 2-260,4-3-364,3 12-100,-9 12-252,2-6-580,1 3-236,3 1-428,-4 2-584,1-6-260,0 0-164,-4 6-241,3-6-639,4-5-1232,7-13-2697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0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58 4576,'67'-36'6265,"-57"24"-5105,3 3 832,0 27-1216,1-3-336,-8 6 92,5 3-156,-8 6-368,0 0-464,1 49-5804,-1-49-165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1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7621,'43'-9'1500,"-16"3"-312,3 3-332,0-1-332,4-2-604,-1 6-560,4 0-2612,-3 0-1481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1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898 82 7069,'-1'-1'172,"1"0"-1,-1 0 1,0 0 0,0 0 0,1 0 0,-1 0 0,1 0 0,-1-1 0,1 1 0,0 0 0,-1 0 0,1 0 0,0-1-1,0 1 1,0 0 0,0 0 0,0-1 0,0 1 0,0 0 0,0-1 0,0 1 0,1 0 0,-1 0 0,0 0 0,1-1-1,-1 1 1,1 0 0,-1 0 0,1 0 0,0 0 0,1-2 0,0-1 459,-2 2-310,-1 0 0,0 0-1,1 0 1,-1 0 0,0 0-1,-1 1 1,1-1 0,0 0-1,0 1 1,-1-1 0,1 0 0,-1 1-1,1 0 1,-1-1 0,0 1-1,1 0 1,-3-1 0,0 0-174,1 1 1,-1 0-1,1 0 1,-1 0-1,0 0 0,0 0 1,1 1-1,-1 0 1,0 0-1,0 0 1,0 0-1,1 1 1,-1-1-1,0 1 1,0 0-1,1 0 0,-1 0 1,1 1-1,-1-1 1,1 1-1,-1 0 1,1 0-1,0 0 1,-3 3-1,-6 3 66,2 0 0,-1 1 0,1 0 0,0 1 0,1 0 0,1 0 0,-1 1 0,1 0 0,1 1 0,0 0 0,1 0 0,0 0 0,1 1 0,-6 20 0,1 11 105,2 1 1,1 0-1,1 49 1,4-49-197,-3-1 0,0 0 1,-14 47-1,14-76-210,0-1 0,-1 0 1,-1 0-1,0-1 0,-1 0 0,0 0 1,-1-1-1,0 0 0,-1-1 0,0 1 0,-1-2 1,-1 0-1,1 0 0,-1-1 0,-1 0 1,-25 12-1,-5-1-1373,-2-3 1,0-1 0,-1-3-1,-47 9 1,22-5-4561,4 1-3798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32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510 158 8365,'3'-39'4158,"-4"38"-4020,1 0-1,0 1 0,0-1 1,0 0-1,-1 0 1,1 1-1,0-1 1,-1 0-1,1 1 1,-1-1-1,1 0 0,0 1 1,-1-1-1,0 0 1,1 1-1,-1-1 1,1 1-1,-1-1 1,0 1-1,1-1 0,-2 0 1,0 0 312,-18-20 2482,14 13-2500,-1 1 0,0 0 0,0 1 1,-1 0-1,1 0 0,-1 0 0,-1 1 0,-8-5 0,-42-9 248,56 18-146,-8 25 430,-127 244-121,109-213-2160,-31 43-2459,-5 13-4354,27-31-1502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0.2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312 285 9053,'-36'-20'2477,"33"19"-2030,-1-1 0,1 1 0,-1-1 0,1 1 0,-1 0 0,1 1 0,-1-1 0,0 1 0,0-1 0,1 1 0,-8 1 0,-3-1 909,-126-1 7943,73 1-5186,63 0-3335,64-17-451,556-74-327,-328 47 0,142-24 0,-225 36 0,-195 31-113,1 0 0,0 0 0,0 1 0,0 1 0,-1 0 1,1 0-1,0 1 0,-1 0 0,12 5 0,3-1-3423,-22 11-2894,-3-15 5209,4 17-5518,5-6-3989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0.5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263 161 12161,'-31'-16'1578,"1"0"0,1-2 0,-45-35-1,64 45-438,1 0 1,-2 1-1,1 0 0,-1 1 0,-22-9 0,23 10-480,6 4 264,4 3-50,-1 1-791,1 0 1,0 0-1,0 0 0,0-1 1,0 1-1,1 0 0,-1 0 1,1 0-1,0-1 0,0 1 1,-1 0-1,2-1 0,-1 1 1,0-1-1,0 1 1,1-1-1,0 0 0,-1 1 1,1-1-1,3 3 0,6 5 53,0 0 0,22 15 0,-18-15 16,175 125 725,-67-51-455,132 119 0,-236-185-369,0 1-1,-1 1 1,-1 0 0,-1 1-1,-1 1 1,18 35 0,-27-44-24,0-1 1,-1 1-1,-1 0 1,0 1-1,-1-1 1,0 1-1,-1-1 0,0 1 1,-1 0-1,-1 0 1,0 0-1,-1 0 1,-1-1-1,-3 16 1,-1-8-12,-1-1 1,-1 0-1,-1 0 1,-1-1-1,0 0 1,-2-1-1,-25 32 1,2-9-259,-79 71 1,-250 159-6136,336-252 5507,-58 46-3097,36-17-2555,10-4-4976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0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43 16698,'0'0'8644,"-13"-6"-6840,-4 0 1337,10-9-9354,4 0 3061,-14 24-3045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2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11933,'0'0'1652,"1"3"4,16 128 4116,-2-15-4908,2-23-962,13 64-4531,-27-147 2874,-2 0 0,1 1 0,-1 16 0,-1 6-5391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2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81 191 6609,'-7'-21'464,"0"3"505,1-1 0,1 1 0,1-1 0,-3-30 0,6 47-853,1 1-1,0-1 0,0 0 0,0 1 1,0-1-1,0 1 0,0-1 0,0 1 1,0-1-1,0 0 0,1 1 0,-1-1 1,1 1-1,-1-1 0,1 1 0,-1-1 1,1 1-1,0 0 0,0-1 0,0 1 1,0 0-1,0 0 0,0-1 0,0 1 1,0 0-1,0 0 0,1 0 0,-1 0 1,0 0-1,1 1 0,-1-1 0,1 0 1,-1 1-1,1-1 0,-1 1 0,1-1 1,-1 1-1,1 0 0,-1 0 0,1-1 1,0 1-1,2 1 0,2-1 78,1 1-1,-1 0 0,0 0 1,0 1-1,0 0 1,0 0-1,0 1 1,0-1-1,8 6 0,75 52 452,-2 4 0,-4 3-1,91 94 1,-148-135-590,-1 2 0,-1 0 0,-2 1 0,34 57 0,-50-75-43,-1 0-1,0 0 0,0 1 0,-1 0 1,0-1-1,-1 1 0,-1 1 0,0-1 1,-1 0-1,0 1 0,0-1 0,-2 0 1,1 1-1,-2-1 0,1 0 0,-2 1 1,-6 19-1,-1-8-6,-2-1 1,0 0-1,-2-1 1,0 0-1,-1-1 0,-1 0 1,-2-2-1,0 0 1,0-1-1,-23 17 0,-31 19-731,-119 68-1,157-102 285,-122 79-3438,91-57-1148,10-7-3055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3.0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0 290 10781,'0'0'2068,"10"-15"-220,17-9-248,10 9-275,3-3-297,10 3-220,7-3-200,10-1-116,10-5-180,4 0-352,-8 3-392,8 3-520,-8 0-532,-9-3-433,-17 0-799,-4 9-1148,-26 6-2617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3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1 7669,'-33'15'2244,"39"0"-156,1 3-136,-10 9-220,-1 0-251,-2 9-217,-4 22-288,6-10-200,-3 6-148,-3 6-136,0 4 12,0 8-276,-6-3-460,-5-2-624,5-1-768,-11-3-592,0 1-2837,4-1-4016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3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1 11641,'-13'12'2200,"3"0"-188,3 6-131,0 0-269,1 12-224,-4 21-248,3-8-224,-6 2-152,-1 6-152,4 6-248,-3 1-588,-7-1-500,3 6-812,-3-2-680,-4-4 300,8 12-3413,-5-9-4272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3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1 146 11245,'33'-22'2028,"-33"1"-316,3 6-295,14 0-433,7 3-108,-1 3-636,21-9-752,-1 9-864,-3 0-493,-3 0-2383,7 3-3257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3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 8249,'0'0'8177,"20"-9"-7273,0 6-700,3-6-460,1 6-785,12-3-447,21-3-2764,-16 3-3261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4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213 278 8689,'-158'-40'14063,"105"26"-10009,53 13-3989,0 1 0,-1-1 0,1 0 0,0 0 0,0 1 0,0-1 0,0 0 0,0 0 0,0 0 0,0 1 0,0-1 0,0 0 0,0 0 0,0 0 0,0 1 0,0-1 0,1 0 0,-1 0 0,0 1 0,1-1 0,-1 0 0,0 1 0,1-1 0,0 0 0,1-2-7,0 0 0,0 0 0,0 1 0,0-1 0,1 1 0,-1 0-1,1 0 1,-1 0 0,1 0 0,0 0 0,0 0 0,0 1 0,4-2 0,48-13 308,-28 9-191,99-20-373,227-21-1,-339 47 70,262-26-2858,-100 10-612,-1 0-4793,-66 5-2903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5.2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673 7 12177,'-5'-7'11175,"6"18"-8526,9 19-2108,1-10 51,1 0 0,1-1 0,16 18 0,18 27 169,-34-43-599,0 1 0,-2 1 0,0 0 0,-2 0-1,0 1 1,7 32 0,-13-39-121,-1 0 0,0 0 0,-1 1-1,-1-1 1,0 0 0,-2 0-1,0 0 1,0 0 0,-2 0-1,-6 19 1,-1-6-40,-2-1-1,-1 0 1,-1-1-1,-1-1 1,-37 47-1,8-20-757,-81 74 0,51-65-1743,-3-3 0,-151 88 0,142-89-1102,34-17-1972,7-1-4507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5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308 206 3816,'9'1'468,"12"-2"85,-21-5 1037,-10-6 2361,-10-32 1186,14 36-3909,0 1 0,0 1 0,-1-1 1,0 1-1,0 0 0,-9-5 0,14 9 260,-20-14 1089,5-2-2141,16 16 269,-2 1-708,-25-6-30,25 6 96,0 1-65,-27 3 10,26-3-18,3 0-32,1-1 44,-1 1 0,0-1 0,0 1 0,0-1 0,0 1 0,0 0 0,0-1 0,0 1 0,0 0 0,0 0 0,0 0 0,0 0 0,0 0 0,0 0 0,-1 0 0,-20-3-22,-36-25 80,55 27-38,1 0 24,-6-5-44,8 6 9,-1-1-1,1 1 1,0 0 0,-1-1-1,1 1 1,0 0 0,-1-1-1,1 1 1,-1 0 0,1-1-1,0 1 1,-1 0 0,1 0-1,-1 0 1,1-1-1,-1 1 1,1 0 0,-1 0-1,1 0 1,-1 0 0,1 0-1,-1 0 1,1 0 0,-1 0-1,0 0 1,-4 24 279,-6 126 190,10 179 0,8-214-2507,3 46-7015,-4-109 2518,3 0-3867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6.2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23 12629,'0'0'67,"0"0"1,1 0-1,-1 0 0,1 0 0,-1-1 1,0 1-1,1 0 0,-1 0 0,1 0 1,-1 0-1,0-1 0,1 1 0,-1 0 1,0 0-1,1 0 0,-1-1 0,0 1 1,1 0-1,-1-1 0,0 1 1,0 0-1,1-1 0,-1 1 0,0 0 1,0-1-1,0 1 0,1-1 0,-1 1 1,0 0-1,0-1 0,0 1 0,0-1 1,0 1-1,0 0 0,0-1 0,0 1 1,0-1-1,0 1 0,0 0 0,0-1 1,0 1-1,0-1 0,0 1 0,0-1 1,-1 1-1,1 0 0,0-1 0,0 1 1,0 0-1,-1-1 0,1 1 0,0 0 1,-1-1-1,1 1 0,0 0 0,0-1 1,-1 1-1,1 0 0,0 0 0,-1 0 1,1-1-1,-1 1 0,1 0 0,0 0 1,-1 0-1,4-1 247,1 0 0,0 0 0,-1 1 0,1-1 0,0 1 0,0 0-1,0 1 1,-1-1 0,7 2 0,3 2 231,-1 2-1,0-1 1,0 2-1,0 0 0,-1 0 1,19 17-1,59 60 1149,-88-83-1676,28 30 353,-1 1-1,-2 1 1,42 71-1,-53-77-273,-2 1 0,0 0 0,-2 1 0,-1 0 0,-1 0 0,5 36 1,-11-37-51,0-1 0,-2 0 1,-1 0-1,-2 1 0,0-1 1,-2 0-1,0 0 0,-2-1 1,-13 35-1,5-24-111,-2-1-1,-2-1 0,-1-1 1,-1 0-1,-47 57 1,-57 42-1431,7-9-2634,99-101-337,-29 46 0,30-31-5938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6.4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1 335 11457,'94'-60'1916,"-61"33"-148,7-4-307,7 10-193,4 0-292,9 0-284,10 6-68,11-6-140,9-6-252,0 6-500,1 6-492,-11-3-524,-3 2-632,-20 4-573,-33 3-1587,3 9-3025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6.5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0 8881,'-14'28'2420,"14"5"-144,-6-18-264,2 12-231,-2 18-145,-4-9-256,3 7-240,0 8-244,4 3-144,-7 3-148,3 10-316,0-1-524,-6-3-620,-7 1-896,-7-1-780,10 0-3041,7 4-4560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7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8993,'43'3'1981,"-1"3"1,80 19-1,-113-21-1806,-1-1-1,1 1 0,-1 1 1,0-1-1,-1 1 0,1 1 1,-1-1-1,0 1 0,0 1 1,0-1-1,-1 1 0,9 13 1,-13-17-111,-1 0 0,1 1 0,-1-1 0,0 1 0,0-1 0,0 1 0,0 0 0,0-1 0,-1 1 0,0 0 0,0-1 0,0 1 0,0 0 0,0-1 0,-1 1 0,0 0 0,-1 3 0,0 0 21,0 1 1,-1-1 0,0 0-1,0 0 1,-1 0-1,0 0 1,-5 5-1,-22 24 741,-1-2-1,-63 51 0,37-34 435,46-39-879,10-9-82,7-3-97,17-1-511,0-1 0,-1-1 1,1-1-1,35-12 0,41-17-4158,-36 11-1013,8 0-3703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7.3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5637,'37'-15'1188,"-11"21"-384,-9-3-408,0 0-444,0 3-784,-1-3-1253,8 16 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7.4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44 145 7957,'-43'18'9509,"60"-24"-8685,-1-3-348,11 0-532,23-6-656,-6 0-592,6 0-229,0-6-311,11-3-300,2 0-1160,8 0-1581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1:57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79 5673,'5'-7'532,"17"-34"1926,-15 11 2440,3 51-1739,-6-3-2663,-1 0 0,0 0 0,-1 1 0,-1-1 0,-1 1 1,-5 35-1,3-12 38,-20 199 947,9-141-960,3 177-1,11-255-473,2 0 0,0-1 0,2 1 0,12 36 0,-14-49-32,0 0-1,1 0 1,0 0 0,1-1 0,0 0 0,0 0 0,1 0 0,0-1-1,0 1 1,1-1 0,0-1 0,14 12 0,-15-16-13,-1 1 0,1-1 0,0 0 1,0 0-1,0-1 0,0 1 0,0-1 0,1-1 0,-1 1 1,0-1-1,0 0 0,1-1 0,-1 1 0,0-1 0,0-1 1,0 1-1,0-1 0,0 0 0,0 0 0,0-1 0,-1 1 1,9-6-1,-4 0 0,0-1 1,0 0-1,-1 0 1,0-1-1,-1 0 1,0 0-1,0-1 0,-1 0 1,5-13-1,0 0-8,-1 0 0,-2-1 0,10-38 1,-12 31-56,-2 0 1,-2 0 0,0 0 0,-2 0 0,-2 0-1,-1-1 1,-1 1 0,-2 0 0,-1 1 0,-1-1-1,-2 1 1,-1 1 0,-18-38 0,15 43-365,0 1 1,-1 0-1,-2 1 0,0 0 1,-1 2-1,-37-36 0,37 42-502,0 1 0,-1 0 0,-1 1 0,0 2-1,-1 0 1,0 0 0,-1 2 0,-40-12 0,-33 2-7657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0.8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71 6897,'0'0'7040,"0"-3"-5974,1 0-671,0-1 1,-1 1-1,1 0 0,1-1 0,-1 1 0,0 0 0,1 0 0,0 0 0,-1 0 0,1 0 1,0 0-1,1 1 0,-1-1 0,5-4 0,-5 6 136,0-1-40,-2 1-425,1 0-1,-1 0 1,1 0 0,-1 0 0,1 0-1,0 0 1,0 0 0,-1 1-1,1-1 1,0 0 0,0 1 0,0-1-1,0 1 1,0-1 0,0 1 0,0-1-1,0 1 1,0-1 0,0 1-1,0 0 1,0 0 0,0 0 0,2-1-1,-2 2 4,0 0 0,0-1 0,-1 1 0,1 0-1,0 0 1,0-1 0,-1 1 0,1 0 0,-1 0-1,1 0 1,-1 0 0,1 0 0,-1-1 0,0 1 0,1 0-1,-1 0 1,0 0 0,0 0 0,1 0 0,-1 2-1,1 11 502,0 1-1,-2 23 1,1-30-524,-6 52 542,-3 0 0,-2-1 1,-3 0-1,-30 80 0,22-80-380,-40 74-1,8-21-773,26-39-482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2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127 519 10333,'-12'-12'2105,"0"2"0,-1-1 1,0 1-1,-1 1 0,0 1 1,0 0-1,-19-8 0,32 15-1643,5-1-42,31-10 52,0 1-1,0 2 1,40-5-1,120-8 43,-84 11-243,196-23 75,754-110-3120,-758 70-1126,-111 7-6106,-114 33-1404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3.0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0 11185,'35'44'7519,"154"144"-34,-112-118-6584,66 82 0,-121-125-778,-1 2 1,-1 0 0,-2 1 0,-1 1-1,-1 0 1,16 49 0,-24-56-104,-2-1 0,0 1 0,-2 1 0,0-1-1,-2 0 1,-1 1 0,-1-1 0,-1 1 0,-1-1 0,-5 27 0,0-22-296,-1-1-1,-1 0 1,-1 0 0,-2-1 0,-1 0-1,-1-1 1,-1 0 0,-1-1 0,-36 42-1,15-27-1078,-3-2-1,-1-1 1,-1-2-1,-66 40 1,-5-2-4946,2-1-3950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4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1 12653,'0'0'5552,"-2"2"-3801,-8 11-1102,1 1 0,0 0 0,1 0 0,1 1 0,0 0-1,1 0 1,0 1 0,2-1 0,0 1 0,-3 24 0,1 19-1015,1 94 1,5-71-1077,6 113-6780,-5-135 2815,8-2-2901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4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205 60 10513,'1'-2'313,"1"0"1,0 0-1,-1 0 0,1 0 0,-1 0 1,0 0-1,1 0 0,-1 0 0,0-1 1,0 1-1,-1 0 0,2-4 1,-2 5-209,0 0 1,0-1 0,1 1 0,-1 0 0,1-1 0,-1 1 0,1 0 0,-1 0 0,1 0 0,0-1 0,0 1 0,-1 0 0,1 0 0,0 0 0,0 0 0,0 0 0,0 1 0,0-1 0,0 0 0,0 0 0,1 1 0,-1-1 0,0 0 0,0 1 0,1-1 0,-1 1 0,0 0 0,1-1 0,-1 1 0,0 0 0,3 0 0,6-1 198,0 0 0,1 1 0,-1 0 0,1 1 0,-1 0-1,0 1 1,14 4 0,-1 1 17,1 1 0,24 13 0,-11-2-134,1 1 0,-2 1-1,-1 3 1,-1 1 0,-1 1-1,-1 2 1,-2 1 0,37 44 0,-53-54-155,-1-1 1,-1 2-1,0 0 1,-2 0-1,0 1 1,-1 0 0,7 30-1,-12-34-19,0 0 0,-2 0 0,0 1 0,-1-1 0,-1 1 0,0-1 0,-2 1 0,0-1 0,0 1 0,-9 24 0,2-14-9,-2-1-1,-2-1 1,0 0 0,-1-1 0,-2 0-1,0-1 1,-2-1 0,0-1 0,-23 21-1,-6 3-121,-3-2 0,-102 68-1,-55 15-1852,105-67-994,4 2-3672,45-26-1943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4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1 191 9789,'40'-61'1812,"0"40"-324,4 0-148,6 3-232,0 3-187,14-3-185,9 6-416,11 0 112,7 9-320,-8-3-492,8 3-552,-4 3-417,-14 3-507,-12 3-2064,-8 0-2717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5.0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231 1 9417,'-17'57'2312,"1"-6"-332,2-17-208,4 8-263,-3 0-261,3 6-340,0 6-200,0 10-140,-7 2-256,4 0-752,-4 7-360,0-4-684,-6 0-657,-1-2-2495,4 2-3613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5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44 11193,'-1'0'237,"0"-1"0,0 0 0,0 0 0,0 0 0,0 0 0,0 0 0,1 0 0,-1-1 0,0 1 0,1 0 0,-1 0 0,1 0 0,-1-1 0,1 1 0,0 0 1,-1-2-1,2 2-50,0 0-1,0 1 1,0-1 0,0 0 0,0 1 0,0-1 0,1 1 0,-1-1 0,0 1 0,0 0 0,0-1 0,1 1 0,-1 0 0,3 0 0,5-2 168,14-3 311,1 1-1,0 1 0,0 1 0,0 2 1,44 3-1,-53-1-574,0 1 0,0 0-1,0 1 1,-1 0 0,0 1 0,0 1 0,0 0-1,-1 1 1,1 1 0,16 13 0,-25-17-79,1 1 0,-2-1 0,1 1 1,-1 1-1,0-1 0,0 1 0,0-1 0,-1 1 0,1 0 1,-2 0-1,1 1 0,-1-1 0,0 1 0,0-1 0,0 1 1,-1 0-1,0-1 0,0 10 0,-2 11-11,0-1-1,-2 1 1,-8 38 0,-3 33-8,13-76-21,1-14 20,0-1 1,0 1 0,-1 0-1,0-1 1,0 1-1,-1-1 1,0 1 0,0-1-1,0 1 1,-1-1-1,-5 8 1,2-5 9,-1-1 0,0 0-1,0-1 1,-1 1 0,0-2 0,0 1 0,-1-1 0,0 0-1,0-1 1,-1 0 0,0 0 0,-15 5 0,-19 6-600,-1-2 0,-1-3 0,-55 9 0,46-10-3905,42-8-1074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5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51 9233,'21'-6'1768,"-5"0"-324,8 0-204,-1-3-120,4 6-232,3 0-216,0 0-183,0 0-557,7 3-601,-3 0-527,-1-9-608,4 6-2004,-3 6-2517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5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327 1 5469,'-26'13'2434,"17"-10"-1705,2 1-1,-1 0 1,0 0-1,1 1 1,0 0-1,0 0 1,-12 12-1,-10 16 343,2 2 1,2 0-1,1 2 0,1 1 0,2 0 0,2 2 0,-14 42 0,27-63-974,0 0-1,2 0 0,0 1 0,1-1 0,0 1 0,2 0 1,1 0-1,0-1 0,1 1 0,2 0 0,0-1 1,0 1-1,2-1 0,1 0 0,0 0 0,1-1 0,19 35 1,-16-38-93,0 0 1,2-1-1,0 0 1,0-1 0,1 0-1,1-1 1,0 0-1,0-1 1,2-1-1,-1 0 1,1-1 0,0-1-1,1 0 1,0-1-1,0-1 1,30 6 0,-36-9-13,1-1 0,-1-1 1,0 0-1,0 0 0,1-1 0,-1-1 1,0 0-1,1 0 0,-1-1 1,0 0-1,0-1 0,0-1 1,-1 1-1,1-2 0,-1 0 1,0 0-1,0 0 0,-1-1 0,1-1 1,-1 0-1,-1 0 0,1-1 1,-1 0-1,0 0 0,-1-1 1,0 0-1,9-16 0,-5 5 10,-1-1 0,-2 0-1,0 0 1,-1-1 0,-1 0 0,-1 0-1,-1 0 1,-1-1 0,0 0-1,-2 1 1,-1-1 0,-1 0 0,-1 0-1,-1 1 1,-1-1 0,-11-35-1,7 31-136,-1 1 0,-1 1 0,-2-1 0,0 2-1,-2 0 1,-1 0 0,0 1 0,-2 1 0,0 1 0,-2 0-1,0 1 1,-2 1 0,-29-21 0,36 30-380,-1 1 0,-1 0 0,0 2 0,0-1 1,-25-6-1,22 9-1694,0 1 0,-29-3 0,-19 5-7122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6.8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1 290 11401,'0'0'9744,"2"-3"-8424,4-6-1022,1 0 0,0 0 0,0 1 0,1 0 0,0 0 0,1 1 0,-1 0 1,1 0-1,1 1 0,-1 1 0,1-1 0,0 1 0,15-4 0,21-8-258,84-17-1,-116 31-2,374-65-3527,-313 57 2241,190-22-7895,-122 16-743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7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543 0 12065,'-7'27'8704,"7"-22"-7120,-1 4-1283,1 0-1,1-1 1,0 1 0,0 0 0,1-1 0,0 1 0,0-1-1,1 1 1,0-1 0,0 0 0,6 9 0,11 19 463,28 37 1,-15-23-302,-3-3-153,-3 1 0,-1 1 0,29 82 1,-48-110-285,-1 0-1,-1 0 1,-1 0 0,-1 1-1,-1-1 1,-1 1 0,-1 0-1,-1 0 1,-1-1 0,0 1 0,-2-1-1,-7 26 1,0-17-178,-1 0-1,-1-1 1,-1 0-1,-2-1 1,-1-1-1,-1 0 0,-1-2 1,-2 0-1,0-1 1,-1-1-1,-48 38 1,-16 2-2451,-3-4 0,-115 58 0,160-93 1050,-26 16-4309,8-5-3630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7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16 6641,'7'-15'16339,"-12"17"-15541,-4 1-577,1 0 0,0 1 0,0 1 0,0 0 0,1 0 0,-1 0 0,1 1-1,1 0 1,-1 0 0,1 0 0,0 1 0,0 0 0,1 1 0,-9 14 0,-16 30 408,3 2 0,-21 59-1,37-82-836,1 0-1,2 1 0,2 0 0,0 1 0,-1 46 0,6-36-883,0 121-3888,10-54-4082,0-50-545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8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453 113 10701,'10'-67'2044,"-9"65"-1851,0-1 1,0 1 0,0 0-1,0 0 1,0-1 0,0 1-1,1 0 1,-1 0 0,1 0 0,-1 0-1,1 0 1,0 1 0,-1-1-1,1 1 1,0-1 0,0 1 0,1-1-1,-1 1 1,0 0 0,0 0-1,3-1 1,1-1 485,-5 3-571,1-1 1,-1 1-1,0-1 0,1 1 1,-1 0-1,0-1 0,1 1 1,-1 0-1,1 0 0,-1 0 1,0 0-1,1 0 0,-1 0 1,1 1-1,-1-1 1,3 1-1,3 1 193,4 0-108,-1 1 0,0 0-1,0 1 1,0 0 0,0 0-1,-1 1 1,0 1 0,0-1-1,0 1 1,-1 1-1,13 12 1,9 11 339,42 57 1,-27-31-189,13 12-42,-4 3 0,58 97 0,-97-142-276,-1 0-1,-1 2 1,-1-1 0,-2 1-1,-1 1 1,-1 0-1,-1 0 1,-1 0 0,-2 1-1,0 51 1,-5-63-30,-1 1 0,0-1 0,-2 0 0,0-1 0,-1 1-1,-1-1 1,-1 0 0,-11 21 0,5-15 13,-1-1-1,-1 0 0,-1-2 1,0 0-1,-24 22 0,-2-5-38,-2-2-1,-1-2 1,-1-2-1,-90 45 1,-338 134-2722,374-168 926,12-8-384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8.4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0 380 11181,'44'-63'1728,"0"11"-408,-4 25-4,7-3-223,-1-3-209,11 3-176,7-3-172,6 5-260,7-2-4,0 6-344,-3 9-420,-3 9-640,-1-3-425,-17 9-355,-12 3-2160,-11 9-3021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8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0 9953,'-3'46'2232,"-4"-16"-292,-3-3-276,3 3-327,1-6-217,-1 3-308,4 3-160,-4 19-120,-3-13-132,0 3-516,-4-3-232,-2 9-476,-1 1-408,-3-1-300,0-3-97,6-3-291,-2-3-1868,6-2-2481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8.8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7489,'0'0'4813,"1"2"-3594,4 4-848,-1 0 0,1 1 0,-2-1 0,1 1 0,-1 0 0,0 0 0,0 0 0,0 0 0,1 13 0,0 1 150,-2 1 0,0 22 0,2 28 536,-4-71-1034,0 0 0,0 0 0,0 0 1,0 1-1,0-1 0,1 0 0,-1 0 0,0 0 0,1 0 0,-1 0 0,1 0 0,-1 0 1,1 0-1,0-1 0,-1 1 0,1 0 0,0 0 0,-1 0 0,1-1 0,0 1 0,0 0 0,0-1 1,0 1-1,0 0 0,0-1 0,0 0 0,0 1 0,0-1 0,0 1 0,0-1 0,0 0 1,1 0-1,3 1 5,0-2 0,1 1 1,-1-1-1,0 1 1,9-4-1,9-1 13,0 3-64,1 1 1,29 2 0,-28 1 37,-1-2 1,31-4 0,-47 3 26,-1 0-1,0-1 1,1 0-1,-1 0 1,0-1-1,-1 0 1,1 0-1,0-1 1,-1 1-1,0-1 1,11-9-1,-12 9-98,0 0 1,0 1-1,0-1 0,1 1 0,0 1 0,-1-1 0,1 1 0,0 0 0,0 0 0,1 0 1,-1 1-1,0 0 0,0 1 0,11-1 0,6 2-1620,-1 1-1,38 7 1,-40-5 414,30 7-3182,2 8-2281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9.1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1 100 6213,'33'-18'4404,"-16"9"-3468,3 0-192,0 6-140,0 0-140,3-4-148,1 7-312,6-9-348,17-3-212,-7 9-132,4 0-208,-4-3-232,-3-3-1872,6 0-1089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09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373 1 8409,'-3'5'189,"-8"13"1062,0 0-1,-1-1 1,-1 0 0,-1-1-1,-17 17 1,10-13 201,1 1 0,1 0 0,1 2 0,1 0 0,1 1 0,1 1 0,-16 35 0,13-16-958,1 0 1,3 1-1,-15 81 0,24-90-1805,-1 53 0,5-52-1760,-10 54 0,0-26-3721,3 6-4363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5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0 176 6481,'25'-8'1545,"-20"6"1518,16-3-387,269-47 4582,394-23-5500,-492 65-1596,91-9-1195,-227 15-1549,-34 4-6211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5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 10321,'0'0'2137,"-1"3"-64,-27 89 4805,20-73-6032,2 1 0,1-1 0,-5 32 0,1-5-82,1-2-510,3 0 1,2 1-1,2 49 1,0 5-2823,-8-1-3445,3-59 207,5 5-3398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6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 11261,'-10'42'2292,"0"-30"3137,6 6-4241,1-3-236,0 3-56,-1-3-332,4 6-188,0 0-404,-6 4-520,-1 2-820,0-3-524,0 3-600,-3-9-2401,4 0-3860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6.7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0 4908,'0'2'87,"0"-1"-1,-1 0 0,1 1 1,0-1-1,-1 1 0,1-1 1,0 0-1,0 1 0,0-1 1,1 1-1,-1-1 0,0 0 1,0 1-1,1-1 0,-1 1 1,1-1-1,-1 0 0,1 0 1,-1 1-1,1-1 0,0 0 1,0 0-1,0 0 0,1 2 1,0-1 59,0 1 0,-1 0 0,1-1 0,-1 1 0,0 0 0,0-1 0,0 1 0,0 0 0,0 0 0,-1 0 0,1 4 0,0-4 119,4 14 347,-1 1 1,-1 0 0,0-1 0,0 34 0,-3-48-191,-7 31 2293,8-31-2757,-1-2 59,0 1 0,0-1 0,0 0 0,0 0 0,0 0-1,1 1 1,-1-1 0,0 0 0,1 0 0,-1 0 0,1 0 0,-1 0-1,1 0 1,-1 0 0,1 0 0,0 0 0,0 0 0,-1 0 0,1 0 0,0 0-1,0 0 1,0-1 0,0 1 0,0 0 0,0-1 0,0 1 0,0-1-1,0 1 1,0-1 0,0 1 0,1-1 0,-1 0 0,0 0 0,2 1-1,2 0 23,-1 0 0,1 1-1,0 0 1,0 0 0,-1 0-1,1 1 1,-1 0-1,0-1 1,0 1 0,0 1-1,4 3 1,9 7 41,-14-12-56,0-1-7,24 17 47,-24-16-4,-1-3-27,0 0 0,0 0-1,0 0 1,0 0 0,0 0 0,0 1-1,0-1 1,0 1 0,0-1-1,3 1 1,6-3 81,-2-2 6,-1 0 1,0-1 0,0 0 0,14-15 0,-1 1 19,-6 9 18,-1 0-1,1 1 1,1 0-1,0 1 1,0 1-1,0 1 1,1 0-1,18-4 1,-25 9-134,1 0 1,-1 1-1,1 0 1,-1 0-1,1 1 1,-1 1-1,1 0 1,-1 0-1,0 1 1,1 0-1,-1 1 1,0 0-1,0 1 1,18 9-1,-4 0 31,-11-5-96,0-1-1,0-1 1,0 0-1,1-1 0,0 0 1,23 4-1,-34-9 27,0 0 0,0 0 0,-1 0 1,1-1-1,0 1 0,0-1 0,0 0 0,0 0 0,4-2 0,4-1 18,129-30-40,-122 31 52,6-1-25,44-14 0,-60 15 46,0 0-1,0-1 1,0 0 0,-1 0-1,1-1 1,-1 0 0,0-1-1,11-10 1,-16 13 94,1 1-1,-1-1 1,0 0 0,0 0 0,0-1 0,0 1-1,-1 0 1,1-1 0,-1 1 0,0-1-1,2-6 1,-20 22 332,7-5-413,1 0 0,0 1 0,1 0 0,-1 1 0,2 0 0,-1 0 0,1 1 0,1 0 0,0 0 0,0 0 0,1 1 0,0 0 0,1 0 0,0 0 0,-3 17 0,6-24-44,1-1-1,-1 1 1,1 0-1,0 0 0,0 0 1,1 0-1,-1-1 1,1 1-1,0 0 1,0 0-1,0 0 0,0-1 1,1 1-1,-1-1 1,1 1-1,0-1 0,0 0 1,0 0-1,1 1 1,-1-2-1,1 1 0,0 0 1,-1 0-1,1-1 1,0 1-1,1-1 1,-1 0-1,5 2 0,4 2-98,0 0-1,0-1 1,0-1-1,0 0 1,1 0-1,-1-2 1,17 3-1,136 4-3956,-53-13-3777,-64 1 1074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49 6357,'9'-26'6904,"-1"4"323,-8 26-7086,1 0 0,-1 0 0,1 0 0,-1 0-1,-1 0 1,1 0 0,0 0 0,-1 0 0,-2 7 0,2-3 78,-39 147 1042,33-115-1097,2-17-63,1 0-1,2 0 1,-1 33-1,3-49-95,1 1 0,0-1 0,0 0-1,1 0 1,0 0 0,0 0-1,1 0 1,-1 0 0,2 0 0,-1-1-1,1 0 1,0 1 0,0-1-1,0-1 1,6 7 0,-3-6-38,-1 0 0,1-1 0,0 1 0,0-1 0,0-1 0,1 1 0,0-1 0,0-1 0,0 1 0,0-1 0,0-1 0,1 1 0,-1-2 0,1 1 0,0-1 0,-1 0 0,1-1 0,0 0 0,0 0 0,-1-1 0,1 0 0,0-1 0,-1 0 0,1 0 0,-1-1 0,0 0 0,0 0 0,0-1 0,0 0 0,-1 0 0,1-1 0,-1 0 0,7-6 0,48-50-78,-42 40 53,43-35-1,-60 54 43,21 10 7,-3 2-19,15 26 43,-33-32-16,-2-3 2,1 1 0,-1-1 0,0 0-1,0 0 1,1 0 0,-1 0 0,0 0 0,1 0 0,-1-1 0,1 1-1,3 1 1,15 8-33,-19-34 12,-1 21-10,1-1 0,0 0 0,0 1 0,0-1 0,0 1 0,0-1 0,1 1 0,0-1 0,-1 1 0,1 0 0,0 0 0,1 0 0,-1 0 0,1 0 0,-1 0 0,1 1 0,0-1 0,0 1 0,0 0 0,4-2 0,7-4-66,1 0 1,0 2 0,23-7 0,3-3 34,3-5-44,-41 20 161,-2 4-83,18 51 118,-18-51-92,-1 0 0,1 0 0,0-1 0,0 1 0,0-1 0,0 1 0,1-1 1,-1 1-1,1-1 0,-1 0 0,1 0 0,0 1 0,0-1 0,0-1 0,0 1 0,0 0 1,4 2-1,7 2-1,-1 0-1,1-1 1,22 6 0,-32-12 6,-1 1-1,0-1 1,1 0-1,-1 0 1,0 0 0,0 0-1,0 0 1,0 0 0,0-1-1,0 1 1,0-1-1,0 1 1,1-3 0,27-19-8,-22 16 5,0 1 0,0 0-1,0 0 1,1 1 0,11-5 0,-4 4-5,0-1 1,0 2-1,1 0 1,0 1-1,0 1 1,0 0-1,20 0 1,53-5 94,-86 7-239,17-1-3089,-14 2 2728,-1 0 0,1 0 0,-1 1 0,1 0 0,-1 0 0,9 4 0,20 8-5203,-14-2-265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8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1 368 5168,'5'-7'154,"3"-1"493,-1 0 1,-1-1-1,0 0 1,0 0 0,0 0-1,4-13 1,1-1 486,1 1 1,0 1-1,2 0 0,32-38 1,-24 31 1630,35-56 0,-41 57-667,-14 25-1195,-3 5 6,-8 19 627,-132 327 2652,121-289-4194,3 1 0,-10 68 0,24-107-479,1 1 0,1 0 1,2 0-1,3 31 0,23 87-5911,-14-101-2664,-3-19-749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8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851 40 7709,'0'-1'71,"0"-1"116,0 1 1,0-1-1,0 0 1,-1 0-1,2 1 0,-1-1 1,0 0-1,0 0 1,1 1-1,-1-1 1,1 0-1,-1 1 1,1-1-1,0 0 1,-1 1-1,1-1 1,0 1-1,0-1 0,0 1 1,5-4 5564,-25 18-3720,-209 133 1580,6-6-2858,193-119-781,-151 119-1043,149-113-505,2 1 0,0 2 0,-36 48-1,44-41-3523,10-4-3099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58.5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 7505,'48'-32'2312,"-41"26"-1596,-7 5-594,1 0 0,-1 0 0,1 1 0,0-1 0,-1 0 0,1 1 0,0-1 0,-1 0 0,1 1 0,0-1-1,0 1 1,0-1 0,0 1 0,-1-1 0,1 1 0,0 0 0,0 0 0,0-1 0,0 1 0,0 0 0,0 0 0,0 0 0,0 0 0,0 0-1,0 0 1,0 0 0,0 0 0,0 0 0,0 1 0,-1-1 0,1 0 0,0 1 0,0-1 0,0 0 0,0 1 0,0-1 0,-1 1-1,1-1 1,0 1 0,0 0 0,1 1 0,-2-2-53,9 5 308,-1 1 0,-1 0-1,1 0 1,-1 1 0,0-1 0,-1 2 0,1-1 0,-1 1 0,-1 0 0,0 0 0,0 0 0,0 1 0,-1 0-1,5 13 1,3 16 162,-2 1-1,8 49 0,-9-36-149,-3-25-501,35 176-901,-14-66-9104,-18-94 963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0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12269,'2'2'810,"0"1"-1,0-1 1,0 1-1,-1-1 1,1 1-1,0-1 1,-1 1 0,2 4-1,10 45 2627,36 393 4383,-24-155-6305,-21-258-1382,0 8 16,16 67-1,-17-96-145,1 0-1,0 0 1,0 0-1,1 0 1,0 0-1,1-1 0,1 0 1,-1 0-1,1-1 1,12 12-1,-15-17-1,0-1 0,0 0 0,0 0 0,0 0 0,0-1 0,0 1 0,1-1 0,0 0 0,-1-1 0,1 1 0,0-1 0,-1 0 0,1 0 0,9 1 0,-6-2 0,0-1 0,0 1 0,1-1 0,-1-1 0,-1 0 0,1 0 0,0 0 0,10-5 0,1-3 0,0-1 0,0 0 0,-1-1 0,-1-1 0,31-30 0,147-172-1099,-14-13-3984,-77 95 998,-66 85 2219,67-80-6296,-31 59-1326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1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285 0 10145,'-2'12'509,"0"-1"0,-1 0-1,0 1 1,-1-1 0,0-1 0,-1 1 0,0 0-1,-1-1 1,0 0 0,0-1 0,-1 1 0,-10 10 0,-13 11 1812,1 1 1,2 2 0,-27 42 0,43-58-1925,1-1 0,1 2 0,0-1 0,2 1-1,0 1 1,1 0 0,1-1 0,-5 38 0,10-49-337,-1-1 0,1 1-1,1 0 1,0 0 0,0 0 0,0 0 0,1-1 0,0 1 0,0-1 0,1 1 0,0-1-1,0 0 1,1 0 0,5 8 0,-3-8-14,0 1-1,1-1 1,0 0-1,0 0 1,0-1-1,1 0 1,0-1 0,0 1-1,1-2 1,11 6-1,-2-3-20,0-1-1,0 0 1,1-2-1,-1 0 1,1-1-1,0-1 1,0 0-1,0-2 1,1 0-1,-1-1 1,21-5-1,-29 4-30,0 0 0,0-1-1,0 0 1,0-1 0,-1 0 0,1-1-1,-1 0 1,-1-1 0,1 0 0,-1 0-1,0-1 1,0 0 0,0-1 0,-1 0-1,-1 0 1,1-1 0,-1 0 0,-1 0-1,0 0 1,0-1 0,-1 0 0,0 0-1,0-1 1,-1 1 0,-1-1 0,0 0-1,0 0 1,0-13 0,0-3-132,-1 1 0,-1-1 0,-2 0 0,-1 1 0,0-1 0,-2 1 0,-12-42 0,9 47-472,-1 0 0,-1 0 1,-19-33-1,18 38-537,-1 1 0,0 0 0,-1 0 0,-25-23 0,13 17-2096,8 9-1966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1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317 0 12277,'-23'16'2212,"0"0"1,-21 22-1,35-30-1496,1 0-1,0 1 1,1 0-1,0 1 1,1-1-1,-1 2 1,-8 20-1,-62 184 3697,18 6-3791,50-178-1997,3 1 0,1 1 0,2 63-1,5-59-4592,10 62 0,-5-72-3275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1.3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95 10409,'6'-8'720,"0"0"0,0 1 0,1 0 0,0 0 1,0 1-1,1 0 0,-1 0 0,15-8 0,-12 10-387,0 0 0,-1 1 1,1 0-1,0 0 0,1 1 0,-1 0 0,19-1 0,20 2 316,-1 1 1,1 2-1,51 10 0,-72-8-445,-1 2 0,0 1 0,0 1-1,-1 2 1,0 0 0,44 26 0,-59-29-146,-1 0 0,0 1 0,0 0 0,-1 1 0,0-1 1,12 17-1,-16-19-105,-2 0 0,1 0 0,0 0 0,-1 0 0,0 1 0,-1-1 0,1 1 0,-1 0 0,0 0 0,-1 0 1,0 0-1,0 0 0,0 12 0,-12 104-7759,6-98 2865,1 0-2657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1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76 6737,'7'-48'1512,"-10"30"372,19 12-5204,1 3-509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2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78 9321,'-3'-47'2113,"3"37"3105,-2 8-3936,-5-8-971,-2 2 2894,3 22-1480,4-3-1640,1-1-1,0 1 1,0-1 0,2 1 0,-1 0-1,4 16 1,17 63 63,-19-82-98,1 0 1,-2 0-1,2 16 1,-1-26-47,-1 0 0,1-1 1,0 1-1,-1 0 0,1 0 0,0 0 1,0 0-1,0 1 0,4-4 1,0 1 25,8-9-10,1 1 1,0 1 0,1 0-1,0 1 1,22-10-1,-28 16-16,0 0-1,1 0 0,0 1 1,0 1-1,0 0 0,0 0 1,0 1-1,0 0 0,0 1 1,17 2-1,-5 3-10,0 1 0,-1 1 0,0 1 1,-1 1-1,0 1 0,0 0 0,27 21 0,-24-15-8,-8-5 18,0-1 0,22 10 0,-31-17-16,0 0 1,0-1-1,0 0 0,1 0 1,-1 0-1,0-1 1,1-1-1,-1 1 1,13-2-1,-14 1 9,2 0-10,1-1 0,0 0 0,-1-1 0,1 0 0,-1 0 0,0-1 0,0 0 0,11-5 0,-5 0 54,0 0 0,0-1-1,-1 0 1,-1-1 0,0-1-1,0 0 1,-1 0 0,0-1-1,-1-1 1,0 0 0,-1 0 0,11-22-1,-2-5 258,-16 36 120,-6 6-448,0-1-1,0 1 0,0-1 1,1 1-1,-1 0 0,1 1 0,-1-1 1,1 0-1,0 1 0,0 0 1,0 0-1,0 0 0,1 0 1,-1 0-1,-3 7 0,4-6-47,1-3 54,0 0 0,1 0 0,-1 1 0,1-1 0,-1 0 0,1 1 0,0-1 0,-1 0 0,1 1 1,0-1-1,0 1 0,0-1 0,0 0 0,0 1 0,0-1 0,1 1 0,-1-1 0,1 2 0,0 2-51,-1-3 55,0 0 0,0 0 0,0 0 0,1 0 0,-1 0 0,1 0 0,-1 0 0,1 0 0,0 0 0,0 0 0,0 0 0,0-1 0,0 1 0,0 0 0,0-1 0,0 1 0,1-1 0,-1 1 0,1-1 0,-1 0 0,1 1 0,-1-1 0,1 0 0,0 0 0,0 0 0,0 0 0,-1 0 0,1-1 0,0 1 0,0-1 0,0 1 0,0-1 0,0 0 0,0 1 0,0-1 0,3 0 0,-1-1 26,-1 1 1,0 0 0,1-1 0,-1 0 0,0 0 0,0 0 0,0 0 0,0 0 0,0-1 0,0 1-1,0-1 1,0 0 0,0 0 0,-1 0 0,1 0 0,-1 0 0,0 0 0,1-1 0,-1 1-1,0-1 1,0 0 0,2-4 0,26-59 1854,-29 63-811,-1 12-856,1 0-1,0-1 1,5 16 0,1 11 59,-3 70 512,-17 192-1,2-181-422,-42 192-1,35-241-285,-2-2 0,-2-1 0,-4 0 0,-42 75 0,28-72-24,-2-2 0,-3-1 0,-85 91 0,96-119-29,-2-2 1,0-2 0,-3-2 0,0-1 0,-2-2-1,-79 40 1,117-66-1,1 0-1,0 0 1,-1 0 0,1 0-1,-1 0 1,1-1 0,-1 1-1,1-1 1,-1 1 0,0-1-1,1 0 1,-1 0-1,1 0 1,-1-1 0,0 1-1,1 0 1,-1-1 0,1 0-1,-1 0 1,-3-1 0,5 1-2,-1-1 1,1 1 0,0 0 0,0-1 0,0 1 0,0-1 0,0 0 0,0 1 0,0-1-1,0 0 1,1 1 0,-1-1 0,1 0 0,-1 0 0,1 1 0,0-1 0,0 0-1,-1 0 1,1 0 0,1 0 0,-1 1 0,0-1 0,0 0 0,1 0 0,-1 0-1,1 1 1,-1-1 0,2-3 0,8-19 1,0-1 1,2 2-1,1 0 0,0 0 1,26-31-1,98-104-3,-20 40-590,196-153 0,5 49-3546,-157 129-19,-53 35-1761,-105 57 5720,123-66-11347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2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50 110 13921,'-20'-10'8297,"7"4"-6217,-4 0 884,37-3-1943,0-3-389,10 3-600,34-3-984,0 0-585,-1-6-1071,14 9-4408,10 3-6834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3.0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 31 13581,'1'0'142,"0"-1"0,0 0-1,0 0 1,0 1 0,-1-1-1,1 0 1,0 0 0,0 0-1,-1 0 1,1 0 0,-1 0-1,1 0 1,-1 0 0,1 0-1,-1 0 1,1 0 0,-1 0-1,0 0 1,0-1 0,0 1-1,1 0 1,-1 0 0,-1-2-1,0 2 171,-1 0-1,0 1 1,1-1-1,-1 0 1,0 1-1,0-1 1,0 1-1,1 0 1,-1 0-1,0-1 1,0 1-1,0 0 1,0 1-1,-2-1 1,2 0 71,0 0 0,0 1 0,0-1-1,0 0 1,1 1 0,-1-1 0,0 1 0,0 0 0,0 0 0,-2 1 0,-20 19 903,22-19-992,-8 10 390,0 0 0,1 1 1,1 0-1,-13 28 0,-22 64 866,29-70-1320,-72 223-117,72-202-107,2 0 0,-7 101 0,17-123-9,2 1 0,2-1 0,1 0 0,1 0 0,16 58 0,-12-65 4,2-1 0,0-1-1,2 0 1,1 0 0,1-1 0,0-1-1,2 0 1,19 20 0,-18-24 11,1-1 0,1-1 0,0 0 0,1-2 0,1 0 0,0-1 0,1-2 0,0 0 0,1-1 0,33 10 0,-22-11-436,1-1 0,0-2 1,0-2-1,0-1 0,1-1 0,64-5 1,-52-2-919,-1-3-1,0-2 1,-1-1 0,0-3 0,67-28 0,-60 18-140,-2-2 0,-1-3 0,-1-2 0,57-45 0,-63 38 637,-1-2 0,-2-2 0,-2-1 0,-2-3 1,52-81-1,-37 40 954,-4-3 0,50-129 0,-32 22 2563,-32 91-375,-20 58-1078,-9 30-553,1 1 0,0 0 0,1 1 0,12-23 0,-17 37-579,0-1 0,-1 1 0,1 0-1,0-1 1,0 1 0,0 0 0,0 0-1,0 0 1,0 0 0,0 0 0,1 0-1,-1 0 1,0 0 0,0 1-1,1-1 1,1 0 0,-2 0-40,0 1 1,-1 0-1,1 1 0,0-1 0,-1 0 1,1 0-1,0 0 0,0 0 1,-1 0-1,1 1 0,0-1 0,-1 0 1,1 1-1,0-1 0,-1 0 1,1 1-1,-1-1 0,1 1 1,-1-1-1,1 1 0,-1-1 0,1 1 1,0 1-1,2 2 99,-1 1 0,1 0 0,-1 0-1,0 0 1,0 0 0,-1 0 0,0 1 0,1 7 0,1 25 133,-1-1 0,-2 1 0,-2-1 0,-2 1-1,-1-1 1,-2 0 0,-13 43 0,-11 16-1056,-63 137-1,-16-28-4229,53-103-1796,19-32-2248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4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687 205 6249,'-60'27'9630,"33"-20"-7248,-14 6-1785,0 2 0,0 2 1,2 2-1,0 1 0,1 2 0,-36 28 0,56-36-472,2 0-1,0 1 1,-27 32-1,42-45-114,0 1-1,1-1 0,-1 0 0,1 0 1,-1 1-1,1-1 0,0 0 0,0 1 0,0-1 1,0 0-1,0 1 0,0-1 0,1 3 0,0-1 9,-1-3-16,1 0-1,-1 0 1,1-1-1,-1 1 1,1 0-1,-1 0 1,1-1-1,-1 1 1,1-1-1,0 1 1,0-1 0,-1 1-1,1-1 1,0 1-1,0-1 1,-1 1-1,1-1 1,0 0-1,0 0 1,1 1-1,0-1 0,2 2-11,0 0 0,0 0 0,0-1 0,0 1 0,0-1 0,1 0 0,-1-1 0,0 1 0,0-1 0,1 0 0,-1 0 0,0 0 0,1 0 0,-1-1 0,0 0 0,0 0 0,1 0-1,-1 0 1,0-1 0,0 1 0,0-1 0,-1 0 0,1 0 0,0-1 0,-1 1 0,1-1 0,4-5 0,-3 3-8,0-1-1,0 1 1,-1-1 0,0 0 0,0 0-1,-1-1 1,0 1 0,0-1-1,0 0 1,-1 0 0,0 0 0,0 0-1,-1 0 1,1 0 0,-1-14-1,-1 21 20,0-22-25,-1 0 1,-5-35 0,5 52 38,0 0 0,0 0 0,-1 0-1,1 0 1,-1 0 0,0 0 0,-1 0-1,1 1 1,-1-1 0,0 1 0,0 0-1,0-1 1,-1 1 0,1 1 0,-1-1 0,0 1-1,-5-4 1,6 6 3,0-1-1,0 1 1,-1 0 0,1 0-1,-1 1 1,1-1 0,-1 1 0,1 0-1,-1-1 1,1 2 0,-1-1-1,1 0 1,-1 1 0,1-1-1,-1 1 1,1 0 0,-1 0-1,1 1 1,0-1 0,-4 3-1,-9 4 58,0 2 0,-23 16 0,39-25-74,-16 11 44,2 1-1,0 1 1,0 0-1,2 0 1,-15 21-1,7-5-4,-29 60-1,48-88-39,0 0-1,0 0 0,1 0 0,-1 0 0,1 0 0,-1 0 0,1 1 0,0-1 0,0 0 0,0 0 0,0 0 0,0 1 0,0-1 0,1 0 1,-1 0-1,1 0 0,-1 0 0,1 0 0,0 0 0,0 0 0,0 0 0,0 0 0,0 0 0,1 0 0,-1 0 0,0-1 0,1 1 0,-1-1 1,1 1-1,0-1 0,0 1 0,2 1 0,13 2-7,1 0-1,0-2 1,0 1 0,21-1 0,31 7-35,5 4 54,-1-3-1,79 1 1,-116-11-9,-1-2 1,0-2-1,1-1 1,-1-2-1,0-1 1,43-16-1,-68 19 1,-1-1 0,1 0-1,-1-1 1,-1 0 0,1-1 0,-1 0 0,0 0-1,-1-1 1,1 0 0,-2 0 0,1-1-1,-1 0 1,-1-1 0,1 1 0,4-12-1,7-16 40,-3 1-1,21-74 1,-33 103-35,-1-1 13,1-4 31,1-1 0,0 0 0,1 1 0,1 0 0,9-16 0,-13 26-46,0 0 0,-1-1 0,1 1 0,0 0 0,0 1 0,0-1 0,0 0 0,0 0 0,0 1 0,1-1 0,-1 1 0,0 0 0,1 0 0,-1 0 0,1 0 0,0 0 0,-1 0 0,1 1 0,0-1 0,-1 1 0,1 0 0,0 0 0,-1 0 0,1 0 0,0 0-1,-1 1 1,1-1 0,0 1 0,-1 0 0,1-1 0,0 1 0,3 3 0,7 2 4,-1 1 1,-1 0-1,1 1 0,-1 0 0,-1 0 1,1 2-1,-2-1 0,1 1 0,-1 1 0,-1-1 1,0 2-1,8 13 0,-6-8 3,-1 1 0,-1 0 0,-1 0 0,0 0 0,-1 1 0,-1 0 0,-1 0 0,2 22 0,-6-30 0,1-1-1,-2 1 0,0 0 1,0-1-1,0 1 1,-2-1-1,1 1 0,-1-1 1,-1 0-1,0 0 1,0 0-1,-1-1 0,0 1 1,-1-1-1,0 0 1,0-1-1,-1 1 0,0-1 1,-10 8-1,8-7-3,7-7 137,4-5-140,6-10-14,1 2 1,0-1-1,1 1 0,0 0 0,1 1 0,0 1 0,0-1 0,17-9 1,9-9 40,436-401-345,-451 407 294,0 1 0,1 1 0,31-21 0,-52 40 17,0 1 0,0 0 0,0 0 0,0-1 0,0 1 0,0 1 0,0-1 0,0 0 0,0 0 0,0 1 0,0-1 0,0 1 0,0-1 0,0 1 0,0 0 0,-1 0 0,1 0 0,0 0 0,-1 0 0,3 2 0,0 2 3,0 0 1,-1 0-1,0 0 0,0 0 0,-1 1 1,3 5-1,3 6 0,3 7-3,0 0 1,-1 1 0,-1 0 0,-2 1 0,6 32 0,-11-45-17,0 1 1,-1-1-1,-1 0 0,0 0 0,-1 1 0,0-1 1,-1 0-1,-1 0 0,0 0 0,0 0 1,-2 0-1,-5 13 0,4-15-38,1 1 0,-1-1 0,-1-1 0,0 1 0,0-1 0,-1 0 0,0-1 0,-1 0 0,-17 14 0,64-66-214,-1 12 197,1 2-1,1 2 1,72-37 0,-96 56 71,5-3 5,2 0-1,-1 1 0,1 2 0,1 0 0,-1 1 0,1 1 1,28-3-1,-46 9 26,0-1 0,0 1 0,0 0 0,0 1 0,0-1 0,0 1 0,0 0 1,8 2-1,-12-2-20,1-1 0,-1 1 0,0 0 0,0-1 0,0 1 0,0 0 0,0-1 0,0 1 1,0 0-1,0 0 0,0 0 0,0 0 0,0 0 0,0 0 0,-1 0 0,1 0 0,0 1 0,-1-1 1,1 0-1,-1 0 0,1 0 0,-1 1 0,0-1 0,1 0 0,-1 1 0,0-1 0,0 0 0,0 1 1,0-1-1,0 0 0,-1 3 0,-1 7 43,-1 0-1,0-1 1,-1 1 0,0-1-1,-1 0 1,-7 13 0,-43 57-55,40-59-108,-26 29-479,32-42 23,1 2 0,0-1 0,0 1 0,1 0 0,0 1-1,1 0 1,-8 19 0,-4 12-7558,8-25 534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4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10425,'10'-15'5620,"-7"54"-6372,0-5-588,4 20-2684,6-9-2921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4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467 278 12437,'1'-28'644,"-1"18"-264,1 0 0,-1 0 0,1 0 0,1 0 1,0 0-1,1 0 0,0 1 0,0-1 0,8-15 0,-6 15 269,5-9 1108,0 1-1,26-33 1,-34 48-1582,0 0-1,0 0 1,0 0 0,1 1 0,-1 0 0,1-1 0,-1 1 0,1 0 0,0 0 0,0 0-1,0 0 1,0 1 0,0-1 0,0 1 0,1 0 0,-1 0 0,0 0 0,1 1 0,-1-1-1,1 1 1,-1-1 0,0 1 0,1 0 0,-1 0 0,7 2 0,-6 0-66,0 1 0,0 0-1,0 0 1,0 1 0,0-1 0,-1 1 0,1 0 0,-1 0 0,0 0 0,-1 0 0,1 0-1,-1 1 1,1-1 0,-1 1 0,2 8 0,1 7 141,-1 0 0,0 0 0,-2 1 1,-1 0-1,-1 40 0,0-50-179,-6 102 450,-5 1 0,-5-2-1,-51 185 1,-135 322-525,180-558 30,-68 189-26,-170 541 0,258-783-13,-8 33 18,-8 57 0,17-87-107,0 0 0,1 0 0,0 0 0,0 0 0,1 0 0,1 0 0,0 0 0,0 0 0,1-1 0,6 15 0,-7-22 33,-1 1 1,1-1-1,-1 0 1,1 0 0,0 0-1,0 0 1,0 0 0,1 0-1,-1-1 1,1 1 0,-1-1-1,1 0 1,0 0-1,0 1 1,0-2 0,0 1-1,0 0 1,0-1 0,1 1-1,-1-1 1,0 0 0,1 0-1,-1-1 1,1 1-1,6 0 1,7 0-379,-1-1 0,1-1 0,28-4 1,-39 4 362,-1-1 1,0 1 0,1-1 0,-1 0 0,0-1 0,0 1 0,-1-1-1,1 0 1,0 0 0,-1-1 0,0 1 0,0-1 0,0 0 0,6-7-1,-3 1-56,-1 0 0,0 0-1,0-1 1,6-19 0,-3 5 26,-2-1-1,0 1 1,-2-1 0,-1 0 0,-1-1 0,-1 1 0,-1-1-1,-1 1 1,-2 0 0,-1-1 0,-10-44 0,-9-11-22,-5 1-1,-46-101 1,0 3 130,69 166 19,0 1 0,0-1 0,1 0 0,1 1 0,0-1 0,1 0 0,0-22 0,1 30-8,1-1-1,0 1 1,0 0-1,0 0 1,1 0-1,0 0 1,0 0-1,0 0 1,0 0-1,1 0 1,0 1-1,0-1 1,0 1-1,0 0 1,1 0-1,0 0 1,-1 1-1,2-1 1,-1 1-1,0 0 1,6-4-1,7-1 8,0 0 0,1 1 0,0 1 0,0 1 0,0 0 0,1 1 0,35-2-1,0 3 133,82 7 0,-85 0 193,89 17 0,-126-18-254,0 1 0,0 0 0,0 1 1,-1 0-1,0 1 0,0 1 0,0 0 1,-1 0-1,0 1 0,0 1 1,13 13-1,-22-19-84,0 1 1,0 0-1,0 0 1,0 0-1,-1 0 1,0 0-1,0 1 1,0-1 0,0 1-1,-1-1 1,1 1-1,-1 0 1,0 0-1,-1-1 1,1 1-1,-1 0 1,0 0-1,0 0 1,-1 0-1,-1 8 1,-2 4-785,-2 0 0,0 0 0,-1-1 0,-12 22 0,-6 13-5537,17-27 1052,6-3-2821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4.8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0 100 4848,'44'-81'1205,"-34"63"103,-3 27-5685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5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54 9997,'7'-54'12305,"-7"54"-12188,-8 31 1189,-16 73-681,13-64-758,2 2 1,1-1 0,-3 72-1,16-114 84,6 0 36,1-2 0,-1 1 0,1-1 0,-1-1 0,0 0 0,0-1 0,-1 0 0,16-10 0,8-9 35,37-33 0,-3 1 207,-65 54-220,6-5 62,0 0-1,1 1 0,0 0 1,12-4-1,-21 9-66,0 0 0,0 1 0,0-1 0,0 1 0,0 0 0,0-1 0,0 1 0,0 0 0,0-1 0,0 1 0,0 0 0,1 0 0,-1 0 1,0 0-1,0 0 0,0 0 0,0 1 0,0-1 0,0 0 0,0 1 0,1-1 0,-1 0 0,0 1 0,0-1 0,0 1 0,0 0 0,-1-1 0,1 1 0,0 0 0,0-1 0,0 1 0,0 0 0,-1 0 0,1 0 1,0 0-1,-1 0 0,1 0 0,-1 0 0,1 0 0,-1 0 0,1 0 0,-1 0 0,0 0 0,1 0 0,-1 0 0,0 0 0,0 0 0,0 1 0,0-1 0,0 2 0,0 23 53,-3 38-1,1-36-193,1 43 0,2-63 37,-1-1 1,2 0 0,-1 1-1,1-1 1,0 0 0,0 0-1,1 0 1,0 0 0,0 0-1,6 9 1,-6-13-34,-1-1-1,1 1 1,0-1-1,-1 0 1,1 0 0,0 0-1,1 0 1,-1 0-1,0-1 1,0 1-1,1-1 1,-1 0 0,1 0-1,-1 0 1,1-1-1,-1 1 1,1-1-1,0 0 1,-1 0 0,1 0-1,0 0 1,-1-1-1,5 0 1,10-3-1023,0 0 1,-1 0-1,25-11 0,-39 13 1080,6-1-812,0 0-1,-1-1 1,1 0 0,-1-1 0,0 0 0,0 0 0,10-9-1,13-15-4360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6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598 64 7129,'28'-28'2073,"-22"23"-107,-10-19 1411,4 24-3289,0 0-1,-1-1 0,1 1 0,0-1 0,0 1 0,-1-1 0,1 1 1,-1 0-1,1-1 0,0 1 0,-1 0 0,1-1 0,0 1 0,-1 0 1,1 0-1,-1-1 0,1 1 0,-1 0 0,1 0 0,-1 0 1,1 0-1,-1 0 0,1 0 0,-2-1 0,-2 2 171,0 0 0,0 0-1,1 1 1,-1-1 0,0 1 0,0 0-1,1 0 1,-5 3 0,-7 3 278,-46 29 606,2 2 0,2 3 0,1 2 1,2 3-1,-92 105 0,129-132-1004,0 0 1,2 2-1,1-1 0,1 2 1,0-1-1,2 2 1,-10 28-1,19-44-107,0 0 0,0 0 0,1 0 0,0 0 0,0 0 0,1 1 0,0-1 0,0 0 0,1 0 0,0 0 0,3 12-1,-2-14-30,1 0-1,-1 0 0,1-1 1,1 1-1,-1-1 0,1 1 0,0-1 1,0 0-1,0 0 0,1-1 1,-1 0-1,1 1 0,0-1 0,1-1 1,-1 1-1,9 3 0,2 1-113,1-1 0,0-1 0,0 0 0,0-2 1,32 5-1,-17-5-146,0-1 1,45-4 0,-50-1 112,0-1 1,1-1 0,-1-2-1,-1-1 1,46-18 0,-54 18 71,-1-1 1,0-1 0,-1-1-1,0 0 1,0-1-1,-1-1 1,0 0 0,23-26-1,-36 35 57,0 0-1,1 0 1,-1-1-1,-1 1 1,1 0-1,0-1 1,-1 1-1,0-1 1,1-4-1,2-3-5,-4 11 23,0-1 0,0 0 1,0 0-1,0 0 0,0 0 0,-1 0 1,1 0-1,0 0 0,0 0 0,-1 0 1,1 0-1,0 1 0,-1-1 0,1 0 1,-1 0-1,1 0 0,-1 1 0,1-1 1,-2-1-1,0 0-19,2 1 14,0 0 0,-1 0-1,1 1 1,0-1 0,-1 0 0,1 0-1,-1 1 1,1-1 0,-1 0-1,1 1 1,-1-1 0,0 0 0,1 1-1,-1-1 1,0 1 0,1-1-1,-1 1 1,0-1 0,0 1 0,0 0-1,1-1 1,-1 1 0,0 0-1,0 0 1,0 0 0,0-1 0,1 1-1,-1 0 1,0 0 0,0 0-1,0 0 1,0 0 0,0 1 0,1-1-1,-1 0 1,-2 1 0,0-1 11,-24 8-236,26-8 208,0 1 0,0-1 1,0 0-1,0 1 0,0-1 0,1 1 0,-1 0 0,0-1 0,0 1 0,0 0 0,0-1 1,1 1-1,-1 0 0,0 0 0,1 0 0,-1 0 0,1 0 0,-1 0 0,1 0 0,-1 0 1,1 0-1,0 0 0,-1 1 0,18 10-357,-10-7 341,1-1 0,0 0 1,1-1-1,-1 0 0,0 0 0,1-1 0,0 0 1,-1 0-1,1-1 0,0 0 0,10-1 1,17 3-61,-32-2 125,0 0 0,0 1 0,-1-1 0,1 1 0,0 0 0,0 0 0,-1 0 0,1 0 0,-1 1-1,0-1 1,0 1 0,0 0 0,0 0 0,0 0 0,3 5 0,-5-7 5,-1 0-23,0-1 0,1 1 0,-1 0 0,0 0 0,0 0 0,0 0 0,0 0 0,0-1 0,0 1 0,0 0 0,0 0 0,0 0 0,0 0 1,0-1-1,-1 1 0,1 0 0,0 0 0,-1 0 0,1 0 0,0-1 0,-1 1 0,1 0 0,-2 0 0,2 0-72,0-1 1,-1 1-1,1-1 0,-1 1 0,1 0 1,0-1-1,0 1 0,-1-1 0,1 1 1,0 0-1,0-1 0,0 1 0,-1-1 1,1 1-1,0 0 0,0-1 0,0 1 1,0 0-1,0-1 0,0 1 0,0 0 1,1-1-1,-1 1 0,0-1 0,1 2 1,6 6-708,-6-7 646,0 0 0,0 0-1,0 0 1,0 0 0,0 0 0,0-1 0,0 1 0,0 0 0,0 0 0,0-1 0,0 1 0,0-1-1,1 1 1,-1-1 0,0 1 0,0-1 0,1 0 0,-1 1 0,0-1 0,1 0 0,-1 0 0,0 0-1,1 0 1,-1 0 0,0 0 0,1-1 0,0 1 0,106-28-3844,-89 22 3763,0-2 0,-1 0 1,0-1-1,0-1 0,-1 0 0,18-14 1,3-9 1514,-2-1 1,46-55 0,-1 1 2715,-81 87-3978,1 1 0,-1-1 0,1 1 0,-1-1 0,1 1 0,-1 0 0,1-1 0,-1 1 0,1-1 0,-1 1 0,1 0 0,0-1 0,-1 1 0,1 0 0,-1 0 0,1 0 0,0-1-1,-1 1 1,1 0 0,0 0 0,-1 0 0,1 0 0,0 0 0,-1 0 0,1 0 0,0 1 0,0-1 0,0 1-13,0-1 0,0 1 0,0 0 0,-1 0 0,1-1 0,0 1 0,-1 0 0,1 0 0,0 0 0,-1 0 0,1 0 0,-1 0 0,0 0 0,1 0 0,-1 0 0,0 0 0,1 1 0,-1 1 0,0 4-99,0 1 0,0-1 0,0 1 0,-4 12 0,1 8-716,-3 15-1550,4-31 611,1-1 0,0 1 1,0-1-1,2 16 0,5 18-5169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6.3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58 11633,'57'-24'6331,"4"8"-4310,61 0-963,-121 16-1016,19-1 262,1 0-1,-1 2 1,39 5-1,-58-6-288,0 1-1,-1-1 0,1 1 0,-1 0 0,1-1 1,-1 1-1,1 0 0,-1-1 0,0 1 1,1 0-1,-1 0 0,0 0 0,1-1 0,-1 1 1,0 0-1,0 0 0,0 0 0,0 0 1,0-1-1,0 3 0,1-1 25,-1 1-13,1 1 0,-1-1 0,0 1 0,0-1 0,0 1 0,0-1 0,0 1 0,-1-1 0,0 1 0,1-1 0,-2 0 0,1 1 0,-2 3 0,-26 44-630,1-4-2505,28-46 2942,0 0-1,0 0 1,-1 1 0,1-1-1,0 0 1,0 0 0,0 0 0,0 0-1,1 0 1,-1 1 0,0-1 0,0 0-1,1 0 1,-1 0 0,0 0 0,1 0-1,0 1 1,1 5-503,-1-4 384,-1-1-137,1 1 0,-1-1 1,1 0-1,-1 1 0,1-1 0,0 0 0,0 0 0,0 0 1,0 0-1,0 0 0,0 0 0,1 0 0,-1 0 1,3 3-1,7 4-5572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6.9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1 205 6529,'3'-19'312,"-2"10"-61,0 0 0,1 1 0,0-1 0,0 0 0,1 1 0,0-1 0,0 1 0,1 0 0,1 0 0,-1 0 0,1 1 0,9-11 0,-5 10-487,1 1 0,1 0 1,0 0-1,0 1 0,0 1 0,0-1 0,1 2 0,0 0 0,0 0 0,0 1 0,0 1 1,1 0-1,-1 1 0,25 0 0,-33 1 157,0 1 1,0-1 0,0 1-1,0 1 1,0-1-1,7 4 1,-7-4 345,0 1 1,-1 0 0,1-1 0,0 0-1,0 0 1,8 1 0,-12 19 2287,0-19-2389,-1-1 0,1 1 1,0-1-1,-1 1 0,1 0 0,-1-1 1,0 1-1,0-1 0,1 1 1,-1-1-1,0 1 0,0-1 0,0 0 1,0 0-1,-1 1 0,1-1 1,0 0-1,-3 2 0,-34 20 2735,4-3-994,26-13-1520,0-1 1,0 1-1,1 1 1,-8 10-1,13-16-339,1 0 1,-1 0-1,1 0 0,0 0 0,0 1 1,0-1-1,0 0 0,0 1 0,1-1 1,-1 1-1,1-1 0,-1 1 0,1-1 1,0 1-1,0-1 0,0 1 0,0-1 1,1 1-1,-1-1 0,1 0 0,-1 1 0,1-1 1,1 4-1,1 0-47,0 0-1,0-1 1,1 1-1,0-1 1,0 1-1,0-1 1,0 0-1,1-1 1,0 1-1,0-1 1,0 0-1,1 0 1,-1 0-1,1-1 1,0 0-1,0 0 1,0 0 0,0-1-1,0 0 1,1 0-1,-1-1 1,1 0-1,-1 0 1,1 0-1,-1-1 1,1 0-1,0 0 1,10-2-1,-15 2 0,0-1 1,1 1-1,-1-1 0,0 0 0,0 1 0,1-1 0,-1 0 0,0-1 0,0 1 0,0 0 0,0 0 1,0-1-1,-1 0 0,1 1 0,0-1 0,-1 0 0,1 1 0,-1-1 0,2-3 0,-1 1 18,0 0-1,0-1 0,-1 1 1,0 0-1,0-1 0,0 1 1,0-1-1,-1 1 0,1-7 1,-2-5 53,0 0-1,-1 0 1,-1 1 0,-7-24 0,-5 2-141,13 34-49,8 6-2593,-4-2 2461,1 1 1,-1 0-1,1 0 0,-1 0 0,0 0 0,0 0 1,0 1-1,3 3 0,2 2-290,26 21-648,-32-28 1313,2 1 308,34 19 6165,-22-14-7004,-15-7 417,1 1 0,0-1 0,0 1 0,0 0 0,0-1 0,-1 1 1,1 0-1,0 0 0,-1-1 0,1 1 0,0 0 0,-1 0 0,1 0 0,-1 0 1,0 0-1,1 0 0,-1 2 0,3 2 9,38 63-918,-40-66 729,1 0 36,-1-1 124,0 0 0,0 0 0,0 0 1,1 0-1,-1 0 0,0 0 1,0 0-1,1-1 0,-1 1 0,0 0 1,1-1-1,-1 1 0,1-1 0,-1 1 1,1-1-1,-1 0 0,1 0 1,-1 0-1,1 0 0,1 0 0,1-1 83,1-1 0,-1 0 0,0 1 0,0-2 0,-1 1 0,7-4 0,-2 0 119,-1 2-88,-1 0 1,1 0-1,0 0 0,0 1 0,0 0 0,11-2 1,-14 4-233,-1 1 1,1-1-1,-1 1 1,1 0 0,-1 0-1,1 0 1,-1 1-1,1-1 1,-1 1-1,0 0 1,1 0 0,-1 0-1,0 0 1,1 0-1,-1 1 1,0 0 0,4 2-1,19 22-3393,-10-3-1869,5 8-2558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7.0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49 9069,'4'-25'9329,"-14"13"-8773,3 0-484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8.4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9421,'144'-43'5504,"-98"33"-4441,0 3 0,89-2 0,601 52 1320,-570-28-2125,1820 216 994,-1248-135-1098,608 80-148,846 101-1448,-1816-241 459,25-6-940,-10-29-5012,-228-14-965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18.2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309 0 14069,'-2'7'653,"0"-1"1,-1 0-1,0 0 0,0 0 0,0 0 0,-1 0 0,0-1 0,0 1 1,-6 5-1,-10 15 763,5 0-443,0 0 1,2 1-1,1 0 1,-15 50 0,-21 124 547,22-77-868,-48 255-1472,63-280-2842,2 189 1,10-249 2207,7 84-6317,6-58-942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1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64 9081,'1'-3'250,"-1"0"1,1-1-1,-1 1 0,1 0 1,0-1-1,0 1 0,1 0 1,-1 0-1,1 0 1,-1 0-1,1 0 0,0 0 1,0 0-1,5-4 0,-4 5-23,-1 1 0,0-1 0,1 1 0,0 0 0,-1 0-1,1 0 1,0 0 0,-1 0 0,1 1 0,0-1-1,0 1 1,0 0 0,-1 0 0,1 0 0,0 0 0,0 0-1,0 1 1,0-1 0,5 3 0,-2-1 7,1 0 0,0 1 1,-1 0-1,1 0 0,-1 1 1,0 0-1,0 0 0,8 7 0,40 43 422,-49-48-542,16 19 33,-1 0 0,-2 1 1,0 1-1,-2 1 0,-1 1 1,-1 0-1,-1 0 0,-2 2 1,14 57-1,-7 5-286,8 130 0,-7-48-184,-19-176 323,0 1-1,0 0 1,0 0-1,0 0 1,0 0 0,0 0-1,0 0 1,0 0-1,1 0 1,-1 0-1,0 0 1,0-1-1,0 1 1,0 0-1,0 0 1,0 0 0,0 0-1,0 0 1,0 0-1,1 0 1,-1 0-1,0 0 1,0 0-1,0 0 1,0 0-1,0 0 1,0 0 0,0 0-1,1 0 1,-1 0-1,0 0 1,0 0-1,0 0 1,0 0-1,0 0 1,0 0-1,0 0 1,1 0 0,-1 0-1,0 0 1,0 0-1,0 1 1,0-1-1,0 0 1,0 0-1,0 0 1,0 0-1,0 0 1,0 0 0,1 0-1,-1 0 1,0 0-1,0 0 1,0 1-1,0-1 1,0 0-1,0 0 1,0 0-1,0 0 1,0 0 0,0 0-1,0 1 1,18-15-7,-1 0 0,-1-1 0,0 0 0,25-33 0,53-84-32,-65 88 14,46-64-155,5 3 0,102-103 1,-160 185 175,1 2 1,0 1-1,1 0 1,2 2-1,43-24 1,-60 37 32,0 1-1,1 1 1,-1 0 0,0 0 0,1 1-1,-1 0 1,1 1 0,0 0 0,14 0-1,-17 2 2,0 0-1,0 0 1,1 1-1,-1 0 1,-1 0-1,1 1 1,0-1-1,-1 1 1,1 1-1,-1 0 1,0-1-1,0 2 1,0-1-1,6 7 1,-1 1 13,-1-1 1,0 2-1,-1-1 0,0 2 0,-1-1 1,-1 1-1,10 25 0,30 109 160,-41-126-191,56 180 143,-52-178-137,0-2 0,1 1 1,2-2-1,0 0 0,1 0 1,25 27-1,-26-34-18,1 0 0,0 0 0,1-1 0,0-1 0,1-1 1,1 0-1,0-1 0,0-1 0,1-1 0,0 0 0,0-1 0,1-1 0,0-1 0,0-1 0,0 0 0,0-1 0,1-1 1,-1-1-1,1-1 0,0-1 0,-1 0 0,36-8 0,-24 1 5,0-1 0,-1-1 1,0-1-1,-1-2 0,0-1 0,-1-2 0,-1 0 0,0-2 0,28-24 1,-38 27-10,1 0 1,-2-2 0,0 0 0,-1 0-1,-1-2 1,0 0 0,-2 0 0,0-1-1,-1-1 1,-1 0 0,-1 0 0,-1-1-1,6-28 1,-13 45 0,0 0-1,-1 0 1,1 0 0,-1 0 0,-1 0-1,1 0 1,-1 0 0,0 0-1,0 0 1,0 0 0,-1 0-1,0 0 1,0 0 0,0 1 0,0-1-1,-4-4 1,5 7 1,-1 1 1,1-1-1,0 1 1,-1 0-1,1-1 0,-1 1 1,1 0-1,-1 0 1,0 0-1,1 1 0,-1-1 1,0 0-1,0 1 1,0-1-1,0 1 0,1-1 1,-1 1-1,0 0 0,-4 0 1,-3-2-2,4 1-21,0 0-1,0 0 1,-1 0-1,1 1 1,0 0-1,0 0 1,0 0-1,0 0 1,-1 1-1,1 0 1,0 0-1,0 0 1,0 1-1,1 0 1,-9 3-1,-1 1-95,1 0-242,-1 1 1,2 0 0,-1 1 0,1 1-1,1 0 1,-1 0 0,1 1 0,1 0-1,0 1 1,-11 15 0,8-10-425,8-10 304,-1 1-1,1 0 1,1 0 0,0 0 0,0 1-1,0-1 1,1 1 0,0 0 0,-4 14-1,7-22 464,0 1-1,0 0 1,0 0 0,0 0-1,1 0 1,-1 0-1,0 0 1,0 0-1,0 0 1,1 0-1,-1 0 1,1 0-1,-1-1 1,0 1-1,1 0 1,-1 0 0,1 0-1,0-1 1,-1 1-1,1 0 1,0-1-1,-1 1 1,1 0-1,0-1 1,0 1-1,0-1 1,-1 1 0,1-1-1,0 0 1,0 1-1,0-1 1,0 0-1,0 0 1,0 1-1,0-1 1,0 0-1,0 0 1,0 0-1,0 0 1,1 0-1,51-1 488,-41 0-248,628-70 3018,-591 61-2908,0-3-1,0-2 1,85-39 0,-118 48 9,-6 1 181,1 0 1,-1 0 0,10-7-1,-20 12-432,1-1 0,0 1 0,-1-1 0,1 1 0,-1 0 0,1-1-1,0 1 1,-1 0 0,1-1 0,-1 1 0,1 0 0,0 0 0,0 0-1,-1 0 1,1-1 0,0 1 0,-1 0 0,1 0 0,0 0 0,-1 1-1,1-1 1,0 0 0,-1 0 0,1 0 0,0 0 0,-1 1 0,1-1-1,0 0 1,-1 1 0,1-1 0,0 0 0,-1 1 0,1-1 0,-1 1-1,1-1 1,-1 1 0,1-1 0,-1 1 0,1-1 0,-1 1 0,0-1-1,1 1 1,-1 0 0,0-1 0,1 1 0,-1 0 0,0-1 0,0 1-1,0 0 1,0-1 0,0 1 0,0 1 0,7 49-79,-6-39 371,16 127 253,-8-90-471,-3 1 0,0 81-1,-11-77-120,-2-1 0,-3 0 0,-1 0 0,-3-1-1,-3 0 1,-28 63 0,-17 15-41,-88 137 0,144-258-9,-43 75 54,-4-3 0,-96 114 0,251-312-47,33-23-235,207-228-994,-123 98 563,97-111 43,-235 302 489,-79 77 142,0 0-1,0 0 0,0 1 1,0-1-1,0 1 0,0 0 1,1-1-1,-1 1 0,0 0 1,1 1-1,-1-1 0,1 0 1,-1 1-1,1-1 1,4 1-1,-6 0 0,0 0 1,1 0-1,-1 0 1,0 1-1,1-1 1,-1 1-1,0-1 1,0 1-1,0-1 1,1 1-1,-1 0 1,0-1-1,0 1 1,0 0-1,0 0 0,0 0 1,0 0-1,-1 0 1,1 0-1,0 0 1,0 0-1,-1 0 1,1 1-1,-1-1 1,1 0-1,0 3 1,7 27 140,-1 2 0,5 51-1,0 3-88,-7-57-39,4 20 35,16 53 1,-19-87-46,-1 0 0,2 0 0,0-1 1,1 0-1,1-1 0,0 1 0,15 16 0,-20-25-3,1-1 0,0 0-1,0-1 1,1 1-1,-1-1 1,1 0-1,0 0 1,7 3-1,-10-5-2,1-1-1,0 0 1,0 0-1,0 0 1,-1 0-1,1-1 1,0 1-1,0-1 1,0 0-1,0 0 1,0-1 0,0 1-1,0-1 1,0 0-1,0 0 1,6-3-1,-3 1 2,1 0 0,-1-1 0,0-1 0,0 1 0,0-1 1,-1 0-1,1 0 0,-1-1 0,0 0 0,8-11 0,-6 5 8,0-1 0,0 0 1,-1 0-1,-1 0 0,7-21 0,-2-7 8,-1-1-1,-3 0 0,4-53 1,-5 42-41,-3 0 1,-3-1 0,-1 1-1,-3-1 1,-13-65 0,15 110-161,-1-1 0,0 1 1,0 0-1,-7-13 0,8 19-321,-1-1 0,1 0 0,-1 1-1,0-1 1,0 1 0,0 0 0,-5-4-1,7 7 252,0-1 0,0 0-1,0 1 1,0-1 0,0 1-1,-1 0 1,1-1 0,0 1-1,0 0 1,0 0-1,-1 0 1,1-1 0,0 1-1,0 1 1,-1-1 0,1 0-1,0 0 1,0 0 0,0 1-1,-1-1 1,1 0 0,0 1-1,0-1 1,0 1-1,0-1 1,0 1 0,0 0-1,0 0 1,0-1 0,0 1-1,-1 1 1,-27 20-7163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19.6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54 11869,'2'-1'212,"1"1"0,-1-1-1,1 1 1,-1-1 0,0 0 0,1 0 0,-1 0-1,0-1 1,0 1 0,0 0 0,0-1-1,0 1 1,0-1 0,0 0 0,-1 0-1,1 0 1,-1 0 0,3-3 0,-2 3-43,0 0 0,-1 0 1,1 0-1,0 0 0,0 0 0,0 0 0,1 1 1,-1-1-1,0 1 0,1 0 0,-1 0 1,0-1-1,1 2 0,0-1 0,-1 0 1,1 0-1,-1 1 0,1-1 0,0 1 1,0 0-1,-1 0 0,1 0 0,0 0 1,-1 1-1,1-1 0,0 1 0,-1-1 0,1 1 1,2 1-1,6 2-4,-1 0 0,0 1 1,0 0-1,0 1 0,11 7 0,-3 2-35,-1 1-1,-1 1 1,0 0-1,0 1 1,-2 0-1,-1 1 1,0 1-1,-1 0 0,-1 1 1,-1 0-1,7 24 1,-6-10-39,-1 0 0,5 48 1,-11-61-71,-2-9 13,-1 1 0,-1-1 1,0 15-1,1 24 141,-1-49-140,16-21-6,-11 13-21,128-145-297,-111 128 210,1 2 0,1 0 1,1 2-1,42-25 0,-54 36 49,0 0-1,1 1 0,0 0 0,0 1 0,0 1 0,1 0 1,-1 1-1,19-1 0,-25 4 10,-1 0 1,0 0-1,0 1 0,0 0 0,0 0 1,0 1-1,0 0 0,0 0 1,0 1-1,-1-1 0,1 1 1,-1 1-1,0 0 0,0-1 1,0 2-1,0-1 0,-1 1 0,10 10 1,-8-7-150,-1 1 0,0 0 0,0 0 1,-1 1-1,-1 0 0,1 0 0,-1 0 0,-1 0 1,0 1-1,2 10 0,-2 1-1611,0 0-1,-1 0 1,-2 43 0,-5-43-2471,-2 0-2360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19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1 446 6433,'33'-123'1208,"-16"69"-240,-4 5-204,4 1-220,3 12-588,67-73-3504,-50 82 207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19.9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0 7645,'10'51'2640,"-10"-27"-324,-10 1-176,-4 2-255,7 3-297,-6 21-228,0-9-396,-4 10-196,4 2-156,-1 3-132,7 0-296,1 4-360,-1-1-696,4 0-616,6-2-404,0-4-893,1 3-1679,6 3-3457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0.3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0 277 10745,'3'-15'629,"12"-44"2185,-13 55-2583,-1 1-1,1-1 1,-1 1-1,1 0 1,0 0-1,0 0 1,1 0-1,-1 0 1,1 0 0,-1 1-1,1-1 1,0 1-1,0 0 1,6-4-1,7-1 77,1 0 0,0 2-1,0 0 1,1 0 0,0 2-1,0 0 1,27 0 0,130 10 371,-92-1-532,-64-4-206,1-1-18,-1 0-1,1 0 1,0-2-1,-1-1 1,1 0 0,37-10-1,112-55-1,-63 22 1262,-105 44-1161,1 0 0,-1 0 0,1 1 0,-1-1 1,1 1-1,-1-1 0,1 1 0,-1-1 0,1 1 0,0 0 1,-1 0-1,1 0 0,0 0 0,-1 0 0,1 0 0,-1 0 1,1 0-1,0 1 0,-1-1 0,1 1 0,-1-1 0,1 1 1,-1-1-1,1 1 0,-1 0 0,1 0 0,-1 0 1,0 0-1,1 0 0,-1 0 0,0 0 0,0 0 0,0 1 1,0-1-1,0 0 0,0 1 0,0-1 0,-1 1 0,1-1 1,0 1-1,-1-1 0,1 1 0,-1-1 0,1 1 1,-1 0-1,0-1 0,0 1 0,0 0 0,0 1 0,1 12 29,-1-1-1,-1 1 1,0-1 0,-4 20-1,3-20-17,-33 184 202,12-84-168,-83 423 82,-36 28-360,138-552 184,0 0 0,-1-1 0,0 0 0,0 0 0,-1 0 0,-1 0 0,0-1 0,-1 0 0,0-1 0,-1 0 0,1 0 0,-13 10 0,19-19 32,1 0-1,-1 0 0,0 0 0,0 0 0,1 0 0,-1 0 0,0 0 1,0-1-1,0 1 0,0-1 0,0 1 0,0-1 0,0 0 0,0 1 0,0-1 1,0 0-1,-1-1 0,1 1 0,0 0 0,0-1 0,0 1 0,0-1 1,0 1-1,1-1 0,-1 0 0,0 0 0,-2-1 0,1 0 13,0 0 0,0 0 0,1 0 0,-1 0 0,0-1 0,1 1 0,0-1 0,0 0 0,0 0 0,0 1 0,0-1 0,0-1 0,1 1 0,-1 0 0,0-4 0,-2-8 57,2-1 0,0 1-1,0-1 1,2 0-1,0 0 1,0 0-1,2 1 1,0-1-1,6-24 1,3 2 3,2 0-1,27-58 1,-10 40-290,2 1 0,2 1 1,3 3-1,2 0 0,2 3 0,2 1 0,79-65 0,-90 86-547,2 2-1,1 1 1,43-20 0,51-17-5960,-37 19-2742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9.7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234 394 10605,'-4'-5'771,"0"0"-1,0-1 1,0 1-1,1-1 1,-6-11 4577,2 8-4099,-3-2 1694,9 11-2839,0 0 0,0 0 0,0 1 0,-1-1 0,1 0 0,0 0 0,0 1 0,0-1 0,0 1 0,0-1 0,0 1 0,0-1 0,0 1 0,0 0 0,0-1 0,0 1 0,0 1 0,-7 5 219,1 0 0,0 0 0,0 1 0,1 0 0,0 0 0,0 0 0,1 1 0,-6 11 0,-28 81 1140,35-89-1328,-11 31 199,2 1 0,2 1 1,2 0-1,-6 87 0,14-111-283,1 0 0,1 1 0,1-1 0,0 0 0,2-1 0,1 1 0,0 0 0,1-1 0,1 0 0,1-1 0,1 1 0,22 33 0,-22-41-47,2-1-1,-1 0 1,1 0-1,1-1 1,0 0-1,1-1 1,-1-1-1,2 0 1,-1 0-1,1-1 1,0-1-1,1-1 1,-1 0-1,1 0 1,0-2-1,0 0 1,20 2-1,-7-3-3,0-1-1,0-1 0,0-1 1,-1-1-1,1-2 1,0-1-1,-1-1 1,46-16-1,-53 13-1,0 0 0,0-1 0,-1-1 0,-1-1 0,1 0 1,-2-2-1,0 0 0,-1-1 0,0 0 0,-1-1 0,-1-1 0,-1 0 0,0-1 0,-1-1 0,-1 0 1,12-29-1,-12 20 4,-1 0 0,-1-1 1,-2 0-1,-1 0 1,-1-1-1,-1 1 1,-2-1-1,-1 0 0,-1 0 1,-2 1-1,-9-50 1,3 37 6,-2 1 1,-3 1-1,-1 0 1,-1 0-1,-41-72 1,43 91-120,0 1 1,-1 0-1,-2 1 1,1 0-1,-2 1 1,-1 1-1,0 1 0,-1 0 1,-1 1-1,0 2 1,-37-20-1,48 28-153,-1 1 0,1 1-1,-1 0 1,0 0 0,0 1-1,0 0 1,0 1 0,0 0-1,0 0 1,0 1 0,-1 0-1,1 1 1,0 0 0,-13 4-1,16-3-225,0 1 1,0 0-1,0 0 0,0 0 0,1 1 0,0 0 0,0 0 0,-9 8 0,9-6-596,0 0 1,0 1 0,0 0 0,1 0-1,0 1 1,1-1 0,-7 16-1,-13 43-10412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29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 16 16157,'-44'-15'12222,"24"21"-10222,3 0-376,-3 12-860,-10 15-764,10-3 0,-4 13 0,-19 53 0,23-45 0,-7 1-2016,0-10-1364,0 9-453,4 6-3095,3-2-6698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0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 1 14393,'-77'15'3301,"64"-6"-321,0 9-48,-14 12-368,7 0-435,0 3-445,3 13-324,-23 71 64,23-45-1424,-7-2 0,4 5 0,7 4-1632,0 5-988,-4-9-925,0 4-3787,-3 2-7322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0.6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2062 171 8485,'-297'-100'2259,"244"83"-1204,0 2 0,-1 3 0,-65-7 0,71 15-221,0 1 1,0 3-1,0 1 0,0 3 1,0 2-1,1 1 0,-84 27 1,76-16-247,1 4 0,0 1 1,2 3-1,1 3 0,2 1 0,-49 40 1,45-28-261,2 3-1,2 3 1,2 1 0,3 2 0,1 2 0,3 2 0,3 2 0,2 1 0,2 2 0,3 1 0,-40 119 0,50-107-115,3 0-1,3 1 1,3 1 0,3 0-1,3 86 1,9-71-14,3-1 0,4 0 1,5-1-1,26 87 0,-10-70-100,6-2 0,4-2 0,4-1 0,4-3 0,5-2 0,4-2 0,130 155 0,-137-190-223,3-2 0,2-4 0,3-1 0,1-3 0,3-3 0,2-3 0,88 42 0,-60-41-309,3-4 0,1-4 0,2-4 0,195 33 0,-147-45-172,0-7 0,1-5 0,240-22 1,-171-10-91,384-96 0,-462 83 456,-2-6 0,-2-6 1,227-119-1,-276 119 164,-2-3 0,-3-4 0,-3-3 0,-2-4 0,-3-3 0,88-102 0,-103 97 187,-4-2 0,90-157 0,-119 180 84,-1-1 1,-3-2-1,-3 0 1,-1-1-1,18-108 1,-32 129-73,-1-1-1,-2 0 1,-2 0 0,-1 0-1,-1 1 1,-2-1 0,-17-58-1,8 49 0,-2 0 0,-3 1 0,-1 1-1,-1 1 1,-34-47 0,5 21-2,-2 3 0,-3 2 0,-3 3 0,-2 2-1,-3 3 1,-84-56 0,62 53-24,-2 3 0,-2 5 0,-3 4 0,-1 3 0,-182-53 0,211 78-423,0 3-1,-1 2 1,0 4-1,-1 2 1,0 4 0,1 2-1,-1 3 1,0 3 0,1 3-1,-72 19 1,97-17-540,0 2 1,0 2-1,-44 24 0,67-30-103,0 2-1,0-1 1,1 2-1,1 0 1,0 1 0,0 1-1,1 0 1,-19 26-1,24-25-1508,0 0 1,1 1-1,-11 30 0,18-43 2172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0.8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8 121 13781,'-7'-42'3033,"7"24"-1945,3 0 204,-3-3-3216,4 0 83,12 30-10604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1.9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396 296 13557,'0'0'2098,"-4"2"30,-5 3-943,7-4-963,0 0 0,0 0 0,0 0 0,1 0 0,-1 0 0,0 0 0,0 1 0,1-1 0,-1 1 0,1-1 0,0 1 0,-1-1 0,1 1 0,0 0 0,0 0 0,0-1 0,0 1 0,0 0 0,0 0 0,1 0 0,-1 0 0,0 0 0,1 0 0,-1 3 0,-53 275 6685,-71 133-5625,45-172-3602,8 2-4224,71-241 6398,-1 6-528,0-1 0,-1 0 1,0 0-1,-5 9 0,7-14-844,24-11-953,-16 4 2304,0-1-1,0 0 1,-1-1-1,1 0 1,-2 0-1,1 0 0,-1-1 1,0 1-1,0-1 1,6-15-1,4-6-5,165-308 888,-12 3 1143,-5 7 290,-128 267-1636,2 1 0,2 2 0,58-63 1,-82 104-380,0 0 1,1 2-1,1 0 1,1 0-1,-1 2 1,2 0 0,30-14-1,-39 21-88,1 1-1,-1 1 1,1 0 0,-1 0-1,1 1 1,0 0-1,0 1 1,0 0 0,0 1-1,0 0 1,0 1-1,0 0 1,0 1 0,0 0-1,0 1 1,18 6-1,-18-3-17,1 0-1,-1 0 0,0 1 0,0 0 0,-1 1 0,0 0 0,0 1 0,-1 0 0,0 0 0,0 1 0,-1 0 0,-1 1 0,0 0 1,0 0-1,-1 0 0,5 13 0,-5-9-21,-1 0 1,0 0 0,-1 1-1,-1-1 1,-1 1-1,0 0 1,-1 0 0,0-1-1,-1 1 1,-1 0-1,-1 0 1,-6 26-1,-6 9-153,-21 100-1143,34-143 1159,1 0-1,-1 0 1,1-1 0,0 1-1,1 0 1,0 0 0,0-1-1,1 1 1,0 0 0,0-1-1,1 0 1,0 1 0,5 8-1,3 3-230,2-1-1,0-1 1,20 22-1,5 6-56,-34-41 422,0 0 1,-1 1-1,0 0 0,0-1 1,0 1-1,0 1 1,-1-1-1,0 0 0,0 1 1,0-1-1,-1 1 0,0-1 1,0 1-1,0 0 0,-1-1 1,0 1-1,0 0 1,0-1-1,-1 1 0,1 0 1,-2-1-1,1 1 0,0 0 1,-1-1-1,0 0 0,-1 1 1,1-1-1,-1 0 1,0 0-1,-4 5 0,-6 5 199,0 0 0,-2-1 0,0-1 0,-31 22 0,-75 38 591,56-37-438,-35 19 125,-27 18 244,124-71-672,0-1 0,0 1 0,0 0 0,0 1 0,1-1 0,-1 0 0,1 1 0,-1-1 0,-1 5 0,4-7-44,-1 0 0,1 1 0,0-1 1,0 0-1,0 1 0,0-1 0,0 0 0,0 1 1,0-1-1,0 0 0,0 1 0,1-1 0,-1 0 0,0 1 1,0-1-1,0 0 0,0 1 0,0-1 0,1 0 1,-1 1-1,0-1 0,0 0 0,0 0 0,1 1 0,-1-1 1,0 0-1,0 0 0,1 1 0,-1-1 0,0 0 1,1 0-1,-1 0 0,0 0 0,1 0 0,-1 1 0,0-1 1,1 0-1,-1 0 0,0 0 0,1 0 0,-1 0 1,0 0-1,1 0 0,-1 0 0,1 0 0,10 0 68,0 0 0,0 0 0,20-4 0,184-43 210,-94 19-52,-10 3 138,274-45 2513,-350 67-2293,-1 0 0,61 5 0,-85-1-478,-1 0-1,0 1 0,1 0 1,-1 0-1,0 1 1,0 0-1,0 1 0,-1 0 1,1 0-1,-1 1 1,0 0-1,0 0 0,0 1 1,-1 0-1,8 8 0,-2 4-109,0 0-1,-1 1 0,-1 0 1,13 31-1,-13-26-1592,1-1 0,21 32-1,-30-52 861,1 1 0,-1-2-1,1 1 1,-1 0-1,1-1 1,0 1 0,0-1-1,0 0 1,0 0 0,0-1-1,1 1 1,-1-1-1,0 0 1,1 0 0,6 0-1,-8 0 20,39 3-9328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2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8197,'17'-24'3716,"-3"18"-3216,-1-3-496,10 24-456,8 15-412,-5 0-2420,5 9-1549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2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10005,'1'0'191,"-1"0"1,0-1-1,1 1 1,-1 0-1,1 0 1,-1-1-1,1 1 1,-1 0-1,1 0 1,0 0-1,-1 0 1,1 0-1,-1 0 1,1-1-1,-1 1 1,1 1-1,-1-1 1,1 0-1,-1 0 1,1 0-1,-1 0 1,1 0-1,0 0 1,-1 1-1,1-1 1,-1 0-1,0 0 1,1 1-1,-1-1 0,1 0 1,-1 1-1,1-1 1,-1 0-1,0 1 1,1-1-1,-1 1 1,0-1-1,1 0 1,-1 1-1,0-1 1,0 1-1,1-1 1,-1 1-1,0-1 1,0 1-1,0-1 1,0 1-1,1 0 1,-1-1-1,0 1 1,0-1-1,0 1 1,0-1-1,-1 1 1,1 0-1,5 15-196,-3-12 185,0 0 1,1-1 0,-1 1 0,1-1 0,0 0 0,0 1 0,4 1-1,15 21 468,-20-22-594,0 0 0,0 0 0,0 0 0,1 0 0,0 0 0,-1-1-1,1 1 1,1-1 0,-1 0 0,0 0 0,1 0 0,0 0 0,-1-1-1,1 1 1,0-1 0,0 0 0,0 0 0,1 0 0,-1-1-1,0 1 1,8 0 0,1-2-13,1 0 1,-1-1-1,0 0 0,0-1 1,0-1-1,0 0 0,22-9 0,30-6 230,-23 9 41,-7 2 36,1 0 1,63-2-1,-87 9-306,0 1-1,0 0 0,0 1 1,-1 0-1,1 0 0,-1 2 1,1-1-1,-1 1 0,0 1 1,0 0-1,-1 0 0,16 12 1,5 7 70,43 43 0,-22-18-11,-43-41-87,1 0 0,-1-1 0,1 0 0,0-1-1,1 0 1,0 0 0,13 4 0,-17-8-7,0 0 0,0 0 1,1-1-1,-1 0 0,0 0 0,1 0 0,-1-1 0,1 0 1,-1-1-1,1 0 0,-1 0 0,1-1 0,6-2 0,0 0 15,-1-1 0,0-1 0,-1 0 0,0-1 0,0 0 0,0-1 0,-1 0 0,0-1 0,0 0 0,-1-1 0,0 0 0,-1 0 0,0-1 0,-1 0 0,0-1 0,-1 0 0,0 0-1,-1-1 1,0 0 0,-1 0 0,-1 0 0,4-17 0,-7 26-10,-1 1-1,1 0 0,-1-1 1,0 1-1,0-1 1,-1 1-1,1 0 1,0-1-1,-1 1 0,0 0 1,0-1-1,0 1 1,0 0-1,-1 0 1,1 0-1,-1 0 0,-3-5 1,3 6-10,0 1 0,1-1 0,-1 1 0,0 0 0,0-1 0,0 1 0,0 0 0,0 0 0,0 0 0,-1 1 0,1-1 0,0 0 0,0 1 0,-1-1 0,1 1 0,0 0 0,-1 0 0,1 0 0,0 0 0,-1 0 0,1 0 0,0 1 0,-1-1 0,1 1 0,0 0 0,0-1 0,0 1 0,-3 1 0,-3 2-25,1 0-1,-1 0 1,0 0 0,1 1-1,0 0 1,0 0-1,0 1 1,1 0-1,0 0 1,-9 12 0,12-13-98,-1 0 0,1 0 0,1 0 1,-1 0-1,1 1 0,0-1 0,0 1 0,0-1 1,1 1-1,0 0 0,0 0 0,0-1 1,1 1-1,-1 0 0,2 0 0,-1 0 0,2 7 1,-2-11 102,1-1 0,-1 1 0,1 0 0,0 0 1,-1-1-1,1 1 0,0 0 0,0-1 1,0 1-1,0-1 0,0 1 0,1-1 0,-1 0 1,0 1-1,1-1 0,-1 0 0,1 0 0,-1 0 1,1 0-1,0 0 0,-1 0 0,1-1 0,0 1 1,-1 0-1,1-1 0,0 1 0,2-1 0,6 1 258,-1 0-1,0-1 0,0 0 1,13-2-1,2 0 589,-20 2-293,14 3 158,-16-3-674,-1-1 1,0 1-1,1 0 1,-1 1-1,0-1 1,1 0 0,-1 0-1,0 1 1,1-1-1,-1 0 1,0 1-1,0-1 1,0 1-1,1 0 1,-1-1-1,0 1 1,0 0 0,0 0-1,0 0 1,0 0-1,0-1 1,0 1-1,-1 1 1,1-1-1,0 0 1,0 0 0,-1 0-1,2 2 1,4 10-277,65 115-4075,-57-108 751,1-1-1,20 22 1,4-3-6795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3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1 102 11193,'11'-23'1295,"-7"14"-373,1 0 0,-1 1 0,1-1 0,1 1 0,6-9 0,-10 16-793,0-1 1,0 0-1,-1 1 1,1-1 0,0 1-1,0 0 1,0-1-1,1 1 1,-1 0 0,0 0-1,0 0 1,1 1-1,-1-1 1,0 1 0,1-1-1,-1 1 1,0 0-1,1-1 1,-1 1 0,1 1-1,-1-1 1,1 0-1,-1 1 1,0-1-1,1 1 1,2 1 0,11 4 67,-1 1 1,1 0-1,-1 2 1,-1 0 0,0 0-1,0 1 1,-1 1-1,0 0 1,-1 1-1,0 1 1,-1-1 0,0 2-1,11 18 1,-4-3-71,-2 1 1,-1 1-1,-2 0 0,-1 0 1,15 61-1,1 13 30,-26-100-37,19-25-282,34-44-597,-37 41 133,0 1 1,34-29-1,-14 24-391,0 2 0,1 2 1,2 1-1,82-31 0,-73 32 413,-31 14 697,0 1 0,1 1-1,0 1 1,27-3 0,38-9 2277,-66 10-1978,0-2-1,-1 0 0,19-11 1,25-11 629,3 1 874,-63 29-1785,1 0 0,-1 0 0,0 0 0,1 0 0,-1 0 0,0 0 0,0 1 0,1-1 0,-1 1 0,0 0 0,0 0 1,0 0-1,0 0 0,1 0 0,-1 0 0,-1 0 0,1 0 0,3 4 0,-3 0-10,0 0 1,-1 1-1,0-1 0,0 1 1,0-1-1,-1 1 0,0-1 1,0 1-1,-1 6 0,1 11 149,3 176 996,-33 294-1,11-310-1031,-9-1 0,-52 184 0,74-341-195,-1-2-1,-1 1 1,-1-1 0,-1 0 0,-1-1 0,-26 39-1,35-59-2,1 0 0,-1 0 0,0 0-1,0 0 1,1-1 0,-1 1 0,0-1-1,0 0 1,0 1 0,-1-1 0,1 0-1,0 0 1,0 0 0,-1-1 0,1 1-1,0 0 1,-1-1 0,1 1 0,-1-1-1,1 0 1,0 0 0,-1 0-1,1 0 1,-1-1 0,1 1 0,-1 0-1,1-1 1,0 0 0,-1 0 0,-2-1-1,0 0 38,1-1-1,0 1 0,0-1 0,0 0 0,0 0 1,1 0-1,-1-1 0,1 1 0,0-1 0,0 0 0,0 0 1,1 0-1,-1 0 0,-2-7 0,-1-6 33,1-1 0,0 0 0,2 0-1,0 0 1,1 0 0,0 0 0,2-1-1,1-19 1,3 2-75,0 0 1,3 1-1,11-41 0,-2 29-368,2 1 0,2 1-1,2 0 1,34-51 0,-8 24-2579,91-103 1,-109 143 793,2 1 1,1 2 0,2 1 0,68-43-1,36-11-9251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3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235 170 16165,'-64'-46'3389,"61"31"-177,-11 3-384,4 0-627,0-6-445,3 3 788,1 0-1872,-4 0-672,-7 0-6537,-13 9 2917,0 21-3049,-4-9-6288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5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389 0 14569,'-13'12'641,"6"-6"-196,1 0 0,-1 0 1,1 1-1,0-1 0,0 1 1,1 1-1,0-1 0,0 1 0,1 0 1,0 0-1,-4 12 0,-53 160 8955,-9-3-6543,-5 13-2900,46-114 31,-20 54-1424,33-65-2768,10 1-4121,6-59 2191,3 6-3538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6.2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1 736 9573,'81'-237'2121,"-63"180"-599,3 2 1,3 0-1,37-62 0,-51 101-1197,2 0 0,-1 1 0,2 1 0,0 0 1,1 1-1,0 0 0,1 1 0,0 0 0,1 2 0,0 0 1,1 0-1,21-8 0,-14 10-138,-1 0 0,1 1 0,0 1 0,1 2 0,-1 0 0,1 2 0,0 0 0,0 2 0,-1 1 0,1 0 0,0 2 0,-1 1 0,1 1 0,-1 1 0,0 1 0,-1 2-1,0 0 1,0 1 0,-1 1 0,25 17 0,-28-15-148,0 1 0,0 0 0,-1 2 1,-1 0-1,-1 1 0,0 1 0,-2 0 0,0 1 0,17 30 0,-21-31-115,-2 0 0,0 1 1,-1 1-1,-1-1 1,0 1-1,-2 0 0,-1 0 1,0 0-1,-1 1 0,-1-1 1,-3 34-1,-3-21-291,0-2-1,-3 1 1,0-1 0,-2 0-1,-2-1 1,0 0-1,-2 0 1,-1-2 0,-2 0-1,-21 28 1,-9 5-960,-2-2 0,-4-2 0,-62 53-1,-36 15-735,131-110 2041,-1-1 1,-1-1-1,0-1 0,-1 0 1,-38 12-1,60-25 130,-1 1 0,0 0 0,1 0 0,-1-1 0,0 1 0,0-1 0,1 0 0,-1 1 0,1-1 0,-1 0 0,1 0 0,-1 0 1,1 0-1,-1 0 0,1 0 0,0-1 0,0 1 0,0 0 0,-2-3 0,4 3-56,-1 0 0,1-1 1,0 1-1,0 0 0,-1 0 0,1-1 1,0 1-1,0 0 0,0 0 1,0 0-1,1 0 0,-1 0 0,0 0 1,0 1-1,0-1 0,2-1 1,24-12 643,-17 11-483,-1 0 0,1 1-1,0 0 1,0 0 0,-1 1-1,1 0 1,0 1-1,0 0 1,0 0 0,0 1-1,0 1 1,10 2 0,11 4 318,0 2 1,40 18-1,94 53 974,-100-46-903,77 28 0,-97-45-515,2-3 0,-1-2 1,2-2-1,-1-2 0,2-2 1,-1-2-1,0-3 0,1-1 1,84-10-1,-65-2-43,107-30-1,-141 30-11,0-1 1,-1-2-1,0-1 0,57-38 0,-45 23-59,-2-2 1,-1-2-1,-1-2 1,39-45-1,-81 81 26,1 0-1,0 0 1,-1 0-1,1 0 0,-1 0 1,1 0-1,0 0 0,-1 0 1,1 0-1,-1 0 1,1 0-1,0 0 0,-1 0 1,1 0-1,-1 0 1,1 0-1,0 0 0,-1-1 1,1 1-1,0 0 1,-1 0-1,1-1 0,0 1 1,-1 0-1,1 0 0,0-1 1,-1 1-1,1 0 1,0-1-1,0 1 0,0 0 1,-1-1-1,1 1 1,0 0-1,0-1 0,0 1 1,0-1-1,0 1 1,-1 0-1,1-1 0,0 1 1,0-1-1,0 1 0,0 0 1,0-1-1,0 1 1,0-1-1,1 1 0,-1 0 1,0-1-1,0 1 1,0-1-1,0 1 0,0 0 1,1-1-1,-1 1 1,0 0-1,0-1 0,1 1 1,-1 0-1,0-1 0,0 1 1,1 0-1,-1 0 1,0-1-1,1 1 0,-1 0 1,0 0-1,1-1 1,-32 6-4,18 0 2,1 1 0,0 0 0,0 1 0,1 0 0,0 1 0,0 0 0,-12 12 1,3-1-45,0 2 1,-21 29 0,39-47 24,0 0 0,0 0 0,0 1 0,0-1 0,1 0 0,-1 1 1,1-1-1,0 1 0,0 0 0,0-1 0,1 1 0,-1 4 0,1-7 8,0 1 0,0 0 0,0 0 0,1 0 0,-1-1 0,0 1 0,1 0 0,0 0 0,-1-1 0,1 1 0,0-1 0,0 1-1,-1 0 1,1-1 0,1 1 0,-1-1 0,0 0 0,0 1 0,0-1 0,1 0 0,-1 0 0,1 0 0,-1 0 0,3 2 0,5 0-32,-1 1 0,1-1-1,0 0 1,0-1 0,0 0 0,1 0 0,-1-1-1,0 0 1,1-1 0,-1 0 0,11-2 0,4-1-49,0-1 1,0-2 0,28-9 0,-34 8 48,0 0 1,25-14 0,92-60-116,-113 66 136,-1 0 0,0-1 0,-1-2 1,24-25-1,-36 34 19,-1 0 1,-1 0-1,1-1 0,-2 0 1,1 0-1,-1 0 0,-1-1 0,0 1 1,5-21-1,-8 27 7,0-1 1,0 1-1,0-1 0,-1 1 0,1-1 1,-1 1-1,0-1 0,-1 1 1,1-1-1,-1 1 0,0 0 0,0-1 1,0 1-1,-1 0 0,1-1 0,-1 1 1,0 0-1,0 0 0,-1 0 0,1 1 1,-1-1-1,0 1 0,0-1 1,0 1-1,0 0 0,0 0 0,-1 0 1,1 0-1,-1 1 0,0 0 0,0-1 1,0 1-1,0 1 0,0-1 0,-1 1 1,1-1-1,0 1 0,-1 0 0,1 1 1,-1-1-1,1 1 0,-1 0 1,1 0-1,-1 0 0,1 1 0,-1-1 1,1 1-1,-6 2 0,4-1-38,0-1-1,1 1 0,-1 0 1,1 1-1,0-1 1,0 1-1,0 0 0,0 0 1,0 1-1,0-1 1,1 1-1,0 0 0,0 1 1,0-1-1,-6 9 1,8-9-61,0 1 0,0-1 1,0 1-1,1-1 0,-1 1 1,1 0-1,0 0 1,0 0-1,1-1 0,0 1 1,0 0-1,0 0 0,0 0 1,1 0-1,-1 0 0,1-1 1,1 1-1,-1 0 1,2 4-1,-1-5 54,1 0 0,-1 0 0,1 0 1,-1 0-1,1-1 0,0 1 0,0-1 0,1 0 0,-1 0 1,1 0-1,0 0 0,-1-1 0,6 3 0,63 29 364,-24-12 324,-37-15-412,0 1-1,0 1 1,-1-1-1,0 2 1,0-1-1,-1 1 1,-1 1 0,8 11-1,-3-3 187,-2 1 0,0 0-1,15 41 1,-2 21 289,-3 1 1,16 152-1,-24-92-562,-7 0 1,-12 149-1,-14-103-995,15-164 679,-1-1 0,0 1 0,-2-1-1,-1-1 1,-18 35 0,24-52 138,-1 0-1,0 0 1,0-1 0,0 1 0,-1-1 0,0 0 0,0 0-1,0-1 1,-1 1 0,-10 6 0,13-10 50,-1 1-1,1-1 1,-1 0 0,1 0 0,-1 0 0,1 0-1,-1 0 1,0-1 0,1 1 0,-1-1-1,0 0 1,0-1 0,1 1 0,-1 0-1,0-1 1,1 0 0,-1 0 0,1 0-1,-1 0 1,1-1 0,-5-2 0,4 1 28,-1 0 0,1-1 1,0 0-1,0 0 1,0 0-1,0 0 0,1-1 1,-1 1-1,1-1 1,1 0-1,-1 0 0,1 0 1,-1-1-1,1 1 0,1 0 1,-2-8-1,-3-11 95,2 0-1,-2-35 1,5 13-409,1 0 1,3 0-1,1 1 1,3-1-1,1 1 1,23-69-1,-10 52-1567,31-61 0,41-49-5947,-18 57-2740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6.9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26 11433,'-10'4'2210,"9"-9"517,11-14 502,-9 20-3091,0-1 1,0 0-1,1 1 0,-1-1 0,0 0 1,0 1-1,0 0 0,0-1 1,0 1-1,0-1 0,0 1 0,0 0 1,0 0-1,0 0 0,2 1 0,-2 0 114,8 6-27,0 0 0,-1 1 0,0 0 0,0 0 0,-1 1 0,-1 0 0,1 0 0,-2 1-1,7 16 1,-5-10-140,-2 0-1,0 1 1,-2 0-1,1 0 1,0 30-1,-4-9-212,-2 1-1,-2-1 0,-1 0 1,-2 0-1,-14 46 1,1-26-11,-2 0 1,-45 81 0,45-104-1,17-32 97,13-22 19,20-32-9,2 2 0,2 1 0,69-76 0,-56 69-7,32-31-152,137-115 1,-144 138 87,7-16-20,-15 15 229,-50 50-39,-8 9 93,-6 6 53,-6 7-92,1 1 0,0-1 0,-6 11 0,10-15-120,1-1 1,1 1-1,-1 0 1,1-1-1,-1 1 1,1 0-1,1 0 1,-1 0-1,1 0 1,-1 0-1,2 0 1,-1 0-1,0 0 1,1 0-1,0 0 1,0 0-1,4 9 1,-2-9-33,0-1 1,0 1 0,0-1-1,0 1 1,1-1 0,0 0-1,0 0 1,0-1 0,1 1-1,-1-1 1,1 0 0,-1 0-1,1-1 1,0 1 0,0-1-1,7 2 1,-3-1-13,0-1 0,0 0 1,0-1-1,1 0 0,-1 0 0,1-1 0,-1 0 1,1-1-1,-1 0 0,0 0 0,1-1 0,8-3 0,-5 1 29,-1 0-1,0-1 0,0 0 0,0-1 0,0-1 0,-1 1 0,0-2 0,11-9 0,-16 11 40,0 1 1,0 1-1,1-1 0,-1 1 0,1 0 0,0 0 0,9-3 0,-14 7-18,-1-1-1,1 1 1,0-1 0,0 1 0,-1-1 0,1 1-1,0 0 1,0 0 0,-1 0 0,1 0-1,0 0 1,0 1 0,-1-1 0,1 0-1,0 1 1,0-1 0,-1 1 0,1 0-1,0-1 1,-1 1 0,1 0 0,-1 0 0,1 0-1,-1 0 1,0 0 0,1 0 0,-1 1-1,0-1 1,0 0 0,0 1 0,0-1-1,0 1 1,0-1 0,0 1 0,1 3-1,5 14 0,0 1 0,-1 0 0,-1 1 0,-1-1-1,2 39 1,-5 111-19,-2-94 7,1-73 20,1-7 20,11-28 101,1 2-1,2 0 1,1 1-1,1 0 1,1 2-1,2 0 1,0 1-1,31-29 1,-36 40-116,1 1 0,0 1 0,2 0 0,-1 2 0,1 0 0,1 0 0,0 2 0,1 1 0,-1 0-1,1 1 1,1 1 0,-1 1 0,1 1 0,25-2 0,-31 5-11,1 1 0,-1 0 0,0 1 0,0 1 0,0 0 0,1 1 0,-2 0 0,1 2 0,0-1-1,20 11 1,-28-11 21,-1 0 0,0 0 0,0 0 0,0 0 0,0 1 0,-1 0 0,1 1 0,-1-1 0,-1 1 0,1 0 0,-1 0 1,0 0-1,0 1 0,-1-1 0,0 1 0,0 0 0,-1 0 0,1 0 0,-1 0 0,-1 0 0,0 1 0,0-1 0,0 10 0,-1-3 75,-1-1 0,-1 0 1,0 0-1,-1 0 1,0 0-1,-1-1 0,0 1 1,-1-1-1,-1 0 0,0 0 1,0-1-1,-15 21 1,-11 8 66,-1-2 1,-38 36-1,32-35-274,10-11-793,-1-2-1,-44 30 0,43-34-3169,0-1-3306,17-12-2576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7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16 13677,'-15'3'6687,"36"-1"-1261,-14-1-6444,572 31 5595,287-31-12228,-793-3 6458,100-8-2310,-139 6 681,43-11 0,4-8-5552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8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21 354 3676,'11'1'596,"0"0"1,0-1-1,0-1 0,0 1 0,0-2 0,0 1 0,13-5 0,-21 5 679,1-1 122,1 1-1324,8-3 1923,0-1 0,-1 0 0,22-12 0,-31 15-170,-3-2 7,4-69 7246,-2 45-8495,3 7-313,-3 15-271,13-12 0,-9 11 0,17-17 0,-20 21 0,21-9 0,-8 6 0,-15 6 0,-1 0 0,1-1 0,-1 1 0,1 0 0,0 0 0,-1-1 0,1 1 0,-1 0 0,1 0 0,0 0 0,-1 0 0,1 0 0,0 0 0,-1 0 0,1 0 0,0 0 0,-1 0 0,1 0 0,-1 1 0,1-1 0,0 0 0,-1 0 0,1 1 0,-1-1 0,1 0 0,0 1 0,-1-1 0,1 0 0,-1 1 0,0-1 0,1 1 0,0 0 0,-1 7 0,3 18 0,-6-18 0,0-3 0,0 1 0,0 1 0,-1-1 0,1 0 0,-1 0 0,0-1 0,-1 1 0,-4 4 0,-19 26 0,19-24 0,0 0 0,-1-1 0,0 0 0,-17 14 0,17-17 0,0 1 0,1 0 0,0 0 0,1 1 0,0 1 0,0-1 0,-9 19 0,-7 24 0,3-8 0,3-1 0,1 2 0,-13 59 0,27-91 0,1 0 0,0 0 0,1-1 0,0 1 0,1 0 0,1 0 0,1 0 0,0 0 0,0-1 0,1 1 0,1-1 0,0 0 0,1 0 0,1 0 0,-1 0 0,10 12 0,-6-12 0,0 0 0,1-1 0,0-1 0,1 1 0,1-2 0,-1 1 0,2-2 0,-1 0 0,24 13 0,-15-12 0,0-1 0,0 0 0,1-2 0,0 0 0,45 6 0,-21-9 0,0-1 0,0-3 0,0-1 0,0-3 0,0-1 0,46-12 0,-55 8 0,0-1 0,0-2 0,64-29 0,-85 32 0,0 0 0,-1 0 0,0-1 0,0-1 0,-1-1 0,-1 0 0,0-1 0,-1 0 0,0-1 0,13-20 0,-14 17 0,-2-1 0,0 0 0,-1 0 0,-1-1 0,-1 0 0,-1 0 0,0 0 0,-1-1 0,-1 0 0,-1 1 0,-1-35 0,-3 30 0,0-1 0,-2 2 0,0-1 0,-2 0 0,-1 1 0,0 0 0,-2 0 0,-1 1 0,-17-30 0,10 26 17,-2 0-1,-1 0 1,0 2 0,-2 1-1,-1 0 1,-1 2 0,0 0-1,-2 2 1,0 1 0,-1 1-1,-1 1 1,-42-17 0,36 19-262,-1 2 1,0 1 0,0 2-1,-1 1 1,0 2-1,0 1 1,0 2 0,-1 1-1,0 3 1,-61 7-1,96-8 25,-67 15-3065,37-2-394,6 8-4028,17-5-4713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9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63 255 15789,'-1'1'3726,"-8"7"-1948,5-3-1142,0 0 0,0 0 1,1 0-1,-1 0 1,1 0-1,0 1 0,1-1 1,0 1-1,-1 0 1,-1 10-1,0 4 255,0 0 0,-1 23 0,1 22 10,8 114-1,-4-174-900,1 0 0,-1 0 0,1 0 0,1-1 0,-1 1 0,0 0 0,1-1 0,0 0 0,0 1 0,0-1 0,1 0 0,-1 0 0,1 0 0,0 0 0,0 0 0,7 5 0,-5-5 0,1-1 0,-1 0 0,0-1 0,1 1 0,0-1 0,-1-1 0,1 1 0,0-1 0,0 0 0,0 0 0,0 0 0,0-1 0,7 0 0,194-18 0,-118 7 0,148-17 0,-207 25 0,0-2 0,0 0 0,0-2 0,-1-1 0,0-1 0,-1-2 0,0-1 0,0-1 0,-2-1 0,0-2 0,0 0 0,28-25 0,35-44 0,110-134 0,-74 76 0,-103 119 0,-13 12 0,1 0 0,1 2 0,0-1 0,18-12 0,-27 22 0,0 0 0,0 0 0,0 0 0,0 0 0,0 1 0,0-1 0,0 1 0,0-1 0,0 1 0,0 0 0,0 0 0,1 0 0,-1 0 0,0 0 0,0 0 0,0 1 0,0-1 0,0 1 0,0-1 0,0 1 0,0 0 0,0 0 0,0 0 0,0 0 0,2 1 0,0 1 0,-1 0 0,1 0 0,0 1 0,-1-1 0,1 1 0,-1-1 0,0 1 0,0 0 0,3 7 0,7 20 14,-2 1 1,-1 0-1,-1 0 1,-2 1-1,5 53 1,-8-47-261,3 1-1,1-2 1,19 58 0,22 36-10980,-47-128 9593,-6-5-165,-1-1 1878,0 1 0,1-2 0,-1 1 0,1-1 0,-1 1-1,1-1 1,0 0 0,0-1 0,0 1 0,1-1 0,-1 0 0,1 0 0,0 0-1,0 0 1,-4-9 0,-1 0 385,2-1 1,0-1-1,0 1 0,-3-18 1,7 27-357,2-1-1,-1 1 1,1-1 0,-1 1 0,1-1 0,1 1 0,-1-1 0,1 1 0,0-1 0,0 1 0,1 0 0,0-1 0,0 1 0,0 0 0,0 0 0,1 0 0,0 1 0,0-1 0,0 0-1,0 1 1,1 0 0,0 0 0,0 0 0,7-5 0,4-1 51,1 0-1,0 1 1,1 1-1,0 0 1,0 2-1,1 0 1,0 0-1,23-3 1,19 1 142,72-2 1,-104 8-255,14 0 22,0 1 1,0 1-1,0 3 1,73 14-1,-105-14-64,0 1 0,-1 0 0,1 1 0,-1-1 0,0 2 1,-1-1-1,1 1 0,11 11 0,59 63-679,-72-72 521,14 18-416,0 1 0,-2 1 0,23 44-1,-41-69 532,38 56-219,-38-57 548,15-17 1181,-4 3-437,-10 9 851,-1 1-1135,11-16 178,-11 18-907,-1 0 0,0 0 0,0 0-1,1 0 1,-1 0 0,0 0 0,0 0 0,1 0 0,-1 0 0,0 0 0,1 0 0,-1 1 0,0-1-1,0 0 1,1 0 0,-1 0 0,0 0 0,0 0 0,1 0 0,-1 1 0,0-1 0,0 0 0,0 0-1,1 0 1,-1 1 0,0-1 0,0 0 0,0 0 0,0 1 0,1-1 0,-1 0 0,0 0 0,0 1-1,0-1 1,0 0 0,0 1 0,9 45 653,-9-44-695,1 16-1,-1 0-1,-1 0 0,-1 0 0,-1 0 0,0 0 0,-1 0 0,-1 0 0,-10 22 0,-3 19-683,15-46 501,8-17 36,6-9 248,5 0-54,0 1 0,0 0 0,1 1 0,1 0 0,0 2-1,1 0 1,-1 1 0,1 1 0,32-8 0,-22 8-21,0 2 0,1 1 0,-1 1 0,1 1 0,57 5 0,-82-2-5,0-1 0,0 2-1,0-1 1,0 0 0,0 1-1,0 0 1,0 0 0,-1 1-1,6 3 1,-6-4-2,-4-1-6,0 0-1,-1 0 1,1 0-1,0 0 1,0-1-1,-1 1 1,1 0-1,0 0 1,-1 0-1,1 0 1,-1 0-1,1-1 0,-1 1 1,1 0-1,-1-1 1,0 1-1,1 0 1,-1-1-1,-1 2 1,1-1-15,-3 3-153,-1 0 0,1-1 0,-1 1 0,0-1 0,0 0 0,0 0 0,-1-1 0,1 1 0,-1-1 0,1 0 0,-1-1 0,0 1 0,0-1 0,-9 1 0,-9-1-1499,-1 0-1,-29-4 0,15 1-1233,-18 0-3285,0-3-3550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39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17894,'11'32'1991,"-9"-25"275,4-7 217,28 6-568,-1 1 1,55 20-1,-11-3-842,710 156 517,11-63-3712,-566-100-1604,-135-14-1411,-33-1-1697,-32 1-5406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0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 49 14685,'-28'-13'3363,"28"13"-3090,-1-1 0,1 0 0,0 1 0,-1-1 0,1 0-1,0 1 1,0-1 0,0 0 0,0 0 0,-1 1 0,1-1 0,0 0 0,0 1 0,0-1 0,1 0 0,-1 0 0,0 1 0,0-1 0,0 0 0,0 1 0,1-1 0,-1 0 0,0 1 0,1-2 0,6-12 1858,-6 11 32,-1 4-1915,1 1 0,-1-1 0,0 1 0,0 0 0,1-1 0,-1 1 0,0-1 0,-1 1 0,1 0 0,0-1 0,-1 3 0,0 6 114,-2 11-306,0-1 0,-2 0 0,0 0 0,-12 31 0,-42 77-81,8-17 33,18-34-8,-60 166 0,84-214 0,2 1 0,0 0 0,3 0 0,0 1 0,2-1 0,2 43 0,0-63 0,1 0 0,1 0 0,0 0 0,0 0 0,1-1 0,0 1 0,1-1 0,0 0 0,0 0 0,1 0 0,0 0 0,1-1 0,0 0 0,0 0 0,1 0 0,0-1 0,0 0 0,1 0 0,-1-1 0,2 0 0,-1 0 0,1-1 0,-1 0 0,1-1 0,1 0 0,-1 0 0,14 3 0,3-1 0,0-1 0,1-2 0,0 0 0,0-2 0,-1-1 0,1-1 0,0-1 0,0-2 0,34-8 0,21-11 0,126-53 0,-42 12 0,-163 63 0,1-1 0,-1 1 0,1-1 0,0 1 0,0 0 0,0 0 0,0 0 0,0 1 0,0-1 0,0 1 0,0 0 0,0 0 0,0 0 0,0 1 0,0-1 0,0 1 0,0 0 0,0 0 0,0 1 0,5 2 0,8 6 0,0 2 0,-1 0 0,-1 0 0,0 2 0,-1 0 0,0 1 0,13 19 0,42 42 0,-47-57 0,1 0 0,1-1 0,0-2 0,49 26 0,-57-35 0,0 1 0,1-2 0,0 0 0,0-1 0,1-1 0,-1-1 0,1 0 0,0-1 0,24-1 0,-35-2 0,-1 0 0,1-1 0,-1 1 0,1-2 0,-1 1 0,0 0 0,0-1 0,10-6 0,-14 8 0,-1-1 0,1 1 0,-1 0 0,0-1 0,1 1 0,-1-1 0,0 0 0,0 1 0,0-1 0,0 0 0,0 1 0,-1-1 0,1 0 0,0 0 0,-1 0 0,1 0 0,-1 0 0,0 0 0,0 0 0,1 0 0,-1 0 0,-1 0 0,1-2 0,-11-40 0,10 41 0,-6-14 0,-1 0 0,0 0 0,-1 1 0,-1 1 0,-1 0 0,0 0 0,-23-23 0,-101-82 0,120 108 0,-34-27-52,-1 3-1,-1 1 1,-2 3 0,-105-46 0,151 75-154,-57-21-1214,20 13-3955,53 17-1856,7 4 3481,36 15-7790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0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0 606 13697,'17'-45'10681,"-14"45"-10479,1 0 0,-1 1-1,1-1 1,-1 1 0,1 0 0,-1 0-1,0 0 1,1 0 0,-1 1-1,0-1 1,0 1 0,0 0 0,0 0-1,0 0 1,4 4 0,-2-1-25,0 1-1,0 0 1,-1 0 0,1 0 0,-1 1 0,5 12-1,0 3 46,-1 1 0,-1 0-1,6 32 1,-12-47-158,1 2-26,-1 0 0,1-1 1,0 1-1,1-1 0,0 1 0,1-1 0,0 0 1,0 0-1,1-1 0,8 12 0,-12-19-36,1 0-1,-1 0 1,1 0-1,-1 0 1,1 0-1,0-1 1,-1 1-1,1 0 1,0-1-1,0 0 1,-1 1-1,1-1 1,0 0-1,0 0 1,0 0-1,-1 0 1,1 0-1,0 0 1,0 0-1,-1-1 1,1 1-1,0-1 1,0 1-1,2-2 1,46-23 13,-35 16-5,15-7-3,1 2 0,1 1 0,0 1 0,37-8 0,-52 17-5,1 0 0,-1 1 0,1 1 1,-1 1-1,1 0 0,-1 1 0,1 1 0,-1 1 0,30 8 0,71 33-3,6 1-2,-114-43-9,1 0-1,0 0 0,0-1 1,0 0-1,0-1 0,0-1 1,0 0-1,0 0 0,-1-1 1,1 0-1,0-1 0,-1 0 1,1 0-1,15-9 0,-6-1 57,0-1-1,-1-1 1,-1 0-1,0-1 1,-1-1-1,-1-1 1,18-25-1,39-40 1972,-56 71-1785,-15 12-229,0 0 0,0 0 0,-1 0 1,1 0-1,0 0 0,-1 0 0,1 0 1,0 1-1,-1-1 0,1 0 0,0 1 1,-1 0-1,1-1 0,-1 1 0,1 0 1,-1 0-1,1 0 0,-1 0 0,0 0 1,1 0-1,-1 0 0,0 0 0,0 1 1,0-1-1,0 0 0,0 1 0,0-1 1,0 1-1,0-1 0,0 3 0,2 5-2,0-1 0,0 0 0,-1 1 0,1 12 0,-2-15 3,10 64-2,-1 1 0,24 86 0,-24-128-372,-4-26 98,-2-1 37,-3-2 153,0 1-1,0 0 0,0-1 0,0 1 1,0-1-1,0 1 0,0-1 1,0 1-1,0-1 0,1 0 0,-1 1 1,0-1-1,0 0 0,0 0 0,1 0 1,-1 0-1,0 0 0,0 0 1,0 0-1,1-1 0,-1 1 0,0 0 1,0-1-1,1 0 0,1 0-75,1-1 0,-1 0 0,-1 0 0,1 0 0,0 0-1,0-1 1,-1 1 0,4-5 0,1-2-178,0-1 0,-1 0 0,0 0 0,8-18-1,53-138-2484,112-200-1,47-28 3488,-226 393-503,1 1 0,-1 0 0,1-1 0,-1 1-1,1-1 1,-1 1 0,0-1 0,1 1 0,-1-1-1,0 1 1,1-1 0,-1 1 0,0-1 0,0 1 0,0-1-1,1 1 1,-1-1 0,0 0 0,0 1 0,0-1-1,0 1 1,0-1 0,0 0 0,0 1 0,0-1 0,-1 0-1,-13 13 2516,-4 8-1992,1 1 0,1 1 0,1 1 0,0 0 1,-13 33-1,-46 131-691,43-99 305,-25 117 0,49-168-811,2 0 1,0 38 0,5-45-1488,2 0-1,0-1 1,9 36 0,5-11-5822,14-5-5197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0.9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50 124 13025,'-38'-22'2402,"37"21"-2243,1 1 0,-1-1 0,0 0 0,0 0-1,0 0 1,0 0 0,1 1 0,-1-1 0,1 0-1,-1 0 1,0 0 0,1-1 0,0 1-1,-1 0 1,1 0 0,0 0 0,-1 0 0,1 0-1,0 0 1,0-1 0,0 1 0,0 0 0,0 0-1,0 0 1,0 0 0,0 0 0,1-1-1,-1 1 1,0 0 0,1 0 0,-1 0 0,1 0-1,0-2 1,1 1 67,-1-1 0,1 1 0,0-1 0,-1 1 0,1 0 0,0 0 0,1 0 0,-1 0 0,0 0 0,0 0 0,6-2 0,10-4 180,0 2 0,1 0 0,0 1 1,1 1-1,-1 1 0,1 0 0,-1 2 0,33 1 0,164 24 546,-156-15-677,126 29 188,-155-30-451,-1 2-1,0 1 1,51 28-1,-74-35-260,-1 1 1,1 1-1,-1-1 0,1 1 0,-1 0 0,-1 0 1,0 1-1,1 0 0,5 10 0,4 11-3832,-1-1-4430,-13-26 7943,5 12-9729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1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1 106 10721,'6'-51'2388,"11"18"2937,-10 21-4361,6 3 284,7 18-2076,4 0-828,-14 12-709,10 12-2243,-3 0-3597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1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10221,'0'0'10885,"0"3"-10191,9 105 1774,-8-105-2366,23-22 90,5-6-103,-20 16-61,1 1 0,0 0 1,0 1-1,0 0 0,18-9 0,-18 12-1,33-14 119,-40 18-145,-1-1 0,1 0-1,0 1 1,-1-1 0,1 1-1,0 0 1,0 0-1,-1 0 1,1 0 0,0 0-1,0 1 1,-1-1 0,1 1-1,4 1 1,-3 1 2,0 0-1,0 0 1,0 0 0,0 0 0,0 1-1,0-1 1,-1 1 0,0 0-1,0 0 1,0 1 0,0-1 0,-1 0-1,3 7 1,-1-2-9,-1-1-1,0 1 1,-1 0 0,0 0-1,0 0 1,-1 0 0,1 15-1,-2-15-11,-1-3 27,2 1-1,-1 0 1,0 0 0,4 11 0,-4-17-16,0-1 0,0 0 0,0 1 0,0-1 0,0 0 0,1 1 0,-1-1 0,0 0 0,0 1 0,0-1 0,1 0 0,-1 1 0,0-1 0,1 0 0,-1 0 0,0 1 0,0-1 1,1 0-1,-1 0 0,0 0 0,1 1 0,-1-1 0,1 0 0,-1 0 0,0 0 0,1 0 0,-1 0 0,0 0 0,1 0 0,-1 0 0,1 0 0,-1 0 0,0 0 0,1 0 0,-1 0 0,0 0 0,1 0 0,-1 0 1,1 0-1,-1 0 0,0-1 0,1 1 0,-1 0 0,1 0 0,22-18-149,18-33-21,-33 40 150,2 1 0,-1-1-1,1 1 1,0 1 0,23-16-1,-31 25 27,0-1 0,0 1-1,0 0 1,-1 0 0,1 0-1,0 0 1,0 0 0,0 1 0,0-1-1,0 0 1,-1 1 0,1-1-1,0 1 1,0 0 0,-1 0 0,1-1-1,3 4 1,-4-4 4,6 5-15,1 0-1,-1 1 1,0 0-1,0 0 1,0 0-1,-1 1 1,0 0-1,7 11 1,-11-16 14,2 3-14,1-1 1,-1-1-1,1 1 1,-1-1-1,1 1 1,0-1 0,0 0-1,1-1 1,-1 0-1,0 0 1,1 0-1,0 0 1,9 1 0,-14-3 5,0 0 1,0 0 0,1 0 0,-1 0 0,0 0 0,0-1 0,0 1 0,0 0 0,0-1 0,0 1 0,0 0 0,0-1 0,0 1 0,0-1 0,-1 0 0,1 1 0,0-1 0,1-1 0,2-1-5,4-2-7,-1 0 0,0-1 0,0 0 0,0 0 0,-1 0 0,0-1 0,-1 0 0,1 0 0,-1-1 0,0 0 0,-1 1-1,6-16 1,16-22-44,-25 43 109,0 19-81,1 14 46,-1-18-16,0-1 1,1 1 0,5 22-1,-7-35-4,0 1-1,0 0 1,0-1-1,1 1 1,-1-1-1,0 1 1,0-1-1,0 1 0,0-1 1,1 1-1,-1-1 1,0 1-1,1-1 1,-1 1-1,0-1 1,1 1-1,-1-1 1,1 0-1,-1 1 0,0-1 1,1 0-1,-1 1 1,1-1-1,-1 0 1,1 1-1,-1-1 1,1 0-1,-1 0 0,2 1 1,12-9-255,-8 4 307,-4 2-47,1-1 0,-1 0-1,0 1 1,0-1 0,0 0-1,-1 0 1,1 0 0,-1 0-1,1 0 1,-1 0 0,0 0 0,0-1-1,0 1 1,0-4 0,3-7 93,-3 12-73,1 0 0,-1 1 0,1-1 0,0 1-1,0 0 1,-1 0 0,1-1 0,0 1 0,0 0 0,0 1 0,0-1 0,0 0 0,1 1 0,-1-1 0,0 1 0,0-1 0,0 1 0,4 0-1,12 0 27,-1 1-1,1 1 0,-1 0 0,1 1 0,-1 1 0,0 1 0,0 0 0,-1 1 0,0 1 0,16 9 1,-31-16-42,1 1 1,-1 0-1,0 0 1,0 0-1,0-1 1,0 1-1,0 0 1,0 0-1,0 1 1,-1-1 0,1 0-1,0 0 1,-1 0-1,1 0 1,0 1-1,-1-1 1,1 0-1,-1 1 1,0-1 0,0 0-1,1 1 1,-1-1-1,0 0 1,0 1-1,0 1 1,-1 0 0,0 1 0,0-1 0,0 0 0,0 1 0,0-1 0,-1 0 0,0 0 0,1 0 0,-5 5 0,-5 5-4,0-1 0,0 0-1,-17 12 1,-9 1-233,-9 7-1115,43-30 1105,1 0 0,0 0 0,0 0 0,0 0 0,1 1 1,-1-1-1,0 0 0,1 1 0,-1-1 0,1 1 0,0 0 0,0-1 0,0 1 0,0 0 0,0 3 0,1-4-308,0 0 0,1 0 0,-1 0 0,1 0 0,-1 0 0,1 0 0,0 0 0,0 0 0,0 0 0,0 0 1,0 0-1,0 0 0,3 3 0,14 8-7316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2:41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0 7289,'-26'12'4900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7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155 228 3484,'-6'-4'471,"1"1"0,-1 0 0,0 0 0,0 0 0,-11-3-1,11 4-202,0 0 0,1 0-1,-1 0 1,1-1 0,0 0-1,-1 0 1,1 0 0,-4-5-1,-17-7 483,24 14-453,1 0-271,1 0 1,0 0-1,0 1 1,-1-1-1,1 0 0,-1 1 1,1-1-1,-1 0 1,1 0-1,-1 1 0,1-1 1,-1 1-1,1-1 1,-1 1-1,0-1 0,1 1 1,-1-1-1,0 1 1,0-1-1,1 1 0,-1 0 1,0-1-1,0 1 1,0 0-1,1 0 0,-1 0 1,-1-1-1,-7-3 537,19-5-298,4 3-229,0 1 0,0 0 0,0 1 1,1 1-1,19-3 0,5-1-1,11-5 24,28-6 60,112-12-1,633-7 138,3 66-269,6 26 33,217 9-17,-1044-64-3,100 5-15,125-13 0,-227 8 11,-1 0 0,1 0 0,0-1 0,-1 0 0,1 1 1,0-1-1,-1 0 0,1 0 0,-1 0 0,1-1 0,-1 1 0,1-1 0,1-1 0,-3 2 1,-1 1 0,0 0 0,0-1 0,1 1 0,-1 0 0,0-1 0,0 1 0,0-1 0,1 1 0,-1 0 0,0-1 0,0 1 0,0-1 0,0 1 0,0-1 0,0 1-1,0 0 1,0-1 0,0 1 0,0-1 0,0 1 0,0-1 0,0 1 0,0-1 0,0 1 0,-1-1 0,-14-12-134,-15 0-1436,0 2 1,-50-12-1,30 10-2567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8.1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185 612 4896,'0'-3'254,"-1"-1"-1,1 1 1,-1 0-1,1 0 1,-1 0-1,0 0 1,0 0-1,-1-1 1,1 2 0,0-1-1,-1 0 1,0 0-1,0 0 1,0 1-1,0-1 1,0 1-1,0 0 1,-1-1-1,-2-1 1,-23-27 1309,-6-15-182,-21-29 583,50 66-1708,-1 0 1,2-1-1,-1 1 0,1-1 1,1 0-1,-4-14 1,6 20-190,0 0 0,1 0 0,0 0 1,-1 0-1,1 1 0,1-1 0,-1 0 1,1 0-1,-1 0 0,1 1 0,0-1 1,0 0-1,1 1 0,-1-1 0,1 1 1,3-7-1,-1 6-17,0 0 0,-1 0 0,1 0 0,0 0 0,1 1 0,-1 0 0,1 0 0,-1 0 0,1 0 0,9-3 0,8-1 27,1 0 0,0 2 0,1 0 0,33-1 0,-48 5-41,133-10 175,217 12 0,143 40-105,-293-21-32,276 27 53,673 46 1212,-921-90-673,-199-5-506,1-1-1,-1-3 1,73-18 0,-99 20-117,-1-1 1,1 0 0,-1-1 0,1 0-1,-2 0 1,13-10 0,-21 14-28,0 0 0,-1 0-1,1 0 1,0 0 0,-1 0 0,1 0 0,-1-1 0,1 1 0,-1-1 0,0 1 0,0-1-1,0 1 1,-1-1 0,1 0 0,0 1 0,-1-1 0,0 0 0,0 1 0,0-1 0,0 0 0,0 1-1,-1-6 1,0 1-1,-1 0-1,0 1 0,0-1 1,0 1-1,-1-1 0,0 1 0,-6-10 1,-5-2 6,0 1 0,-1 0 1,-1 1-1,0 1 0,-1 1 0,-1 0 1,0 1-1,-1 1 0,-35-17 0,51 28-45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8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6617,'43'-8'659,"-1"1"1,1 3-1,1 1 1,46 4-1,736 80 51,-646-58-739,885 92-2621,-933-108 466,-14-1-593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8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3904,'134'3'1168,"-61"-6"-135,1 6-417,16 0 124,11 0-116,9 9-120,18 6-128,19-3-48,17 6 80,14 4-324,13 2-92,3 3-200,-7 0-228,-6-3-276,-7-6-436,-16-3-969,-21 0-55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8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3748,'0'0'956,"14"18"-127,16 3-337,13-12 52,11-3-68,13 9-76,17-3-80,16 0-80,7 9-284,4-3-192,0-3-576,-1-3-1209,-3 0 113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19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402 366 9661,'-209'-49'2831,"134"27"-101,59 16-1770,0 1 0,0 1 1,-1 0-1,-32-3 1,45 7-310,30 1 456,-7-2-848,136 0 759,576-4 1605,-289 6-2004,1038-9 683,0-67-560,-1451 73-753,227-27 211,-211 22-348,-1-2 1,0-3 0,64-24 0,-104 34-173,0 0 0,0 0 0,0-1 0,0 1 0,0-1 0,-1 0 0,6-6 0,-2 3-825,-7 5 847,0 0 1,0-1 0,0 1-1,-1 0 1,1 0-1,0-1 1,0 1 0,-1 0-1,1 0 1,0 0 0,-1 0-1,0-1 1,1 1 0,-1 0-1,1 0 1,-1 0 0,-1-1-1,1 1-392,-7-18-5239,8 18 5487,0 1 0,0-1 0,0 0 0,1 1-1,-1-1 1,0 1 0,1-1 0,-1 0 0,0 1 0,1-1 0,-1 1 0,1-1 0,-1 1 0,1-1 0,-1 1 0,1 0 0,-1-1-1,1 1 1,-1 0 0,2-1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0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181 368 8073,'-150'30'6710,"146"-30"-5198,-23 3 2108,27-3-3608,0 0-1,0 0 1,1 0-1,-1 0 1,0 0-1,0 0 1,0 0-1,0 0 1,0 0-1,0 0 1,0 0-1,0 0 1,0 0-1,0 0 1,0 0-1,0 0 1,0 0-1,0 0 1,0 0-1,0 0 1,0-1-1,1 1 1,-1 0-1,0 0 1,0 0-1,0 0 1,0 0-1,0 0 1,0 0-1,0 0 1,0 0-1,0 0 1,0 0-1,0 0 1,0 0-1,0-1 1,0 1-1,0 0 1,0 0-1,0 0 1,0 0-1,0 0 1,-1 0-1,1 0 1,0 0-1,0 0 1,0 0-1,0 0 1,0 0-1,0 0 1,0 0-1,0-1 1,0 1-1,0 0 1,0 0-1,0 0 1,0 0-1,0 0 1,0 0-1,18-7 745,61-11 457,-1 4-1,135-8 1,-145 16-921,983-61 1523,7 26-1174,15-1-323,-90-12-38,-6-36-1441,-878 73 529,-1 1-2258,-35 12-9888,-80 4 4878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0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37 261 11165,'-3'0'1719,"-28"2"1744,29-1-1716,5-3-76,18-9-943,0 0-1,1 2 1,0 1 0,1 0-1,38-6 1,128-12 463,-155 22-932,486-31 1094,6 24-810,-392 9-405,1827-2 578,-1360 0-595,-3-33-42,-501 28-146,-2-5 0,117-31 1,-186 36-919,-38 10-427,-41 14-570,41-9 905,0 1-1,0 0 1,-14 12 0,-11 10-4647,22-16 1895,-5 5-3277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3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580 1033 10289,'-3'-2'2632,"-1"-1"-1990,0 1 0,1-1 0,-1 1 0,0 0 0,-1 1 0,1-1 0,0 1 0,0 0 0,-1 0 0,1 0 0,0 0 0,-1 1 0,1 0 0,-1 0 0,1 0 0,-1 0 0,1 1 0,0-1 0,-1 1 0,1 0 0,0 1 0,-1-1 0,-6 4 0,-2 2-383,0 1 0,0 0 0,1 1-1,0 1 1,0-1 0,1 2 0,0 0-1,-13 17 1,-69 107 1775,77-110-1959,-94 168-75,18-30 0,57-115 0,69-116 0,251-465 0,256-434 0,-531 950 0,1 1 0,1 0 0,23-24 0,-31 36 0,0 1 0,-1 0 0,1 0 0,0 0 0,1 1 0,-1 0 0,0-1 0,10-2 0,-12 5 0,1-1 0,0 1 0,-1-1 0,1 1 0,0 0 0,-1 0 0,1 0 0,0 1 0,-1-1 0,1 0 0,0 1 0,-1 0 0,1 0 0,-1 0 0,1 0 0,-1 0 0,3 2 0,4 4 0,0 0 0,-1 1 0,0 1 0,-1-1 0,0 1 0,0 0 0,-1 1 0,0 0 0,7 17 0,-11-24 0,16 34 0,-2 1 0,-1 1 0,-3 0 0,9 43 0,22 166 0,-42-246 0,68 600 0,12 72 0,-59-543 0,5-1 0,64 179 0,-84-289-135,1-1 0,1 0 0,1 0 0,1-1 0,23 31 0,-30-44 26,1-1 0,-1 1 0,1 0 0,0-1 0,1 0 1,-1 0-1,1-1 0,-1 0 0,13 6 0,-14-8 14,0 0 0,1 0 0,-1 0 0,0-1 0,1 0 0,-1 1 0,0-1 0,1-1 0,-1 1 1,0-1-1,0 1 0,1-1 0,-1-1 0,0 1 0,0 0 0,6-4 0,2-2-1897,-1 0 0,-1 0 1,1-1-1,13-14 0,-14 13-736,30-25-10855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4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35 410 15209,'-3'-1'422,"0"-1"0,0 0 0,0 0 0,0 0 0,0 0 0,0 0 0,1-1 0,-1 1 0,-3-6 0,5 7-281,1 0-1,-1-1 1,1 1 0,0 0-1,-1 0 1,1-1-1,0 1 1,0 0-1,0 0 1,0-1-1,0 1 1,0 0-1,1-1 1,-1 1-1,0 0 1,1 0-1,-1-1 1,1 1-1,-1 0 1,1 0-1,-1 0 1,1 0-1,0 0 1,0 0 0,-1 0-1,1 0 1,0 0-1,0 0 1,0 0-1,0 0 1,1 0-1,9-8 570,0 0 0,0 1-1,0 0 1,1 1-1,0 1 1,17-7 0,85-26 1214,-99 34-1702,417-96 1604,10 35-2052,49 12-4188,-328 41-64,-1 6-3359,-41 5-5090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4.4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 15861,'-23'-2'13842,"39"10"-9855,3 7-4954,-9-1 980,-1 0 1,0 0-1,10 24 0,7 10-22,221 411 9,-140-251 0,-98-191 0,0-1 0,1 0 0,1 0 0,1-2 0,0 1 0,0-1 0,2-1 0,17 14 0,-26-23 0,0 0 0,0-1 0,1 0 0,-1 0 0,1 0 0,0-1 0,0 1 0,-1-1 0,1-1 0,1 1 0,-1-1 0,0 0 0,0-1 0,0 1 0,1-1 0,-1-1 0,0 1 0,0-1 0,0 0 0,1 0 0,-1-1 0,0 0 0,-1 0 0,1 0 0,0-1 0,0 0 0,9-7 0,2-2 0,0-1 0,-1-1 0,-1-1 0,-1 0 0,25-34 0,52-93 0,-85 131 0,205-378-6159,-173 322 3828,33-57-2744,-19 45-1260,-2 13-3548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17 237 8245,'1'1'322,"0"1"0,0-1 0,0 1 0,0-1 0,1 0 0,-1 0 0,1 0 0,-1 0 0,1 0 0,-1 0 0,1 0 0,0 0 0,-1 0 0,1-1 0,0 1 0,0-1 0,-1 1 0,1-1 0,0 0 0,0 1 0,0-1 0,2 0 0,52 5 3753,-26-2-2635,0-3 0,-1 0 0,1-2 0,55-10 0,-77 10-1232,0 0 0,0-1 0,0 0 0,-1-1 0,1 1 0,-1-1 0,0-1 0,0 0 0,11-9 0,-14 10-136,0-1 0,-1 1 0,1-1 1,-1 0-1,0 0 0,0 0 0,0 0 0,-1-1 0,0 1 0,0-1 0,0 1 1,-1-1-1,0 0 0,0 0 0,0-8 0,0 10-45,-1 0-1,0-1 1,0 1-1,-1 0 0,1 0 1,-1 0-1,0-1 1,0 1-1,0 0 1,0 0-1,-1 0 1,0 0-1,0 1 1,0-1-1,0 0 1,0 1-1,-1-1 1,0 1-1,1 0 1,-1 0-1,0 0 1,-1 0-1,1 0 1,0 1-1,-1 0 0,0-1 1,1 1-1,-7-2 1,4 2 55,-1 0 1,0 0-1,1 1 0,-1 0 1,0 0-1,0 1 0,0 0 1,0 0-1,0 0 0,0 1 1,1 0-1,-1 0 1,0 1-1,0 0 0,1 0 1,-1 0-1,-6 4 0,-4 4-57,1 0 0,0 1 0,0 1 0,1 0 0,0 1 0,1 1 0,1 0 0,0 1 0,1 0 0,0 1 0,-10 20 0,11-16-19,1-1 0,1 2-1,1-1 1,1 1 0,1 0-1,1 0 1,1 1 0,0 0-1,0 39 1,5-44-6,0 0 0,2 0 0,0 0 0,0-1 0,2 0 0,0 1 0,11 21 0,-5-13 0,2-2 0,1 0 0,32 42 0,-31-48-607,1 0 1,1-1-1,0-1 0,1-1 0,1-1 1,0 0-1,1-1 0,35 15 0,-13-10-2127,0-2 0,1-2 0,64 11-1,-43-12-10650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5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10 368 14605,'1'-3'291,"1"1"-1,-1-1 1,0 0-1,0 0 1,0-1-1,0 1 1,0 0-1,0-5 1,-1 6 161,-1-1 0,0 1 1,1 0-1,-1-1 0,0 1 1,-1 0-1,1-1 0,0 1 0,-3-3 1,-1-3 727,5 8-1067,0-1 0,-1 1-1,1-1 1,0 1-1,0-1 1,-1 1-1,1-1 1,0 1-1,0-1 1,0 1-1,0-1 1,-1 0 0,1 1-1,0-1 1,0 1-1,0-1 1,1 0-1,-1 1 1,0-1-1,0 1 1,0-1 0,0 0-1,0 1 1,1-1-1,-1 1 1,0-1-1,0 1 1,1-1-1,-1 1 1,1-1-1,-1 1 1,0-1 0,1 1-1,-1 0 1,1-1-1,27-11 2140,30 6-504,-41 8-1672,1 0 1,0 2 0,-1 0-1,0 0 1,0 2-1,0 0 1,0 1 0,-1 1-1,0 0 1,-1 1 0,0 1-1,0 0 1,-1 1-1,22 23 1,-21-19-28,-1 0 1,0 1-1,-2 1 1,1 0-1,-2 1 1,-1 0-1,0 1 1,-1 0-1,-1 0 1,0 1-1,-2 0 1,4 23-1,-7-22-49,-1 1 0,-1 0 0,-1 0 0,-1 0 0,-1 0 0,-6 28 0,-41 126 0,28-111 0,17-47 0,6-11 0,5-14 0,11-17 0,-17 22 0,112-154-1870,225-239 0,-95 162-4312,-175 177 2937,86-54 0,-87 65 867,-51 34 1352,1 0-1,0 1 0,24-9 1,-1 5-1784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5.9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486 17 7801,'17'-16'2165,"-36"22"1849,-42 28 1739,5 9-5243,3 2 0,2 3 1,2 2-1,2 2 0,3 2 0,-43 67 0,81-111-489,0-1 1,1 1-1,1 1 0,-1-1 0,-2 12 1,7-20-16,-1 0 0,0 1 1,1-1-1,0 1 0,0-1 1,-1 1-1,2 0 0,-1-1 1,0 1-1,0-1 0,1 0 1,1 5-1,-2-6-1,1 1 0,0-1 0,0 0 0,0 0-1,0 0 1,-1 0 0,1 0 0,1 0 0,-1-1 0,0 1 0,0 0 0,0 0 0,0-1 0,0 1 0,1-1-1,-1 1 1,0-1 0,1 0 0,-1 1 0,0-1 0,1 0 0,-1 0 0,0 0 0,1 0 0,1 0-1,5-1 65,0 0 0,0 0-1,0-1 1,0 0 0,0-1-1,-1 0 1,0 0-1,1 0 1,10-8 0,-7 5 148,-1 0 0,1 1-1,0 1 1,17-5 0,-11 5 16,-10 1-112,0 1-1,1 0 1,-1 1-1,1-1 1,-1 1-1,1 1 1,0-1-1,-1 2 1,1-1-1,0 1 1,-1 0-1,1 0 1,-1 1-1,0 0 1,11 4-1,101 73 1072,-12-6-748,-80-58-380,-1-1-1,2-1 1,0-2 0,1-1-1,-1-1 1,2-1-1,-1-2 1,38 4-1,-42-8-45,0-2 0,0 0-1,1-2 1,-1 0 0,-1-2-1,1-1 1,0-1-1,-1-1 1,0-1 0,30-14-1,-24 6-14,0-2 0,-1-1-1,-1-1 1,-1-1-1,0-1 1,-2-2-1,-1 0 1,0-2 0,-2-1-1,-1 0 1,-2-1-1,0-2 1,-2 0 0,15-38-1,-30 65-7,-1-1 0,1 0 1,-1 1-1,0-1 0,0 0 0,0 0 0,-1 0 1,1 0-1,-1 0 0,0 0 0,-1-6 0,1 8 4,-1 1 0,1 0 0,-1 0 0,1 0 1,-1 0-1,0 0 0,0 0 0,1 0 0,-1 0 0,0 0 0,0 0 0,0 0 0,0 1 0,0-1 0,0 0 0,0 0 0,0 1 0,0-1 0,0 1 0,-1-1 0,1 1 0,0 0 0,0-1 0,0 1 0,-1 0 0,1 0 0,0 0 0,0 0 0,-1 0 1,1 0-1,0 0 0,0 0 0,-1 0 0,-1 1 0,-5 1-1,1 0 1,0 0 0,-1 1 0,1 0-1,0 0 1,1 0 0,-1 1 0,0 0-1,1 1 1,-8 6 0,-9 9-30,-24 28 0,38-39 7,-6 10-6,0 1 1,1 0-1,1 1 0,-21 45 1,34-66 28,0 1 0,-1 0 0,1-1 0,0 1 0,-1 0 0,1-1 0,0 1 0,0 0 0,0-1 0,-1 1 0,1 0 0,0 0 0,0-1 0,0 1 0,0 0 0,0 0 0,0-1 0,1 1 0,-1 0 0,0-1 0,0 1 0,0 0 0,1 0 1,-1-1-1,0 1 0,1-1 0,-1 1 0,2 1 0,0 1-2,-2-2 2,0 0 0,1 0 0,-1 0 0,1 0 0,0 0 1,-1 0-1,1 0 0,0 0 0,-1 0 0,1 0 0,0 0 0,0-1 0,0 1 0,0 0 0,0-1 0,-1 1 1,1 0-1,1-1 0,-1 1 0,0-1 0,0 0 0,0 1 0,0-1 0,2 1 0,0-1 4,0 0 0,0 0 0,0-1 0,1 1-1,-1-1 1,0 1 0,0-1 0,0 0 0,4-2 0,9-5 140,1-1-1,24-17 1,-28 17 83,31-17 307,-43 26-525,0 0 1,0 0-1,0 0 1,1 0-1,-1 1 1,0-1-1,0 0 1,0 1-1,0-1 1,0 0-1,0 1 1,0-1-1,0 1 1,0 0-1,0-1 1,0 1-1,0 0 1,1 1-1,0-1 16,2 2-9,-1 1 0,1-1 0,-1 1-1,1 0 1,-1-1 0,0 2 0,-1-1 0,1 0-1,-1 0 1,1 1 0,-1 0 0,-1-1 0,1 1-1,-1 0 1,2 8 0,4 9 26,14 37 57,-3 1 0,-2 1 0,-3 1-1,-3 0 1,-2 0 0,-3 1 0,-3 0-1,-2 0 1,-4 0 0,-2-1 0,-2 0 0,-4 0-1,-2-1 1,-42 114 0,24-98-293,-3-2 1,-4-1-1,-56 82 0,69-120 85,-1 0 0,-2-2-1,-1-1 1,-1-2 0,-2 0 0,-2-3-1,-60 40 1,89-64 83,3-2 6,1 0 0,-1 0 0,0 0 0,0 0 1,0-1-1,0 0 0,0 1 0,0-1 0,0 0 0,0 0 0,-1-1 1,1 1-1,0-1 0,-1 1 0,1-1 0,0 0 0,-1 0 0,1 0 1,0-1-1,-5-1 0,7 2 16,0 0 1,1 0 0,-1-1-1,0 1 1,1 0-1,-1-1 1,0 1 0,1-1-1,-1 1 1,1-1-1,-1 1 1,1-1 0,-1 1-1,1-1 1,-1 0-1,1 1 1,-1-1 0,1 0-1,0 1 1,-1-1-1,1 0 1,0 0 0,0 1-1,0-1 1,-1 0 0,1 0-1,0 1 1,0-3-1,8-26-40,-6 22 32,9-20-11,1-1-1,1 2 1,1 0-1,2 0 1,20-25-1,107-120-50,595-561-217,-23 25 205,-709 700 90,111-128 30,-96 108 9,-1 0 0,32-60-1,-51 85-25,0-1-1,0 1 0,0 0 1,0 0-1,0-1 0,-1 1 1,1-1-1,-1 1 0,1 0 0,-1-1 1,0 1-1,0-1 0,0 1 1,0-1-1,-1 1 0,1-1 1,-1 1-1,1 0 0,-1-1 0,-1-3 1,1 5 1,-1-1 0,1 1 0,0 0 0,0-1 0,-1 1 0,1 0 0,-1 0 0,1 0 0,-1 0 0,0 0 0,1 0-1,-1 1 1,0-1 0,0 1 0,1-1 0,-1 1 0,0-1 0,0 1 0,0 0 0,1 0 0,-1 0 0,0 0 0,0 0 0,0 0 0,-3 1 0,-15 3 81,1 2 0,1-1-1,-1 2 1,1 0 0,0 2-1,0 0 1,1 0 0,1 2 0,-1 0-1,-22 21 1,12-7 85,1 1 0,1 1-1,1 1 1,-37 59 0,52-74-183,1 2 0,1-1 0,0 1 0,1 0 0,1 0 0,0 0 0,1 1 0,1 0 0,0 0 0,1 0 0,1 0 0,0 0 0,1 0 0,1 0 0,1 0 0,0 0 0,1 0 0,1 0 0,0-1 0,1 1 0,0-1 0,2 0 0,0-1 0,0 0 0,11 15 0,1-1-700,2-1 0,1 0 0,1-2 0,1-1 1,1-1-1,1 0 0,1-2 0,54 31 0,-15-16-3070,2-3 1,140 45-1,-84-41-8405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27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244 845 7289,'46'-73'11981,"-45"71"-11686,0 0 1,0 0 0,0-1 0,0 1-1,0 0 1,-1 0 0,1 0-1,-1-1 1,1-2 0,1-3 595,-1 6 2151,-4 3-2098,-1 0-777,0 1 1,1 0 0,-1 0-1,1 0 1,-1 0-1,1 1 1,0-1-1,0 1 1,0 0-1,0 0 1,0 0 0,1 0-1,-1 0 1,-2 6-1,-5 9 594,-13 33-1,4-9 0,-97 216-116,95-202-569,3 2 0,-19 101 0,35-142-75,1 0 0,1 1 0,0-1 0,2 1 0,-1-1 0,2 0 0,1 0 0,0 0 0,1 0 0,0-1 0,2 0 0,0 0 0,15 25 0,-19-36 0,1-1 0,0 0 0,0 1 0,1-1 0,-1-1 0,1 1 0,0-1 0,-1 0 0,2 0 0,-1 0 0,0-1 0,1 0 0,-1 0 0,1 0 0,-1 0 0,1-1 0,0 0 0,0 0 0,-1-1 0,8 0 0,-6 1 0,6-1 1,0 0-1,0-1 1,0 0-1,0-1 1,-1 0-1,1-1 1,-1-1-1,1 0 1,-1 0-1,0-1 1,-1-1-1,1 0 1,16-12-1,-2-1-44,-1 0 0,-1-2 0,-1 0 0,29-36 0,-24 23-544,-1-3-1,-1 0 1,-2-1-1,-2-2 1,23-54-1,-33 62 260,-1-1 0,-1 0 0,-2 0 1,-1-1-1,-2 0 0,-1 0 0,-2-55 0,-5 47 86,-1 0 1,-3 0 0,-1 0-1,-23-67 1,-76-153-501,93 230 686,8 19 39,0 0 0,1-1 1,-6-27-1,10 37 17,1 1 1,0-1-1,-1 0 1,1 1-1,0-1 1,1 0 0,-1 1-1,1-1 1,-1 1-1,1-1 1,0 1-1,1-1 1,-1 1-1,1 0 1,-1-1-1,1 1 1,0 0-1,0 0 1,0 0-1,4-4 1,5-2 4,-1 0 1,1 1-1,1 1 0,-1-1 1,1 2-1,0 0 1,1 0-1,15-4 0,113-27-57,-95 27 64,316-62 1285,-255 52-324,-97 17-812,0 1 1,0 1-1,0 0 1,0 0-1,1 1 1,11 2-1,-18-1-101,-1-1 0,0 1 0,0 0 0,0 1 0,0-1 0,0 0 0,0 1 0,0 0 0,0 0 0,-1 0 0,1 0 0,0 0 0,-1 0 0,0 1 1,0-1-1,0 1 0,0-1 0,0 1 0,0 0 0,0 0 0,-1 0 0,2 3 0,3 10 197,-1 0 0,-1 1 1,0-1-1,-1 1 1,-1 0-1,0 0 0,-1 18 1,-12 123 1049,-69 314-1074,-28-4-128,-50 269-75,142-645-29,-41 296 0,49-304 0,4 1 0,11 133 0,-5-192-35,2-1 1,0-1-1,2 1 1,1-1-1,1 0 1,0 0-1,2-1 1,23 38-1,-28-52-6,1 0-1,0-1 0,1 0 1,-1 0-1,2-1 1,-1 0-1,1 0 0,0-1 1,1 0-1,-1 0 1,1-1-1,0 0 0,1 0 1,-1-1-1,1 0 0,0-1 1,-1 0-1,2-1 1,-1 0-1,0-1 0,0 1 1,1-2-1,19-1 1,-15 0-390,0-1 1,0-1-1,0 0 1,0-1 0,0-1-1,22-10 1,-31 12 307,-1 1-1,0-1 1,0 0-1,-1 0 1,1-1-1,-1 1 1,0-1-1,0 0 1,0 0 0,0 0-1,0-1 1,-1 1-1,0-1 1,0 0-1,0 0 1,-1 0-1,0 0 1,0-1-1,0 1 1,0-1-1,1-8 1,-3 0-16,-1 0 1,0 1-1,0-1 1,-1 1-1,-1-1 1,0 1-1,-1 0 1,-1 0-1,0 0 1,0 1-1,-2 0 1,1 0-1,-9-11 0,-15-20-188,-69-76 0,-137-115 576,-44-50 1928,264 265-2014,1-1 0,1 0 0,0-1 0,1 0 0,-10-26 0,19 37-119,0 0 0,1 0 0,0 0 0,1-1 0,0 1 0,1-1 0,0 1 0,0-1 0,1 0 0,1 0 0,0 1 0,0-1 0,1 1 0,4-16 0,1 9-27,1 0 0,0 1 0,1 0 0,0 0-1,2 1 1,0 0 0,0 1 0,1 0 0,1 1 0,1 0-1,-1 1 1,28-18 0,8-1-482,0 2 0,96-40-1,-39 26-1527,124-31 0,0 16-6514,-94 28-2038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1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366 380 6397,'-14'-43'2464,"9"31"-1300,1 1 0,1-1 0,0 0 0,-2-15 0,4 17-500,-1 0 1,0 0-1,-1 0 1,0 0 0,-1 1-1,0 0 1,0 0 0,-1 0-1,0 0 1,-7-9-1,12 17-557,-1 0 1,0 0-1,0 0 0,1-1 0,-1 1 0,0 0 0,0 0 0,0 0 0,0 0 0,-1 0 0,1 0 0,0 1 0,0-1 0,-1 0 0,1 1 1,0-1-1,-1 1 0,1-1 0,0 1 0,-1-1 0,1 1 0,-1 0 0,1 0 0,0 0 0,-1 0 0,1 0 0,-1 0 0,1 0 1,-1 0-1,1 1 0,0-1 0,-1 0 0,1 1 0,0-1 0,-1 1 0,-1 1 0,-3 1 51,0 2-1,0-1 0,1 1 1,-1 0-1,-7 9 0,10-10-5,-12 14 234,1 2 0,2 0 0,0 1 0,0 0 0,2 0 0,-11 37-1,9-30-52,-9 32 112,2 1-1,3 1 0,-10 72 0,23-112-364,2 1 0,0 0-1,1 0 1,2 0-1,6 34 1,-6-45-49,1 0 0,1 0 0,0 0 0,1 0-1,0-1 1,1 0 0,0 0 0,1 0 0,0-1 0,14 16 0,-15-20-39,1 0 0,0-1 1,0 1-1,1-2 1,-1 1-1,1-1 1,0 0-1,0-1 0,1 0 1,-1 0-1,1-1 1,-1 0-1,1 0 0,0-1 1,0 0-1,0 0 1,-1-1-1,1-1 0,0 1 1,0-1-1,9-3 1,0 0-72,0 0 0,-1-1 1,1-2-1,-1 1 1,0-2-1,0 0 1,-1-1-1,-1-1 0,19-15 1,-13 7-47,0-2 1,-2 0 0,-1-2-1,-1 0 1,0-1-1,-2 0 1,-1-1-1,0-1 1,15-44-1,-12 24-66,-3-1 0,-1-1 0,-3-1 0,8-85 0,-16 94-31,-2 0-1,-2 1 0,-1-1 0,-2 1 0,-13-49 1,16 80 40,0-1 0,0 1 1,-1-1-1,0 1 0,0 0 1,-1 0-1,0 0 0,0 1 1,-1-1-1,0 1 0,0 0 1,-10-10-1,14 15 86,0 0 0,0 0 0,0 0 0,0 0 0,0 0 1,0 0-1,0 1 0,-1-1 0,1 0 0,0 0 0,0 1 0,-1-1 0,1 1 0,0-1 0,-1 1 0,1 0 0,0-1 1,-1 1-1,1 0 0,-1 0 0,1 0 0,-1 0 0,1 0 0,0 0 0,-1 0 0,1 1 0,0-1 0,-1 1 0,1-1 1,0 1-1,-1-1 0,1 1 0,0-1 0,0 1 0,-1 0 0,1 0 0,0 0 0,0 0 0,0 0 0,0 0 0,-1 1 1,-2 4-480,0 1 0,0-1 0,1 1 0,-1 0 0,-3 13 0,6-18 446,0 1-64,-1 4-648,-1-1-1,1 1 1,0 0 0,1 0 0,-1-1 0,2 1 0,-1 0 0,1 11 0,8 28-6632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1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1018 136 9057,'-12'-131'6562,"11"127"-3397,-3 7-1484,-2 3-1320,0 0 0,0 1-1,1-1 1,-1 1 0,1 0-1,1 1 1,0-1-1,0 1 1,0 0 0,1 0-1,-3 11 1,-2 18 761,-7 65-1,11-67-606,-1 11 43,-70 474 3514,-25-104-3520,54-235-518,-434 1429-993,362-1257-4913,104-316 3282,-2-1 0,-20 35 0,20-42-2457,7-12-5088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1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0 109 5300,'17'-19'1499,"1"0"0,38-31-1,-53 48-654,8-7 1162,-1 1-803,-7 7 186,-3 5 22,-3 27-163,0 0 1,-2 0-1,-2-1 1,-10 30-1,-11 61 957,-2 156-303,29-91-4188,3-168 1231,0-1 0,0 1 0,7 20 1,9 22-8989,-11-39 2577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2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16 2484,'-36'-15'76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2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6 175 6405,'-1'-2'231,"0"0"1,1 1 0,-1-1-1,0 0 1,1 1-1,-1-1 1,1 0 0,0 0-1,-1 1 1,1-1 0,0 0-1,0 0 1,0 0 0,1 0-1,-1 1 1,0-1-1,1 0 1,-1 0 0,2-2-1,0 0-4,0 1 0,0-1 0,0 1-1,0 0 1,1 0 0,0 0-1,-1 0 1,7-5 0,2 0 100,0 1 0,1 0 0,0 0 0,19-7 0,4 1 295,0 1 0,1 2 0,62-9-1,-78 16-402,1 2 0,0 0-1,0 1 1,0 1 0,0 1-1,0 0 1,-1 2 0,23 6-1,-33-6-88,0 0 0,0 0 0,0 1-1,0 0 1,-1 1 0,0 0 0,0 1-1,-1-1 1,1 2 0,-2-1 0,1 1-1,11 15 1,-15-16-48,0-1 0,0 1 1,-1 0-1,0 0 0,0 0 0,0 0 0,-1 1 1,0-1-1,-1 1 0,0-1 0,0 1 0,0 0 1,-1 0-1,0-1 0,-1 1 0,1 0 0,-1-1 1,-4 14-1,-1-6 37,0 1 0,-1-1 0,0-1 0,-2 1 1,1-1-1,-2-1 0,-19 23 0,-89 81 523,92-93-557,-47 39 16,-68 50-221,84-64-395,52-44 69,0 0-1,0-1 0,-1 0 1,0 0-1,-8 4 0,11-6-2182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2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1 742 7969,'2'-1'1853,"4"-1"-963,-1 0 0,0 0 0,0-1 0,1 1 0,-2-1 0,1-1 1,4-3-1,24-14 850,-5 6-1419,0-1 0,-1-1-1,-2-1 1,1-1 0,-2-2 0,-1 0 0,-1-1-1,0-2 1,-2 0 0,-1-1 0,0-1 0,19-38-1,-23 29-229,-1-1-1,-2 0 0,-2-1 0,-1 0 0,6-52 0,4-19 136,-18 103-194,0 10 38,25 91 113,65 150-1,-46-132-150,-40-100-25,0 0 1,-1 0-1,-1 0 1,0 1-1,-1-1 0,-1 1 1,0 0-1,-1 0 1,-2 25-1,0-28-6,-1-1-1,0 1 0,-1-1 0,0 0 1,0 0-1,-1 0 0,0-1 0,-1 1 1,-1-2-1,1 1 0,-2 0 1,-12 12-1,7-9-114,0-2 0,-1 0 1,-1 0-1,0-1 0,0-1 0,-23 10 0,-103 33-3124,34-14-5194,75-23-314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2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0 145 15997,'10'-9'2797,"-6"-9"-685,2 0-244,1 0-372,0 0-300,3 6-328,0 0-528,13 0-740,-3 3-608,1-1-948,2 1-864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3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1224 10209,'-12'-1'818,"1"-1"515,0 2 6996,25-19-4695,-7 12-3359,1 1 0,0 1 0,0 0 0,1 0 0,0 0 1,-1 1-1,1 1 0,14-5 0,-10 4-94,977-298 3440,-634 203-3387,795-237-2758,-391 96-3031,-540 163 1667,-80 28-1757,-1 2-4594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5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360 431 7901,'2'-7'952,"-1"0"0,0-1 1,0 1-1,-1-1 1,1 0-1,-3-13 5756,-1 23-5364,-21 23-408,1 0 1,1 1-1,1 2 1,1 0-1,2 1 0,-27 58 1,-67 200 340,41-46-1526,69-235 170,1 0 1,0 0-1,1-1 1,-1 1-1,1 0 1,1 9-1,0 7-1496,17-43 651,1-7 696,-3 0-1,0-2 1,-1 1 0,-2-2-1,10-35 1,-2 9 31,46-142-322,33-79 87,-79 232 381,80-157-117,-89 182 180,1 1-1,2 0 1,-1 1-1,2 1 1,1 0-1,0 1 1,21-15-1,-32 28 22,-1 0-1,1 0 1,0 1-1,0 0 0,0 0 1,0 1-1,0-1 1,1 2-1,-1-1 1,1 0-1,0 1 1,-1 1-1,1-1 0,0 1 1,0 0-1,-1 0 1,1 1-1,0 0 1,-1 0-1,1 1 1,-1 0-1,1 0 0,-1 0 1,0 1-1,11 6 1,-5-1 7,0 0 1,-1 0-1,0 1 0,-1 1 1,0 0-1,0 0 0,-1 1 1,0 0-1,-1 1 1,0 0-1,6 15 0,12 28 119,34 103 0,-49-122-151,-2 1 0,-2 1 0,6 74 0,-13-60-31,0-19-201,1-1-1,8 49 1,-9-81 221,0 0 0,0 0 1,0 1-1,0-1 1,0 0-1,0 0 0,0 0 1,0 1-1,0-1 1,0 0-1,0 0 1,0 0-1,0 1 0,1-1 1,-1 0-1,0 0 1,0 0-1,0 1 0,0-1 1,0 0-1,0 0 1,1 0-1,-1 0 1,0 0-1,0 1 0,0-1 1,0 0-1,1 0 1,-1 0-1,0 0 0,0 0 1,0 0-1,1 0 1,-1 0-1,0 0 0,0 0 1,0 0-1,1 1 1,-1-1-1,0 0 1,0 0-1,0-1 0,1 1 1,-1 0-1,0 0 1,0 0-1,0 0 0,1 0 1,-1 0-1,0 0 1,0 0-1,0 0 1,1 0-1,-1 0 0,0-1 1,0 1-1,0 0 1,0 0-1,1 0 0,-1-1 1,15-18-131,16-38-61,-29 52 179,28-57-168,32-58 12,-25 61-1,78-96 0,-100 138 218,1 1 0,0 0 1,0 2-1,2 0 1,0 0-1,0 2 0,1 0 1,1 1-1,35-14 1,-49 23 20,0 0 0,0 0 0,0 1 0,0 0 0,0 0 0,0 0 0,0 1 0,0 0 0,0 0 0,1 0 0,-1 1 0,0 0 0,0 0 0,0 1 0,0 0 0,0 0 0,-1 0 0,1 0 0,0 1 0,-1 0 0,0 0 0,0 1 0,0-1 0,0 1 0,0 0 0,-1 1 0,0-1 0,7 9 0,0 3 125,-1 0-1,-1 1 0,0 0 1,-1 0-1,-1 1 0,0 0 1,8 37-1,-2 22 315,6 84 0,-13-88-425,23 106 0,-28-173-163,1-1-1,0 0 1,0 1 0,0-1-1,1 0 1,-1 0 0,1 0-1,0-1 1,1 1 0,-1-1 0,1 0-1,4 4 1,-5-5-10,0-1 1,1 1-1,-1-1 1,0-1 0,1 1-1,-1 0 1,1-1-1,0 1 1,-1-1-1,1 0 1,0 0-1,0-1 1,0 1-1,-1-1 1,1 0-1,0 0 1,0 0-1,7-1 1,-1-2-35,1 0 1,0 0 0,-1-1-1,0 0 1,0-1 0,0 0-1,0-1 1,17-13 0,5-7-238,31-34 0,-20 18 143,12-9 7,-23 18 155,2 1 0,2 2 0,1 1 0,41-23 0,-76 50 118,0 1-1,1 0 0,-1 0 0,0 0 0,1 0 0,-1 0 0,1 1 0,-1-1 0,1 1 0,0 0 0,-1 0 0,1-1 0,-1 2 1,1-1-1,-1 0 0,1 0 0,0 1 0,-1 0 0,1-1 0,-1 1 0,0 0 0,1 0 0,-1 0 0,0 1 0,3 0 1,-1 2 149,0 0 0,0 0 0,0 0 0,0 0 0,-1 0 1,1 1-1,-1-1 0,0 1 0,-1 0 0,3 6 0,0-1 118,0 0 1,1 0-1,0-1 0,0 0 0,1 0 0,0 0 0,1-1 0,8 8 0,-11-12-182,0 0 1,1 0 0,-1 0-1,1-1 1,0 1 0,0-1 0,0-1-1,0 1 1,1-1 0,-1 0-1,0-1 1,1 0 0,0 0 0,-1 0-1,9 0 1,0-3-120,-1 0 1,0-1-1,1-1 1,-1 0-1,0 0 0,-1-2 1,1 1-1,-1-2 1,0 0-1,-1 0 0,0-1 1,0-1-1,-1 0 1,15-15-1,-17 15-15,0 0 1,0-1-1,-1 0 0,0 0 0,-1-1 1,0 0-1,-1-1 0,0 1 1,0-1-1,-2 0 0,1-1 1,-2 1-1,1-1 0,-2 0 0,0 0 1,1-23-1,-4 27-94,-1 0 0,0-1 0,0 1-1,-1 0 1,0 0 0,-1 0 0,0 0 0,0 1 0,-1-1 0,0 1-1,0 0 1,-1 1 0,0-1 0,0 1 0,-1 0 0,0 1-1,0 0 1,-1 0 0,-11-7 0,6 4-135,0 1 0,-1 1 0,0 0 1,0 1-1,0 1 0,-1 0 0,0 0 0,0 2 0,0 0 1,0 1-1,-26-1 0,19 4-840,0 1-1,0 1 1,0 0 0,0 2-1,-24 8 1,31-7-671,0 0 1,0 1-1,0 1 1,-18 13-1,-19 20-8784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6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1250 12961,'1'-4'368,"0"0"0,0 0 0,1 0 0,0 0 0,0 0 0,0 0 0,0 0 0,0 1 0,1-1 0,0 1 0,3-5 0,17-23 3877,-22 33-4186,0 1 0,-1-1 0,1 1 0,-1 0 0,1-1 0,-1 1 0,0-1 0,0 1-1,0 0 1,0-1 0,0 1 0,-1 0 0,1-1 0,-1 1 0,-2 4 0,-19 40 289,14-32-158,-145 269 1269,152-280-1431,-1 0 0,1 0 0,0 0 0,0 0 0,0 1 0,1-1 0,0 0 0,0 0 0,0 6 0,0-3-17,0-7-11,0 0 0,0 0 0,0 1 0,0-1 0,0 0 0,0 0 0,0 0 0,0 0 0,0 0 0,0 1 0,0-1 0,0 0 0,0 0 0,0 0 0,0 0 0,0 0 0,0 0 0,0 0 0,0 1 0,1-1 0,-1 0 1,0 0-1,0 0 0,0 0 0,0 0 0,0 0 0,0 0 0,0 0 0,0 1 0,1-1 0,-1 0 0,0 0 0,0 0 0,0 0 0,0 0 0,0 0 0,0 0 0,1 0 0,-1 0 0,0 0 0,0 0 0,0 0 0,0 0 0,0 0 0,1 0 0,-1 0 0,0 0 0,0 0 0,0 0 0,0 0 0,0 0 0,9 1-9,-6-1 0,0 1-1,0-1 1,0 1 0,1-1 0,-1 0 0,0 0-1,0-1 1,1 1 0,-1 0 0,0-1 0,0 0-1,0 0 1,0 0 0,0 0 0,0-1-1,3-1 1,9-8-33,0 0-1,-1-2 1,-1 1 0,0-2-1,0 1 1,-2-2-1,0 0 1,0 0-1,9-21 1,10-22-78,26-79 0,-56 137 120,136-470-254,-112 369 240,46-315 135,-56 308 299,-13 104 768,-1 6-1103,0 0 0,0 0 0,0 0 0,-1-1 0,1 1 0,0 0 0,-1 0 0,1 0 0,-1 0 0,0-1 0,-1 3-1,-3 11 124,-20 95 820,-16 158 0,18 123-294,23-375-716,-1 39 76,6 63-1,-3-102-101,0-1 0,1 1-1,1-1 1,0 0 0,1-1-1,1 1 1,0-1 0,1 0-1,9 14 1,-10-20-86,0 0 0,1-1 0,0 0 0,1 0 0,-1 0 0,1-1 0,0 0 0,1-1 0,0 0 0,0 0 0,0-1 0,0 0 0,0-1 0,1 0 0,18 4 0,-14-5-112,0 0 1,0-1 0,0-1 0,0 0-1,0-1 1,0 0 0,0-1-1,0-1 1,-1 0 0,1-1 0,24-11-1,-4-1-451,0-1-1,-2-2 1,0-1-1,-1-2 0,48-44 1,-20 2-533,75-106 1,-112 133 1396,-23 37-196,1 0-1,0 1 0,0-1 1,-1 0-1,1 0 1,0 0-1,-1 0 0,1 1 1,0-1-1,0 0 1,-1 0-1,1 0 1,0 0-1,-1 0 0,1 0 1,0 0-1,-1 0 1,1 0-1,0 0 1,-1 0-1,1 0 0,-1 0 1,1 0-1,0 0 1,-1 0-1,1 0 1,0 0-1,0 0 0,-1 0 1,1-1-1,0 1 1,-1 0-1,1 0 1,0 0-1,0-1 0,-1 1 1,1 0-1,0 0 1,0-1-1,-1 1 1,1 0-1,0 0 0,0-1 1,0 1-1,0 0 1,-1-1-1,1 1 1,0 0-1,0-1 0,0 1 1,0 0-1,0-1 1,0 1-1,0 0 1,0-1-1,0 1 0,0 0 1,0-1-1,0 1 1,0 0-1,0-1 1,0 1-1,0 0 0,1-1 1,-1 1-1,0 0 1,0-1-1,0 1 1,-2 1 53,-1 1 1,0 0-1,0-1 1,1 1-1,-1 0 1,1 1-1,-1-1 1,1 0-1,0 1 1,0-1 0,0 1-1,0 0 1,-2 4-1,-20 46 357,13-29-167,0 1 107,-14 44-1,23-60-230,-1 0-1,2 0 1,-1 0-1,1 1 1,0-1-1,1 1 1,1-1-1,1 16 1,-1-22-104,0 0 1,0 0 0,0 0 0,1 0 0,-1 0 0,1-1-1,0 1 1,-1 0 0,1-1 0,0 0 0,1 1 0,-1-1-1,0 0 1,1 0 0,-1 0 0,1 0 0,-1-1 0,1 1-1,0-1 1,0 1 0,0-1 0,0 0 0,0 0 0,0-1-1,0 1 1,6 0 0,-1 0 1,0 0 0,1-1 1,-1 0-1,0 0 0,0-1 0,0 0 0,0-1 0,0 0 0,14-5 1,6-5-98,-2-2 0,0 0 0,-1-2 0,0-1 0,-1 0 0,-1-2 0,37-40 0,-18 8-348,-2-2 1,55-98 0,43-129-915,-104 201 1296,-3-1 0,-4-2 0,-3 0 0,23-159 0,-47 240 51,0-20 266,0 20-270,0 1 0,0-1 0,-1 1 0,1 0 0,0-1 0,0 1 1,-1 0-1,1-1 0,0 1 0,-1 0 0,1 0 0,0-1 0,-1 1 0,1 0 0,0 0 0,-1 0 0,1-1 0,-1 1 0,1 0 0,0 0 0,-1 0 0,1 0 0,-1 0 0,1 0 0,0 0 1,-1 0-1,1 0 0,-1 0 0,1 0 0,-1 0 0,1 0 0,0 0 0,-1 0 0,1 0 0,-1 1 0,1-1 0,0 0 0,-1 0 0,1 0 0,0 1 0,-1-1 0,0 1 0,-7 4 181,-1 1-1,1 1 0,0 0 1,1 0-1,0 0 0,0 1 0,0 0 1,1 0-1,0 1 0,-6 13 1,-56 109 1210,28-33-671,5 1 0,-40 185 1,67-248-559,-6 71 0,13-95-195,1 0 1,0 1-1,1-1 1,0 0-1,1 0 1,0 0-1,1 0 0,0 0 1,8 18-1,-8-25-54,-1-1 0,1 1 0,0 0 0,0-1 0,0 0 0,1 0 0,-1 0 0,1 0 0,0-1 0,0 0 0,0 1 0,1-1 0,-1-1 0,1 1 0,0-1 0,5 3 0,-3-3-31,0-1-1,1 1 1,-1-1-1,0 0 0,0-1 1,1 0-1,-1 0 1,0-1-1,1 0 1,9-2-1,7-4-197,0-1 0,-1-1 0,0-1 1,-1-1-1,37-25 0,219-167-1704,-184 130 1766,-91 70 279,0 1 0,1-1-1,0 1 1,-1 0 0,1 0-1,0 0 1,0 0 0,0 1-1,0-1 1,0 1 0,5 0-1,-7 2 30,-1 1-1,1 0 0,0-1 0,0 1 1,-1 0-1,1 0 0,-1 1 1,1-1-1,-1 0 0,0 0 0,2 5 1,-3-3-33,-1 23 162,1 0 1,1-1-1,1 1 1,2 0-1,0-1 1,2 0-1,12 33 1,-15-52-178,36 97 141,-36-92-126,0-1-1,-1 1 0,0 0 1,0 0-1,-1 0 0,-1 0 1,-1 12-1,0-18-31,-1 0-1,1 0 1,-1 0-1,-1 0 1,1-1-1,-1 1 1,0-1-1,-4 7 0,0-1-6,3-5-39,-1 1-1,0-1 0,0 0 1,0 0-1,-1 0 0,0-1 1,0 1-1,0-2 0,-14 9 1,-2-1-1040,-42 15 0,20-9-1225,38-16 1499,0 1 0,0-1-1,0 0 1,0-1-1,-1 0 1,-8 1 0,-8 1-3482,4 3-2647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36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52 13125,'-20'-21'4601,"26"9"-2529,4-6 3612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5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84 440 6037,'2'-1'93,"-1"1"0,0 0 0,1-1 0,-1 1 0,0-1 0,1 0 0,-1 1 0,0-1 0,0 0 0,0 0 0,0 0 0,0 0 0,0 0 0,0 0 0,0 0 0,0 0 0,0 0 0,1-2 0,-2 1 104,0 0 1,0 0-1,0 0 1,0 0-1,-1 0 1,1 0-1,-1 1 1,1-1-1,-1 0 1,0 0-1,-1-2 0,0-3 358,2 4-106,1 0 1,-1 0 0,1-1 0,-1 1-1,1 0 1,0 0 0,1 0 0,-1-1 0,0 1-1,1 1 1,0-1 0,2-4 0,-1 3 364,37-98 7615,-44 74-7016,0 34-1201,1 0 1,0 0-1,1 0 0,-1 1 0,1-1 0,-1 10 1,-18 71 672,-56 259 1243,62-260-1867,5 1 0,0 95 1,10-150-238,4 97 119,-3-115-132,1 0 0,1-1 0,0 1-1,1-1 1,0 0 0,1 0-1,7 13 1,-10-23-11,0 0 0,0-1 0,0 1 0,0-1 0,1 1 0,-1-1 0,1 0 0,0 0 0,-1 0 0,1 0 0,0 0 0,0-1 0,0 1 0,0-1 0,1 0 0,-1 0 0,0 0 0,0 0 0,1-1 0,-1 1 0,0-1 0,6 0 0,3 0 0,-1-1 0,0 0 0,1-1 0,18-5 0,-8-1 0,-1-1 0,0-1 0,-1 0 0,0-2 0,34-25 0,-24 16 0,13-10 0,60-37 0,-87 58 0,0 2 0,0 0 0,1 1 0,26-8 0,-34 13 0,0 1 0,-1 0 0,1 0 0,0 1 0,0 0 0,0 0 0,0 1 0,0 0 0,11 3 0,3 3 0,-1 0 0,23 12 0,-35-14 0,62 28 0,-39-17 0,1-1 0,41 12 0,-62-24 0,0 0 0,1-1 0,-1 0 0,1-1 0,0 0 0,-1-1 0,1-1 0,0 0 0,19-5 0,-13 1 0,0-1 0,0 0 0,-1-2 0,0 0 0,0-1 0,-1-1 0,-1-1 0,0 0 0,0-2 0,-1 0 0,0 0 0,-1-2 0,16-19 0,-16 14 0,0-1 0,-1 0 0,-2-1 0,0 0 0,-1-2 0,-1 1 0,-1-1 0,-1 0 0,-2-1 0,6-34 0,-6 1 0,-2-1 0,-3 0 0,-3 0 0,-2 0 0,-3 1 0,-2 0 0,-30-104 0,30 136 17,0 0-1,-21-38 1,24 51-53,-1 1 0,-1 1 1,0-1-1,-1 2 0,0-1 0,-16-14 0,23 24-142,0-1 0,-1 1-1,1 0 1,-1-1-1,1 1 1,-1 1-1,1-1 1,-1 0 0,1 1-1,-1-1 1,0 1-1,1 0 1,-1-1 0,0 1-1,1 1 1,-1-1-1,0 0 1,1 1 0,-1-1-1,0 1 1,-3 1-1,-1 1-466,0 0-1,0 0 1,0 0-1,1 1 1,-1 0-1,-6 6 1,9-7 14,1 1-1,-1 0 1,1 0-1,-1 0 1,1 0 0,0 0-1,1 1 1,-1-1 0,1 1-1,0 0 1,0 0 0,0 0-1,1 0 1,-1 0 0,0 8-1,-3 38-10405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5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60 10369,'14'-25'2496,"-14"24"-2358,0 0 0,1 0 0,-1 1 0,0-1 0,0 0 1,0 0-1,0 0 0,0 1 0,0-1 0,0 0 0,0 0 0,0 1 0,0-1 0,-1 0 0,1 0 0,0 0 0,-1 1 0,1-1 0,0 0 0,-1 1 0,1-1 0,-1 0 0,1 1 1,-1-1-1,1 0 0,-1 1 0,1-1 0,-2 0 0,1 0 370,1 0-255,-1 1-1,1-1 1,-1 0-1,1 0 1,-1 1-1,1-1 1,-1 0 0,1 1-1,-1-1 1,0 1-1,0-1 1,1 1-1,-1-1 1,0 1 0,0-1-1,1 1 1,-1 0-1,0-1 1,0 1 0,0 0-1,-1 0 1,-15 10 2338,12-6-2350,0 1 0,1 0 0,0 1 0,0-1 0,0 1 0,1-1 0,0 1 0,0 0 1,-2 9-1,-19 64 1298,18-56-1116,-85 283 644,-63 277 735,142-529-1802,7-40 0,2 1 0,0-1 0,0 1 0,1-1 0,1 29 0,1-42 0,0 0 0,0 0 0,0 1 0,0-1 0,1 0 0,-1 0 0,0 1 0,1-1 0,-1 0 0,1 0 0,-1 0 0,1 0 0,0 0 0,-1 0 0,1 0 0,0 0 0,0 0 0,0 0 0,0 0 0,0 0 0,0 0 0,0-1 0,0 1 0,1 0 0,1 0 0,-1 0 0,1 0 0,-1-1 0,1 0 0,0 1 0,-1-1 0,1 0 0,-1 0 0,1 0 0,0-1 0,3 0 0,7-2 0,1-1 0,-1-1 0,19-9 0,-30 13 0,93-48 0,20-10 0,-98 52 0,1 0 0,1 1 0,-1 0 0,30-3 0,-38 8 0,-1 0 0,1 1 0,0 1 0,0-1 0,0 2 0,-1-1 0,1 1 0,0 1 0,-1 0 0,0 0 0,0 0 0,9 6 0,-1-2 0,-10-3 0,0-1 0,0 1 0,-1 0 0,0 0 0,1 1 0,-1 0 0,-1 0 0,1 0 0,-1 1 0,0 0 0,0 0 0,-1 0 0,0 1 0,0-1 0,0 1 0,-1 0 0,0 0 0,3 10 0,0 5 0,-1 0 0,-1 0 0,-1 0 0,0 32 0,-4-5-822,0-28-386,1 0 0,3 26 0,-2-42 957,0 0 1,0 0-1,0 0 1,1 0-1,-1 0 1,1 0-1,1 0 1,-1-1-1,1 1 1,-1-1-1,1 1 1,1-1-1,6 7 1,-8-9-450,-1-1 1,1 1-1,0-1 1,0 0 0,0 0-1,0 0 1,0 0-1,0 0 1,0 0 0,0 0-1,0-1 1,0 1-1,1-1 1,2 1 0,12-1-10640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6.4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517 0 12361,'-44'19'3354,"38"-18"-2765,-1 1 0,1 1 0,0-1 0,-1 1-1,1 0 1,1 1 0,-1-1 0,0 1 0,1 0 0,0 1-1,0-1 1,0 1 0,-4 5 0,3 0-280,0-1 1,0 1 0,1 0-1,1 0 1,0 1 0,0-1-1,1 1 1,1 0-1,-1 0 1,2 0 0,-1 0-1,1 14 1,2-18-256,-1 0 0,1 1 0,0-1 0,1 0 0,-1-1 0,1 1 0,1 0 0,-1 0 0,1-1 0,0 0 0,1 1 0,0-1 0,0-1 0,0 1 0,0 0 0,1-1 0,0 0 0,0 0 0,1 0 0,10 6 0,-4-4-64,1 0 1,0-1-1,1-1 1,-1 0-1,1-1 1,0-1-1,0 0 1,1-1-1,-1 0 1,0-1-1,1-1 1,-1 0-1,0-1 0,1 0 1,-1-1-1,27-8 1,-11 1 6,0-1 1,0-1-1,-1-2 1,0-1-1,-2-1 1,44-32-1,-9-2 1426,60-63-1,-33 28-438,-88 83-984,-1 0 0,1 0 0,0 0 0,0 0 0,0 0 0,0 1 0,0-1 0,0 0 0,0 1 0,0-1 0,0 1 0,0-1 0,1 1 0,-1-1 0,0 1 0,0 0 0,0-1 0,1 1 0,0 0 0,4 7 0,-6-6 0,1 1 0,1 1 0,-1-1 0,0 1 0,1-1 0,-1 1 0,0-1 0,-1 1 0,1-1 0,0 1 0,-1 0 0,1 0 0,-1-1 0,0 1 0,0 0 0,0 0 0,0-1 0,-2 6 0,-12 55 0,8-42 0,-51 197 0,-87 409 0,142-620 0,-114 648 0,110-623 0,-76 351 0,55-281 0,-69 166 0,86-244 0,-1-2 0,-1 1 0,-1-2 0,-1 0 0,-28 34 0,33-46 0,1 0 0,-1-1 0,-1 0 0,0-1 0,0 0 0,0 0 0,-1-1 0,0 0 0,0-1 0,-1-1 0,1 1 0,-1-2 0,-21 5 0,18-7 0,-1 1 0,1-2 0,0 0 0,0-1 0,0 0 0,-1-2 0,2 1 0,-1-2 0,0 0 0,0-1 0,1 0 0,0-1 0,0-1 0,1 0 0,0-1 0,0 0 0,1-1 0,0 0 0,0-1 0,1-1 0,0 1 0,1-2 0,0 0 0,1 0 0,1 0 0,0-1 0,0-1 0,1 1 0,-6-19 0,3 3 0,2 0 0,1-1 0,1 0 0,1 0 0,2 0 0,1-61 0,6 26 0,3 1 0,18-81 0,-6 67 8,4 0 0,2 1 0,5 2 0,2 1 0,4 1 0,3 2 1,90-125-1,-84 139-41,2 1 1,3 3 0,1 2-1,3 2 1,2 2 0,2 3-1,2 3 1,2 2 0,67-31-1,-85 50-1736,0 2-1,1 2 1,84-17-1,-119 31 960,0 0 0,0 1 0,0 1 0,0 0 0,18 2 0,20 12-5269,1 11-5428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8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147 877 12001,'-61'-5'2202,"57"4"-1652,0 1 0,0-1 0,0 0-1,1 0 1,-1 0 0,0-1 0,1 1-1,-1-1 1,1 0 0,0 0 0,-4-3-1,-16-7 3067,23 12-3503,-1 0 0,0 0 0,0-1 0,0 1 0,1 0 0,-1-1 0,0 1-1,0-1 1,1 1 0,-1-1 0,0 1 0,1-1 0,-1 1 0,1-1 0,-1 1 0,1-1-1,-1 0 1,1 1 0,-1-1 0,1 0 0,-1 0 0,1 1 0,0-1 0,-1 0 0,1 0 0,0 0-1,0 1 1,0-1 0,0-1 0,0-1 57,0 0 0,1 1 1,-1-1-1,1 1 0,-1-1 0,1 1 0,0-1 0,0 1 1,3-4-1,4-6 268,0 0 0,16-17 0,-24 29-428,160-163 870,-99 106-527,-3-3-1,51-70 1,-55 52-353,62-123 0,-115 198 0,1-1 0,0 1 0,-1-1 0,0 1 0,0-1 0,0 0 0,1-5 0,-2 6 0,1 3 0,-1-1 0,0 1 0,0-1 0,0 0 0,1 1 0,-1-1 0,0 1 0,0-1 0,0 0 0,0 1 0,0-1 0,0 1 0,0-1 0,0 0 0,0 1 0,-1-1 0,1 1 0,0-1 0,0 1 0,0-1 0,-1 0 0,1 1 0,0-1 0,-1 0 0,-2 1 0,1 1 0,0-1 0,-1 1 0,1 0 0,0 0 0,0-1 0,0 2 0,-1-1 0,1 0 0,0 0 0,0 0 0,-3 4 0,-26 22 0,20-14 0,1 0 0,1 0 0,0 1 0,1 0 0,1 1 0,0-1 0,-5 18 0,-4 15 0,-8 51 0,10-31 0,3 1 0,-3 108 0,14-130 0,2 1 0,2-1 0,2 0 0,21 80 0,102 224 0,-119-328 0,-1 1 0,0 0 0,-2 0 0,-1 1 0,6 42 0,-12-60 0,1 0 0,-1 0 0,-1 1 0,1-1 0,-1 0 0,0 0 0,0 1 0,-1-1 0,0 0 0,0 0 0,0-1 0,-1 1 0,1 0 0,-1-1 0,-1 0 0,1 1 0,-1-1 0,0 0 0,0-1 0,-1 1 0,1-1 0,-1 0 0,0 0 0,0 0 0,0-1 0,-1 0 0,-7 4 0,-4 0 0,0 0 0,-1-2 0,1 0 0,-33 5 0,-71 1 0,118-11-146,-1 0 0,1 0 0,0 0 1,0-1-1,-1 1 0,1-1 0,0 1 0,0-1 0,0 0 0,0 0 0,0-1 1,-6-2-1,8 3-113,-1 0 0,1 0 0,0-1 1,-1 1-1,1 0 0,0-1 0,0 1 0,0-1 0,0 1 1,0-1-1,0 1 0,0-1 0,1 0 0,-1 0 1,1 1-1,-1-1 0,0-3 0,1 1-285,0 1 0,1-1 0,-1 0 1,1 0-1,0 0 0,-1 1 0,2-1 0,-1 0 0,0 1 0,1-1 0,0 1 0,0-1 0,0 1 0,0 0 0,0 0 1,0 0-1,1 0 0,0 0 0,-1 1 0,7-5 0,38-26-11262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8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34 14397,'-4'-5'496,"3"3"-267,0-1-1,-1 1 1,1 0 0,-1 0 0,0 0-1,0 0 1,0 0 0,0 0 0,0 0-1,-3-1 1,-20-1 5075,25 8-3208,-12 139 3530,4-26-3988,-5-21-1414,-32 121-1,-43 93-15,21-80-169,57-192-237,-8 54 0,16-81 147,1-1 0,0 1 0,1 0 0,1-1 0,-1 1 0,2 0 0,-1-1 0,2 1 0,-1-1 0,5 12 0,-5-20 23,-1 0-1,1 1 1,0-1 0,-1 0-1,1 0 1,0 0-1,0 0 1,0-1 0,0 1-1,1-1 1,-1 1-1,0-1 1,1 0 0,-1 1-1,1-1 1,-1 0-1,1-1 1,0 1-1,-1 0 1,1-1 0,0 0-1,-1 1 1,6-2-1,0 2-4,1-2 0,-1 1 0,0-1-1,0-1 1,0 1 0,13-6-1,12-8-59,-1-1-1,-1-2 1,54-41-1,-38 26 26,11-8-4,-18 11 18,2 2-1,45-22 1,-76 45 52,0 1-1,1 1 1,-1-1 0,1 2-1,-1 0 1,1 0-1,0 1 1,0 0 0,13 2-1,-19-1 17,-1 1 1,1 0-1,-1 1 1,0-1-1,0 1 0,1 0 1,-1 0-1,0 1 0,-1-1 1,1 1-1,0 0 0,-1 1 1,0-1-1,1 1 1,-1-1-1,-1 1 0,1 1 1,-1-1-1,1 0 0,3 8 1,3 6 93,0 1 1,-1 0-1,10 33 0,-18-47-100,21 71 146,-15-47-1,21 52-1,-26-78-147,0 0-1,-1-1 0,1 1 1,0 0-1,0-1 0,1 0 1,-1 0-1,1 1 0,-1-1 1,1 0-1,-1-1 0,1 1 1,0 0-1,0-1 0,0 0 1,0 0-1,0 0 0,0 0 1,0 0-1,0 0 0,1-1 1,-1 1-1,0-1 0,0 0 1,1 0-1,-1 0 0,5-2 1,12 0 49,0-2 1,0 0-1,26-10 1,-20 7 185,-19 4-190,0 2-1,1-1 1,-1 1-1,1 0 1,-1 1-1,1-1 1,-1 1-1,11 2 1,-15-1-36,0-1 0,0 1 1,0 0-1,0 0 1,-1 1-1,1-1 0,0 0 1,0 1-1,-1 0 1,1 0-1,-1 0 0,0 0 1,0 0-1,1 0 0,-1 0 1,-1 1-1,1-1 1,0 1-1,0-1 0,-1 1 1,0 0-1,1 0 1,0 5-1,3 7-14,1 0 0,1-1 0,0 1 0,1-1 0,0-1 0,1 0 0,0 0 0,14 14 0,-16-20 0,0 0 0,1 0 0,0-1 0,1 0 0,-1-1 0,1 1 0,0-1 0,0-1 0,1 0 0,-1 0 0,1-1 0,0 0 0,0-1 0,11 1 0,-8-2 0,0 0 0,-1-1 0,1 0 0,0-2 0,0 1 0,0-2 0,-1 1 0,1-2 0,-1 1 0,0-2 0,0 0 0,0 0 0,11-8 0,-16 8 0,0 1 0,0-1 0,0-1 0,-1 1 0,0-1 0,0-1 0,-1 1 0,1-1 0,-1 1 0,-1-2 0,1 1 0,-1 0 0,-1-1 0,1 0 0,-1 0 0,-1 0 0,1 0 0,-1 0 0,-1 0 0,0-1 0,1-8 0,-3 2 0,1 1 0,-2-1 0,0 1 0,-1-1 0,0 1 0,-2 0 0,1 0 0,-2 1 0,1-1 0,-2 1 0,-12-19 0,4 10 0,-1 0 0,0 1 0,-2 1 0,-1 1 0,-30-24 0,34 32 0,-1 1 0,0 1 0,-1 0 0,0 1 0,0 1 0,-1 0 0,-24-5 0,35 11-374,-1 0-1,1 0 1,-1 0-1,0 1 1,1 0 0,-1 0-1,1 1 1,-1 0-1,1 1 1,-9 2-1,14-4 104,-1 1-1,1 0 1,-1 0-1,1 1 0,0-1 1,-1 0-1,1 1 1,0-1-1,0 1 0,0 0 1,0 0-1,-3 4 0,4-5 133,1 1-1,-1-1 0,0 1 0,1-1 1,-1 1-1,1-1 0,-1 1 0,1 0 1,0-1-1,0 1 0,0 0 0,0 0 1,0-1-1,0 1 0,0 0 0,0-1 0,1 1 1,-1 0-1,1-1 0,-1 1 0,2 2 1,18 31-7011,8 0-4759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9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152 591 12777,'-1'0'217,"0"-1"-1,0 1 1,0-1-1,0 1 0,0-1 1,0 1-1,0-1 1,0 1-1,0 0 1,0 0-1,0-1 1,0 1-1,0 0 0,0 0 1,0 0-1,0 0 1,0 0-1,0 0 1,0 1-1,0-1 1,0 0-1,0 0 0,0 1 1,0-1-1,-2 1 1,0 1 80,1 0 0,-1 0 0,1 0 1,-1 1-1,1-1 0,0 0 0,0 1 0,-3 4 1,-2 4 383,1-1 0,1 1 0,0 0 0,-4 15 0,-7 24 945,5-17-1031,0 2 0,2-1 1,2 1-1,1 1 1,-1 43-1,7-64-470,-1-4-45,1-1 0,1 0 0,-1 1 0,2-1 0,3 15 0,-5-23-72,1 0-1,0 1 1,0-1-1,0-1 1,0 1-1,0 0 1,0 0-1,1 0 0,-1 0 1,1-1-1,-1 1 1,1-1-1,-1 1 1,1-1-1,0 0 1,0 0-1,0 1 1,0-1-1,-1 0 0,2-1 1,-1 1-1,0 0 1,0-1-1,0 1 1,0-1-1,0 1 1,0-1-1,1 0 0,-1 0 1,0 0-1,4-1 1,9-1 6,0-2 0,1 0 0,-1 0 0,-1-2 1,1 1-1,-1-2 0,0 0 0,24-17 0,16-7 17,-24 15-16,-20 10-15,0 0 0,0 1 1,0 0-1,23-7 0,-30 11 1,0 1 1,0-1-1,-1 1 0,1 0 0,0 0 0,0 0 1,0 0-1,0 1 0,0-1 0,0 1 0,0-1 1,0 1-1,0 0 0,-1 0 0,1 1 1,0-1-1,-1 0 0,1 1 0,-1 0 0,1 0 1,-1-1-1,0 1 0,4 5 0,29 34 2,-26-29-17,2 1 1,0-1-1,0-1 1,1 0 0,26 18-1,-33-27-18,0 0 1,0 0-1,0-1 0,1 0 0,-1 0 1,0-1-1,0 1 0,1-1 0,-1 0 1,0-1-1,1 1 0,-1-1 0,0 0 1,8-3-1,3 1-43,0 0-4,0-1 0,-1-1 0,1-1 0,-1 0 1,0-1-1,-1 0 0,1-2 0,-2 1 0,1-2 0,-1 0 1,16-16-1,6-9-32,-2-2 0,42-59 1,-33 34 40,-3-1 0,46-101 0,44-146 22,-58 133 102,-44 105 218,-26 68-26,-2 8 30,-94 244 1857,37-86-1308,23-75-865,-80 226 657,101-266-1824,2 1 1,3 1 0,1 0 0,-2 82-1,10-115-374,1 1-1,3 19 0,10 8-5085,13 8-5853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49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667 767 9257,'13'-7'4062,"-13"7"-3905,1 0-1,-1 0 0,0 0 1,0 0-1,0 0 1,0 0-1,1 0 0,-1 0 1,0 0-1,0 0 1,0-1-1,0 1 1,1 0-1,-1 0 0,0 0 1,0 0-1,0 0 1,0-1-1,0 1 0,0 0 1,0 0-1,1 0 1,-1 0-1,0-1 0,0 1 1,0 0-1,0 0 1,0 0-1,0 0 0,0-1 1,0 1-1,0 0 1,0 0-1,0 0 0,0-1 1,0 1-1,0 0 1,0 0-1,0 0 1,0-1-1,-1 1 0,1 0 1,0 0-1,0 0 1,0 0-1,0-1 0,0 1 1,0 0-1,0 0 1,0 0-1,-1 0 0,1 0 1,0-1-1,0 1 1,0 0-1,0 0 0,-1 0 1,1 0-1,0 0 1,0 0-1,-21-6 2074,-29 0-1328,-4 4-175,-1 2 1,1 2 0,0 3-1,0 2 1,-86 24-1,126-27-674,1 0 1,-1 2-1,1-1 0,1 2 0,-1 0 0,1 0 0,0 1 0,1 1 0,0 0 0,-19 20 0,25-24-59,0 1 0,1 1 0,0-1 0,0 0-1,0 1 1,1 0 0,0 0 0,1 0 0,-1 0 0,1 0 0,1 1 0,-1-1 0,1 0 0,1 1 0,-1-1-1,1 1 1,0 0 0,1-1 0,0 0 0,0 1 0,1-1 0,2 9 0,-1-9-63,-1 0 1,1 0-1,0-1 1,1 1-1,0-1 1,0 0-1,0 0 1,1 0-1,0 0 1,0-1-1,0 0 1,1 0-1,0 0 1,0-1-1,0 0 1,0 0-1,1 0 1,-1-1-1,1 0 0,0 0 1,0-1-1,0 0 1,0 0-1,1-1 1,13 2-1,-6-2 11,1 0-1,-1-2 0,0 0 1,1 0-1,-1-1 0,0-1 1,0-1-1,0 0 0,-1-1 1,1 0-1,19-11 0,-12 3 51,-1-2-1,0 0 1,-1-1-1,-1-2 1,0 1-1,-1-2 1,-1-1-1,-1 0 0,25-42 1,1-14 311,52-128 1,-80 172-242,94-231 599,31-73 2188,-142 346-2769,-1 0 1,1 0-1,-1 14 1,-5 14-45,-116 288-43,81-223-327,4 1 0,-28 119 1,45-130-2253,-2 5-2041,8-1-3671,12-9-4966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0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21 11373,'10'-10'1762,"-1"-1"2270,-23 16-919,8-1-2715,0 0 1,0 0-1,1 1 1,0 0-1,0 0 1,0 0-1,1 1 1,-1-1-1,1 1 1,1 0-1,-5 9 1,-6 14 732,-12 35 0,20-47-866,-20 55 628,3 0 0,-16 97 0,31-122-718,2 1 0,2-1 0,3 1 0,7 84 1,-5-128-167,0-1 1,0 1 0,1-1 0,-1 1-1,1-1 1,0 0 0,0 1 0,0-1 0,0 0-1,1 0 1,-1-1 0,1 1 0,0 0 0,0-1-1,0 0 1,0 1 0,0-1 0,0-1-1,1 1 1,-1 0 0,1-1 0,-1 1 0,1-1-1,4 1 1,-4-2-1,0 0 0,0 0-1,0 0 1,-1-1 0,1 1-1,0-1 1,0 0 0,-1 0 0,1 0-1,0 0 1,-1-1 0,1 0-1,-1 1 1,0-1 0,0 0 0,4-3-1,2-1-14,47-29-5,-29 18 41,45-22 0,-61 35-38,-1 0-1,0 0 1,1 1-1,0 1 1,-1 0-1,1 0 1,0 1-1,16 0 1,24 6 2,-1 2 1,97 26-1,9 2-6,-129-31 2,0 0 0,0-3-1,50-2 1,-62 0 21,0 0-1,0-2 1,0 0 0,0-1-1,0 0 1,-1-1 0,1-1 0,-1 0-1,17-11 1,-24 12 12,-1 0 0,0 0 1,0 0-1,0-1 0,-1 0 0,1 0 0,-2 0 0,1 0 1,-1-1-1,1 0 0,-2 0 0,1 0 0,-1-1 1,0 1-1,-1-1 0,0 1 0,0-1 0,0 0 0,0-13 1,-2-92 215,-1 86-792,0 1 0,2-1 1,1 0-1,9-47 0,-6 52-848,2 2-1,10-26 0,-15 42 699,0-1 1,0 1 0,1 0-1,-1 0 1,1 0-1,0 0 1,0 0 0,1 0-1,-1 1 1,1-1-1,0 1 1,0 0 0,0 1-1,0-1 1,6-3-1,10 1-10348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0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1 384 12433,'3'-2'408,"0"0"0,0 0 0,0-1 0,0 1 0,0-1 0,0 0 0,-1 0-1,4-5 1,19-18 1484,91-44 1837,-86 54-2966,0-1 0,-1-2-1,34-28 1,-54 39-424,-1-1 0,0 1-1,0-2 1,12-18 0,-17 23-164,0 0 0,-1 0 0,0 0 0,0-1 1,0 1-1,0 0 0,-1-1 0,0 0 0,0 1 1,0-1-1,-1-10 0,0 14-118,0 1-1,0 0 1,0 0-1,-1 0 1,1 0 0,0 0-1,-1 0 1,1 0-1,-1 0 1,1 1 0,-1-1-1,0 0 1,1 0-1,-1 0 1,0 0 0,1 1-1,-1-1 1,0 0 0,0 1-1,0-1 1,0 0-1,0 1 1,0-1 0,0 1-1,0 0 1,0-1-1,0 1 1,0 0 0,0 0-1,0-1 1,0 1-1,0 0 1,0 0 0,0 0-1,0 0 1,0 0 0,0 1-1,0-1 1,0 0-1,0 0 1,-2 1 0,-3 1 174,0-1 0,0 1 1,0 1-1,0-1 0,1 1 1,-12 7-1,-15 16-182,0 2 1,1 2-1,-34 43 1,51-57-50,2 1 0,0 0 0,1 0 0,0 1 0,1 1 0,2 0 0,0 0 0,1 0 0,-8 32 0,13-40 0,0 1 0,0 0 0,1 0 0,1 0 0,0 0 0,1-1 0,0 1 0,0 0 0,1 0 0,1-1 0,0 1 0,1-1 0,0 0 0,0 0 0,1 0 0,1 0 0,13 18 0,-6-13-29,1-1 0,1-1-1,0 0 1,1-1 0,0-1 0,1 0 0,0-1-1,1-1 1,19 8 0,2-2-368,0-1 0,0-2 0,63 11 0,51-2-6397,168 16-14315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5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291 855 8161,'5'-16'13359,"-12"43"-5412,2-9-9735,-46 213 4923,4-15-1182,-73 287-1953,71-279 0,46-211 0,-11 64 0,14-77 0,0 0 0,0 0 0,0 0 0,0 0 0,0 0 0,0 0 0,1 0 0,-1 0 0,0 0 0,0 0 0,0 0 0,0 0 0,0 0 0,0 0 0,0 0 0,0 0 0,0 0 0,0 0 0,0 0 0,0 0 0,0 0 0,0 0 0,0 0 0,0 0 0,1 0 0,3-15 0,6-21 0,77-420 0,-2 8 0,-55 314-209,94-251 0,-99 324 137,4 1-1,1 1 1,4 2-1,1 1 1,4 2 0,54-60-1,-70 90 23,1 1 0,1 1-1,1 1 1,1 1 0,1 2-1,49-25 1,-63 36 36,1 0-1,-1 2 1,1 0 0,0 0 0,0 1-1,0 1 1,1 1 0,-1 0 0,1 1-1,-1 0 1,1 2 0,-1-1 0,1 2-1,-1 0 1,1 1 0,17 6 0,-24-5 7,1 0 0,-2 0 0,1 1 0,0 0 1,-1 1-1,0-1 0,0 2 0,-1-1 1,0 1-1,0 0 0,0 1 0,-1-1 0,0 1 1,-1 1-1,0-1 0,0 1 0,-1 0 1,0 0-1,0 0 0,-1 0 0,0 1 0,2 11 1,-2-1-27,-1-1 0,-1 1 0,-1 0 0,0-1 0,-1 1 0,-2-1 0,0 1 0,0-1 0,-2 0 0,-10 26 0,-10 16-479,-3-2-1,-2-1 1,-3-2-1,-2-1 1,-73 86-1,-240 225-4261,280-300 3791,-48 40-531,103-95 1214,28-41 880,-1 17 124,-14 12-667,1 1-1,0-1 0,0 1 1,-1-1-1,1 1 1,0-1-1,0 0 0,-1 1 1,1-1-1,-1 0 1,1 0-1,-1 1 1,1-1-1,-1 0 0,1 0 1,-1 0-1,1-1 1,26 23 1158,-23-15-1110,0 0 1,0 0-1,-1 0 0,0 1 0,4 11 1,-3-9-17,-1 0-1,1-1 1,9 14 0,3 0-1,1-2 0,1 0 0,1-1 0,1 0 0,1-2 0,0 0-1,1-2 1,1 0 0,46 22 0,2-6-155,1-4 0,88 23 0,-95-33-80,0-2 1,2-3-1,95 4 0,-126-15 126,-1-1 0,1-2-1,-1-1 1,1-3-1,-1 0 1,-1-2-1,1-2 1,38-16-1,-57 19 33,1-2 0,-2 0-1,0 0 1,0-2-1,15-13 1,-28 23 12,0 0 0,0-1 0,0 1 1,-1-1-1,1 1 0,0-1 0,-1 0 0,0 0 0,1 0 1,-1 0-1,0 0 0,0 0 0,0 0 0,0 0 0,0 0 1,-1-1-1,1 1 0,-1 0 0,1 0 0,-1-1 0,0 1 1,0 0-1,0-1 0,0 1 0,0 0 0,0-1 1,-1 1-1,1 0 0,-1 0 0,0-1 0,-1-2 0,1 3 3,-1 0-1,0 0 0,0 0 1,0 0-1,0 0 0,-1 0 0,1 0 1,0 1-1,-1-1 0,1 1 1,-1-1-1,0 1 0,1 0 1,-1 0-1,0 1 0,0-1 0,0 0 1,0 1-1,1 0 0,-1-1 1,0 1-1,-6 1 0,-2 0-80,0 1 0,-1 1 1,1 0-1,0 0 0,1 1 0,-1 0 0,1 1 0,-1 0 1,-14 11-1,-4 5-1235,-42 39 0,69-58 1266,3-2 92,0 0 0,0-1 0,0 1 1,0 0-1,1 0 0,-1-1 0,0 1 0,0-1 1,0 1-1,0-1 0,0 0 0,0 1 0,0-1 1,0-1-1,20-9 932,-16 10-869,5-2 416,0 0 0,0 1-1,0 1 1,18-1-1,-24 2-409,0 1-1,0-1 0,-1 1 0,1 0 0,0 0 0,0 0 1,-1 1-1,1-1 0,-1 1 0,1 0 0,-1 0 1,0 0-1,1 0 0,-1 1 0,0-1 0,5 7 0,80 98-1138,-83-101 615,10 9-2745,0 0 0,0-1-1,20 13 1,-1-7-6386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6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54 11217,'0'0'9483,"-4"1"-8546,-26 4 807,27-5-483,-23 25 1171,0-12-1253,24-12 871,4 2-1844,18 22 119,-8-10-263,0 1 1,-1 0 0,0 1-1,-1 0 1,-1 0 0,-1 1-1,0 0 1,8 33 0,-11-29-49,-1 0 0,-1 1 0,0-1 1,-2 32-1,-1-8 4,0-46-16,-1 0 0,1 1 0,0-1 0,0 0 0,0 0 0,0 0 0,0 0 0,0 1 0,0-1 0,0 0 0,0 0 0,0 0 0,0 1 0,0-1 0,0 0 0,0 0 0,0 0 0,0 0 0,0 1 0,1-1 0,-1 0 0,0 0 0,0 0 0,0 0 0,0 1 0,0-1 0,0 0 0,0 0 0,1 0 0,-1 0 0,0 0 0,0 0 0,0 1 0,0-1 0,0 0 0,1 0 0,-1 0 0,0 0 0,0 0 0,0 0 0,0 0 0,1 0 0,-1 0 0,0 0 0,0 0 0,0 0 0,1 0 0,-1 0 0,0 0 0,0 0 0,0 0 0,11-22 187,1-11-175,2 0 1,1 0 0,1 1-1,2 1 1,1 1 0,2 1 0,1 0-1,1 2 1,1 1 0,1 0-1,2 2 1,0 1 0,1 1 0,44-24-1,-60 39-31,1 1 1,1 0-1,-1 1 0,1 1 0,24-6 1,-33 9 17,1 1 1,-1-1-1,0 1 1,1 0-1,-1 0 1,0 0-1,0 1 1,1 0-1,-1 0 1,0 0-1,0 1 1,0-1-1,0 1 1,0 1-1,0-1 1,0 1-1,-1-1 1,7 7-1,-3-2 15,-1 1 0,0 0 0,-1 1 0,0 0 1,0 0-1,-1 0 0,0 0 0,0 1 0,-1 0 0,-1 0 0,0 0 0,0 1 0,1 10 0,2 19-108,-2 1 0,-2 46 0,-1-18-485,20 123-3362,7-70-1431,-24-111 4011,-1-1 0,1 0 0,1 0 1,0 0-1,0-1 0,10 13 0,15 20-8136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6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585 922 9385,'-2'-5'566,"0"0"1,-1 0-1,1 1 0,-1-1 1,0 1-1,0 0 1,-4-4-1,0 7 1338,-10 4-538,9-2-863,1 0 0,-1 1 1,1 0-1,0 0 0,-1 1 0,-9 5 1,-18 12 499,1 3 0,1 0 0,1 2 0,1 2 0,-52 58 0,46-41-510,3 2 1,1 1-1,-45 86 0,41-43-92,35-85-381,1 0 1,0-1-1,0 1 0,0 0 0,1-1 0,-1 1 0,1 0 0,0 0 0,1 0 0,-1-1 1,1 1-1,1 5 0,-1-8-28,-1 0 0,1 0-1,0 1 1,0-1 0,0 0 0,0 0 0,0 0 0,0 0 0,0 0 0,1 0 0,-1 0-1,1 0 1,-1-1 0,1 1 0,0-1 0,0 1 0,0-1 0,0 1 0,0-1 0,0 0-1,0 0 1,0 0 0,0 0 0,4 0 0,4-1-53,0 0 0,0-1-1,0 0 1,0-1 0,-1 0 0,1 0 0,12-6 0,-3 1-115,-2-1 1,1-1 0,-1-1-1,-1 0 1,0-1 0,0-1 0,-1 0-1,24-26 1,-2-4-399,54-79 0,-58 71 367,-3-2-1,40-93 1,29-120-210,31-174 611,-85 276 629,-30 111-140,8-61 0,-36 129 355,2 9-790,0 1-1,3 0 1,-11 48-1,8-29-83,-48 190 264,-31 265-1,84-442-914,4 113 1,4-141 92,2 0 1,0 0-1,2-1 1,1 1 0,17 41-1,-22-66 310,0 0 0,0 1 0,1-1-1,0 0 1,0 0 0,1-1-1,-1 1 1,7 5 0,-8-8 51,0 0 1,0-1 0,1 1 0,-1-1-1,1 0 1,-1 1 0,1-1-1,0 0 1,-1-1 0,1 1 0,0 0-1,-1-1 1,1 0 0,0 1-1,0-1 1,0 0 0,-1 0 0,7-2-1,6-2-34,1-1-1,-1 0 1,0-2-1,0 1 0,-1-2 1,0 0-1,0-1 1,-1 0-1,14-13 1,-12 10 20,1 0 0,0 1 1,1 1-1,1 0 1,24-9-1,-35 17 45,-1 1 1,1-1 0,0 1-1,-1 1 1,1-1-1,0 1 1,0 1-1,0-1 1,-1 1-1,1 0 1,11 3-1,-4 1 25,-1 0 1,1 1-1,-1 1 0,14 8 0,25 18 128,-31-17-61,2-2-1,0-1 0,0 0 1,1-2-1,0 0 1,41 10-1,-46-17-2,0 0 0,0-2 0,1 0 0,-1-1 0,1-1 0,37-4 0,-52 3-14,1 0 0,-1-1 1,1 1-1,-1-1 0,0 0 0,0 0 0,0-1 0,0 0 0,0 1 1,-1-2-1,1 1 0,-1 0 0,0-1 0,0 0 0,0 0 1,0 0-1,-1-1 0,1 1 0,-1-1 0,0 0 0,-1 1 1,1-1-1,-1-1 0,0 1 0,0 0 0,-1 0 0,0-1 0,2-8 1,-3 7-18,0 1 0,0-1 1,0 0-1,-1 1 1,0-1-1,0 1 0,-1-1 1,0 1-1,0-1 1,0 1-1,-1 0 0,0 0 1,0 0-1,-8-10 0,0 1 25,-1 0 0,0 0 0,-29-24 0,23 24-101,-1 0 1,0 1-1,-1 1 0,-1 1 1,-36-16-1,46 24-405,1 1 0,-1 0-1,0 0 1,0 1 0,0 1 0,-13-1 0,17 2-330,-1 0 0,1 1 0,0 0-1,-1 0 1,1 1 0,0 0 0,0 0 0,0 1 0,0 0 0,-8 4 0,14-6 366,0-1 0,0 1-1,0-1 1,0 1 0,0 0-1,0 0 1,0-1 0,0 1-1,1 0 1,-1 0 0,0 0-1,0 0 1,1 0 0,-2 2-1,2 22-8836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7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69 13289,'0'-4'465,"-1"-1"-1,1 0 1,-1 0-1,1 0 1,-1 1-1,-1-1 0,1 0 1,-1 1-1,0-1 1,-3-5-1,3 9 49,0-1-1,0 1 0,-1 0 0,1 0 0,0 0 0,-1 0 0,1 0 1,-1 0-1,1 1 0,-7-2 3202,10 27-3162,2-1 1,1 0-1,8 29 1,7 44-59,-12-43-319,-3-1 1,-3 66-1,1-34-56,18-92-89,-12 3-21,0-1-1,-1 0 0,1 0 0,-1 0 1,0-1-1,-1 0 0,1 0 0,9-13 1,15-14 39,-21 24-36,81-73 75,-77 70-52,1 1-1,1 1 0,0 0 0,23-10 0,-35 19-34,1-1 0,0 1 0,0 0 0,-1 1 0,1-1 0,0 1 0,0 0 0,-1 1 0,1-1 0,0 1 0,0-1 0,-1 1 0,1 1 0,7 2 0,-8-2 1,0-1 1,-1 1 0,0-1 0,1 1 0,-1 0 0,0 0 1,0 1-1,-1-1 0,1 1 0,0-1 0,-1 1 0,0 0 0,1 0 0,-1 0 0,0 0 1,-1 0-1,1 1 0,1 3 0,2 4 6,-2 0 1,1 0-1,3 21 1,-2 10-12,-2 0 0,-3 48 0,0-48 12,4-16 45,-4-26-49,0 0-1,0 1 0,1-1 0,-1 0 0,0 0 0,0 0 1,0 1-1,1-1 0,-1 0 0,0 0 0,0 0 0,1 0 1,-1 0-1,0 1 0,0-1 0,1 0 0,-1 0 0,0 0 1,1 0-1,-1 0 0,0 0 0,0 0 0,1 0 0,-1 0 1,0 0-1,1 0 0,-1 0 0,0 0 0,0 0 0,1 0 1,-1-1-1,0 1 0,0 0 0,1 0 0,-1 0 0,0 0 1,0 0-1,1-1 0,-1 1 0,0 0 0,5-5 98,0-1 0,0 1 0,-1-1 0,6-9-1,-1 2 62,11-16-103,126-165 411,-129 174-438,1 1-1,1 1 1,1 1-1,0 1 1,1 0-1,1 2 1,27-14-1,-45 26-32,0 0 0,0 1 0,0-1 0,0 1 0,0 0 0,1 0 0,-1 1 0,0-1 0,0 1 0,0 0 0,1 0 0,-1 0 0,0 1 0,0-1 0,0 1 0,1 0 0,-1 0 0,0 1 0,5 2 0,-3-1 0,-1 1 0,1-1 0,-1 1 0,0 0 0,0 0 0,-1 1 0,1 0 0,-1-1 0,0 1 0,0 1 0,3 6 0,9 19-995,-3 1 0,0 0 0,-2 1 0,-2 0 0,7 41 0,3 9-1166,5 18-8290,-7-47-750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7.6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323 38 13709,'-4'-15'-149,"-3"-7"6267,5 25-2575,1 16-1500,10 121 1550,-5-85-1638,-2 89 0,-11-57-1955,-23 96 0,-33 85 0,45-192 0,-152 482-5030,172-557 5011,-19 58-5093,12-22-1742,8 1-5914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7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0 446 11457,'7'-108'2436,"0"57"-200,6 2-35,14 1-329,13 9-432,4 3-276,16-3-204,10 12-208,11-1-224,16 13-632,3 9-332,1 9-540,-4 15-584,-13 10-648,-14 2-584,-13 15-2217,-14 21-3968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8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0 335 9305,'49'-25'1979,"-35"16"-1242,0 2 1,1 0 0,28-9 0,58-11 1115,1 3 0,203-18 0,-299 42-1725,1 0 0,0 0 0,0 0 0,-1 1 0,1 0 0,0 0 0,-1 1 0,1 0 0,-1 0 0,1 0 0,-1 1 0,0 0 0,0 0 0,0 1 0,-1 0 0,6 4 0,-3 0 166,0 1 0,0 0 0,-1 0 0,0 1 0,-1-1 1,0 1-1,-1 1 0,5 10 0,-3-6-108,1-1 0,1 0 1,0-1-1,1 0 0,1 0 1,0-1-1,0-1 0,1 0 0,1 0 1,0-1-1,0-1 0,1 0 0,24 12 1,-8-7-79,1-2-1,0-1 1,0-1 0,1-1 0,59 7 0,-77-15-83,1 0 0,-1 0 0,1-2 0,0 1 0,-1-2 0,1 0 0,18-5 0,-29 5 22,1 1 0,-1 0 1,0-1-1,0 0 0,1 0 1,-1 0-1,0 0 0,-1-1 1,1 1-1,0-1 0,-1 0 0,1 0 1,-1-1-1,0 1 0,0-1 1,0 1-1,-1-1 0,1 0 1,-1 0-1,0 0 0,0-1 1,0 1-1,-1 0 0,1-1 1,-1 1-1,1-9 0,-2-4 81,0 0 0,0 0 0,-2 1 0,0-1 0,-1 0 0,-1 1 0,-1 0 0,0 0 0,-9-19 0,4 13-25,-1 1 0,-2 0-1,0 0 1,-1 1 0,-31-34 0,29 39-425,-1 0 1,0 1 0,-1 1 0,0 1 0,-22-11 0,35 20-130,0 0 0,0 1 0,-1 0 0,1 0 1,-1 0-1,1 0 0,-10-1 0,7 2-757,7 1 1028,1 0 0,0 0-1,0 1 1,-1-1-1,1 0 1,0 0 0,-1 0-1,1 1 1,0-1 0,0 0-1,0 0 1,-1 1-1,1-1 1,0 0 0,0 0-1,0 1 1,-1-1 0,1 0-1,0 1 1,0-1 0,0 0-1,0 1 1,0-1-1,0 0 1,0 0 0,0 1-1,0-1 1,0 0 0,0 1-1,0-1 1,0 0 0,0 1-1,0-1 1,0 1-1,1 14-2879,-1-14 2237,6 35-10501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8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15397,'23'19'7398,"5"23"-4837,-15-20-1133,17 23-455,-2 1-1,-2 1 1,-2 1-1,26 78 0,-42-100-891,-1 1-1,-1-1 1,-2 1 0,-1 0-1,0 0 1,-2 0 0,-2 0-1,0 0 1,-2 1-1,0-2 1,-9 30 0,-5 5 45,17-58-123,-1 0-1,0 0 0,0 0 1,0-1-1,0 1 0,0 0 0,-1-1 1,1 1-1,-1-1 0,1 1 1,-3 2-1,1-2-3,2-2 1,1-1 0,0 1 0,-1-1 0,1 1 0,-1-1 0,1 1 0,-1-1 0,1 1 0,-1-1 0,1 0 0,-1 1 0,1-1 0,-1 0 0,1 1 0,-1-1 0,1 0 0,-1 0 0,0 1 0,1-1 0,-1 0 0,-1 0 0,1-1 0,-1 0 0,1-1 0,0 1 0,0 0 0,-1-1 0,1 1 0,0-1 0,0 1 0,0-1 0,1 1 0,-1-1 0,0 0 0,1 0 0,-1 1 0,1-1 0,-1 0 0,1 0 0,0-2 0,-3-43 0,6 22 8,1 1 0,1-1 0,2 1 0,0 0 0,1 0 0,16-30 0,1 5-147,60-87 0,-51 90-1047,3 1 1,1 1-1,51-43 0,-53 56-1217,48-32-1,-54 44-638,1 1 0,37-16 0,9 5-7843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8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1 393 8297,'28'-31'4235,"-28"30"-4100,1 1 0,0-1 0,0 1 0,0 0 0,-1-1 0,1 1 0,0 0 0,0-1 0,0 1 0,0 0 0,0 0 0,0 0 0,-1 0 1,1 0-1,0 0 0,0 0 0,0 0 0,0 0 0,0 0 0,0 1 0,1-1 0,1 1 305,11-1 578,0 0 0,1-1 1,27-4-1,-25 1-726,0-1 0,0 0 0,0-1 0,-1-1-1,22-11 1,-29 13-130,-1 0-1,0-1 1,0 0-1,-1 0 1,0 0-1,0-1 1,0 0-1,-1-1 0,0 1 1,0-1-1,-1 0 1,0-1-1,-1 1 1,0-1-1,0 0 1,-1 0-1,0 0 1,0 0-1,-1-1 1,0 1-1,-1-1 0,0 0 1,-1-18-1,-1 15 133,-1 0-1,-1 0 1,-1 0 0,-5-13-1,3 7 136,6 19-420,0 0 0,0 0 0,0-1 0,0 1 0,0 0 0,0 0 0,0 0 0,0 0 0,0-1 0,0 1 0,0 0 0,-1 0 0,1 0 0,0 0 0,0 0 0,0-1 0,0 1 0,0 0 0,0 0 1,-1 0-1,1 0 0,0 0 0,0 0 0,0 0 0,0 0 0,-1 0 0,1-1 0,0 1 0,0 0 0,0 0 0,-1 0 0,1 0 0,0 0 0,0 0 0,0 0 0,0 0 0,-1 0 0,1 0 0,0 0 1,0 0-1,0 1 0,-1-1 0,1 0 0,0 0 0,0 0 0,0 0 0,-8 1 74,1 0 0,0 1 0,-1 0 0,1 0 1,0 1-1,0-1 0,1 2 0,-1-1 0,0 1 0,-11 8 0,8-3 2,-1 0-1,1 1 0,1 0 0,0 1 0,-12 17 0,7-4-14,0 1 0,2 0 0,0 0 0,2 1 0,-11 43 0,17-54-43,1 0 1,0 1 0,2-1-1,0 1 1,1 26-1,0-36-47,1 0 0,0 0-1,0-1 1,1 1 0,-1 0 0,1-1-1,0 1 1,1-1 0,-1 1 0,1-1-1,0 0 1,0 0 0,1 0-1,-1-1 1,1 1 0,0-1 0,8 7-1,-6-7-7,1-1-1,-1 1 0,0-1 0,1 0 1,-1-1-1,1 1 0,0-1 1,0-1-1,0 1 0,0-1 0,0 0 1,0-1-1,0 0 0,1 0 1,-1-1-1,0 1 0,0-1 0,0-1 1,0 0-1,0 0 0,0 0 1,-1 0-1,1-1 0,-1-1 0,0 1 1,9-7-1,6-6 174,-1-1 1,0 0-1,-1-2 1,-2 0-1,0-1 1,28-44-1,20-23 454,-57 78-530,11-13 221,31-30-1,-44 46-255,1 1-1,0 0 0,0 0 0,0 1 1,0 0-1,1 0 0,-1 1 1,1 0-1,13-4 0,-16 6-16,0 1-1,0 0 0,0-1 1,0 1-1,0 1 0,0-1 1,0 1-1,0 0 1,0 0-1,0 0 0,-1 1 1,1 0-1,0 0 0,5 3 1,-3-1-3,1 1-1,-1 0 1,0 0 0,-1 1 0,1-1 0,-1 2-1,6 6 1,-5-3 11,-1 0-1,0 1 1,0-1-1,-1 1 1,0 1-1,-1-1 1,-1 0-1,0 1 1,0 0-1,-1 0 1,-1 0-1,0 0 1,0 0-1,-1 0 1,-1 0-1,0 0 1,-3 14 0,0-6 10,-1 0 1,0 0 0,-2-1-1,0 1 1,-1-2 0,-1 1-1,-1-1 1,0 0 0,-19 23-1,10-19-1,-1 0 0,-2-2 0,0 0 0,-1-1 0,0-1 0,-2-1 0,-37 18 0,-9-1-1501,-113 38 0,148-66-1415,23-4-659,5 1-5391,25-16-2647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9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0 14561,'-64'33'3141,"41"15"-265,3 7-92,-7-1-340,3 3-479,1 4-325,-4 5-256,4 9-308,-4 1-220,0-1-816,7 3-40,-4-2 0,1 2-144,6-6-1740,4-5-896,-4-13-977,4-6-3359,13 3-6986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9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17614,'13'-6'3108,"14"-9"-396,10 9-584,17 3-492,-11 0-231,7 3-733,11-3-676,9 0-1128,4-6-725,-4-3 237,7 12-5624,0 3-7190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1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73 11213,'0'0'2074,"0"-3"-162,-1-3-942,0-1-1,0 1 0,-1 0 1,1 0-1,-1-1 0,-1 1 1,1 0-1,-7-10 1,7 13 1851,-12 14-1265,10-8-1288,-2 4 14,1 0 0,-1 0 1,1 0-1,0 1 0,1 0 0,-7 16 0,-18 59 1153,14-35-877,-4 6-525,2 1 0,3 0 0,1 2-1,4-1 1,2 1 0,0 70 0,7-111-33,2 1 0,0-1 0,1 0 0,0 0 0,1 0 0,1 0 0,1-1 0,11 24 0,-12-31 0,-1 0 0,1 0 0,1-1 0,-1 1 0,1-1 0,0-1 0,1 1 0,0-1 0,0 0 0,0-1 0,1 0 0,-1 0 0,1 0 0,0-1 0,1 0 0,14 4 0,-10-4 0,0-2 0,-1 0 0,1 0 0,1-1 0,-1 0 0,0-1 0,0-1 0,0 0 0,0-1 0,0-1 0,14-4 0,-9 1 0,0-1 0,0-1 0,-1-1 0,0 0 0,-1-1 0,28-22 0,-1-7 0,-2-2 0,-2-2 0,65-93 0,-78 103 0,32-48 0,-36 52-415,-20 27-59,2 1-1001,122-24-2584,-121 24 3481,0-1 0,0 1 1,-1-1-1,1 0 0,-1 0 0,1 0 0,-1 0 0,0-1 0,0 0 0,0 0 0,0 0 0,0 0 0,3-5 0,9-5-5335,9 11-3443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3:52.0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1 804 10385,'0'0'119,"0"0"0,1 0 0,-1 0 0,0 0 0,0 0 0,1 0 1,-1 0-1,0 0 0,1 0 0,-1 0 0,0 0 0,0 0 0,1 0 0,-1 0 0,0 0 0,1-1 0,-1 1 1,0 0-1,0 0 0,1 0 0,-1 0 0,0 0 0,0-1 0,0 1 0,1 0 0,-1 0 0,0 0 0,0-1 1,0 1-1,1 0 0,-1 0 0,0-1 0,0 1 0,0 0 0,0 0 0,0-1 0,0 1 0,0 0 0,1-1 1,-1 1-1,0 0 0,0 0 0,0-1 0,0 1 0,0 0 0,0-1 0,-1 1 0,1 0 0,0 0 0,0-1 0,0 1 1,3-33 4195,2-21 523,4 32-3665,0-1 1,1 1-1,23-36 0,10-21 609,64-166-1221,-91 211-561,-3 5 0,1 0 0,1 1 0,1 0 0,2 1 0,37-44 0,-54 70 0,1-1 0,0 1 0,0 0 0,0 0 0,0 0 0,0 0 0,0 0 0,0 0 0,0 0 0,0 1 0,0-1 0,1 1 0,-1-1 0,0 1 0,0 0 0,1 0 0,-1 0 0,0 0 0,0 1 0,1-1 0,-1 0 0,0 1 0,0 0 0,0-1 0,0 1 0,4 2 0,0 0 0,0 0 0,0 1 0,0 0 0,-1 0 0,1 0 0,-1 1 0,6 6 0,5 9 0,-2 0 0,-1 1 0,0 0 0,-1 1 0,-2 0 0,0 0 0,-1 2 0,10 45 0,-10-27 0,-2 1 0,-2 0 0,-2-1 0,-3 58 0,-2-75 0,-1-1 0,-1 0 0,-2 0 0,0-1 0,-1 1 0,-1-2 0,-2 1 0,0-1 0,-24 38 0,12-27 0,-2-1 0,-1-1 0,-1-2 0,-2 0 0,-38 30 0,37-40 0,22-15 0,19-12 0,38-19 3,76-31 0,-22 11-42,74-42-1301,-4-7-1,278-206 1,-429 284 1252,40-41 0,-55 50 136,0-1-1,0 0 0,-1 0 1,0-1-1,-1 0 0,8-20 1,-12 28 14,-1 0 0,0-1 0,-1 1 0,1 0 1,0-1-1,-1 1 0,0 0 0,1-1 0,-2 1 1,1-1-1,0 1 0,-1 0 0,1-1 1,-2-3-1,1 5-7,0 0 1,0 0 0,0 0-1,0 1 1,0-1-1,0 0 1,-1 1 0,1-1-1,0 1 1,-1-1-1,1 1 1,-1 0 0,0 0-1,1 0 1,-1-1 0,0 2-1,0-1 1,0 0-1,0 0 1,1 1 0,-1-1-1,-3 0 1,-3 0 15,0 1-1,-1-1 1,1 1 0,0 1-1,0 0 1,-1 0 0,1 1-1,0-1 1,0 2 0,0-1 0,1 1-1,-1 0 1,-11 8 0,-10 6 269,-55 43 0,69-48-324,-30 23-16,-68 67 0,101-89 0,0 1 0,1 0 0,0 0 0,2 1 0,-1 0 0,2 1 0,0 0 0,1 0 0,-9 29 0,14-37 0,1 1 0,0-1 0,1 1 0,0-1 0,0 1 0,0 0 0,1-1 0,1 1 0,-1-1 0,1 0 0,1 1 0,0-1 0,0 0 0,0 0 0,1-1 0,0 1 0,1-1 0,-1 0 0,2 0 0,-1 0 0,12 11 0,2-1 0,1 1 0,0-2 0,1-1 0,1-1 0,45 23 0,-18-15-681,1-2 1,0-2-1,76 15 1,164 16-4889,-239-42 4608,90 12-6838,14-8-4933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0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371 0 13709,'-2'1'281,"0"-1"0,0 1 0,0-1 0,1 1 0,-1 0 0,0 0 0,0-1 0,1 2 0,-1-1 0,1 0 0,-1 0 0,1 0 0,-1 1 0,1-1 0,0 0 0,-1 1 0,1 0 0,0-1 0,0 1 0,0 0 0,0-1 0,1 1 1,-2 3-1,-18 55 3825,11-30-2887,-68 153 3842,-9 25-3202,29-35-2716,21-60-2538,-8-4-5152,38-91 2029,7-3-3880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0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11573,'0'0'5725,"10"18"-4957,10 16-544,-7-1-876,11 3-625,-1 3-519,0 9-2396,4 7-3197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1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0 458 10065,'0'-9'700,"1"0"0,-1 0 1,1 0-1,1 0 0,0 1 0,0-1 0,1 0 1,0 1-1,1-1 0,-1 1 0,2 0 0,-1 0 1,1 1-1,0-1 0,1 1 0,-1 0 0,2 1 1,9-9-1,-14 13-597,1 1-1,0-1 1,0 1 0,0 0 0,0 0-1,0 0 1,0 0 0,0 1 0,0-1-1,0 1 1,0 0 0,0 0 0,0 0-1,0 0 1,0 1 0,0-1 0,1 1-1,-1 0 1,-1 0 0,1 0-1,0 0 1,4 2 0,5 3 86,-1 1 1,1 0-1,16 13 1,-14-7-116,0 1 1,-2 0-1,1 1 1,-2 0-1,0 1 1,-1 0-1,0 1 1,-1 0-1,-1 0 1,-1 1-1,0 0 1,-2 1-1,5 23 1,11 142-111,-19-155 29,-3 14-40,1-40-49,3-6 79,24-30 32,36-55 0,25-32-91,122-121-1602,-67 78 287,-123 138 1484,-2 0 0,0-2 0,25-51 1,-42 77-58,7-23 2013,-8 23-1954,-1 0-1,1 1 1,-1-1-1,0 0 1,1 0-1,-1 0 1,0 1-1,1-1 1,-1 0-1,0 1 1,0-1-1,0 1 1,0-1-1,0 1 1,0-1-1,0 1 1,-1-1-1,-3-1-37,4 1 9,0 1 0,0 0 0,0 0-1,0-1 1,0 1 0,0 0 0,0 0-1,-1 0 1,1 0 0,0 1 0,0-1 0,0 0-1,0 0 1,0 1 0,0-1 0,0 0-1,0 1 1,-2 0 0,0 1 152,-2-1-94,1 1-1,0-1 1,0 1-1,1 0 0,-1 0 1,0 1-1,0-1 1,1 1-1,0 0 0,-1 0 1,1 0-1,0 0 0,1 0 1,-1 1-1,-4 7 1,3-4-19,0 0-1,0 0 1,1 1 0,0 0 0,0-1 0,1 1 0,-2 13 0,2-2-92,1 1 0,1 0 1,1-1-1,7 36 0,23 77-21,-18-82 4,-4-14-146,-1-1-1,-1 1 1,-3 0 0,0 1 0,-3-1-1,-1 1 1,-5 39 0,4-69-97,0 0 0,0 0 0,-1 0 0,-1-1 0,1 1 0,-1-1 0,0 0 0,0 0 1,0 0-1,-1 0 0,0 0 0,-1-1 0,1 1 0,-11 8 0,9-9-361,0-1 1,-1 0-1,0 0 0,0 0 1,0-1-1,0 0 0,0-1 1,-1 0-1,1 0 0,-1 0 1,0-1-1,1 0 0,-11 0 1,-23 2-5678,16 0-3800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1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362 0 13901,'-50'61'3257,"29"-19"-389,8 6-168,-4 6-300,1-3-364,-1 4-327,-3 5-313,0 9-284,-4 4-200,1 5-436,-7 0-476,3 4 0,3-1-1192,1-2-828,6 2-697,7-12-631,3-2-3568,4-4-6674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2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8 175 13837,'-1'-1'103,"0"-1"-1,0 1 1,1 0-1,-1 0 1,0 0 0,1 0-1,-1 0 1,1-1-1,-1 1 1,1 0-1,0-1 1,0 1-1,-1 0 1,1 0-1,0-1 1,0 1-1,0 0 1,0-1 0,1 1-1,-1-2 1,2 1 16,-1 1 0,1 0 0,-1-1 0,1 1 0,0 0 0,0 0 0,0 0 0,-1 0 0,1 0 0,0 1 0,0-1 0,0 0 0,0 1 0,3-1 0,18-4 693,1 1 1,0 1-1,37 0 1,75 8 541,-61-2-869,45 0 90,130-5 64,-226-1-574,0-2 0,0 0 0,35-13 0,-56 17-67,0 0-1,-1 0 1,1 0 0,-1 0-1,1-1 1,-1 1 0,0-1 0,0 0-1,1 0 1,-1 1 0,0-1-1,0-1 1,-1 1 0,1 0-1,1-3 1,2-1 14,-5-1 69,-5-6-78,5 11-5,0 0 0,-1 0 1,1 1-1,-1-1 0,1 0 0,-1 0 0,0 1 1,0-1-1,0 1 0,0-1 0,0 0 0,0 1 1,0 0-1,0-1 0,-1 1 0,1 0 0,0 0 0,-1-1 1,1 1-1,-1 0 0,0 0 0,1 1 0,-1-1 1,0 0-1,1 1 0,-1-1 0,0 1 0,-2-1 1,-5 0 19,1 0 0,0 0 0,-1 1 0,1 1 0,-1-1 0,1 1 0,0 1 0,0-1 0,-1 1 0,1 1 0,1 0 0,-1 0 0,0 0 0,1 1 0,-1 0 0,-10 9 0,12-8 9,0 1 1,1-1 0,0 1-1,0 1 1,0-1 0,1 1-1,0 0 1,0 0 0,1 0-1,0 1 1,0-1 0,0 1-1,1-1 1,0 1 0,1 0-1,0 0 1,0 13 0,1-12-6,0 1 0,0-1 0,1 1 0,1-1 0,-1 0 0,2 0 0,-1 0 0,1 0 0,1 0 0,-1 0 0,10 14 0,-6-12-11,1 0 0,1 0 0,0-1 1,0 0-1,1 0 0,0-1 1,18 11-1,-8-7-72,1 0 0,1-2 1,0-1-1,1 0 0,0-2 0,0-1 0,0 0 1,47 5-1,-45-9 18,0-2 0,1 0 0,-1-2 0,0 0 0,0-2 0,26-6 0,-39 6 42,0 0 1,0-2 0,0 1 0,0-1-1,0-1 1,-1 0 0,0-1-1,0 0 1,-1 0 0,0-1-1,0-1 1,-1 1 0,14-18 0,-21 24-2,0-1 0,0 1 0,-1-1 0,1 0 1,-1 1-1,1-1 0,-1 0 0,0 0 0,0 0 1,0 0-1,0 0 0,-1 0 0,1 0 1,-1-1-1,0 1 0,0 0 0,0 0 0,0 0 1,0 0-1,-1 0 0,0 0 0,1 0 0,-1 0 1,0 0-1,0 0 0,-1 0 0,1 0 1,-1 0-1,1 1 0,-1-1 0,0 1 0,0-1 1,0 1-1,0-1 0,-1 1 0,1 0 0,0 0 1,-1 1-1,0-1 0,1 0 0,-1 1 1,0-1-1,0 1 0,0 0 0,0 0 0,-3-1 1,-6 1-11,0 0 1,1 1 0,-1 0 0,0 0-1,0 1 1,0 1 0,0 0 0,1 1 0,-1 0-1,1 1 1,-1 0 0,1 1 0,-11 6-1,2 0-195,0 1 0,1 1 0,0 0 0,1 2 0,-31 31-1,47-45 167,1 1 0,-1 0 0,0 0 0,1 0 0,0 0-1,-1 0 1,1 0 0,0 0 0,0 1 0,0-1-1,1 0 1,-2 5 0,2-5 24,0-1 0,0 0 1,0 1-1,0-1 0,0 0 0,1 1 0,-1-1 1,0 0-1,1 1 0,-1-1 0,1 0 0,0 0 1,-1 1-1,1-1 0,0 0 0,-1 0 0,3 2 1,0-1 2,0 0 0,0 1 1,0-1-1,0-1 0,0 1 1,1 0-1,-1-1 0,1 0 1,-1 1-1,1-1 1,-1-1-1,1 1 0,0 0 1,0-1-1,5 0 0,27 0 221,0-1 0,0-2-1,0-2 1,53-14 0,15-12 3205,-100 30-2750,-3 1-612,0 0 1,0 0-1,0 0 0,0 1 1,0-1-1,0 0 0,0 1 1,0-1-1,0 1 0,0-1 1,0 1-1,0 0 0,0-1 1,0 1-1,0 0 0,-1 0 1,1-1-1,0 1 0,0 0 1,-1 0-1,1 0 0,-1 0 0,1 0 1,-1 0-1,1 1 0,0 1-8,0-1 0,0 0 0,-1 1-1,1-1 1,-1 0 0,1 1-1,-1-1 1,0 1 0,0 3 0,-1 6-471,0 1 0,1-1 0,0 0 0,1 0 0,0 0 0,1 0 0,6 19 0,-4-18-1443,0-1-1,1 1 1,1-1 0,0 0 0,1 0-1,12 16 1,10 4-7551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2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477 759 10721,'-56'-8'2251,"-29"-4"2659,77 11-4486,0 1 1,1 0-1,-1 1 0,0-1 0,1 2 1,-1-1-1,1 1 0,-10 3 1,-1 3 22,2 1 0,-1 1 0,1 0 1,1 1-1,0 0 0,1 2 0,0 0 1,-21 24-1,23-22-435,0 1 1,1 1-1,1 0 1,0 0-1,1 1 1,1 0-1,1 0 1,-6 24-1,12-37-112,0-1 0,0 0-1,0 1 1,0-1-1,1 0 1,0 1-1,0-1 1,0 1 0,1-1-1,-1 1 1,1-1-1,0 0 1,1 0-1,-1 1 1,0-1 0,1 0-1,0 0 1,0 0-1,1-1 1,3 6 0,-4-7 26,1 1 1,-1-1 0,1 0 0,0 0 0,0-1 0,0 1 0,0 0 0,0-1 0,0 0 0,1 0 0,-1 0 0,0 0 0,1 0 0,-1-1 0,0 1 0,1-1 0,-1 0 0,1 0 0,-1 0 0,1-1 0,-1 1 0,0-1 0,1 0 0,-1 0 0,6-3 0,10-3-17,0-2 1,-1-1-1,-1 0 0,1-1 1,-2-1-1,0 0 1,0-2-1,-1 1 0,-1-2 1,0 0-1,23-34 1,4-14 392,63-131 0,-78 141-174,38-84 1417,-6-2 1,52-193-1,-98 278 95,-14 46-827,-8 29-228,-45 136 108,7 2 0,-40 241 0,77-334-2144,-5 125 0,16-158-59,2 1-1,0-1 1,3 0 0,0 0-1,18 56 1,5-27-4741,10-6-3813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3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172 582 8889,'-5'-40'1964,"0"51"1361,-17 29-1514,0-1-674,1 1-1,2 1 0,-17 53 0,26-60-903,1 0 0,1 1 0,2 0 1,2 0-1,1 1 0,2-1 0,5 68 0,0-84-175,0 0-1,1 0 0,10 25 0,-14-42-68,0 1 1,1-1-1,-1 0 1,0 0-1,1 0 0,-1 0 1,1 0-1,0 0 1,-1 0-1,1 0 0,0-1 1,0 1-1,1-1 1,-1 1-1,0-1 0,0 0 1,1 0-1,-1 0 1,0 0-1,1 0 0,-1 0 1,1-1-1,-1 1 1,1-1-1,-1 0 0,1 0 1,-1 0-1,1 0 1,0 0-1,-1 0 0,1-1 1,3 0-1,1-1-5,0 0 0,0 0 0,0 0 0,0-1 0,0 0 0,0 0 0,-1-1 0,0 0 0,10-8 0,-9 6 9,-1-1-1,-1-1 1,1 1-1,-1-1 1,0 0 0,-1 0-1,0 0 1,-1-1-1,6-16 1,-2 0-10,-1-1 1,2-31-1,-5 5 3,-3 0 1,-2 0-1,-13-77 0,-3-56 101,18 159-49,0-1 1,2 1-1,0 0 1,12-46-1,-10 57-26,1 1 1,1 0 0,0 0-1,1 0 1,0 1-1,1 0 1,0 0-1,1 1 1,18-19-1,0 6 6,2 1-1,0 1 0,1 2 0,1 1 0,1 1 0,0 2 1,2 1-1,0 2 0,0 1 0,2 1 0,66-11 0,-87 20 11,0 1 1,0 0-1,0 1 0,0 1 0,0 1 0,0 0 0,0 1 0,22 5 0,-32-6 14,0 1 1,0 0-1,0 0 0,0 0 0,0 1 0,-1 0 0,1 0 0,-1 0 1,0 0-1,0 1 0,0 0 0,0 0 0,0 0 0,-1 0 0,0 0 1,0 1-1,0-1 0,0 1 0,-1 0 0,0 0 0,0 0 0,0 0 1,0 0-1,-1 0 0,0 1 0,1 8 0,-1 1 157,-1 1 0,0-1 1,-1 1-1,-1-1 0,-5 23 0,-26 76 774,30-104-904,-139 348 1858,22-60-1020,24 24-335,80-250-486,4 1 0,-4 113 0,15-172-137,1 0-1,1 0 0,5 27 1,-5-37 15,0-1 1,0 1 0,0-1 0,0 1-1,0-1 1,1 0 0,-1 1 0,1-1-1,0 0 1,0 0 0,0 0 0,1 0 0,-1 0-1,1-1 1,-1 1 0,1-1 0,0 0-1,0 0 1,0 0 0,4 2 0,-5-3 21,0-1 1,-1 0-1,1 0 1,0 0-1,0 0 1,-1 0-1,1 0 1,0-1-1,0 1 1,-1-1-1,1 1 1,0-1-1,-1 1 1,1-1-1,-1 0 1,1 0-1,-1 0 1,1 0 0,-1 0-1,1 0 1,-1 0-1,0 0 1,0-1-1,1 1 1,-1-1-1,0 1 1,0 0-1,-1-1 1,3-3-1,2-4-9,0 0-1,0 0 1,-1-1 0,3-11-1,26-121-140,-11 40 71,22-90-16,19-76 14,-26 139 160,5 2-1,6 2 1,75-139 0,-77 181 59,3 1 0,83-103 1,-139 196-106,1 0 0,0 0 0,0 1 0,-5 17 0,-4 5-47,0-1 44,2 1 0,0 0 0,-8 41 0,17-54-11,0 1 0,1-1 0,2 1 0,0 0 1,1 0-1,4 29 0,7-18-79,-10-30 64,0 0 10,3-28-137,-3 22 134,-1 0-1,1 0 1,-1 0 0,1 0-1,-1-1 1,0 1-1,0 0 1,0 0 0,-1 0-1,1 0 1,-1 0-1,0 0 1,-1-4 0,2 7 3,-6-15-106,1 0 1,0 0-1,2-1 0,-4-19 1,-5-33-1278,12 66 943,-16-29-661,15 29 834,-1 0-539,-48-75-899,46 72 1684,1 1-1,-1 0 0,0 0 0,0 0 0,-1 1 0,1-1 1,-8-4-1,-13-10-26,-11-10-10,35 26 180,-1 1-95,1 0 0,0-1 0,-1 1 0,1-1 0,0 1 1,0-1-1,0 1 0,0-1 0,0 1 0,1-1 0,-1 0 0,0 1 1,0-3-1,15-7 40,1 0-1,0 1 1,1 1 0,0 1 0,0 0 0,1 1-1,0 0 1,0 2 0,0 0 0,1 1 0,-1 0-1,25 0 1,28-1 51,130 10 0,-176-4-59,617 50-2731,-212 1-6976,-243-25 1354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5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1008 4844,'9'-5'140,"5"-4"262,2 1 0,-1 1-1,1 0 1,27-7 0,301-94 2582,-260 78-2410,-2-4 1,-1-4-1,-2-3 1,-2-4-1,-2-3 0,-2-3 1,-3-3-1,102-101 1,-122 101 430,-2-1 1,58-89 0,-41 43 509,-86 105-447,11 1-944,0 1 0,1 0 0,0 0 0,0 1 0,1 0 1,0 0-1,0 1 0,-9 12 0,-51 78 796,65-94-878,-382 681 3717,205-349-2959,16-42-261,-208 386 265,33 12-349,228-423-317,93-218-168,2 1 0,3 0 1,-9 69-1,20-103-58,0 0 1,2 0-1,0-1 0,1 1 1,1 0-1,1 0 0,0-1 1,2 0-1,-1 0 1,10 20-1,-10-27-22,1-1 0,0 0 0,0-1 1,1 1-1,0-1 0,1 0 0,0-1 0,0 1 0,0-1 1,1-1-1,0 1 0,1-1 0,-1-1 0,1 0 0,0 0 1,0 0-1,1-1 0,18 5 0,-15-7-7,-1 0 0,1-1 0,0 0-1,-1-1 1,1 0 0,0-1 0,-1 0 0,1-1 0,-1-1 0,0 0-1,0-1 1,0 0 0,0 0 0,0-1 0,18-12 0,-4 1-72,-1-1-1,0-1 1,-2-1 0,0-2 0,30-33-1,-24 19 72,-2-1 0,-1-1 0,-2-1 0,-2 0 0,22-53 0,-21 33 26,-2-1-1,-3-1 0,13-75 1,-14 11 248,-5 1 1,-6-2-1,-12-155 1,-9 118 264,7 90-168,0-90 1,9 153-258,-1 0 1,1-1 0,1 1-1,0 0 1,0 0-1,1 0 1,0 1 0,1-1-1,-1 1 1,2-1-1,-1 1 1,1 1-1,1-1 1,-1 1 0,1-1-1,0 2 1,1-1-1,0 1 1,0 0 0,0 0-1,1 1 1,-1 0-1,1 0 1,15-6-1,13-5-583,1 1-1,0 2 0,50-9 0,121-16-3514,-188 35 3596,119-13-4762,4 9-3052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6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516 0 13645,'-3'2'437,"-1"1"-1,1-1 1,0 1-1,-1 0 1,1-1-1,0 2 1,1-1-1,-1 0 1,1 0-1,-1 1 0,1-1 1,0 1-1,-2 6 1,0 0 841,2 0 0,-1 1 1,-1 17-1,-3 13 187,-33 106 1751,-110 261 1,-60 153-3217,196-513-1051,1 0 0,3 0-1,-5 53 1,14-80 385,0-1 0,1 1 1,1 0-1,1 0 0,1-1 0,0 1 0,2-1 0,1 0 0,15 38 0,6-13-6430,8-10-4727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6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982 70 13941,'-67'-53'2543,"63"50"-2219,0 1 1,0 0 0,0 1 0,0-1 0,0 1-1,0 0 1,-1 0 0,1 0 0,0 0-1,-1 1 1,-5 0 0,1-1 579,7 1-693,1 0 0,0 0 0,0 0 0,0 0 0,0 0 0,0 0 0,-1 1 0,1-1 0,0 0-1,0 1 1,0-1 0,0 0 0,0 1 0,0-1 0,-1 2 0,1-1-89,-1 0-1,1 1 1,0-1-1,0 0 1,0 1-1,0-1 1,0 1-1,0 0 1,0-1-1,0 1 1,1 0-1,-1 0 1,0-1-1,1 1 1,0 0-1,-1 0 1,1 0-1,0 2 0,2 5 122,0-1 0,1 0-1,0-1 1,1 1-1,-1 0 1,1-1-1,1 0 1,0 0-1,-1 0 1,12 11 0,-11-12-115,331 359 2334,-180-205-1922,-75-75-540,237 265 0,-269-289 0,-3 2 0,-3 2 0,69 139 0,-99-171 0,-1 1 0,-1 0 0,-2 1 0,-2 0 0,-1 1 0,-2-1 0,-1 1 0,-3 65 0,-2-80 0,0 1 0,-1-1 0,-1 0 0,-1 0 0,-1 0 0,-1 0 0,-1-1 0,0 0 0,-2-1 0,0 0 0,-21 29 0,6-13 2,-2-1 0,-1-1 1,-1-2-1,-2-1 0,-1-1 0,-1-2 1,-1-1-1,-56 31 0,1-8-65,-3-4 1,-137 47-1,39-29-2153,-2-8 0,-336 51 1,346-87-1945,65-11-4641,84-6-1206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7.0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82 350 13625,'-7'-11'538,"-1"0"416,1-1 1,-2 2-1,0-1 1,-13-12 0,21 22-807,-1 0 0,1 0 0,0 0 0,-1 0 0,1 0 0,0-1 0,0 1 0,-1-1 0,1 1 0,0-1 0,0 1 0,1-1 0,-1 1 0,0-1 0,0 0 0,1 1 0,-1-1 0,1 0 0,0 0 1,-1 1-1,1-1 0,0 0 0,0 0 0,0 0 0,0 1 0,1-1 0,-1 0 0,0 0 0,1 0 0,-1 1 0,1-1 0,-1 0 0,1 1 0,0-1 0,0 1 0,0-1 0,0 0 0,0 1 0,0 0 0,0-1 0,1 1 0,-1 0 0,0 0 1,1-1-1,1 0 0,6-5 114,0 1 1,1 0 0,-1 0 0,1 1 0,1 0 0,11-4 0,28-7 325,1 2 1,73-10-1,113-2 180,-199 22-646,1090-52 1053,-899 53-1401,96-4-1303,-236 5 471,-21 1-1203,-16-2-2882,-37 3-1684,-31 2-4561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7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1050 1 15573,'-7'31'2271,"-2"0"0,-22 53 0,-11 25 4062,-8 21-2495,-127 196-3577,-26-12-307,158-247 41,-69 99-16,-69 107-383,143-205-72,2 1 0,-31 84 0,59-126-2231,-12 48 0,13-6-4993,9 13-7116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7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71 191 19706,'10'-57'3756,"-14"32"-444,-9-5-351,6 18-613,-6-9-1664,3 3-684,6 3 0,1 3 0,-10 27-15041,-1 0 299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4:09.4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43 279 10281,'-4'-3'139,"0"1"139,0-1 1,1 1-1,-1-1 0,1 0 0,-1 0 1,1-1-1,-3-4 0,4 6 1,1-1-1,0 0 0,0 0 1,1 0-1,-1 1 1,0-1-1,1 0 1,0 0-1,0 0 0,0 0 1,0 0-1,0 0 1,2-5-1,0-4 652,1 1 0,0 0 0,0 0 0,11-19 0,0-2 997,-12 27-1742,1-1 0,-1 1 0,2 0 0,-1 0 0,0 0 0,1 0 0,0 0 0,0 1 0,0 0 0,1 0 0,-1 0 0,1 0 0,8-4 0,-5 4-7,0 0-1,1 1 1,-1-1 0,1 2 0,0-1 0,0 1-1,0 1 1,12-2 0,-4 3-11,-1 0 1,1 1-1,0 0 0,-1 2 1,0 0-1,1 1 0,-1 0 0,0 1 1,25 12-1,-26-9-103,-1 1 0,0 0 1,0 0-1,-1 2 0,0-1 0,-1 2 1,0 0-1,-1 0 0,0 1 0,-1 0 0,-1 1 1,0 0-1,-1 1 0,0-1 0,-1 2 1,-1-1-1,0 1 0,-1 0 0,-1 0 0,-1 0 1,0 1-1,-1-1 0,-1 1 0,0 0 0,-1-1 1,-1 1-1,-3 20 0,-5 4-52,-1 0 0,-2-1 0,-2-1 0,-1 0 0,-28 48 0,-120 177-2615,66-115-583,69-103 2289,-4 4-1771,2 1 1,-37 87-1,61-121 2161,0 0 0,1 1 0,1-1-1,0 1 1,2 0 0,0 0 0,1-1 0,0 2-1,2-1 1,0-1 0,1 1 0,9 34 0,-1-20 1035,26 50 0,-3-5 2055,-12-32-517,-15-36-1152,-1 0 0,-1 0 1,0 1-1,0 0 0,-1 0 1,0 0-1,-1 0 1,0 0-1,1 18 0,-3-21 140,1 1-1,-1 0 1,1 0-1,3 9 1,-3-14 1577,-1 0-2230,6 24-597,11-34-4573,-13 4 3352,3-3-283,3 3-7344,9 1-3566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16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73 13961,'-24'-54'11197,"7"45"-9353,4 0 2517,20 27-9050,-1-3 973,-9 3-3049,3 0-6444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19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10989,'7'-63'2560,"-11"42"-300,4-3 4241,4 48-6961,9 18-936,-3-6-864,-6 15-3165,2 7-4360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3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 10933,'0'0'2138,"0"-3"-122,-2-2-950,-2-23 4162,-14 25-1897,17 3-3180,-1 0 0,1 1 0,0-1 0,-1 0 0,1 0 0,-1 1 0,1-1 0,-1 1 0,1-1 0,0 1 0,-1 0 0,1-1 0,0 1 0,0 0 0,0 0 0,0 0 0,-1 0 0,1 0 0,0 0 0,1 0 0,-1 0 0,0 0 0,0 1 0,0-1 0,1 0 0,-1 0 0,0 1 0,1-1 0,0 1 0,-1-1 0,1 0 0,0 1 0,-1 1 1,-1 9 379,1 0 1,0-1 0,0 16-1,1-8-228,-67 579 188,30-291-683,28-175-3572,8-114 2135,0 0-1,3 20 1,4-5-7189,0-12-3303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11665,'2'7'589,"1"-1"0,0 1 0,0-1 0,1 0 0,-1 0 0,1 0 0,1-1 0,-1 1 0,1-1 0,0 0 0,9 7 0,5 2 579,1-1 0,26 13 0,-6-4-297,93 55 690,131 82 69,-198-116-1238,115 103-1,-142-109-289,-1 2 0,-2 1 0,-2 2-1,47 74 1,-66-91-67,-2 1 0,-1 0 0,0 1 0,-2 0 0,-2 1 0,0 0 0,-1 0 0,-2 1 0,-1-1 0,0 39 0,-5-37-14,-1-1 0,-1 1 0,-2-1 0,0 0 0,-3-1 0,0 1 0,-19 42 0,10-36-6,-1-1-1,-2 0 1,-1-2 0,-1 0 0,-35 36 0,-180 168-639,178-186-635,-1-3 1,-89 52-1,129-87-41,0-1 0,-32 12 0,11-13-6236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4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0 829 12901,'1'-7'293,"1"1"1,-1 0-1,1 0 0,0 0 0,1 0 1,-1 0-1,1 0 0,0 1 0,1-1 1,-1 1-1,1 0 0,0 0 0,1 0 1,-1 1-1,1-1 0,10-6 0,7-5 423,2 1 1,41-20-1,-44 25-364,182-85 1519,350-113 0,231-8-1407,-653 184-630,126-33-944,-93 29-3922,-155 37 299,-2 7 2651,5 3-6404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4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624 1 12937,'-53'20'2191,"52"-20"-2033,0 0-1,0 0 1,0 1-1,0-1 1,0 0-1,0 1 1,0-1-1,0 1 1,0-1-1,0 1 1,0 0-1,0-1 1,0 1 0,1 0-1,-1-1 1,0 1-1,1 0 1,-1 0-1,0 0 1,1 0-1,-1 0 1,1 0-1,-1 0 1,1 0-1,-1 1 1,-1 4 643,-11 15 762,2 1 1,0 0-1,1 0 0,1 1 1,-7 33-1,-19 124 1708,20-93-3180,-24 106-91,-81 239 0,91-345 54,-52 150-1405,22-77-3055,-12 57-7262,43-115-744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5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12 13717,'0'0'8481,"-14"-6"-6597,1 0 3065,43 15-5053,17 10-1076,-7-4-1033,0 6-1263,10 6-3041,21-3-6040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5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30 139 20522,'-13'-15'5384,"13"-3"-3303,-3-3 1011,-1-3-1984,4 0-528,-6 6-580,2 0-1688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6:59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135 387 12213,'-32'-3'4020,"1"3"0,-40 3 7674,74-6-10983,8-4-691,1 0 0,0 0 0,0 1 0,0 1 0,23-7 0,74-14-40,-84 20 29,626-112-9,-417 79 0,563-104 0,-745 136 0,-52 7-3,0 0 0,0 0 0,0 1 0,-1-1 0,1 0 0,0 0 0,0 1 0,0-1 0,0 0 0,0 0 0,0 1 0,0-1 0,0 0 0,0 0 0,0 1 0,0-1 0,0 0 0,0 0 0,0 1 1,0-1-1,0 0 0,0 0 0,0 1 0,0-1 0,0 0 0,0 0 0,0 0 0,0 1 0,0-1 0,0 0 0,1 0 0,-1 1 0,0-1 0,0 0 0,0 0 0,0 0 0,1 0 0,-1 1 0,0-1 0,0 0 0,1 0 0,-1 0 0,0 0 0,0 0 0,0 0 0,1 0 0,-1 1 0,0-1 0,0 0 0,1 0 0,-1 0 0,0 0 0,0 0 0,1 0 0,-1 0 0,0 0 0,0 0 0,1 0 1,-1-1-1,0 1 0,0 0 0,1 0 0,-16 16-1568,-38 35-5650,33-27-362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0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15733,'-12'12'11744,"6"4"-6691,7 23-5308,0-5 747,-67 528-492,48-446 0,0 91-443,3-32-4222,8-87-582,8-32-1370,4 8-6194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0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37 245 14905,'2'-9'1027,"-1"0"339,-1 0 4085,-22 9-1471,7-2-2508,12 1-219,8 2-87,24 7-954,0 1 1,-1 2-1,0 1 0,-1 1 1,0 1-1,-1 2 0,-1 0 0,0 2 1,-1 0-1,22 24 0,-25-22-229,-1 1 0,-1 1 0,0 1 0,-2 0 0,-1 2 0,-1 0-1,-1 0 1,-1 1 0,-1 1 0,13 46 0,-21-58 17,-2 1 0,0 0 0,-1 0 0,-1 0 0,0-1 0,-1 1 0,-1 0 0,0 0 0,-1-1 0,-1 1 0,0-1 0,-1 0 0,-1 0 0,-14 27 0,19-41 0,1 0 0,-1 0 0,0 1 0,1-1 0,-1 0 0,0 0 0,0 0 0,0 0 0,0 0 0,0 0 0,0 0 0,-3 1 0,4-2 0,-1 0 0,0 0 0,0 0 0,0 0 0,0 0 0,0-1 0,1 1 0,-1 0 0,0-1 0,0 1 0,0 0 0,1-1 0,-1 1 0,0-1 0,0 1 0,1-1 0,-1 0 0,0 1 0,1-1 0,-1 1 0,1-1 0,-1 0 0,1 0 0,-1 1 0,1-1 0,0 0 0,-1-1 0,-10-25 0,10 15 0,0-1 0,1 1 0,0-1 0,1 1 0,0-1 0,1 1 0,0-1 0,7-19 0,-1 0 0,11-47 78,35-94 1,-39 135-499,2 0 0,1 1 0,2 1 1,35-48-1,-20 39-2667,65-65 1,-82 92 1210,1 1 0,0 2 0,1-1 0,1 2 0,1 1 0,24-11 0,-1 9-6660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 11 9409,'0'0'8234,"-3"-1"-7045,-7-2-558,1 1-1,-1 0 0,0 1 0,0 0 0,0 0 0,0 1 0,1 0 1,-1 1-1,0 0 0,0 1 0,0 0 0,-16 6 0,7 0-215,-1 1 0,1 1 0,1 0-1,0 2 1,-20 16 0,-1 2 96,-63 64-1,88-79-425,0 1 0,2 0 0,-1 1-1,2 1 1,0-1 0,-15 38 0,26-54-83,0-1 0,0 1 1,0-1-1,0 1 0,0-1 1,0 1-1,0-1 1,1 1-1,-1-1 0,0 1 1,0-1-1,1 0 1,-1 1-1,0-1 0,0 1 1,1-1-1,-1 0 1,0 1-1,1-1 0,-1 0 1,1 0-1,-1 1 0,0-1 1,1 0-1,-1 0 1,1 1-1,-1-1 0,1 0 1,-1 0-1,1 0 1,-1 0-1,1 0 0,-1 0 1,1 0-1,0 0 0,16 3 91,-6-7-95,0 0 0,0-1 0,-1 0 1,1-1-1,-1 0 0,-1 0 0,11-9 0,1 1-9,28-23-10,27-16 2,-68 48 7,1 1 1,0 0 0,1 0 0,-1 0 0,1 1 0,-1 1-1,13-2 1,-17 3 6,-1 1 0,1 0-1,0 0 1,0 1 0,0-1 0,0 1 0,0 0-1,0 0 1,0 1 0,-1-1 0,1 1-1,6 4 1,4 3 12,-1 0 0,18 17 0,-25-20-7,24 23 10,-22-20 13,0 0 0,0-1-1,1 0 1,19 12 0,-26-19-21,0 1 0,-1-1 0,1 0 0,0 0 0,0 0-1,0 0 1,0 0 0,1-1 0,-1 0 0,0 1 0,0-1 0,0 0 0,0-1 0,0 1 0,0 0 0,1-1 0,-1 0-1,0 0 1,0 0 0,0 0 0,-1 0 0,1-1 0,0 1 0,3-3 0,21-16 209,0-2 0,26-28 0,-25 23 219,35-25-1,-37 29-429,-9 13 0,-16 10 0,1-1-1,0 1 1,-1 0 0,1 0-1,0 0 1,-1 0 0,1 0-1,0 0 1,-1 1 0,1-1-1,-1 1 1,1-1 0,0 1-1,-1-1 1,1 1-1,-1 0 1,0 0 0,1 0-1,-1 0 1,0 0 0,1 0-1,-1 0 1,0 0 0,1 2-1,24 37-1527,-14-19-369,-8-15 724,0-1 1,1 1-1,0-1 1,0 0-1,6 5 1,-3-3-1280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0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72 6733,'-14'-39'832,"21"21"-304,-4 3-472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1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11593,'23'-60'15814,"-20"64"-15588,-1 0 0,-1 0 1,1 0-1,-1 1 0,3 7 1,10 106 1251,-14-115-1328,21-3 136,-15-1-237,-1-1-1,1 1 1,0-1-1,-1 0 0,1-1 1,-1 1-1,0-1 0,0 0 1,0 0-1,0 0 0,0-1 1,-1 0-1,1 0 1,6-8-1,33-24 934,-38 32-941,1 0 0,0 1 1,0-1-1,0 1 0,0 1 0,0-1 1,1 1-1,-1 1 0,9-2 0,-13 3-42,1 0 0,-1 1-1,0-1 1,0 0 0,1 1-1,-1 0 1,0 0 0,0 0-1,0 0 1,0 0 0,0 1-1,0-1 1,0 1 0,0 0-1,-1 0 1,1 0 0,-1 0-1,1 0 1,-1 1-1,0-1 1,0 1 0,0-1-1,3 5 1,0 4 71,0 0-1,0 1 1,-1 0 0,-1-1-1,0 1 1,0 0 0,0 17-1,0-10-688,1 0-1,7 24 0,6-9-4825,-14-30 3989,0-1 0,0 1 0,0-1 0,0 0 0,1 1 0,5 2-1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2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61 409 12769,'0'0'6361,"1"3"-5180,3 7-612,0 1 0,-1 0 0,0 0 0,-1 1 0,-1-1 0,0 0 0,0 1-1,-2 19 1,-17 98 1235,7-64-1086,-39 224 728,50-286-1056,1-7-190,169-591 2578,-152 540-2778,3 0 0,2 2 0,59-100 0,-76 143 0,2 1 0,-1 0 0,1 0 0,0 0 0,1 1 0,0 0 0,17-11 0,-21 16 0,0 0 0,1 0 0,0 1 0,-1 0 0,1 0 0,0 0 0,0 0 0,0 1 0,0 0 0,0 1 0,1-1 0,-1 1 0,0 0 0,0 1 0,0 0 0,11 2 0,-5 1 0,0 0 0,-1 1 0,1 1 0,-1 0 0,0 0 0,-1 1 0,1 0 0,-2 1 0,1 0 0,-1 1 0,0 0 0,0 0 0,-1 1 0,8 14 0,6 10 0,-2 1 0,-1 0 0,17 47 0,-14-18 1,-3 1 0,20 126 1,-13-54-263,-1 14-4855,-22-123-1258,-3 44-1,0-51-5286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2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36 597 13173,'-35'-52'4118,"34"46"-2428,2 1-1435,0 2-144,-1 0 0,1 0 0,0 0 1,-1 0-1,2 0 0,-1 0 0,0 0 0,0 0 0,1 0 1,0 0-1,0 1 0,-1-1 0,1 1 0,1-1 0,-1 1 1,0 0-1,1 0 0,-1 0 0,1 0 0,-1 0 0,1 1 1,0-1-1,3-1 0,138-46 718,-46 16-1071,259-85-3848,-68 27-194,31-12 2577,-229 66 6317,-68 23-3055,-3 2 5448,-48-3-3471,21 17-3269,0 1 0,-1 0 0,1 0 0,1 1 0,-1 0 0,0 0 0,1 0 0,0 1 0,0 0 0,-6 7 0,-12 10-97,1 1 0,1 1 1,2 1-1,-23 34 0,35-47-172,1 1 1,0 0-1,1 0 1,0 0-1,1 1 0,0 0 1,1 0-1,1 1 1,0-1-1,1 0 1,0 25-1,2-31 6,0-1 0,1 1 0,1-1 0,-1 0 1,1 0-1,0 0 0,1 0 0,0 0 0,0 0 0,0 0 0,1-1 0,0 0 0,0 0 0,9 10 1,-6-9-240,0-1 0,1 0 0,0 0 0,0 0 0,0-1 0,0-1 0,1 1 0,0-1 0,0-1 0,12 4 0,-3-3-331,0 0 0,0-2 1,0 0-1,1-1 0,-1 0 1,0-2-1,1 0 0,-1-1 1,0-1-1,0-1 0,25-8 0,-12 1-163,-2-2 0,51-30-1,-59 29 1359,-1 0-1,21-19 4082,-43 49-3810,1-14-873,1-1-1,-1 1 0,1-1 0,0 1 0,0 0 0,-1-1 0,1 1 1,0-1-1,1 1 0,-1 0 0,0-1 0,0 1 0,1-1 0,-1 1 1,1-1-1,-1 1 0,1-1 0,0 1 0,1 2 0,3 2-365,-1-1 0,1 0 0,0 1 0,1-2 0,-1 1 0,1 0 0,0-1 0,0 0-1,8 3 1,-2-1-2047,0 0 0,0-1 0,1-1 0,15 4 0,15-3-7642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3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15317,'0'-12'18964,"8"25"-21095,1 1 2228,-2 0-1,0 1 0,-1-1 0,0 2 1,-2-1-1,5 22 0,12 105-205,-15-87 161,25 260-52,-27-212 9,-4-75-69,0 1 1,9 50 0,0-24-2751,-7-33-1781,0 0-5529,-1-4-1973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3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1 12489,'-13'-1'761,"0"1"0,1 1 0,-1 0 0,0 0-1,1 1 1,-1 1 0,1 0 0,0 1 0,0 0 0,0 1-1,-17 9 1,-14 8 414,0 1 0,2 2 0,-48 39 0,-105 103-345,69-41-3111,11 9-4441,85-90 887,15-5-3492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24 11781,'-34'-24'4492,"64"30"-2415,14 6-289,-11 6-292,-3 3-272,14 13-200,-1-1-220,8 9-160,6 3-232,10 0-588,-4-2-596,4-1-788,4-3-1056,2 0-3497,-2 3-5408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12741,'0'0'13497,"5"2"-12631,7 2-649,-1 0-1,1-1 0,0 0 0,0-1 0,1 0 1,15 0-1,84-3 296,-73 0-333,1210-98 1277,-950 46-953,-290 51-518,0-1 0,0 0 0,-1-1 0,9-4 0,-4 1-293,-13 6 168,0 0 0,0 0 0,0 0 0,-1 0 0,1 0 0,-1 1 1,1-1-1,-1 0 0,1 0 0,-1 0 0,1 0 0,-1 0 0,0 1 0,1-1 0,-1 0 0,-1 0 1,-1-2-373,1 1 0,-1 0 0,0-1 0,0 1 0,0 0 0,-1 1 0,1-1 0,0 1 1,-1-1-1,1 1 0,-1 0 0,1 0 0,-7-1 0,-13 4-7084,6 2-3164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5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14445,'-2'2'4665,"0"1"-4308,1-1-38,-1 0 0,1 0 1,0 0-1,-1 0 0,1 0 1,0 0-1,0 1 0,0-1 1,1 0-1,-1 3 0,1-2-178,0-1 0,1 0 0,-1 1 0,1-1-1,0 0 1,0 1 0,0-1 0,0 0 0,0 0 0,0 0-1,0 0 1,1 0 0,1 2 0,37 46 2130,69 67-1,22 24-276,-101-103-1769,-2 2 1,-1 1 0,-2 0 0,-2 2-1,33 86 1,-47-103-231,-2-1-1,0 1 0,-2 0 1,-1 1-1,0 0 0,-3-1 1,0 1-1,-1 0 1,-2 0-1,-1-1 0,-1 1 1,-9 34-1,-3-16-156,-2-2-1,-1 0 1,-2-1-1,-2-1 1,-2-1-1,-37 45 1,-16 9-4404,-105 98 0,117-124-2744,10-4-4894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9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68 230 9945,'-39'17'2321,"39"-16"-2280,0-1-1,0 0 1,-1 0-1,1 0 1,0 1-1,0-1 0,0 0 1,0 0-1,0 0 1,-1 0-1,1 1 1,0-1-1,0 0 0,0 0 1,0 0-1,-1 0 1,1 0-1,0 0 1,0 0-1,0 0 1,-1 0-1,1 1 0,0-1 1,0 0-1,-1 0 1,1 0-1,0 0 1,0 0-1,0 0 0,-1 0 1,1 0-1,0-1 1,0 1-1,-1 0 1,1 0-1,0 0 0,0 0 1,0 0-1,-1 0 1,1 0-1,0 0 1,0-1-1,0 1 0,0 0 1,-1 0-1,1 0 1,0 0-1,0-1 1,0 1-1,0 0 0,0 0 1,-1-1-1,-17-31 10157,19 30-8539,1-1-1454,0 1-1,0-1 1,0 1-1,0-1 1,1 1-1,-1 0 1,1 0-1,0 0 1,-1 1-1,1-1 1,0 0-1,0 1 1,6-2-1,47-12 737,-31 10-540,-14 2-282,174-33 1045,-100 22-891,284-37 474,624-7-3387,-925 58 34,80 8-1,-145-7 2238,-1-1 0,1 1 0,0-1 0,0 1 0,-1 0 0,1 0 0,0 0 1,3 2-1,-6-3 127,1 1 0,-1-1 1,1 1-1,-1-1 0,1 1 1,-1-1-1,1 1 1,-1-1-1,1 1 0,-1-1 1,0 1-1,1 0 0,-1-1 1,0 1-1,0-1 0,1 1 1,-1 0-1,0-1 1,0 1-1,0 0 0,0-1 1,0 1-1,0 0 0,0 0 1,0-1-1,0 1 1,0 0-1,0-1 0,0 1 1,0 0-1,-1-1 0,1 1 1,0-1-1,-1 1 0,1 0 1,-19 17-9606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9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33 14153,'-11'-27'3132,"10"26"-3021,1 1 1,-1-1 0,1 1-1,-1-1 1,1 1 0,-1 0-1,1-1 1,-1 1 0,1 0-1,-1-1 1,1 1 0,-1 0-1,1 0 1,-1 0 0,0-1-1,1 1 1,-1 0-1,1 0 1,-1 0 0,0 0-1,1 0 1,-1 0 0,1 0-1,-1 0 1,0 1 0,1-1-1,-1 0 1,1 0 0,-1 0-1,0 1 1,1-1 0,-1 0-1,1 0 1,-1 1 0,1-1-1,-1 1 1,1-1 0,-1 0-1,1 1 1,0-1 0,-1 1-1,1-1 1,0 1-1,-1-1 1,1 1 0,0-1-1,-1 1 1,1 0 0,0 0-1,-3 4 508,1-1 0,0 1-1,0 0 1,0 0-1,0 0 1,1 0-1,0 0 1,0 0-1,0 9 1,0 52 1645,1-49-1817,26 335 489,-23-322-869,8 172-474,-4-119-523,5 95-3645,-17-10-7361,15-89 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2 336 14137,'8'-8'1503,"-1"-1"1,1 2-1,0-1 0,16-10 0,36-19 1857,10-5-1952,-58 33-1194,2-1 63,-1 0 1,0-1-1,0 0 1,13-17 0,-24 26-221,1-1 1,-1 0 0,0 0 0,0 0 0,0-1 0,0 1 0,-1 0-1,0-1 1,1 1 0,-1-1 0,0 1 0,-1-1 0,1 1-1,-1-1 1,1 0 0,-1 1 0,0-1 0,0 0 0,-1 1 0,1-1-1,-1 0 1,0 1 0,0-1 0,0 1 0,-3-7 0,3 8-11,0 0 0,0 0 1,-1 0-1,1 0 1,-1 0-1,0 0 0,1 0 1,-1 1-1,0-1 0,0 1 1,0-1-1,0 1 1,0 0-1,0-1 0,0 1 1,0 0-1,-1 1 0,-1-2 1,-1 1 22,0 0 1,1 1-1,-1 0 1,0-1-1,0 2 1,1-1-1,-1 0 1,-8 3-1,1 0 56,0 1-1,0 0 1,0 1 0,1 0-1,-19 12 1,20-9-81,1 1 1,-1 0-1,1 0 0,1 0 1,0 1-1,0 1 0,1-1 1,0 1-1,1 0 0,0 1 1,1-1-1,0 1 0,1 0 1,0 1-1,1-1 0,1 1 1,0-1-1,0 1 0,1 0 1,2 25-1,1-26-61,0-1 1,1 1-1,1-1 1,0 0-1,1 0 1,0 0-1,0 0 1,1-1-1,1 0 1,-1 0-1,2-1 0,-1 0 1,1 0-1,1-1 1,0 0-1,0 0 1,0-1-1,1 0 1,0 0-1,20 8 0,-20-10-62,-1 0-1,1-1 0,0 0 1,1-1-1,-1 0 0,1-1 1,-1 0-1,1-1 0,-1 0 1,1 0-1,0-1 0,0-1 1,-1 0-1,1 0 0,0-1 1,-1-1-1,1 1 0,-1-2 1,0 1-1,0-1 0,0-1 0,-1 0 1,12-7-1,-10 2 26,-1 1-1,1-1 1,-1 0-1,-1-1 0,0 0 1,10-17-1,37-78-104,-2 3 91,-46 91 53,0 0-1,1 1 1,0 0-1,0 1 1,1 0-1,13-10 1,-18 16 11,0 0 1,0 0 0,1 1 0,-1-1-1,1 1 1,0 1 0,0-1-1,0 1 1,0 0 0,1 0-1,-1 1 1,1 0 0,-1 0 0,1 0-1,-1 1 1,1 0 0,-1 0-1,1 1 1,-1-1 0,1 2-1,-1-1 1,0 1 0,0 0 0,1 0-1,-1 0 1,0 1 0,-1 0-1,1 0 1,0 1 0,-1 0-1,0-1 1,0 2 0,0-1 0,0 1-1,-1-1 1,0 1 0,5 8-1,-1-2 9,-2 1-1,1 0 0,-1 1 0,-1-1 1,-1 1-1,1 0 0,-2 0 0,0 0 1,0 1-1,-2-1 0,1 1 0,-2 0 1,0-1-1,0 1 0,-1-1 0,-1 1 1,0-1-1,-1 1 0,-5 12 1,-10 25-94,-1-2 1,-3 0 0,-44 71 0,26-48-440,33-59-447,1 1-1,0 0 1,-6 22 0,37-47-1024,-7-2 1526,0-1 0,0 0-1,-1-1 1,19-22 0,54-74-772,42-109 288,-57 90 1673,-44 72-51,-21 39-34,0 0 0,26-34 1,-36 52-575,1 1 1,-1-1 0,0 0-1,1 1 1,-1-1 0,1 0-1,0 1 1,-1-1 0,1 0-1,-1 1 1,1-1 0,0 1 0,-1-1-1,1 1 1,0-1 0,0 1-1,-1 0 1,1-1 0,0 1-1,0 0 1,0 0 0,-1 0-1,1-1 1,0 1 0,0 0-1,0 0 1,1 0 0,-1 1-7,0 0 0,0 0 0,-1 0 0,1 0 0,0 0 0,-1 0 0,1 0 0,-1 0 0,1 0 0,-1 1 0,0-1 0,1 0 0,-1 0 0,0 0 0,0 0 0,0 1 0,0 0 0,-2 65 771,2-59-682,-7 177-145,9-156-1153,0 0 0,8 34 0,-5-46-1099,0 0 0,1 0 0,8 17 0,5 3-7621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0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31 221 12949,'-30'-46'2804,"40"34"-219,-3-9-749,3 0-288,10 6-276,27-6-356,6 6-880,8 3-472,6-3-844,6 0-1072,14 0-3553,4 3-5084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0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235 304 11101,'42'10'7249,"-52"-2"-5862,1-1-1,0 2 1,0-1-1,1 1 1,-11 15-1,-34 56 899,35-52-1398,1 0-316,1 1 1,1 0-1,-18 54 0,12-23-251,-18 88 1,86-277-321,-27 80 0,23-55 0,4 3 0,78-126 0,-109 200 0,2 1 0,1 1 0,1 0 0,1 2 0,0 0 0,44-33 0,-56 49 0,0 1 0,1 1 0,0 0 0,0 0 0,0 1 0,0 0 0,0 1 0,1 0 0,18-2 0,-20 4 0,1 1 0,-1 0 0,0 1 0,0 0 0,0 0 0,-1 1 0,1 0 0,0 1 0,0 0 0,-1 0 0,0 1 0,0 0 0,10 6 0,-5 0 0,0 0 0,-1 0 0,0 1 0,-1 1 0,0 0 0,-1 0 0,-1 1 0,0 0 0,10 19 0,0 5 0,-2 0 0,18 56 0,-17-32-22,12 84 1,-9-36-1212,6 48-3980,-21-52-5518,-9-55-1832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1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0 332 7149,'312'-72'3816,"151"-17"-2178,-236 27 692,-10-21 4172,-172 59-2687,-43 22-2019,-2 5-1011,-7 26 48,-2-1 0,0 0 1,-22 41-1,-10 31-74,20-48-465,16-43-275,0 1 0,1 0-1,0 1 1,0-1 0,1 1 0,1-1 0,0 1 0,0 0-1,1 0 1,0 0 0,2 21 0,0-24-260,1 1 0,0-1 1,0 0-1,1 0 0,6 13 0,-7-18 101,0 0 0,0 0 0,0-1-1,0 1 1,1-1 0,-1 1 0,1-1 0,-1 0 0,1 0 0,0 0-1,0 0 1,0-1 0,0 1 0,0-1 0,0 0 0,0 0-1,7 2 1,2-1-158,1-1 0,0 0 0,0-1 0,0 0 1,0-1-1,0 0 0,0-1 0,-1 0 0,17-6 0,3-2-367,1-2 0,39-21 0,-47 20 415,0-2 0,-1-1 0,-1-1 0,23-21 0,73-82 2738,-116 117-600,-5 3-1762,0 1 0,0 0 0,0 0 0,0 0 0,0 0 0,0 1 0,0-1 0,0 0 0,0 1 0,1 0 0,-1-1 0,0 1 0,1 0 0,0 0 0,-1-1 0,1 1 0,0 0 0,0 0 0,0 1 0,0-1 0,0 0 0,0 3 0,-3 11 122,1 0 0,1 0 0,0 1 1,1-1-1,1 0 0,2 18 0,-1-28-284,0-1 0,0 1-1,0-1 1,1 1 0,0-1 0,0 1-1,0-1 1,1 0 0,0 0-1,0 0 1,0 0 0,0-1-1,1 1 1,0-1 0,0 0-1,0 0 1,0 0 0,1-1-1,-1 1 1,1-1 0,7 4-1,-1-2-534,0-1 0,1 0 0,0 0 0,0-1 0,0-1 0,0 0 0,0 0 0,20-1 0,5-3-5496,60-9 1,-45 4-4141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1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34 8741,'37'-33'12164,"-52"78"-6852,13 33-2621,2-52-1689,-4 37 0,-86 402 1113,-30-24-3515,56-254-4209,26-85-4880,19-50-2056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1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0 585 14045,'0'0'5251,"1"-3"-2746,-1 1-2178,0-1-1,1 1 1,-1 0 0,1 0 0,-1 0 0,1-1 0,0 1 0,0 0-1,0 0 1,0 0 0,0 1 0,0-1 0,3-2 0,-2 2-152,0 1 0,1 0 1,-1-1-1,1 1 1,0 0-1,-1 0 0,1 1 1,0-1-1,-1 1 0,1-1 1,0 1-1,0 0 1,3 0-1,33-2 563,15-1 193,-1 2 0,77 8 0,-112-4-924,0 0-1,0 2 0,0-1 1,-1 2-1,0 1 1,0 0-1,-1 1 0,0 0 1,0 1-1,-1 1 0,18 16 1,50 50-853,-48-42-147,67 51-1,-76-68 595,0-1 0,0-1 0,1-1 0,1-2 0,1-1 0,-1-1 0,38 8 0,-51-15 256,0-1 0,1-1-1,-1 0 1,0-1 0,1-1 0,-1 0-1,16-3 1,-21 1 158,1 0-1,-1 0 1,1-1-1,-1 0 0,0-1 1,-1 0-1,1 0 1,-1-1-1,0-1 1,14-12-1,-12 7 204,-1 0-1,0-1 0,-1 0 0,0-1 1,-1 1-1,-1-2 0,0 1 0,7-23 1,2-12 404,12-66 1,-10 22-181,40-159-1571,-43 193-636,-10 35-263,17-44 0,-19 60 640,1 0-1,0 0 1,1 1 0,0-1-1,6-7 1,13-10-9419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2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14041,'0'0'8193,"20"-13"-5857,0 4-388,17 0-415,30 0-309,-4 3-288,14 0-160,7-3-260,13 3-528,14-6-608,9 3-748,4-9-532,0 3-733,-7-6-719,-6 3-3041,-11 3-5848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2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30 12981,'-1'-1'79,"-5"-4"696,0 1-1,-1 0 1,0 0 0,0 0-1,-9-3 1,11 11 2622,0 8-2532,4-11-391,0 3-83,0 0-1,-1 1 1,1-1-1,1 1 1,-1-1-1,1 1 1,-1-1 0,1 1-1,1-1 1,0 9-1,13 44 1165,-10-43-1071,7 24 429,2-1 1,2-1-1,34 62 1,73 93-580,-24-54-334,37 55 0,-110-152 0,-3 1 0,35 84 0,-52-112 0,-2-1 0,0 0 0,0 1 0,-1-1 0,0 1 0,-1 0 0,-1 0 0,0-1 0,-1 1 0,0 0 0,-1-1 0,0 1 0,-1 0 0,0-1 0,-8 16 0,2-8 0,-1-1 0,0-1 0,-2 0 0,0 0 0,-1-1 0,-1-1 0,-1 0 0,-24 20 0,5-8-262,-2-1-1,0-2 1,-2-2 0,-45 21-1,-169 63-5480,40-19-4616,97-34-2010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7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1 459 10537,'8'-4'1052,"-1"1"0,0-1 0,1-1 0,-2 0 0,1 0 0,0 0 0,-1 0 0,8-10 6056,-11 17-5345,2 2-1432,-1 0-1,1 0 1,-1 1 0,0-1-1,0 1 1,-1 0 0,0 0 0,1 1-1,-2-1 1,1 1 0,-1 0-1,0-1 1,0 1 0,2 9 0,1 11-397,-2 1 1,1 30 0,-3-34 243,-1 262-178,-3-122 0,0 76 0,2-238 0,1 0 0,0 0 0,0 0 0,0 0 0,0 0 0,0 0 0,0 0 0,0 0 0,0 1 0,1-1 0,-1 0 0,0 0 0,1 0 0,-1 0 0,0 0 0,1 0 0,-1 0 0,1 0 0,0 0 0,-1 0 0,1-1 0,1 2 0,7-4 0,-8 2 0,0-1 0,0 1 0,1 0 0,-1-1 0,0 1 0,0-1 0,0 0 0,0 1 0,0-1 0,1 0 0,-1 0 0,0 1 0,-1-1 0,1 0 0,0 0 0,0 0 0,0 0 0,0 0 0,-1 0 0,1-1 0,-1 1 0,1 0 0,-1 0 0,1 0 0,-1 0 0,0-1 0,1 1 0,-1-2 0,5-45 0,-4 32 0,12-193-292,7-57-433,-12 205 564,2 0 0,24-78 1,-19 95 66,1 0 0,2 0 1,42-72-1,-47 96 69,1 0 0,0 0 0,2 2 0,0 0 1,1 0-1,1 2 0,0 0 0,1 1 0,25-14 0,-24 18 12,0 1 0,1 0 1,0 2-1,1 0 0,0 2 0,0 0 0,0 2 0,45-4 0,-55 8-1,-1 0-1,1 0 0,-1 2 0,0-1 1,1 2-1,-1-1 0,0 1 0,16 8 1,-19-8-15,-1 1 0,0 1 1,0-1-1,0 1 0,-1 0 1,0 0-1,0 1 0,0 0 1,-1 0-1,0 1 0,0-1 0,0 1 1,3 8-1,-4-8-52,-1 1 0,0-1 0,-1 1 0,0 0 0,0 0 0,0 0 0,-1 0 0,0 0 0,-1 0 0,0 0 0,0 0 0,-1 1 0,0-1 0,0 0 0,-1 0 0,0 0 0,0-1 0,-1 1 0,0 0 0,0-1 0,-7 10 0,-7 12-386,-1-2-1,-2 0 1,-42 44 0,58-67 418,-126 126-2527,-214 165 1,254-225 1611,88-68 769,8-4-48,34-11 248,115-34 1110,-146 46-1004,0 0 0,0 1 0,0 0-1,0 0 1,0 1 0,-1 0 0,1 0-1,17 6 1,-13-4 10,-2 0-2,0 1-1,-1 0 0,0 0 0,0 1 0,0 0 1,0 1-1,9 7 0,59 53 728,-11-8-413,-51-46-394,1-1-1,0-1 1,1 0-1,0-1 1,0-1 0,1-1-1,0-1 1,1 0-1,-1-2 1,1 0-1,0-1 1,0-1 0,0-1-1,0-1 1,0 0-1,0-2 1,0 0-1,20-5 1,-14 1-15,0-1 0,0-1 1,-1-1-1,0-2 0,41-22 0,96-69-118,-160 100 52,8 17 4,-9-12 36,1 0 0,-2 0 0,1-1 0,0 1 0,-1 0 0,1 0 0,-1 0 0,0 0 0,0 0 0,0 0 0,0 0-1,-1 0 1,1 0 0,-1-1 0,0 1 0,1 0 0,-1 0 0,-3 4 0,2-3 2,1 1-1,0-1 1,0 0-1,0 1 1,0-1 0,0 1-1,1-1 1,0 0-1,0 7 1,1-9 1,-1-1 0,0 1 0,1-1 0,-1 0 0,1 0 0,-1 1 0,1-1 0,0 0 0,-1 0 0,1 0 0,0 1 0,0-1 0,0 0 0,0 0 0,0 0 0,0-1 0,0 1 0,0 0 0,0 0 0,1 0-1,-1-1 1,0 1 0,0-1 0,1 1 0,-1-1 0,0 1 0,1-1 0,-1 0 0,1 0 0,-1 0 0,0 0 0,1 0 0,-1 0 0,1 0 0,-1 0 0,0 0 0,1-1 0,0 1 0,8-3 20,0 1 1,0-2-1,-1 1 0,11-7 0,-11 6 16,33-17-55,59-40 0,-71 41 58,0 2 0,1 0-1,0 3 1,40-15 0,-61 27-7,0 1 0,-1 1 0,1-1 1,0 2-1,0-1 0,0 1 0,-1 1 0,1-1 0,0 2 0,16 3 1,6 5 129,56 24 0,0 0-41,-79-32-110,1 0-1,-1 0 0,1-1 0,-1 0 0,1-1 0,0 0 1,15-2-1,3-3 24,32-10 1,-20 5-6,36-10 16,29-6-135,-66 28 81,153 36 75,-173-32-62,167 40 19,-162-42-26,0-1 1,0-2-1,1 0 0,-1-1 1,45-7-1,-45 2 1,1-2-1,-1-1 1,0 0-1,-1-2 1,0-1-1,0-1 1,-1 0-1,-1-2 1,0-1-1,-1 0 0,0-1 1,18-21-1,-10 9-46,-16 15-1,0 1-1,1 0 1,1 1 0,19-12 0,-30 21 19,-3 6 14,-1 7-26,0-1 0,0 0 0,-1 0 0,-6 18 0,1 1-439,7-29 473,1 0 0,-1 0 0,0 1-1,0-1 1,1 0 0,-1 0 0,0 0 0,1 0 0,-1 0-1,0 0 1,0 0 0,1 0 0,-1 0 0,0 0 0,1 0 0,-1 0-1,0 0 1,0 0 0,1 0 0,-1 0 0,0 0 0,0 0-1,1-1 1,-1 1 0,0 0 0,0 0 0,1 0 0,-1 0-1,0-1 1,0 1 0,1 0 0,-1 0 0,0 0 0,0-1 0,0 1-1,0 0 1,1 0 0,-1-1 0,0 1 0,0 0 0,0 0-1,0-1 1,0 1 0,6-7-12,-1-1-1,0 1 1,0-1-1,5-12 1,59-135-167,34-84 586,-94 207 677,-1 1-1,6-56 1,-14 83-377,2 6 68,1 4-574,-1 1 1,1-1-1,-1 0 1,0 1-1,-1 0 1,0-1-1,0 1 1,0 0-1,-1-1 1,0 1-1,0 0 1,0 0-1,-1-1 1,-3 13-1,1 1-62,-19 123-30,12-90-104,2 0 1,-1 66-1,9-92-453,1 1 1,1 0-1,1-1 1,11 40-1,-11-56-403,1 0-1,1 0 1,-1 0-1,2-1 0,9 15 1,-10-18-323,1 0 0,0 0 0,0-1 0,0 0 0,1 0 0,0 0-1,0-1 1,9 5 0,21 11-10527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7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14121,'-16'10'650,"12"-8"-440,1 0 0,-1 1-1,1-1 1,0 0-1,0 1 1,-1 0 0,2 0-1,-1 0 1,0 0 0,1 0-1,-1 1 1,1-1-1,0 1 1,0-1 0,0 1-1,1 0 1,-3 6-1,-15 45 2189,9-32-1396,1 1 0,2 0 0,0 0 0,2 1 0,1-1 0,-2 29 0,6-30-505,1 0-1,2 0 1,0 0 0,1-1 0,1 1-1,1-1 1,18 42 0,-21-57-466,0 0 0,1 0 0,0 0 0,0 0 0,1-1 0,0 1 0,0-1 0,0-1 0,1 1 0,0-1 0,0 0 0,0 0 0,1-1 0,0 1 0,0-1 0,0-1 0,0 0 0,0 0 0,1 0 0,-1-1 0,1 0 0,0 0 0,0-1 0,0 0 0,-1 0 0,16-1 0,-11-1-31,0-1 0,0 0 0,0 0 0,-1-1 0,1-1 0,-1 0 0,0 0 0,0-1 0,-1-1 0,1 1 0,-1-2 0,0 1 0,-1-2 0,1 1 0,-2-1 0,1-1 0,14-17 0,-14 12 0,0 0 0,0 0 0,-1-1 0,-1 0 0,0 0 0,-2-1 0,1 0 0,-2 0 0,0 0 0,2-22 0,-5 29 0,-1 1 0,0-1 0,0 0 0,-1 1 0,0-1 0,0 1 0,-1 0 0,0-1 0,-1 1 0,0 0 0,0 0 0,-1 0 0,0 1 0,0-1 0,0 1 0,-1 0 0,-1 0 0,1 1 0,-1-1 0,0 1 0,-13-10 0,10 10-9,0-1 1,-1 2-1,0-1 1,0 1-1,-1 1 1,1 0-1,-1 0 1,0 1-1,-12-2 0,4 2-1596,-1 1 0,-21 1-1,38 1-149,3 3 1258,1 0 1,-1 0-1,1 0 1,-1 0-1,1 0 1,0 0-1,0-1 1,1 1-1,-1 0 1,0-1-1,1 1 1,0-1-1,-1 1 1,1-1-1,4 4 1,-2-1-538,1-1 0,0 0 0,0 0 0,0-1 0,1 0 0,5 3 0,20 5-6910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8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10665,'9'-9'-1212,"-2"2"4221,-1 0 1,1 0-1,11-8 0,-1 9-727,-13 7-2137,0 1 0,0-1 0,0 1 0,0 0 0,0 0 0,0 0 0,0 1-1,6 4 1,1 1 36,44 36 483,-35-27-423,30 20-1,-47-36-227,0 1 0,1 0 0,0-1-1,-1 0 1,1 0 0,0 0 0,-1-1-1,1 1 1,0-1 0,0 0 0,0 0 0,-1 0-1,1 0 1,0-1 0,0 1 0,0-1-1,-1 0 1,6-2 0,6-3 16,0-1 1,-1-1-1,15-9 1,5-3-15,-19 12-19,0 2 1,0-1 0,0 2-1,1 0 1,0 1 0,0 0-1,0 2 1,0 0-1,1 0 1,-1 2 0,0 0-1,1 1 1,-1 0 0,0 1-1,1 1 1,18 6-1,155 38-286,-188-46 270,1-1 0,0 1 0,0-1 1,0 1-1,0-1 0,0 0 0,0 0 0,-1-1 1,1 1-1,0 0 0,0-1 0,0 0 0,-1 0 1,1 0-1,0 0 0,-1 0 0,1 0 0,0-1 1,-1 1-1,0-1 0,1 0 0,-1 1 0,0-1 1,0 0-1,3-4 0,29-52-219,-21 35 131,32-44 1,-44 66 102,0 1 0,0-1 0,0 1 0,0-1 0,1 1 0,-1 0 0,0-1 0,0 1 0,0 0 0,0 0 0,0 0 0,1 0 0,-1 0 0,0 0 0,0 0-1,0 0 1,2 1 0,1 0-27,0-1-16,0 1 0,-1-1 0,1 1 0,0 0 1,-1 0-1,1 1 0,-1-1 0,1 1 0,-1 0 1,1 0-1,4 4 0,36 31-833,-24-19 473,-5-5-655,1-1-1,1-1 0,0 0 0,1-1 1,35 14-1,-49-22 656,1 0 0,0-1 0,-1 0 0,1 0 0,0-1 0,0 1 0,0-1 0,0 0 1,0 0-1,-1-1 0,1 1 0,9-3 0,19-2-3670,-7 4-650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8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27 3408,'-37'-15'-492,"23"3"-368,1 21 200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0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29 8249,'10'-11'-1279,"5"-6"16337,-29 32-12146,-6 11-1980,1 0 0,1 0 0,2 2 0,-23 50 0,-41 130 1139,71-181-1896,-8 17-21,3 1-1,2 0 1,1 1-1,3 0 1,-5 72-1,13-115-156,0 0 1,0 1-1,0-1 1,0 0-1,0 0 0,1 0 1,-1 1-1,1-1 1,0 0-1,0 0 0,0 0 1,0 0-1,1 0 0,-1-1 1,1 1-1,-1 0 1,1 0-1,0-1 0,0 0 1,0 1-1,1-1 1,-1 0-1,1 0 0,-1 0 1,1 0-1,0 0 1,-1-1-1,1 1 0,0-1 1,0 0-1,5 2 0,0-2-33,-1 0 0,1-1 0,0 0-1,0 0 1,0 0 0,0-1 0,0 0-1,0-1 1,-1 0 0,1 0 0,9-5-1,43-15-139,-15 7 25,46-25 1,-84 36 173,1-1-1,0 2 1,-1-1 0,1 1-1,1 0 1,-1 1 0,0 0 0,1 0-1,-1 1 1,1 0 0,-1 0-1,1 1 1,0 0 0,-1 1-1,1 0 1,-1 0 0,1 1 0,12 4-1,14 7 168,-1 2 0,36 20 0,77 36-195,-20-25 5,-108-39 0,1-1 0,0-1 0,1-1 0,-1 0 0,1-2 0,0 0 0,0-2 0,0 0 0,-1-1 0,1-1 0,25-6 0,-35 5 0,-1-1 0,1 0 0,-1 0 0,0-1 0,0 0 0,-1-1 0,0 0 0,1-1 0,10-10 0,-19 15 0,0 1 0,0 0 0,0 0 0,0-1 0,-1 1 0,1 0 0,0-1 0,-1 1 0,1 0 0,-1-1 0,0 1 0,1-1 0,-1 1 0,0-1 0,0 1 0,0-1 0,0 1 0,0-1 0,0 1 0,-1-1 0,1 1 0,0-1 0,-1 1 0,1 0 0,-1-1 0,0 1 0,1-1 0,-3-1 0,-22-35 0,22 35 0,-7-8 0,-1-1 0,-1 2 0,0 0 0,-1 0 0,1 1 0,-2 0 0,1 2 0,-19-9 0,-7-1 0,-74-20 0,39 17-1219,-84-10 0,109 24-4407,-58 1-1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0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12 160 12069,'-11'-5'2164,"15"4"698,22 5 1583,-18-2-4452,-7-2 222,0 1 0,0 0-1,1 1 1,-1-1 0,0 0 0,0 0 0,0 0 0,0 1 0,0-1 0,0 1 0,0-1 0,-1 1 0,1-1 0,0 1 0,-1-1 0,1 1 0,-1-1 0,0 1 0,1 0-1,-1 2 1,-1 26 539,-1 1 0,-1-1 0,-7 32-1,6-26-425,4-33-150,80-8-132,-63 2-35,0 1 0,0 1 1,0 1-1,0 1 0,0 0 1,27 6-1,-11 4 14,-1 1-1,-1 2 1,36 21 0,-30-16 14,51 21 0,-79-37-30,1-1-1,-1 0 1,1 0-1,0 0 1,0-2-1,-1 1 1,1-1-1,0 0 1,0-1-1,0-1 1,-1 1-1,1-1 1,-1-1-1,1 0 1,-1 0-1,0-1 1,0 0-1,0 0 1,-1-1-1,1-1 1,-1 1-1,0-1 1,-1 0-1,1-1 1,-1 0-1,-1 0 1,1-1-1,-1 0 1,-1 0-1,1 0 1,-1 0-1,-1-1 1,6-13-1,-8 14 5,0-1 0,-1 1 0,0-1 0,0 1 0,-1-1 0,0 0 0,-1 1 0,-2-15 0,1 2 3,-8-42 34,6 46-209,0 0 0,-1-29 1,5 36-414,-1-50-1535,2 55 1011,-1 0 1,1 1 0,0-1 0,0 0-1,1 1 1,-1-1 0,3-4 0,7-1-4871,5 13-3508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0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28 11685,'-20'-6'6601,"34"-6"-5929,-4 3-508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2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15101,'0'0'5236,"0"5"-3060,3 15-685,1-1 0,9 29-1,7 34 812,-6 11-563,4 159 1,-24 94-1699,1 48-81,5-382 40,5 59 0,-4-67 0,-1 0 0,1 0 0,0 0 0,0 0 0,1-1 0,-1 1 0,1 0 0,0-1 0,-1 1 0,2-1 0,-1 1 0,0-1 0,6 6 0,-6-8 0,1 0 0,-1 0 0,1-1 0,0 1 0,-1 0 0,1-1 0,0 1 0,-1-1 0,1 0 0,0 0 0,-1 0 0,1-1 0,0 1 0,-1 0 0,1-1 0,0 0 0,-1 0 0,1 1 0,-1-1 0,1-1 0,-1 1 0,4-2 0,9-6 0,0 1 0,16-14 0,1-5 0,-2-1 0,-1-1 0,27-35 0,32-34 0,-82 93 0,111-104 0,-100 95 0,0 1 0,1 1 0,1 0 0,-1 1 0,24-9 0,-39 18 0,1 1 0,-1 0 0,1 0 0,-1 0 0,1 1 0,-1-1 0,1 1 0,0 0 0,-1 0 0,1 0 0,-1 0 0,1 0 0,0 1 0,-1 0 0,1 0 0,-1 0 0,0 0 0,1 0 0,-1 1 0,0 0 0,0-1 0,1 1 0,-2 0 0,1 1 0,3 2 0,-1-1 0,-1 1 0,0 1 0,0-1 0,0 0 0,-1 1 0,1 0 0,-1 0 0,-1 0 0,1 0 0,-1 0 0,0 1 0,1 6 0,0 16 0,0 1 0,-2-1 0,-6 58 0,1 26 0,4-101 0,1 0 0,0-1 0,0 1 0,2-1 0,-1 1 0,1-1 0,7 15 0,-8-22 0,0-1 0,0 1 0,0-1 0,1 1 0,-1-1 0,1 0 0,0 0 0,0 0 0,0-1 0,0 1 0,0-1 0,1 1 0,-1-1 0,1 0 0,0 0 0,-1-1 0,1 1 0,0-1 0,0 0 0,0 0 0,0 0 0,0 0 0,0-1 0,6 0 0,7 0 0,1-1 0,-1-1 0,0 0 0,0-1 0,0-1 0,-1-1 0,28-11 0,115-64 0,-78 37 0,68-32 0,-137 67 0,-10 7 0,0 0 0,1 0 0,-1 0 0,0 0 0,1 0 0,-1 0 0,1 1 0,-1-1 0,1 1 0,4 0 0,22-5 0,-22 4 0,-1 0 0,31 2 0,-23-2-6,-11 0-33,0 1 1,0-1-1,0 1 0,-1 0 0,1 0 1,0 1-1,0-1 0,4 2 0,-17-23-137,-24-42-5,26 50 184,0 1 0,1-2 0,0 1 0,1-1 1,1 0-1,0-1 0,1 1 0,-2-16 1,5-1-7,1 1 0,1-1 0,8-43 0,-8 71-7,-22-2-93,19 4 104,0 0 0,0 1 0,0-1 1,0 1-1,0-1 0,1 1 0,-1 0 0,0-1 0,0 1 0,0 0 0,0 0 0,0 1 0,-2-1 0,-94 31-14,4-2-1173,27-18-2475,42-10 2250,-39 4-2647,19 5-3581,6-1-3383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6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10669,'42'-30'2342,"-41"29"-2189,0 0 1,1 1 0,-1-1 0,0 0 0,0 0 0,0 0 0,0 0 0,0 0 0,-1 0 0,1 0 0,0 0 0,0 0 0,0 0-1,-1 0 1,1 0 0,-1-1 0,1 1 0,-1 0 0,0-1 0,1 1 0,-1 0 0,0-2 0,1-4 490,2-1 1531,0-1 1,-1 0-1,2-16 0,-3 13-1708,4-6 2105,2 13-485,-6 6-1985,0 0 1,0 0 0,0 0-1,0 0 1,0 0 0,0 1-1,-1-1 1,1 0 0,0 0-1,-1 1 1,1-1 0,0 1-1,-1-1 1,0 0 0,1 1-1,-1 2 1,7 24-103,-2 1 0,-1 0 0,-2 0 0,-1 0 0,-2 36 0,-25 151 0,1-19 0,22-132 0,10 124 0,-6-177 0,1 0 0,1 0 0,0 0 0,0 0 0,1-1 0,0 1 0,1-1 0,1 0 0,10 15 0,-13-22 0,0 0 0,1 0 0,-1 0 0,1-1 0,0 1 0,0-1 0,1 0 0,-1 0 0,1 0 0,-1-1 0,1 0 0,0 0 0,0 0 0,0 0 0,0-1 0,0 0 0,0 0 0,0 0 0,0-1 0,1 1 0,-1-1 0,9-1 0,-1 0 0,0-1 0,0-1 0,-1 1 0,1-2 0,-1 0 0,0 0 0,0-1 0,0-1 0,11-7 0,37-29 0,104-98 0,-124 105 0,-30 25 0,1 1 0,0 0 0,1 0 0,0 1 0,1 1 0,0 0 0,0 1 0,0 0 0,16-4 0,-25 9 0,1 0 0,-1 1 0,0-1 0,0 1 0,0 1 0,0-1 0,1 0 0,-1 1 0,0 0 0,0 0 0,0 0 0,0 0 0,0 1 0,-1 0 0,1 0 0,0 0 0,3 2 0,5 5 0,0 1 0,0 0 0,12 14 0,-12-12 0,49 55 0,-38-41 0,2 0 0,0-1 0,49 36 0,-68-57 0,1 0 0,0 0 0,0 0 0,0-1 0,0 0 0,0-1 0,1 1 0,-1-2 0,16 3 0,-19-4 0,-1 0 0,0 0 0,0 0 0,0 0 0,1-1 0,-1 1 0,0-1 0,0 0 0,0 0 0,0 0 0,0 0 0,0-1 0,0 1 0,-1-1 0,1 0 0,0 0 0,-1 0 0,1 0 0,-1 0 0,0 0 0,0-1 0,0 1 0,0-1 0,0 0 0,0 1 0,-1-1 0,2-3 0,-2 2 0,0 0 0,0 1 0,0-1 0,-1 0 0,1 0 0,-1 0 0,0 0 0,0 0 0,0 0 0,0 0 0,-1 0 0,0 0 0,0 1 0,-2-7 0,-25-56 0,21 52 0,-5-8-58,-1 0-1,-1 1 1,-1 1 0,-1 0-1,0 1 1,-2 0-1,0 2 1,-1 0 0,-1 1-1,-32-20 1,31 23-1303,0 2 0,0 0 1,-36-11-1,52 20 983,-36-10-4439,14 7-2947,9 3-2975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7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11817,'0'0'4306,"2"3"-2495,2 4-1358,0-1 1,-1 0-1,0 1 0,0-1 1,0 1-1,-1 0 1,0 0-1,0 0 1,-1 0-1,0 0 1,0 1-1,-1-1 1,0 0-1,0 0 1,-1 9-1,-11 74 1184,3-29-678,3 0 0,2 105 0,5-160-902,0 1-1,0-1 1,1 0-1,-1 0 0,1 0 1,6 12-1,-7-18-51,-1 0-1,1 1 1,-1-1 0,1 0-1,-1 1 1,1-1 0,0 0-1,-1 0 1,1 0-1,0 0 1,-1 0 0,1 1-1,0-1 1,-1 0 0,1 0-1,0-1 1,-1 1 0,1 0-1,0 0 1,-1 0 0,1 0-1,-1 0 1,1-1-1,0 1 1,-1 0 0,1-1-1,-1 1 1,2-1 0,14-8 16,20-18 22,-29 20-41,1 1-1,0 0 1,0 0-1,0 1 1,1 0-1,-1 0 1,1 1-1,1 0 1,-1 1 0,0 0-1,1 0 1,0 1-1,13-1 1,86 4 37,-68 0-36,58-4 0,-85 2 1,0-2 1,0 0-1,0 0 1,-1-1-1,1-1 1,-1 0 0,0-1-1,13-7 1,-14 6-9,0-1 0,-1 0 0,0-1 1,0 0-1,-1 0 0,0-2 0,-1 1 1,0-1-1,0 0 0,-1-1 0,-1 0 0,0 0 1,-1 0-1,0-1 0,-1 0 0,0-1 1,-1 1-1,0-1 0,-2 1 0,3-24 0,-4 32-71,1-16-798,-1-1 0,-1 1-1,-3-31 1,2 47 283,0-1 0,0 1 0,0 0 0,-1 0 0,0 0 0,0 0 0,0 1 0,-5-8 0,6 10 69,-1 0 0,0 0 0,0 0-1,1 0 1,-1 1 0,-1-1 0,1 0-1,0 1 1,0 0 0,-1-1-1,1 1 1,0 0 0,-1 0 0,1 0-1,-1 0 1,0 1 0,-3-1-1,-15 0-8558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7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134 458 17002,'-11'26'894,"3"-10"190,1 1 1,1 0 0,-7 31-1,-25 145 5488,17-88-5264,11-63-1133,2 1 0,-4 71 0,22-189-1162,-2-44 776,20-208-227,-20 274 378,2 1 1,2 0-1,3 1 0,24-56 1,-30 88 36,1 1 0,1 0 0,0 0 1,1 1-1,1 1 0,1 0 0,0 0 0,1 2 1,18-14-1,-22 20 15,0 0 0,1 1 0,0 0 0,0 1 0,0 0 0,21-6 0,-25 10 7,0 0 0,1 0 0,-1 1 0,1 0 0,-1 1 1,1-1-1,0 2 0,-1-1 0,1 1 0,16 5 0,-19-5-3,-1 1-1,1 1 1,-1-1 0,0 1-1,0-1 1,1 2-1,-2-1 1,1 0 0,0 1-1,-1 0 1,0 0-1,0 1 1,7 8 0,-6-5-2,0 0 0,-1 0 1,0 1-1,0-1 1,-1 1-1,0 0 1,-1 0-1,2 11 0,-2 0-168,0-1 0,-2 1 0,0 0 0,-1-1 0,-1 1 0,-1-1 0,-10 36-1,3-23-211,3-11 85,0 0 0,2 0 0,0 0 0,1 1-1,2 0 1,-1 29 0,4-43 210,0 0-1,1 0 1,0-1-1,0 1 1,1-1-1,0 1 1,0-1-1,1 0 0,-1 0 1,2-1-1,6 10 1,-4-7-15,-1 0-1,0 1 1,-1 0-1,8 21 1,-12-28 94,-1 1 0,1 0 0,-1-1 0,0 1 0,0 0-1,-1-1 1,1 1 0,-1 0 0,0-1 0,0 1 0,0 0 0,0-1 0,-1 0-1,1 1 1,-1-1 0,0 0 0,-4 6 0,-4 5 40,-1-1 1,-19 20-1,21-25 42,0-1-1,-1-1 1,-10 7-1,-5 2 426,22-13 447,8-2-599,2 0-230,22 0 98,1 0-1,-1 2 1,1 1 0,-1 1-1,31 9 1,-54-11-191,0 1 0,0 1 1,0 0-1,0-1 0,0 2 1,-1-1-1,0 1 0,0-1 1,0 1-1,4 6 0,-7-9-14,0 1 5,0 0-1,0 0 1,0 0-1,0 1 1,0-1 0,-1 1-1,1-1 1,-1 1 0,0 0-1,0-1 1,0 1-1,-1 0 1,1 0 0,-1 0-1,0 0 1,0-1-1,-1 1 1,0 7 0,-3 3 11,1 0 0,-2 0 0,-9 20 0,6-14-9,3-9-242,0 1-1,-1-1 1,-1 0 0,1 0-1,-2-1 1,-12 15 0,18-23-706,6-4-1996,62-35-2365,-34 18 625,7-4-3523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24 133 11393,'0'0'4416,"-4"-54"589,11 41-2781,-10-5-1388,-1 0-220,1 3-4924,-4 0-1685,-3 30-5212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8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47 13373,'-27'3'1442,"1"2"1,0 1-1,0 1 0,-49 21 0,60-21-1083,1 1-1,0 0 0,0 1 0,1 0 1,1 1-1,-1 1 0,2 0 0,-1 1 1,-14 18-1,23-24-366,-1 1 1,0-1-1,1 1 1,1-1 0,-4 12-1,5-16-3,1 0-2,0 0-1,1 0 1,-1 0-1,1-1 1,-1 1 0,1 0-1,0 0 1,-1 0 0,1-1-1,0 1 1,0 0-1,0-1 1,0 1 0,1-1-1,-1 1 1,0-1 0,1 0-1,2 3 1,3-3-2,0 0 1,1-1-1,-1 0 1,0 0-1,0-1 1,9-1-1,-9 1 6,11-1 36,-1-1 1,1-1 0,-1-1 0,-1 0 0,19-9-1,75-44 2514,-77 39-1418,-17 11-927,0 0-1,0 1 1,1 1 0,20-4 0,-4-1-107,0-1 1,0-1-1,-2-1 0,0-2 1,53-37-1,-68 40 516,-15 12-554,0 0 0,0 0 0,0 0 0,0 0 0,0 0 0,0 0 0,0 0 0,0 0 0,0 1 0,0-1 0,1 0 0,-1 1 0,0-1 0,1 1 1,-1-1-1,0 1 0,1 0 0,-1-1 0,0 1 0,1 0 0,-1 0 0,1 0 0,-1 0 0,0 0 0,1 0 0,-1 1 0,1-1 0,-1 0 0,0 1 0,1-1 0,-1 1 0,0-1 0,0 1 0,1 0 0,1 1 1,3 2 85,0 1 1,-1 0-1,1 0 1,-1 0 0,0 0-1,0 1 1,6 11 0,7 7-23,105 138-98,-119-157-11,-1 0 1,1 0-1,-1 0 0,0 0 1,-1 1-1,1-1 0,-1 1 1,0 0-1,-1-1 1,1 1-1,-1 0 0,0 0 1,0 7-1,-1-9-59,-1 0 0,1-1-1,-1 1 1,0 0 0,0-1 0,0 1 0,-1-1-1,1 1 1,-1-1 0,0 1 0,0-1 0,0 0-1,0 0 1,-1 0 0,1 0 0,-1 0 0,0-1-1,0 1 1,0-1 0,-5 4 0,-47 27-6051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08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88 12857,'-27'-30'2500,"23"9"389,-29 18-421,3-3-392,10 3-348,0-3-404,-4 3-324,7 0 117,1-3-2970,-1 2-515,-10 1-1164,7 3-2465,3 3-5228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3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55 163 7821,'1'0'90,"0"0"0,-1 0 0,1 0 1,-1 0-1,1-1 0,-1 1 0,1 0 0,-1 0 1,1-1-1,-1 1 0,0 0 0,1-1 0,-1 1 1,1 0-1,-1-1 0,0 1 0,1-1 0,-1 1 1,0-1-1,1 1 0,-1-1 0,0 1 0,0-1 1,0 1-1,1-1 0,-1 1 0,0-1 0,0 1 1,0-1-1,0 0 0,0 1 0,0-1 0,0 1 1,0-1-1,-17-15 6215,17 13-5015,0-64 3518,0 65-3991,-2-1-53,-31-52 2477,31 53-2610,2 7-350,1 0 1,-1 1-1,0-1 0,-1 0 0,1 0 1,-3 8-1,-1 13 397,-1 297 570,7-189-1210,10 103-38,-3-94 0,-8-64-6,-1-45-360,1 0 0,9 59 1,-1-39-3620,1 5-8397,-9-57 11151,0 1 0,0-1-1,0 0 1,0 0 0,0 0 0,0 0-1,1 0 1,-1 0 0,4 3-1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3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1 358 10053,'1'-1'394,"1"-1"0,0 1 0,0 0 0,0-1 0,1 1 0,-1 0 0,0 0 1,0 0-1,1 1 0,-1-1 0,0 0 0,1 1 0,-1-1 0,0 1 0,1 0 0,-1 0 0,1 0 0,-1 0 0,0 1 1,1-1-1,-1 0 0,1 1 0,2 1 0,13 2-795,19 2 919,1-2-1,0-1 1,-1-2-1,74-8 0,-60 0-278,0-2-1,-1-3 0,54-19 0,-83 23 15,-1-1 1,0 0-1,-1-2 1,0-1-1,0 0 0,-1-1 1,16-16-1,10-13 2037,48-61-1,-43 57 531,-49 45-2805,1 1 1,-1-1 0,0 1 0,1 0 0,-1-1 0,1 1 0,-1 0 0,1-1 0,-1 1-1,1 0 1,-1 0 0,1 0 0,-1-1 0,1 1 0,-1 0 0,1 0 0,0 0 0,-1 0-1,1 0 1,-1 0 0,1 0 0,-1 0 0,1 0 0,0 0 0,-1 0 0,1 0 0,-1 0-1,1 1 1,-1-1 0,1 0 0,-1 0 0,1 1 0,-1-1 0,1 0 0,-1 1 0,1-1-1,-1 0 1,0 1 0,1-1 0,-1 1 0,0-1 0,1 0 0,-1 1 0,0-1-1,1 1 1,-1 0 0,6 20-71,-4-6 55,-2 0 0,0 0 0,-1 0 0,-4 20 0,1 0 0,-12 91 10,4-33 417,5-31-3125,4-10-2802,1 0-3995,2-25-3032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3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12913,'-6'15'2860,"-8"15"-235,4-18-509,0 9-416,0 0-340,7 3-296,-1 0-632,14 6-900,-3-2-740,-4-10-984,1 3-1228,9 0-1865,4 15-4228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4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46 16670,'-34'-3'2868,"31"-21"4380,16 15-7272,1 0-908,2 21-968,15 15-912,-5 0-3441,-2 3-5628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4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365 186 13073,'-11'-3'693,"1"0"0,-1 0-1,0 1 1,1 1 0,-20-1-1,23 3-189,0 0 0,0 0-1,1 0 1,-1 1 0,1 0-1,-1 0 1,1 1 0,0 0-1,0 0 1,-12 8 0,-2 3 19,0 1 0,1 1 0,1 1 0,0 0 0,1 1 0,1 1 0,-27 42-1,27-43 41,5-5-119,11-12-421,0 1-1,0-1 0,0 1 0,0-1 0,1 1 1,-1-1-1,0 1 0,1-1 0,-1 0 0,1 1 1,-1-1-1,1 0 0,0 1 0,0-1 0,1 2 1,89 121 472,-72-95-582,-1 0-1,-2 2 1,-1 0-1,14 41 1,-10-13-405,-7-23-31,-1 1 0,9 54 1,-19-79 407,0 0 0,0 1 0,-1-1 1,-1 0-1,0 0 0,-1 1 1,0-1-1,0 0 0,-2 0 1,1-1-1,-10 21 0,6-18-4,-1 0-1,0 0 1,0-1-1,-16 19 0,22-30 134,0 0 0,0 1 0,0-1 0,0 0 0,-1 0 0,1 0 0,0-1 0,-1 1 0,0-1 0,1 1 0,-1-1 0,0 0 0,0 0 0,0 0 0,0 0 0,0 0 0,0-1 0,0 0 0,0 1 0,0-1 0,0 0 0,0 0 0,0-1 0,0 1 0,0-1 0,0 1 0,0-1 0,0 0 0,0 0 0,-4-2 0,4 1 62,0-1-1,0 1 1,0 0 0,1-1-1,-1 1 1,1-1-1,0 0 1,-1 0-1,1 0 1,1 0 0,-1 0-1,0 0 1,1-1-1,-1 1 1,1-1-1,-1-6 1,0 2 27,0 0 0,1-1 0,0 1 0,1-1 0,0 1 0,2-15 0,2 4-19,2 1 0,0 0 0,1 0 0,0 1 0,2 0 0,0 0 0,14-18 0,-11 14-54,270-367-904,-240 334 664,151-177-489,-136 170 360,102-85 0,-141 132 269,39-23-1,-56 36 67,1 0 1,-1 1-1,0-1 0,0 1 0,1 0 0,-1-1 0,0 1 0,0 0 0,1 0 0,-1 0 1,0 0-1,1 0 0,-1 0 0,0 0 0,0 0 0,1 1 0,-1-1 0,0 0 1,0 1-1,1-1 0,-1 1 0,0-1 0,0 1 0,0 0 0,0 0 0,0-1 1,0 1-1,0 0 0,0 0 0,0 0 0,0 0 0,0 0 0,0 0 0,-1 0 1,1 0-1,0 0 0,-1 1 0,1 0 0,1 3 1,0-1-1,0 0 1,0 1-1,-1 0 0,0-1 1,0 1-1,0 0 1,0-1-1,-1 6 1,-3 18-10,-1 0 0,-13 43 0,3-9-43,7-29-128,-1 0 1,-17 45 0,19-64-38,1 0 0,0 0 0,1 1 0,1 0 0,-3 18 0,7-32 207,-1 0 0,0 0-1,0 1 1,1-1 0,-1 0 0,1 0 0,-1 1 0,1-1 0,-1 0 0,1 0-1,0 0 1,0 0 0,-1 0 0,1 0 0,0 0 0,0 0 0,0 0 0,0 0 0,0-1-1,0 1 1,0 0 0,0-1 0,1 1 0,-1 0 0,0-1 0,0 0 0,1 1 0,-1-1-1,0 0 1,0 1 0,1-1 0,1 0 0,3 0 53,1 1 0,-1-1 0,0 0 0,0 0 1,11-3-1,83-23 2592,-96 26-2526,0 1 0,0 0-1,0 0 1,0 0 0,0 1 0,0-1 0,0 1 0,0 0 0,-1 0-1,1 0 1,-1 0 0,1 1 0,-1-1 0,0 1 0,4 5-1,3 4-1133,0 0 0,-1 1 0,15 28 0,-3-5-7899,-7-15-1584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5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93 12041,'-2'14'553,"1"-7"-101,0 1 0,0 0-1,-1-1 1,0 1 0,-1-1-1,1 1 1,-1-1 0,-6 10 0,2-3 633,0 0 1,1 0-1,-6 23 1,-3 10 416,4-17-1229,1 0-1,2 1 1,1 0-1,-5 50 1,9-62-424,2-6-677,2-13 809,-1 0-1,1 1 1,-1-1-1,1 0 1,0 0-1,-1 0 1,1 0 0,-1 0-1,1 0 1,0 0-1,-1 0 1,1 0-1,-1 0 1,1 0-1,-1-1 1,1 1 0,0 0-1,-1 0 1,1 0-1,-1-1 1,1 1-1,-1 0 1,1-1-1,3-2 6,-1 1-1,0 0 1,0-1-1,0 0 1,0 0-1,-1 0 1,1 0-1,-1 0 1,0 0-1,0-1 0,0 1 1,0-1-1,-1 1 1,3-8-1,5-9-11,27-47 2,79-109 0,-97 153 24,0 1 1,2 0-1,1 2 1,0 0-1,1 1 1,1 1-1,44-25 1,-53 36-9,1-1 0,-1 2 1,20-6-1,-28 10 4,0 1 1,1 0-1,-1 0 0,0 0 0,0 1 1,1 0-1,-1 0 0,0 1 0,0 0 1,1 0-1,-1 0 0,11 4 0,-7 0-4,0 0 1,0 0-1,0 1 0,0 0 0,14 13 0,-22-16 5,1 0 0,-1-1 0,0 1 1,0 0-1,0 0 0,-1 0 0,1 1 0,-1-1 0,0 0 1,0 1-1,0-1 0,0 0 0,0 1 0,-1-1 0,0 1 0,1 0 1,-1-1-1,0 1 0,-1-1 0,1 1 0,-1-1 0,0 1 0,-1 4 1,1-1 1,-3 10 4,0 0 1,-2 0 0,0 0 0,0-1-1,-14 25 1,-53 72 22,-3 5-64,75-116-41,0 0 0,0-1 0,0 1 0,0 0 1,0-1-1,1 1 0,-1 0 0,0 0 0,1 0 1,-1 0-1,1 0 0,0 0 0,0 0 0,-1 0 1,1-1-1,1 1 0,-1 0 0,0 0 0,0 0 0,1 0 1,-1 0-1,1 0 0,-1 0 0,1 0 0,0-1 1,0 1-1,0 0 0,0 0 0,0-1 0,0 1 1,0-1-1,1 1 0,-1-1 0,3 2 0,1 0-749,0-1 0,-1 1 0,1-1 1,1-1-1,-1 1 0,0-1 0,0 0 0,1 0 0,-1 0 0,0-1 0,8 0 0,13 0-5441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9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51 110 11801,'-25'1'1696,"10"0"1040,5 0 3058,20-18-2475,-7 14-3127,1 0 0,0 0 0,-1 0-1,1 1 1,0-1 0,1 1 0,-1 0-1,0 0 1,1 1 0,5-3 0,53-8 911,-33 8-679,118-18 850,162-4 1,152 22-779,-203 14-2749,-130 5-2437,-6 9-6964,-99-18 1207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19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637 160 12565,'-33'-60'2295,"29"54"-1556,1 0 1,1 1-1,-1-2 0,1 1 1,0 0-1,0 0 1,-1-11-1,2 12-35,0 1 0,0-1 0,0 0 0,-1 1 0,1-1-1,-4-5 1,4 8 836,6 3-109,7 3-1105,-1 0 0,0 1 1,0 1-1,0 0 0,-1 0 1,0 1-1,0 0 0,-1 1 1,0 0-1,16 17 0,2 8-73,42 65-1,-51-70-252,-1 1 0,-2 0 0,-1 1 0,-1 1 0,-2 0 0,-1 1 0,-1 0 0,7 52 0,-14-56 0,0 1 0,-2-1 0,-1 0 0,-2 0 0,0 1 0,-2-2 0,-1 1 0,-1 0 0,-1-1 0,-18 37 0,11-32 5,-2-2 0,-1 0 0,-2-1 0,-1-1 0,-28 30 0,-5-2-296,-76 60 0,45-51-4199,-174 98 0,153-96-3097,12 1-5077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34 302 14053,'0'0'2273,"-4"-2"177,-3 0-2354,-14-5 5494,19 1-2542,13-2-1536,27-8-801,1 2 0,1 1 0,0 3 1,74-11-1,-74 15-571,854-110-991,-614 85-2187,-90 10-1420,0 1-5832,-92 11-807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2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12 14325,'-45'-10'2815,"36"8"2320,16 31-48,16 9-3876,-20-33-745,17 20 374,0-1 1,2-1 0,36 30-1,-25-23-589,133 111-142,79 77-101,-220-192-8,-2 1 0,-1 0-1,-1 2 1,-1 0 0,-2 1 0,-1 2-1,15 36 1,-26-51 0,-1 1 0,0 0 0,-1 0 0,-1 1 0,-1-1 0,0 1 0,-1-1 0,-2 1 0,1 0 0,-2-1 0,-6 26 0,2-18 0,-2-1 0,-1 0 0,0 0 0,-2-1 0,-1 0 0,-1-1 0,-24 31 0,-16 16-956,-96 96-1,37-58-2216,-1-3-3481,53-51 1250,-6 8-7235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3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16 278 13853,'-16'-30'11994,"21"15"-10083,-5 14-1841,0 1 0,0 0 0,0 0 0,0-1 0,0 1 0,0 0 0,0 0 0,0-1 0,1 1 0,-1 0 0,0 0 0,0 0 0,0-1 0,0 1-1,0 0 1,0 0 0,1 0 0,-1-1 0,0 1 0,0 0 0,0 0 0,0 0 0,1 0 0,-1-1 0,0 1 0,0 0 0,0 0 0,1 0 0,-1 0 0,0 0 0,0 0 0,1 0 0,-1 0 0,0 0 0,0 0 0,1 0 0,-1 0 0,0 0 0,0 0 0,0 0 0,1 0 0,-1 0 0,1 0 0,22 26 206,-1 2-1,-1 0 1,-2 1 0,-1 1 0,-1 1-1,21 51 1,3 35-276,-4 1 0,-5 2 0,15 126 0,-45-233 0,0-1 0,1 1 0,1-1 0,0 0 0,1 0 0,0 0 0,11 18 0,-14-28 0,-1-1 0,0 1 0,1-1 0,-1 1 0,1-1 0,-1 1 0,1-1 0,0 0 0,-1 0 0,1 0 0,0 0 0,0 0 0,0 0 0,0-1 0,0 1 0,0-1 0,0 1 0,0-1 0,0 0 0,0 0 0,0 0 0,0 0 0,0 0 0,1 0 0,-1 0 0,0-1 0,0 1 0,0-1 0,0 1 0,0-1 0,-1 0 0,1 0 0,2-1 0,6-3 0,-1-1 0,0 0 0,0 0 0,0 0 0,10-11 0,13-16 0,0-1 0,-3-1 0,31-48 0,65-125 0,-98 162 0,68-125 0,78-129 0,-153 267-353,3 2 0,0 0 0,31-30 0,-25 32-4194,39-29-1,-66 56 3885,-1 1 0,1 0 1,-1 0-1,1 0 0,0 0 0,0 0 1,-1 0-1,1 0 0,0 1 0,2-2 0,22 5-11322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4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428 53 14509,'0'-2'286,"0"0"-1,0 0 1,0 0 0,0 0-1,-1 0 1,1 0-1,-1 1 1,1-1 0,-1 0-1,0 0 1,1 0-1,-1 1 1,0-1-1,0 0 1,0 1 0,-1-1-1,1 1 1,0-1-1,-1 1 1,1-1 0,-1 1-1,1 0 1,-1 0-1,1 0 1,-1 0-1,0 0 1,0 0 0,-3-1-1,2 1 7,0 0 1,0 0-1,0 0 0,-1 0 0,1 1 1,0-1-1,0 1 0,-1 0 0,1 0 1,0 0-1,0 0 0,-1 1 0,1-1 1,0 1-1,0 0 0,0 0 0,-1 0 0,1 0 1,-3 2-1,-14 11 193,0 1 0,1 0 1,1 2-1,0 0 0,2 0 0,-24 32 0,-74 131 199,74-112-709,17-25-203,23-40 220,0 0 0,0 0 0,1-1 0,-1 1 0,1 0 0,0 0 1,0-1-1,0 1 0,0-1 0,1 1 0,-1-1 0,3 4 0,-4-5 4,0-1 5,0 0-1,0 0 1,1 0 0,-1 0 0,0 0 0,0 1 0,0-1 0,0 0-1,0 0 1,0 0 0,0 0 0,0 0 0,0 0 0,0 0 0,0 1 0,0-1-1,0 0 1,0 0 0,1 0 0,-1 0 0,0 0 0,0 0 0,0 0-1,0 0 1,0 0 0,0 0 0,0 0 0,1 1 0,-1-1 0,0 0 0,0 0-1,0 0 1,0 0 0,0 0 0,0 0 0,1 0 0,-1 0 0,0 0 0,0 0-1,0 0 1,0 0 0,0 0 0,0-1 0,1 1 0,-1 0 0,0 0-1,0 0 1,0 0 0,0 0 0,0 0 0,0 0 0,0 0 0,1 0 0,-1 0-1,0 0 1,0-1 0,0 1 0,0 0 0,57-33 329,-32 18-320,0 1 0,52-21 0,-73 34-3,-1 0-1,0 1 1,1 0-1,-1 0 1,1 0-1,-1 0 1,1 0-1,-1 1 1,0 0 0,1-1-1,-1 1 1,0 1-1,0-1 1,1 0-1,-1 1 1,0-1-1,0 1 1,-1 0 0,1 0-1,0 0 1,4 5-1,7 6-409,-1 1 0,21 27 0,-20-22-1362,46 57-12851,-36-45 2279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14501,'4'2'2553,"5"2"-1895,0 1 0,0 0 0,-1 0 0,0 1 0,0 0 0,0 1 0,-1-1 0,0 2 0,0-1 0,-1 1 0,10 14-1,3 8 281,-2 1-1,14 36 0,-18-35-668,-1 1 0,-2 1-1,-2-1 1,-1 1 0,-1 1-1,-2-1 1,-2 1 0,-1 0-1,-7 64 1,1-70-72,-2-1 1,0 0-1,-3 0 1,-12 27-1,21-53 104,-10-18 307,10 15-594,-1 0 1,1 0-1,0 0 1,0 0-1,0-1 0,0 1 1,0-1-1,0 1 1,1-1-1,-1 1 1,0-1-1,0-1 1,0-6 12,1 0 0,1 0 1,-1 1-1,1-1 0,1 0 1,0 1-1,3-11 1,-3 13-23,12-37-237,1 0 0,3 1 0,1 1-1,2 1 1,2 1 0,50-65 0,-55 81 65,2 0 0,0 2 0,33-28 0,-51 48 160,0-1 0,0 0 0,0 1-1,0-1 1,0 1 0,0 0-1,0 0 1,1 0 0,-1 0-1,0 0 1,1 0 0,-1 1 0,1-1-1,-1 1 1,1-1 0,-1 1-1,1 0 1,-1 0 0,1 0-1,4 1 1,-5 0 11,1 0 1,0 1-1,0-1 0,-1 1 1,1 0-1,-1-1 0,1 1 1,-1 0-1,0 0 0,0 1 0,0-1 1,0 0-1,0 1 0,2 3 1,2 5 15,0 0 0,-1 1 0,-1 0 0,0 0 0,0 0 0,2 20 0,7 39-385,3 29-2748,-14-32-3905,-3-35 448,6 0-3895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4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14037,'16'-6'1908,"15"12"-375,-5-3-349,-5 9-272,-5 3-444,1 3-752,6 13-756,4 2-924,0 0-2973,-7 9-3896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5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449 21 11073,'-3'-2'2560,"-1"0"-2020,1-1 0,-1 1 0,0 0 0,0 1 0,0-1 0,-1 0 0,1 1 0,0 0 0,-1 0 0,1 1 0,0-1 0,-1 1 0,1 0 0,-8 0 0,3 2-20,0-1 1,-1 1-1,1 1 1,0 0 0,0 0-1,-12 7 1,-6 5 102,2 1 0,0 1 0,-33 29 0,37-27-539,0 0 1,1 2 0,1 0 0,1 1 0,1 0 0,0 2 0,-14 29 0,31-51-91,0-1 0,0 0 0,0 1 0,0-1 0,0 1 0,0-1 0,0 1 0,0-1 0,1 0 0,-1 1 0,0-1 0,1 0 0,-1 1 0,1-1 0,0 0 0,0 1 0,-1-1 0,1 0 0,0 0 0,0 0 0,0 0 0,1 1 0,3-2-4,0 0 1,0-1-1,0 0 1,0 0-1,0-1 1,0 1-1,0-1 1,8-5-1,-5 4 10,23-12 181,-1-1 0,44-32-1,-8 5 525,83-34 2233,-146 76-2927,0-1 1,-1 1-1,1 0 0,0 0 0,0 0 1,0 0-1,0 1 0,0-1 1,0 1-1,0-1 0,0 1 1,0 0-1,1 1 0,-1-1 0,0 0 1,0 1-1,0 0 0,0-1 1,3 3-1,-3-2-6,-1 1 0,0 0 0,1 0 0,-1 0 0,0 0 0,0 0 0,0 1 0,0-1 0,0 1 0,-1-1 0,1 1 0,-1 0 0,0-1 0,0 1-1,2 6 1,1 8-60,-2 0 0,1 0 0,-2 0 0,0 0 0,-3 21 0,0-12-1865,-2-1 0,-8 35 1,5-32-4349,-4 40 0,10-28-4937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5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12825,'0'0'6483,"2"2"-5538,6 7-198,-6-8-588,0 1 0,0 0-1,0 0 1,0 0-1,-1 1 1,1-1-1,-1 0 1,1 1 0,-1-1-1,0 1 1,0-1-1,0 1 1,0-1 0,0 1-1,-1 0 1,1 0-1,0 4 1,-1 1 144,0-1 1,-1 0-1,1 0 0,-1 0 1,0 0-1,-1 0 0,0 0 1,0 0-1,-1-1 0,1 1 1,-1 0-1,-1-1 1,1 0-1,-1 0 0,0 0 1,-1 0-1,1-1 0,-11 10 1,14-14 1098,2-4-1235,1-1 0,0 1-1,0 0 1,0-1 0,1 1 0,-1 0 0,1 1 0,5-6 0,1-1 34,-4 4-197,1 0 0,0 0 0,0 0 0,0 1 0,1 0 0,0 0-1,-1 1 1,1 0 0,1 0 0,-1 0 0,11-1 0,-12 2-4,-1 1-1,1 0 1,-1 0 0,1 0 0,0 1-1,-1 0 1,1 0 0,0 1 0,-1-1-1,1 1 1,0 0 0,-1 1 0,0-1-1,1 1 1,8 5 0,-10-5 0,0 1 0,0 1 0,-1-1 0,1 0 0,-1 1 0,0 0 0,0-1 0,0 1 0,-1 0 0,1 1 0,-1-1 0,0 0 0,0 1 0,0-1 0,-1 1 0,0 0 0,0-1 0,1 7 0,-1 5 0,0 1 0,-1-1 0,-4 30 0,4-43 0,-4 18-141,0 1 1,-9 27-1,3-14-1935,4-16 831,3-10-2713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5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48 9933,'-2'-3'2635,"-15"-26"6122,17 28-8408,-1-1 0,0 1 0,0 0 0,0 0 0,0 0 0,0 0-1,0 0 1,-1 0 0,1 0 0,0 1 0,0-1 0,-1 0 0,1 0-1,0 1 1,-1-1 0,1 1 0,-4-1 0,4 1-229,-1 1 1,1-1-1,-1 1 0,1-1 1,-1 1-1,1 0 0,-1 0 1,1-1-1,-1 1 0,1 0 1,0 0-1,0 1 0,-1-1 1,1 0-1,0 0 0,0 0 1,0 1-1,-1 1 0,-3 5 99,1 0 0,-1 1 0,2 0-1,-1 0 1,1 0 0,-3 11 0,-6 19 176,10-32-342,-1 0 0,1 0-1,0 1 1,1-1-1,-1 1 1,2-1 0,-1 1-1,1 0 1,0-1 0,2 12-1,-1-14-41,0 0 0,0 0 1,1 0-1,0 0 0,0-1 0,0 1 0,0 0 0,1-1 0,0 0 0,0 1 0,0-1 0,0 0 0,1-1 0,-1 1 0,6 3 0,-5-4-39,0-1 0,0 0 0,0 0 0,0 0-1,0-1 1,1 1 0,-1-1 0,1 0 0,-1 0 0,1-1-1,-1 1 1,1-1 0,4-1 0,6 1-147,-1-1 1,24-6-1,-11-1 64,-1-1 0,0-2 0,-1 0 0,0-2 0,-1-1 0,-1 0 0,30-25-1,-35 23 53,31-35 0,-30 30 41,-18 20 33,-1 0-1,1-1 1,-1 1-1,1 0 0,-1-1 1,1 1-1,-1 0 1,0-1-1,1 1 0,-1-1 1,0 1-1,0-1 1,0 1-1,0 0 0,-1-1 1,1 1-1,-1-3 0,1 0 164,-5 7-54,1 0 0,-1 0 0,0 1 0,1-1 1,0 1-1,-5 6 0,-11 12 57,2 1 0,0 1 0,1 1 1,-24 49-1,35-62-190,1 0 1,0 1-1,1-1 1,0 1-1,1 0 1,0-1 0,1 1-1,1 1 1,0-1-1,0 0 1,2 0-1,-1 0 1,4 18-1,-2-27-157,0 1 0,1-1-1,-1 0 1,1 0 0,0 0-1,0 0 1,0-1 0,0 1-1,0-1 1,1 0 0,0 0-1,0 0 1,0 0 0,0 0 0,0-1-1,0 0 1,1 0 0,-1 0-1,1-1 1,7 3 0,10 2-1098,-1-2 0,1 0 0,26 2 0,-11-5-208,-1-1 0,1-2 0,-1-1 0,0-2 0,0-2 0,0-1 0,60-22 0,-71 19 1279,1-1 0,28-20-1,8-13 2769,-57 40-1901,-1 0 1,1 0-1,-1 0 0,6-11 1,-5 8 250,-4 5-701,0 1 0,-1-1-1,1 1 1,-1-1-1,1 1 1,-1-1 0,0 1-1,0-1 1,0 0-1,0 1 1,-2-6 0,2 2 317,0 3 799,0 0-1738,6-32-3641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7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100 138 10281,'1'-4'458,"0"0"1,0 0-1,1 1 0,0-1 1,0 0-1,0 1 1,0-1-1,0 1 0,6-6 4058,-20-19 3373,5 37-7222,1 0 0,0 0 0,1 0 0,-1 1 0,2 0-1,-6 16 1,-18 71 551,19-61-1148,1-5-70,1 1 0,1-1 0,2 1 0,1 0 0,2 0 0,0 0 0,3 0 0,8 51 0,-10-79 0,1 0 0,0 0 0,0 0 0,0 0 0,1 0 0,-1 0 0,1 0 0,0 0 0,0 0 0,0-1 0,0 1 0,1-1 0,-1 0 0,1 0 0,0 1 0,0-2 0,0 1 0,1 0 0,-1-1 0,0 1 0,1-1 0,0 0 0,-1 0 0,1-1 0,0 1 0,0-1 0,0 0 0,0 0 0,0 0 0,1 0 0,-1-1 0,0 0 0,0 0 0,0 0 0,6-1 0,9-1 0,0-2 0,0 0 0,0-1 0,-1-1 0,0-1 0,18-9 0,6-2 0,-20 12 0,-12 7 0,-1-1 0,1 2 0,-1 0 0,1 0 0,-1 0 0,0 1 0,0 1 0,0-1 0,0 1 0,9 7 0,32 12 0,-19-13 0,0-1 0,1-2 0,-1 0 0,1-3 0,1 0 0,-1-2 0,0-2 0,1-1 0,-1-1 0,0-2 0,0-1 0,0-1 0,-1-2 0,0-1 0,31-14 0,-37 13 0,-1 0 0,0-2 0,-1-1 0,0-1 0,29-22 0,-45 29 0,1 1 0,-1-1 0,0-1 0,-1 1 0,0-1 0,0 0 0,-1-1 0,0 1 0,0-1 0,-1 0 0,0 0 0,-1 0 0,0-1 0,0 1 0,-1-1 0,0 0 0,0-18 0,-2 10 2,-1-1 1,0 1-1,-2-1 0,0 1 1,-1 0-1,-1 0 1,-10-24-1,-8-9-87,-33-55 1,40 77-39,9 15-267,5 11-388,1 0-1,-1-1 1,0 1-1,0 0 1,0 0 0,0 0-1,0 0 1,-1 1 0,1-1-1,-1 1 1,-5-5-1,-1 2-6738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27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17670,'31'-36'7084,"-31"18"-5732,3 3-680,10 6-4100,1 2 208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4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32 13205,'-3'-1'573,"1"0"1,0 0-1,-1 0 0,1 0 1,0 0-1,0-1 0,0 1 0,0-1 1,0 0-1,0 1 0,0-1 0,0 0 1,1 0-1,-1 0 0,1 0 0,-3-5 1,-10 21 2155,9-7-2436,1 0 0,1 1 1,-1 0-1,1-1 1,1 1-1,0 1 0,0-1 1,0 0-1,0 14 1,-2 4 191,-86 401 3183,74-341-3668,-7 121 0,21-161 0,2-1 0,2 1 0,2-1 0,15 67 0,-11-80 0,2-1 0,1 0 0,2-1 0,0-1 0,3 1 0,0-2 0,1 0 0,2-2 0,1 0 0,1-1 0,1 0 0,1-2 0,1-1 0,50 35 0,-54-45 0,1-1 0,0 0 0,0-2 0,1 0 0,1-2 0,25 6 0,-42-12-17,0 1-1,1-1 1,-1-1-1,1 0 1,-1 1-1,1-2 1,0 1 0,-1-1-1,0 0 1,1 0-1,-1-1 1,0 0-1,1 0 1,-1-1 0,0 1-1,0-1 1,-1-1-1,1 1 1,-1-1-1,6-4 1,-7 4 1,-1-1 0,1 1 0,-1-1 0,1 0 0,-1 0 0,-1 0 1,1 0-1,-1 0 0,0 0 0,0-1 0,0 1 0,-1-1 0,0 0 0,0 1 0,0-1 0,-1 0 0,0 0 1,0 1-1,0-1 0,-1 0 0,0 0 0,-2-7 0,-24-139 2,25 137 10,1 0 0,0 0 1,1 0-1,1 0 0,1 0 1,0 1-1,0-1 0,7-18 1,-6 27-2,0-1 0,1 2 0,-1-1 0,1 0 0,0 1 0,1 0 0,-1 0 0,1 0 0,0 0 0,1 1 0,-1 0 0,1 0 0,-1 0 0,1 1 0,10-5 0,0 1 8,0 1-1,1 1 1,0 0-1,30-4 1,-12 5 72,-1 1 1,1 1-1,0 2 1,61 8-1,-74-4-22,0 1-1,0 0 0,-1 2 0,0 0 0,-1 1 0,1 2 0,-1 0 0,28 20 0,-40-25-52,0 1 0,-1 1 0,1-1 0,-2 2 0,1-1 0,-1 0 0,0 1 0,-1 0 0,1 1 0,-2-1 0,6 14 0,-5-10 0,-1 1 0,-1 0 0,0 1 0,-1-1 0,0 0 0,-1 1 0,-1 18 0,-5 13 0,-1 0 0,-3-1 0,-26 83 0,25-94 0,9-29-47,-6 20 23,-8 43 0,14-21-2223,2-42 1469,0 1 1,0 0 0,0-1-1,0 1 1,1-1 0,0 1 0,2 4-1,11 4-7095,4-2-5476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5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1 408 12125,'1'2'441,"0"-1"1,-1 0-1,2 1 0,-1-1 0,0 0 1,0 0-1,0 0 0,1 1 0,-1-1 1,0-1-1,1 1 0,-1 0 0,3 1 1,24 3 2177,33-11-1698,-47 4-319,25-4 69,-1-1 0,52-18-1,-77 21-440,0-1-1,-1 0 1,1-1-1,-1-1 1,0 0-1,-1 0 1,0-1-1,0-1 1,18-18-1,-26 24-125,-1-1-1,0 0 0,0 0 0,0 0 1,-1 0-1,0 0 0,1 0 0,-1 0 1,-1-1-1,1 1 0,0 0 0,-1 0 0,0-1 1,0 1-1,-1-7 0,-1-7 152,-1 1 1,-6-20-1,7 31-172,0-1 27,0 1 1,-1 0 0,1 0-1,-2 0 1,1 0-1,-1 0 1,0 1 0,0-1-1,0 1 1,-1 0 0,-8-7-1,11 10-54,0 0 1,-1 1-1,1 0 0,-1-1 1,1 1-1,-1 0 0,1 0 1,-1 1-1,0-1 0,0 0 0,1 1 1,-1 0-1,0-1 0,0 1 1,1 0-1,-1 1 0,0-1 1,0 0-1,-5 2 0,2 0 48,-1 0 0,0 0 0,1 1 0,-1 0-1,1 0 1,-11 8 0,-7 8-78,0 2-1,1 1 1,2 0 0,0 2-1,1 0 1,2 1 0,0 2 0,2-1-1,1 2 1,1 0 0,2 1-1,-14 43 1,24-66-26,1 0 0,-1 0 0,1 0 0,0 0 0,1 0 0,0 0 0,0 0 0,0 0 0,1 0 0,-1 0 0,1-1 0,1 1 0,-1 0 0,1 0 0,0-1 0,0 1 0,1-1 0,0 1 0,0-1 0,0 0 0,1 0 0,-1 0 0,1-1 0,0 1 0,0-1 0,1 0 0,-1 0 0,1-1 0,0 1 0,0-1 0,0 0 0,1 0 0,-1-1 0,1 0 0,-1 1 0,1-2 0,0 1 0,0-1 0,9 1 0,9 0 0,-1 0 0,1-2 0,-1-1 0,0-1 0,1-1 0,-1-1 0,0-1 0,-1-1 0,1-1 0,-1-1 0,-1-1 0,1-1 0,35-22 0,-38 21 0,0-1 0,-1-1 0,0-1 0,29-29 0,-28 24 0,60-53 0,-63 62 0,-14 10 0,0-1 0,1 1 0,-1 0 0,0 0 0,1 0 0,-1 0 0,0 0 0,0 0 0,1 0 0,-1 1 0,0-1 0,1 1 0,-1 0 0,0-1 0,0 1 0,0 0 0,0 0 0,0 1 0,0-1 0,0 0 0,2 3 0,0 0 0,-1 0 0,0 1 0,0-1 0,0 1 0,-1-1 0,1 1 0,-1 0 0,0 0 0,-1 1 0,1-1 0,-1 0 0,1 10 0,5 22 0,-7-36 0,0-1 0,0 1 0,0 0 0,0-1 0,0 1 0,0 0 0,0-1 0,1 1 0,-1 0 0,0-1 0,0 1 0,1 0 0,-1-1 0,0 1 0,1-1 0,-1 1 0,1-1 0,-1 1 0,1-1 0,-1 1 0,1-1 0,-1 1 0,1-1 0,-1 0 0,1 1 0,-1-1 0,1 0 0,1 1 0,7-5 0,-8 4 0,9-5 0,1 0 0,-1-1 0,0 0 0,0-1 0,0 0 0,-1 0 0,0-1 0,8-10 0,37-28 0,-43 38 0,1 0 0,0 1 0,0 1 0,1 0 0,0 0 0,0 1 0,0 1 0,1 0 0,-1 1 0,1 1 0,0 0 0,0 1 0,0 0 0,0 1 0,0 0 0,0 1 0,0 1 0,0 1 0,-1-1 0,1 2 0,-1 0 0,0 1 0,0 0 0,0 1 0,21 13 0,80 64 0,-59-41 0,-48-38 0,1 1 0,0-2 0,-1 1 0,1-1 0,0-1 0,1 1 0,-1-1 0,0-1 0,17 2 0,-19-2 0,1-1 0,1 1 0,0-2 0,0 1 0,0-1 0,-1 0 0,1 0 0,0-1 0,-1 0 0,1-1 0,-1 1 0,11-7 0,-9 5 0,9-5 0,-1 0 0,0-1 0,0-1 0,-2-1 0,1 0 0,-1-1 0,-1 0 0,0-2 0,-1 1 0,12-19 0,5-11 0,-2-2 0,32-69 0,-4-6 0,-51 106 0,-10 11 0,-12 9 0,15-5 0,-8 5 0,0 0 0,0 0 0,1 1 0,-1 0 0,1 1 0,1 0 0,-1 1 0,1-1 0,-8 11 0,-3 6 0,0 0 0,-19 33 0,31-46 0,1 0 0,0 1 0,0-1 0,1 1 0,1 0 0,0 1 0,-3 13 0,7-22 0,-1 0 0,1 0 0,0 0 0,0 0 0,1 0 0,-1 0 0,1 0 0,0 0 0,0 0 0,0 0 0,0-1 0,1 1 0,0 0 0,-1-1 0,1 1 0,1-1 0,-1 1 0,0-1 0,1 0 0,0 0 0,0 0 0,0 0 0,0-1 0,0 1 0,0-1 0,6 4 0,5 1-141,-1-1-1,1 0 1,0-1-1,0 0 1,1-1-1,0-1 1,-1 0 0,1-1-1,19 0 1,20-2-1683,63-6-1,-110 5 1657,205-25-6034,-174 19 3456,0-2 1,-1-2-1,53-23 1,-36 10-4623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6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188 702 11129,'-44'-18'3059,"36"15"-2323,1 1 1,0-1-1,0 0 1,0 0 0,0-1-1,-11-8 1,-23-14 4051,39 24-3952,-1 4-727,0 0-1,1 0 0,-1 0 1,0 0-1,1 1 1,-1-1-1,1 1 1,0 0-1,0 0 0,0-1 1,0 1-1,0 0 1,1 1-1,0-1 0,-1 0 1,1 0-1,0 1 1,0-1-1,1 0 0,-1 1 1,1-1-1,0 1 1,0-1-1,0 1 0,1 5 1,1 11-22,1 0 0,1 0 0,8 25 0,-5-21 146,28 85 85,4 14-171,-32-94-107,0-1 20,-1 0 0,4 50 0,-10-75 9,-2-1 22,2-1-77,0-1 1,0 1 0,-1 0 0,1-1 0,0 1-1,-1 0 1,1-1 0,-1 1 0,1-1-1,0 1 1,-1-1 0,1 1 0,-1-1-1,0 1 1,1-1 0,-1 0 0,1 1 0,-1-1-1,0 0 1,1 1 0,-1-1 0,0 0-1,1 0 1,-1 0 0,0 1 0,1-1-1,-1 0 1,0 0 0,1 0 0,-1 0 0,0 0-1,0-1 1,-1-1 20,1-1 1,0 0-1,0 1 0,0-1 1,0 0-1,0 0 0,1 0 1,-1 0-1,1-4 0,-1-3 2,1 1-1,1-1 0,-1 1 0,1-1 0,1 1 0,0-1 0,0 1 1,8-18-1,2-3-98,23-38 0,-24 50-289,1 1 0,0 0 0,2 1 0,0 1 0,1 0 0,0 1 0,29-21 0,129-73-2703,-160 101 2930,20-11-256,1 1-1,70-23 1,-72 29 1147,-65 31-448,2 4-323,2 1 1,0 1 0,2 2 0,1 1-1,1 0 1,-34 54 0,58-81 3,0-1 0,0 1 0,0-1 0,1 1-1,-1-1 1,0 1 0,1 0 0,-1-1 0,1 1 0,0 0 0,-1-1 0,1 1 0,0 0 0,0 0 0,0-1-1,0 1 1,0 0 0,1 0 0,-1-1 0,1 1 0,-1 0 0,1-1 0,1 4 0,0-2 1,0-1 0,0 1 0,0-1 0,1 1 0,0-1 0,-1 0 0,1 0 0,0 0 0,0 0 0,0 0 0,5 1 0,9 4 5,1-1 0,0-1 1,29 4-1,-40-7-6,22 3-20,1 1-118,0-1 1,49 1 0,-71-6 111,1 0 0,-1-1 0,1 0 0,-1 0 0,1-1 0,-1 0 1,0-1-1,0 0 0,0 0 0,0 0 0,0-1 0,-1 0 0,14-10 0,-6 0 5,0-1-1,0 0 0,-2-1 1,0-1-1,0 0 0,14-29 1,50-120 49,-50 100 169,14-29-84,72-156 419,-85 196-101,2 1 1,52-69-1,-78 117-349,1 0 0,-1 0 0,1 1 0,1 0 0,-1-1 0,1 2 0,-1-1 0,1 1 0,1 0 0,8-4 0,-15 7-67,1 1 0,0 0-1,-1 0 1,1-1 0,0 1-1,-1 0 1,1 0-1,0 0 1,0 0 0,-1 0-1,1 0 1,0 0 0,-1 0-1,1 0 1,0 0-1,0 0 1,-1 0 0,1 1-1,0-1 1,-1 0 0,1 0-1,0 1 1,-1-1-1,1 1 1,0-1 0,0 1-1,9 20 241,-5 31 76,-8-13-109,-1 0 0,-2 0 1,-12 41-1,3-15-43,-13 55 50,-10 54 59,34-147-249,1 1 0,1-1 1,1 1-1,4 36 0,-3-62-34,0 1 0,1-1 0,-1 1 1,0-1-1,1 1 0,0 0 0,0-1 0,-1 0 0,1 1 0,1-1 1,-1 0-1,0 1 0,0-1 0,1 0 0,0 0 0,-1 0 1,1 0-1,0 0 0,0 0 0,0-1 0,0 1 0,0-1 0,0 1 1,1-1-1,-1 0 0,0 0 0,1 0 0,-1 0 0,1 0 0,-1-1 1,1 1-1,-1-1 0,1 1 0,4-1 0,2 0-1,1-1 1,-1 0-1,0-1 0,0 0 1,0-1-1,0 1 0,16-9 1,14-8 21,37-17 33,-71 34-49,1 0 0,-1 0 0,1 1 0,-1 0 0,1 0 1,-1 0-1,1 1 0,0 0 0,-1 0 0,1 0 0,6 1 0,-9 0-1,0 0 0,1 1 0,-1-1 0,0 0-1,0 1 1,-1 0 0,1-1 0,0 1-1,0 0 1,-1 0 0,1 1 0,-1-1 0,4 6-1,20 38-641,-22-37-383,1-1 0,-1 1-1,10 12 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7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9485,'0'-1'50,"1"-5"435,0 0 1,-1 0-1,0 1 0,0-1 1,-2-9 2878,5 20-2987,4 8-314,-1-1 1,-1 1 0,0 1-1,0-1 1,-2 1-1,0 0 1,0 0 0,-1 0-1,0 26 1,-3-24 269,1 0 0,1 0 0,1 0 0,0 0 0,1 0 1,1 0-1,7 20 0,-10-34 271,22-1 231,1 0-647,-1 2 1,1 0-1,-1 2 1,0 0 0,41 17-1,-56-19-176,0 1 0,0 0 1,0 0-1,-1 1 0,1 0 0,-1 1 0,-1-1 0,1 1 1,-1 0-1,0 1 0,0 0 0,-1 0 0,0 0 0,0 0 1,-1 1-1,0 0 0,0 0 0,4 12 0,-6-13-6,-1 0 1,0-1-1,0 1 0,0 0 0,-1 0 0,0 0 0,0 0 0,0 0 0,-1 0 0,0-1 0,-1 1 1,-3 11-1,-2-1 3,-1 0 1,-1 0 0,-12 17 0,11-17-25,8-13 23,1-1 1,-1 0-1,1 1 0,0-1 0,0 1 0,1-1 0,-1 1 0,1 0 0,-1-1 0,1 1 0,0 0 1,1-1-1,-1 1 0,1 0 0,-1-1 0,1 1 0,0-1 0,0 1 0,1-1 0,-1 0 1,1 1-1,0-1 0,0 0 0,0 0 0,2 3 0,-3 1 27,-3 4-20,1-7-11,0 0 1,0 1-1,0-1 0,0 0 1,-1 0-1,1 0 0,-1 0 1,0 0-1,-1-1 1,1 1-1,0 0 0,-6 4 1,-14 12 5,-1-2 1,-1 0-1,-1-1 0,-34 16 1,11-5 43,45-26-14,14-11-92,7-2 66,0 1-1,30-12 1,16-7 6,16-15-10,-1-3-1,122-97 1,-175 121-37,176-139 24,-175 136 4,-22 20-6,1 0 0,0 1 0,0-1 0,0 1 0,9-5 0,-13 9 4,-1 0 1,0 1 0,-1 0 0,1 1 0,0-1 0,-1 0 0,1 0 0,0 0 0,-1 0 0,1 0 0,-1 1 0,1-1 0,0 0 0,-1 0 0,1 1 0,-1-1 0,1 1 0,-1-1 0,1 0 0,0 1 0,-1-1 0,0 1 1,1-1-1,-1 1 0,1-1 0,-1 1 0,0 0 0,1-1 0,-1 1 0,0-1 0,0 1 0,1 1 0,6 22 16,-7-21-16,3 10-4,-2-6-20,0 0 0,1 0 0,0 0 0,0-1 0,4 9 0,-4-12-6,0 0 1,0-1 0,0 1-1,1 0 1,-1-1-1,1 1 1,-1-1 0,1 0-1,0 0 1,-1 0-1,1 0 1,0-1-1,1 1 1,3 1 0,10 2-166,0 0 0,1 0 0,0-2 0,0 0 1,31 0-1,95-8-355,-118 2 560,0 0 1,-1-2-1,1-1 1,-1-1-1,0-1 1,-1-1-1,0-2 0,33-18 1,-54 27 59,1-1 0,-1 1 0,0-1 0,0 1 1,-1-1-1,1 0 0,-1 0 0,1 0 0,-1-1 0,3-6 1,-3 7 1,-2 2-46,0 0 0,0 0 0,0 0 0,-1 0 0,1 0 1,0 0-1,-1 0 0,1 0 0,-1 0 0,1 1 0,-1-1 0,1 0 0,-1 0 0,0 1 0,1-1 1,-1 0-1,0 0 0,1 1 0,-2-1 0,0-1-5,0 1-1,1-1 1,-1 1 0,0 0-1,0 0 1,0 0-1,0 0 1,0 0 0,0 1-1,0-1 1,0 0 0,0 1-1,0 0 1,0-1 0,0 1-1,-1 0 1,1 0 0,0 0-1,0 0 1,0 1 0,0-1-1,-3 1 1,-51 17 159,45-14-108,-15 5 12,-31 14 49,53-21-126,1 1 1,-1-1-1,0 1 0,1 0 1,-1 0-1,1 0 1,0 0-1,0 1 0,0-1 1,0 1-1,-2 4 1,3-5-6,23 12-404,-19-16 394,1 1 0,-1-1 0,0 1 0,0-1 0,0 0 0,1 0 0,-1 0 0,0 0 0,0 0 1,-1 0-1,1 0 0,0-1 0,0 1 0,3-4 0,24-27-59,-13 11 73,-2-1 0,0-1 0,-2 0 1,14-34-1,6-12 126,38-77 298,16-32 2720,-84 176-1810,-5 3-1256,0-1 0,1 1-1,-1-1 1,1 1 0,-1 0-1,1 0 1,-1 0-1,1 0 1,0 1 0,0-1-1,0 1 1,-1-1 0,1 1-1,1 0 1,-1-1-1,0 1 1,-2 4 0,-25 39 172,26-39-155,-12 28-380,0 1 0,3 1 1,-13 53-1,12-40-2485,-21 53 1,24-76-341,1 0 1,-8 34 0,4 3-6874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7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22 10269,'25'-21'18734,"-19"37"-17330,5 28-558,-2 0-1,4 66 0,-3 98-1187,-7-104 508,1 197-166,-13-1 0,-56 354 0,57-561 237,2-30-1121,0-23-2468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8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8449,'0'0'2296,"-3"1"-101,-5 3-2369,-4 5 6774,13-8-6215,1 0 0,0-1-1,-1 1 1,1-1 0,0 1-1,-1-1 1,1 0 0,0 1-1,0-1 1,-1 0 0,1 0-1,3-1 1,503 43 3674,-236-16-3464,2026 120 781,-1728-129-1241,-559-17-133,12 0-30,1-1 0,0 0 0,23-6 0,-47 7 24,1 0-1,-1 1 1,1-1-1,-1 0 1,1 0-1,-1 0 1,1 0-1,-1 0 1,1 0-1,-1-1 1,1 1-1,-1 0 1,1 0-1,-1 0 1,1 0-1,-1 0 1,0-1-1,1 1 1,-1 0-1,1-1 1,-1 1-1,0 0 1,1 0-1,-1-1 1,1 1-1,-1-1 1,0 1-1,0 0 1,1-1-1,-1 1 1,0-1-1,0 1 1,1-1-1,-1 1 1,0-1-1,0 1 1,0-1-1,0 0 1,-18-11-843,-43-8-1368,56 19 1895,-7-3-862,0 2 1,0 0-1,0 0 0,0 1 0,-23 1 0,21 0-201,-15 3-4622,8 7-3397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8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210 227 8497,'-31'15'3754,"-51"34"0,51-31-1174,26-16-2097,0 1 0,-1-1 0,1 1 0,1 1 0,-1-1 1,0 0-1,1 1 0,0 0 0,0 0 0,0 1 0,-5 6 0,8-10-430,1 0 1,-1-1-1,1 1 0,0-1 0,-1 1 0,1 0 0,-1-1 1,1 1-1,0 0 0,0 0 0,-1-1 0,1 1 0,0 0 1,0 0-1,0-1 0,0 1 0,0 0 0,0 0 0,0-1 1,0 1-1,0 0 0,0 0 0,1-1 0,-1 1 0,0 0 1,0 0-1,1-1 0,-1 1 0,1 0 0,1 1 49,1 0 0,-1 0 0,1-1-1,-1 1 1,1-1 0,0 0 0,0 0 0,0 0-1,3 1 1,21 6 277,0-2-1,1 0 1,36 2-1,94-2 349,-125-6-596,743-22 1196,1-46-921,836-163-631,-1402 178-2243,-211 53 2437,0 0 0,0 0 0,0 0 0,0 0 0,0-1 0,0 1-1,0 0 1,-1 0 0,1 0 0,0 0 0,0 0 0,0 0 0,0 0 0,0 0-1,0 0 1,0-1 0,0 1 0,0 0 0,0 0 0,0 0 0,0 0-1,0 0 1,0 0 0,0 0 0,0-1 0,0 1 0,0 0 0,0 0 0,0 0-1,0 0 1,0 0 0,0 0 0,0-1 0,0 1 0,0 0 0,0 0 0,0 0-1,0 0 1,0 0 0,1 0 0,-1 0 0,0 0 0,0 0 0,0-1 0,0 1-1,0 0 1,0 0 0,0 0 0,0 0 0,1 0 0,-1 0 0,0 0 0,0 0-1,0 0 1,0 0 0,0 0 0,-6-6-756,0 1 0,-1 1 0,0-1 0,0 1 0,0 0 0,-1 0 0,1 1 1,-1 0-1,0 0 0,0 1 0,0 0 0,0 1 0,0-1 0,0 2 0,-14-1 0,-45 5-10271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9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34 14125,'5'-17'1528,"0"1"6135,-5 20-7359,1 0 1,0 0-1,0-1 1,1 1-1,-1 0 0,1 0 1,0-1-1,0 1 0,0-1 1,0 1-1,0-1 0,1 0 1,-1 0-1,5 3 0,49 45 1442,-42-40-1244,38 33 603,200 182 532,-223-196-1654,-1 2-1,-1 1 1,-2 1 0,-2 1-1,38 73 1,-55-93 17,0-1 0,-1 0 0,-1 1 0,0 0 0,-1 0 0,0 1 0,-1-1 0,-1 0 0,-1 1 0,0-1 0,-1 1 0,0-1 0,-1 0 0,-1 1 0,-1-1 0,0 0 0,-1-1 0,0 1 0,-1-1 0,-1 0 0,0 0 0,-1-1 0,-1 0 0,-10 13 0,-2-3-114,-1 0 1,0-2-1,-2 0 0,-1-2 1,0 0-1,-52 27 0,26-20-1805,-2-3 0,-101 30-1,-110 22-9331,130-38-727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39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483 0 5553,'-1'1'433,"-10"6"-367,10-6 127,1-1 0,0 1 0,0 0 0,0-1 0,-1 1 0,1-1 0,0 1 0,0 0 0,0-1 0,0 1 0,0 0 0,0-1 0,0 1 0,0-1 0,0 1 0,0 0 0,1-1 0,-1 1 0,0-1 0,0 1 0,1 0 0,30 80 1781,-30-78-1247,-9 7 868,8-9-1449,0-1 0,0 1 0,-1 0 1,1 0-1,0-1 0,-1 1 0,1 0 0,-1-1 0,1 1 0,-1-1 0,1 1 0,-1 0 0,0-1 0,1 1 0,-1-1 0,0 1 0,1-1 0,-1 0 0,0 1 1,0-1-1,-24-15 1578,22 14-1041,1-1-73,-3-1-730,5 2 188,-1 0 1,1 1 0,-1-1-1,1 1 1,-1-1-1,1 1 1,-1-1 0,1 1-1,-1-1 1,0 1 0,1-1-1,-1 1 1,0 0-1,1-1 1,-1 1 0,0 0-1,1 0 1,-1 0 0,0-1-1,1 1 1,-1 0-1,0 0 1,0 0 0,1 0-1,-1 0 1,0 0 0,0 0-1,1 1 1,-1-1 0,0 0-1,1 0 1,-1 1-1,0-1 1,1 0 0,-1 0-1,0 1 1,1-1 0,-1 1-1,1-1 1,-1 1-1,1-1 1,-1 1 0,1-1-1,-1 1 1,0 0 0,-5 8 530,0-1 1,-1 0 0,-10 10 0,12-14-301,0 1 0,0 0 0,1 0 0,0 0 0,0 0 0,0 1 0,1 0 0,-1-1 0,1 1 0,1 1 0,-4 9 0,4-6-102,1 0 0,1 0 0,0 0 0,0 0 0,1 0 1,0 0-1,1 0 0,0-1 0,0 1 0,1 0 0,1-1 1,-1 0-1,2 0 0,9 16 0,7 9-163,2-1 1,35 39-1,-51-64-30,200 211-4,-121-133 0,103 135 0,-177-206 0,-2 0 0,0 0 0,-1 1 0,-1 1 0,0 0 0,-1 0 0,6 25 0,-11-34 0,-1 0 0,0 0 0,0 1 0,-1-1 0,0 1 0,0-1 0,-1 0 0,0 1 0,0-1 0,-1 0 0,-1 0 0,1 0 0,-1 0 0,0 0 0,-1 0 0,0-1 0,0 0 0,-8 10 0,-3 2 0,-1-1 0,-1-1 0,-1 0 0,0-2 0,-1 0 0,0-1 0,-41 22 0,-160 61 0,188-85 0,-15 7-73,-183 65-2847,199-75 1261,0-1-1,-1-2 1,1-1-1,-1-1 1,-41-1-1,40-5-4808,6-1-3897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0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55 13001,'-1'-4'2151,"-10"-41"2671,10 40-793,1 9-2376,10 184 4095,30 98-4385,-38-273-1363,1-1 0,0 1 0,1-1 0,0 0 0,1 0 0,0-1 0,10 16 0,-13-24 0,0 1 0,0-1 0,1 0 0,-1 0 0,1 0 0,0 0 0,0-1 0,0 1 0,0-1 0,0 0 0,1 0 0,-1 0 0,1 0 0,-1-1 0,1 1 0,0-1 0,0 0 0,-1 0 0,1 0 0,0 0 0,0-1 0,0 0 0,0 0 0,0 0 0,0 0 0,7-2 0,50-13 0,-50 11 0,-1 0 0,1 1 0,0 1 0,0-1 0,1 2 0,-1 0 0,0 0 0,1 1 0,-1 0 0,0 1 0,0 1 0,16 3 0,15 11 0,0 2 0,-1 1 0,52 34 0,43 21 0,-115-64 0,0-1 0,1-2 0,0 0 0,34 6 0,-42-10 0,0-1 0,0-1 0,0-1 0,0 0 0,27-3 0,-35 2 0,0-1 0,0 0 0,0 0 0,-1 0 0,1 0 0,-1-1 0,1 0 0,-1 0 0,0 0 0,0-1 0,0 0 0,-1 0 0,1 0 0,-1 0 0,6-9 0,-3 6 0,14-28 0,-5 2 0,-3 4 0,11-14 0,-20 35 0,2 0 0,-1 0 0,1 0 0,0 0 0,1 1 0,0 0 0,0 0 0,0 1 0,13-9 0,33-26 0,-53 40 0,0 1 0,0 0 0,0-1 0,1 1 0,-1 0 0,0 0 0,1-1 0,-1 1 0,0 0 0,0-1 0,1 1 0,-1 0 0,1 0 0,-1 0 0,0 0 0,1-1 0,-1 1 0,0 0 0,1 0 0,-1 0 0,1 0 0,-1 0 0,1 0 0,-1 0 0,0 0 0,1 0 0,-1 0 0,1 0 0,-1 0 0,0 0 0,1 0 0,-1 0 0,1 1 0,-1-1 0,0 0 0,1 0 0,-1 0 0,0 1 0,1-1 0,-1 0 0,0 0 0,1 1 0,-1-1 0,0 0 0,0 1 0,1-1 0,-1 0 0,0 1 0,0-1 0,0 0 0,1 1 0,-1-1 0,0 0 0,0 1 0,0 0 0,3 15 0,-4-4 0,0-1 0,-1 0 0,-1 0 0,0 0 0,0-1 0,-8 15 0,0 6 0,-64 207 0,72-227 0,0 0 0,1 0 0,0 1 0,1-1 0,1 0 0,0 1 0,0-1 0,1 0 0,0 0 0,1 1 0,4 11 0,-4-16 0,0 0 0,1-1 0,0 1 0,1-1 0,-1 0 0,1 0 0,0 0 0,1-1 0,-1 1 0,1-1 0,0 0 0,1-1 0,-1 1 0,1-1 0,0 0 0,0 0 0,0-1 0,13 6 0,2-2 0,0-1 0,1-1 0,-1 0 0,1-2 0,0-1 0,0 0 0,0-2 0,0 0 0,0-2 0,0 0 0,0-1 0,-1-2 0,1 0 0,37-15 0,-53 17 0,1-1 0,-1 0 0,0 0 0,0 0 0,0-1 0,-1 0 0,0 0 0,0-1 0,0 1 0,0-1 0,-1 0 0,0 0 0,0-1 0,-1 1 0,0-1 0,0 0 0,0 0 0,-1 0 0,0 0 0,0 0 0,-1-1 0,0 1 0,0 0 0,-1-10 0,0 2 0,-1-1 0,0 0 0,-1 0 0,-1 1 0,-1-1 0,0 1 0,-1 0 0,0 0 0,-15-26 0,5 13 0,-3 2 0,0 0 0,-1 0 0,-26-24 0,31 35 0,-1 2 0,0 0 0,-1 0 0,-1 2 0,0 0 0,0 1 0,-32-14 0,44 23-280,-1-1 1,0 1-1,0 0 0,0 0 1,0 0-1,0 1 1,-10 1-1,15-2 80,-1 1-1,1 0 1,0 0-1,0 0 1,-1 0-1,1 1 1,0-1-1,0 0 1,0 0 0,0 1-1,-1-1 1,1 1-1,0-1 1,0 1-1,0-1 1,0 1 0,0 0-1,0-1 1,0 1-1,0 0 1,0 0-1,1 0 1,-1 0-1,0 0 1,0 0 0,1 0-1,-1 0 1,1 0-1,-1 0 1,1 0-1,-1 0 1,1 0 0,-1 1-1,1-1 1,0 0-1,0 0 1,0 0-1,0 1 1,0-1-1,0 2 1,1 2-823,3 11-2608,4-3-1548,12 9-4316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0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12569,'3'28'10551,"-1"0"-6608,-2-17-3737,0 0 0,1-1 1,0 1-1,1 0 0,5 15 1,22 70 1301,-27-93-1381,-1-3-115,0 0 0,0 1 0,0-1-1,0 0 1,0 0 0,1 1 0,-1-1 0,0 1 0,0-1 0,0 1-1,-1-1 1,1 1 0,0 0 0,2 1 0,-2-1-4,1 0 0,-1 0 0,1 0 0,-1 0 0,1 0 0,0 0 0,-1 0 0,1-1 0,0 1 1,0 0-1,0-1 0,3 1 0,8 0 3,-1 2 1,1 0-1,0 0 1,-1 1-1,0 0 1,23 13-1,-8-2 6,49 39 0,-65-45-7,4 3-11,0 0 0,1-2-1,0 1 1,24 10 0,-36-19 10,0-1 0,0 1 0,1-1 0,-1 0 0,0 0 0,0 0 0,1 0 0,-1-1 0,0 0 0,1 0 0,-1 0 0,0 0 0,1-1 0,-1 0 0,0 0 0,0 0 0,0 0 0,0 0 0,0-1 0,0 0 0,0 0 0,0 0 0,0 0 0,-1-1 0,5-3 0,9-12 218,-1-1 1,-2 0-1,0-1 0,0 0 1,-2-1-1,17-40 0,29-47-328,-51 96-258,2 0-1,-1 1 1,2 0-1,-1 1 1,1 0-1,17-13 1,-18 16-801,0 2 1,0-1 0,0 1 0,0 0 0,19-6-1,-21 9-200,-1 1-1,1 0 1,0 0-1,0 0 0,0 1 1,10 0-1,30 5-8720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1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4936,'20'9'1029,"-6"-21"159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293 127 7293,'-1'0'92,"1"0"0,-1 0 1,0 0-1,0 0 0,0-1 1,0 1-1,1 0 0,-1-1 1,0 1-1,0-1 0,1 1 1,-1-1-1,0 1 0,1-1 1,-1 1-1,0-1 0,1 0 1,-1 1-1,1-1 0,-1 0 1,1 1-1,-1-1 0,1 0 1,0 0-1,-1 0 1,1 1-1,0-1 0,0 0 1,-1 0-1,1 0 0,0 0 1,0-1-1,9-30 2784,-2 15-1239,-4 8 177,-1 0-1,1-1 1,-1 1-1,0-11 1,-19 31 245,9-1-1700,0 1-1,1 0 0,0 0 1,0 0-1,1 1 0,1 0 1,-6 17-1,-4 6 321,-47 100 1137,-65 154-391,106-227-1425,21-61 0,-1 0 0,1 0 0,0 0 0,-1 1 0,1-1 0,0 0 0,0 0 0,0 0 0,0 1 0,0-1 0,0 0 0,1 0 0,-1 0 0,0 0 0,1 1 0,-1-1 0,1 0 0,-1 0 0,1 0 0,-1 0 0,1 0 0,0 0 0,-1 0 0,2 1 0,12 2 0,-13-4 0,4-1 0,0 0 0,0 0 0,0 0 0,0-1 0,0 0 0,0 0 0,-1 0 0,7-5 0,13-5 0,1 2-114,1 1-1,0 2 1,0 0-1,0 1 1,34-2-1,-44 7-81,0 0 0,0 1 0,1 1 0,-1 0 0,0 1 1,0 1-1,0 1 0,0 0 0,-1 1 0,17 7 0,-29-10 152,1-1 1,-1 1-1,0 0 1,0 0-1,0 1 0,0-1 1,0 0-1,-1 1 1,1 0-1,-1 0 1,0-1-1,3 5 1,-5-6 28,0 0 0,0 0 0,0 0-1,0 0 1,0 1 0,0-1 0,0 0 0,0 0 0,-1 0 0,1 0 0,0 0 0,-1 0 0,1 0 0,0 0 0,-1 0 0,1 0 0,-1 0 0,0 0-1,1 0 1,-1 0 0,0 0 0,-1 0 0,-5 13-354,-9 6-396,120-55-6,-30 8 582,2 6 712,-73 21-431,1 0-44,29 5 107,-30-4-91,7 8-395,19 22-5572,-9-41 880,-12-14-8536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1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6765,'60'-37'220,"-43"31"-484,-10-9-428,3 0-1101,6 12 541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20 9445,'-27'-18'8805,"3"17"-6404,23 1-2190,-1 0-1,1 0 1,-1 0 0,0 0 0,1 0 0,-1 0 0,1 0 0,-1 0 0,0 1 0,1-1 0,-1 1 0,1-1 0,-1 1 0,1 0 0,0-1 0,-1 1 0,1 0-1,-1 0 1,1 0 0,0 0 0,0 0 0,0 0 0,0 0 0,0 1 0,-2 2 0,-5 18-600,-2-3 211,-1 4 338,32-19-66,-15-3-74,1 0 0,0-1 0,0 0 0,-1 0 0,12-1 0,-7-1 8,0 2-1,1 0 0,11 1 1,19 1-68,-41-1 69,0-1 0,1 1 0,-1 0 1,0 0-1,0-1 0,0 1 0,0 0 0,0 0 0,0 0 0,0 0 0,0 0 0,0 0 0,0 0 0,0 1 0,-1-1 0,1 0 0,0 0 0,-1 1 0,1-1 0,-1 0 0,1 2 0,-4 3 80,-1 0 0,0-1 0,0 0 0,0 0 0,0 0 0,-1 0 0,0-1 0,0 1 0,-7 4 0,8-6-54,-83 58-373,83-59 48,-1 1 0,1 0 0,-1-1 1,1 0-1,-1 0 0,0 0 0,0-1 1,0 0-1,-10 2 0,-51 0-3392,1-1-4577,19 4-1656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2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1 344 11609,'37'-37'896,"-17"17"36,0-1 0,-2 0 0,23-34 0,85-134 14478,-125 210-14286,-9 31-1124,-28 92 0,8-45 0,-18 125 0,39-177 0,2 0 0,1 86 0,6-118 0,-1 1 0,2-1 0,0 0 0,10 26 0,-11-33 0,1-1 0,0 0 0,1 0 0,0 0 0,0 0 0,0-1 0,1 0 0,0 0 0,0 0 0,1 0 0,7 5 0,-9-8 0,0-1 0,1 1 0,-1-1 0,1 0 0,-1-1 0,1 1 0,0-1 0,-1 0 0,9 1 0,95 8 0,-95-10 0,1-1 0,-1 0 0,0-1 0,0 0 0,0-1 0,0 0 0,-1-1 0,1-1 0,21-10 0,-12 5 0,159-89 0,-69 35 0,-102 59 0,0 0 0,0 2 0,0-1 0,0 1 0,1 0 0,-1 1 0,1 0 0,-1 1 0,1 1 0,0-1 0,12 2 0,8 3 0,-1 1 0,44 14 0,-38-9 0,39 5 0,-24-9 0,87-1 0,-113-5 0,0-3 0,0 0 0,0-1 0,0-1 0,35-13 0,-52 15 0,-1 0 0,0 0 0,0-1 0,0 0 0,0 0 0,-1 0 0,1-1 0,7-8 0,-12 11 0,1-1 0,-1 0 0,0 0 0,0 0 0,0 0 0,-1 0 0,1 0 0,-1 0 0,1-1 0,-1 1 0,0 0 0,-1-1 0,1 1 0,0-1 0,-1 1 0,0-1 0,0 1 0,0-1 0,0 1 0,-1-5 0,-1 3 0,1-1 0,-1 1 0,-1 0 0,1 0 0,-1 0 0,1 0 0,-1 0 0,-1 1 0,1-1 0,-1 1 0,0 0 0,0 0 0,0 0 0,0 1 0,-7-5 0,-7-4 0,-1 1 0,-29-13 0,14 10 0,0 1 0,0 2 0,-1 2 0,0 1 0,-73-6 0,98 13-288,-1 1 0,1 0 0,-18 3 0,25-3-51,-1 1 1,1-1 0,0 1 0,0 0 0,-1 1 0,1-1 0,0 0-1,0 1 1,0 0 0,0-1 0,1 1 0,-1 0 0,-3 3-1,6-4 169,-1 0-1,1-1 0,-1 1 0,1 0 1,0-1-1,-1 1 0,1 0 0,-1 0 1,1-1-1,0 1 0,0 0 0,0 0 1,-1 0-1,1-1 0,0 1 0,0 0 1,0 0-1,0 0 0,0 0 0,0-1 1,1 1-1,-1 0 0,0 0 0,0 0 1,0-1-1,1 1 0,-1 0 1,0 0-1,1-1 0,-1 1 0,1 0 1,-1-1-1,1 1 0,-1 0 0,2 0 1,24 19-6169,-23-18 5637,33 17-10007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3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14 104 11801,'6'-36'10305,"-6"40"-8620,-3 91 3309,-10 53-2179,12-144-2768,0 1 0,0-1 0,1 1 0,0-1 1,0 1-1,0-1 0,0 1 0,1-1 0,0 1 1,0-1-1,0 1 0,0-1 0,1 1 0,-1-1 1,1 0-1,0 0 0,1 0 0,3 6 0,-5-10-37,0 1-1,0-1 1,0 1-1,0-1 0,0 0 1,1 1-1,-1-1 1,0 0-1,0 0 0,0 0 1,0 1-1,0-1 1,1-1-1,-1 1 0,0 0 1,0 0-1,1-1 1,3 1 10,3 0-47,1-1 0,-1 0 0,1 0 0,-1-1 0,1 0 1,-1 0-1,0-1 0,0 0 0,0 0 0,10-7 0,-5 4-102,0 0 1,27-8 0,-31 11 82,56-9-191,-61 12 224,0 0 0,0-1 0,0 2 0,0-1 1,0 0-1,0 1 0,0 0 0,0 0 0,-1 0 0,1 0 0,0 1 0,0 0 0,6 3 0,17 16 11,-16-12-5,-1-1-1,2 0 1,19 10-1,-26-16 14,0 0-1,0-1 0,0 1 1,0-1-1,0 0 0,0 0 0,0-1 1,0 0-1,0 0 0,1 0 1,-1 0-1,0-1 0,8-1 1,-4-1-2,0 0 0,0 0 0,0 0 0,0-1 0,0-1 1,-1 1-1,0-1 0,0-1 0,0 1 0,-1-1 1,0-1-1,0 0 0,-1 1 0,1-2 0,-2 1 0,1-1 1,-1 0-1,0 0 0,0-1 0,6-16 0,-2-4 47,-1 0-1,-1-1 0,-1 1 0,-2-1 1,2-39-1,-6 63-461,0 0 0,1-1 0,0 1 0,0 0 0,1-1-1,0 1 1,0 0 0,5-9 0,17 16-13556,-4 2 2645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3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81 9525,'14'-20'832,"-10"12"-169,1 1-1,0 0 1,0 0-1,1 1 1,-1 0-1,1 0 1,11-8 5367,-32 33-3470,-20 36-683,-52 114-1,-12 73-861,50-117-890,37-90-554,11-32 189,2-6-250,3-8 451,-1-1 0,0 1 0,-1-1 0,-1 1 0,1-1 0,-2 0 0,0 1 0,0-1 0,-5-23 0,2-29-2,5 11 5,4-1 1,1 1 0,17-59-1,-18 93-68,0 1-1,1 0 0,9-17 1,-1 3-256,7-7 250,-21 36 106,3 21-14385,2-3 5908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3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0 12409,'-2'10'830,"1"0"0,1 1 0,0-1 1,0 0-1,2 15 0,0-12 84,-1-1 1,-1 1-1,-1 18 1,-92 396 9728,21-126-9567,71-295-1076,0-1 0,0 0 0,0 0 0,1 1 0,0-1 0,0 0 0,0 1 0,0-1 0,1 0 0,0 1 0,0-1 0,1 0 0,-1 0 0,1 0 0,0 0 0,1 0 0,-1 0 0,1-1 0,0 1 0,0-1 0,0 1 0,6 4 0,-7-7 0,0-1 0,1 1 0,-1-1 0,1 1 0,0-1 0,-1 0 0,1 0 0,0 0 0,0 0 0,0-1 0,0 1 0,-1-1 0,1 0 0,0 0 0,0 0 0,0 0 0,0 0 0,0-1 0,0 1 0,0-1 0,0 0 0,-1 0 0,5-1 0,4-2 0,-1-1 0,1 0 0,-1-1 0,14-9 0,18-17-3,-1-2 0,-1-2 1,47-56-1,93-134 97,-6 6-1886,-45 88-4316,-39 55-1887,-70 66 2494,7 7-2969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27 9853,'0'-1'263,"-1"-1"0,0 0 0,1 1 0,-1-1 0,0 0 0,0 1 0,0-1 0,0 1 0,0 0 0,-1-1 0,1 1 0,0 0 1,0 0-1,-1-1 0,1 1 0,-4-1 0,3 1 58,-1 1 0,0 0 0,1 0 0,-1 0 0,0 0 0,0 0 0,1 0 0,-1 1 0,-3 0 0,-9 2 417,3-2-432,1 1 0,-1 1 0,1-1 1,0 2-1,0-1 0,0 2 0,0-1 0,1 1 0,0 1 0,0 0 0,0 1 1,1 0-1,0 0 0,0 0 0,1 2 0,0-1 0,0 1 0,1 0 0,-11 17 1,-11 17 171,-14 22-291,40-59-236,-1 0 0,1 1 0,0 0-1,1 0 1,0 0 0,0 0 0,-2 11 0,4-16 41,0-1 1,0 0 0,-1 1-1,1-1 1,0 1 0,1-1 0,-1 0-1,0 1 1,0-1 0,0 1-1,1-1 1,-1 0 0,1 1-1,-1-1 1,1 0 0,0 0 0,-1 1-1,1-1 1,0 0 0,0 0-1,0 0 1,0 0 0,0 0-1,0 0 1,0 0 0,0 0 0,0 0-1,0-1 1,1 1 0,-1 0-1,0-1 1,1 1 0,-1-1 0,0 1-1,1-1 1,-1 0 0,0 1-1,1-1 1,-1 0 0,1 0-1,-1 0 1,0 0 0,1 0 0,2-1-1,8-1 12,0 0 0,0 0-1,0-2 1,14-4 0,-8 2 14,-11 4-185,-1 1 1,1 0-1,0 1 0,0-1 0,0 1 0,-1 1 0,1-1 1,0 1-1,0 0 0,-1 1 0,11 3 0,26 14-3526,-3 8-4398,-12-4 485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7:37:44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88 10749,'-1'1'6112,"0"0"-5836,1 0 0,-1-1 0,1 1 0,-1 0 0,1-1 0,-1 1-1,1 0 1,-1 0 0,1-1 0,0 1 0,0 0 0,-1 0 0,1 0 0,0-1-1,0 1 1,0 0 0,0 0 0,0 0 0,0 0 0,0-1 0,0 1-1,0 0 1,1 1 0,-1 9 213,3 13 47,-2 0 1,0 0-1,-2 0 0,0-1 1,-2 1-1,-7 33 1,2-28-309,-14 42 190,21-68-196,0-10-220,1 1 1,-1-1-1,1 0 1,1 1-1,-1-1 1,1 0-1,1 1 1,-1-1-1,1 1 1,0-1-1,0 1 1,1 0-1,0 0 1,0 0-1,1 0 1,-1 0-1,1 1 1,5-6-1,13-16-801,1 0-1,1 2 0,1 1 0,2 0 1,0 2-1,1 2 0,46-27 0,-69 45 614,0-1 0,0 1-1,0 0 1,0 1 0,0-1 0,0 1-1,1 0 1,-1 0 0,0 0-1,1 1 1,-1 0 0,1 0-1,-1 0 1,1 1 0,6 1-1,-9-1-53,5-1-2473,1 1 1410,-1 0 1,0 0 0,14 4-1,-3-1-487,-18-4 1757,1 1 1,-1 0-1,1 0 1,-1 0-1,0-1 1,0 1-1,1 0 1,-1 1-1,0-1 1,0 0-1,0 0 1,7 11 9775,-19-18-9408,8 5-429,-1-1 0,1 1 1,0-1-1,0 0 0,0 0 1,0-1-1,0 1 0,0-1 0,1 1 1,-1-1-1,1 0 0,-1 0 0,1 0 1,0 0-1,0 0 0,-1-5 1,-2-5-956,-8-13-4922,2 13-1429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0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6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1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12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07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35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38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93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83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8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2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7228F2-55D6-4D97-AD2E-C1344383C4A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E1A8863-19C8-4BB2-A44F-53BCC5C5F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175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5.xml"/><Relationship Id="rId21" Type="http://schemas.openxmlformats.org/officeDocument/2006/relationships/image" Target="../media/image102.png"/><Relationship Id="rId42" Type="http://schemas.openxmlformats.org/officeDocument/2006/relationships/customXml" Target="../ink/ink113.xml"/><Relationship Id="rId47" Type="http://schemas.openxmlformats.org/officeDocument/2006/relationships/image" Target="../media/image115.png"/><Relationship Id="rId63" Type="http://schemas.openxmlformats.org/officeDocument/2006/relationships/image" Target="../media/image123.png"/><Relationship Id="rId68" Type="http://schemas.openxmlformats.org/officeDocument/2006/relationships/customXml" Target="../ink/ink126.xml"/><Relationship Id="rId84" Type="http://schemas.openxmlformats.org/officeDocument/2006/relationships/customXml" Target="../ink/ink134.xml"/><Relationship Id="rId16" Type="http://schemas.openxmlformats.org/officeDocument/2006/relationships/customXml" Target="../ink/ink100.xml"/><Relationship Id="rId11" Type="http://schemas.openxmlformats.org/officeDocument/2006/relationships/image" Target="../media/image97.png"/><Relationship Id="rId32" Type="http://schemas.openxmlformats.org/officeDocument/2006/relationships/customXml" Target="../ink/ink108.xml"/><Relationship Id="rId37" Type="http://schemas.openxmlformats.org/officeDocument/2006/relationships/image" Target="../media/image110.png"/><Relationship Id="rId53" Type="http://schemas.openxmlformats.org/officeDocument/2006/relationships/image" Target="../media/image118.png"/><Relationship Id="rId58" Type="http://schemas.openxmlformats.org/officeDocument/2006/relationships/customXml" Target="../ink/ink121.xml"/><Relationship Id="rId74" Type="http://schemas.openxmlformats.org/officeDocument/2006/relationships/customXml" Target="../ink/ink129.xml"/><Relationship Id="rId79" Type="http://schemas.openxmlformats.org/officeDocument/2006/relationships/image" Target="../media/image131.png"/><Relationship Id="rId5" Type="http://schemas.openxmlformats.org/officeDocument/2006/relationships/image" Target="../media/image94.png"/><Relationship Id="rId19" Type="http://schemas.openxmlformats.org/officeDocument/2006/relationships/image" Target="../media/image101.png"/><Relationship Id="rId14" Type="http://schemas.openxmlformats.org/officeDocument/2006/relationships/customXml" Target="../ink/ink99.xml"/><Relationship Id="rId22" Type="http://schemas.openxmlformats.org/officeDocument/2006/relationships/customXml" Target="../ink/ink103.xml"/><Relationship Id="rId27" Type="http://schemas.openxmlformats.org/officeDocument/2006/relationships/image" Target="../media/image105.png"/><Relationship Id="rId30" Type="http://schemas.openxmlformats.org/officeDocument/2006/relationships/customXml" Target="../ink/ink107.xml"/><Relationship Id="rId35" Type="http://schemas.openxmlformats.org/officeDocument/2006/relationships/image" Target="../media/image109.png"/><Relationship Id="rId43" Type="http://schemas.openxmlformats.org/officeDocument/2006/relationships/image" Target="../media/image113.png"/><Relationship Id="rId48" Type="http://schemas.openxmlformats.org/officeDocument/2006/relationships/customXml" Target="../ink/ink116.xml"/><Relationship Id="rId56" Type="http://schemas.openxmlformats.org/officeDocument/2006/relationships/customXml" Target="../ink/ink120.xml"/><Relationship Id="rId64" Type="http://schemas.openxmlformats.org/officeDocument/2006/relationships/customXml" Target="../ink/ink124.xml"/><Relationship Id="rId69" Type="http://schemas.openxmlformats.org/officeDocument/2006/relationships/image" Target="../media/image126.png"/><Relationship Id="rId77" Type="http://schemas.openxmlformats.org/officeDocument/2006/relationships/image" Target="../media/image130.png"/><Relationship Id="rId8" Type="http://schemas.openxmlformats.org/officeDocument/2006/relationships/customXml" Target="../ink/ink96.xml"/><Relationship Id="rId51" Type="http://schemas.openxmlformats.org/officeDocument/2006/relationships/image" Target="../media/image117.png"/><Relationship Id="rId72" Type="http://schemas.openxmlformats.org/officeDocument/2006/relationships/customXml" Target="../ink/ink128.xml"/><Relationship Id="rId80" Type="http://schemas.openxmlformats.org/officeDocument/2006/relationships/customXml" Target="../ink/ink132.xml"/><Relationship Id="rId85" Type="http://schemas.openxmlformats.org/officeDocument/2006/relationships/image" Target="../media/image134.png"/><Relationship Id="rId3" Type="http://schemas.openxmlformats.org/officeDocument/2006/relationships/image" Target="../media/image93.png"/><Relationship Id="rId12" Type="http://schemas.openxmlformats.org/officeDocument/2006/relationships/customXml" Target="../ink/ink98.xml"/><Relationship Id="rId17" Type="http://schemas.openxmlformats.org/officeDocument/2006/relationships/image" Target="../media/image100.png"/><Relationship Id="rId25" Type="http://schemas.openxmlformats.org/officeDocument/2006/relationships/image" Target="../media/image104.png"/><Relationship Id="rId33" Type="http://schemas.openxmlformats.org/officeDocument/2006/relationships/image" Target="../media/image108.png"/><Relationship Id="rId38" Type="http://schemas.openxmlformats.org/officeDocument/2006/relationships/customXml" Target="../ink/ink111.xml"/><Relationship Id="rId46" Type="http://schemas.openxmlformats.org/officeDocument/2006/relationships/customXml" Target="../ink/ink115.xml"/><Relationship Id="rId59" Type="http://schemas.openxmlformats.org/officeDocument/2006/relationships/image" Target="../media/image121.png"/><Relationship Id="rId67" Type="http://schemas.openxmlformats.org/officeDocument/2006/relationships/image" Target="../media/image125.png"/><Relationship Id="rId20" Type="http://schemas.openxmlformats.org/officeDocument/2006/relationships/customXml" Target="../ink/ink102.xml"/><Relationship Id="rId41" Type="http://schemas.openxmlformats.org/officeDocument/2006/relationships/image" Target="../media/image112.png"/><Relationship Id="rId54" Type="http://schemas.openxmlformats.org/officeDocument/2006/relationships/customXml" Target="../ink/ink119.xml"/><Relationship Id="rId62" Type="http://schemas.openxmlformats.org/officeDocument/2006/relationships/customXml" Target="../ink/ink123.xml"/><Relationship Id="rId70" Type="http://schemas.openxmlformats.org/officeDocument/2006/relationships/customXml" Target="../ink/ink127.xml"/><Relationship Id="rId75" Type="http://schemas.openxmlformats.org/officeDocument/2006/relationships/image" Target="../media/image129.png"/><Relationship Id="rId83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.xml"/><Relationship Id="rId15" Type="http://schemas.openxmlformats.org/officeDocument/2006/relationships/image" Target="../media/image99.png"/><Relationship Id="rId23" Type="http://schemas.openxmlformats.org/officeDocument/2006/relationships/image" Target="../media/image103.png"/><Relationship Id="rId28" Type="http://schemas.openxmlformats.org/officeDocument/2006/relationships/customXml" Target="../ink/ink106.xml"/><Relationship Id="rId36" Type="http://schemas.openxmlformats.org/officeDocument/2006/relationships/customXml" Target="../ink/ink110.xml"/><Relationship Id="rId49" Type="http://schemas.openxmlformats.org/officeDocument/2006/relationships/image" Target="../media/image116.png"/><Relationship Id="rId57" Type="http://schemas.openxmlformats.org/officeDocument/2006/relationships/image" Target="../media/image120.png"/><Relationship Id="rId10" Type="http://schemas.openxmlformats.org/officeDocument/2006/relationships/customXml" Target="../ink/ink97.xml"/><Relationship Id="rId31" Type="http://schemas.openxmlformats.org/officeDocument/2006/relationships/image" Target="../media/image107.png"/><Relationship Id="rId44" Type="http://schemas.openxmlformats.org/officeDocument/2006/relationships/customXml" Target="../ink/ink114.xml"/><Relationship Id="rId52" Type="http://schemas.openxmlformats.org/officeDocument/2006/relationships/customXml" Target="../ink/ink118.xml"/><Relationship Id="rId60" Type="http://schemas.openxmlformats.org/officeDocument/2006/relationships/customXml" Target="../ink/ink122.xml"/><Relationship Id="rId65" Type="http://schemas.openxmlformats.org/officeDocument/2006/relationships/image" Target="../media/image124.png"/><Relationship Id="rId73" Type="http://schemas.openxmlformats.org/officeDocument/2006/relationships/image" Target="../media/image128.png"/><Relationship Id="rId78" Type="http://schemas.openxmlformats.org/officeDocument/2006/relationships/customXml" Target="../ink/ink131.xml"/><Relationship Id="rId81" Type="http://schemas.openxmlformats.org/officeDocument/2006/relationships/image" Target="../media/image132.png"/><Relationship Id="rId4" Type="http://schemas.openxmlformats.org/officeDocument/2006/relationships/customXml" Target="../ink/ink94.xml"/><Relationship Id="rId9" Type="http://schemas.openxmlformats.org/officeDocument/2006/relationships/image" Target="../media/image96.png"/><Relationship Id="rId13" Type="http://schemas.openxmlformats.org/officeDocument/2006/relationships/image" Target="../media/image98.png"/><Relationship Id="rId18" Type="http://schemas.openxmlformats.org/officeDocument/2006/relationships/customXml" Target="../ink/ink101.xml"/><Relationship Id="rId39" Type="http://schemas.openxmlformats.org/officeDocument/2006/relationships/image" Target="../media/image111.png"/><Relationship Id="rId34" Type="http://schemas.openxmlformats.org/officeDocument/2006/relationships/customXml" Target="../ink/ink109.xml"/><Relationship Id="rId50" Type="http://schemas.openxmlformats.org/officeDocument/2006/relationships/customXml" Target="../ink/ink117.xml"/><Relationship Id="rId55" Type="http://schemas.openxmlformats.org/officeDocument/2006/relationships/image" Target="../media/image119.png"/><Relationship Id="rId76" Type="http://schemas.openxmlformats.org/officeDocument/2006/relationships/customXml" Target="../ink/ink130.xml"/><Relationship Id="rId7" Type="http://schemas.openxmlformats.org/officeDocument/2006/relationships/image" Target="../media/image95.png"/><Relationship Id="rId71" Type="http://schemas.openxmlformats.org/officeDocument/2006/relationships/image" Target="../media/image127.png"/><Relationship Id="rId2" Type="http://schemas.openxmlformats.org/officeDocument/2006/relationships/customXml" Target="../ink/ink93.xml"/><Relationship Id="rId29" Type="http://schemas.openxmlformats.org/officeDocument/2006/relationships/image" Target="../media/image106.png"/><Relationship Id="rId24" Type="http://schemas.openxmlformats.org/officeDocument/2006/relationships/customXml" Target="../ink/ink104.xml"/><Relationship Id="rId40" Type="http://schemas.openxmlformats.org/officeDocument/2006/relationships/customXml" Target="../ink/ink112.xml"/><Relationship Id="rId45" Type="http://schemas.openxmlformats.org/officeDocument/2006/relationships/image" Target="../media/image114.png"/><Relationship Id="rId66" Type="http://schemas.openxmlformats.org/officeDocument/2006/relationships/customXml" Target="../ink/ink125.xml"/><Relationship Id="rId61" Type="http://schemas.openxmlformats.org/officeDocument/2006/relationships/image" Target="../media/image122.png"/><Relationship Id="rId82" Type="http://schemas.openxmlformats.org/officeDocument/2006/relationships/customXml" Target="../ink/ink13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2.png"/><Relationship Id="rId21" Type="http://schemas.openxmlformats.org/officeDocument/2006/relationships/image" Target="../media/image144.png"/><Relationship Id="rId63" Type="http://schemas.openxmlformats.org/officeDocument/2006/relationships/image" Target="../media/image165.png"/><Relationship Id="rId159" Type="http://schemas.openxmlformats.org/officeDocument/2006/relationships/image" Target="../media/image213.png"/><Relationship Id="rId170" Type="http://schemas.openxmlformats.org/officeDocument/2006/relationships/customXml" Target="../ink/ink219.xml"/><Relationship Id="rId191" Type="http://schemas.openxmlformats.org/officeDocument/2006/relationships/image" Target="../media/image229.png"/><Relationship Id="rId205" Type="http://schemas.openxmlformats.org/officeDocument/2006/relationships/image" Target="../media/image236.png"/><Relationship Id="rId226" Type="http://schemas.openxmlformats.org/officeDocument/2006/relationships/customXml" Target="../ink/ink247.xml"/><Relationship Id="rId247" Type="http://schemas.openxmlformats.org/officeDocument/2006/relationships/image" Target="../media/image257.png"/><Relationship Id="rId107" Type="http://schemas.openxmlformats.org/officeDocument/2006/relationships/image" Target="../media/image187.png"/><Relationship Id="rId11" Type="http://schemas.openxmlformats.org/officeDocument/2006/relationships/image" Target="../media/image139.png"/><Relationship Id="rId32" Type="http://schemas.openxmlformats.org/officeDocument/2006/relationships/customXml" Target="../ink/ink150.xml"/><Relationship Id="rId53" Type="http://schemas.openxmlformats.org/officeDocument/2006/relationships/image" Target="../media/image160.png"/><Relationship Id="rId74" Type="http://schemas.openxmlformats.org/officeDocument/2006/relationships/customXml" Target="../ink/ink171.xml"/><Relationship Id="rId128" Type="http://schemas.openxmlformats.org/officeDocument/2006/relationships/customXml" Target="../ink/ink198.xml"/><Relationship Id="rId149" Type="http://schemas.openxmlformats.org/officeDocument/2006/relationships/image" Target="../media/image208.png"/><Relationship Id="rId5" Type="http://schemas.openxmlformats.org/officeDocument/2006/relationships/image" Target="../media/image136.png"/><Relationship Id="rId95" Type="http://schemas.openxmlformats.org/officeDocument/2006/relationships/image" Target="../media/image181.png"/><Relationship Id="rId160" Type="http://schemas.openxmlformats.org/officeDocument/2006/relationships/customXml" Target="../ink/ink214.xml"/><Relationship Id="rId181" Type="http://schemas.openxmlformats.org/officeDocument/2006/relationships/image" Target="../media/image224.png"/><Relationship Id="rId216" Type="http://schemas.openxmlformats.org/officeDocument/2006/relationships/customXml" Target="../ink/ink242.xml"/><Relationship Id="rId237" Type="http://schemas.openxmlformats.org/officeDocument/2006/relationships/image" Target="../media/image252.png"/><Relationship Id="rId258" Type="http://schemas.openxmlformats.org/officeDocument/2006/relationships/customXml" Target="../ink/ink263.xml"/><Relationship Id="rId22" Type="http://schemas.openxmlformats.org/officeDocument/2006/relationships/customXml" Target="../ink/ink145.xml"/><Relationship Id="rId43" Type="http://schemas.openxmlformats.org/officeDocument/2006/relationships/image" Target="../media/image155.png"/><Relationship Id="rId64" Type="http://schemas.openxmlformats.org/officeDocument/2006/relationships/customXml" Target="../ink/ink166.xml"/><Relationship Id="rId118" Type="http://schemas.openxmlformats.org/officeDocument/2006/relationships/customXml" Target="../ink/ink193.xml"/><Relationship Id="rId139" Type="http://schemas.openxmlformats.org/officeDocument/2006/relationships/image" Target="../media/image203.png"/><Relationship Id="rId85" Type="http://schemas.openxmlformats.org/officeDocument/2006/relationships/image" Target="../media/image176.png"/><Relationship Id="rId150" Type="http://schemas.openxmlformats.org/officeDocument/2006/relationships/customXml" Target="../ink/ink209.xml"/><Relationship Id="rId171" Type="http://schemas.openxmlformats.org/officeDocument/2006/relationships/image" Target="../media/image219.png"/><Relationship Id="rId192" Type="http://schemas.openxmlformats.org/officeDocument/2006/relationships/customXml" Target="../ink/ink230.xml"/><Relationship Id="rId206" Type="http://schemas.openxmlformats.org/officeDocument/2006/relationships/customXml" Target="../ink/ink237.xml"/><Relationship Id="rId227" Type="http://schemas.openxmlformats.org/officeDocument/2006/relationships/image" Target="../media/image247.png"/><Relationship Id="rId248" Type="http://schemas.openxmlformats.org/officeDocument/2006/relationships/customXml" Target="../ink/ink258.xml"/><Relationship Id="rId12" Type="http://schemas.openxmlformats.org/officeDocument/2006/relationships/customXml" Target="../ink/ink140.xml"/><Relationship Id="rId33" Type="http://schemas.openxmlformats.org/officeDocument/2006/relationships/image" Target="../media/image150.png"/><Relationship Id="rId108" Type="http://schemas.openxmlformats.org/officeDocument/2006/relationships/customXml" Target="../ink/ink188.xml"/><Relationship Id="rId129" Type="http://schemas.openxmlformats.org/officeDocument/2006/relationships/image" Target="../media/image198.png"/><Relationship Id="rId54" Type="http://schemas.openxmlformats.org/officeDocument/2006/relationships/customXml" Target="../ink/ink161.xml"/><Relationship Id="rId75" Type="http://schemas.openxmlformats.org/officeDocument/2006/relationships/image" Target="../media/image171.png"/><Relationship Id="rId96" Type="http://schemas.openxmlformats.org/officeDocument/2006/relationships/customXml" Target="../ink/ink182.xml"/><Relationship Id="rId140" Type="http://schemas.openxmlformats.org/officeDocument/2006/relationships/customXml" Target="../ink/ink204.xml"/><Relationship Id="rId161" Type="http://schemas.openxmlformats.org/officeDocument/2006/relationships/image" Target="../media/image214.png"/><Relationship Id="rId182" Type="http://schemas.openxmlformats.org/officeDocument/2006/relationships/customXml" Target="../ink/ink225.xml"/><Relationship Id="rId217" Type="http://schemas.openxmlformats.org/officeDocument/2006/relationships/image" Target="../media/image242.png"/><Relationship Id="rId6" Type="http://schemas.openxmlformats.org/officeDocument/2006/relationships/customXml" Target="../ink/ink137.xml"/><Relationship Id="rId238" Type="http://schemas.openxmlformats.org/officeDocument/2006/relationships/customXml" Target="../ink/ink253.xml"/><Relationship Id="rId259" Type="http://schemas.openxmlformats.org/officeDocument/2006/relationships/image" Target="../media/image263.png"/><Relationship Id="rId23" Type="http://schemas.openxmlformats.org/officeDocument/2006/relationships/image" Target="../media/image145.png"/><Relationship Id="rId119" Type="http://schemas.openxmlformats.org/officeDocument/2006/relationships/image" Target="../media/image193.png"/><Relationship Id="rId44" Type="http://schemas.openxmlformats.org/officeDocument/2006/relationships/customXml" Target="../ink/ink156.xml"/><Relationship Id="rId65" Type="http://schemas.openxmlformats.org/officeDocument/2006/relationships/image" Target="../media/image166.png"/><Relationship Id="rId86" Type="http://schemas.openxmlformats.org/officeDocument/2006/relationships/customXml" Target="../ink/ink177.xml"/><Relationship Id="rId130" Type="http://schemas.openxmlformats.org/officeDocument/2006/relationships/customXml" Target="../ink/ink199.xml"/><Relationship Id="rId151" Type="http://schemas.openxmlformats.org/officeDocument/2006/relationships/image" Target="../media/image209.png"/><Relationship Id="rId172" Type="http://schemas.openxmlformats.org/officeDocument/2006/relationships/customXml" Target="../ink/ink220.xml"/><Relationship Id="rId193" Type="http://schemas.openxmlformats.org/officeDocument/2006/relationships/image" Target="../media/image230.png"/><Relationship Id="rId207" Type="http://schemas.openxmlformats.org/officeDocument/2006/relationships/image" Target="../media/image237.png"/><Relationship Id="rId228" Type="http://schemas.openxmlformats.org/officeDocument/2006/relationships/customXml" Target="../ink/ink248.xml"/><Relationship Id="rId249" Type="http://schemas.openxmlformats.org/officeDocument/2006/relationships/image" Target="../media/image258.png"/><Relationship Id="rId13" Type="http://schemas.openxmlformats.org/officeDocument/2006/relationships/image" Target="../media/image140.png"/><Relationship Id="rId109" Type="http://schemas.openxmlformats.org/officeDocument/2006/relationships/image" Target="../media/image188.png"/><Relationship Id="rId260" Type="http://schemas.openxmlformats.org/officeDocument/2006/relationships/customXml" Target="../ink/ink264.xml"/><Relationship Id="rId34" Type="http://schemas.openxmlformats.org/officeDocument/2006/relationships/customXml" Target="../ink/ink151.xml"/><Relationship Id="rId55" Type="http://schemas.openxmlformats.org/officeDocument/2006/relationships/image" Target="../media/image161.png"/><Relationship Id="rId76" Type="http://schemas.openxmlformats.org/officeDocument/2006/relationships/customXml" Target="../ink/ink172.xml"/><Relationship Id="rId97" Type="http://schemas.openxmlformats.org/officeDocument/2006/relationships/image" Target="../media/image182.png"/><Relationship Id="rId120" Type="http://schemas.openxmlformats.org/officeDocument/2006/relationships/customXml" Target="../ink/ink194.xml"/><Relationship Id="rId141" Type="http://schemas.openxmlformats.org/officeDocument/2006/relationships/image" Target="../media/image204.png"/><Relationship Id="rId7" Type="http://schemas.openxmlformats.org/officeDocument/2006/relationships/image" Target="../media/image137.png"/><Relationship Id="rId162" Type="http://schemas.openxmlformats.org/officeDocument/2006/relationships/customXml" Target="../ink/ink215.xml"/><Relationship Id="rId183" Type="http://schemas.openxmlformats.org/officeDocument/2006/relationships/image" Target="../media/image225.png"/><Relationship Id="rId218" Type="http://schemas.openxmlformats.org/officeDocument/2006/relationships/customXml" Target="../ink/ink243.xml"/><Relationship Id="rId239" Type="http://schemas.openxmlformats.org/officeDocument/2006/relationships/image" Target="../media/image253.png"/><Relationship Id="rId250" Type="http://schemas.openxmlformats.org/officeDocument/2006/relationships/customXml" Target="../ink/ink259.xml"/><Relationship Id="rId24" Type="http://schemas.openxmlformats.org/officeDocument/2006/relationships/customXml" Target="../ink/ink146.xml"/><Relationship Id="rId45" Type="http://schemas.openxmlformats.org/officeDocument/2006/relationships/image" Target="../media/image156.png"/><Relationship Id="rId66" Type="http://schemas.openxmlformats.org/officeDocument/2006/relationships/customXml" Target="../ink/ink167.xml"/><Relationship Id="rId87" Type="http://schemas.openxmlformats.org/officeDocument/2006/relationships/image" Target="../media/image177.png"/><Relationship Id="rId110" Type="http://schemas.openxmlformats.org/officeDocument/2006/relationships/customXml" Target="../ink/ink189.xml"/><Relationship Id="rId131" Type="http://schemas.openxmlformats.org/officeDocument/2006/relationships/image" Target="../media/image199.png"/><Relationship Id="rId152" Type="http://schemas.openxmlformats.org/officeDocument/2006/relationships/customXml" Target="../ink/ink210.xml"/><Relationship Id="rId173" Type="http://schemas.openxmlformats.org/officeDocument/2006/relationships/image" Target="../media/image220.png"/><Relationship Id="rId194" Type="http://schemas.openxmlformats.org/officeDocument/2006/relationships/customXml" Target="../ink/ink231.xml"/><Relationship Id="rId208" Type="http://schemas.openxmlformats.org/officeDocument/2006/relationships/customXml" Target="../ink/ink238.xml"/><Relationship Id="rId229" Type="http://schemas.openxmlformats.org/officeDocument/2006/relationships/image" Target="../media/image248.png"/><Relationship Id="rId240" Type="http://schemas.openxmlformats.org/officeDocument/2006/relationships/customXml" Target="../ink/ink254.xml"/><Relationship Id="rId261" Type="http://schemas.openxmlformats.org/officeDocument/2006/relationships/image" Target="../media/image264.png"/><Relationship Id="rId14" Type="http://schemas.openxmlformats.org/officeDocument/2006/relationships/customXml" Target="../ink/ink141.xml"/><Relationship Id="rId35" Type="http://schemas.openxmlformats.org/officeDocument/2006/relationships/image" Target="../media/image151.png"/><Relationship Id="rId56" Type="http://schemas.openxmlformats.org/officeDocument/2006/relationships/customXml" Target="../ink/ink162.xml"/><Relationship Id="rId77" Type="http://schemas.openxmlformats.org/officeDocument/2006/relationships/image" Target="../media/image172.png"/><Relationship Id="rId100" Type="http://schemas.openxmlformats.org/officeDocument/2006/relationships/customXml" Target="../ink/ink184.xml"/><Relationship Id="rId8" Type="http://schemas.openxmlformats.org/officeDocument/2006/relationships/customXml" Target="../ink/ink138.xml"/><Relationship Id="rId98" Type="http://schemas.openxmlformats.org/officeDocument/2006/relationships/customXml" Target="../ink/ink183.xml"/><Relationship Id="rId121" Type="http://schemas.openxmlformats.org/officeDocument/2006/relationships/image" Target="../media/image194.png"/><Relationship Id="rId142" Type="http://schemas.openxmlformats.org/officeDocument/2006/relationships/customXml" Target="../ink/ink205.xml"/><Relationship Id="rId163" Type="http://schemas.openxmlformats.org/officeDocument/2006/relationships/image" Target="../media/image215.png"/><Relationship Id="rId184" Type="http://schemas.openxmlformats.org/officeDocument/2006/relationships/customXml" Target="../ink/ink226.xml"/><Relationship Id="rId219" Type="http://schemas.openxmlformats.org/officeDocument/2006/relationships/image" Target="../media/image243.png"/><Relationship Id="rId230" Type="http://schemas.openxmlformats.org/officeDocument/2006/relationships/customXml" Target="../ink/ink249.xml"/><Relationship Id="rId251" Type="http://schemas.openxmlformats.org/officeDocument/2006/relationships/image" Target="../media/image259.png"/><Relationship Id="rId25" Type="http://schemas.openxmlformats.org/officeDocument/2006/relationships/image" Target="../media/image146.png"/><Relationship Id="rId46" Type="http://schemas.openxmlformats.org/officeDocument/2006/relationships/customXml" Target="../ink/ink157.xml"/><Relationship Id="rId67" Type="http://schemas.openxmlformats.org/officeDocument/2006/relationships/image" Target="../media/image167.png"/><Relationship Id="rId88" Type="http://schemas.openxmlformats.org/officeDocument/2006/relationships/customXml" Target="../ink/ink178.xml"/><Relationship Id="rId111" Type="http://schemas.openxmlformats.org/officeDocument/2006/relationships/image" Target="../media/image189.png"/><Relationship Id="rId132" Type="http://schemas.openxmlformats.org/officeDocument/2006/relationships/customXml" Target="../ink/ink200.xml"/><Relationship Id="rId153" Type="http://schemas.openxmlformats.org/officeDocument/2006/relationships/image" Target="../media/image210.png"/><Relationship Id="rId174" Type="http://schemas.openxmlformats.org/officeDocument/2006/relationships/customXml" Target="../ink/ink221.xml"/><Relationship Id="rId195" Type="http://schemas.openxmlformats.org/officeDocument/2006/relationships/image" Target="../media/image231.png"/><Relationship Id="rId209" Type="http://schemas.openxmlformats.org/officeDocument/2006/relationships/image" Target="../media/image238.png"/><Relationship Id="rId220" Type="http://schemas.openxmlformats.org/officeDocument/2006/relationships/customXml" Target="../ink/ink244.xml"/><Relationship Id="rId241" Type="http://schemas.openxmlformats.org/officeDocument/2006/relationships/image" Target="../media/image254.png"/><Relationship Id="rId15" Type="http://schemas.openxmlformats.org/officeDocument/2006/relationships/image" Target="../media/image141.png"/><Relationship Id="rId36" Type="http://schemas.openxmlformats.org/officeDocument/2006/relationships/customXml" Target="../ink/ink152.xml"/><Relationship Id="rId57" Type="http://schemas.openxmlformats.org/officeDocument/2006/relationships/image" Target="../media/image162.png"/><Relationship Id="rId262" Type="http://schemas.openxmlformats.org/officeDocument/2006/relationships/customXml" Target="../ink/ink265.xml"/><Relationship Id="rId78" Type="http://schemas.openxmlformats.org/officeDocument/2006/relationships/customXml" Target="../ink/ink173.xml"/><Relationship Id="rId99" Type="http://schemas.openxmlformats.org/officeDocument/2006/relationships/image" Target="../media/image183.png"/><Relationship Id="rId101" Type="http://schemas.openxmlformats.org/officeDocument/2006/relationships/image" Target="../media/image184.png"/><Relationship Id="rId122" Type="http://schemas.openxmlformats.org/officeDocument/2006/relationships/customXml" Target="../ink/ink195.xml"/><Relationship Id="rId143" Type="http://schemas.openxmlformats.org/officeDocument/2006/relationships/image" Target="../media/image205.png"/><Relationship Id="rId164" Type="http://schemas.openxmlformats.org/officeDocument/2006/relationships/customXml" Target="../ink/ink216.xml"/><Relationship Id="rId185" Type="http://schemas.openxmlformats.org/officeDocument/2006/relationships/image" Target="../media/image226.png"/><Relationship Id="rId9" Type="http://schemas.openxmlformats.org/officeDocument/2006/relationships/image" Target="../media/image138.png"/><Relationship Id="rId210" Type="http://schemas.openxmlformats.org/officeDocument/2006/relationships/customXml" Target="../ink/ink239.xml"/><Relationship Id="rId26" Type="http://schemas.openxmlformats.org/officeDocument/2006/relationships/customXml" Target="../ink/ink147.xml"/><Relationship Id="rId231" Type="http://schemas.openxmlformats.org/officeDocument/2006/relationships/image" Target="../media/image249.png"/><Relationship Id="rId252" Type="http://schemas.openxmlformats.org/officeDocument/2006/relationships/customXml" Target="../ink/ink260.xml"/><Relationship Id="rId47" Type="http://schemas.openxmlformats.org/officeDocument/2006/relationships/image" Target="../media/image157.png"/><Relationship Id="rId68" Type="http://schemas.openxmlformats.org/officeDocument/2006/relationships/customXml" Target="../ink/ink168.xml"/><Relationship Id="rId89" Type="http://schemas.openxmlformats.org/officeDocument/2006/relationships/image" Target="../media/image178.png"/><Relationship Id="rId112" Type="http://schemas.openxmlformats.org/officeDocument/2006/relationships/customXml" Target="../ink/ink190.xml"/><Relationship Id="rId133" Type="http://schemas.openxmlformats.org/officeDocument/2006/relationships/image" Target="../media/image200.png"/><Relationship Id="rId154" Type="http://schemas.openxmlformats.org/officeDocument/2006/relationships/customXml" Target="../ink/ink211.xml"/><Relationship Id="rId175" Type="http://schemas.openxmlformats.org/officeDocument/2006/relationships/image" Target="../media/image221.png"/><Relationship Id="rId196" Type="http://schemas.openxmlformats.org/officeDocument/2006/relationships/customXml" Target="../ink/ink232.xml"/><Relationship Id="rId200" Type="http://schemas.openxmlformats.org/officeDocument/2006/relationships/customXml" Target="../ink/ink234.xml"/><Relationship Id="rId16" Type="http://schemas.openxmlformats.org/officeDocument/2006/relationships/customXml" Target="../ink/ink142.xml"/><Relationship Id="rId221" Type="http://schemas.openxmlformats.org/officeDocument/2006/relationships/image" Target="../media/image244.png"/><Relationship Id="rId242" Type="http://schemas.openxmlformats.org/officeDocument/2006/relationships/customXml" Target="../ink/ink255.xml"/><Relationship Id="rId263" Type="http://schemas.openxmlformats.org/officeDocument/2006/relationships/image" Target="../media/image265.png"/><Relationship Id="rId37" Type="http://schemas.openxmlformats.org/officeDocument/2006/relationships/image" Target="../media/image152.png"/><Relationship Id="rId58" Type="http://schemas.openxmlformats.org/officeDocument/2006/relationships/customXml" Target="../ink/ink163.xml"/><Relationship Id="rId79" Type="http://schemas.openxmlformats.org/officeDocument/2006/relationships/image" Target="../media/image173.png"/><Relationship Id="rId102" Type="http://schemas.openxmlformats.org/officeDocument/2006/relationships/customXml" Target="../ink/ink185.xml"/><Relationship Id="rId123" Type="http://schemas.openxmlformats.org/officeDocument/2006/relationships/image" Target="../media/image195.png"/><Relationship Id="rId144" Type="http://schemas.openxmlformats.org/officeDocument/2006/relationships/customXml" Target="../ink/ink206.xml"/><Relationship Id="rId90" Type="http://schemas.openxmlformats.org/officeDocument/2006/relationships/customXml" Target="../ink/ink179.xml"/><Relationship Id="rId165" Type="http://schemas.openxmlformats.org/officeDocument/2006/relationships/image" Target="../media/image216.png"/><Relationship Id="rId186" Type="http://schemas.openxmlformats.org/officeDocument/2006/relationships/customXml" Target="../ink/ink227.xml"/><Relationship Id="rId211" Type="http://schemas.openxmlformats.org/officeDocument/2006/relationships/image" Target="../media/image239.png"/><Relationship Id="rId232" Type="http://schemas.openxmlformats.org/officeDocument/2006/relationships/customXml" Target="../ink/ink250.xml"/><Relationship Id="rId253" Type="http://schemas.openxmlformats.org/officeDocument/2006/relationships/image" Target="../media/image260.png"/><Relationship Id="rId27" Type="http://schemas.openxmlformats.org/officeDocument/2006/relationships/image" Target="../media/image147.png"/><Relationship Id="rId48" Type="http://schemas.openxmlformats.org/officeDocument/2006/relationships/customXml" Target="../ink/ink158.xml"/><Relationship Id="rId69" Type="http://schemas.openxmlformats.org/officeDocument/2006/relationships/image" Target="../media/image168.png"/><Relationship Id="rId113" Type="http://schemas.openxmlformats.org/officeDocument/2006/relationships/image" Target="../media/image190.png"/><Relationship Id="rId134" Type="http://schemas.openxmlformats.org/officeDocument/2006/relationships/customXml" Target="../ink/ink201.xml"/><Relationship Id="rId80" Type="http://schemas.openxmlformats.org/officeDocument/2006/relationships/customXml" Target="../ink/ink174.xml"/><Relationship Id="rId155" Type="http://schemas.openxmlformats.org/officeDocument/2006/relationships/image" Target="../media/image211.png"/><Relationship Id="rId176" Type="http://schemas.openxmlformats.org/officeDocument/2006/relationships/customXml" Target="../ink/ink222.xml"/><Relationship Id="rId197" Type="http://schemas.openxmlformats.org/officeDocument/2006/relationships/image" Target="../media/image232.png"/><Relationship Id="rId201" Type="http://schemas.openxmlformats.org/officeDocument/2006/relationships/image" Target="../media/image234.png"/><Relationship Id="rId222" Type="http://schemas.openxmlformats.org/officeDocument/2006/relationships/customXml" Target="../ink/ink245.xml"/><Relationship Id="rId243" Type="http://schemas.openxmlformats.org/officeDocument/2006/relationships/image" Target="../media/image255.png"/><Relationship Id="rId17" Type="http://schemas.openxmlformats.org/officeDocument/2006/relationships/image" Target="../media/image142.png"/><Relationship Id="rId38" Type="http://schemas.openxmlformats.org/officeDocument/2006/relationships/customXml" Target="../ink/ink153.xml"/><Relationship Id="rId59" Type="http://schemas.openxmlformats.org/officeDocument/2006/relationships/image" Target="../media/image163.png"/><Relationship Id="rId103" Type="http://schemas.openxmlformats.org/officeDocument/2006/relationships/image" Target="../media/image185.png"/><Relationship Id="rId124" Type="http://schemas.openxmlformats.org/officeDocument/2006/relationships/customXml" Target="../ink/ink196.xml"/><Relationship Id="rId70" Type="http://schemas.openxmlformats.org/officeDocument/2006/relationships/customXml" Target="../ink/ink169.xml"/><Relationship Id="rId91" Type="http://schemas.openxmlformats.org/officeDocument/2006/relationships/image" Target="../media/image179.png"/><Relationship Id="rId145" Type="http://schemas.openxmlformats.org/officeDocument/2006/relationships/image" Target="../media/image206.png"/><Relationship Id="rId166" Type="http://schemas.openxmlformats.org/officeDocument/2006/relationships/customXml" Target="../ink/ink217.xml"/><Relationship Id="rId187" Type="http://schemas.openxmlformats.org/officeDocument/2006/relationships/image" Target="../media/image22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0.xml"/><Relationship Id="rId233" Type="http://schemas.openxmlformats.org/officeDocument/2006/relationships/image" Target="../media/image250.png"/><Relationship Id="rId254" Type="http://schemas.openxmlformats.org/officeDocument/2006/relationships/customXml" Target="../ink/ink261.xml"/><Relationship Id="rId28" Type="http://schemas.openxmlformats.org/officeDocument/2006/relationships/customXml" Target="../ink/ink148.xml"/><Relationship Id="rId49" Type="http://schemas.openxmlformats.org/officeDocument/2006/relationships/image" Target="../media/image158.png"/><Relationship Id="rId114" Type="http://schemas.openxmlformats.org/officeDocument/2006/relationships/customXml" Target="../ink/ink191.xml"/><Relationship Id="rId60" Type="http://schemas.openxmlformats.org/officeDocument/2006/relationships/customXml" Target="../ink/ink164.xml"/><Relationship Id="rId81" Type="http://schemas.openxmlformats.org/officeDocument/2006/relationships/image" Target="../media/image174.png"/><Relationship Id="rId135" Type="http://schemas.openxmlformats.org/officeDocument/2006/relationships/image" Target="../media/image201.png"/><Relationship Id="rId156" Type="http://schemas.openxmlformats.org/officeDocument/2006/relationships/customXml" Target="../ink/ink212.xml"/><Relationship Id="rId177" Type="http://schemas.openxmlformats.org/officeDocument/2006/relationships/image" Target="../media/image222.png"/><Relationship Id="rId198" Type="http://schemas.openxmlformats.org/officeDocument/2006/relationships/customXml" Target="../ink/ink233.xml"/><Relationship Id="rId202" Type="http://schemas.openxmlformats.org/officeDocument/2006/relationships/customXml" Target="../ink/ink235.xml"/><Relationship Id="rId223" Type="http://schemas.openxmlformats.org/officeDocument/2006/relationships/image" Target="../media/image245.png"/><Relationship Id="rId244" Type="http://schemas.openxmlformats.org/officeDocument/2006/relationships/customXml" Target="../ink/ink256.xml"/><Relationship Id="rId18" Type="http://schemas.openxmlformats.org/officeDocument/2006/relationships/customXml" Target="../ink/ink143.xml"/><Relationship Id="rId39" Type="http://schemas.openxmlformats.org/officeDocument/2006/relationships/image" Target="../media/image153.png"/><Relationship Id="rId50" Type="http://schemas.openxmlformats.org/officeDocument/2006/relationships/customXml" Target="../ink/ink159.xml"/><Relationship Id="rId104" Type="http://schemas.openxmlformats.org/officeDocument/2006/relationships/customXml" Target="../ink/ink186.xml"/><Relationship Id="rId125" Type="http://schemas.openxmlformats.org/officeDocument/2006/relationships/image" Target="../media/image196.png"/><Relationship Id="rId146" Type="http://schemas.openxmlformats.org/officeDocument/2006/relationships/customXml" Target="../ink/ink207.xml"/><Relationship Id="rId167" Type="http://schemas.openxmlformats.org/officeDocument/2006/relationships/image" Target="../media/image217.png"/><Relationship Id="rId188" Type="http://schemas.openxmlformats.org/officeDocument/2006/relationships/customXml" Target="../ink/ink228.xml"/><Relationship Id="rId71" Type="http://schemas.openxmlformats.org/officeDocument/2006/relationships/image" Target="../media/image169.png"/><Relationship Id="rId92" Type="http://schemas.openxmlformats.org/officeDocument/2006/relationships/customXml" Target="../ink/ink180.xml"/><Relationship Id="rId213" Type="http://schemas.openxmlformats.org/officeDocument/2006/relationships/image" Target="../media/image240.png"/><Relationship Id="rId234" Type="http://schemas.openxmlformats.org/officeDocument/2006/relationships/customXml" Target="../ink/ink251.xml"/><Relationship Id="rId2" Type="http://schemas.openxmlformats.org/officeDocument/2006/relationships/customXml" Target="../ink/ink135.xml"/><Relationship Id="rId29" Type="http://schemas.openxmlformats.org/officeDocument/2006/relationships/image" Target="../media/image148.png"/><Relationship Id="rId255" Type="http://schemas.openxmlformats.org/officeDocument/2006/relationships/image" Target="../media/image261.png"/><Relationship Id="rId40" Type="http://schemas.openxmlformats.org/officeDocument/2006/relationships/customXml" Target="../ink/ink154.xml"/><Relationship Id="rId115" Type="http://schemas.openxmlformats.org/officeDocument/2006/relationships/image" Target="../media/image191.png"/><Relationship Id="rId136" Type="http://schemas.openxmlformats.org/officeDocument/2006/relationships/customXml" Target="../ink/ink202.xml"/><Relationship Id="rId157" Type="http://schemas.openxmlformats.org/officeDocument/2006/relationships/image" Target="../media/image212.png"/><Relationship Id="rId178" Type="http://schemas.openxmlformats.org/officeDocument/2006/relationships/customXml" Target="../ink/ink223.xml"/><Relationship Id="rId61" Type="http://schemas.openxmlformats.org/officeDocument/2006/relationships/image" Target="../media/image164.png"/><Relationship Id="rId82" Type="http://schemas.openxmlformats.org/officeDocument/2006/relationships/customXml" Target="../ink/ink175.xml"/><Relationship Id="rId199" Type="http://schemas.openxmlformats.org/officeDocument/2006/relationships/image" Target="../media/image233.png"/><Relationship Id="rId203" Type="http://schemas.openxmlformats.org/officeDocument/2006/relationships/image" Target="../media/image235.png"/><Relationship Id="rId19" Type="http://schemas.openxmlformats.org/officeDocument/2006/relationships/image" Target="../media/image143.png"/><Relationship Id="rId224" Type="http://schemas.openxmlformats.org/officeDocument/2006/relationships/customXml" Target="../ink/ink246.xml"/><Relationship Id="rId245" Type="http://schemas.openxmlformats.org/officeDocument/2006/relationships/image" Target="../media/image256.png"/><Relationship Id="rId30" Type="http://schemas.openxmlformats.org/officeDocument/2006/relationships/customXml" Target="../ink/ink149.xml"/><Relationship Id="rId105" Type="http://schemas.openxmlformats.org/officeDocument/2006/relationships/image" Target="../media/image186.png"/><Relationship Id="rId126" Type="http://schemas.openxmlformats.org/officeDocument/2006/relationships/customXml" Target="../ink/ink197.xml"/><Relationship Id="rId147" Type="http://schemas.openxmlformats.org/officeDocument/2006/relationships/image" Target="../media/image207.png"/><Relationship Id="rId168" Type="http://schemas.openxmlformats.org/officeDocument/2006/relationships/customXml" Target="../ink/ink218.xml"/><Relationship Id="rId51" Type="http://schemas.openxmlformats.org/officeDocument/2006/relationships/image" Target="../media/image159.png"/><Relationship Id="rId72" Type="http://schemas.openxmlformats.org/officeDocument/2006/relationships/customXml" Target="../ink/ink170.xml"/><Relationship Id="rId93" Type="http://schemas.openxmlformats.org/officeDocument/2006/relationships/image" Target="../media/image180.png"/><Relationship Id="rId189" Type="http://schemas.openxmlformats.org/officeDocument/2006/relationships/image" Target="../media/image228.png"/><Relationship Id="rId3" Type="http://schemas.openxmlformats.org/officeDocument/2006/relationships/image" Target="../media/image135.png"/><Relationship Id="rId214" Type="http://schemas.openxmlformats.org/officeDocument/2006/relationships/customXml" Target="../ink/ink241.xml"/><Relationship Id="rId235" Type="http://schemas.openxmlformats.org/officeDocument/2006/relationships/image" Target="../media/image251.png"/><Relationship Id="rId256" Type="http://schemas.openxmlformats.org/officeDocument/2006/relationships/customXml" Target="../ink/ink262.xml"/><Relationship Id="rId116" Type="http://schemas.openxmlformats.org/officeDocument/2006/relationships/customXml" Target="../ink/ink192.xml"/><Relationship Id="rId137" Type="http://schemas.openxmlformats.org/officeDocument/2006/relationships/image" Target="../media/image202.png"/><Relationship Id="rId158" Type="http://schemas.openxmlformats.org/officeDocument/2006/relationships/customXml" Target="../ink/ink213.xml"/><Relationship Id="rId20" Type="http://schemas.openxmlformats.org/officeDocument/2006/relationships/customXml" Target="../ink/ink144.xml"/><Relationship Id="rId41" Type="http://schemas.openxmlformats.org/officeDocument/2006/relationships/image" Target="../media/image154.png"/><Relationship Id="rId62" Type="http://schemas.openxmlformats.org/officeDocument/2006/relationships/customXml" Target="../ink/ink165.xml"/><Relationship Id="rId83" Type="http://schemas.openxmlformats.org/officeDocument/2006/relationships/image" Target="../media/image175.png"/><Relationship Id="rId179" Type="http://schemas.openxmlformats.org/officeDocument/2006/relationships/image" Target="../media/image223.png"/><Relationship Id="rId190" Type="http://schemas.openxmlformats.org/officeDocument/2006/relationships/customXml" Target="../ink/ink229.xml"/><Relationship Id="rId204" Type="http://schemas.openxmlformats.org/officeDocument/2006/relationships/customXml" Target="../ink/ink236.xml"/><Relationship Id="rId225" Type="http://schemas.openxmlformats.org/officeDocument/2006/relationships/image" Target="../media/image246.png"/><Relationship Id="rId246" Type="http://schemas.openxmlformats.org/officeDocument/2006/relationships/customXml" Target="../ink/ink257.xml"/><Relationship Id="rId106" Type="http://schemas.openxmlformats.org/officeDocument/2006/relationships/customXml" Target="../ink/ink187.xml"/><Relationship Id="rId127" Type="http://schemas.openxmlformats.org/officeDocument/2006/relationships/image" Target="../media/image197.png"/><Relationship Id="rId10" Type="http://schemas.openxmlformats.org/officeDocument/2006/relationships/customXml" Target="../ink/ink139.xml"/><Relationship Id="rId31" Type="http://schemas.openxmlformats.org/officeDocument/2006/relationships/image" Target="../media/image149.png"/><Relationship Id="rId52" Type="http://schemas.openxmlformats.org/officeDocument/2006/relationships/customXml" Target="../ink/ink160.xml"/><Relationship Id="rId73" Type="http://schemas.openxmlformats.org/officeDocument/2006/relationships/image" Target="../media/image170.png"/><Relationship Id="rId94" Type="http://schemas.openxmlformats.org/officeDocument/2006/relationships/customXml" Target="../ink/ink181.xml"/><Relationship Id="rId148" Type="http://schemas.openxmlformats.org/officeDocument/2006/relationships/customXml" Target="../ink/ink208.xml"/><Relationship Id="rId169" Type="http://schemas.openxmlformats.org/officeDocument/2006/relationships/image" Target="../media/image218.png"/><Relationship Id="rId4" Type="http://schemas.openxmlformats.org/officeDocument/2006/relationships/customXml" Target="../ink/ink136.xml"/><Relationship Id="rId180" Type="http://schemas.openxmlformats.org/officeDocument/2006/relationships/customXml" Target="../ink/ink224.xml"/><Relationship Id="rId215" Type="http://schemas.openxmlformats.org/officeDocument/2006/relationships/image" Target="../media/image241.png"/><Relationship Id="rId236" Type="http://schemas.openxmlformats.org/officeDocument/2006/relationships/customXml" Target="../ink/ink252.xml"/><Relationship Id="rId257" Type="http://schemas.openxmlformats.org/officeDocument/2006/relationships/image" Target="../media/image262.png"/><Relationship Id="rId42" Type="http://schemas.openxmlformats.org/officeDocument/2006/relationships/customXml" Target="../ink/ink155.xml"/><Relationship Id="rId84" Type="http://schemas.openxmlformats.org/officeDocument/2006/relationships/customXml" Target="../ink/ink176.xml"/><Relationship Id="rId138" Type="http://schemas.openxmlformats.org/officeDocument/2006/relationships/customXml" Target="../ink/ink20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3.png"/><Relationship Id="rId21" Type="http://schemas.openxmlformats.org/officeDocument/2006/relationships/image" Target="../media/image275.png"/><Relationship Id="rId42" Type="http://schemas.openxmlformats.org/officeDocument/2006/relationships/customXml" Target="../ink/ink286.xml"/><Relationship Id="rId63" Type="http://schemas.openxmlformats.org/officeDocument/2006/relationships/image" Target="../media/image296.png"/><Relationship Id="rId84" Type="http://schemas.openxmlformats.org/officeDocument/2006/relationships/customXml" Target="../ink/ink307.xml"/><Relationship Id="rId138" Type="http://schemas.openxmlformats.org/officeDocument/2006/relationships/customXml" Target="../ink/ink334.xml"/><Relationship Id="rId159" Type="http://schemas.openxmlformats.org/officeDocument/2006/relationships/image" Target="../media/image344.png"/><Relationship Id="rId170" Type="http://schemas.openxmlformats.org/officeDocument/2006/relationships/customXml" Target="../ink/ink350.xml"/><Relationship Id="rId191" Type="http://schemas.openxmlformats.org/officeDocument/2006/relationships/image" Target="../media/image360.png"/><Relationship Id="rId107" Type="http://schemas.openxmlformats.org/officeDocument/2006/relationships/image" Target="../media/image318.png"/><Relationship Id="rId11" Type="http://schemas.openxmlformats.org/officeDocument/2006/relationships/image" Target="../media/image270.png"/><Relationship Id="rId32" Type="http://schemas.openxmlformats.org/officeDocument/2006/relationships/customXml" Target="../ink/ink281.xml"/><Relationship Id="rId53" Type="http://schemas.openxmlformats.org/officeDocument/2006/relationships/image" Target="../media/image291.png"/><Relationship Id="rId74" Type="http://schemas.openxmlformats.org/officeDocument/2006/relationships/customXml" Target="../ink/ink302.xml"/><Relationship Id="rId128" Type="http://schemas.openxmlformats.org/officeDocument/2006/relationships/customXml" Target="../ink/ink329.xml"/><Relationship Id="rId149" Type="http://schemas.openxmlformats.org/officeDocument/2006/relationships/image" Target="../media/image339.png"/><Relationship Id="rId5" Type="http://schemas.openxmlformats.org/officeDocument/2006/relationships/image" Target="../media/image267.png"/><Relationship Id="rId95" Type="http://schemas.openxmlformats.org/officeDocument/2006/relationships/image" Target="../media/image312.png"/><Relationship Id="rId160" Type="http://schemas.openxmlformats.org/officeDocument/2006/relationships/customXml" Target="../ink/ink345.xml"/><Relationship Id="rId181" Type="http://schemas.openxmlformats.org/officeDocument/2006/relationships/image" Target="../media/image355.png"/><Relationship Id="rId22" Type="http://schemas.openxmlformats.org/officeDocument/2006/relationships/customXml" Target="../ink/ink276.xml"/><Relationship Id="rId43" Type="http://schemas.openxmlformats.org/officeDocument/2006/relationships/image" Target="../media/image286.png"/><Relationship Id="rId64" Type="http://schemas.openxmlformats.org/officeDocument/2006/relationships/customXml" Target="../ink/ink297.xml"/><Relationship Id="rId118" Type="http://schemas.openxmlformats.org/officeDocument/2006/relationships/customXml" Target="../ink/ink324.xml"/><Relationship Id="rId139" Type="http://schemas.openxmlformats.org/officeDocument/2006/relationships/image" Target="../media/image334.png"/><Relationship Id="rId85" Type="http://schemas.openxmlformats.org/officeDocument/2006/relationships/image" Target="../media/image307.png"/><Relationship Id="rId150" Type="http://schemas.openxmlformats.org/officeDocument/2006/relationships/customXml" Target="../ink/ink340.xml"/><Relationship Id="rId171" Type="http://schemas.openxmlformats.org/officeDocument/2006/relationships/image" Target="../media/image350.png"/><Relationship Id="rId12" Type="http://schemas.openxmlformats.org/officeDocument/2006/relationships/customXml" Target="../ink/ink271.xml"/><Relationship Id="rId33" Type="http://schemas.openxmlformats.org/officeDocument/2006/relationships/image" Target="../media/image281.png"/><Relationship Id="rId108" Type="http://schemas.openxmlformats.org/officeDocument/2006/relationships/customXml" Target="../ink/ink319.xml"/><Relationship Id="rId129" Type="http://schemas.openxmlformats.org/officeDocument/2006/relationships/image" Target="../media/image329.png"/><Relationship Id="rId54" Type="http://schemas.openxmlformats.org/officeDocument/2006/relationships/customXml" Target="../ink/ink292.xml"/><Relationship Id="rId75" Type="http://schemas.openxmlformats.org/officeDocument/2006/relationships/image" Target="../media/image302.png"/><Relationship Id="rId96" Type="http://schemas.openxmlformats.org/officeDocument/2006/relationships/customXml" Target="../ink/ink313.xml"/><Relationship Id="rId140" Type="http://schemas.openxmlformats.org/officeDocument/2006/relationships/customXml" Target="../ink/ink335.xml"/><Relationship Id="rId161" Type="http://schemas.openxmlformats.org/officeDocument/2006/relationships/image" Target="../media/image345.png"/><Relationship Id="rId182" Type="http://schemas.openxmlformats.org/officeDocument/2006/relationships/customXml" Target="../ink/ink356.xml"/><Relationship Id="rId6" Type="http://schemas.openxmlformats.org/officeDocument/2006/relationships/customXml" Target="../ink/ink268.xml"/><Relationship Id="rId23" Type="http://schemas.openxmlformats.org/officeDocument/2006/relationships/image" Target="../media/image276.png"/><Relationship Id="rId119" Type="http://schemas.openxmlformats.org/officeDocument/2006/relationships/image" Target="../media/image324.png"/><Relationship Id="rId44" Type="http://schemas.openxmlformats.org/officeDocument/2006/relationships/customXml" Target="../ink/ink287.xml"/><Relationship Id="rId65" Type="http://schemas.openxmlformats.org/officeDocument/2006/relationships/image" Target="../media/image297.png"/><Relationship Id="rId86" Type="http://schemas.openxmlformats.org/officeDocument/2006/relationships/customXml" Target="../ink/ink308.xml"/><Relationship Id="rId130" Type="http://schemas.openxmlformats.org/officeDocument/2006/relationships/customXml" Target="../ink/ink330.xml"/><Relationship Id="rId151" Type="http://schemas.openxmlformats.org/officeDocument/2006/relationships/image" Target="../media/image340.png"/><Relationship Id="rId172" Type="http://schemas.openxmlformats.org/officeDocument/2006/relationships/customXml" Target="../ink/ink351.xml"/><Relationship Id="rId13" Type="http://schemas.openxmlformats.org/officeDocument/2006/relationships/image" Target="../media/image271.png"/><Relationship Id="rId18" Type="http://schemas.openxmlformats.org/officeDocument/2006/relationships/customXml" Target="../ink/ink274.xml"/><Relationship Id="rId39" Type="http://schemas.openxmlformats.org/officeDocument/2006/relationships/image" Target="../media/image284.png"/><Relationship Id="rId109" Type="http://schemas.openxmlformats.org/officeDocument/2006/relationships/image" Target="../media/image319.png"/><Relationship Id="rId34" Type="http://schemas.openxmlformats.org/officeDocument/2006/relationships/customXml" Target="../ink/ink282.xml"/><Relationship Id="rId50" Type="http://schemas.openxmlformats.org/officeDocument/2006/relationships/customXml" Target="../ink/ink290.xml"/><Relationship Id="rId55" Type="http://schemas.openxmlformats.org/officeDocument/2006/relationships/image" Target="../media/image292.png"/><Relationship Id="rId76" Type="http://schemas.openxmlformats.org/officeDocument/2006/relationships/customXml" Target="../ink/ink303.xml"/><Relationship Id="rId97" Type="http://schemas.openxmlformats.org/officeDocument/2006/relationships/image" Target="../media/image313.png"/><Relationship Id="rId104" Type="http://schemas.openxmlformats.org/officeDocument/2006/relationships/customXml" Target="../ink/ink317.xml"/><Relationship Id="rId120" Type="http://schemas.openxmlformats.org/officeDocument/2006/relationships/customXml" Target="../ink/ink325.xml"/><Relationship Id="rId125" Type="http://schemas.openxmlformats.org/officeDocument/2006/relationships/image" Target="../media/image327.png"/><Relationship Id="rId141" Type="http://schemas.openxmlformats.org/officeDocument/2006/relationships/image" Target="../media/image335.png"/><Relationship Id="rId146" Type="http://schemas.openxmlformats.org/officeDocument/2006/relationships/customXml" Target="../ink/ink338.xml"/><Relationship Id="rId167" Type="http://schemas.openxmlformats.org/officeDocument/2006/relationships/image" Target="../media/image348.png"/><Relationship Id="rId188" Type="http://schemas.openxmlformats.org/officeDocument/2006/relationships/customXml" Target="../ink/ink359.xml"/><Relationship Id="rId7" Type="http://schemas.openxmlformats.org/officeDocument/2006/relationships/image" Target="../media/image268.png"/><Relationship Id="rId71" Type="http://schemas.openxmlformats.org/officeDocument/2006/relationships/image" Target="../media/image300.png"/><Relationship Id="rId92" Type="http://schemas.openxmlformats.org/officeDocument/2006/relationships/customXml" Target="../ink/ink311.xml"/><Relationship Id="rId162" Type="http://schemas.openxmlformats.org/officeDocument/2006/relationships/customXml" Target="../ink/ink346.xml"/><Relationship Id="rId183" Type="http://schemas.openxmlformats.org/officeDocument/2006/relationships/image" Target="../media/image356.png"/><Relationship Id="rId2" Type="http://schemas.openxmlformats.org/officeDocument/2006/relationships/customXml" Target="../ink/ink266.xml"/><Relationship Id="rId29" Type="http://schemas.openxmlformats.org/officeDocument/2006/relationships/image" Target="../media/image279.png"/><Relationship Id="rId24" Type="http://schemas.openxmlformats.org/officeDocument/2006/relationships/customXml" Target="../ink/ink277.xml"/><Relationship Id="rId40" Type="http://schemas.openxmlformats.org/officeDocument/2006/relationships/customXml" Target="../ink/ink285.xml"/><Relationship Id="rId45" Type="http://schemas.openxmlformats.org/officeDocument/2006/relationships/image" Target="../media/image287.png"/><Relationship Id="rId66" Type="http://schemas.openxmlformats.org/officeDocument/2006/relationships/customXml" Target="../ink/ink298.xml"/><Relationship Id="rId87" Type="http://schemas.openxmlformats.org/officeDocument/2006/relationships/image" Target="../media/image308.png"/><Relationship Id="rId110" Type="http://schemas.openxmlformats.org/officeDocument/2006/relationships/customXml" Target="../ink/ink320.xml"/><Relationship Id="rId115" Type="http://schemas.openxmlformats.org/officeDocument/2006/relationships/image" Target="../media/image322.png"/><Relationship Id="rId131" Type="http://schemas.openxmlformats.org/officeDocument/2006/relationships/image" Target="../media/image330.png"/><Relationship Id="rId136" Type="http://schemas.openxmlformats.org/officeDocument/2006/relationships/customXml" Target="../ink/ink333.xml"/><Relationship Id="rId157" Type="http://schemas.openxmlformats.org/officeDocument/2006/relationships/image" Target="../media/image343.png"/><Relationship Id="rId178" Type="http://schemas.openxmlformats.org/officeDocument/2006/relationships/customXml" Target="../ink/ink354.xml"/><Relationship Id="rId61" Type="http://schemas.openxmlformats.org/officeDocument/2006/relationships/image" Target="../media/image295.png"/><Relationship Id="rId82" Type="http://schemas.openxmlformats.org/officeDocument/2006/relationships/customXml" Target="../ink/ink306.xml"/><Relationship Id="rId152" Type="http://schemas.openxmlformats.org/officeDocument/2006/relationships/customXml" Target="../ink/ink341.xml"/><Relationship Id="rId173" Type="http://schemas.openxmlformats.org/officeDocument/2006/relationships/image" Target="../media/image351.png"/><Relationship Id="rId19" Type="http://schemas.openxmlformats.org/officeDocument/2006/relationships/image" Target="../media/image274.png"/><Relationship Id="rId14" Type="http://schemas.openxmlformats.org/officeDocument/2006/relationships/customXml" Target="../ink/ink272.xml"/><Relationship Id="rId30" Type="http://schemas.openxmlformats.org/officeDocument/2006/relationships/customXml" Target="../ink/ink280.xml"/><Relationship Id="rId35" Type="http://schemas.openxmlformats.org/officeDocument/2006/relationships/image" Target="../media/image282.png"/><Relationship Id="rId56" Type="http://schemas.openxmlformats.org/officeDocument/2006/relationships/customXml" Target="../ink/ink293.xml"/><Relationship Id="rId77" Type="http://schemas.openxmlformats.org/officeDocument/2006/relationships/image" Target="../media/image303.png"/><Relationship Id="rId100" Type="http://schemas.openxmlformats.org/officeDocument/2006/relationships/customXml" Target="../ink/ink315.xml"/><Relationship Id="rId105" Type="http://schemas.openxmlformats.org/officeDocument/2006/relationships/image" Target="../media/image317.png"/><Relationship Id="rId126" Type="http://schemas.openxmlformats.org/officeDocument/2006/relationships/customXml" Target="../ink/ink328.xml"/><Relationship Id="rId147" Type="http://schemas.openxmlformats.org/officeDocument/2006/relationships/image" Target="../media/image338.png"/><Relationship Id="rId168" Type="http://schemas.openxmlformats.org/officeDocument/2006/relationships/customXml" Target="../ink/ink349.xml"/><Relationship Id="rId8" Type="http://schemas.openxmlformats.org/officeDocument/2006/relationships/customXml" Target="../ink/ink269.xml"/><Relationship Id="rId51" Type="http://schemas.openxmlformats.org/officeDocument/2006/relationships/image" Target="../media/image290.png"/><Relationship Id="rId72" Type="http://schemas.openxmlformats.org/officeDocument/2006/relationships/customXml" Target="../ink/ink301.xml"/><Relationship Id="rId93" Type="http://schemas.openxmlformats.org/officeDocument/2006/relationships/image" Target="../media/image311.png"/><Relationship Id="rId98" Type="http://schemas.openxmlformats.org/officeDocument/2006/relationships/customXml" Target="../ink/ink314.xml"/><Relationship Id="rId121" Type="http://schemas.openxmlformats.org/officeDocument/2006/relationships/image" Target="../media/image325.png"/><Relationship Id="rId142" Type="http://schemas.openxmlformats.org/officeDocument/2006/relationships/customXml" Target="../ink/ink336.xml"/><Relationship Id="rId163" Type="http://schemas.openxmlformats.org/officeDocument/2006/relationships/image" Target="../media/image346.png"/><Relationship Id="rId184" Type="http://schemas.openxmlformats.org/officeDocument/2006/relationships/customXml" Target="../ink/ink357.xml"/><Relationship Id="rId189" Type="http://schemas.openxmlformats.org/officeDocument/2006/relationships/image" Target="../media/image359.png"/><Relationship Id="rId3" Type="http://schemas.openxmlformats.org/officeDocument/2006/relationships/image" Target="../media/image266.png"/><Relationship Id="rId25" Type="http://schemas.openxmlformats.org/officeDocument/2006/relationships/image" Target="../media/image277.png"/><Relationship Id="rId46" Type="http://schemas.openxmlformats.org/officeDocument/2006/relationships/customXml" Target="../ink/ink288.xml"/><Relationship Id="rId67" Type="http://schemas.openxmlformats.org/officeDocument/2006/relationships/image" Target="../media/image298.png"/><Relationship Id="rId116" Type="http://schemas.openxmlformats.org/officeDocument/2006/relationships/customXml" Target="../ink/ink323.xml"/><Relationship Id="rId137" Type="http://schemas.openxmlformats.org/officeDocument/2006/relationships/image" Target="../media/image333.png"/><Relationship Id="rId158" Type="http://schemas.openxmlformats.org/officeDocument/2006/relationships/customXml" Target="../ink/ink344.xml"/><Relationship Id="rId20" Type="http://schemas.openxmlformats.org/officeDocument/2006/relationships/customXml" Target="../ink/ink275.xml"/><Relationship Id="rId41" Type="http://schemas.openxmlformats.org/officeDocument/2006/relationships/image" Target="../media/image285.png"/><Relationship Id="rId62" Type="http://schemas.openxmlformats.org/officeDocument/2006/relationships/customXml" Target="../ink/ink296.xml"/><Relationship Id="rId83" Type="http://schemas.openxmlformats.org/officeDocument/2006/relationships/image" Target="../media/image306.png"/><Relationship Id="rId88" Type="http://schemas.openxmlformats.org/officeDocument/2006/relationships/customXml" Target="../ink/ink309.xml"/><Relationship Id="rId111" Type="http://schemas.openxmlformats.org/officeDocument/2006/relationships/image" Target="../media/image320.png"/><Relationship Id="rId132" Type="http://schemas.openxmlformats.org/officeDocument/2006/relationships/customXml" Target="../ink/ink331.xml"/><Relationship Id="rId153" Type="http://schemas.openxmlformats.org/officeDocument/2006/relationships/image" Target="../media/image341.png"/><Relationship Id="rId174" Type="http://schemas.openxmlformats.org/officeDocument/2006/relationships/customXml" Target="../ink/ink352.xml"/><Relationship Id="rId179" Type="http://schemas.openxmlformats.org/officeDocument/2006/relationships/image" Target="../media/image354.png"/><Relationship Id="rId190" Type="http://schemas.openxmlformats.org/officeDocument/2006/relationships/customXml" Target="../ink/ink360.xml"/><Relationship Id="rId15" Type="http://schemas.openxmlformats.org/officeDocument/2006/relationships/image" Target="../media/image272.png"/><Relationship Id="rId36" Type="http://schemas.openxmlformats.org/officeDocument/2006/relationships/customXml" Target="../ink/ink283.xml"/><Relationship Id="rId57" Type="http://schemas.openxmlformats.org/officeDocument/2006/relationships/image" Target="../media/image293.png"/><Relationship Id="rId106" Type="http://schemas.openxmlformats.org/officeDocument/2006/relationships/customXml" Target="../ink/ink318.xml"/><Relationship Id="rId127" Type="http://schemas.openxmlformats.org/officeDocument/2006/relationships/image" Target="../media/image328.png"/><Relationship Id="rId10" Type="http://schemas.openxmlformats.org/officeDocument/2006/relationships/customXml" Target="../ink/ink270.xml"/><Relationship Id="rId31" Type="http://schemas.openxmlformats.org/officeDocument/2006/relationships/image" Target="../media/image280.png"/><Relationship Id="rId52" Type="http://schemas.openxmlformats.org/officeDocument/2006/relationships/customXml" Target="../ink/ink291.xml"/><Relationship Id="rId73" Type="http://schemas.openxmlformats.org/officeDocument/2006/relationships/image" Target="../media/image301.png"/><Relationship Id="rId78" Type="http://schemas.openxmlformats.org/officeDocument/2006/relationships/customXml" Target="../ink/ink304.xml"/><Relationship Id="rId94" Type="http://schemas.openxmlformats.org/officeDocument/2006/relationships/customXml" Target="../ink/ink312.xml"/><Relationship Id="rId99" Type="http://schemas.openxmlformats.org/officeDocument/2006/relationships/image" Target="../media/image314.png"/><Relationship Id="rId101" Type="http://schemas.openxmlformats.org/officeDocument/2006/relationships/image" Target="../media/image315.png"/><Relationship Id="rId122" Type="http://schemas.openxmlformats.org/officeDocument/2006/relationships/customXml" Target="../ink/ink326.xml"/><Relationship Id="rId143" Type="http://schemas.openxmlformats.org/officeDocument/2006/relationships/image" Target="../media/image336.png"/><Relationship Id="rId148" Type="http://schemas.openxmlformats.org/officeDocument/2006/relationships/customXml" Target="../ink/ink339.xml"/><Relationship Id="rId164" Type="http://schemas.openxmlformats.org/officeDocument/2006/relationships/customXml" Target="../ink/ink347.xml"/><Relationship Id="rId169" Type="http://schemas.openxmlformats.org/officeDocument/2006/relationships/image" Target="../media/image349.png"/><Relationship Id="rId185" Type="http://schemas.openxmlformats.org/officeDocument/2006/relationships/image" Target="../media/image357.png"/><Relationship Id="rId4" Type="http://schemas.openxmlformats.org/officeDocument/2006/relationships/customXml" Target="../ink/ink267.xml"/><Relationship Id="rId9" Type="http://schemas.openxmlformats.org/officeDocument/2006/relationships/image" Target="../media/image269.png"/><Relationship Id="rId180" Type="http://schemas.openxmlformats.org/officeDocument/2006/relationships/customXml" Target="../ink/ink355.xml"/><Relationship Id="rId26" Type="http://schemas.openxmlformats.org/officeDocument/2006/relationships/customXml" Target="../ink/ink278.xml"/><Relationship Id="rId47" Type="http://schemas.openxmlformats.org/officeDocument/2006/relationships/image" Target="../media/image288.png"/><Relationship Id="rId68" Type="http://schemas.openxmlformats.org/officeDocument/2006/relationships/customXml" Target="../ink/ink299.xml"/><Relationship Id="rId89" Type="http://schemas.openxmlformats.org/officeDocument/2006/relationships/image" Target="../media/image309.png"/><Relationship Id="rId112" Type="http://schemas.openxmlformats.org/officeDocument/2006/relationships/customXml" Target="../ink/ink321.xml"/><Relationship Id="rId133" Type="http://schemas.openxmlformats.org/officeDocument/2006/relationships/image" Target="../media/image331.png"/><Relationship Id="rId154" Type="http://schemas.openxmlformats.org/officeDocument/2006/relationships/customXml" Target="../ink/ink342.xml"/><Relationship Id="rId175" Type="http://schemas.openxmlformats.org/officeDocument/2006/relationships/image" Target="../media/image352.png"/><Relationship Id="rId16" Type="http://schemas.openxmlformats.org/officeDocument/2006/relationships/customXml" Target="../ink/ink273.xml"/><Relationship Id="rId37" Type="http://schemas.openxmlformats.org/officeDocument/2006/relationships/image" Target="../media/image283.png"/><Relationship Id="rId58" Type="http://schemas.openxmlformats.org/officeDocument/2006/relationships/customXml" Target="../ink/ink294.xml"/><Relationship Id="rId79" Type="http://schemas.openxmlformats.org/officeDocument/2006/relationships/image" Target="../media/image304.png"/><Relationship Id="rId102" Type="http://schemas.openxmlformats.org/officeDocument/2006/relationships/customXml" Target="../ink/ink316.xml"/><Relationship Id="rId123" Type="http://schemas.openxmlformats.org/officeDocument/2006/relationships/image" Target="../media/image326.png"/><Relationship Id="rId144" Type="http://schemas.openxmlformats.org/officeDocument/2006/relationships/customXml" Target="../ink/ink337.xml"/><Relationship Id="rId90" Type="http://schemas.openxmlformats.org/officeDocument/2006/relationships/customXml" Target="../ink/ink310.xml"/><Relationship Id="rId165" Type="http://schemas.openxmlformats.org/officeDocument/2006/relationships/image" Target="../media/image347.png"/><Relationship Id="rId186" Type="http://schemas.openxmlformats.org/officeDocument/2006/relationships/customXml" Target="../ink/ink358.xml"/><Relationship Id="rId27" Type="http://schemas.openxmlformats.org/officeDocument/2006/relationships/image" Target="../media/image278.png"/><Relationship Id="rId48" Type="http://schemas.openxmlformats.org/officeDocument/2006/relationships/customXml" Target="../ink/ink289.xml"/><Relationship Id="rId69" Type="http://schemas.openxmlformats.org/officeDocument/2006/relationships/image" Target="../media/image299.png"/><Relationship Id="rId113" Type="http://schemas.openxmlformats.org/officeDocument/2006/relationships/image" Target="../media/image321.png"/><Relationship Id="rId134" Type="http://schemas.openxmlformats.org/officeDocument/2006/relationships/customXml" Target="../ink/ink332.xml"/><Relationship Id="rId80" Type="http://schemas.openxmlformats.org/officeDocument/2006/relationships/customXml" Target="../ink/ink305.xml"/><Relationship Id="rId155" Type="http://schemas.openxmlformats.org/officeDocument/2006/relationships/image" Target="../media/image342.png"/><Relationship Id="rId176" Type="http://schemas.openxmlformats.org/officeDocument/2006/relationships/customXml" Target="../ink/ink353.xml"/><Relationship Id="rId17" Type="http://schemas.openxmlformats.org/officeDocument/2006/relationships/image" Target="../media/image273.png"/><Relationship Id="rId38" Type="http://schemas.openxmlformats.org/officeDocument/2006/relationships/customXml" Target="../ink/ink284.xml"/><Relationship Id="rId59" Type="http://schemas.openxmlformats.org/officeDocument/2006/relationships/image" Target="../media/image294.png"/><Relationship Id="rId103" Type="http://schemas.openxmlformats.org/officeDocument/2006/relationships/image" Target="../media/image316.png"/><Relationship Id="rId124" Type="http://schemas.openxmlformats.org/officeDocument/2006/relationships/customXml" Target="../ink/ink327.xml"/><Relationship Id="rId70" Type="http://schemas.openxmlformats.org/officeDocument/2006/relationships/customXml" Target="../ink/ink300.xml"/><Relationship Id="rId91" Type="http://schemas.openxmlformats.org/officeDocument/2006/relationships/image" Target="../media/image310.png"/><Relationship Id="rId145" Type="http://schemas.openxmlformats.org/officeDocument/2006/relationships/image" Target="../media/image337.png"/><Relationship Id="rId166" Type="http://schemas.openxmlformats.org/officeDocument/2006/relationships/customXml" Target="../ink/ink348.xml"/><Relationship Id="rId187" Type="http://schemas.openxmlformats.org/officeDocument/2006/relationships/image" Target="../media/image35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79.xml"/><Relationship Id="rId49" Type="http://schemas.openxmlformats.org/officeDocument/2006/relationships/image" Target="../media/image289.png"/><Relationship Id="rId114" Type="http://schemas.openxmlformats.org/officeDocument/2006/relationships/customXml" Target="../ink/ink322.xml"/><Relationship Id="rId60" Type="http://schemas.openxmlformats.org/officeDocument/2006/relationships/customXml" Target="../ink/ink295.xml"/><Relationship Id="rId81" Type="http://schemas.openxmlformats.org/officeDocument/2006/relationships/image" Target="../media/image305.png"/><Relationship Id="rId135" Type="http://schemas.openxmlformats.org/officeDocument/2006/relationships/image" Target="../media/image332.png"/><Relationship Id="rId156" Type="http://schemas.openxmlformats.org/officeDocument/2006/relationships/customXml" Target="../ink/ink343.xml"/><Relationship Id="rId177" Type="http://schemas.openxmlformats.org/officeDocument/2006/relationships/image" Target="../media/image35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8.png"/><Relationship Id="rId21" Type="http://schemas.openxmlformats.org/officeDocument/2006/relationships/image" Target="../media/image370.png"/><Relationship Id="rId42" Type="http://schemas.openxmlformats.org/officeDocument/2006/relationships/customXml" Target="../ink/ink381.xml"/><Relationship Id="rId63" Type="http://schemas.openxmlformats.org/officeDocument/2006/relationships/image" Target="../media/image391.png"/><Relationship Id="rId84" Type="http://schemas.openxmlformats.org/officeDocument/2006/relationships/customXml" Target="../ink/ink402.xml"/><Relationship Id="rId138" Type="http://schemas.openxmlformats.org/officeDocument/2006/relationships/customXml" Target="../ink/ink429.xml"/><Relationship Id="rId107" Type="http://schemas.openxmlformats.org/officeDocument/2006/relationships/image" Target="../media/image413.png"/><Relationship Id="rId11" Type="http://schemas.openxmlformats.org/officeDocument/2006/relationships/image" Target="../media/image365.png"/><Relationship Id="rId32" Type="http://schemas.openxmlformats.org/officeDocument/2006/relationships/customXml" Target="../ink/ink376.xml"/><Relationship Id="rId37" Type="http://schemas.openxmlformats.org/officeDocument/2006/relationships/image" Target="../media/image378.png"/><Relationship Id="rId53" Type="http://schemas.openxmlformats.org/officeDocument/2006/relationships/image" Target="../media/image386.png"/><Relationship Id="rId58" Type="http://schemas.openxmlformats.org/officeDocument/2006/relationships/customXml" Target="../ink/ink389.xml"/><Relationship Id="rId74" Type="http://schemas.openxmlformats.org/officeDocument/2006/relationships/customXml" Target="../ink/ink397.xml"/><Relationship Id="rId79" Type="http://schemas.openxmlformats.org/officeDocument/2006/relationships/image" Target="../media/image399.png"/><Relationship Id="rId102" Type="http://schemas.openxmlformats.org/officeDocument/2006/relationships/customXml" Target="../ink/ink411.xml"/><Relationship Id="rId123" Type="http://schemas.openxmlformats.org/officeDocument/2006/relationships/image" Target="../media/image421.png"/><Relationship Id="rId128" Type="http://schemas.openxmlformats.org/officeDocument/2006/relationships/customXml" Target="../ink/ink424.xml"/><Relationship Id="rId5" Type="http://schemas.openxmlformats.org/officeDocument/2006/relationships/image" Target="../media/image362.png"/><Relationship Id="rId90" Type="http://schemas.openxmlformats.org/officeDocument/2006/relationships/customXml" Target="../ink/ink405.xml"/><Relationship Id="rId95" Type="http://schemas.openxmlformats.org/officeDocument/2006/relationships/image" Target="../media/image407.png"/><Relationship Id="rId22" Type="http://schemas.openxmlformats.org/officeDocument/2006/relationships/customXml" Target="../ink/ink371.xml"/><Relationship Id="rId27" Type="http://schemas.openxmlformats.org/officeDocument/2006/relationships/image" Target="../media/image373.png"/><Relationship Id="rId43" Type="http://schemas.openxmlformats.org/officeDocument/2006/relationships/image" Target="../media/image381.png"/><Relationship Id="rId48" Type="http://schemas.openxmlformats.org/officeDocument/2006/relationships/customXml" Target="../ink/ink384.xml"/><Relationship Id="rId64" Type="http://schemas.openxmlformats.org/officeDocument/2006/relationships/customXml" Target="../ink/ink392.xml"/><Relationship Id="rId69" Type="http://schemas.openxmlformats.org/officeDocument/2006/relationships/image" Target="../media/image394.png"/><Relationship Id="rId113" Type="http://schemas.openxmlformats.org/officeDocument/2006/relationships/image" Target="../media/image416.png"/><Relationship Id="rId118" Type="http://schemas.openxmlformats.org/officeDocument/2006/relationships/customXml" Target="../ink/ink419.xml"/><Relationship Id="rId134" Type="http://schemas.openxmlformats.org/officeDocument/2006/relationships/customXml" Target="../ink/ink427.xml"/><Relationship Id="rId139" Type="http://schemas.openxmlformats.org/officeDocument/2006/relationships/image" Target="../media/image429.png"/><Relationship Id="rId80" Type="http://schemas.openxmlformats.org/officeDocument/2006/relationships/customXml" Target="../ink/ink400.xml"/><Relationship Id="rId85" Type="http://schemas.openxmlformats.org/officeDocument/2006/relationships/image" Target="../media/image402.png"/><Relationship Id="rId12" Type="http://schemas.openxmlformats.org/officeDocument/2006/relationships/customXml" Target="../ink/ink366.xml"/><Relationship Id="rId17" Type="http://schemas.openxmlformats.org/officeDocument/2006/relationships/image" Target="../media/image368.png"/><Relationship Id="rId33" Type="http://schemas.openxmlformats.org/officeDocument/2006/relationships/image" Target="../media/image376.png"/><Relationship Id="rId38" Type="http://schemas.openxmlformats.org/officeDocument/2006/relationships/customXml" Target="../ink/ink379.xml"/><Relationship Id="rId59" Type="http://schemas.openxmlformats.org/officeDocument/2006/relationships/image" Target="../media/image389.png"/><Relationship Id="rId103" Type="http://schemas.openxmlformats.org/officeDocument/2006/relationships/image" Target="../media/image411.png"/><Relationship Id="rId108" Type="http://schemas.openxmlformats.org/officeDocument/2006/relationships/customXml" Target="../ink/ink414.xml"/><Relationship Id="rId124" Type="http://schemas.openxmlformats.org/officeDocument/2006/relationships/customXml" Target="../ink/ink422.xml"/><Relationship Id="rId129" Type="http://schemas.openxmlformats.org/officeDocument/2006/relationships/image" Target="../media/image424.png"/><Relationship Id="rId54" Type="http://schemas.openxmlformats.org/officeDocument/2006/relationships/customXml" Target="../ink/ink387.xml"/><Relationship Id="rId70" Type="http://schemas.openxmlformats.org/officeDocument/2006/relationships/customXml" Target="../ink/ink395.xml"/><Relationship Id="rId75" Type="http://schemas.openxmlformats.org/officeDocument/2006/relationships/image" Target="../media/image397.png"/><Relationship Id="rId91" Type="http://schemas.openxmlformats.org/officeDocument/2006/relationships/image" Target="../media/image405.png"/><Relationship Id="rId96" Type="http://schemas.openxmlformats.org/officeDocument/2006/relationships/customXml" Target="../ink/ink408.xml"/><Relationship Id="rId140" Type="http://schemas.openxmlformats.org/officeDocument/2006/relationships/customXml" Target="../ink/ink4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3.xml"/><Relationship Id="rId23" Type="http://schemas.openxmlformats.org/officeDocument/2006/relationships/image" Target="../media/image371.png"/><Relationship Id="rId28" Type="http://schemas.openxmlformats.org/officeDocument/2006/relationships/customXml" Target="../ink/ink374.xml"/><Relationship Id="rId49" Type="http://schemas.openxmlformats.org/officeDocument/2006/relationships/image" Target="../media/image384.png"/><Relationship Id="rId114" Type="http://schemas.openxmlformats.org/officeDocument/2006/relationships/customXml" Target="../ink/ink417.xml"/><Relationship Id="rId119" Type="http://schemas.openxmlformats.org/officeDocument/2006/relationships/image" Target="../media/image419.png"/><Relationship Id="rId44" Type="http://schemas.openxmlformats.org/officeDocument/2006/relationships/customXml" Target="../ink/ink382.xml"/><Relationship Id="rId60" Type="http://schemas.openxmlformats.org/officeDocument/2006/relationships/customXml" Target="../ink/ink390.xml"/><Relationship Id="rId65" Type="http://schemas.openxmlformats.org/officeDocument/2006/relationships/image" Target="../media/image392.png"/><Relationship Id="rId81" Type="http://schemas.openxmlformats.org/officeDocument/2006/relationships/image" Target="../media/image400.png"/><Relationship Id="rId86" Type="http://schemas.openxmlformats.org/officeDocument/2006/relationships/customXml" Target="../ink/ink403.xml"/><Relationship Id="rId130" Type="http://schemas.openxmlformats.org/officeDocument/2006/relationships/customXml" Target="../ink/ink425.xml"/><Relationship Id="rId135" Type="http://schemas.openxmlformats.org/officeDocument/2006/relationships/image" Target="../media/image427.png"/><Relationship Id="rId13" Type="http://schemas.openxmlformats.org/officeDocument/2006/relationships/image" Target="../media/image366.png"/><Relationship Id="rId18" Type="http://schemas.openxmlformats.org/officeDocument/2006/relationships/customXml" Target="../ink/ink369.xml"/><Relationship Id="rId39" Type="http://schemas.openxmlformats.org/officeDocument/2006/relationships/image" Target="../media/image379.png"/><Relationship Id="rId109" Type="http://schemas.openxmlformats.org/officeDocument/2006/relationships/image" Target="../media/image414.png"/><Relationship Id="rId34" Type="http://schemas.openxmlformats.org/officeDocument/2006/relationships/customXml" Target="../ink/ink377.xml"/><Relationship Id="rId50" Type="http://schemas.openxmlformats.org/officeDocument/2006/relationships/customXml" Target="../ink/ink385.xml"/><Relationship Id="rId55" Type="http://schemas.openxmlformats.org/officeDocument/2006/relationships/image" Target="../media/image387.png"/><Relationship Id="rId76" Type="http://schemas.openxmlformats.org/officeDocument/2006/relationships/customXml" Target="../ink/ink398.xml"/><Relationship Id="rId97" Type="http://schemas.openxmlformats.org/officeDocument/2006/relationships/image" Target="../media/image408.png"/><Relationship Id="rId104" Type="http://schemas.openxmlformats.org/officeDocument/2006/relationships/customXml" Target="../ink/ink412.xml"/><Relationship Id="rId120" Type="http://schemas.openxmlformats.org/officeDocument/2006/relationships/customXml" Target="../ink/ink420.xml"/><Relationship Id="rId125" Type="http://schemas.openxmlformats.org/officeDocument/2006/relationships/image" Target="../media/image422.png"/><Relationship Id="rId141" Type="http://schemas.openxmlformats.org/officeDocument/2006/relationships/image" Target="../media/image430.png"/><Relationship Id="rId7" Type="http://schemas.openxmlformats.org/officeDocument/2006/relationships/image" Target="../media/image363.png"/><Relationship Id="rId71" Type="http://schemas.openxmlformats.org/officeDocument/2006/relationships/image" Target="../media/image395.png"/><Relationship Id="rId92" Type="http://schemas.openxmlformats.org/officeDocument/2006/relationships/customXml" Target="../ink/ink406.xml"/><Relationship Id="rId2" Type="http://schemas.openxmlformats.org/officeDocument/2006/relationships/customXml" Target="../ink/ink361.xml"/><Relationship Id="rId29" Type="http://schemas.openxmlformats.org/officeDocument/2006/relationships/image" Target="../media/image374.png"/><Relationship Id="rId24" Type="http://schemas.openxmlformats.org/officeDocument/2006/relationships/customXml" Target="../ink/ink372.xml"/><Relationship Id="rId40" Type="http://schemas.openxmlformats.org/officeDocument/2006/relationships/customXml" Target="../ink/ink380.xml"/><Relationship Id="rId45" Type="http://schemas.openxmlformats.org/officeDocument/2006/relationships/image" Target="../media/image382.png"/><Relationship Id="rId66" Type="http://schemas.openxmlformats.org/officeDocument/2006/relationships/customXml" Target="../ink/ink393.xml"/><Relationship Id="rId87" Type="http://schemas.openxmlformats.org/officeDocument/2006/relationships/image" Target="../media/image403.png"/><Relationship Id="rId110" Type="http://schemas.openxmlformats.org/officeDocument/2006/relationships/customXml" Target="../ink/ink415.xml"/><Relationship Id="rId115" Type="http://schemas.openxmlformats.org/officeDocument/2006/relationships/image" Target="../media/image417.png"/><Relationship Id="rId131" Type="http://schemas.openxmlformats.org/officeDocument/2006/relationships/image" Target="../media/image425.png"/><Relationship Id="rId136" Type="http://schemas.openxmlformats.org/officeDocument/2006/relationships/customXml" Target="../ink/ink428.xml"/><Relationship Id="rId61" Type="http://schemas.openxmlformats.org/officeDocument/2006/relationships/image" Target="../media/image390.png"/><Relationship Id="rId82" Type="http://schemas.openxmlformats.org/officeDocument/2006/relationships/customXml" Target="../ink/ink401.xml"/><Relationship Id="rId19" Type="http://schemas.openxmlformats.org/officeDocument/2006/relationships/image" Target="../media/image369.png"/><Relationship Id="rId14" Type="http://schemas.openxmlformats.org/officeDocument/2006/relationships/customXml" Target="../ink/ink367.xml"/><Relationship Id="rId30" Type="http://schemas.openxmlformats.org/officeDocument/2006/relationships/customXml" Target="../ink/ink375.xml"/><Relationship Id="rId35" Type="http://schemas.openxmlformats.org/officeDocument/2006/relationships/image" Target="../media/image377.png"/><Relationship Id="rId56" Type="http://schemas.openxmlformats.org/officeDocument/2006/relationships/customXml" Target="../ink/ink388.xml"/><Relationship Id="rId77" Type="http://schemas.openxmlformats.org/officeDocument/2006/relationships/image" Target="../media/image398.png"/><Relationship Id="rId100" Type="http://schemas.openxmlformats.org/officeDocument/2006/relationships/customXml" Target="../ink/ink410.xml"/><Relationship Id="rId105" Type="http://schemas.openxmlformats.org/officeDocument/2006/relationships/image" Target="../media/image412.png"/><Relationship Id="rId126" Type="http://schemas.openxmlformats.org/officeDocument/2006/relationships/customXml" Target="../ink/ink423.xml"/><Relationship Id="rId8" Type="http://schemas.openxmlformats.org/officeDocument/2006/relationships/customXml" Target="../ink/ink364.xml"/><Relationship Id="rId51" Type="http://schemas.openxmlformats.org/officeDocument/2006/relationships/image" Target="../media/image385.png"/><Relationship Id="rId72" Type="http://schemas.openxmlformats.org/officeDocument/2006/relationships/customXml" Target="../ink/ink396.xml"/><Relationship Id="rId93" Type="http://schemas.openxmlformats.org/officeDocument/2006/relationships/image" Target="../media/image406.png"/><Relationship Id="rId98" Type="http://schemas.openxmlformats.org/officeDocument/2006/relationships/customXml" Target="../ink/ink409.xml"/><Relationship Id="rId121" Type="http://schemas.openxmlformats.org/officeDocument/2006/relationships/image" Target="../media/image420.png"/><Relationship Id="rId3" Type="http://schemas.openxmlformats.org/officeDocument/2006/relationships/image" Target="../media/image361.png"/><Relationship Id="rId25" Type="http://schemas.openxmlformats.org/officeDocument/2006/relationships/image" Target="../media/image372.png"/><Relationship Id="rId46" Type="http://schemas.openxmlformats.org/officeDocument/2006/relationships/customXml" Target="../ink/ink383.xml"/><Relationship Id="rId67" Type="http://schemas.openxmlformats.org/officeDocument/2006/relationships/image" Target="../media/image393.png"/><Relationship Id="rId116" Type="http://schemas.openxmlformats.org/officeDocument/2006/relationships/customXml" Target="../ink/ink418.xml"/><Relationship Id="rId137" Type="http://schemas.openxmlformats.org/officeDocument/2006/relationships/image" Target="../media/image428.png"/><Relationship Id="rId20" Type="http://schemas.openxmlformats.org/officeDocument/2006/relationships/customXml" Target="../ink/ink370.xml"/><Relationship Id="rId41" Type="http://schemas.openxmlformats.org/officeDocument/2006/relationships/image" Target="../media/image380.png"/><Relationship Id="rId62" Type="http://schemas.openxmlformats.org/officeDocument/2006/relationships/customXml" Target="../ink/ink391.xml"/><Relationship Id="rId83" Type="http://schemas.openxmlformats.org/officeDocument/2006/relationships/image" Target="../media/image401.png"/><Relationship Id="rId88" Type="http://schemas.openxmlformats.org/officeDocument/2006/relationships/customXml" Target="../ink/ink404.xml"/><Relationship Id="rId111" Type="http://schemas.openxmlformats.org/officeDocument/2006/relationships/image" Target="../media/image415.png"/><Relationship Id="rId132" Type="http://schemas.openxmlformats.org/officeDocument/2006/relationships/customXml" Target="../ink/ink426.xml"/><Relationship Id="rId15" Type="http://schemas.openxmlformats.org/officeDocument/2006/relationships/image" Target="../media/image367.png"/><Relationship Id="rId36" Type="http://schemas.openxmlformats.org/officeDocument/2006/relationships/customXml" Target="../ink/ink378.xml"/><Relationship Id="rId57" Type="http://schemas.openxmlformats.org/officeDocument/2006/relationships/image" Target="../media/image388.png"/><Relationship Id="rId106" Type="http://schemas.openxmlformats.org/officeDocument/2006/relationships/customXml" Target="../ink/ink413.xml"/><Relationship Id="rId127" Type="http://schemas.openxmlformats.org/officeDocument/2006/relationships/image" Target="../media/image423.png"/><Relationship Id="rId10" Type="http://schemas.openxmlformats.org/officeDocument/2006/relationships/customXml" Target="../ink/ink365.xml"/><Relationship Id="rId31" Type="http://schemas.openxmlformats.org/officeDocument/2006/relationships/image" Target="../media/image375.png"/><Relationship Id="rId52" Type="http://schemas.openxmlformats.org/officeDocument/2006/relationships/customXml" Target="../ink/ink386.xml"/><Relationship Id="rId73" Type="http://schemas.openxmlformats.org/officeDocument/2006/relationships/image" Target="../media/image396.png"/><Relationship Id="rId78" Type="http://schemas.openxmlformats.org/officeDocument/2006/relationships/customXml" Target="../ink/ink399.xml"/><Relationship Id="rId94" Type="http://schemas.openxmlformats.org/officeDocument/2006/relationships/customXml" Target="../ink/ink407.xml"/><Relationship Id="rId99" Type="http://schemas.openxmlformats.org/officeDocument/2006/relationships/image" Target="../media/image409.png"/><Relationship Id="rId101" Type="http://schemas.openxmlformats.org/officeDocument/2006/relationships/image" Target="../media/image410.png"/><Relationship Id="rId122" Type="http://schemas.openxmlformats.org/officeDocument/2006/relationships/customXml" Target="../ink/ink421.xml"/><Relationship Id="rId4" Type="http://schemas.openxmlformats.org/officeDocument/2006/relationships/customXml" Target="../ink/ink362.xml"/><Relationship Id="rId9" Type="http://schemas.openxmlformats.org/officeDocument/2006/relationships/image" Target="../media/image364.png"/><Relationship Id="rId26" Type="http://schemas.openxmlformats.org/officeDocument/2006/relationships/customXml" Target="../ink/ink373.xml"/><Relationship Id="rId47" Type="http://schemas.openxmlformats.org/officeDocument/2006/relationships/image" Target="../media/image383.png"/><Relationship Id="rId68" Type="http://schemas.openxmlformats.org/officeDocument/2006/relationships/customXml" Target="../ink/ink394.xml"/><Relationship Id="rId89" Type="http://schemas.openxmlformats.org/officeDocument/2006/relationships/image" Target="../media/image404.png"/><Relationship Id="rId112" Type="http://schemas.openxmlformats.org/officeDocument/2006/relationships/customXml" Target="../ink/ink416.xml"/><Relationship Id="rId133" Type="http://schemas.openxmlformats.org/officeDocument/2006/relationships/image" Target="../media/image426.png"/><Relationship Id="rId16" Type="http://schemas.openxmlformats.org/officeDocument/2006/relationships/customXml" Target="../ink/ink36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8.png"/><Relationship Id="rId21" Type="http://schemas.openxmlformats.org/officeDocument/2006/relationships/image" Target="../media/image440.png"/><Relationship Id="rId42" Type="http://schemas.openxmlformats.org/officeDocument/2006/relationships/customXml" Target="../ink/ink451.xml"/><Relationship Id="rId63" Type="http://schemas.openxmlformats.org/officeDocument/2006/relationships/image" Target="../media/image461.png"/><Relationship Id="rId84" Type="http://schemas.openxmlformats.org/officeDocument/2006/relationships/customXml" Target="../ink/ink472.xml"/><Relationship Id="rId138" Type="http://schemas.openxmlformats.org/officeDocument/2006/relationships/customXml" Target="../ink/ink499.xml"/><Relationship Id="rId159" Type="http://schemas.openxmlformats.org/officeDocument/2006/relationships/image" Target="../media/image509.png"/><Relationship Id="rId170" Type="http://schemas.openxmlformats.org/officeDocument/2006/relationships/customXml" Target="../ink/ink515.xml"/><Relationship Id="rId191" Type="http://schemas.openxmlformats.org/officeDocument/2006/relationships/image" Target="../media/image524.png"/><Relationship Id="rId107" Type="http://schemas.openxmlformats.org/officeDocument/2006/relationships/image" Target="../media/image483.png"/><Relationship Id="rId11" Type="http://schemas.openxmlformats.org/officeDocument/2006/relationships/image" Target="../media/image435.png"/><Relationship Id="rId32" Type="http://schemas.openxmlformats.org/officeDocument/2006/relationships/customXml" Target="../ink/ink446.xml"/><Relationship Id="rId53" Type="http://schemas.openxmlformats.org/officeDocument/2006/relationships/image" Target="../media/image456.png"/><Relationship Id="rId74" Type="http://schemas.openxmlformats.org/officeDocument/2006/relationships/customXml" Target="../ink/ink467.xml"/><Relationship Id="rId128" Type="http://schemas.openxmlformats.org/officeDocument/2006/relationships/customXml" Target="../ink/ink494.xml"/><Relationship Id="rId149" Type="http://schemas.openxmlformats.org/officeDocument/2006/relationships/image" Target="../media/image504.png"/><Relationship Id="rId5" Type="http://schemas.openxmlformats.org/officeDocument/2006/relationships/image" Target="../media/image432.png"/><Relationship Id="rId95" Type="http://schemas.openxmlformats.org/officeDocument/2006/relationships/image" Target="../media/image477.png"/><Relationship Id="rId160" Type="http://schemas.openxmlformats.org/officeDocument/2006/relationships/customXml" Target="../ink/ink510.xml"/><Relationship Id="rId181" Type="http://schemas.openxmlformats.org/officeDocument/2006/relationships/image" Target="../media/image519.png"/><Relationship Id="rId22" Type="http://schemas.openxmlformats.org/officeDocument/2006/relationships/customXml" Target="../ink/ink441.xml"/><Relationship Id="rId43" Type="http://schemas.openxmlformats.org/officeDocument/2006/relationships/image" Target="../media/image451.png"/><Relationship Id="rId64" Type="http://schemas.openxmlformats.org/officeDocument/2006/relationships/customXml" Target="../ink/ink462.xml"/><Relationship Id="rId118" Type="http://schemas.openxmlformats.org/officeDocument/2006/relationships/customXml" Target="../ink/ink489.xml"/><Relationship Id="rId139" Type="http://schemas.openxmlformats.org/officeDocument/2006/relationships/image" Target="../media/image499.png"/><Relationship Id="rId85" Type="http://schemas.openxmlformats.org/officeDocument/2006/relationships/image" Target="../media/image472.png"/><Relationship Id="rId150" Type="http://schemas.openxmlformats.org/officeDocument/2006/relationships/customXml" Target="../ink/ink505.xml"/><Relationship Id="rId171" Type="http://schemas.openxmlformats.org/officeDocument/2006/relationships/image" Target="../media/image372.png"/><Relationship Id="rId192" Type="http://schemas.openxmlformats.org/officeDocument/2006/relationships/customXml" Target="../ink/ink526.xml"/><Relationship Id="rId12" Type="http://schemas.openxmlformats.org/officeDocument/2006/relationships/customXml" Target="../ink/ink436.xml"/><Relationship Id="rId33" Type="http://schemas.openxmlformats.org/officeDocument/2006/relationships/image" Target="../media/image446.png"/><Relationship Id="rId108" Type="http://schemas.openxmlformats.org/officeDocument/2006/relationships/customXml" Target="../ink/ink484.xml"/><Relationship Id="rId129" Type="http://schemas.openxmlformats.org/officeDocument/2006/relationships/image" Target="../media/image494.png"/><Relationship Id="rId54" Type="http://schemas.openxmlformats.org/officeDocument/2006/relationships/customXml" Target="../ink/ink457.xml"/><Relationship Id="rId75" Type="http://schemas.openxmlformats.org/officeDocument/2006/relationships/image" Target="../media/image467.png"/><Relationship Id="rId96" Type="http://schemas.openxmlformats.org/officeDocument/2006/relationships/customXml" Target="../ink/ink478.xml"/><Relationship Id="rId140" Type="http://schemas.openxmlformats.org/officeDocument/2006/relationships/customXml" Target="../ink/ink500.xml"/><Relationship Id="rId161" Type="http://schemas.openxmlformats.org/officeDocument/2006/relationships/image" Target="../media/image510.png"/><Relationship Id="rId182" Type="http://schemas.openxmlformats.org/officeDocument/2006/relationships/customXml" Target="../ink/ink521.xml"/><Relationship Id="rId6" Type="http://schemas.openxmlformats.org/officeDocument/2006/relationships/customXml" Target="../ink/ink433.xml"/><Relationship Id="rId23" Type="http://schemas.openxmlformats.org/officeDocument/2006/relationships/image" Target="../media/image441.png"/><Relationship Id="rId119" Type="http://schemas.openxmlformats.org/officeDocument/2006/relationships/image" Target="../media/image489.png"/><Relationship Id="rId44" Type="http://schemas.openxmlformats.org/officeDocument/2006/relationships/customXml" Target="../ink/ink452.xml"/><Relationship Id="rId65" Type="http://schemas.openxmlformats.org/officeDocument/2006/relationships/image" Target="../media/image462.png"/><Relationship Id="rId86" Type="http://schemas.openxmlformats.org/officeDocument/2006/relationships/customXml" Target="../ink/ink473.xml"/><Relationship Id="rId130" Type="http://schemas.openxmlformats.org/officeDocument/2006/relationships/customXml" Target="../ink/ink495.xml"/><Relationship Id="rId151" Type="http://schemas.openxmlformats.org/officeDocument/2006/relationships/image" Target="../media/image505.png"/><Relationship Id="rId172" Type="http://schemas.openxmlformats.org/officeDocument/2006/relationships/customXml" Target="../ink/ink516.xml"/><Relationship Id="rId193" Type="http://schemas.openxmlformats.org/officeDocument/2006/relationships/image" Target="../media/image525.png"/><Relationship Id="rId13" Type="http://schemas.openxmlformats.org/officeDocument/2006/relationships/image" Target="../media/image436.png"/><Relationship Id="rId109" Type="http://schemas.openxmlformats.org/officeDocument/2006/relationships/image" Target="../media/image484.png"/><Relationship Id="rId34" Type="http://schemas.openxmlformats.org/officeDocument/2006/relationships/customXml" Target="../ink/ink447.xml"/><Relationship Id="rId55" Type="http://schemas.openxmlformats.org/officeDocument/2006/relationships/image" Target="../media/image457.png"/><Relationship Id="rId76" Type="http://schemas.openxmlformats.org/officeDocument/2006/relationships/customXml" Target="../ink/ink468.xml"/><Relationship Id="rId97" Type="http://schemas.openxmlformats.org/officeDocument/2006/relationships/image" Target="../media/image478.png"/><Relationship Id="rId120" Type="http://schemas.openxmlformats.org/officeDocument/2006/relationships/customXml" Target="../ink/ink490.xml"/><Relationship Id="rId141" Type="http://schemas.openxmlformats.org/officeDocument/2006/relationships/image" Target="../media/image500.png"/><Relationship Id="rId7" Type="http://schemas.openxmlformats.org/officeDocument/2006/relationships/image" Target="../media/image433.png"/><Relationship Id="rId71" Type="http://schemas.openxmlformats.org/officeDocument/2006/relationships/image" Target="../media/image465.png"/><Relationship Id="rId92" Type="http://schemas.openxmlformats.org/officeDocument/2006/relationships/customXml" Target="../ink/ink476.xml"/><Relationship Id="rId162" Type="http://schemas.openxmlformats.org/officeDocument/2006/relationships/customXml" Target="../ink/ink511.xml"/><Relationship Id="rId183" Type="http://schemas.openxmlformats.org/officeDocument/2006/relationships/image" Target="../media/image520.png"/><Relationship Id="rId2" Type="http://schemas.openxmlformats.org/officeDocument/2006/relationships/customXml" Target="../ink/ink431.xml"/><Relationship Id="rId29" Type="http://schemas.openxmlformats.org/officeDocument/2006/relationships/image" Target="../media/image444.png"/><Relationship Id="rId24" Type="http://schemas.openxmlformats.org/officeDocument/2006/relationships/customXml" Target="../ink/ink442.xml"/><Relationship Id="rId40" Type="http://schemas.openxmlformats.org/officeDocument/2006/relationships/customXml" Target="../ink/ink450.xml"/><Relationship Id="rId45" Type="http://schemas.openxmlformats.org/officeDocument/2006/relationships/image" Target="../media/image452.png"/><Relationship Id="rId66" Type="http://schemas.openxmlformats.org/officeDocument/2006/relationships/customXml" Target="../ink/ink463.xml"/><Relationship Id="rId87" Type="http://schemas.openxmlformats.org/officeDocument/2006/relationships/image" Target="../media/image473.png"/><Relationship Id="rId110" Type="http://schemas.openxmlformats.org/officeDocument/2006/relationships/customXml" Target="../ink/ink485.xml"/><Relationship Id="rId115" Type="http://schemas.openxmlformats.org/officeDocument/2006/relationships/image" Target="../media/image487.png"/><Relationship Id="rId131" Type="http://schemas.openxmlformats.org/officeDocument/2006/relationships/image" Target="../media/image495.png"/><Relationship Id="rId136" Type="http://schemas.openxmlformats.org/officeDocument/2006/relationships/customXml" Target="../ink/ink498.xml"/><Relationship Id="rId157" Type="http://schemas.openxmlformats.org/officeDocument/2006/relationships/image" Target="../media/image508.png"/><Relationship Id="rId178" Type="http://schemas.openxmlformats.org/officeDocument/2006/relationships/customXml" Target="../ink/ink519.xml"/><Relationship Id="rId61" Type="http://schemas.openxmlformats.org/officeDocument/2006/relationships/image" Target="../media/image460.png"/><Relationship Id="rId82" Type="http://schemas.openxmlformats.org/officeDocument/2006/relationships/customXml" Target="../ink/ink471.xml"/><Relationship Id="rId152" Type="http://schemas.openxmlformats.org/officeDocument/2006/relationships/customXml" Target="../ink/ink506.xml"/><Relationship Id="rId173" Type="http://schemas.openxmlformats.org/officeDocument/2006/relationships/image" Target="../media/image515.png"/><Relationship Id="rId194" Type="http://schemas.openxmlformats.org/officeDocument/2006/relationships/customXml" Target="../ink/ink527.xml"/><Relationship Id="rId199" Type="http://schemas.openxmlformats.org/officeDocument/2006/relationships/image" Target="../media/image528.png"/><Relationship Id="rId19" Type="http://schemas.openxmlformats.org/officeDocument/2006/relationships/image" Target="../media/image439.png"/><Relationship Id="rId14" Type="http://schemas.openxmlformats.org/officeDocument/2006/relationships/customXml" Target="../ink/ink437.xml"/><Relationship Id="rId30" Type="http://schemas.openxmlformats.org/officeDocument/2006/relationships/customXml" Target="../ink/ink445.xml"/><Relationship Id="rId35" Type="http://schemas.openxmlformats.org/officeDocument/2006/relationships/image" Target="../media/image447.png"/><Relationship Id="rId56" Type="http://schemas.openxmlformats.org/officeDocument/2006/relationships/customXml" Target="../ink/ink458.xml"/><Relationship Id="rId77" Type="http://schemas.openxmlformats.org/officeDocument/2006/relationships/image" Target="../media/image468.png"/><Relationship Id="rId100" Type="http://schemas.openxmlformats.org/officeDocument/2006/relationships/customXml" Target="../ink/ink480.xml"/><Relationship Id="rId105" Type="http://schemas.openxmlformats.org/officeDocument/2006/relationships/image" Target="../media/image482.png"/><Relationship Id="rId126" Type="http://schemas.openxmlformats.org/officeDocument/2006/relationships/customXml" Target="../ink/ink493.xml"/><Relationship Id="rId147" Type="http://schemas.openxmlformats.org/officeDocument/2006/relationships/image" Target="../media/image503.png"/><Relationship Id="rId168" Type="http://schemas.openxmlformats.org/officeDocument/2006/relationships/customXml" Target="../ink/ink514.xml"/><Relationship Id="rId8" Type="http://schemas.openxmlformats.org/officeDocument/2006/relationships/customXml" Target="../ink/ink434.xml"/><Relationship Id="rId51" Type="http://schemas.openxmlformats.org/officeDocument/2006/relationships/image" Target="../media/image455.png"/><Relationship Id="rId72" Type="http://schemas.openxmlformats.org/officeDocument/2006/relationships/customXml" Target="../ink/ink466.xml"/><Relationship Id="rId93" Type="http://schemas.openxmlformats.org/officeDocument/2006/relationships/image" Target="../media/image476.png"/><Relationship Id="rId98" Type="http://schemas.openxmlformats.org/officeDocument/2006/relationships/customXml" Target="../ink/ink479.xml"/><Relationship Id="rId121" Type="http://schemas.openxmlformats.org/officeDocument/2006/relationships/image" Target="../media/image490.png"/><Relationship Id="rId142" Type="http://schemas.openxmlformats.org/officeDocument/2006/relationships/customXml" Target="../ink/ink501.xml"/><Relationship Id="rId163" Type="http://schemas.openxmlformats.org/officeDocument/2006/relationships/image" Target="../media/image511.png"/><Relationship Id="rId184" Type="http://schemas.openxmlformats.org/officeDocument/2006/relationships/customXml" Target="../ink/ink522.xml"/><Relationship Id="rId189" Type="http://schemas.openxmlformats.org/officeDocument/2006/relationships/image" Target="../media/image523.png"/><Relationship Id="rId3" Type="http://schemas.openxmlformats.org/officeDocument/2006/relationships/image" Target="../media/image431.png"/><Relationship Id="rId25" Type="http://schemas.openxmlformats.org/officeDocument/2006/relationships/image" Target="../media/image442.png"/><Relationship Id="rId46" Type="http://schemas.openxmlformats.org/officeDocument/2006/relationships/customXml" Target="../ink/ink453.xml"/><Relationship Id="rId67" Type="http://schemas.openxmlformats.org/officeDocument/2006/relationships/image" Target="../media/image463.png"/><Relationship Id="rId116" Type="http://schemas.openxmlformats.org/officeDocument/2006/relationships/customXml" Target="../ink/ink488.xml"/><Relationship Id="rId137" Type="http://schemas.openxmlformats.org/officeDocument/2006/relationships/image" Target="../media/image498.png"/><Relationship Id="rId158" Type="http://schemas.openxmlformats.org/officeDocument/2006/relationships/customXml" Target="../ink/ink509.xml"/><Relationship Id="rId20" Type="http://schemas.openxmlformats.org/officeDocument/2006/relationships/customXml" Target="../ink/ink440.xml"/><Relationship Id="rId41" Type="http://schemas.openxmlformats.org/officeDocument/2006/relationships/image" Target="../media/image450.png"/><Relationship Id="rId62" Type="http://schemas.openxmlformats.org/officeDocument/2006/relationships/customXml" Target="../ink/ink461.xml"/><Relationship Id="rId83" Type="http://schemas.openxmlformats.org/officeDocument/2006/relationships/image" Target="../media/image471.png"/><Relationship Id="rId88" Type="http://schemas.openxmlformats.org/officeDocument/2006/relationships/customXml" Target="../ink/ink474.xml"/><Relationship Id="rId111" Type="http://schemas.openxmlformats.org/officeDocument/2006/relationships/image" Target="../media/image485.png"/><Relationship Id="rId132" Type="http://schemas.openxmlformats.org/officeDocument/2006/relationships/customXml" Target="../ink/ink496.xml"/><Relationship Id="rId153" Type="http://schemas.openxmlformats.org/officeDocument/2006/relationships/image" Target="../media/image506.png"/><Relationship Id="rId174" Type="http://schemas.openxmlformats.org/officeDocument/2006/relationships/customXml" Target="../ink/ink517.xml"/><Relationship Id="rId179" Type="http://schemas.openxmlformats.org/officeDocument/2006/relationships/image" Target="../media/image518.png"/><Relationship Id="rId195" Type="http://schemas.openxmlformats.org/officeDocument/2006/relationships/image" Target="../media/image526.png"/><Relationship Id="rId190" Type="http://schemas.openxmlformats.org/officeDocument/2006/relationships/customXml" Target="../ink/ink525.xml"/><Relationship Id="rId15" Type="http://schemas.openxmlformats.org/officeDocument/2006/relationships/image" Target="../media/image437.png"/><Relationship Id="rId36" Type="http://schemas.openxmlformats.org/officeDocument/2006/relationships/customXml" Target="../ink/ink448.xml"/><Relationship Id="rId57" Type="http://schemas.openxmlformats.org/officeDocument/2006/relationships/image" Target="../media/image458.png"/><Relationship Id="rId106" Type="http://schemas.openxmlformats.org/officeDocument/2006/relationships/customXml" Target="../ink/ink483.xml"/><Relationship Id="rId127" Type="http://schemas.openxmlformats.org/officeDocument/2006/relationships/image" Target="../media/image493.png"/><Relationship Id="rId10" Type="http://schemas.openxmlformats.org/officeDocument/2006/relationships/customXml" Target="../ink/ink435.xml"/><Relationship Id="rId31" Type="http://schemas.openxmlformats.org/officeDocument/2006/relationships/image" Target="../media/image445.png"/><Relationship Id="rId52" Type="http://schemas.openxmlformats.org/officeDocument/2006/relationships/customXml" Target="../ink/ink456.xml"/><Relationship Id="rId73" Type="http://schemas.openxmlformats.org/officeDocument/2006/relationships/image" Target="../media/image466.png"/><Relationship Id="rId78" Type="http://schemas.openxmlformats.org/officeDocument/2006/relationships/customXml" Target="../ink/ink469.xml"/><Relationship Id="rId94" Type="http://schemas.openxmlformats.org/officeDocument/2006/relationships/customXml" Target="../ink/ink477.xml"/><Relationship Id="rId99" Type="http://schemas.openxmlformats.org/officeDocument/2006/relationships/image" Target="../media/image479.png"/><Relationship Id="rId101" Type="http://schemas.openxmlformats.org/officeDocument/2006/relationships/image" Target="../media/image480.png"/><Relationship Id="rId122" Type="http://schemas.openxmlformats.org/officeDocument/2006/relationships/customXml" Target="../ink/ink491.xml"/><Relationship Id="rId143" Type="http://schemas.openxmlformats.org/officeDocument/2006/relationships/image" Target="../media/image501.png"/><Relationship Id="rId148" Type="http://schemas.openxmlformats.org/officeDocument/2006/relationships/customXml" Target="../ink/ink504.xml"/><Relationship Id="rId164" Type="http://schemas.openxmlformats.org/officeDocument/2006/relationships/customXml" Target="../ink/ink512.xml"/><Relationship Id="rId169" Type="http://schemas.openxmlformats.org/officeDocument/2006/relationships/image" Target="../media/image514.png"/><Relationship Id="rId185" Type="http://schemas.openxmlformats.org/officeDocument/2006/relationships/image" Target="../media/image521.png"/><Relationship Id="rId4" Type="http://schemas.openxmlformats.org/officeDocument/2006/relationships/customXml" Target="../ink/ink432.xml"/><Relationship Id="rId9" Type="http://schemas.openxmlformats.org/officeDocument/2006/relationships/image" Target="../media/image434.png"/><Relationship Id="rId180" Type="http://schemas.openxmlformats.org/officeDocument/2006/relationships/customXml" Target="../ink/ink520.xml"/><Relationship Id="rId26" Type="http://schemas.openxmlformats.org/officeDocument/2006/relationships/customXml" Target="../ink/ink443.xml"/><Relationship Id="rId47" Type="http://schemas.openxmlformats.org/officeDocument/2006/relationships/image" Target="../media/image453.png"/><Relationship Id="rId68" Type="http://schemas.openxmlformats.org/officeDocument/2006/relationships/customXml" Target="../ink/ink464.xml"/><Relationship Id="rId89" Type="http://schemas.openxmlformats.org/officeDocument/2006/relationships/image" Target="../media/image474.png"/><Relationship Id="rId112" Type="http://schemas.openxmlformats.org/officeDocument/2006/relationships/customXml" Target="../ink/ink486.xml"/><Relationship Id="rId133" Type="http://schemas.openxmlformats.org/officeDocument/2006/relationships/image" Target="../media/image496.png"/><Relationship Id="rId154" Type="http://schemas.openxmlformats.org/officeDocument/2006/relationships/customXml" Target="../ink/ink507.xml"/><Relationship Id="rId175" Type="http://schemas.openxmlformats.org/officeDocument/2006/relationships/image" Target="../media/image516.png"/><Relationship Id="rId196" Type="http://schemas.openxmlformats.org/officeDocument/2006/relationships/customXml" Target="../ink/ink528.xml"/><Relationship Id="rId16" Type="http://schemas.openxmlformats.org/officeDocument/2006/relationships/customXml" Target="../ink/ink438.xml"/><Relationship Id="rId37" Type="http://schemas.openxmlformats.org/officeDocument/2006/relationships/image" Target="../media/image448.png"/><Relationship Id="rId58" Type="http://schemas.openxmlformats.org/officeDocument/2006/relationships/customXml" Target="../ink/ink459.xml"/><Relationship Id="rId79" Type="http://schemas.openxmlformats.org/officeDocument/2006/relationships/image" Target="../media/image469.png"/><Relationship Id="rId102" Type="http://schemas.openxmlformats.org/officeDocument/2006/relationships/customXml" Target="../ink/ink481.xml"/><Relationship Id="rId123" Type="http://schemas.openxmlformats.org/officeDocument/2006/relationships/image" Target="../media/image491.png"/><Relationship Id="rId144" Type="http://schemas.openxmlformats.org/officeDocument/2006/relationships/customXml" Target="../ink/ink502.xml"/><Relationship Id="rId90" Type="http://schemas.openxmlformats.org/officeDocument/2006/relationships/customXml" Target="../ink/ink475.xml"/><Relationship Id="rId165" Type="http://schemas.openxmlformats.org/officeDocument/2006/relationships/image" Target="../media/image512.png"/><Relationship Id="rId186" Type="http://schemas.openxmlformats.org/officeDocument/2006/relationships/customXml" Target="../ink/ink523.xml"/><Relationship Id="rId27" Type="http://schemas.openxmlformats.org/officeDocument/2006/relationships/image" Target="../media/image443.png"/><Relationship Id="rId48" Type="http://schemas.openxmlformats.org/officeDocument/2006/relationships/customXml" Target="../ink/ink454.xml"/><Relationship Id="rId69" Type="http://schemas.openxmlformats.org/officeDocument/2006/relationships/image" Target="../media/image464.png"/><Relationship Id="rId113" Type="http://schemas.openxmlformats.org/officeDocument/2006/relationships/image" Target="../media/image486.png"/><Relationship Id="rId134" Type="http://schemas.openxmlformats.org/officeDocument/2006/relationships/customXml" Target="../ink/ink497.xml"/><Relationship Id="rId80" Type="http://schemas.openxmlformats.org/officeDocument/2006/relationships/customXml" Target="../ink/ink470.xml"/><Relationship Id="rId155" Type="http://schemas.openxmlformats.org/officeDocument/2006/relationships/image" Target="../media/image507.png"/><Relationship Id="rId176" Type="http://schemas.openxmlformats.org/officeDocument/2006/relationships/customXml" Target="../ink/ink518.xml"/><Relationship Id="rId197" Type="http://schemas.openxmlformats.org/officeDocument/2006/relationships/image" Target="../media/image527.png"/><Relationship Id="rId17" Type="http://schemas.openxmlformats.org/officeDocument/2006/relationships/image" Target="../media/image438.png"/><Relationship Id="rId38" Type="http://schemas.openxmlformats.org/officeDocument/2006/relationships/customXml" Target="../ink/ink449.xml"/><Relationship Id="rId59" Type="http://schemas.openxmlformats.org/officeDocument/2006/relationships/image" Target="../media/image459.png"/><Relationship Id="rId103" Type="http://schemas.openxmlformats.org/officeDocument/2006/relationships/image" Target="../media/image481.png"/><Relationship Id="rId124" Type="http://schemas.openxmlformats.org/officeDocument/2006/relationships/customXml" Target="../ink/ink492.xml"/><Relationship Id="rId70" Type="http://schemas.openxmlformats.org/officeDocument/2006/relationships/customXml" Target="../ink/ink465.xml"/><Relationship Id="rId91" Type="http://schemas.openxmlformats.org/officeDocument/2006/relationships/image" Target="../media/image475.png"/><Relationship Id="rId145" Type="http://schemas.openxmlformats.org/officeDocument/2006/relationships/image" Target="../media/image502.png"/><Relationship Id="rId166" Type="http://schemas.openxmlformats.org/officeDocument/2006/relationships/customXml" Target="../ink/ink513.xml"/><Relationship Id="rId187" Type="http://schemas.openxmlformats.org/officeDocument/2006/relationships/image" Target="../media/image52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44.xml"/><Relationship Id="rId49" Type="http://schemas.openxmlformats.org/officeDocument/2006/relationships/image" Target="../media/image454.png"/><Relationship Id="rId114" Type="http://schemas.openxmlformats.org/officeDocument/2006/relationships/customXml" Target="../ink/ink487.xml"/><Relationship Id="rId60" Type="http://schemas.openxmlformats.org/officeDocument/2006/relationships/customXml" Target="../ink/ink460.xml"/><Relationship Id="rId81" Type="http://schemas.openxmlformats.org/officeDocument/2006/relationships/image" Target="../media/image470.png"/><Relationship Id="rId135" Type="http://schemas.openxmlformats.org/officeDocument/2006/relationships/image" Target="../media/image497.png"/><Relationship Id="rId156" Type="http://schemas.openxmlformats.org/officeDocument/2006/relationships/customXml" Target="../ink/ink508.xml"/><Relationship Id="rId177" Type="http://schemas.openxmlformats.org/officeDocument/2006/relationships/image" Target="../media/image517.png"/><Relationship Id="rId198" Type="http://schemas.openxmlformats.org/officeDocument/2006/relationships/customXml" Target="../ink/ink529.xml"/><Relationship Id="rId18" Type="http://schemas.openxmlformats.org/officeDocument/2006/relationships/customXml" Target="../ink/ink439.xml"/><Relationship Id="rId39" Type="http://schemas.openxmlformats.org/officeDocument/2006/relationships/image" Target="../media/image449.png"/><Relationship Id="rId50" Type="http://schemas.openxmlformats.org/officeDocument/2006/relationships/customXml" Target="../ink/ink455.xml"/><Relationship Id="rId104" Type="http://schemas.openxmlformats.org/officeDocument/2006/relationships/customXml" Target="../ink/ink482.xml"/><Relationship Id="rId125" Type="http://schemas.openxmlformats.org/officeDocument/2006/relationships/image" Target="../media/image492.png"/><Relationship Id="rId146" Type="http://schemas.openxmlformats.org/officeDocument/2006/relationships/customXml" Target="../ink/ink503.xml"/><Relationship Id="rId167" Type="http://schemas.openxmlformats.org/officeDocument/2006/relationships/image" Target="../media/image513.png"/><Relationship Id="rId188" Type="http://schemas.openxmlformats.org/officeDocument/2006/relationships/customXml" Target="../ink/ink52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6.png"/><Relationship Id="rId21" Type="http://schemas.openxmlformats.org/officeDocument/2006/relationships/image" Target="../media/image538.png"/><Relationship Id="rId42" Type="http://schemas.openxmlformats.org/officeDocument/2006/relationships/customXml" Target="../ink/ink550.xml"/><Relationship Id="rId63" Type="http://schemas.openxmlformats.org/officeDocument/2006/relationships/image" Target="../media/image559.png"/><Relationship Id="rId84" Type="http://schemas.openxmlformats.org/officeDocument/2006/relationships/customXml" Target="../ink/ink571.xml"/><Relationship Id="rId138" Type="http://schemas.openxmlformats.org/officeDocument/2006/relationships/customXml" Target="../ink/ink598.xml"/><Relationship Id="rId107" Type="http://schemas.openxmlformats.org/officeDocument/2006/relationships/image" Target="../media/image581.png"/><Relationship Id="rId11" Type="http://schemas.openxmlformats.org/officeDocument/2006/relationships/image" Target="../media/image533.png"/><Relationship Id="rId32" Type="http://schemas.openxmlformats.org/officeDocument/2006/relationships/customXml" Target="../ink/ink545.xml"/><Relationship Id="rId53" Type="http://schemas.openxmlformats.org/officeDocument/2006/relationships/image" Target="../media/image554.png"/><Relationship Id="rId74" Type="http://schemas.openxmlformats.org/officeDocument/2006/relationships/customXml" Target="../ink/ink566.xml"/><Relationship Id="rId128" Type="http://schemas.openxmlformats.org/officeDocument/2006/relationships/customXml" Target="../ink/ink593.xml"/><Relationship Id="rId149" Type="http://schemas.openxmlformats.org/officeDocument/2006/relationships/image" Target="../media/image602.png"/><Relationship Id="rId5" Type="http://schemas.openxmlformats.org/officeDocument/2006/relationships/image" Target="../media/image530.png"/><Relationship Id="rId95" Type="http://schemas.openxmlformats.org/officeDocument/2006/relationships/image" Target="../media/image575.png"/><Relationship Id="rId22" Type="http://schemas.openxmlformats.org/officeDocument/2006/relationships/customXml" Target="../ink/ink540.xml"/><Relationship Id="rId27" Type="http://schemas.openxmlformats.org/officeDocument/2006/relationships/image" Target="../media/image541.png"/><Relationship Id="rId43" Type="http://schemas.openxmlformats.org/officeDocument/2006/relationships/image" Target="../media/image549.png"/><Relationship Id="rId48" Type="http://schemas.openxmlformats.org/officeDocument/2006/relationships/customXml" Target="../ink/ink553.xml"/><Relationship Id="rId64" Type="http://schemas.openxmlformats.org/officeDocument/2006/relationships/customXml" Target="../ink/ink561.xml"/><Relationship Id="rId69" Type="http://schemas.openxmlformats.org/officeDocument/2006/relationships/image" Target="../media/image562.png"/><Relationship Id="rId113" Type="http://schemas.openxmlformats.org/officeDocument/2006/relationships/image" Target="../media/image584.png"/><Relationship Id="rId118" Type="http://schemas.openxmlformats.org/officeDocument/2006/relationships/customXml" Target="../ink/ink588.xml"/><Relationship Id="rId134" Type="http://schemas.openxmlformats.org/officeDocument/2006/relationships/customXml" Target="../ink/ink596.xml"/><Relationship Id="rId139" Type="http://schemas.openxmlformats.org/officeDocument/2006/relationships/image" Target="../media/image597.png"/><Relationship Id="rId80" Type="http://schemas.openxmlformats.org/officeDocument/2006/relationships/customXml" Target="../ink/ink569.xml"/><Relationship Id="rId85" Type="http://schemas.openxmlformats.org/officeDocument/2006/relationships/image" Target="../media/image570.png"/><Relationship Id="rId150" Type="http://schemas.openxmlformats.org/officeDocument/2006/relationships/customXml" Target="../ink/ink604.xml"/><Relationship Id="rId12" Type="http://schemas.openxmlformats.org/officeDocument/2006/relationships/customXml" Target="../ink/ink535.xml"/><Relationship Id="rId17" Type="http://schemas.openxmlformats.org/officeDocument/2006/relationships/image" Target="../media/image536.png"/><Relationship Id="rId33" Type="http://schemas.openxmlformats.org/officeDocument/2006/relationships/image" Target="../media/image544.png"/><Relationship Id="rId38" Type="http://schemas.openxmlformats.org/officeDocument/2006/relationships/customXml" Target="../ink/ink548.xml"/><Relationship Id="rId59" Type="http://schemas.openxmlformats.org/officeDocument/2006/relationships/image" Target="../media/image557.png"/><Relationship Id="rId103" Type="http://schemas.openxmlformats.org/officeDocument/2006/relationships/image" Target="../media/image579.png"/><Relationship Id="rId108" Type="http://schemas.openxmlformats.org/officeDocument/2006/relationships/customXml" Target="../ink/ink583.xml"/><Relationship Id="rId124" Type="http://schemas.openxmlformats.org/officeDocument/2006/relationships/customXml" Target="../ink/ink591.xml"/><Relationship Id="rId129" Type="http://schemas.openxmlformats.org/officeDocument/2006/relationships/image" Target="../media/image592.png"/><Relationship Id="rId54" Type="http://schemas.openxmlformats.org/officeDocument/2006/relationships/customXml" Target="../ink/ink556.xml"/><Relationship Id="rId70" Type="http://schemas.openxmlformats.org/officeDocument/2006/relationships/customXml" Target="../ink/ink564.xml"/><Relationship Id="rId75" Type="http://schemas.openxmlformats.org/officeDocument/2006/relationships/image" Target="../media/image565.png"/><Relationship Id="rId91" Type="http://schemas.openxmlformats.org/officeDocument/2006/relationships/image" Target="../media/image573.png"/><Relationship Id="rId96" Type="http://schemas.openxmlformats.org/officeDocument/2006/relationships/customXml" Target="../ink/ink577.xml"/><Relationship Id="rId140" Type="http://schemas.openxmlformats.org/officeDocument/2006/relationships/customXml" Target="../ink/ink599.xml"/><Relationship Id="rId145" Type="http://schemas.openxmlformats.org/officeDocument/2006/relationships/image" Target="../media/image6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2.xml"/><Relationship Id="rId23" Type="http://schemas.openxmlformats.org/officeDocument/2006/relationships/image" Target="../media/image539.png"/><Relationship Id="rId28" Type="http://schemas.openxmlformats.org/officeDocument/2006/relationships/customXml" Target="../ink/ink543.xml"/><Relationship Id="rId49" Type="http://schemas.openxmlformats.org/officeDocument/2006/relationships/image" Target="../media/image552.png"/><Relationship Id="rId114" Type="http://schemas.openxmlformats.org/officeDocument/2006/relationships/customXml" Target="../ink/ink586.xml"/><Relationship Id="rId119" Type="http://schemas.openxmlformats.org/officeDocument/2006/relationships/image" Target="../media/image587.png"/><Relationship Id="rId44" Type="http://schemas.openxmlformats.org/officeDocument/2006/relationships/customXml" Target="../ink/ink551.xml"/><Relationship Id="rId60" Type="http://schemas.openxmlformats.org/officeDocument/2006/relationships/customXml" Target="../ink/ink559.xml"/><Relationship Id="rId65" Type="http://schemas.openxmlformats.org/officeDocument/2006/relationships/image" Target="../media/image560.png"/><Relationship Id="rId81" Type="http://schemas.openxmlformats.org/officeDocument/2006/relationships/image" Target="../media/image568.png"/><Relationship Id="rId86" Type="http://schemas.openxmlformats.org/officeDocument/2006/relationships/customXml" Target="../ink/ink572.xml"/><Relationship Id="rId130" Type="http://schemas.openxmlformats.org/officeDocument/2006/relationships/customXml" Target="../ink/ink594.xml"/><Relationship Id="rId135" Type="http://schemas.openxmlformats.org/officeDocument/2006/relationships/image" Target="../media/image595.png"/><Relationship Id="rId151" Type="http://schemas.openxmlformats.org/officeDocument/2006/relationships/image" Target="../media/image603.png"/><Relationship Id="rId13" Type="http://schemas.openxmlformats.org/officeDocument/2006/relationships/image" Target="../media/image534.png"/><Relationship Id="rId18" Type="http://schemas.openxmlformats.org/officeDocument/2006/relationships/customXml" Target="../ink/ink538.xml"/><Relationship Id="rId39" Type="http://schemas.openxmlformats.org/officeDocument/2006/relationships/image" Target="../media/image547.png"/><Relationship Id="rId109" Type="http://schemas.openxmlformats.org/officeDocument/2006/relationships/image" Target="../media/image582.png"/><Relationship Id="rId34" Type="http://schemas.openxmlformats.org/officeDocument/2006/relationships/customXml" Target="../ink/ink546.xml"/><Relationship Id="rId50" Type="http://schemas.openxmlformats.org/officeDocument/2006/relationships/customXml" Target="../ink/ink554.xml"/><Relationship Id="rId55" Type="http://schemas.openxmlformats.org/officeDocument/2006/relationships/image" Target="../media/image555.png"/><Relationship Id="rId76" Type="http://schemas.openxmlformats.org/officeDocument/2006/relationships/customXml" Target="../ink/ink567.xml"/><Relationship Id="rId97" Type="http://schemas.openxmlformats.org/officeDocument/2006/relationships/image" Target="../media/image576.png"/><Relationship Id="rId104" Type="http://schemas.openxmlformats.org/officeDocument/2006/relationships/customXml" Target="../ink/ink581.xml"/><Relationship Id="rId120" Type="http://schemas.openxmlformats.org/officeDocument/2006/relationships/customXml" Target="../ink/ink589.xml"/><Relationship Id="rId125" Type="http://schemas.openxmlformats.org/officeDocument/2006/relationships/image" Target="../media/image590.png"/><Relationship Id="rId141" Type="http://schemas.openxmlformats.org/officeDocument/2006/relationships/image" Target="../media/image598.png"/><Relationship Id="rId146" Type="http://schemas.openxmlformats.org/officeDocument/2006/relationships/customXml" Target="../ink/ink602.xml"/><Relationship Id="rId7" Type="http://schemas.openxmlformats.org/officeDocument/2006/relationships/image" Target="../media/image531.png"/><Relationship Id="rId71" Type="http://schemas.openxmlformats.org/officeDocument/2006/relationships/image" Target="../media/image563.png"/><Relationship Id="rId92" Type="http://schemas.openxmlformats.org/officeDocument/2006/relationships/customXml" Target="../ink/ink575.xml"/><Relationship Id="rId2" Type="http://schemas.openxmlformats.org/officeDocument/2006/relationships/customXml" Target="../ink/ink530.xml"/><Relationship Id="rId29" Type="http://schemas.openxmlformats.org/officeDocument/2006/relationships/image" Target="../media/image542.png"/><Relationship Id="rId24" Type="http://schemas.openxmlformats.org/officeDocument/2006/relationships/customXml" Target="../ink/ink541.xml"/><Relationship Id="rId40" Type="http://schemas.openxmlformats.org/officeDocument/2006/relationships/customXml" Target="../ink/ink549.xml"/><Relationship Id="rId45" Type="http://schemas.openxmlformats.org/officeDocument/2006/relationships/image" Target="../media/image550.png"/><Relationship Id="rId66" Type="http://schemas.openxmlformats.org/officeDocument/2006/relationships/customXml" Target="../ink/ink562.xml"/><Relationship Id="rId87" Type="http://schemas.openxmlformats.org/officeDocument/2006/relationships/image" Target="../media/image571.png"/><Relationship Id="rId110" Type="http://schemas.openxmlformats.org/officeDocument/2006/relationships/customXml" Target="../ink/ink584.xml"/><Relationship Id="rId115" Type="http://schemas.openxmlformats.org/officeDocument/2006/relationships/image" Target="../media/image585.png"/><Relationship Id="rId131" Type="http://schemas.openxmlformats.org/officeDocument/2006/relationships/image" Target="../media/image593.png"/><Relationship Id="rId136" Type="http://schemas.openxmlformats.org/officeDocument/2006/relationships/customXml" Target="../ink/ink597.xml"/><Relationship Id="rId61" Type="http://schemas.openxmlformats.org/officeDocument/2006/relationships/image" Target="../media/image558.png"/><Relationship Id="rId82" Type="http://schemas.openxmlformats.org/officeDocument/2006/relationships/customXml" Target="../ink/ink570.xml"/><Relationship Id="rId19" Type="http://schemas.openxmlformats.org/officeDocument/2006/relationships/image" Target="../media/image537.png"/><Relationship Id="rId14" Type="http://schemas.openxmlformats.org/officeDocument/2006/relationships/customXml" Target="../ink/ink536.xml"/><Relationship Id="rId30" Type="http://schemas.openxmlformats.org/officeDocument/2006/relationships/customXml" Target="../ink/ink544.xml"/><Relationship Id="rId35" Type="http://schemas.openxmlformats.org/officeDocument/2006/relationships/image" Target="../media/image545.png"/><Relationship Id="rId56" Type="http://schemas.openxmlformats.org/officeDocument/2006/relationships/customXml" Target="../ink/ink557.xml"/><Relationship Id="rId77" Type="http://schemas.openxmlformats.org/officeDocument/2006/relationships/image" Target="../media/image566.png"/><Relationship Id="rId100" Type="http://schemas.openxmlformats.org/officeDocument/2006/relationships/customXml" Target="../ink/ink579.xml"/><Relationship Id="rId105" Type="http://schemas.openxmlformats.org/officeDocument/2006/relationships/image" Target="../media/image580.png"/><Relationship Id="rId126" Type="http://schemas.openxmlformats.org/officeDocument/2006/relationships/customXml" Target="../ink/ink592.xml"/><Relationship Id="rId147" Type="http://schemas.openxmlformats.org/officeDocument/2006/relationships/image" Target="../media/image601.png"/><Relationship Id="rId8" Type="http://schemas.openxmlformats.org/officeDocument/2006/relationships/customXml" Target="../ink/ink533.xml"/><Relationship Id="rId51" Type="http://schemas.openxmlformats.org/officeDocument/2006/relationships/image" Target="../media/image553.png"/><Relationship Id="rId72" Type="http://schemas.openxmlformats.org/officeDocument/2006/relationships/customXml" Target="../ink/ink565.xml"/><Relationship Id="rId93" Type="http://schemas.openxmlformats.org/officeDocument/2006/relationships/image" Target="../media/image574.png"/><Relationship Id="rId98" Type="http://schemas.openxmlformats.org/officeDocument/2006/relationships/customXml" Target="../ink/ink578.xml"/><Relationship Id="rId121" Type="http://schemas.openxmlformats.org/officeDocument/2006/relationships/image" Target="../media/image588.png"/><Relationship Id="rId142" Type="http://schemas.openxmlformats.org/officeDocument/2006/relationships/customXml" Target="../ink/ink600.xml"/><Relationship Id="rId3" Type="http://schemas.openxmlformats.org/officeDocument/2006/relationships/image" Target="../media/image529.png"/><Relationship Id="rId25" Type="http://schemas.openxmlformats.org/officeDocument/2006/relationships/image" Target="../media/image540.png"/><Relationship Id="rId46" Type="http://schemas.openxmlformats.org/officeDocument/2006/relationships/customXml" Target="../ink/ink552.xml"/><Relationship Id="rId67" Type="http://schemas.openxmlformats.org/officeDocument/2006/relationships/image" Target="../media/image561.png"/><Relationship Id="rId116" Type="http://schemas.openxmlformats.org/officeDocument/2006/relationships/customXml" Target="../ink/ink587.xml"/><Relationship Id="rId137" Type="http://schemas.openxmlformats.org/officeDocument/2006/relationships/image" Target="../media/image596.png"/><Relationship Id="rId20" Type="http://schemas.openxmlformats.org/officeDocument/2006/relationships/customXml" Target="../ink/ink539.xml"/><Relationship Id="rId41" Type="http://schemas.openxmlformats.org/officeDocument/2006/relationships/image" Target="../media/image548.png"/><Relationship Id="rId62" Type="http://schemas.openxmlformats.org/officeDocument/2006/relationships/customXml" Target="../ink/ink560.xml"/><Relationship Id="rId83" Type="http://schemas.openxmlformats.org/officeDocument/2006/relationships/image" Target="../media/image569.png"/><Relationship Id="rId88" Type="http://schemas.openxmlformats.org/officeDocument/2006/relationships/customXml" Target="../ink/ink573.xml"/><Relationship Id="rId111" Type="http://schemas.openxmlformats.org/officeDocument/2006/relationships/image" Target="../media/image583.png"/><Relationship Id="rId132" Type="http://schemas.openxmlformats.org/officeDocument/2006/relationships/customXml" Target="../ink/ink595.xml"/><Relationship Id="rId15" Type="http://schemas.openxmlformats.org/officeDocument/2006/relationships/image" Target="../media/image535.png"/><Relationship Id="rId36" Type="http://schemas.openxmlformats.org/officeDocument/2006/relationships/customXml" Target="../ink/ink547.xml"/><Relationship Id="rId57" Type="http://schemas.openxmlformats.org/officeDocument/2006/relationships/image" Target="../media/image556.png"/><Relationship Id="rId106" Type="http://schemas.openxmlformats.org/officeDocument/2006/relationships/customXml" Target="../ink/ink582.xml"/><Relationship Id="rId127" Type="http://schemas.openxmlformats.org/officeDocument/2006/relationships/image" Target="../media/image591.png"/><Relationship Id="rId10" Type="http://schemas.openxmlformats.org/officeDocument/2006/relationships/customXml" Target="../ink/ink534.xml"/><Relationship Id="rId31" Type="http://schemas.openxmlformats.org/officeDocument/2006/relationships/image" Target="../media/image543.png"/><Relationship Id="rId52" Type="http://schemas.openxmlformats.org/officeDocument/2006/relationships/customXml" Target="../ink/ink555.xml"/><Relationship Id="rId73" Type="http://schemas.openxmlformats.org/officeDocument/2006/relationships/image" Target="../media/image564.png"/><Relationship Id="rId78" Type="http://schemas.openxmlformats.org/officeDocument/2006/relationships/customXml" Target="../ink/ink568.xml"/><Relationship Id="rId94" Type="http://schemas.openxmlformats.org/officeDocument/2006/relationships/customXml" Target="../ink/ink576.xml"/><Relationship Id="rId99" Type="http://schemas.openxmlformats.org/officeDocument/2006/relationships/image" Target="../media/image577.png"/><Relationship Id="rId101" Type="http://schemas.openxmlformats.org/officeDocument/2006/relationships/image" Target="../media/image578.png"/><Relationship Id="rId122" Type="http://schemas.openxmlformats.org/officeDocument/2006/relationships/customXml" Target="../ink/ink590.xml"/><Relationship Id="rId143" Type="http://schemas.openxmlformats.org/officeDocument/2006/relationships/image" Target="../media/image599.png"/><Relationship Id="rId148" Type="http://schemas.openxmlformats.org/officeDocument/2006/relationships/customXml" Target="../ink/ink603.xml"/><Relationship Id="rId4" Type="http://schemas.openxmlformats.org/officeDocument/2006/relationships/customXml" Target="../ink/ink531.xml"/><Relationship Id="rId9" Type="http://schemas.openxmlformats.org/officeDocument/2006/relationships/image" Target="../media/image532.png"/><Relationship Id="rId26" Type="http://schemas.openxmlformats.org/officeDocument/2006/relationships/customXml" Target="../ink/ink542.xml"/><Relationship Id="rId47" Type="http://schemas.openxmlformats.org/officeDocument/2006/relationships/image" Target="../media/image551.png"/><Relationship Id="rId68" Type="http://schemas.openxmlformats.org/officeDocument/2006/relationships/customXml" Target="../ink/ink563.xml"/><Relationship Id="rId89" Type="http://schemas.openxmlformats.org/officeDocument/2006/relationships/image" Target="../media/image572.png"/><Relationship Id="rId112" Type="http://schemas.openxmlformats.org/officeDocument/2006/relationships/customXml" Target="../ink/ink585.xml"/><Relationship Id="rId133" Type="http://schemas.openxmlformats.org/officeDocument/2006/relationships/image" Target="../media/image594.png"/><Relationship Id="rId16" Type="http://schemas.openxmlformats.org/officeDocument/2006/relationships/customXml" Target="../ink/ink537.xml"/><Relationship Id="rId37" Type="http://schemas.openxmlformats.org/officeDocument/2006/relationships/image" Target="../media/image546.png"/><Relationship Id="rId58" Type="http://schemas.openxmlformats.org/officeDocument/2006/relationships/customXml" Target="../ink/ink558.xml"/><Relationship Id="rId79" Type="http://schemas.openxmlformats.org/officeDocument/2006/relationships/image" Target="../media/image567.png"/><Relationship Id="rId102" Type="http://schemas.openxmlformats.org/officeDocument/2006/relationships/customXml" Target="../ink/ink580.xml"/><Relationship Id="rId123" Type="http://schemas.openxmlformats.org/officeDocument/2006/relationships/image" Target="../media/image589.png"/><Relationship Id="rId144" Type="http://schemas.openxmlformats.org/officeDocument/2006/relationships/customXml" Target="../ink/ink601.xml"/><Relationship Id="rId90" Type="http://schemas.openxmlformats.org/officeDocument/2006/relationships/customXml" Target="../ink/ink57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17.xml"/><Relationship Id="rId21" Type="http://schemas.openxmlformats.org/officeDocument/2006/relationships/image" Target="../media/image613.png"/><Relationship Id="rId42" Type="http://schemas.openxmlformats.org/officeDocument/2006/relationships/customXml" Target="../ink/ink625.xml"/><Relationship Id="rId47" Type="http://schemas.openxmlformats.org/officeDocument/2006/relationships/image" Target="../media/image626.png"/><Relationship Id="rId63" Type="http://schemas.openxmlformats.org/officeDocument/2006/relationships/image" Target="../media/image634.png"/><Relationship Id="rId68" Type="http://schemas.openxmlformats.org/officeDocument/2006/relationships/customXml" Target="../ink/ink638.xml"/><Relationship Id="rId84" Type="http://schemas.openxmlformats.org/officeDocument/2006/relationships/customXml" Target="../ink/ink646.xml"/><Relationship Id="rId89" Type="http://schemas.openxmlformats.org/officeDocument/2006/relationships/image" Target="../media/image647.png"/><Relationship Id="rId16" Type="http://schemas.openxmlformats.org/officeDocument/2006/relationships/customXml" Target="../ink/ink612.xml"/><Relationship Id="rId11" Type="http://schemas.openxmlformats.org/officeDocument/2006/relationships/image" Target="../media/image608.png"/><Relationship Id="rId32" Type="http://schemas.openxmlformats.org/officeDocument/2006/relationships/customXml" Target="../ink/ink620.xml"/><Relationship Id="rId37" Type="http://schemas.openxmlformats.org/officeDocument/2006/relationships/image" Target="../media/image621.png"/><Relationship Id="rId53" Type="http://schemas.openxmlformats.org/officeDocument/2006/relationships/image" Target="../media/image629.png"/><Relationship Id="rId58" Type="http://schemas.openxmlformats.org/officeDocument/2006/relationships/customXml" Target="../ink/ink633.xml"/><Relationship Id="rId74" Type="http://schemas.openxmlformats.org/officeDocument/2006/relationships/customXml" Target="../ink/ink641.xml"/><Relationship Id="rId79" Type="http://schemas.openxmlformats.org/officeDocument/2006/relationships/image" Target="../media/image642.png"/><Relationship Id="rId5" Type="http://schemas.openxmlformats.org/officeDocument/2006/relationships/image" Target="../media/image605.png"/><Relationship Id="rId90" Type="http://schemas.openxmlformats.org/officeDocument/2006/relationships/customXml" Target="../ink/ink649.xml"/><Relationship Id="rId95" Type="http://schemas.openxmlformats.org/officeDocument/2006/relationships/image" Target="../media/image650.png"/><Relationship Id="rId22" Type="http://schemas.openxmlformats.org/officeDocument/2006/relationships/customXml" Target="../ink/ink615.xml"/><Relationship Id="rId27" Type="http://schemas.openxmlformats.org/officeDocument/2006/relationships/image" Target="../media/image616.png"/><Relationship Id="rId43" Type="http://schemas.openxmlformats.org/officeDocument/2006/relationships/image" Target="../media/image624.png"/><Relationship Id="rId48" Type="http://schemas.openxmlformats.org/officeDocument/2006/relationships/customXml" Target="../ink/ink628.xml"/><Relationship Id="rId64" Type="http://schemas.openxmlformats.org/officeDocument/2006/relationships/customXml" Target="../ink/ink636.xml"/><Relationship Id="rId69" Type="http://schemas.openxmlformats.org/officeDocument/2006/relationships/image" Target="../media/image637.png"/><Relationship Id="rId80" Type="http://schemas.openxmlformats.org/officeDocument/2006/relationships/customXml" Target="../ink/ink644.xml"/><Relationship Id="rId85" Type="http://schemas.openxmlformats.org/officeDocument/2006/relationships/image" Target="../media/image645.png"/><Relationship Id="rId12" Type="http://schemas.openxmlformats.org/officeDocument/2006/relationships/customXml" Target="../ink/ink610.xml"/><Relationship Id="rId17" Type="http://schemas.openxmlformats.org/officeDocument/2006/relationships/image" Target="../media/image611.png"/><Relationship Id="rId25" Type="http://schemas.openxmlformats.org/officeDocument/2006/relationships/image" Target="../media/image615.png"/><Relationship Id="rId33" Type="http://schemas.openxmlformats.org/officeDocument/2006/relationships/image" Target="../media/image619.png"/><Relationship Id="rId38" Type="http://schemas.openxmlformats.org/officeDocument/2006/relationships/customXml" Target="../ink/ink623.xml"/><Relationship Id="rId46" Type="http://schemas.openxmlformats.org/officeDocument/2006/relationships/customXml" Target="../ink/ink627.xml"/><Relationship Id="rId59" Type="http://schemas.openxmlformats.org/officeDocument/2006/relationships/image" Target="../media/image632.png"/><Relationship Id="rId67" Type="http://schemas.openxmlformats.org/officeDocument/2006/relationships/image" Target="../media/image636.png"/><Relationship Id="rId20" Type="http://schemas.openxmlformats.org/officeDocument/2006/relationships/customXml" Target="../ink/ink614.xml"/><Relationship Id="rId41" Type="http://schemas.openxmlformats.org/officeDocument/2006/relationships/image" Target="../media/image623.png"/><Relationship Id="rId54" Type="http://schemas.openxmlformats.org/officeDocument/2006/relationships/customXml" Target="../ink/ink631.xml"/><Relationship Id="rId62" Type="http://schemas.openxmlformats.org/officeDocument/2006/relationships/customXml" Target="../ink/ink635.xml"/><Relationship Id="rId70" Type="http://schemas.openxmlformats.org/officeDocument/2006/relationships/customXml" Target="../ink/ink639.xml"/><Relationship Id="rId75" Type="http://schemas.openxmlformats.org/officeDocument/2006/relationships/image" Target="../media/image640.png"/><Relationship Id="rId83" Type="http://schemas.openxmlformats.org/officeDocument/2006/relationships/image" Target="../media/image644.png"/><Relationship Id="rId88" Type="http://schemas.openxmlformats.org/officeDocument/2006/relationships/customXml" Target="../ink/ink648.xml"/><Relationship Id="rId91" Type="http://schemas.openxmlformats.org/officeDocument/2006/relationships/image" Target="../media/image648.png"/><Relationship Id="rId96" Type="http://schemas.openxmlformats.org/officeDocument/2006/relationships/customXml" Target="../ink/ink6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07.xml"/><Relationship Id="rId15" Type="http://schemas.openxmlformats.org/officeDocument/2006/relationships/image" Target="../media/image610.png"/><Relationship Id="rId23" Type="http://schemas.openxmlformats.org/officeDocument/2006/relationships/image" Target="../media/image614.png"/><Relationship Id="rId28" Type="http://schemas.openxmlformats.org/officeDocument/2006/relationships/customXml" Target="../ink/ink618.xml"/><Relationship Id="rId36" Type="http://schemas.openxmlformats.org/officeDocument/2006/relationships/customXml" Target="../ink/ink622.xml"/><Relationship Id="rId49" Type="http://schemas.openxmlformats.org/officeDocument/2006/relationships/image" Target="../media/image627.png"/><Relationship Id="rId57" Type="http://schemas.openxmlformats.org/officeDocument/2006/relationships/image" Target="../media/image631.png"/><Relationship Id="rId10" Type="http://schemas.openxmlformats.org/officeDocument/2006/relationships/customXml" Target="../ink/ink609.xml"/><Relationship Id="rId31" Type="http://schemas.openxmlformats.org/officeDocument/2006/relationships/image" Target="../media/image618.png"/><Relationship Id="rId44" Type="http://schemas.openxmlformats.org/officeDocument/2006/relationships/customXml" Target="../ink/ink626.xml"/><Relationship Id="rId52" Type="http://schemas.openxmlformats.org/officeDocument/2006/relationships/customXml" Target="../ink/ink630.xml"/><Relationship Id="rId60" Type="http://schemas.openxmlformats.org/officeDocument/2006/relationships/customXml" Target="../ink/ink634.xml"/><Relationship Id="rId65" Type="http://schemas.openxmlformats.org/officeDocument/2006/relationships/image" Target="../media/image635.png"/><Relationship Id="rId73" Type="http://schemas.openxmlformats.org/officeDocument/2006/relationships/image" Target="../media/image639.png"/><Relationship Id="rId78" Type="http://schemas.openxmlformats.org/officeDocument/2006/relationships/customXml" Target="../ink/ink643.xml"/><Relationship Id="rId81" Type="http://schemas.openxmlformats.org/officeDocument/2006/relationships/image" Target="../media/image643.png"/><Relationship Id="rId86" Type="http://schemas.openxmlformats.org/officeDocument/2006/relationships/customXml" Target="../ink/ink647.xml"/><Relationship Id="rId94" Type="http://schemas.openxmlformats.org/officeDocument/2006/relationships/customXml" Target="../ink/ink651.xml"/><Relationship Id="rId99" Type="http://schemas.openxmlformats.org/officeDocument/2006/relationships/image" Target="../media/image652.png"/><Relationship Id="rId101" Type="http://schemas.openxmlformats.org/officeDocument/2006/relationships/image" Target="../media/image653.png"/><Relationship Id="rId4" Type="http://schemas.openxmlformats.org/officeDocument/2006/relationships/customXml" Target="../ink/ink606.xml"/><Relationship Id="rId9" Type="http://schemas.openxmlformats.org/officeDocument/2006/relationships/image" Target="../media/image607.png"/><Relationship Id="rId13" Type="http://schemas.openxmlformats.org/officeDocument/2006/relationships/image" Target="../media/image609.png"/><Relationship Id="rId18" Type="http://schemas.openxmlformats.org/officeDocument/2006/relationships/customXml" Target="../ink/ink613.xml"/><Relationship Id="rId39" Type="http://schemas.openxmlformats.org/officeDocument/2006/relationships/image" Target="../media/image622.png"/><Relationship Id="rId34" Type="http://schemas.openxmlformats.org/officeDocument/2006/relationships/customXml" Target="../ink/ink621.xml"/><Relationship Id="rId50" Type="http://schemas.openxmlformats.org/officeDocument/2006/relationships/customXml" Target="../ink/ink629.xml"/><Relationship Id="rId55" Type="http://schemas.openxmlformats.org/officeDocument/2006/relationships/image" Target="../media/image630.png"/><Relationship Id="rId76" Type="http://schemas.openxmlformats.org/officeDocument/2006/relationships/customXml" Target="../ink/ink642.xml"/><Relationship Id="rId97" Type="http://schemas.openxmlformats.org/officeDocument/2006/relationships/image" Target="../media/image651.png"/><Relationship Id="rId7" Type="http://schemas.openxmlformats.org/officeDocument/2006/relationships/image" Target="../media/image606.png"/><Relationship Id="rId71" Type="http://schemas.openxmlformats.org/officeDocument/2006/relationships/image" Target="../media/image638.png"/><Relationship Id="rId92" Type="http://schemas.openxmlformats.org/officeDocument/2006/relationships/customXml" Target="../ink/ink650.xml"/><Relationship Id="rId2" Type="http://schemas.openxmlformats.org/officeDocument/2006/relationships/customXml" Target="../ink/ink605.xml"/><Relationship Id="rId29" Type="http://schemas.openxmlformats.org/officeDocument/2006/relationships/image" Target="../media/image617.png"/><Relationship Id="rId24" Type="http://schemas.openxmlformats.org/officeDocument/2006/relationships/customXml" Target="../ink/ink616.xml"/><Relationship Id="rId40" Type="http://schemas.openxmlformats.org/officeDocument/2006/relationships/customXml" Target="../ink/ink624.xml"/><Relationship Id="rId45" Type="http://schemas.openxmlformats.org/officeDocument/2006/relationships/image" Target="../media/image625.png"/><Relationship Id="rId66" Type="http://schemas.openxmlformats.org/officeDocument/2006/relationships/customXml" Target="../ink/ink637.xml"/><Relationship Id="rId87" Type="http://schemas.openxmlformats.org/officeDocument/2006/relationships/image" Target="../media/image646.png"/><Relationship Id="rId61" Type="http://schemas.openxmlformats.org/officeDocument/2006/relationships/image" Target="../media/image633.png"/><Relationship Id="rId82" Type="http://schemas.openxmlformats.org/officeDocument/2006/relationships/customXml" Target="../ink/ink645.xml"/><Relationship Id="rId19" Type="http://schemas.openxmlformats.org/officeDocument/2006/relationships/image" Target="../media/image612.png"/><Relationship Id="rId14" Type="http://schemas.openxmlformats.org/officeDocument/2006/relationships/customXml" Target="../ink/ink611.xml"/><Relationship Id="rId30" Type="http://schemas.openxmlformats.org/officeDocument/2006/relationships/customXml" Target="../ink/ink619.xml"/><Relationship Id="rId35" Type="http://schemas.openxmlformats.org/officeDocument/2006/relationships/image" Target="../media/image620.png"/><Relationship Id="rId56" Type="http://schemas.openxmlformats.org/officeDocument/2006/relationships/customXml" Target="../ink/ink632.xml"/><Relationship Id="rId77" Type="http://schemas.openxmlformats.org/officeDocument/2006/relationships/image" Target="../media/image641.png"/><Relationship Id="rId100" Type="http://schemas.openxmlformats.org/officeDocument/2006/relationships/customXml" Target="../ink/ink654.xml"/><Relationship Id="rId8" Type="http://schemas.openxmlformats.org/officeDocument/2006/relationships/customXml" Target="../ink/ink608.xml"/><Relationship Id="rId51" Type="http://schemas.openxmlformats.org/officeDocument/2006/relationships/image" Target="../media/image628.png"/><Relationship Id="rId72" Type="http://schemas.openxmlformats.org/officeDocument/2006/relationships/customXml" Target="../ink/ink640.xml"/><Relationship Id="rId93" Type="http://schemas.openxmlformats.org/officeDocument/2006/relationships/image" Target="../media/image649.png"/><Relationship Id="rId98" Type="http://schemas.openxmlformats.org/officeDocument/2006/relationships/customXml" Target="../ink/ink653.xml"/><Relationship Id="rId3" Type="http://schemas.openxmlformats.org/officeDocument/2006/relationships/image" Target="../media/image604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1.png"/><Relationship Id="rId299" Type="http://schemas.openxmlformats.org/officeDocument/2006/relationships/image" Target="../media/image802.png"/><Relationship Id="rId21" Type="http://schemas.openxmlformats.org/officeDocument/2006/relationships/image" Target="../media/image663.png"/><Relationship Id="rId63" Type="http://schemas.openxmlformats.org/officeDocument/2006/relationships/image" Target="../media/image684.png"/><Relationship Id="rId159" Type="http://schemas.openxmlformats.org/officeDocument/2006/relationships/image" Target="../media/image732.png"/><Relationship Id="rId324" Type="http://schemas.openxmlformats.org/officeDocument/2006/relationships/customXml" Target="../ink/ink816.xml"/><Relationship Id="rId366" Type="http://schemas.openxmlformats.org/officeDocument/2006/relationships/customXml" Target="../ink/ink837.xml"/><Relationship Id="rId170" Type="http://schemas.openxmlformats.org/officeDocument/2006/relationships/customXml" Target="../ink/ink739.xml"/><Relationship Id="rId226" Type="http://schemas.openxmlformats.org/officeDocument/2006/relationships/customXml" Target="../ink/ink767.xml"/><Relationship Id="rId268" Type="http://schemas.openxmlformats.org/officeDocument/2006/relationships/customXml" Target="../ink/ink788.xml"/><Relationship Id="rId32" Type="http://schemas.openxmlformats.org/officeDocument/2006/relationships/customXml" Target="../ink/ink670.xml"/><Relationship Id="rId74" Type="http://schemas.openxmlformats.org/officeDocument/2006/relationships/customXml" Target="../ink/ink691.xml"/><Relationship Id="rId128" Type="http://schemas.openxmlformats.org/officeDocument/2006/relationships/customXml" Target="../ink/ink718.xml"/><Relationship Id="rId335" Type="http://schemas.openxmlformats.org/officeDocument/2006/relationships/image" Target="../media/image820.png"/><Relationship Id="rId377" Type="http://schemas.openxmlformats.org/officeDocument/2006/relationships/image" Target="../media/image841.png"/><Relationship Id="rId5" Type="http://schemas.openxmlformats.org/officeDocument/2006/relationships/image" Target="../media/image655.png"/><Relationship Id="rId181" Type="http://schemas.openxmlformats.org/officeDocument/2006/relationships/image" Target="../media/image743.png"/><Relationship Id="rId237" Type="http://schemas.openxmlformats.org/officeDocument/2006/relationships/image" Target="../media/image771.png"/><Relationship Id="rId279" Type="http://schemas.openxmlformats.org/officeDocument/2006/relationships/image" Target="../media/image792.png"/><Relationship Id="rId43" Type="http://schemas.openxmlformats.org/officeDocument/2006/relationships/image" Target="../media/image674.png"/><Relationship Id="rId139" Type="http://schemas.openxmlformats.org/officeDocument/2006/relationships/image" Target="../media/image722.png"/><Relationship Id="rId290" Type="http://schemas.openxmlformats.org/officeDocument/2006/relationships/customXml" Target="../ink/ink799.xml"/><Relationship Id="rId304" Type="http://schemas.openxmlformats.org/officeDocument/2006/relationships/customXml" Target="../ink/ink806.xml"/><Relationship Id="rId346" Type="http://schemas.openxmlformats.org/officeDocument/2006/relationships/customXml" Target="../ink/ink827.xml"/><Relationship Id="rId388" Type="http://schemas.openxmlformats.org/officeDocument/2006/relationships/customXml" Target="../ink/ink848.xml"/><Relationship Id="rId85" Type="http://schemas.openxmlformats.org/officeDocument/2006/relationships/image" Target="../media/image695.png"/><Relationship Id="rId150" Type="http://schemas.openxmlformats.org/officeDocument/2006/relationships/customXml" Target="../ink/ink729.xml"/><Relationship Id="rId192" Type="http://schemas.openxmlformats.org/officeDocument/2006/relationships/customXml" Target="../ink/ink750.xml"/><Relationship Id="rId206" Type="http://schemas.openxmlformats.org/officeDocument/2006/relationships/customXml" Target="../ink/ink757.xml"/><Relationship Id="rId248" Type="http://schemas.openxmlformats.org/officeDocument/2006/relationships/customXml" Target="../ink/ink778.xml"/><Relationship Id="rId12" Type="http://schemas.openxmlformats.org/officeDocument/2006/relationships/customXml" Target="../ink/ink660.xml"/><Relationship Id="rId108" Type="http://schemas.openxmlformats.org/officeDocument/2006/relationships/customXml" Target="../ink/ink708.xml"/><Relationship Id="rId315" Type="http://schemas.openxmlformats.org/officeDocument/2006/relationships/image" Target="../media/image810.png"/><Relationship Id="rId357" Type="http://schemas.openxmlformats.org/officeDocument/2006/relationships/image" Target="../media/image831.png"/><Relationship Id="rId54" Type="http://schemas.openxmlformats.org/officeDocument/2006/relationships/customXml" Target="../ink/ink681.xml"/><Relationship Id="rId96" Type="http://schemas.openxmlformats.org/officeDocument/2006/relationships/customXml" Target="../ink/ink702.xml"/><Relationship Id="rId161" Type="http://schemas.openxmlformats.org/officeDocument/2006/relationships/image" Target="../media/image733.png"/><Relationship Id="rId217" Type="http://schemas.openxmlformats.org/officeDocument/2006/relationships/image" Target="../media/image761.png"/><Relationship Id="rId259" Type="http://schemas.openxmlformats.org/officeDocument/2006/relationships/image" Target="../media/image782.png"/><Relationship Id="rId23" Type="http://schemas.openxmlformats.org/officeDocument/2006/relationships/image" Target="../media/image664.png"/><Relationship Id="rId119" Type="http://schemas.openxmlformats.org/officeDocument/2006/relationships/image" Target="../media/image712.png"/><Relationship Id="rId270" Type="http://schemas.openxmlformats.org/officeDocument/2006/relationships/customXml" Target="../ink/ink789.xml"/><Relationship Id="rId326" Type="http://schemas.openxmlformats.org/officeDocument/2006/relationships/customXml" Target="../ink/ink817.xml"/><Relationship Id="rId65" Type="http://schemas.openxmlformats.org/officeDocument/2006/relationships/image" Target="../media/image685.png"/><Relationship Id="rId130" Type="http://schemas.openxmlformats.org/officeDocument/2006/relationships/customXml" Target="../ink/ink719.xml"/><Relationship Id="rId368" Type="http://schemas.openxmlformats.org/officeDocument/2006/relationships/customXml" Target="../ink/ink838.xml"/><Relationship Id="rId172" Type="http://schemas.openxmlformats.org/officeDocument/2006/relationships/customXml" Target="../ink/ink740.xml"/><Relationship Id="rId228" Type="http://schemas.openxmlformats.org/officeDocument/2006/relationships/customXml" Target="../ink/ink768.xml"/><Relationship Id="rId281" Type="http://schemas.openxmlformats.org/officeDocument/2006/relationships/image" Target="../media/image793.png"/><Relationship Id="rId337" Type="http://schemas.openxmlformats.org/officeDocument/2006/relationships/image" Target="../media/image821.png"/><Relationship Id="rId34" Type="http://schemas.openxmlformats.org/officeDocument/2006/relationships/customXml" Target="../ink/ink671.xml"/><Relationship Id="rId76" Type="http://schemas.openxmlformats.org/officeDocument/2006/relationships/customXml" Target="../ink/ink692.xml"/><Relationship Id="rId141" Type="http://schemas.openxmlformats.org/officeDocument/2006/relationships/image" Target="../media/image723.png"/><Relationship Id="rId379" Type="http://schemas.openxmlformats.org/officeDocument/2006/relationships/image" Target="../media/image842.png"/><Relationship Id="rId7" Type="http://schemas.openxmlformats.org/officeDocument/2006/relationships/image" Target="../media/image656.png"/><Relationship Id="rId183" Type="http://schemas.openxmlformats.org/officeDocument/2006/relationships/image" Target="../media/image744.png"/><Relationship Id="rId239" Type="http://schemas.openxmlformats.org/officeDocument/2006/relationships/image" Target="../media/image772.png"/><Relationship Id="rId250" Type="http://schemas.openxmlformats.org/officeDocument/2006/relationships/customXml" Target="../ink/ink779.xml"/><Relationship Id="rId292" Type="http://schemas.openxmlformats.org/officeDocument/2006/relationships/customXml" Target="../ink/ink800.xml"/><Relationship Id="rId306" Type="http://schemas.openxmlformats.org/officeDocument/2006/relationships/customXml" Target="../ink/ink807.xml"/><Relationship Id="rId45" Type="http://schemas.openxmlformats.org/officeDocument/2006/relationships/image" Target="../media/image675.png"/><Relationship Id="rId87" Type="http://schemas.openxmlformats.org/officeDocument/2006/relationships/image" Target="../media/image696.png"/><Relationship Id="rId110" Type="http://schemas.openxmlformats.org/officeDocument/2006/relationships/customXml" Target="../ink/ink709.xml"/><Relationship Id="rId348" Type="http://schemas.openxmlformats.org/officeDocument/2006/relationships/customXml" Target="../ink/ink828.xml"/><Relationship Id="rId152" Type="http://schemas.openxmlformats.org/officeDocument/2006/relationships/customXml" Target="../ink/ink730.xml"/><Relationship Id="rId194" Type="http://schemas.openxmlformats.org/officeDocument/2006/relationships/customXml" Target="../ink/ink751.xml"/><Relationship Id="rId208" Type="http://schemas.openxmlformats.org/officeDocument/2006/relationships/customXml" Target="../ink/ink758.xml"/><Relationship Id="rId261" Type="http://schemas.openxmlformats.org/officeDocument/2006/relationships/image" Target="../media/image783.png"/><Relationship Id="rId14" Type="http://schemas.openxmlformats.org/officeDocument/2006/relationships/customXml" Target="../ink/ink661.xml"/><Relationship Id="rId56" Type="http://schemas.openxmlformats.org/officeDocument/2006/relationships/customXml" Target="../ink/ink682.xml"/><Relationship Id="rId317" Type="http://schemas.openxmlformats.org/officeDocument/2006/relationships/image" Target="../media/image811.png"/><Relationship Id="rId359" Type="http://schemas.openxmlformats.org/officeDocument/2006/relationships/image" Target="../media/image832.png"/><Relationship Id="rId98" Type="http://schemas.openxmlformats.org/officeDocument/2006/relationships/customXml" Target="../ink/ink703.xml"/><Relationship Id="rId121" Type="http://schemas.openxmlformats.org/officeDocument/2006/relationships/image" Target="../media/image713.png"/><Relationship Id="rId163" Type="http://schemas.openxmlformats.org/officeDocument/2006/relationships/image" Target="../media/image734.png"/><Relationship Id="rId219" Type="http://schemas.openxmlformats.org/officeDocument/2006/relationships/image" Target="../media/image762.png"/><Relationship Id="rId370" Type="http://schemas.openxmlformats.org/officeDocument/2006/relationships/customXml" Target="../ink/ink839.xml"/><Relationship Id="rId230" Type="http://schemas.openxmlformats.org/officeDocument/2006/relationships/customXml" Target="../ink/ink769.xml"/><Relationship Id="rId25" Type="http://schemas.openxmlformats.org/officeDocument/2006/relationships/image" Target="../media/image665.png"/><Relationship Id="rId67" Type="http://schemas.openxmlformats.org/officeDocument/2006/relationships/image" Target="../media/image686.png"/><Relationship Id="rId272" Type="http://schemas.openxmlformats.org/officeDocument/2006/relationships/customXml" Target="../ink/ink790.xml"/><Relationship Id="rId328" Type="http://schemas.openxmlformats.org/officeDocument/2006/relationships/customXml" Target="../ink/ink818.xml"/><Relationship Id="rId132" Type="http://schemas.openxmlformats.org/officeDocument/2006/relationships/customXml" Target="../ink/ink720.xml"/><Relationship Id="rId174" Type="http://schemas.openxmlformats.org/officeDocument/2006/relationships/customXml" Target="../ink/ink741.xml"/><Relationship Id="rId381" Type="http://schemas.openxmlformats.org/officeDocument/2006/relationships/image" Target="../media/image843.png"/><Relationship Id="rId241" Type="http://schemas.openxmlformats.org/officeDocument/2006/relationships/image" Target="../media/image773.png"/><Relationship Id="rId36" Type="http://schemas.openxmlformats.org/officeDocument/2006/relationships/customXml" Target="../ink/ink672.xml"/><Relationship Id="rId283" Type="http://schemas.openxmlformats.org/officeDocument/2006/relationships/image" Target="../media/image794.png"/><Relationship Id="rId339" Type="http://schemas.openxmlformats.org/officeDocument/2006/relationships/image" Target="../media/image822.png"/><Relationship Id="rId78" Type="http://schemas.openxmlformats.org/officeDocument/2006/relationships/customXml" Target="../ink/ink693.xml"/><Relationship Id="rId101" Type="http://schemas.openxmlformats.org/officeDocument/2006/relationships/image" Target="../media/image703.png"/><Relationship Id="rId143" Type="http://schemas.openxmlformats.org/officeDocument/2006/relationships/image" Target="../media/image724.png"/><Relationship Id="rId185" Type="http://schemas.openxmlformats.org/officeDocument/2006/relationships/image" Target="../media/image745.png"/><Relationship Id="rId350" Type="http://schemas.openxmlformats.org/officeDocument/2006/relationships/customXml" Target="../ink/ink829.xml"/><Relationship Id="rId9" Type="http://schemas.openxmlformats.org/officeDocument/2006/relationships/image" Target="../media/image657.png"/><Relationship Id="rId210" Type="http://schemas.openxmlformats.org/officeDocument/2006/relationships/customXml" Target="../ink/ink759.xml"/><Relationship Id="rId252" Type="http://schemas.openxmlformats.org/officeDocument/2006/relationships/customXml" Target="../ink/ink780.xml"/><Relationship Id="rId294" Type="http://schemas.openxmlformats.org/officeDocument/2006/relationships/customXml" Target="../ink/ink801.xml"/><Relationship Id="rId308" Type="http://schemas.openxmlformats.org/officeDocument/2006/relationships/customXml" Target="../ink/ink808.xml"/><Relationship Id="rId47" Type="http://schemas.openxmlformats.org/officeDocument/2006/relationships/image" Target="../media/image676.png"/><Relationship Id="rId89" Type="http://schemas.openxmlformats.org/officeDocument/2006/relationships/image" Target="../media/image697.png"/><Relationship Id="rId112" Type="http://schemas.openxmlformats.org/officeDocument/2006/relationships/customXml" Target="../ink/ink710.xml"/><Relationship Id="rId154" Type="http://schemas.openxmlformats.org/officeDocument/2006/relationships/customXml" Target="../ink/ink731.xml"/><Relationship Id="rId361" Type="http://schemas.openxmlformats.org/officeDocument/2006/relationships/image" Target="../media/image833.png"/><Relationship Id="rId196" Type="http://schemas.openxmlformats.org/officeDocument/2006/relationships/customXml" Target="../ink/ink752.xml"/><Relationship Id="rId200" Type="http://schemas.openxmlformats.org/officeDocument/2006/relationships/customXml" Target="../ink/ink754.xml"/><Relationship Id="rId382" Type="http://schemas.openxmlformats.org/officeDocument/2006/relationships/customXml" Target="../ink/ink845.xml"/><Relationship Id="rId16" Type="http://schemas.openxmlformats.org/officeDocument/2006/relationships/customXml" Target="../ink/ink662.xml"/><Relationship Id="rId221" Type="http://schemas.openxmlformats.org/officeDocument/2006/relationships/image" Target="../media/image763.png"/><Relationship Id="rId242" Type="http://schemas.openxmlformats.org/officeDocument/2006/relationships/customXml" Target="../ink/ink775.xml"/><Relationship Id="rId263" Type="http://schemas.openxmlformats.org/officeDocument/2006/relationships/image" Target="../media/image784.png"/><Relationship Id="rId284" Type="http://schemas.openxmlformats.org/officeDocument/2006/relationships/customXml" Target="../ink/ink796.xml"/><Relationship Id="rId319" Type="http://schemas.openxmlformats.org/officeDocument/2006/relationships/image" Target="../media/image812.png"/><Relationship Id="rId37" Type="http://schemas.openxmlformats.org/officeDocument/2006/relationships/image" Target="../media/image671.png"/><Relationship Id="rId58" Type="http://schemas.openxmlformats.org/officeDocument/2006/relationships/customXml" Target="../ink/ink683.xml"/><Relationship Id="rId79" Type="http://schemas.openxmlformats.org/officeDocument/2006/relationships/image" Target="../media/image692.png"/><Relationship Id="rId102" Type="http://schemas.openxmlformats.org/officeDocument/2006/relationships/customXml" Target="../ink/ink705.xml"/><Relationship Id="rId123" Type="http://schemas.openxmlformats.org/officeDocument/2006/relationships/image" Target="../media/image714.png"/><Relationship Id="rId144" Type="http://schemas.openxmlformats.org/officeDocument/2006/relationships/customXml" Target="../ink/ink726.xml"/><Relationship Id="rId330" Type="http://schemas.openxmlformats.org/officeDocument/2006/relationships/customXml" Target="../ink/ink819.xml"/><Relationship Id="rId90" Type="http://schemas.openxmlformats.org/officeDocument/2006/relationships/customXml" Target="../ink/ink699.xml"/><Relationship Id="rId165" Type="http://schemas.openxmlformats.org/officeDocument/2006/relationships/image" Target="../media/image735.png"/><Relationship Id="rId186" Type="http://schemas.openxmlformats.org/officeDocument/2006/relationships/customXml" Target="../ink/ink747.xml"/><Relationship Id="rId351" Type="http://schemas.openxmlformats.org/officeDocument/2006/relationships/image" Target="../media/image828.png"/><Relationship Id="rId372" Type="http://schemas.openxmlformats.org/officeDocument/2006/relationships/customXml" Target="../ink/ink840.xml"/><Relationship Id="rId211" Type="http://schemas.openxmlformats.org/officeDocument/2006/relationships/image" Target="../media/image758.png"/><Relationship Id="rId232" Type="http://schemas.openxmlformats.org/officeDocument/2006/relationships/customXml" Target="../ink/ink770.xml"/><Relationship Id="rId253" Type="http://schemas.openxmlformats.org/officeDocument/2006/relationships/image" Target="../media/image779.png"/><Relationship Id="rId274" Type="http://schemas.openxmlformats.org/officeDocument/2006/relationships/customXml" Target="../ink/ink791.xml"/><Relationship Id="rId295" Type="http://schemas.openxmlformats.org/officeDocument/2006/relationships/image" Target="../media/image800.png"/><Relationship Id="rId309" Type="http://schemas.openxmlformats.org/officeDocument/2006/relationships/image" Target="../media/image807.png"/><Relationship Id="rId27" Type="http://schemas.openxmlformats.org/officeDocument/2006/relationships/image" Target="../media/image666.png"/><Relationship Id="rId48" Type="http://schemas.openxmlformats.org/officeDocument/2006/relationships/customXml" Target="../ink/ink678.xml"/><Relationship Id="rId69" Type="http://schemas.openxmlformats.org/officeDocument/2006/relationships/image" Target="../media/image687.png"/><Relationship Id="rId113" Type="http://schemas.openxmlformats.org/officeDocument/2006/relationships/image" Target="../media/image709.png"/><Relationship Id="rId134" Type="http://schemas.openxmlformats.org/officeDocument/2006/relationships/customXml" Target="../ink/ink721.xml"/><Relationship Id="rId320" Type="http://schemas.openxmlformats.org/officeDocument/2006/relationships/customXml" Target="../ink/ink814.xml"/><Relationship Id="rId80" Type="http://schemas.openxmlformats.org/officeDocument/2006/relationships/customXml" Target="../ink/ink694.xml"/><Relationship Id="rId155" Type="http://schemas.openxmlformats.org/officeDocument/2006/relationships/image" Target="../media/image730.png"/><Relationship Id="rId176" Type="http://schemas.openxmlformats.org/officeDocument/2006/relationships/customXml" Target="../ink/ink742.xml"/><Relationship Id="rId197" Type="http://schemas.openxmlformats.org/officeDocument/2006/relationships/image" Target="../media/image751.png"/><Relationship Id="rId341" Type="http://schemas.openxmlformats.org/officeDocument/2006/relationships/image" Target="../media/image823.png"/><Relationship Id="rId362" Type="http://schemas.openxmlformats.org/officeDocument/2006/relationships/customXml" Target="../ink/ink835.xml"/><Relationship Id="rId383" Type="http://schemas.openxmlformats.org/officeDocument/2006/relationships/image" Target="../media/image844.png"/><Relationship Id="rId201" Type="http://schemas.openxmlformats.org/officeDocument/2006/relationships/image" Target="../media/image753.png"/><Relationship Id="rId222" Type="http://schemas.openxmlformats.org/officeDocument/2006/relationships/customXml" Target="../ink/ink765.xml"/><Relationship Id="rId243" Type="http://schemas.openxmlformats.org/officeDocument/2006/relationships/image" Target="../media/image774.png"/><Relationship Id="rId264" Type="http://schemas.openxmlformats.org/officeDocument/2006/relationships/customXml" Target="../ink/ink786.xml"/><Relationship Id="rId285" Type="http://schemas.openxmlformats.org/officeDocument/2006/relationships/image" Target="../media/image795.png"/><Relationship Id="rId17" Type="http://schemas.openxmlformats.org/officeDocument/2006/relationships/image" Target="../media/image661.png"/><Relationship Id="rId38" Type="http://schemas.openxmlformats.org/officeDocument/2006/relationships/customXml" Target="../ink/ink673.xml"/><Relationship Id="rId59" Type="http://schemas.openxmlformats.org/officeDocument/2006/relationships/image" Target="../media/image682.png"/><Relationship Id="rId103" Type="http://schemas.openxmlformats.org/officeDocument/2006/relationships/image" Target="../media/image704.png"/><Relationship Id="rId124" Type="http://schemas.openxmlformats.org/officeDocument/2006/relationships/customXml" Target="../ink/ink716.xml"/><Relationship Id="rId310" Type="http://schemas.openxmlformats.org/officeDocument/2006/relationships/customXml" Target="../ink/ink809.xml"/><Relationship Id="rId70" Type="http://schemas.openxmlformats.org/officeDocument/2006/relationships/customXml" Target="../ink/ink689.xml"/><Relationship Id="rId91" Type="http://schemas.openxmlformats.org/officeDocument/2006/relationships/image" Target="../media/image698.png"/><Relationship Id="rId145" Type="http://schemas.openxmlformats.org/officeDocument/2006/relationships/image" Target="../media/image725.png"/><Relationship Id="rId166" Type="http://schemas.openxmlformats.org/officeDocument/2006/relationships/customXml" Target="../ink/ink737.xml"/><Relationship Id="rId187" Type="http://schemas.openxmlformats.org/officeDocument/2006/relationships/image" Target="../media/image746.png"/><Relationship Id="rId331" Type="http://schemas.openxmlformats.org/officeDocument/2006/relationships/image" Target="../media/image818.png"/><Relationship Id="rId352" Type="http://schemas.openxmlformats.org/officeDocument/2006/relationships/customXml" Target="../ink/ink830.xml"/><Relationship Id="rId373" Type="http://schemas.openxmlformats.org/officeDocument/2006/relationships/image" Target="../media/image83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60.xml"/><Relationship Id="rId233" Type="http://schemas.openxmlformats.org/officeDocument/2006/relationships/image" Target="../media/image769.png"/><Relationship Id="rId254" Type="http://schemas.openxmlformats.org/officeDocument/2006/relationships/customXml" Target="../ink/ink781.xml"/><Relationship Id="rId28" Type="http://schemas.openxmlformats.org/officeDocument/2006/relationships/customXml" Target="../ink/ink668.xml"/><Relationship Id="rId49" Type="http://schemas.openxmlformats.org/officeDocument/2006/relationships/image" Target="../media/image677.png"/><Relationship Id="rId114" Type="http://schemas.openxmlformats.org/officeDocument/2006/relationships/customXml" Target="../ink/ink711.xml"/><Relationship Id="rId275" Type="http://schemas.openxmlformats.org/officeDocument/2006/relationships/image" Target="../media/image790.png"/><Relationship Id="rId296" Type="http://schemas.openxmlformats.org/officeDocument/2006/relationships/customXml" Target="../ink/ink802.xml"/><Relationship Id="rId300" Type="http://schemas.openxmlformats.org/officeDocument/2006/relationships/customXml" Target="../ink/ink804.xml"/><Relationship Id="rId60" Type="http://schemas.openxmlformats.org/officeDocument/2006/relationships/customXml" Target="../ink/ink684.xml"/><Relationship Id="rId81" Type="http://schemas.openxmlformats.org/officeDocument/2006/relationships/image" Target="../media/image693.png"/><Relationship Id="rId135" Type="http://schemas.openxmlformats.org/officeDocument/2006/relationships/image" Target="../media/image720.png"/><Relationship Id="rId156" Type="http://schemas.openxmlformats.org/officeDocument/2006/relationships/customXml" Target="../ink/ink732.xml"/><Relationship Id="rId177" Type="http://schemas.openxmlformats.org/officeDocument/2006/relationships/image" Target="../media/image741.png"/><Relationship Id="rId198" Type="http://schemas.openxmlformats.org/officeDocument/2006/relationships/customXml" Target="../ink/ink753.xml"/><Relationship Id="rId321" Type="http://schemas.openxmlformats.org/officeDocument/2006/relationships/image" Target="../media/image813.png"/><Relationship Id="rId342" Type="http://schemas.openxmlformats.org/officeDocument/2006/relationships/customXml" Target="../ink/ink825.xml"/><Relationship Id="rId363" Type="http://schemas.openxmlformats.org/officeDocument/2006/relationships/image" Target="../media/image834.png"/><Relationship Id="rId384" Type="http://schemas.openxmlformats.org/officeDocument/2006/relationships/customXml" Target="../ink/ink846.xml"/><Relationship Id="rId202" Type="http://schemas.openxmlformats.org/officeDocument/2006/relationships/customXml" Target="../ink/ink755.xml"/><Relationship Id="rId223" Type="http://schemas.openxmlformats.org/officeDocument/2006/relationships/image" Target="../media/image764.png"/><Relationship Id="rId244" Type="http://schemas.openxmlformats.org/officeDocument/2006/relationships/customXml" Target="../ink/ink776.xml"/><Relationship Id="rId18" Type="http://schemas.openxmlformats.org/officeDocument/2006/relationships/customXml" Target="../ink/ink663.xml"/><Relationship Id="rId39" Type="http://schemas.openxmlformats.org/officeDocument/2006/relationships/image" Target="../media/image672.png"/><Relationship Id="rId265" Type="http://schemas.openxmlformats.org/officeDocument/2006/relationships/image" Target="../media/image785.png"/><Relationship Id="rId286" Type="http://schemas.openxmlformats.org/officeDocument/2006/relationships/customXml" Target="../ink/ink797.xml"/><Relationship Id="rId50" Type="http://schemas.openxmlformats.org/officeDocument/2006/relationships/customXml" Target="../ink/ink679.xml"/><Relationship Id="rId104" Type="http://schemas.openxmlformats.org/officeDocument/2006/relationships/customXml" Target="../ink/ink706.xml"/><Relationship Id="rId125" Type="http://schemas.openxmlformats.org/officeDocument/2006/relationships/image" Target="../media/image715.png"/><Relationship Id="rId146" Type="http://schemas.openxmlformats.org/officeDocument/2006/relationships/customXml" Target="../ink/ink727.xml"/><Relationship Id="rId167" Type="http://schemas.openxmlformats.org/officeDocument/2006/relationships/image" Target="../media/image736.png"/><Relationship Id="rId188" Type="http://schemas.openxmlformats.org/officeDocument/2006/relationships/customXml" Target="../ink/ink748.xml"/><Relationship Id="rId311" Type="http://schemas.openxmlformats.org/officeDocument/2006/relationships/image" Target="../media/image808.png"/><Relationship Id="rId332" Type="http://schemas.openxmlformats.org/officeDocument/2006/relationships/customXml" Target="../ink/ink820.xml"/><Relationship Id="rId353" Type="http://schemas.openxmlformats.org/officeDocument/2006/relationships/image" Target="../media/image829.png"/><Relationship Id="rId374" Type="http://schemas.openxmlformats.org/officeDocument/2006/relationships/customXml" Target="../ink/ink841.xml"/><Relationship Id="rId71" Type="http://schemas.openxmlformats.org/officeDocument/2006/relationships/image" Target="../media/image688.png"/><Relationship Id="rId92" Type="http://schemas.openxmlformats.org/officeDocument/2006/relationships/customXml" Target="../ink/ink700.xml"/><Relationship Id="rId213" Type="http://schemas.openxmlformats.org/officeDocument/2006/relationships/image" Target="../media/image759.png"/><Relationship Id="rId234" Type="http://schemas.openxmlformats.org/officeDocument/2006/relationships/customXml" Target="../ink/ink771.xml"/><Relationship Id="rId2" Type="http://schemas.openxmlformats.org/officeDocument/2006/relationships/customXml" Target="../ink/ink655.xml"/><Relationship Id="rId29" Type="http://schemas.openxmlformats.org/officeDocument/2006/relationships/image" Target="../media/image667.png"/><Relationship Id="rId255" Type="http://schemas.openxmlformats.org/officeDocument/2006/relationships/image" Target="../media/image780.png"/><Relationship Id="rId276" Type="http://schemas.openxmlformats.org/officeDocument/2006/relationships/customXml" Target="../ink/ink792.xml"/><Relationship Id="rId297" Type="http://schemas.openxmlformats.org/officeDocument/2006/relationships/image" Target="../media/image801.png"/><Relationship Id="rId40" Type="http://schemas.openxmlformats.org/officeDocument/2006/relationships/customXml" Target="../ink/ink674.xml"/><Relationship Id="rId115" Type="http://schemas.openxmlformats.org/officeDocument/2006/relationships/image" Target="../media/image710.png"/><Relationship Id="rId136" Type="http://schemas.openxmlformats.org/officeDocument/2006/relationships/customXml" Target="../ink/ink722.xml"/><Relationship Id="rId157" Type="http://schemas.openxmlformats.org/officeDocument/2006/relationships/image" Target="../media/image731.png"/><Relationship Id="rId178" Type="http://schemas.openxmlformats.org/officeDocument/2006/relationships/customXml" Target="../ink/ink743.xml"/><Relationship Id="rId301" Type="http://schemas.openxmlformats.org/officeDocument/2006/relationships/image" Target="../media/image803.png"/><Relationship Id="rId322" Type="http://schemas.openxmlformats.org/officeDocument/2006/relationships/customXml" Target="../ink/ink815.xml"/><Relationship Id="rId343" Type="http://schemas.openxmlformats.org/officeDocument/2006/relationships/image" Target="../media/image824.png"/><Relationship Id="rId364" Type="http://schemas.openxmlformats.org/officeDocument/2006/relationships/customXml" Target="../ink/ink836.xml"/><Relationship Id="rId61" Type="http://schemas.openxmlformats.org/officeDocument/2006/relationships/image" Target="../media/image683.png"/><Relationship Id="rId82" Type="http://schemas.openxmlformats.org/officeDocument/2006/relationships/customXml" Target="../ink/ink695.xml"/><Relationship Id="rId199" Type="http://schemas.openxmlformats.org/officeDocument/2006/relationships/image" Target="../media/image752.png"/><Relationship Id="rId203" Type="http://schemas.openxmlformats.org/officeDocument/2006/relationships/image" Target="../media/image754.png"/><Relationship Id="rId385" Type="http://schemas.openxmlformats.org/officeDocument/2006/relationships/image" Target="../media/image845.png"/><Relationship Id="rId19" Type="http://schemas.openxmlformats.org/officeDocument/2006/relationships/image" Target="../media/image662.png"/><Relationship Id="rId224" Type="http://schemas.openxmlformats.org/officeDocument/2006/relationships/customXml" Target="../ink/ink766.xml"/><Relationship Id="rId245" Type="http://schemas.openxmlformats.org/officeDocument/2006/relationships/image" Target="../media/image775.png"/><Relationship Id="rId266" Type="http://schemas.openxmlformats.org/officeDocument/2006/relationships/customXml" Target="../ink/ink787.xml"/><Relationship Id="rId287" Type="http://schemas.openxmlformats.org/officeDocument/2006/relationships/image" Target="../media/image796.png"/><Relationship Id="rId30" Type="http://schemas.openxmlformats.org/officeDocument/2006/relationships/customXml" Target="../ink/ink669.xml"/><Relationship Id="rId105" Type="http://schemas.openxmlformats.org/officeDocument/2006/relationships/image" Target="../media/image705.png"/><Relationship Id="rId126" Type="http://schemas.openxmlformats.org/officeDocument/2006/relationships/customXml" Target="../ink/ink717.xml"/><Relationship Id="rId147" Type="http://schemas.openxmlformats.org/officeDocument/2006/relationships/image" Target="../media/image726.png"/><Relationship Id="rId168" Type="http://schemas.openxmlformats.org/officeDocument/2006/relationships/customXml" Target="../ink/ink738.xml"/><Relationship Id="rId312" Type="http://schemas.openxmlformats.org/officeDocument/2006/relationships/customXml" Target="../ink/ink810.xml"/><Relationship Id="rId333" Type="http://schemas.openxmlformats.org/officeDocument/2006/relationships/image" Target="../media/image819.png"/><Relationship Id="rId354" Type="http://schemas.openxmlformats.org/officeDocument/2006/relationships/customXml" Target="../ink/ink831.xml"/><Relationship Id="rId51" Type="http://schemas.openxmlformats.org/officeDocument/2006/relationships/image" Target="../media/image678.png"/><Relationship Id="rId72" Type="http://schemas.openxmlformats.org/officeDocument/2006/relationships/customXml" Target="../ink/ink690.xml"/><Relationship Id="rId93" Type="http://schemas.openxmlformats.org/officeDocument/2006/relationships/image" Target="../media/image699.png"/><Relationship Id="rId189" Type="http://schemas.openxmlformats.org/officeDocument/2006/relationships/image" Target="../media/image747.png"/><Relationship Id="rId375" Type="http://schemas.openxmlformats.org/officeDocument/2006/relationships/image" Target="../media/image840.png"/><Relationship Id="rId3" Type="http://schemas.openxmlformats.org/officeDocument/2006/relationships/image" Target="../media/image654.png"/><Relationship Id="rId214" Type="http://schemas.openxmlformats.org/officeDocument/2006/relationships/customXml" Target="../ink/ink761.xml"/><Relationship Id="rId235" Type="http://schemas.openxmlformats.org/officeDocument/2006/relationships/image" Target="../media/image770.png"/><Relationship Id="rId256" Type="http://schemas.openxmlformats.org/officeDocument/2006/relationships/customXml" Target="../ink/ink782.xml"/><Relationship Id="rId277" Type="http://schemas.openxmlformats.org/officeDocument/2006/relationships/image" Target="../media/image791.png"/><Relationship Id="rId298" Type="http://schemas.openxmlformats.org/officeDocument/2006/relationships/customXml" Target="../ink/ink803.xml"/><Relationship Id="rId116" Type="http://schemas.openxmlformats.org/officeDocument/2006/relationships/customXml" Target="../ink/ink712.xml"/><Relationship Id="rId137" Type="http://schemas.openxmlformats.org/officeDocument/2006/relationships/image" Target="../media/image721.png"/><Relationship Id="rId158" Type="http://schemas.openxmlformats.org/officeDocument/2006/relationships/customXml" Target="../ink/ink733.xml"/><Relationship Id="rId302" Type="http://schemas.openxmlformats.org/officeDocument/2006/relationships/customXml" Target="../ink/ink805.xml"/><Relationship Id="rId323" Type="http://schemas.openxmlformats.org/officeDocument/2006/relationships/image" Target="../media/image814.png"/><Relationship Id="rId344" Type="http://schemas.openxmlformats.org/officeDocument/2006/relationships/customXml" Target="../ink/ink826.xml"/><Relationship Id="rId20" Type="http://schemas.openxmlformats.org/officeDocument/2006/relationships/customXml" Target="../ink/ink664.xml"/><Relationship Id="rId41" Type="http://schemas.openxmlformats.org/officeDocument/2006/relationships/image" Target="../media/image673.png"/><Relationship Id="rId62" Type="http://schemas.openxmlformats.org/officeDocument/2006/relationships/customXml" Target="../ink/ink685.xml"/><Relationship Id="rId83" Type="http://schemas.openxmlformats.org/officeDocument/2006/relationships/image" Target="../media/image694.png"/><Relationship Id="rId179" Type="http://schemas.openxmlformats.org/officeDocument/2006/relationships/image" Target="../media/image742.png"/><Relationship Id="rId365" Type="http://schemas.openxmlformats.org/officeDocument/2006/relationships/image" Target="../media/image835.png"/><Relationship Id="rId386" Type="http://schemas.openxmlformats.org/officeDocument/2006/relationships/customXml" Target="../ink/ink847.xml"/><Relationship Id="rId190" Type="http://schemas.openxmlformats.org/officeDocument/2006/relationships/customXml" Target="../ink/ink749.xml"/><Relationship Id="rId204" Type="http://schemas.openxmlformats.org/officeDocument/2006/relationships/customXml" Target="../ink/ink756.xml"/><Relationship Id="rId225" Type="http://schemas.openxmlformats.org/officeDocument/2006/relationships/image" Target="../media/image765.png"/><Relationship Id="rId246" Type="http://schemas.openxmlformats.org/officeDocument/2006/relationships/customXml" Target="../ink/ink777.xml"/><Relationship Id="rId267" Type="http://schemas.openxmlformats.org/officeDocument/2006/relationships/image" Target="../media/image786.png"/><Relationship Id="rId288" Type="http://schemas.openxmlformats.org/officeDocument/2006/relationships/customXml" Target="../ink/ink798.xml"/><Relationship Id="rId106" Type="http://schemas.openxmlformats.org/officeDocument/2006/relationships/customXml" Target="../ink/ink707.xml"/><Relationship Id="rId127" Type="http://schemas.openxmlformats.org/officeDocument/2006/relationships/image" Target="../media/image716.png"/><Relationship Id="rId313" Type="http://schemas.openxmlformats.org/officeDocument/2006/relationships/image" Target="../media/image809.png"/><Relationship Id="rId10" Type="http://schemas.openxmlformats.org/officeDocument/2006/relationships/customXml" Target="../ink/ink659.xml"/><Relationship Id="rId31" Type="http://schemas.openxmlformats.org/officeDocument/2006/relationships/image" Target="../media/image668.png"/><Relationship Id="rId52" Type="http://schemas.openxmlformats.org/officeDocument/2006/relationships/customXml" Target="../ink/ink680.xml"/><Relationship Id="rId73" Type="http://schemas.openxmlformats.org/officeDocument/2006/relationships/image" Target="../media/image689.png"/><Relationship Id="rId94" Type="http://schemas.openxmlformats.org/officeDocument/2006/relationships/customXml" Target="../ink/ink701.xml"/><Relationship Id="rId148" Type="http://schemas.openxmlformats.org/officeDocument/2006/relationships/customXml" Target="../ink/ink728.xml"/><Relationship Id="rId169" Type="http://schemas.openxmlformats.org/officeDocument/2006/relationships/image" Target="../media/image737.png"/><Relationship Id="rId334" Type="http://schemas.openxmlformats.org/officeDocument/2006/relationships/customXml" Target="../ink/ink821.xml"/><Relationship Id="rId355" Type="http://schemas.openxmlformats.org/officeDocument/2006/relationships/image" Target="../media/image830.png"/><Relationship Id="rId376" Type="http://schemas.openxmlformats.org/officeDocument/2006/relationships/customXml" Target="../ink/ink842.xml"/><Relationship Id="rId4" Type="http://schemas.openxmlformats.org/officeDocument/2006/relationships/customXml" Target="../ink/ink656.xml"/><Relationship Id="rId180" Type="http://schemas.openxmlformats.org/officeDocument/2006/relationships/customXml" Target="../ink/ink744.xml"/><Relationship Id="rId215" Type="http://schemas.openxmlformats.org/officeDocument/2006/relationships/image" Target="../media/image760.png"/><Relationship Id="rId236" Type="http://schemas.openxmlformats.org/officeDocument/2006/relationships/customXml" Target="../ink/ink772.xml"/><Relationship Id="rId257" Type="http://schemas.openxmlformats.org/officeDocument/2006/relationships/image" Target="../media/image781.png"/><Relationship Id="rId278" Type="http://schemas.openxmlformats.org/officeDocument/2006/relationships/customXml" Target="../ink/ink793.xml"/><Relationship Id="rId303" Type="http://schemas.openxmlformats.org/officeDocument/2006/relationships/image" Target="../media/image804.png"/><Relationship Id="rId42" Type="http://schemas.openxmlformats.org/officeDocument/2006/relationships/customXml" Target="../ink/ink675.xml"/><Relationship Id="rId84" Type="http://schemas.openxmlformats.org/officeDocument/2006/relationships/customXml" Target="../ink/ink696.xml"/><Relationship Id="rId138" Type="http://schemas.openxmlformats.org/officeDocument/2006/relationships/customXml" Target="../ink/ink723.xml"/><Relationship Id="rId345" Type="http://schemas.openxmlformats.org/officeDocument/2006/relationships/image" Target="../media/image825.png"/><Relationship Id="rId387" Type="http://schemas.openxmlformats.org/officeDocument/2006/relationships/image" Target="../media/image846.png"/><Relationship Id="rId191" Type="http://schemas.openxmlformats.org/officeDocument/2006/relationships/image" Target="../media/image748.png"/><Relationship Id="rId205" Type="http://schemas.openxmlformats.org/officeDocument/2006/relationships/image" Target="../media/image755.png"/><Relationship Id="rId247" Type="http://schemas.openxmlformats.org/officeDocument/2006/relationships/image" Target="../media/image776.png"/><Relationship Id="rId107" Type="http://schemas.openxmlformats.org/officeDocument/2006/relationships/image" Target="../media/image706.png"/><Relationship Id="rId289" Type="http://schemas.openxmlformats.org/officeDocument/2006/relationships/image" Target="../media/image797.png"/><Relationship Id="rId11" Type="http://schemas.openxmlformats.org/officeDocument/2006/relationships/image" Target="../media/image658.png"/><Relationship Id="rId53" Type="http://schemas.openxmlformats.org/officeDocument/2006/relationships/image" Target="../media/image679.png"/><Relationship Id="rId149" Type="http://schemas.openxmlformats.org/officeDocument/2006/relationships/image" Target="../media/image727.png"/><Relationship Id="rId314" Type="http://schemas.openxmlformats.org/officeDocument/2006/relationships/customXml" Target="../ink/ink811.xml"/><Relationship Id="rId356" Type="http://schemas.openxmlformats.org/officeDocument/2006/relationships/customXml" Target="../ink/ink832.xml"/><Relationship Id="rId95" Type="http://schemas.openxmlformats.org/officeDocument/2006/relationships/image" Target="../media/image700.png"/><Relationship Id="rId160" Type="http://schemas.openxmlformats.org/officeDocument/2006/relationships/customXml" Target="../ink/ink734.xml"/><Relationship Id="rId216" Type="http://schemas.openxmlformats.org/officeDocument/2006/relationships/customXml" Target="../ink/ink762.xml"/><Relationship Id="rId258" Type="http://schemas.openxmlformats.org/officeDocument/2006/relationships/customXml" Target="../ink/ink783.xml"/><Relationship Id="rId22" Type="http://schemas.openxmlformats.org/officeDocument/2006/relationships/customXml" Target="../ink/ink665.xml"/><Relationship Id="rId64" Type="http://schemas.openxmlformats.org/officeDocument/2006/relationships/customXml" Target="../ink/ink686.xml"/><Relationship Id="rId118" Type="http://schemas.openxmlformats.org/officeDocument/2006/relationships/customXml" Target="../ink/ink713.xml"/><Relationship Id="rId325" Type="http://schemas.openxmlformats.org/officeDocument/2006/relationships/image" Target="../media/image815.png"/><Relationship Id="rId367" Type="http://schemas.openxmlformats.org/officeDocument/2006/relationships/image" Target="../media/image836.png"/><Relationship Id="rId171" Type="http://schemas.openxmlformats.org/officeDocument/2006/relationships/image" Target="../media/image738.png"/><Relationship Id="rId227" Type="http://schemas.openxmlformats.org/officeDocument/2006/relationships/image" Target="../media/image766.png"/><Relationship Id="rId269" Type="http://schemas.openxmlformats.org/officeDocument/2006/relationships/image" Target="../media/image787.png"/><Relationship Id="rId33" Type="http://schemas.openxmlformats.org/officeDocument/2006/relationships/image" Target="../media/image669.png"/><Relationship Id="rId129" Type="http://schemas.openxmlformats.org/officeDocument/2006/relationships/image" Target="../media/image717.png"/><Relationship Id="rId280" Type="http://schemas.openxmlformats.org/officeDocument/2006/relationships/customXml" Target="../ink/ink794.xml"/><Relationship Id="rId336" Type="http://schemas.openxmlformats.org/officeDocument/2006/relationships/customXml" Target="../ink/ink822.xml"/><Relationship Id="rId75" Type="http://schemas.openxmlformats.org/officeDocument/2006/relationships/image" Target="../media/image690.png"/><Relationship Id="rId140" Type="http://schemas.openxmlformats.org/officeDocument/2006/relationships/customXml" Target="../ink/ink724.xml"/><Relationship Id="rId182" Type="http://schemas.openxmlformats.org/officeDocument/2006/relationships/customXml" Target="../ink/ink745.xml"/><Relationship Id="rId378" Type="http://schemas.openxmlformats.org/officeDocument/2006/relationships/customXml" Target="../ink/ink843.xml"/><Relationship Id="rId6" Type="http://schemas.openxmlformats.org/officeDocument/2006/relationships/customXml" Target="../ink/ink657.xml"/><Relationship Id="rId238" Type="http://schemas.openxmlformats.org/officeDocument/2006/relationships/customXml" Target="../ink/ink773.xml"/><Relationship Id="rId291" Type="http://schemas.openxmlformats.org/officeDocument/2006/relationships/image" Target="../media/image798.png"/><Relationship Id="rId305" Type="http://schemas.openxmlformats.org/officeDocument/2006/relationships/image" Target="../media/image805.png"/><Relationship Id="rId347" Type="http://schemas.openxmlformats.org/officeDocument/2006/relationships/image" Target="../media/image826.png"/><Relationship Id="rId44" Type="http://schemas.openxmlformats.org/officeDocument/2006/relationships/customXml" Target="../ink/ink676.xml"/><Relationship Id="rId86" Type="http://schemas.openxmlformats.org/officeDocument/2006/relationships/customXml" Target="../ink/ink697.xml"/><Relationship Id="rId151" Type="http://schemas.openxmlformats.org/officeDocument/2006/relationships/image" Target="../media/image728.png"/><Relationship Id="rId389" Type="http://schemas.openxmlformats.org/officeDocument/2006/relationships/image" Target="../media/image847.png"/><Relationship Id="rId193" Type="http://schemas.openxmlformats.org/officeDocument/2006/relationships/image" Target="../media/image749.png"/><Relationship Id="rId207" Type="http://schemas.openxmlformats.org/officeDocument/2006/relationships/image" Target="../media/image756.png"/><Relationship Id="rId249" Type="http://schemas.openxmlformats.org/officeDocument/2006/relationships/image" Target="../media/image777.png"/><Relationship Id="rId13" Type="http://schemas.openxmlformats.org/officeDocument/2006/relationships/image" Target="../media/image659.png"/><Relationship Id="rId109" Type="http://schemas.openxmlformats.org/officeDocument/2006/relationships/image" Target="../media/image707.png"/><Relationship Id="rId260" Type="http://schemas.openxmlformats.org/officeDocument/2006/relationships/customXml" Target="../ink/ink784.xml"/><Relationship Id="rId316" Type="http://schemas.openxmlformats.org/officeDocument/2006/relationships/customXml" Target="../ink/ink812.xml"/><Relationship Id="rId55" Type="http://schemas.openxmlformats.org/officeDocument/2006/relationships/image" Target="../media/image680.png"/><Relationship Id="rId97" Type="http://schemas.openxmlformats.org/officeDocument/2006/relationships/image" Target="../media/image701.png"/><Relationship Id="rId120" Type="http://schemas.openxmlformats.org/officeDocument/2006/relationships/customXml" Target="../ink/ink714.xml"/><Relationship Id="rId358" Type="http://schemas.openxmlformats.org/officeDocument/2006/relationships/customXml" Target="../ink/ink833.xml"/><Relationship Id="rId162" Type="http://schemas.openxmlformats.org/officeDocument/2006/relationships/customXml" Target="../ink/ink735.xml"/><Relationship Id="rId218" Type="http://schemas.openxmlformats.org/officeDocument/2006/relationships/customXml" Target="../ink/ink763.xml"/><Relationship Id="rId271" Type="http://schemas.openxmlformats.org/officeDocument/2006/relationships/image" Target="../media/image788.png"/><Relationship Id="rId24" Type="http://schemas.openxmlformats.org/officeDocument/2006/relationships/customXml" Target="../ink/ink666.xml"/><Relationship Id="rId66" Type="http://schemas.openxmlformats.org/officeDocument/2006/relationships/customXml" Target="../ink/ink687.xml"/><Relationship Id="rId131" Type="http://schemas.openxmlformats.org/officeDocument/2006/relationships/image" Target="../media/image718.png"/><Relationship Id="rId327" Type="http://schemas.openxmlformats.org/officeDocument/2006/relationships/image" Target="../media/image816.png"/><Relationship Id="rId369" Type="http://schemas.openxmlformats.org/officeDocument/2006/relationships/image" Target="../media/image837.png"/><Relationship Id="rId173" Type="http://schemas.openxmlformats.org/officeDocument/2006/relationships/image" Target="../media/image739.png"/><Relationship Id="rId229" Type="http://schemas.openxmlformats.org/officeDocument/2006/relationships/image" Target="../media/image767.png"/><Relationship Id="rId380" Type="http://schemas.openxmlformats.org/officeDocument/2006/relationships/customXml" Target="../ink/ink844.xml"/><Relationship Id="rId240" Type="http://schemas.openxmlformats.org/officeDocument/2006/relationships/customXml" Target="../ink/ink774.xml"/><Relationship Id="rId35" Type="http://schemas.openxmlformats.org/officeDocument/2006/relationships/image" Target="../media/image670.png"/><Relationship Id="rId77" Type="http://schemas.openxmlformats.org/officeDocument/2006/relationships/image" Target="../media/image691.png"/><Relationship Id="rId100" Type="http://schemas.openxmlformats.org/officeDocument/2006/relationships/customXml" Target="../ink/ink704.xml"/><Relationship Id="rId282" Type="http://schemas.openxmlformats.org/officeDocument/2006/relationships/customXml" Target="../ink/ink795.xml"/><Relationship Id="rId338" Type="http://schemas.openxmlformats.org/officeDocument/2006/relationships/customXml" Target="../ink/ink823.xml"/><Relationship Id="rId8" Type="http://schemas.openxmlformats.org/officeDocument/2006/relationships/customXml" Target="../ink/ink658.xml"/><Relationship Id="rId142" Type="http://schemas.openxmlformats.org/officeDocument/2006/relationships/customXml" Target="../ink/ink725.xml"/><Relationship Id="rId184" Type="http://schemas.openxmlformats.org/officeDocument/2006/relationships/customXml" Target="../ink/ink746.xml"/><Relationship Id="rId251" Type="http://schemas.openxmlformats.org/officeDocument/2006/relationships/image" Target="../media/image778.png"/><Relationship Id="rId46" Type="http://schemas.openxmlformats.org/officeDocument/2006/relationships/customXml" Target="../ink/ink677.xml"/><Relationship Id="rId293" Type="http://schemas.openxmlformats.org/officeDocument/2006/relationships/image" Target="../media/image799.png"/><Relationship Id="rId307" Type="http://schemas.openxmlformats.org/officeDocument/2006/relationships/image" Target="../media/image806.png"/><Relationship Id="rId349" Type="http://schemas.openxmlformats.org/officeDocument/2006/relationships/image" Target="../media/image827.png"/><Relationship Id="rId88" Type="http://schemas.openxmlformats.org/officeDocument/2006/relationships/customXml" Target="../ink/ink698.xml"/><Relationship Id="rId111" Type="http://schemas.openxmlformats.org/officeDocument/2006/relationships/image" Target="../media/image708.png"/><Relationship Id="rId153" Type="http://schemas.openxmlformats.org/officeDocument/2006/relationships/image" Target="../media/image729.png"/><Relationship Id="rId195" Type="http://schemas.openxmlformats.org/officeDocument/2006/relationships/image" Target="../media/image750.png"/><Relationship Id="rId209" Type="http://schemas.openxmlformats.org/officeDocument/2006/relationships/image" Target="../media/image757.png"/><Relationship Id="rId360" Type="http://schemas.openxmlformats.org/officeDocument/2006/relationships/customXml" Target="../ink/ink834.xml"/><Relationship Id="rId220" Type="http://schemas.openxmlformats.org/officeDocument/2006/relationships/customXml" Target="../ink/ink764.xml"/><Relationship Id="rId15" Type="http://schemas.openxmlformats.org/officeDocument/2006/relationships/image" Target="../media/image660.png"/><Relationship Id="rId57" Type="http://schemas.openxmlformats.org/officeDocument/2006/relationships/image" Target="../media/image681.png"/><Relationship Id="rId262" Type="http://schemas.openxmlformats.org/officeDocument/2006/relationships/customXml" Target="../ink/ink785.xml"/><Relationship Id="rId318" Type="http://schemas.openxmlformats.org/officeDocument/2006/relationships/customXml" Target="../ink/ink813.xml"/><Relationship Id="rId99" Type="http://schemas.openxmlformats.org/officeDocument/2006/relationships/image" Target="../media/image702.png"/><Relationship Id="rId122" Type="http://schemas.openxmlformats.org/officeDocument/2006/relationships/customXml" Target="../ink/ink715.xml"/><Relationship Id="rId164" Type="http://schemas.openxmlformats.org/officeDocument/2006/relationships/customXml" Target="../ink/ink736.xml"/><Relationship Id="rId371" Type="http://schemas.openxmlformats.org/officeDocument/2006/relationships/image" Target="../media/image838.png"/><Relationship Id="rId26" Type="http://schemas.openxmlformats.org/officeDocument/2006/relationships/customXml" Target="../ink/ink667.xml"/><Relationship Id="rId231" Type="http://schemas.openxmlformats.org/officeDocument/2006/relationships/image" Target="../media/image768.png"/><Relationship Id="rId273" Type="http://schemas.openxmlformats.org/officeDocument/2006/relationships/image" Target="../media/image789.png"/><Relationship Id="rId329" Type="http://schemas.openxmlformats.org/officeDocument/2006/relationships/image" Target="../media/image817.png"/><Relationship Id="rId68" Type="http://schemas.openxmlformats.org/officeDocument/2006/relationships/customXml" Target="../ink/ink688.xml"/><Relationship Id="rId133" Type="http://schemas.openxmlformats.org/officeDocument/2006/relationships/image" Target="../media/image719.png"/><Relationship Id="rId175" Type="http://schemas.openxmlformats.org/officeDocument/2006/relationships/image" Target="../media/image740.png"/><Relationship Id="rId340" Type="http://schemas.openxmlformats.org/officeDocument/2006/relationships/customXml" Target="../ink/ink82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5.png"/><Relationship Id="rId21" Type="http://schemas.openxmlformats.org/officeDocument/2006/relationships/image" Target="../media/image857.png"/><Relationship Id="rId42" Type="http://schemas.openxmlformats.org/officeDocument/2006/relationships/customXml" Target="../ink/ink869.xml"/><Relationship Id="rId63" Type="http://schemas.openxmlformats.org/officeDocument/2006/relationships/image" Target="../media/image878.png"/><Relationship Id="rId84" Type="http://schemas.openxmlformats.org/officeDocument/2006/relationships/customXml" Target="../ink/ink890.xml"/><Relationship Id="rId138" Type="http://schemas.openxmlformats.org/officeDocument/2006/relationships/customXml" Target="../ink/ink917.xml"/><Relationship Id="rId107" Type="http://schemas.openxmlformats.org/officeDocument/2006/relationships/image" Target="../media/image900.png"/><Relationship Id="rId11" Type="http://schemas.openxmlformats.org/officeDocument/2006/relationships/image" Target="../media/image852.png"/><Relationship Id="rId32" Type="http://schemas.openxmlformats.org/officeDocument/2006/relationships/customXml" Target="../ink/ink864.xml"/><Relationship Id="rId53" Type="http://schemas.openxmlformats.org/officeDocument/2006/relationships/image" Target="../media/image873.png"/><Relationship Id="rId74" Type="http://schemas.openxmlformats.org/officeDocument/2006/relationships/customXml" Target="../ink/ink885.xml"/><Relationship Id="rId128" Type="http://schemas.openxmlformats.org/officeDocument/2006/relationships/customXml" Target="../ink/ink912.xml"/><Relationship Id="rId5" Type="http://schemas.openxmlformats.org/officeDocument/2006/relationships/image" Target="../media/image849.png"/><Relationship Id="rId90" Type="http://schemas.openxmlformats.org/officeDocument/2006/relationships/customXml" Target="../ink/ink893.xml"/><Relationship Id="rId95" Type="http://schemas.openxmlformats.org/officeDocument/2006/relationships/image" Target="../media/image894.png"/><Relationship Id="rId22" Type="http://schemas.openxmlformats.org/officeDocument/2006/relationships/customXml" Target="../ink/ink859.xml"/><Relationship Id="rId27" Type="http://schemas.openxmlformats.org/officeDocument/2006/relationships/image" Target="../media/image860.png"/><Relationship Id="rId43" Type="http://schemas.openxmlformats.org/officeDocument/2006/relationships/image" Target="../media/image868.png"/><Relationship Id="rId48" Type="http://schemas.openxmlformats.org/officeDocument/2006/relationships/customXml" Target="../ink/ink872.xml"/><Relationship Id="rId64" Type="http://schemas.openxmlformats.org/officeDocument/2006/relationships/customXml" Target="../ink/ink880.xml"/><Relationship Id="rId69" Type="http://schemas.openxmlformats.org/officeDocument/2006/relationships/image" Target="../media/image881.png"/><Relationship Id="rId113" Type="http://schemas.openxmlformats.org/officeDocument/2006/relationships/image" Target="../media/image903.png"/><Relationship Id="rId118" Type="http://schemas.openxmlformats.org/officeDocument/2006/relationships/customXml" Target="../ink/ink907.xml"/><Relationship Id="rId134" Type="http://schemas.openxmlformats.org/officeDocument/2006/relationships/customXml" Target="../ink/ink915.xml"/><Relationship Id="rId139" Type="http://schemas.openxmlformats.org/officeDocument/2006/relationships/image" Target="../media/image916.png"/><Relationship Id="rId80" Type="http://schemas.openxmlformats.org/officeDocument/2006/relationships/customXml" Target="../ink/ink888.xml"/><Relationship Id="rId85" Type="http://schemas.openxmlformats.org/officeDocument/2006/relationships/image" Target="../media/image889.png"/><Relationship Id="rId12" Type="http://schemas.openxmlformats.org/officeDocument/2006/relationships/customXml" Target="../ink/ink854.xml"/><Relationship Id="rId17" Type="http://schemas.openxmlformats.org/officeDocument/2006/relationships/image" Target="../media/image855.png"/><Relationship Id="rId33" Type="http://schemas.openxmlformats.org/officeDocument/2006/relationships/image" Target="../media/image863.png"/><Relationship Id="rId38" Type="http://schemas.openxmlformats.org/officeDocument/2006/relationships/customXml" Target="../ink/ink867.xml"/><Relationship Id="rId59" Type="http://schemas.openxmlformats.org/officeDocument/2006/relationships/image" Target="../media/image876.png"/><Relationship Id="rId103" Type="http://schemas.openxmlformats.org/officeDocument/2006/relationships/image" Target="../media/image898.png"/><Relationship Id="rId108" Type="http://schemas.openxmlformats.org/officeDocument/2006/relationships/customXml" Target="../ink/ink902.xml"/><Relationship Id="rId124" Type="http://schemas.openxmlformats.org/officeDocument/2006/relationships/customXml" Target="../ink/ink910.xml"/><Relationship Id="rId129" Type="http://schemas.openxmlformats.org/officeDocument/2006/relationships/image" Target="../media/image911.png"/><Relationship Id="rId54" Type="http://schemas.openxmlformats.org/officeDocument/2006/relationships/customXml" Target="../ink/ink875.xml"/><Relationship Id="rId70" Type="http://schemas.openxmlformats.org/officeDocument/2006/relationships/customXml" Target="../ink/ink883.xml"/><Relationship Id="rId75" Type="http://schemas.openxmlformats.org/officeDocument/2006/relationships/image" Target="../media/image884.png"/><Relationship Id="rId91" Type="http://schemas.openxmlformats.org/officeDocument/2006/relationships/image" Target="../media/image892.png"/><Relationship Id="rId96" Type="http://schemas.openxmlformats.org/officeDocument/2006/relationships/customXml" Target="../ink/ink896.xml"/><Relationship Id="rId140" Type="http://schemas.openxmlformats.org/officeDocument/2006/relationships/customXml" Target="../ink/ink918.xml"/><Relationship Id="rId145" Type="http://schemas.openxmlformats.org/officeDocument/2006/relationships/image" Target="../media/image91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1.xml"/><Relationship Id="rId23" Type="http://schemas.openxmlformats.org/officeDocument/2006/relationships/image" Target="../media/image858.png"/><Relationship Id="rId28" Type="http://schemas.openxmlformats.org/officeDocument/2006/relationships/customXml" Target="../ink/ink862.xml"/><Relationship Id="rId49" Type="http://schemas.openxmlformats.org/officeDocument/2006/relationships/image" Target="../media/image871.png"/><Relationship Id="rId114" Type="http://schemas.openxmlformats.org/officeDocument/2006/relationships/customXml" Target="../ink/ink905.xml"/><Relationship Id="rId119" Type="http://schemas.openxmlformats.org/officeDocument/2006/relationships/image" Target="../media/image906.png"/><Relationship Id="rId44" Type="http://schemas.openxmlformats.org/officeDocument/2006/relationships/customXml" Target="../ink/ink870.xml"/><Relationship Id="rId60" Type="http://schemas.openxmlformats.org/officeDocument/2006/relationships/customXml" Target="../ink/ink878.xml"/><Relationship Id="rId65" Type="http://schemas.openxmlformats.org/officeDocument/2006/relationships/image" Target="../media/image879.png"/><Relationship Id="rId81" Type="http://schemas.openxmlformats.org/officeDocument/2006/relationships/image" Target="../media/image887.png"/><Relationship Id="rId86" Type="http://schemas.openxmlformats.org/officeDocument/2006/relationships/customXml" Target="../ink/ink891.xml"/><Relationship Id="rId130" Type="http://schemas.openxmlformats.org/officeDocument/2006/relationships/customXml" Target="../ink/ink913.xml"/><Relationship Id="rId135" Type="http://schemas.openxmlformats.org/officeDocument/2006/relationships/image" Target="../media/image914.png"/><Relationship Id="rId13" Type="http://schemas.openxmlformats.org/officeDocument/2006/relationships/image" Target="../media/image853.png"/><Relationship Id="rId18" Type="http://schemas.openxmlformats.org/officeDocument/2006/relationships/customXml" Target="../ink/ink857.xml"/><Relationship Id="rId39" Type="http://schemas.openxmlformats.org/officeDocument/2006/relationships/image" Target="../media/image866.png"/><Relationship Id="rId109" Type="http://schemas.openxmlformats.org/officeDocument/2006/relationships/image" Target="../media/image901.png"/><Relationship Id="rId34" Type="http://schemas.openxmlformats.org/officeDocument/2006/relationships/customXml" Target="../ink/ink865.xml"/><Relationship Id="rId50" Type="http://schemas.openxmlformats.org/officeDocument/2006/relationships/customXml" Target="../ink/ink873.xml"/><Relationship Id="rId55" Type="http://schemas.openxmlformats.org/officeDocument/2006/relationships/image" Target="../media/image874.png"/><Relationship Id="rId76" Type="http://schemas.openxmlformats.org/officeDocument/2006/relationships/customXml" Target="../ink/ink886.xml"/><Relationship Id="rId97" Type="http://schemas.openxmlformats.org/officeDocument/2006/relationships/image" Target="../media/image895.png"/><Relationship Id="rId104" Type="http://schemas.openxmlformats.org/officeDocument/2006/relationships/customXml" Target="../ink/ink900.xml"/><Relationship Id="rId120" Type="http://schemas.openxmlformats.org/officeDocument/2006/relationships/customXml" Target="../ink/ink908.xml"/><Relationship Id="rId125" Type="http://schemas.openxmlformats.org/officeDocument/2006/relationships/image" Target="../media/image909.png"/><Relationship Id="rId141" Type="http://schemas.openxmlformats.org/officeDocument/2006/relationships/image" Target="../media/image917.png"/><Relationship Id="rId146" Type="http://schemas.openxmlformats.org/officeDocument/2006/relationships/customXml" Target="../ink/ink921.xml"/><Relationship Id="rId7" Type="http://schemas.openxmlformats.org/officeDocument/2006/relationships/image" Target="../media/image850.png"/><Relationship Id="rId71" Type="http://schemas.openxmlformats.org/officeDocument/2006/relationships/image" Target="../media/image882.png"/><Relationship Id="rId92" Type="http://schemas.openxmlformats.org/officeDocument/2006/relationships/customXml" Target="../ink/ink894.xml"/><Relationship Id="rId2" Type="http://schemas.openxmlformats.org/officeDocument/2006/relationships/customXml" Target="../ink/ink849.xml"/><Relationship Id="rId29" Type="http://schemas.openxmlformats.org/officeDocument/2006/relationships/image" Target="../media/image861.png"/><Relationship Id="rId24" Type="http://schemas.openxmlformats.org/officeDocument/2006/relationships/customXml" Target="../ink/ink860.xml"/><Relationship Id="rId40" Type="http://schemas.openxmlformats.org/officeDocument/2006/relationships/customXml" Target="../ink/ink868.xml"/><Relationship Id="rId45" Type="http://schemas.openxmlformats.org/officeDocument/2006/relationships/image" Target="../media/image869.png"/><Relationship Id="rId66" Type="http://schemas.openxmlformats.org/officeDocument/2006/relationships/customXml" Target="../ink/ink881.xml"/><Relationship Id="rId87" Type="http://schemas.openxmlformats.org/officeDocument/2006/relationships/image" Target="../media/image890.png"/><Relationship Id="rId110" Type="http://schemas.openxmlformats.org/officeDocument/2006/relationships/customXml" Target="../ink/ink903.xml"/><Relationship Id="rId115" Type="http://schemas.openxmlformats.org/officeDocument/2006/relationships/image" Target="../media/image904.png"/><Relationship Id="rId131" Type="http://schemas.openxmlformats.org/officeDocument/2006/relationships/image" Target="../media/image912.png"/><Relationship Id="rId136" Type="http://schemas.openxmlformats.org/officeDocument/2006/relationships/customXml" Target="../ink/ink916.xml"/><Relationship Id="rId61" Type="http://schemas.openxmlformats.org/officeDocument/2006/relationships/image" Target="../media/image877.png"/><Relationship Id="rId82" Type="http://schemas.openxmlformats.org/officeDocument/2006/relationships/customXml" Target="../ink/ink889.xml"/><Relationship Id="rId19" Type="http://schemas.openxmlformats.org/officeDocument/2006/relationships/image" Target="../media/image856.png"/><Relationship Id="rId14" Type="http://schemas.openxmlformats.org/officeDocument/2006/relationships/customXml" Target="../ink/ink855.xml"/><Relationship Id="rId30" Type="http://schemas.openxmlformats.org/officeDocument/2006/relationships/customXml" Target="../ink/ink863.xml"/><Relationship Id="rId35" Type="http://schemas.openxmlformats.org/officeDocument/2006/relationships/image" Target="../media/image864.png"/><Relationship Id="rId56" Type="http://schemas.openxmlformats.org/officeDocument/2006/relationships/customXml" Target="../ink/ink876.xml"/><Relationship Id="rId77" Type="http://schemas.openxmlformats.org/officeDocument/2006/relationships/image" Target="../media/image885.png"/><Relationship Id="rId100" Type="http://schemas.openxmlformats.org/officeDocument/2006/relationships/customXml" Target="../ink/ink898.xml"/><Relationship Id="rId105" Type="http://schemas.openxmlformats.org/officeDocument/2006/relationships/image" Target="../media/image899.png"/><Relationship Id="rId126" Type="http://schemas.openxmlformats.org/officeDocument/2006/relationships/customXml" Target="../ink/ink911.xml"/><Relationship Id="rId147" Type="http://schemas.openxmlformats.org/officeDocument/2006/relationships/image" Target="../media/image920.png"/><Relationship Id="rId8" Type="http://schemas.openxmlformats.org/officeDocument/2006/relationships/customXml" Target="../ink/ink852.xml"/><Relationship Id="rId51" Type="http://schemas.openxmlformats.org/officeDocument/2006/relationships/image" Target="../media/image872.png"/><Relationship Id="rId72" Type="http://schemas.openxmlformats.org/officeDocument/2006/relationships/customXml" Target="../ink/ink884.xml"/><Relationship Id="rId93" Type="http://schemas.openxmlformats.org/officeDocument/2006/relationships/image" Target="../media/image893.png"/><Relationship Id="rId98" Type="http://schemas.openxmlformats.org/officeDocument/2006/relationships/customXml" Target="../ink/ink897.xml"/><Relationship Id="rId121" Type="http://schemas.openxmlformats.org/officeDocument/2006/relationships/image" Target="../media/image907.png"/><Relationship Id="rId142" Type="http://schemas.openxmlformats.org/officeDocument/2006/relationships/customXml" Target="../ink/ink919.xml"/><Relationship Id="rId3" Type="http://schemas.openxmlformats.org/officeDocument/2006/relationships/image" Target="../media/image848.png"/><Relationship Id="rId25" Type="http://schemas.openxmlformats.org/officeDocument/2006/relationships/image" Target="../media/image859.png"/><Relationship Id="rId46" Type="http://schemas.openxmlformats.org/officeDocument/2006/relationships/customXml" Target="../ink/ink871.xml"/><Relationship Id="rId67" Type="http://schemas.openxmlformats.org/officeDocument/2006/relationships/image" Target="../media/image880.png"/><Relationship Id="rId116" Type="http://schemas.openxmlformats.org/officeDocument/2006/relationships/customXml" Target="../ink/ink906.xml"/><Relationship Id="rId137" Type="http://schemas.openxmlformats.org/officeDocument/2006/relationships/image" Target="../media/image915.png"/><Relationship Id="rId20" Type="http://schemas.openxmlformats.org/officeDocument/2006/relationships/customXml" Target="../ink/ink858.xml"/><Relationship Id="rId41" Type="http://schemas.openxmlformats.org/officeDocument/2006/relationships/image" Target="../media/image867.png"/><Relationship Id="rId62" Type="http://schemas.openxmlformats.org/officeDocument/2006/relationships/customXml" Target="../ink/ink879.xml"/><Relationship Id="rId83" Type="http://schemas.openxmlformats.org/officeDocument/2006/relationships/image" Target="../media/image888.png"/><Relationship Id="rId88" Type="http://schemas.openxmlformats.org/officeDocument/2006/relationships/customXml" Target="../ink/ink892.xml"/><Relationship Id="rId111" Type="http://schemas.openxmlformats.org/officeDocument/2006/relationships/image" Target="../media/image902.png"/><Relationship Id="rId132" Type="http://schemas.openxmlformats.org/officeDocument/2006/relationships/customXml" Target="../ink/ink914.xml"/><Relationship Id="rId15" Type="http://schemas.openxmlformats.org/officeDocument/2006/relationships/image" Target="../media/image854.png"/><Relationship Id="rId36" Type="http://schemas.openxmlformats.org/officeDocument/2006/relationships/customXml" Target="../ink/ink866.xml"/><Relationship Id="rId57" Type="http://schemas.openxmlformats.org/officeDocument/2006/relationships/image" Target="../media/image875.png"/><Relationship Id="rId106" Type="http://schemas.openxmlformats.org/officeDocument/2006/relationships/customXml" Target="../ink/ink901.xml"/><Relationship Id="rId127" Type="http://schemas.openxmlformats.org/officeDocument/2006/relationships/image" Target="../media/image910.png"/><Relationship Id="rId10" Type="http://schemas.openxmlformats.org/officeDocument/2006/relationships/customXml" Target="../ink/ink853.xml"/><Relationship Id="rId31" Type="http://schemas.openxmlformats.org/officeDocument/2006/relationships/image" Target="../media/image862.png"/><Relationship Id="rId52" Type="http://schemas.openxmlformats.org/officeDocument/2006/relationships/customXml" Target="../ink/ink874.xml"/><Relationship Id="rId73" Type="http://schemas.openxmlformats.org/officeDocument/2006/relationships/image" Target="../media/image883.png"/><Relationship Id="rId78" Type="http://schemas.openxmlformats.org/officeDocument/2006/relationships/customXml" Target="../ink/ink887.xml"/><Relationship Id="rId94" Type="http://schemas.openxmlformats.org/officeDocument/2006/relationships/customXml" Target="../ink/ink895.xml"/><Relationship Id="rId99" Type="http://schemas.openxmlformats.org/officeDocument/2006/relationships/image" Target="../media/image896.png"/><Relationship Id="rId101" Type="http://schemas.openxmlformats.org/officeDocument/2006/relationships/image" Target="../media/image897.png"/><Relationship Id="rId122" Type="http://schemas.openxmlformats.org/officeDocument/2006/relationships/customXml" Target="../ink/ink909.xml"/><Relationship Id="rId143" Type="http://schemas.openxmlformats.org/officeDocument/2006/relationships/image" Target="../media/image918.png"/><Relationship Id="rId4" Type="http://schemas.openxmlformats.org/officeDocument/2006/relationships/customXml" Target="../ink/ink850.xml"/><Relationship Id="rId9" Type="http://schemas.openxmlformats.org/officeDocument/2006/relationships/image" Target="../media/image851.png"/><Relationship Id="rId26" Type="http://schemas.openxmlformats.org/officeDocument/2006/relationships/customXml" Target="../ink/ink861.xml"/><Relationship Id="rId47" Type="http://schemas.openxmlformats.org/officeDocument/2006/relationships/image" Target="../media/image870.png"/><Relationship Id="rId68" Type="http://schemas.openxmlformats.org/officeDocument/2006/relationships/customXml" Target="../ink/ink882.xml"/><Relationship Id="rId89" Type="http://schemas.openxmlformats.org/officeDocument/2006/relationships/image" Target="../media/image891.png"/><Relationship Id="rId112" Type="http://schemas.openxmlformats.org/officeDocument/2006/relationships/customXml" Target="../ink/ink904.xml"/><Relationship Id="rId133" Type="http://schemas.openxmlformats.org/officeDocument/2006/relationships/image" Target="../media/image913.png"/><Relationship Id="rId16" Type="http://schemas.openxmlformats.org/officeDocument/2006/relationships/customXml" Target="../ink/ink856.xml"/><Relationship Id="rId37" Type="http://schemas.openxmlformats.org/officeDocument/2006/relationships/image" Target="../media/image865.png"/><Relationship Id="rId58" Type="http://schemas.openxmlformats.org/officeDocument/2006/relationships/customXml" Target="../ink/ink877.xml"/><Relationship Id="rId79" Type="http://schemas.openxmlformats.org/officeDocument/2006/relationships/image" Target="../media/image886.png"/><Relationship Id="rId102" Type="http://schemas.openxmlformats.org/officeDocument/2006/relationships/customXml" Target="../ink/ink899.xml"/><Relationship Id="rId123" Type="http://schemas.openxmlformats.org/officeDocument/2006/relationships/image" Target="../media/image908.png"/><Relationship Id="rId144" Type="http://schemas.openxmlformats.org/officeDocument/2006/relationships/customXml" Target="../ink/ink92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78.png"/><Relationship Id="rId21" Type="http://schemas.openxmlformats.org/officeDocument/2006/relationships/image" Target="../media/image930.png"/><Relationship Id="rId42" Type="http://schemas.openxmlformats.org/officeDocument/2006/relationships/customXml" Target="../ink/ink942.xml"/><Relationship Id="rId63" Type="http://schemas.openxmlformats.org/officeDocument/2006/relationships/image" Target="../media/image951.png"/><Relationship Id="rId84" Type="http://schemas.openxmlformats.org/officeDocument/2006/relationships/customXml" Target="../ink/ink963.xml"/><Relationship Id="rId138" Type="http://schemas.openxmlformats.org/officeDocument/2006/relationships/customXml" Target="../ink/ink990.xml"/><Relationship Id="rId159" Type="http://schemas.openxmlformats.org/officeDocument/2006/relationships/image" Target="../media/image999.png"/><Relationship Id="rId170" Type="http://schemas.openxmlformats.org/officeDocument/2006/relationships/customXml" Target="../ink/ink1006.xml"/><Relationship Id="rId191" Type="http://schemas.openxmlformats.org/officeDocument/2006/relationships/image" Target="../media/image1015.png"/><Relationship Id="rId205" Type="http://schemas.openxmlformats.org/officeDocument/2006/relationships/image" Target="../media/image1022.png"/><Relationship Id="rId226" Type="http://schemas.openxmlformats.org/officeDocument/2006/relationships/customXml" Target="../ink/ink1034.xml"/><Relationship Id="rId107" Type="http://schemas.openxmlformats.org/officeDocument/2006/relationships/image" Target="../media/image973.png"/><Relationship Id="rId11" Type="http://schemas.openxmlformats.org/officeDocument/2006/relationships/image" Target="../media/image925.png"/><Relationship Id="rId32" Type="http://schemas.openxmlformats.org/officeDocument/2006/relationships/customXml" Target="../ink/ink937.xml"/><Relationship Id="rId53" Type="http://schemas.openxmlformats.org/officeDocument/2006/relationships/image" Target="../media/image946.png"/><Relationship Id="rId74" Type="http://schemas.openxmlformats.org/officeDocument/2006/relationships/customXml" Target="../ink/ink958.xml"/><Relationship Id="rId128" Type="http://schemas.openxmlformats.org/officeDocument/2006/relationships/customXml" Target="../ink/ink985.xml"/><Relationship Id="rId149" Type="http://schemas.openxmlformats.org/officeDocument/2006/relationships/image" Target="../media/image994.png"/><Relationship Id="rId5" Type="http://schemas.openxmlformats.org/officeDocument/2006/relationships/image" Target="../media/image922.png"/><Relationship Id="rId95" Type="http://schemas.openxmlformats.org/officeDocument/2006/relationships/image" Target="../media/image967.png"/><Relationship Id="rId160" Type="http://schemas.openxmlformats.org/officeDocument/2006/relationships/customXml" Target="../ink/ink1001.xml"/><Relationship Id="rId181" Type="http://schemas.openxmlformats.org/officeDocument/2006/relationships/image" Target="../media/image1010.png"/><Relationship Id="rId216" Type="http://schemas.openxmlformats.org/officeDocument/2006/relationships/customXml" Target="../ink/ink1029.xml"/><Relationship Id="rId237" Type="http://schemas.openxmlformats.org/officeDocument/2006/relationships/image" Target="../media/image1038.png"/><Relationship Id="rId22" Type="http://schemas.openxmlformats.org/officeDocument/2006/relationships/customXml" Target="../ink/ink932.xml"/><Relationship Id="rId43" Type="http://schemas.openxmlformats.org/officeDocument/2006/relationships/image" Target="../media/image941.png"/><Relationship Id="rId64" Type="http://schemas.openxmlformats.org/officeDocument/2006/relationships/customXml" Target="../ink/ink953.xml"/><Relationship Id="rId118" Type="http://schemas.openxmlformats.org/officeDocument/2006/relationships/customXml" Target="../ink/ink980.xml"/><Relationship Id="rId139" Type="http://schemas.openxmlformats.org/officeDocument/2006/relationships/image" Target="../media/image989.png"/><Relationship Id="rId85" Type="http://schemas.openxmlformats.org/officeDocument/2006/relationships/image" Target="../media/image962.png"/><Relationship Id="rId150" Type="http://schemas.openxmlformats.org/officeDocument/2006/relationships/customXml" Target="../ink/ink996.xml"/><Relationship Id="rId171" Type="http://schemas.openxmlformats.org/officeDocument/2006/relationships/image" Target="../media/image1005.png"/><Relationship Id="rId192" Type="http://schemas.openxmlformats.org/officeDocument/2006/relationships/customXml" Target="../ink/ink1017.xml"/><Relationship Id="rId206" Type="http://schemas.openxmlformats.org/officeDocument/2006/relationships/customXml" Target="../ink/ink1024.xml"/><Relationship Id="rId227" Type="http://schemas.openxmlformats.org/officeDocument/2006/relationships/image" Target="../media/image1033.png"/><Relationship Id="rId12" Type="http://schemas.openxmlformats.org/officeDocument/2006/relationships/customXml" Target="../ink/ink927.xml"/><Relationship Id="rId33" Type="http://schemas.openxmlformats.org/officeDocument/2006/relationships/image" Target="../media/image936.png"/><Relationship Id="rId108" Type="http://schemas.openxmlformats.org/officeDocument/2006/relationships/customXml" Target="../ink/ink975.xml"/><Relationship Id="rId129" Type="http://schemas.openxmlformats.org/officeDocument/2006/relationships/image" Target="../media/image984.png"/><Relationship Id="rId54" Type="http://schemas.openxmlformats.org/officeDocument/2006/relationships/customXml" Target="../ink/ink948.xml"/><Relationship Id="rId75" Type="http://schemas.openxmlformats.org/officeDocument/2006/relationships/image" Target="../media/image957.png"/><Relationship Id="rId96" Type="http://schemas.openxmlformats.org/officeDocument/2006/relationships/customXml" Target="../ink/ink969.xml"/><Relationship Id="rId140" Type="http://schemas.openxmlformats.org/officeDocument/2006/relationships/customXml" Target="../ink/ink991.xml"/><Relationship Id="rId161" Type="http://schemas.openxmlformats.org/officeDocument/2006/relationships/image" Target="../media/image1000.png"/><Relationship Id="rId182" Type="http://schemas.openxmlformats.org/officeDocument/2006/relationships/customXml" Target="../ink/ink1012.xml"/><Relationship Id="rId217" Type="http://schemas.openxmlformats.org/officeDocument/2006/relationships/image" Target="../media/image1028.png"/><Relationship Id="rId6" Type="http://schemas.openxmlformats.org/officeDocument/2006/relationships/customXml" Target="../ink/ink924.xml"/><Relationship Id="rId238" Type="http://schemas.openxmlformats.org/officeDocument/2006/relationships/customXml" Target="../ink/ink1040.xml"/><Relationship Id="rId23" Type="http://schemas.openxmlformats.org/officeDocument/2006/relationships/image" Target="../media/image931.png"/><Relationship Id="rId119" Type="http://schemas.openxmlformats.org/officeDocument/2006/relationships/image" Target="../media/image979.png"/><Relationship Id="rId44" Type="http://schemas.openxmlformats.org/officeDocument/2006/relationships/customXml" Target="../ink/ink943.xml"/><Relationship Id="rId65" Type="http://schemas.openxmlformats.org/officeDocument/2006/relationships/image" Target="../media/image952.png"/><Relationship Id="rId86" Type="http://schemas.openxmlformats.org/officeDocument/2006/relationships/customXml" Target="../ink/ink964.xml"/><Relationship Id="rId130" Type="http://schemas.openxmlformats.org/officeDocument/2006/relationships/customXml" Target="../ink/ink986.xml"/><Relationship Id="rId151" Type="http://schemas.openxmlformats.org/officeDocument/2006/relationships/image" Target="../media/image995.png"/><Relationship Id="rId172" Type="http://schemas.openxmlformats.org/officeDocument/2006/relationships/customXml" Target="../ink/ink1007.xml"/><Relationship Id="rId193" Type="http://schemas.openxmlformats.org/officeDocument/2006/relationships/image" Target="../media/image1016.png"/><Relationship Id="rId207" Type="http://schemas.openxmlformats.org/officeDocument/2006/relationships/image" Target="../media/image1023.png"/><Relationship Id="rId228" Type="http://schemas.openxmlformats.org/officeDocument/2006/relationships/customXml" Target="../ink/ink1035.xml"/><Relationship Id="rId13" Type="http://schemas.openxmlformats.org/officeDocument/2006/relationships/image" Target="../media/image926.png"/><Relationship Id="rId109" Type="http://schemas.openxmlformats.org/officeDocument/2006/relationships/image" Target="../media/image974.png"/><Relationship Id="rId34" Type="http://schemas.openxmlformats.org/officeDocument/2006/relationships/customXml" Target="../ink/ink938.xml"/><Relationship Id="rId55" Type="http://schemas.openxmlformats.org/officeDocument/2006/relationships/image" Target="../media/image947.png"/><Relationship Id="rId76" Type="http://schemas.openxmlformats.org/officeDocument/2006/relationships/customXml" Target="../ink/ink959.xml"/><Relationship Id="rId97" Type="http://schemas.openxmlformats.org/officeDocument/2006/relationships/image" Target="../media/image968.png"/><Relationship Id="rId120" Type="http://schemas.openxmlformats.org/officeDocument/2006/relationships/customXml" Target="../ink/ink981.xml"/><Relationship Id="rId141" Type="http://schemas.openxmlformats.org/officeDocument/2006/relationships/image" Target="../media/image990.png"/><Relationship Id="rId7" Type="http://schemas.openxmlformats.org/officeDocument/2006/relationships/image" Target="../media/image923.png"/><Relationship Id="rId162" Type="http://schemas.openxmlformats.org/officeDocument/2006/relationships/customXml" Target="../ink/ink1002.xml"/><Relationship Id="rId183" Type="http://schemas.openxmlformats.org/officeDocument/2006/relationships/image" Target="../media/image1011.png"/><Relationship Id="rId218" Type="http://schemas.openxmlformats.org/officeDocument/2006/relationships/customXml" Target="../ink/ink1030.xml"/><Relationship Id="rId239" Type="http://schemas.openxmlformats.org/officeDocument/2006/relationships/image" Target="../media/image1039.png"/><Relationship Id="rId24" Type="http://schemas.openxmlformats.org/officeDocument/2006/relationships/customXml" Target="../ink/ink933.xml"/><Relationship Id="rId45" Type="http://schemas.openxmlformats.org/officeDocument/2006/relationships/image" Target="../media/image942.png"/><Relationship Id="rId66" Type="http://schemas.openxmlformats.org/officeDocument/2006/relationships/customXml" Target="../ink/ink954.xml"/><Relationship Id="rId87" Type="http://schemas.openxmlformats.org/officeDocument/2006/relationships/image" Target="../media/image963.png"/><Relationship Id="rId110" Type="http://schemas.openxmlformats.org/officeDocument/2006/relationships/customXml" Target="../ink/ink976.xml"/><Relationship Id="rId131" Type="http://schemas.openxmlformats.org/officeDocument/2006/relationships/image" Target="../media/image985.png"/><Relationship Id="rId152" Type="http://schemas.openxmlformats.org/officeDocument/2006/relationships/customXml" Target="../ink/ink997.xml"/><Relationship Id="rId173" Type="http://schemas.openxmlformats.org/officeDocument/2006/relationships/image" Target="../media/image1006.png"/><Relationship Id="rId194" Type="http://schemas.openxmlformats.org/officeDocument/2006/relationships/customXml" Target="../ink/ink1018.xml"/><Relationship Id="rId208" Type="http://schemas.openxmlformats.org/officeDocument/2006/relationships/customXml" Target="../ink/ink1025.xml"/><Relationship Id="rId229" Type="http://schemas.openxmlformats.org/officeDocument/2006/relationships/image" Target="../media/image1034.png"/><Relationship Id="rId240" Type="http://schemas.openxmlformats.org/officeDocument/2006/relationships/customXml" Target="../ink/ink1041.xml"/><Relationship Id="rId14" Type="http://schemas.openxmlformats.org/officeDocument/2006/relationships/customXml" Target="../ink/ink928.xml"/><Relationship Id="rId35" Type="http://schemas.openxmlformats.org/officeDocument/2006/relationships/image" Target="../media/image937.png"/><Relationship Id="rId56" Type="http://schemas.openxmlformats.org/officeDocument/2006/relationships/customXml" Target="../ink/ink949.xml"/><Relationship Id="rId77" Type="http://schemas.openxmlformats.org/officeDocument/2006/relationships/image" Target="../media/image958.png"/><Relationship Id="rId100" Type="http://schemas.openxmlformats.org/officeDocument/2006/relationships/customXml" Target="../ink/ink971.xml"/><Relationship Id="rId8" Type="http://schemas.openxmlformats.org/officeDocument/2006/relationships/customXml" Target="../ink/ink925.xml"/><Relationship Id="rId98" Type="http://schemas.openxmlformats.org/officeDocument/2006/relationships/customXml" Target="../ink/ink970.xml"/><Relationship Id="rId121" Type="http://schemas.openxmlformats.org/officeDocument/2006/relationships/image" Target="../media/image980.png"/><Relationship Id="rId142" Type="http://schemas.openxmlformats.org/officeDocument/2006/relationships/customXml" Target="../ink/ink992.xml"/><Relationship Id="rId163" Type="http://schemas.openxmlformats.org/officeDocument/2006/relationships/image" Target="../media/image1001.png"/><Relationship Id="rId184" Type="http://schemas.openxmlformats.org/officeDocument/2006/relationships/customXml" Target="../ink/ink1013.xml"/><Relationship Id="rId219" Type="http://schemas.openxmlformats.org/officeDocument/2006/relationships/image" Target="../media/image1029.png"/><Relationship Id="rId230" Type="http://schemas.openxmlformats.org/officeDocument/2006/relationships/customXml" Target="../ink/ink1036.xml"/><Relationship Id="rId25" Type="http://schemas.openxmlformats.org/officeDocument/2006/relationships/image" Target="../media/image932.png"/><Relationship Id="rId46" Type="http://schemas.openxmlformats.org/officeDocument/2006/relationships/customXml" Target="../ink/ink944.xml"/><Relationship Id="rId67" Type="http://schemas.openxmlformats.org/officeDocument/2006/relationships/image" Target="../media/image953.png"/><Relationship Id="rId88" Type="http://schemas.openxmlformats.org/officeDocument/2006/relationships/customXml" Target="../ink/ink965.xml"/><Relationship Id="rId111" Type="http://schemas.openxmlformats.org/officeDocument/2006/relationships/image" Target="../media/image975.png"/><Relationship Id="rId132" Type="http://schemas.openxmlformats.org/officeDocument/2006/relationships/customXml" Target="../ink/ink987.xml"/><Relationship Id="rId153" Type="http://schemas.openxmlformats.org/officeDocument/2006/relationships/image" Target="../media/image996.png"/><Relationship Id="rId174" Type="http://schemas.openxmlformats.org/officeDocument/2006/relationships/customXml" Target="../ink/ink1008.xml"/><Relationship Id="rId195" Type="http://schemas.openxmlformats.org/officeDocument/2006/relationships/image" Target="../media/image1017.png"/><Relationship Id="rId209" Type="http://schemas.openxmlformats.org/officeDocument/2006/relationships/image" Target="../media/image1024.png"/><Relationship Id="rId220" Type="http://schemas.openxmlformats.org/officeDocument/2006/relationships/customXml" Target="../ink/ink1031.xml"/><Relationship Id="rId241" Type="http://schemas.openxmlformats.org/officeDocument/2006/relationships/image" Target="../media/image1040.png"/><Relationship Id="rId15" Type="http://schemas.openxmlformats.org/officeDocument/2006/relationships/image" Target="../media/image927.png"/><Relationship Id="rId36" Type="http://schemas.openxmlformats.org/officeDocument/2006/relationships/customXml" Target="../ink/ink939.xml"/><Relationship Id="rId57" Type="http://schemas.openxmlformats.org/officeDocument/2006/relationships/image" Target="../media/image948.png"/><Relationship Id="rId106" Type="http://schemas.openxmlformats.org/officeDocument/2006/relationships/customXml" Target="../ink/ink974.xml"/><Relationship Id="rId127" Type="http://schemas.openxmlformats.org/officeDocument/2006/relationships/image" Target="../media/image983.png"/><Relationship Id="rId10" Type="http://schemas.openxmlformats.org/officeDocument/2006/relationships/customXml" Target="../ink/ink926.xml"/><Relationship Id="rId31" Type="http://schemas.openxmlformats.org/officeDocument/2006/relationships/image" Target="../media/image935.png"/><Relationship Id="rId52" Type="http://schemas.openxmlformats.org/officeDocument/2006/relationships/customXml" Target="../ink/ink947.xml"/><Relationship Id="rId73" Type="http://schemas.openxmlformats.org/officeDocument/2006/relationships/image" Target="../media/image956.png"/><Relationship Id="rId78" Type="http://schemas.openxmlformats.org/officeDocument/2006/relationships/customXml" Target="../ink/ink960.xml"/><Relationship Id="rId94" Type="http://schemas.openxmlformats.org/officeDocument/2006/relationships/customXml" Target="../ink/ink968.xml"/><Relationship Id="rId99" Type="http://schemas.openxmlformats.org/officeDocument/2006/relationships/image" Target="../media/image969.png"/><Relationship Id="rId101" Type="http://schemas.openxmlformats.org/officeDocument/2006/relationships/image" Target="../media/image970.png"/><Relationship Id="rId122" Type="http://schemas.openxmlformats.org/officeDocument/2006/relationships/customXml" Target="../ink/ink982.xml"/><Relationship Id="rId143" Type="http://schemas.openxmlformats.org/officeDocument/2006/relationships/image" Target="../media/image991.png"/><Relationship Id="rId148" Type="http://schemas.openxmlformats.org/officeDocument/2006/relationships/customXml" Target="../ink/ink995.xml"/><Relationship Id="rId164" Type="http://schemas.openxmlformats.org/officeDocument/2006/relationships/customXml" Target="../ink/ink1003.xml"/><Relationship Id="rId169" Type="http://schemas.openxmlformats.org/officeDocument/2006/relationships/image" Target="../media/image1004.png"/><Relationship Id="rId185" Type="http://schemas.openxmlformats.org/officeDocument/2006/relationships/image" Target="../media/image1012.png"/><Relationship Id="rId4" Type="http://schemas.openxmlformats.org/officeDocument/2006/relationships/customXml" Target="../ink/ink923.xml"/><Relationship Id="rId9" Type="http://schemas.openxmlformats.org/officeDocument/2006/relationships/image" Target="../media/image924.png"/><Relationship Id="rId180" Type="http://schemas.openxmlformats.org/officeDocument/2006/relationships/customXml" Target="../ink/ink1011.xml"/><Relationship Id="rId210" Type="http://schemas.openxmlformats.org/officeDocument/2006/relationships/customXml" Target="../ink/ink1026.xml"/><Relationship Id="rId215" Type="http://schemas.openxmlformats.org/officeDocument/2006/relationships/image" Target="../media/image1027.png"/><Relationship Id="rId236" Type="http://schemas.openxmlformats.org/officeDocument/2006/relationships/customXml" Target="../ink/ink1039.xml"/><Relationship Id="rId26" Type="http://schemas.openxmlformats.org/officeDocument/2006/relationships/customXml" Target="../ink/ink934.xml"/><Relationship Id="rId231" Type="http://schemas.openxmlformats.org/officeDocument/2006/relationships/image" Target="../media/image1035.png"/><Relationship Id="rId47" Type="http://schemas.openxmlformats.org/officeDocument/2006/relationships/image" Target="../media/image943.png"/><Relationship Id="rId68" Type="http://schemas.openxmlformats.org/officeDocument/2006/relationships/customXml" Target="../ink/ink955.xml"/><Relationship Id="rId89" Type="http://schemas.openxmlformats.org/officeDocument/2006/relationships/image" Target="../media/image964.png"/><Relationship Id="rId112" Type="http://schemas.openxmlformats.org/officeDocument/2006/relationships/customXml" Target="../ink/ink977.xml"/><Relationship Id="rId133" Type="http://schemas.openxmlformats.org/officeDocument/2006/relationships/image" Target="../media/image986.png"/><Relationship Id="rId154" Type="http://schemas.openxmlformats.org/officeDocument/2006/relationships/customXml" Target="../ink/ink998.xml"/><Relationship Id="rId175" Type="http://schemas.openxmlformats.org/officeDocument/2006/relationships/image" Target="../media/image1007.png"/><Relationship Id="rId196" Type="http://schemas.openxmlformats.org/officeDocument/2006/relationships/customXml" Target="../ink/ink1019.xml"/><Relationship Id="rId200" Type="http://schemas.openxmlformats.org/officeDocument/2006/relationships/customXml" Target="../ink/ink1021.xml"/><Relationship Id="rId16" Type="http://schemas.openxmlformats.org/officeDocument/2006/relationships/customXml" Target="../ink/ink929.xml"/><Relationship Id="rId221" Type="http://schemas.openxmlformats.org/officeDocument/2006/relationships/image" Target="../media/image1030.png"/><Relationship Id="rId242" Type="http://schemas.openxmlformats.org/officeDocument/2006/relationships/customXml" Target="../ink/ink1042.xml"/><Relationship Id="rId37" Type="http://schemas.openxmlformats.org/officeDocument/2006/relationships/image" Target="../media/image938.png"/><Relationship Id="rId58" Type="http://schemas.openxmlformats.org/officeDocument/2006/relationships/customXml" Target="../ink/ink950.xml"/><Relationship Id="rId79" Type="http://schemas.openxmlformats.org/officeDocument/2006/relationships/image" Target="../media/image959.png"/><Relationship Id="rId102" Type="http://schemas.openxmlformats.org/officeDocument/2006/relationships/customXml" Target="../ink/ink972.xml"/><Relationship Id="rId123" Type="http://schemas.openxmlformats.org/officeDocument/2006/relationships/image" Target="../media/image981.png"/><Relationship Id="rId144" Type="http://schemas.openxmlformats.org/officeDocument/2006/relationships/customXml" Target="../ink/ink993.xml"/><Relationship Id="rId90" Type="http://schemas.openxmlformats.org/officeDocument/2006/relationships/customXml" Target="../ink/ink966.xml"/><Relationship Id="rId165" Type="http://schemas.openxmlformats.org/officeDocument/2006/relationships/image" Target="../media/image1002.png"/><Relationship Id="rId186" Type="http://schemas.openxmlformats.org/officeDocument/2006/relationships/customXml" Target="../ink/ink1014.xml"/><Relationship Id="rId211" Type="http://schemas.openxmlformats.org/officeDocument/2006/relationships/image" Target="../media/image1025.png"/><Relationship Id="rId232" Type="http://schemas.openxmlformats.org/officeDocument/2006/relationships/customXml" Target="../ink/ink1037.xml"/><Relationship Id="rId27" Type="http://schemas.openxmlformats.org/officeDocument/2006/relationships/image" Target="../media/image933.png"/><Relationship Id="rId48" Type="http://schemas.openxmlformats.org/officeDocument/2006/relationships/customXml" Target="../ink/ink945.xml"/><Relationship Id="rId69" Type="http://schemas.openxmlformats.org/officeDocument/2006/relationships/image" Target="../media/image954.png"/><Relationship Id="rId113" Type="http://schemas.openxmlformats.org/officeDocument/2006/relationships/image" Target="../media/image976.png"/><Relationship Id="rId134" Type="http://schemas.openxmlformats.org/officeDocument/2006/relationships/customXml" Target="../ink/ink988.xml"/><Relationship Id="rId80" Type="http://schemas.openxmlformats.org/officeDocument/2006/relationships/customXml" Target="../ink/ink961.xml"/><Relationship Id="rId155" Type="http://schemas.openxmlformats.org/officeDocument/2006/relationships/image" Target="../media/image997.png"/><Relationship Id="rId176" Type="http://schemas.openxmlformats.org/officeDocument/2006/relationships/customXml" Target="../ink/ink1009.xml"/><Relationship Id="rId197" Type="http://schemas.openxmlformats.org/officeDocument/2006/relationships/image" Target="../media/image1018.png"/><Relationship Id="rId201" Type="http://schemas.openxmlformats.org/officeDocument/2006/relationships/image" Target="../media/image1020.png"/><Relationship Id="rId222" Type="http://schemas.openxmlformats.org/officeDocument/2006/relationships/customXml" Target="../ink/ink1032.xml"/><Relationship Id="rId243" Type="http://schemas.openxmlformats.org/officeDocument/2006/relationships/image" Target="../media/image1041.png"/><Relationship Id="rId17" Type="http://schemas.openxmlformats.org/officeDocument/2006/relationships/image" Target="../media/image928.png"/><Relationship Id="rId38" Type="http://schemas.openxmlformats.org/officeDocument/2006/relationships/customXml" Target="../ink/ink940.xml"/><Relationship Id="rId59" Type="http://schemas.openxmlformats.org/officeDocument/2006/relationships/image" Target="../media/image949.png"/><Relationship Id="rId103" Type="http://schemas.openxmlformats.org/officeDocument/2006/relationships/image" Target="../media/image971.png"/><Relationship Id="rId124" Type="http://schemas.openxmlformats.org/officeDocument/2006/relationships/customXml" Target="../ink/ink983.xml"/><Relationship Id="rId70" Type="http://schemas.openxmlformats.org/officeDocument/2006/relationships/customXml" Target="../ink/ink956.xml"/><Relationship Id="rId91" Type="http://schemas.openxmlformats.org/officeDocument/2006/relationships/image" Target="../media/image965.png"/><Relationship Id="rId145" Type="http://schemas.openxmlformats.org/officeDocument/2006/relationships/image" Target="../media/image992.png"/><Relationship Id="rId166" Type="http://schemas.openxmlformats.org/officeDocument/2006/relationships/customXml" Target="../ink/ink1004.xml"/><Relationship Id="rId187" Type="http://schemas.openxmlformats.org/officeDocument/2006/relationships/image" Target="../media/image101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7.xml"/><Relationship Id="rId233" Type="http://schemas.openxmlformats.org/officeDocument/2006/relationships/image" Target="../media/image1036.png"/><Relationship Id="rId28" Type="http://schemas.openxmlformats.org/officeDocument/2006/relationships/customXml" Target="../ink/ink935.xml"/><Relationship Id="rId49" Type="http://schemas.openxmlformats.org/officeDocument/2006/relationships/image" Target="../media/image944.png"/><Relationship Id="rId114" Type="http://schemas.openxmlformats.org/officeDocument/2006/relationships/customXml" Target="../ink/ink978.xml"/><Relationship Id="rId60" Type="http://schemas.openxmlformats.org/officeDocument/2006/relationships/customXml" Target="../ink/ink951.xml"/><Relationship Id="rId81" Type="http://schemas.openxmlformats.org/officeDocument/2006/relationships/image" Target="../media/image960.png"/><Relationship Id="rId135" Type="http://schemas.openxmlformats.org/officeDocument/2006/relationships/image" Target="../media/image987.png"/><Relationship Id="rId156" Type="http://schemas.openxmlformats.org/officeDocument/2006/relationships/customXml" Target="../ink/ink999.xml"/><Relationship Id="rId177" Type="http://schemas.openxmlformats.org/officeDocument/2006/relationships/image" Target="../media/image1008.png"/><Relationship Id="rId198" Type="http://schemas.openxmlformats.org/officeDocument/2006/relationships/customXml" Target="../ink/ink1020.xml"/><Relationship Id="rId202" Type="http://schemas.openxmlformats.org/officeDocument/2006/relationships/customXml" Target="../ink/ink1022.xml"/><Relationship Id="rId223" Type="http://schemas.openxmlformats.org/officeDocument/2006/relationships/image" Target="../media/image1031.png"/><Relationship Id="rId18" Type="http://schemas.openxmlformats.org/officeDocument/2006/relationships/customXml" Target="../ink/ink930.xml"/><Relationship Id="rId39" Type="http://schemas.openxmlformats.org/officeDocument/2006/relationships/image" Target="../media/image939.png"/><Relationship Id="rId50" Type="http://schemas.openxmlformats.org/officeDocument/2006/relationships/customXml" Target="../ink/ink946.xml"/><Relationship Id="rId104" Type="http://schemas.openxmlformats.org/officeDocument/2006/relationships/customXml" Target="../ink/ink973.xml"/><Relationship Id="rId125" Type="http://schemas.openxmlformats.org/officeDocument/2006/relationships/image" Target="../media/image982.png"/><Relationship Id="rId146" Type="http://schemas.openxmlformats.org/officeDocument/2006/relationships/customXml" Target="../ink/ink994.xml"/><Relationship Id="rId167" Type="http://schemas.openxmlformats.org/officeDocument/2006/relationships/image" Target="../media/image1003.png"/><Relationship Id="rId188" Type="http://schemas.openxmlformats.org/officeDocument/2006/relationships/customXml" Target="../ink/ink1015.xml"/><Relationship Id="rId71" Type="http://schemas.openxmlformats.org/officeDocument/2006/relationships/image" Target="../media/image955.png"/><Relationship Id="rId92" Type="http://schemas.openxmlformats.org/officeDocument/2006/relationships/customXml" Target="../ink/ink967.xml"/><Relationship Id="rId213" Type="http://schemas.openxmlformats.org/officeDocument/2006/relationships/image" Target="../media/image1026.png"/><Relationship Id="rId234" Type="http://schemas.openxmlformats.org/officeDocument/2006/relationships/customXml" Target="../ink/ink1038.xml"/><Relationship Id="rId2" Type="http://schemas.openxmlformats.org/officeDocument/2006/relationships/customXml" Target="../ink/ink922.xml"/><Relationship Id="rId29" Type="http://schemas.openxmlformats.org/officeDocument/2006/relationships/image" Target="../media/image934.png"/><Relationship Id="rId40" Type="http://schemas.openxmlformats.org/officeDocument/2006/relationships/customXml" Target="../ink/ink941.xml"/><Relationship Id="rId115" Type="http://schemas.openxmlformats.org/officeDocument/2006/relationships/image" Target="../media/image977.png"/><Relationship Id="rId136" Type="http://schemas.openxmlformats.org/officeDocument/2006/relationships/customXml" Target="../ink/ink989.xml"/><Relationship Id="rId157" Type="http://schemas.openxmlformats.org/officeDocument/2006/relationships/image" Target="../media/image998.png"/><Relationship Id="rId178" Type="http://schemas.openxmlformats.org/officeDocument/2006/relationships/customXml" Target="../ink/ink1010.xml"/><Relationship Id="rId61" Type="http://schemas.openxmlformats.org/officeDocument/2006/relationships/image" Target="../media/image950.png"/><Relationship Id="rId82" Type="http://schemas.openxmlformats.org/officeDocument/2006/relationships/customXml" Target="../ink/ink962.xml"/><Relationship Id="rId199" Type="http://schemas.openxmlformats.org/officeDocument/2006/relationships/image" Target="../media/image1019.png"/><Relationship Id="rId203" Type="http://schemas.openxmlformats.org/officeDocument/2006/relationships/image" Target="../media/image1021.png"/><Relationship Id="rId19" Type="http://schemas.openxmlformats.org/officeDocument/2006/relationships/image" Target="../media/image929.png"/><Relationship Id="rId224" Type="http://schemas.openxmlformats.org/officeDocument/2006/relationships/customXml" Target="../ink/ink1033.xml"/><Relationship Id="rId30" Type="http://schemas.openxmlformats.org/officeDocument/2006/relationships/customXml" Target="../ink/ink936.xml"/><Relationship Id="rId105" Type="http://schemas.openxmlformats.org/officeDocument/2006/relationships/image" Target="../media/image972.png"/><Relationship Id="rId126" Type="http://schemas.openxmlformats.org/officeDocument/2006/relationships/customXml" Target="../ink/ink984.xml"/><Relationship Id="rId147" Type="http://schemas.openxmlformats.org/officeDocument/2006/relationships/image" Target="../media/image993.png"/><Relationship Id="rId168" Type="http://schemas.openxmlformats.org/officeDocument/2006/relationships/customXml" Target="../ink/ink1005.xml"/><Relationship Id="rId51" Type="http://schemas.openxmlformats.org/officeDocument/2006/relationships/image" Target="../media/image945.png"/><Relationship Id="rId72" Type="http://schemas.openxmlformats.org/officeDocument/2006/relationships/customXml" Target="../ink/ink957.xml"/><Relationship Id="rId93" Type="http://schemas.openxmlformats.org/officeDocument/2006/relationships/image" Target="../media/image966.png"/><Relationship Id="rId189" Type="http://schemas.openxmlformats.org/officeDocument/2006/relationships/image" Target="../media/image1014.png"/><Relationship Id="rId3" Type="http://schemas.openxmlformats.org/officeDocument/2006/relationships/image" Target="../media/image921.png"/><Relationship Id="rId214" Type="http://schemas.openxmlformats.org/officeDocument/2006/relationships/customXml" Target="../ink/ink1028.xml"/><Relationship Id="rId235" Type="http://schemas.openxmlformats.org/officeDocument/2006/relationships/image" Target="../media/image1037.png"/><Relationship Id="rId116" Type="http://schemas.openxmlformats.org/officeDocument/2006/relationships/customXml" Target="../ink/ink979.xml"/><Relationship Id="rId137" Type="http://schemas.openxmlformats.org/officeDocument/2006/relationships/image" Target="../media/image988.png"/><Relationship Id="rId158" Type="http://schemas.openxmlformats.org/officeDocument/2006/relationships/customXml" Target="../ink/ink1000.xml"/><Relationship Id="rId20" Type="http://schemas.openxmlformats.org/officeDocument/2006/relationships/customXml" Target="../ink/ink931.xml"/><Relationship Id="rId41" Type="http://schemas.openxmlformats.org/officeDocument/2006/relationships/image" Target="../media/image940.png"/><Relationship Id="rId62" Type="http://schemas.openxmlformats.org/officeDocument/2006/relationships/customXml" Target="../ink/ink952.xml"/><Relationship Id="rId83" Type="http://schemas.openxmlformats.org/officeDocument/2006/relationships/image" Target="../media/image961.png"/><Relationship Id="rId179" Type="http://schemas.openxmlformats.org/officeDocument/2006/relationships/image" Target="../media/image1009.png"/><Relationship Id="rId190" Type="http://schemas.openxmlformats.org/officeDocument/2006/relationships/customXml" Target="../ink/ink1016.xml"/><Relationship Id="rId204" Type="http://schemas.openxmlformats.org/officeDocument/2006/relationships/customXml" Target="../ink/ink1023.xml"/><Relationship Id="rId225" Type="http://schemas.openxmlformats.org/officeDocument/2006/relationships/image" Target="../media/image10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BD0DA2C-06E5-D4AD-E316-212F5FA3D56D}"/>
              </a:ext>
            </a:extLst>
          </p:cNvPr>
          <p:cNvGrpSpPr/>
          <p:nvPr/>
        </p:nvGrpSpPr>
        <p:grpSpPr>
          <a:xfrm>
            <a:off x="1038715" y="482780"/>
            <a:ext cx="9387360" cy="2651040"/>
            <a:chOff x="1038715" y="482780"/>
            <a:chExt cx="9387360" cy="265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070D49-3254-0AFA-64EB-277A145C9FD6}"/>
                    </a:ext>
                  </a:extLst>
                </p14:cNvPr>
                <p14:cNvContentPartPr/>
                <p14:nvPr/>
              </p14:nvContentPartPr>
              <p14:xfrm>
                <a:off x="1038715" y="689780"/>
                <a:ext cx="609480" cy="869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070D49-3254-0AFA-64EB-277A145C9F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715" y="680780"/>
                  <a:ext cx="62712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D99DBFB-4E42-070F-FABD-823697F44979}"/>
                    </a:ext>
                  </a:extLst>
                </p14:cNvPr>
                <p14:cNvContentPartPr/>
                <p14:nvPr/>
              </p14:nvContentPartPr>
              <p14:xfrm>
                <a:off x="1148875" y="482780"/>
                <a:ext cx="362880" cy="86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D99DBFB-4E42-070F-FABD-823697F4497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0235" y="473780"/>
                  <a:ext cx="380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B8BA07-F392-116A-DBBD-235537398F89}"/>
                    </a:ext>
                  </a:extLst>
                </p14:cNvPr>
                <p14:cNvContentPartPr/>
                <p14:nvPr/>
              </p14:nvContentPartPr>
              <p14:xfrm>
                <a:off x="1090555" y="1051220"/>
                <a:ext cx="270360" cy="38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B8BA07-F392-116A-DBBD-235537398F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915" y="1042220"/>
                  <a:ext cx="288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007258-CAC3-358C-6DA4-B73AC368C99E}"/>
                    </a:ext>
                  </a:extLst>
                </p14:cNvPr>
                <p14:cNvContentPartPr/>
                <p14:nvPr/>
              </p14:nvContentPartPr>
              <p14:xfrm>
                <a:off x="1732075" y="1051220"/>
                <a:ext cx="372960" cy="308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007258-CAC3-358C-6DA4-B73AC368C9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23435" y="1042220"/>
                  <a:ext cx="3906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2E827D-6CDE-E164-59E1-A4E989B0F93D}"/>
                    </a:ext>
                  </a:extLst>
                </p14:cNvPr>
                <p14:cNvContentPartPr/>
                <p14:nvPr/>
              </p14:nvContentPartPr>
              <p14:xfrm>
                <a:off x="2277475" y="903260"/>
                <a:ext cx="226440" cy="493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2E827D-6CDE-E164-59E1-A4E989B0F9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68475" y="894260"/>
                  <a:ext cx="2440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77D0D4-3AFC-6F1D-D594-3EA2B4A2BEE8}"/>
                    </a:ext>
                  </a:extLst>
                </p14:cNvPr>
                <p14:cNvContentPartPr/>
                <p14:nvPr/>
              </p14:nvContentPartPr>
              <p14:xfrm>
                <a:off x="2690755" y="961220"/>
                <a:ext cx="811800" cy="356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77D0D4-3AFC-6F1D-D594-3EA2B4A2BE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81755" y="952220"/>
                  <a:ext cx="8294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571889-47A8-3A0B-E3C9-043CE9F78131}"/>
                    </a:ext>
                  </a:extLst>
                </p14:cNvPr>
                <p14:cNvContentPartPr/>
                <p14:nvPr/>
              </p14:nvContentPartPr>
              <p14:xfrm>
                <a:off x="3893515" y="499340"/>
                <a:ext cx="254160" cy="918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571889-47A8-3A0B-E3C9-043CE9F781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84875" y="490700"/>
                  <a:ext cx="271800" cy="9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399BB8-16C6-2C80-3BD3-EBBFF4ED1636}"/>
                    </a:ext>
                  </a:extLst>
                </p14:cNvPr>
                <p14:cNvContentPartPr/>
                <p14:nvPr/>
              </p14:nvContentPartPr>
              <p14:xfrm>
                <a:off x="4396075" y="630380"/>
                <a:ext cx="71280" cy="62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399BB8-16C6-2C80-3BD3-EBBFF4ED163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87435" y="621740"/>
                  <a:ext cx="889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FB9416-8E4B-CFD2-FAE9-7B7D7424BC24}"/>
                    </a:ext>
                  </a:extLst>
                </p14:cNvPr>
                <p14:cNvContentPartPr/>
                <p14:nvPr/>
              </p14:nvContentPartPr>
              <p14:xfrm>
                <a:off x="4685155" y="1110260"/>
                <a:ext cx="213840" cy="308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FB9416-8E4B-CFD2-FAE9-7B7D7424BC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76515" y="1101620"/>
                  <a:ext cx="231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9AFA93-61E1-52E1-872E-5FC49564C9E1}"/>
                    </a:ext>
                  </a:extLst>
                </p14:cNvPr>
                <p14:cNvContentPartPr/>
                <p14:nvPr/>
              </p14:nvContentPartPr>
              <p14:xfrm>
                <a:off x="5530795" y="659540"/>
                <a:ext cx="1169640" cy="53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9AFA93-61E1-52E1-872E-5FC49564C9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21795" y="650540"/>
                  <a:ext cx="1187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AA40A0-7219-3E4F-3DB3-1A61F9DC5EB3}"/>
                    </a:ext>
                  </a:extLst>
                </p14:cNvPr>
                <p14:cNvContentPartPr/>
                <p14:nvPr/>
              </p14:nvContentPartPr>
              <p14:xfrm>
                <a:off x="6101755" y="852500"/>
                <a:ext cx="27000" cy="441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AA40A0-7219-3E4F-3DB3-1A61F9DC5E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92755" y="843500"/>
                  <a:ext cx="446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10F503-0DFF-1590-C878-88B2123E113B}"/>
                    </a:ext>
                  </a:extLst>
                </p14:cNvPr>
                <p14:cNvContentPartPr/>
                <p14:nvPr/>
              </p14:nvContentPartPr>
              <p14:xfrm>
                <a:off x="6558235" y="837740"/>
                <a:ext cx="1256400" cy="449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10F503-0DFF-1590-C878-88B2123E11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49235" y="829100"/>
                  <a:ext cx="12740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D19649-A9D0-F27C-BD9C-96D51504B0F4}"/>
                    </a:ext>
                  </a:extLst>
                </p14:cNvPr>
                <p14:cNvContentPartPr/>
                <p14:nvPr/>
              </p14:nvContentPartPr>
              <p14:xfrm>
                <a:off x="8013355" y="1091180"/>
                <a:ext cx="739440" cy="343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D19649-A9D0-F27C-BD9C-96D51504B0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04355" y="1082180"/>
                  <a:ext cx="7570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B97717-3706-1F07-17A9-133E5DCC58C8}"/>
                    </a:ext>
                  </a:extLst>
                </p14:cNvPr>
                <p14:cNvContentPartPr/>
                <p14:nvPr/>
              </p14:nvContentPartPr>
              <p14:xfrm>
                <a:off x="8927035" y="810020"/>
                <a:ext cx="51120" cy="10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B97717-3706-1F07-17A9-133E5DCC58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18395" y="801380"/>
                  <a:ext cx="68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7E24B7-53E3-081D-9183-046D90B4482A}"/>
                    </a:ext>
                  </a:extLst>
                </p14:cNvPr>
                <p14:cNvContentPartPr/>
                <p14:nvPr/>
              </p14:nvContentPartPr>
              <p14:xfrm>
                <a:off x="8986435" y="1139420"/>
                <a:ext cx="1242360" cy="35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7E24B7-53E3-081D-9183-046D90B448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7435" y="1130780"/>
                  <a:ext cx="1260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7E6898-CF23-7283-F5F8-53D85101530E}"/>
                    </a:ext>
                  </a:extLst>
                </p14:cNvPr>
                <p14:cNvContentPartPr/>
                <p14:nvPr/>
              </p14:nvContentPartPr>
              <p14:xfrm>
                <a:off x="10404115" y="1262540"/>
                <a:ext cx="21960" cy="33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7E6898-CF23-7283-F5F8-53D8510153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95475" y="1253900"/>
                  <a:ext cx="39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1CF502-691F-0E8C-956B-76C21237D853}"/>
                    </a:ext>
                  </a:extLst>
                </p14:cNvPr>
                <p14:cNvContentPartPr/>
                <p14:nvPr/>
              </p14:nvContentPartPr>
              <p14:xfrm>
                <a:off x="2597875" y="2164340"/>
                <a:ext cx="783000" cy="6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1CF502-691F-0E8C-956B-76C21237D8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89235" y="2155700"/>
                  <a:ext cx="800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1B81D1-E40A-D890-738F-793E8C4F1304}"/>
                    </a:ext>
                  </a:extLst>
                </p14:cNvPr>
                <p14:cNvContentPartPr/>
                <p14:nvPr/>
              </p14:nvContentPartPr>
              <p14:xfrm>
                <a:off x="3291235" y="1739180"/>
                <a:ext cx="361800" cy="851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1B81D1-E40A-D890-738F-793E8C4F13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82595" y="1730180"/>
                  <a:ext cx="37944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306832-4C5F-3C60-AD88-3C8C0CA8E8BC}"/>
                    </a:ext>
                  </a:extLst>
                </p14:cNvPr>
                <p14:cNvContentPartPr/>
                <p14:nvPr/>
              </p14:nvContentPartPr>
              <p14:xfrm>
                <a:off x="4614955" y="1726580"/>
                <a:ext cx="560880" cy="585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306832-4C5F-3C60-AD88-3C8C0CA8E8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06315" y="1717940"/>
                  <a:ext cx="57852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6737AB-6928-62F1-86E5-06F0F58FC958}"/>
                    </a:ext>
                  </a:extLst>
                </p14:cNvPr>
                <p14:cNvContentPartPr/>
                <p14:nvPr/>
              </p14:nvContentPartPr>
              <p14:xfrm>
                <a:off x="5401915" y="1748540"/>
                <a:ext cx="1855440" cy="925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6737AB-6928-62F1-86E5-06F0F58FC9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93275" y="1739540"/>
                  <a:ext cx="1873080" cy="9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0DBE403-8233-D51B-A5EE-E8D7A4648494}"/>
                    </a:ext>
                  </a:extLst>
                </p14:cNvPr>
                <p14:cNvContentPartPr/>
                <p14:nvPr/>
              </p14:nvContentPartPr>
              <p14:xfrm>
                <a:off x="7527355" y="1702100"/>
                <a:ext cx="11160" cy="5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0DBE403-8233-D51B-A5EE-E8D7A46484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18355" y="1693460"/>
                  <a:ext cx="28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2FE52C-C72A-18BC-01F1-5BCEE72E79A2}"/>
                    </a:ext>
                  </a:extLst>
                </p14:cNvPr>
                <p14:cNvContentPartPr/>
                <p14:nvPr/>
              </p14:nvContentPartPr>
              <p14:xfrm>
                <a:off x="7591075" y="1888580"/>
                <a:ext cx="927720" cy="1245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2FE52C-C72A-18BC-01F1-5BCEE72E79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82435" y="1879940"/>
                  <a:ext cx="945360" cy="126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2C09836-5BF3-FE7A-B839-B05744C85872}"/>
              </a:ext>
            </a:extLst>
          </p:cNvPr>
          <p:cNvGrpSpPr/>
          <p:nvPr/>
        </p:nvGrpSpPr>
        <p:grpSpPr>
          <a:xfrm>
            <a:off x="9807595" y="1591580"/>
            <a:ext cx="1638720" cy="1172160"/>
            <a:chOff x="9807595" y="1591580"/>
            <a:chExt cx="1638720" cy="11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360E0E-657A-951E-9F30-EF182FB4D61C}"/>
                    </a:ext>
                  </a:extLst>
                </p14:cNvPr>
                <p14:cNvContentPartPr/>
                <p14:nvPr/>
              </p14:nvContentPartPr>
              <p14:xfrm>
                <a:off x="9807595" y="1617140"/>
                <a:ext cx="524520" cy="114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360E0E-657A-951E-9F30-EF182FB4D6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98955" y="1608140"/>
                  <a:ext cx="542160" cy="11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129984-C1A5-09E1-CBA7-47987D07FC28}"/>
                    </a:ext>
                  </a:extLst>
                </p14:cNvPr>
                <p14:cNvContentPartPr/>
                <p14:nvPr/>
              </p14:nvContentPartPr>
              <p14:xfrm>
                <a:off x="9969235" y="1591580"/>
                <a:ext cx="1477080" cy="630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2129984-C1A5-09E1-CBA7-47987D07FC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60235" y="1582580"/>
                  <a:ext cx="1494720" cy="64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EC3F711-1C8B-97E4-7D96-B62606115E28}"/>
              </a:ext>
            </a:extLst>
          </p:cNvPr>
          <p:cNvGrpSpPr/>
          <p:nvPr/>
        </p:nvGrpSpPr>
        <p:grpSpPr>
          <a:xfrm>
            <a:off x="4583995" y="2976860"/>
            <a:ext cx="3768120" cy="1147680"/>
            <a:chOff x="4583995" y="2976860"/>
            <a:chExt cx="3768120" cy="11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271939-AF20-42CC-97B3-C30CCB809341}"/>
                    </a:ext>
                  </a:extLst>
                </p14:cNvPr>
                <p14:cNvContentPartPr/>
                <p14:nvPr/>
              </p14:nvContentPartPr>
              <p14:xfrm>
                <a:off x="4583995" y="2976860"/>
                <a:ext cx="592560" cy="105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271939-AF20-42CC-97B3-C30CCB809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74995" y="2968220"/>
                  <a:ext cx="61020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C667329-EFDB-A094-DE72-EC05617FC211}"/>
                    </a:ext>
                  </a:extLst>
                </p14:cNvPr>
                <p14:cNvContentPartPr/>
                <p14:nvPr/>
              </p14:nvContentPartPr>
              <p14:xfrm>
                <a:off x="5442235" y="3440900"/>
                <a:ext cx="795960" cy="426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C667329-EFDB-A094-DE72-EC05617FC2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3235" y="3431900"/>
                  <a:ext cx="813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B95D25-C6CF-BCFE-DA4C-247B8EF0CDCF}"/>
                    </a:ext>
                  </a:extLst>
                </p14:cNvPr>
                <p14:cNvContentPartPr/>
                <p14:nvPr/>
              </p14:nvContentPartPr>
              <p14:xfrm>
                <a:off x="6455995" y="3222380"/>
                <a:ext cx="559080" cy="657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B95D25-C6CF-BCFE-DA4C-247B8EF0CD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7355" y="3213740"/>
                  <a:ext cx="57672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6EB6C4F-B6E2-627A-2EE9-528755C2C852}"/>
                    </a:ext>
                  </a:extLst>
                </p14:cNvPr>
                <p14:cNvContentPartPr/>
                <p14:nvPr/>
              </p14:nvContentPartPr>
              <p14:xfrm>
                <a:off x="6899875" y="3455660"/>
                <a:ext cx="355320" cy="226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6EB6C4F-B6E2-627A-2EE9-528755C2C8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91235" y="3446660"/>
                  <a:ext cx="372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1D8920-34C6-7B04-CC0A-D986781787E9}"/>
                    </a:ext>
                  </a:extLst>
                </p14:cNvPr>
                <p14:cNvContentPartPr/>
                <p14:nvPr/>
              </p14:nvContentPartPr>
              <p14:xfrm>
                <a:off x="7271755" y="3170540"/>
                <a:ext cx="77400" cy="82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1D8920-34C6-7B04-CC0A-D986781787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62755" y="3161540"/>
                  <a:ext cx="95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5B3671-77B7-D3A4-779F-0BC64F8B7810}"/>
                    </a:ext>
                  </a:extLst>
                </p14:cNvPr>
                <p14:cNvContentPartPr/>
                <p14:nvPr/>
              </p14:nvContentPartPr>
              <p14:xfrm>
                <a:off x="7413955" y="3319940"/>
                <a:ext cx="680400" cy="804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5B3671-77B7-D3A4-779F-0BC64F8B78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04955" y="3311300"/>
                  <a:ext cx="69804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DA65BE-FF01-F16B-7768-87A0E7E54562}"/>
                    </a:ext>
                  </a:extLst>
                </p14:cNvPr>
                <p14:cNvContentPartPr/>
                <p14:nvPr/>
              </p14:nvContentPartPr>
              <p14:xfrm>
                <a:off x="8343475" y="3394100"/>
                <a:ext cx="8640" cy="1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DA65BE-FF01-F16B-7768-87A0E7E545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34835" y="3385100"/>
                  <a:ext cx="262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2652616-B68F-F078-679E-A67F1507268E}"/>
              </a:ext>
            </a:extLst>
          </p:cNvPr>
          <p:cNvGrpSpPr/>
          <p:nvPr/>
        </p:nvGrpSpPr>
        <p:grpSpPr>
          <a:xfrm>
            <a:off x="788155" y="1836740"/>
            <a:ext cx="740880" cy="1068120"/>
            <a:chOff x="788155" y="1836740"/>
            <a:chExt cx="740880" cy="10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37368FD-E367-A81C-6F7C-BEB211AA0664}"/>
                    </a:ext>
                  </a:extLst>
                </p14:cNvPr>
                <p14:cNvContentPartPr/>
                <p14:nvPr/>
              </p14:nvContentPartPr>
              <p14:xfrm>
                <a:off x="1119715" y="1836740"/>
                <a:ext cx="209880" cy="780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37368FD-E367-A81C-6F7C-BEB211AA06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0715" y="1828100"/>
                  <a:ext cx="22752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D78898-C166-EA8C-8A3E-4C4BE790B7B6}"/>
                    </a:ext>
                  </a:extLst>
                </p14:cNvPr>
                <p14:cNvContentPartPr/>
                <p14:nvPr/>
              </p14:nvContentPartPr>
              <p14:xfrm>
                <a:off x="788155" y="2516060"/>
                <a:ext cx="740880" cy="388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D78898-C166-EA8C-8A3E-4C4BE790B7B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9155" y="2507420"/>
                  <a:ext cx="758520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31FD1D3-2B98-BD5C-60B6-D728F64B1249}"/>
              </a:ext>
            </a:extLst>
          </p:cNvPr>
          <p:cNvGrpSpPr/>
          <p:nvPr/>
        </p:nvGrpSpPr>
        <p:grpSpPr>
          <a:xfrm>
            <a:off x="549115" y="3224900"/>
            <a:ext cx="3606840" cy="2170800"/>
            <a:chOff x="549115" y="3224900"/>
            <a:chExt cx="3606840" cy="21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C2F2D0-EC9F-66DB-B9F0-DD13902C9B46}"/>
                    </a:ext>
                  </a:extLst>
                </p14:cNvPr>
                <p14:cNvContentPartPr/>
                <p14:nvPr/>
              </p14:nvContentPartPr>
              <p14:xfrm>
                <a:off x="549115" y="3371780"/>
                <a:ext cx="452520" cy="99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C2F2D0-EC9F-66DB-B9F0-DD13902C9B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0475" y="3362780"/>
                  <a:ext cx="47016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D079ED-F1C5-2492-7EC6-C270309443E2}"/>
                    </a:ext>
                  </a:extLst>
                </p14:cNvPr>
                <p14:cNvContentPartPr/>
                <p14:nvPr/>
              </p14:nvContentPartPr>
              <p14:xfrm>
                <a:off x="751795" y="3224900"/>
                <a:ext cx="2529000" cy="135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1D079ED-F1C5-2492-7EC6-C270309443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3155" y="3216260"/>
                  <a:ext cx="2546640" cy="13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2C12C4-41C6-07A4-5530-D29D5D7D2E49}"/>
                    </a:ext>
                  </a:extLst>
                </p14:cNvPr>
                <p14:cNvContentPartPr/>
                <p14:nvPr/>
              </p14:nvContentPartPr>
              <p14:xfrm>
                <a:off x="704995" y="4368620"/>
                <a:ext cx="1234800" cy="1027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2C12C4-41C6-07A4-5530-D29D5D7D2E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6355" y="4359620"/>
                  <a:ext cx="125244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291E6F-8F65-539D-F976-AE845AAF7295}"/>
                    </a:ext>
                  </a:extLst>
                </p14:cNvPr>
                <p14:cNvContentPartPr/>
                <p14:nvPr/>
              </p14:nvContentPartPr>
              <p14:xfrm>
                <a:off x="2053195" y="4631420"/>
                <a:ext cx="208800" cy="720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291E6F-8F65-539D-F976-AE845AAF72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44195" y="4622420"/>
                  <a:ext cx="22644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67F688-E5F8-F3B1-64D8-624964E534A6}"/>
                    </a:ext>
                  </a:extLst>
                </p14:cNvPr>
                <p14:cNvContentPartPr/>
                <p14:nvPr/>
              </p14:nvContentPartPr>
              <p14:xfrm>
                <a:off x="2169835" y="4966580"/>
                <a:ext cx="25560" cy="24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67F688-E5F8-F3B1-64D8-624964E534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61195" y="4957580"/>
                  <a:ext cx="43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444592-F417-5652-FC4A-B3F756BD1507}"/>
                    </a:ext>
                  </a:extLst>
                </p14:cNvPr>
                <p14:cNvContentPartPr/>
                <p14:nvPr/>
              </p14:nvContentPartPr>
              <p14:xfrm>
                <a:off x="1872115" y="4914380"/>
                <a:ext cx="169200" cy="195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444592-F417-5652-FC4A-B3F756BD15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63115" y="4905740"/>
                  <a:ext cx="186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0D3490-C54C-D06F-05DC-84E62F75ECD2}"/>
                    </a:ext>
                  </a:extLst>
                </p14:cNvPr>
                <p14:cNvContentPartPr/>
                <p14:nvPr/>
              </p14:nvContentPartPr>
              <p14:xfrm>
                <a:off x="2113675" y="4658420"/>
                <a:ext cx="219240" cy="604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0D3490-C54C-D06F-05DC-84E62F75EC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05035" y="4649780"/>
                  <a:ext cx="2368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5FFD1A-9188-952F-AB52-96A76B8C0AAE}"/>
                    </a:ext>
                  </a:extLst>
                </p14:cNvPr>
                <p14:cNvContentPartPr/>
                <p14:nvPr/>
              </p14:nvContentPartPr>
              <p14:xfrm>
                <a:off x="3652675" y="4786580"/>
                <a:ext cx="82440" cy="46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5FFD1A-9188-952F-AB52-96A76B8C0AA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43675" y="4777580"/>
                  <a:ext cx="1000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BB6514-4375-5486-9A9E-0049C80D2655}"/>
                    </a:ext>
                  </a:extLst>
                </p14:cNvPr>
                <p14:cNvContentPartPr/>
                <p14:nvPr/>
              </p14:nvContentPartPr>
              <p14:xfrm>
                <a:off x="3649435" y="4915460"/>
                <a:ext cx="506520" cy="343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BB6514-4375-5486-9A9E-0049C80D26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40435" y="4906820"/>
                  <a:ext cx="524160" cy="36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3FA1E22-4D72-0172-7254-14A2D8DE1961}"/>
              </a:ext>
            </a:extLst>
          </p:cNvPr>
          <p:cNvGrpSpPr/>
          <p:nvPr/>
        </p:nvGrpSpPr>
        <p:grpSpPr>
          <a:xfrm>
            <a:off x="5087995" y="4404260"/>
            <a:ext cx="2721600" cy="713880"/>
            <a:chOff x="5087995" y="4404260"/>
            <a:chExt cx="2721600" cy="71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98A361-3778-82D2-E192-99E3D0642BC9}"/>
                    </a:ext>
                  </a:extLst>
                </p14:cNvPr>
                <p14:cNvContentPartPr/>
                <p14:nvPr/>
              </p14:nvContentPartPr>
              <p14:xfrm>
                <a:off x="5087995" y="4586780"/>
                <a:ext cx="673560" cy="531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98A361-3778-82D2-E192-99E3D0642B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78995" y="4578140"/>
                  <a:ext cx="6912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6ED957-D782-05D7-6437-5F004CDED699}"/>
                    </a:ext>
                  </a:extLst>
                </p14:cNvPr>
                <p14:cNvContentPartPr/>
                <p14:nvPr/>
              </p14:nvContentPartPr>
              <p14:xfrm>
                <a:off x="5854795" y="4798460"/>
                <a:ext cx="569520" cy="247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6ED957-D782-05D7-6437-5F004CDED6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45795" y="4789460"/>
                  <a:ext cx="587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0B2A4F-E46B-7EED-3E80-EB9B061510AA}"/>
                    </a:ext>
                  </a:extLst>
                </p14:cNvPr>
                <p14:cNvContentPartPr/>
                <p14:nvPr/>
              </p14:nvContentPartPr>
              <p14:xfrm>
                <a:off x="6623755" y="4404260"/>
                <a:ext cx="185040" cy="707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0B2A4F-E46B-7EED-3E80-EB9B061510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14755" y="4395620"/>
                  <a:ext cx="20268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B90378-1891-1E59-9295-D147004EDC9B}"/>
                    </a:ext>
                  </a:extLst>
                </p14:cNvPr>
                <p14:cNvContentPartPr/>
                <p14:nvPr/>
              </p14:nvContentPartPr>
              <p14:xfrm>
                <a:off x="6990595" y="4797380"/>
                <a:ext cx="92160" cy="23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B90378-1891-1E59-9295-D147004EDC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81955" y="4788380"/>
                  <a:ext cx="1098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33B2E9-EDC4-EE01-8FD8-BE34373F2B20}"/>
                    </a:ext>
                  </a:extLst>
                </p14:cNvPr>
                <p14:cNvContentPartPr/>
                <p14:nvPr/>
              </p14:nvContentPartPr>
              <p14:xfrm>
                <a:off x="7186075" y="4557260"/>
                <a:ext cx="21960" cy="67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33B2E9-EDC4-EE01-8FD8-BE34373F2B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77075" y="4548620"/>
                  <a:ext cx="39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DE46752-0F4F-0E14-3517-C85460E95DD1}"/>
                    </a:ext>
                  </a:extLst>
                </p14:cNvPr>
                <p14:cNvContentPartPr/>
                <p14:nvPr/>
              </p14:nvContentPartPr>
              <p14:xfrm>
                <a:off x="7235395" y="4717100"/>
                <a:ext cx="574200" cy="358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DE46752-0F4F-0E14-3517-C85460E95D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26755" y="4708100"/>
                  <a:ext cx="59184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B213E67-BEE1-A811-0396-45934A32ABA8}"/>
              </a:ext>
            </a:extLst>
          </p:cNvPr>
          <p:cNvGrpSpPr/>
          <p:nvPr/>
        </p:nvGrpSpPr>
        <p:grpSpPr>
          <a:xfrm>
            <a:off x="8824795" y="4136420"/>
            <a:ext cx="2752920" cy="659520"/>
            <a:chOff x="8824795" y="4136420"/>
            <a:chExt cx="275292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4B8B42-95AB-EF59-D0F9-FA98A794309F}"/>
                    </a:ext>
                  </a:extLst>
                </p14:cNvPr>
                <p14:cNvContentPartPr/>
                <p14:nvPr/>
              </p14:nvContentPartPr>
              <p14:xfrm>
                <a:off x="8824795" y="4497860"/>
                <a:ext cx="1066320" cy="298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4B8B42-95AB-EF59-D0F9-FA98A794309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15795" y="4489220"/>
                  <a:ext cx="1083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BB1ACE-7148-6851-3257-7E6D779C0209}"/>
                    </a:ext>
                  </a:extLst>
                </p14:cNvPr>
                <p14:cNvContentPartPr/>
                <p14:nvPr/>
              </p14:nvContentPartPr>
              <p14:xfrm>
                <a:off x="10036195" y="4156580"/>
                <a:ext cx="110520" cy="487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BB1ACE-7148-6851-3257-7E6D779C02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27555" y="4147940"/>
                  <a:ext cx="1281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9CDD70A-CEB8-302A-0BF0-C7288A65A617}"/>
                    </a:ext>
                  </a:extLst>
                </p14:cNvPr>
                <p14:cNvContentPartPr/>
                <p14:nvPr/>
              </p14:nvContentPartPr>
              <p14:xfrm>
                <a:off x="10358395" y="4157660"/>
                <a:ext cx="113760" cy="453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9CDD70A-CEB8-302A-0BF0-C7288A65A6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49755" y="4148660"/>
                  <a:ext cx="1314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B1CCC55-DBD2-6926-D480-0B387773BF7A}"/>
                    </a:ext>
                  </a:extLst>
                </p14:cNvPr>
                <p14:cNvContentPartPr/>
                <p14:nvPr/>
              </p14:nvContentPartPr>
              <p14:xfrm>
                <a:off x="10255795" y="4428380"/>
                <a:ext cx="297360" cy="114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B1CCC55-DBD2-6926-D480-0B387773BF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46795" y="4419740"/>
                  <a:ext cx="315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C9E922-8DA0-8496-33EB-2D9EC57DB630}"/>
                    </a:ext>
                  </a:extLst>
                </p14:cNvPr>
                <p14:cNvContentPartPr/>
                <p14:nvPr/>
              </p14:nvContentPartPr>
              <p14:xfrm>
                <a:off x="10671955" y="4202660"/>
                <a:ext cx="46080" cy="23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C9E922-8DA0-8496-33EB-2D9EC57DB6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63315" y="4193660"/>
                  <a:ext cx="63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45E930-F87E-C2C5-24A6-8F73263A7BBB}"/>
                    </a:ext>
                  </a:extLst>
                </p14:cNvPr>
                <p14:cNvContentPartPr/>
                <p14:nvPr/>
              </p14:nvContentPartPr>
              <p14:xfrm>
                <a:off x="10752235" y="4201580"/>
                <a:ext cx="144360" cy="46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45E930-F87E-C2C5-24A6-8F73263A7BB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43235" y="4192580"/>
                  <a:ext cx="1620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11C080-CB30-7943-1988-F4E55C40B2E1}"/>
                    </a:ext>
                  </a:extLst>
                </p14:cNvPr>
                <p14:cNvContentPartPr/>
                <p14:nvPr/>
              </p14:nvContentPartPr>
              <p14:xfrm>
                <a:off x="10863835" y="4348820"/>
                <a:ext cx="124920" cy="133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11C080-CB30-7943-1988-F4E55C40B2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54835" y="4340180"/>
                  <a:ext cx="142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1D0D05D-1354-FB25-EF3D-7073D514A1FA}"/>
                    </a:ext>
                  </a:extLst>
                </p14:cNvPr>
                <p14:cNvContentPartPr/>
                <p14:nvPr/>
              </p14:nvContentPartPr>
              <p14:xfrm>
                <a:off x="11098915" y="4136420"/>
                <a:ext cx="117360" cy="367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1D0D05D-1354-FB25-EF3D-7073D514A1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89915" y="4127420"/>
                  <a:ext cx="135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69B9E0A-7A2C-74F5-1164-9E2D58733415}"/>
                    </a:ext>
                  </a:extLst>
                </p14:cNvPr>
                <p14:cNvContentPartPr/>
                <p14:nvPr/>
              </p14:nvContentPartPr>
              <p14:xfrm>
                <a:off x="11345875" y="4370420"/>
                <a:ext cx="231840" cy="228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69B9E0A-7A2C-74F5-1164-9E2D587334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337235" y="4361780"/>
                  <a:ext cx="24948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FC4E98C-62CE-50FA-31FD-384D9D4BC9E6}"/>
              </a:ext>
            </a:extLst>
          </p:cNvPr>
          <p:cNvGrpSpPr/>
          <p:nvPr/>
        </p:nvGrpSpPr>
        <p:grpSpPr>
          <a:xfrm>
            <a:off x="1222675" y="5719700"/>
            <a:ext cx="1553040" cy="704520"/>
            <a:chOff x="1222675" y="5719700"/>
            <a:chExt cx="1553040" cy="70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44FFBC-4FED-AFFA-5411-59C0D8F82CBE}"/>
                    </a:ext>
                  </a:extLst>
                </p14:cNvPr>
                <p14:cNvContentPartPr/>
                <p14:nvPr/>
              </p14:nvContentPartPr>
              <p14:xfrm>
                <a:off x="1222675" y="5774060"/>
                <a:ext cx="97560" cy="465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44FFBC-4FED-AFFA-5411-59C0D8F82C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14035" y="5765060"/>
                  <a:ext cx="1152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D797DE3-4B42-0E43-4C08-5072F0214281}"/>
                    </a:ext>
                  </a:extLst>
                </p14:cNvPr>
                <p14:cNvContentPartPr/>
                <p14:nvPr/>
              </p14:nvContentPartPr>
              <p14:xfrm>
                <a:off x="1313755" y="5719700"/>
                <a:ext cx="501840" cy="57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D797DE3-4B42-0E43-4C08-5072F021428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04755" y="5711060"/>
                  <a:ext cx="51948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BDB1F2-2FA6-EAE0-E005-4F38B859279C}"/>
                    </a:ext>
                  </a:extLst>
                </p14:cNvPr>
                <p14:cNvContentPartPr/>
                <p14:nvPr/>
              </p14:nvContentPartPr>
              <p14:xfrm>
                <a:off x="2244715" y="5757860"/>
                <a:ext cx="531000" cy="66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CBDB1F2-2FA6-EAE0-E005-4F38B859279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35715" y="5749220"/>
                  <a:ext cx="548640" cy="68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08C01CB-5783-356F-770D-8A88A7383F09}"/>
              </a:ext>
            </a:extLst>
          </p:cNvPr>
          <p:cNvGrpSpPr/>
          <p:nvPr/>
        </p:nvGrpSpPr>
        <p:grpSpPr>
          <a:xfrm>
            <a:off x="3905395" y="5661020"/>
            <a:ext cx="1423080" cy="947520"/>
            <a:chOff x="3905395" y="5661020"/>
            <a:chExt cx="1423080" cy="9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2C7720-7DAE-D939-8895-1348651A6278}"/>
                    </a:ext>
                  </a:extLst>
                </p14:cNvPr>
                <p14:cNvContentPartPr/>
                <p14:nvPr/>
              </p14:nvContentPartPr>
              <p14:xfrm>
                <a:off x="3905395" y="5892500"/>
                <a:ext cx="388080" cy="19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2C7720-7DAE-D939-8895-1348651A627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96755" y="5883860"/>
                  <a:ext cx="405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9BB559-61F2-11AB-F684-7DDED9CE4FD7}"/>
                    </a:ext>
                  </a:extLst>
                </p14:cNvPr>
                <p14:cNvContentPartPr/>
                <p14:nvPr/>
              </p14:nvContentPartPr>
              <p14:xfrm>
                <a:off x="4551235" y="5661020"/>
                <a:ext cx="54720" cy="340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9BB559-61F2-11AB-F684-7DDED9CE4FD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42595" y="5652380"/>
                  <a:ext cx="72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06616AF-9AD2-B6C1-9FE2-5A36C0D9A250}"/>
                    </a:ext>
                  </a:extLst>
                </p14:cNvPr>
                <p14:cNvContentPartPr/>
                <p14:nvPr/>
              </p14:nvContentPartPr>
              <p14:xfrm>
                <a:off x="4648435" y="5814740"/>
                <a:ext cx="295200" cy="793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06616AF-9AD2-B6C1-9FE2-5A36C0D9A25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39435" y="5806100"/>
                  <a:ext cx="31284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57FD5C9-3475-600A-D56F-5593B7089941}"/>
                    </a:ext>
                  </a:extLst>
                </p14:cNvPr>
                <p14:cNvContentPartPr/>
                <p14:nvPr/>
              </p14:nvContentPartPr>
              <p14:xfrm>
                <a:off x="5116435" y="5815460"/>
                <a:ext cx="212040" cy="270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57FD5C9-3475-600A-D56F-5593B708994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07795" y="5806820"/>
                  <a:ext cx="22968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84C58A0-CB33-F7A5-0925-C922F7308B8C}"/>
              </a:ext>
            </a:extLst>
          </p:cNvPr>
          <p:cNvGrpSpPr/>
          <p:nvPr/>
        </p:nvGrpSpPr>
        <p:grpSpPr>
          <a:xfrm>
            <a:off x="5350795" y="5487500"/>
            <a:ext cx="2308320" cy="1027440"/>
            <a:chOff x="5350795" y="5487500"/>
            <a:chExt cx="2308320" cy="10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F7B84B-11BA-784D-C1C3-046D7B74B56C}"/>
                    </a:ext>
                  </a:extLst>
                </p14:cNvPr>
                <p14:cNvContentPartPr/>
                <p14:nvPr/>
              </p14:nvContentPartPr>
              <p14:xfrm>
                <a:off x="5350795" y="5624660"/>
                <a:ext cx="407880" cy="388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F7B84B-11BA-784D-C1C3-046D7B74B56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41795" y="5616020"/>
                  <a:ext cx="4255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A5F1620-1155-4915-1CAF-B5F7F9CC4409}"/>
                    </a:ext>
                  </a:extLst>
                </p14:cNvPr>
                <p14:cNvContentPartPr/>
                <p14:nvPr/>
              </p14:nvContentPartPr>
              <p14:xfrm>
                <a:off x="5807635" y="5734820"/>
                <a:ext cx="61920" cy="122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A5F1620-1155-4915-1CAF-B5F7F9CC44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98995" y="5726180"/>
                  <a:ext cx="79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4F6E99-93C9-3571-6F2D-6201BF150EF4}"/>
                    </a:ext>
                  </a:extLst>
                </p14:cNvPr>
                <p14:cNvContentPartPr/>
                <p14:nvPr/>
              </p14:nvContentPartPr>
              <p14:xfrm>
                <a:off x="5871715" y="5663180"/>
                <a:ext cx="52200" cy="48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4F6E99-93C9-3571-6F2D-6201BF150EF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62715" y="5654540"/>
                  <a:ext cx="69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34D2544-5667-32E2-39AA-90AA078A0090}"/>
                    </a:ext>
                  </a:extLst>
                </p14:cNvPr>
                <p14:cNvContentPartPr/>
                <p14:nvPr/>
              </p14:nvContentPartPr>
              <p14:xfrm>
                <a:off x="6152515" y="5487500"/>
                <a:ext cx="97920" cy="324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34D2544-5667-32E2-39AA-90AA078A00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43875" y="5478500"/>
                  <a:ext cx="115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C04BEDE-1638-8C99-F857-6FF231BCA85D}"/>
                    </a:ext>
                  </a:extLst>
                </p14:cNvPr>
                <p14:cNvContentPartPr/>
                <p14:nvPr/>
              </p14:nvContentPartPr>
              <p14:xfrm>
                <a:off x="6052435" y="5571020"/>
                <a:ext cx="582840" cy="31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C04BEDE-1638-8C99-F857-6FF231BCA8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43795" y="5562380"/>
                  <a:ext cx="6004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7305B9-31D1-3A61-2D56-C375E672EFF3}"/>
                    </a:ext>
                  </a:extLst>
                </p14:cNvPr>
                <p14:cNvContentPartPr/>
                <p14:nvPr/>
              </p14:nvContentPartPr>
              <p14:xfrm>
                <a:off x="6696115" y="5675060"/>
                <a:ext cx="582480" cy="27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7305B9-31D1-3A61-2D56-C375E672EF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87115" y="5666420"/>
                  <a:ext cx="6001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74CDFA-6787-8B1F-0E07-DE0EDB581AE0}"/>
                    </a:ext>
                  </a:extLst>
                </p14:cNvPr>
                <p14:cNvContentPartPr/>
                <p14:nvPr/>
              </p14:nvContentPartPr>
              <p14:xfrm>
                <a:off x="6374995" y="6087980"/>
                <a:ext cx="587880" cy="426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74CDFA-6787-8B1F-0E07-DE0EDB581AE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66355" y="6078980"/>
                  <a:ext cx="6055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CD7D5AA-3D92-4F19-02E0-74D90F12F380}"/>
                    </a:ext>
                  </a:extLst>
                </p14:cNvPr>
                <p14:cNvContentPartPr/>
                <p14:nvPr/>
              </p14:nvContentPartPr>
              <p14:xfrm>
                <a:off x="6992035" y="6301460"/>
                <a:ext cx="667080" cy="115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CD7D5AA-3D92-4F19-02E0-74D90F12F38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83035" y="6292460"/>
                  <a:ext cx="6847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4E17AE-DA7C-DAE0-A716-E34CD3E0F92C}"/>
              </a:ext>
            </a:extLst>
          </p:cNvPr>
          <p:cNvGrpSpPr/>
          <p:nvPr/>
        </p:nvGrpSpPr>
        <p:grpSpPr>
          <a:xfrm>
            <a:off x="8051875" y="5167460"/>
            <a:ext cx="4126680" cy="1613880"/>
            <a:chOff x="8051875" y="5167460"/>
            <a:chExt cx="4126680" cy="161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1906B8-BA38-AF35-F350-DBC3F7D0114B}"/>
                    </a:ext>
                  </a:extLst>
                </p14:cNvPr>
                <p14:cNvContentPartPr/>
                <p14:nvPr/>
              </p14:nvContentPartPr>
              <p14:xfrm>
                <a:off x="8051875" y="5167460"/>
                <a:ext cx="470520" cy="1006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1906B8-BA38-AF35-F350-DBC3F7D011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43235" y="5158460"/>
                  <a:ext cx="48816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38001B-319B-6FCC-3AEE-8F0042D2E402}"/>
                    </a:ext>
                  </a:extLst>
                </p14:cNvPr>
                <p14:cNvContentPartPr/>
                <p14:nvPr/>
              </p14:nvContentPartPr>
              <p14:xfrm>
                <a:off x="8660635" y="5438180"/>
                <a:ext cx="262080" cy="274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38001B-319B-6FCC-3AEE-8F0042D2E4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51995" y="5429180"/>
                  <a:ext cx="279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863107-D796-37A2-7AFD-16923B4AF031}"/>
                    </a:ext>
                  </a:extLst>
                </p14:cNvPr>
                <p14:cNvContentPartPr/>
                <p14:nvPr/>
              </p14:nvContentPartPr>
              <p14:xfrm>
                <a:off x="9392155" y="5277260"/>
                <a:ext cx="743040" cy="52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863107-D796-37A2-7AFD-16923B4AF0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83155" y="5268620"/>
                  <a:ext cx="7606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0928C7-E621-96EB-46F8-E01AF0D9555C}"/>
                    </a:ext>
                  </a:extLst>
                </p14:cNvPr>
                <p14:cNvContentPartPr/>
                <p14:nvPr/>
              </p14:nvContentPartPr>
              <p14:xfrm>
                <a:off x="10263355" y="5530700"/>
                <a:ext cx="38880" cy="219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0928C7-E621-96EB-46F8-E01AF0D9555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54355" y="5522060"/>
                  <a:ext cx="565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BEC35A7-911F-4FE9-7224-D6DA60B1932E}"/>
                    </a:ext>
                  </a:extLst>
                </p14:cNvPr>
                <p14:cNvContentPartPr/>
                <p14:nvPr/>
              </p14:nvContentPartPr>
              <p14:xfrm>
                <a:off x="10430755" y="5299580"/>
                <a:ext cx="14760" cy="74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BEC35A7-911F-4FE9-7224-D6DA60B193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22115" y="5290940"/>
                  <a:ext cx="32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11758F6-DBE1-A023-E1EC-94E7F11B97C7}"/>
                    </a:ext>
                  </a:extLst>
                </p14:cNvPr>
                <p14:cNvContentPartPr/>
                <p14:nvPr/>
              </p14:nvContentPartPr>
              <p14:xfrm>
                <a:off x="10475395" y="5428820"/>
                <a:ext cx="638280" cy="663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11758F6-DBE1-A023-E1EC-94E7F11B97C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66755" y="5420180"/>
                  <a:ext cx="65592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3ED42C5-5414-3D10-4262-4B7FCA414725}"/>
                    </a:ext>
                  </a:extLst>
                </p14:cNvPr>
                <p14:cNvContentPartPr/>
                <p14:nvPr/>
              </p14:nvContentPartPr>
              <p14:xfrm>
                <a:off x="8147995" y="6058100"/>
                <a:ext cx="451080" cy="401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3ED42C5-5414-3D10-4262-4B7FCA4147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39355" y="6049100"/>
                  <a:ext cx="468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9A8428-1EF3-5ED4-45C5-7C168FF977E7}"/>
                    </a:ext>
                  </a:extLst>
                </p14:cNvPr>
                <p14:cNvContentPartPr/>
                <p14:nvPr/>
              </p14:nvContentPartPr>
              <p14:xfrm>
                <a:off x="8758195" y="5994380"/>
                <a:ext cx="634680" cy="396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9A8428-1EF3-5ED4-45C5-7C168FF977E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49555" y="5985380"/>
                  <a:ext cx="6523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61AEA28-9BDD-852D-39E3-3DAB95B76ED6}"/>
                    </a:ext>
                  </a:extLst>
                </p14:cNvPr>
                <p14:cNvContentPartPr/>
                <p14:nvPr/>
              </p14:nvContentPartPr>
              <p14:xfrm>
                <a:off x="10235995" y="5705660"/>
                <a:ext cx="380880" cy="105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61AEA28-9BDD-852D-39E3-3DAB95B76E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26995" y="5697020"/>
                  <a:ext cx="398520" cy="10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A5C468-A085-1385-D357-45C4B938A19F}"/>
                    </a:ext>
                  </a:extLst>
                </p14:cNvPr>
                <p14:cNvContentPartPr/>
                <p14:nvPr/>
              </p14:nvContentPartPr>
              <p14:xfrm>
                <a:off x="10995595" y="5940380"/>
                <a:ext cx="158040" cy="571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A5C468-A085-1385-D357-45C4B938A1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86595" y="5931380"/>
                  <a:ext cx="175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3E65A3D-9547-2737-23AC-CB34DD41E1C1}"/>
                    </a:ext>
                  </a:extLst>
                </p14:cNvPr>
                <p14:cNvContentPartPr/>
                <p14:nvPr/>
              </p14:nvContentPartPr>
              <p14:xfrm>
                <a:off x="11115475" y="6111380"/>
                <a:ext cx="91440" cy="183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3E65A3D-9547-2737-23AC-CB34DD41E1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06835" y="6102740"/>
                  <a:ext cx="109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FC6924-B9F0-10CA-5C42-D21315A22069}"/>
                    </a:ext>
                  </a:extLst>
                </p14:cNvPr>
                <p14:cNvContentPartPr/>
                <p14:nvPr/>
              </p14:nvContentPartPr>
              <p14:xfrm>
                <a:off x="11299075" y="6108500"/>
                <a:ext cx="151200" cy="165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FC6924-B9F0-10CA-5C42-D21315A2206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90075" y="6099860"/>
                  <a:ext cx="168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3AB3B72-AE75-155E-19E2-AFA333DAFCEC}"/>
                    </a:ext>
                  </a:extLst>
                </p14:cNvPr>
                <p14:cNvContentPartPr/>
                <p14:nvPr/>
              </p14:nvContentPartPr>
              <p14:xfrm>
                <a:off x="11457115" y="5910140"/>
                <a:ext cx="604440" cy="406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3AB3B72-AE75-155E-19E2-AFA333DAFCE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448115" y="5901140"/>
                  <a:ext cx="622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27A97A7-05BF-517F-7D52-EAE7038B7549}"/>
                    </a:ext>
                  </a:extLst>
                </p14:cNvPr>
                <p14:cNvContentPartPr/>
                <p14:nvPr/>
              </p14:nvContentPartPr>
              <p14:xfrm>
                <a:off x="12168475" y="6048380"/>
                <a:ext cx="10080" cy="28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27A97A7-05BF-517F-7D52-EAE7038B75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159475" y="6039740"/>
                  <a:ext cx="27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75AECDE-DA99-F49C-7E20-548590B0511C}"/>
                    </a:ext>
                  </a:extLst>
                </p14:cNvPr>
                <p14:cNvContentPartPr/>
                <p14:nvPr/>
              </p14:nvContentPartPr>
              <p14:xfrm>
                <a:off x="10875355" y="6466340"/>
                <a:ext cx="467280" cy="244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75AECDE-DA99-F49C-7E20-548590B0511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66715" y="6457700"/>
                  <a:ext cx="484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8FB8D5-0267-FC78-1578-3A980AD845D0}"/>
                    </a:ext>
                  </a:extLst>
                </p14:cNvPr>
                <p14:cNvContentPartPr/>
                <p14:nvPr/>
              </p14:nvContentPartPr>
              <p14:xfrm>
                <a:off x="11289355" y="6587660"/>
                <a:ext cx="217080" cy="99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8FB8D5-0267-FC78-1578-3A980AD845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280355" y="6578660"/>
                  <a:ext cx="234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9ED847F-9071-58F3-B41A-1A2BBEC77B1E}"/>
                    </a:ext>
                  </a:extLst>
                </p14:cNvPr>
                <p14:cNvContentPartPr/>
                <p14:nvPr/>
              </p14:nvContentPartPr>
              <p14:xfrm>
                <a:off x="11652235" y="6443660"/>
                <a:ext cx="37800" cy="12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9ED847F-9071-58F3-B41A-1A2BBEC77B1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643595" y="6434660"/>
                  <a:ext cx="55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7713BE-D769-C05F-B99F-71753C908577}"/>
                    </a:ext>
                  </a:extLst>
                </p14:cNvPr>
                <p14:cNvContentPartPr/>
                <p14:nvPr/>
              </p14:nvContentPartPr>
              <p14:xfrm>
                <a:off x="11639635" y="6526820"/>
                <a:ext cx="82440" cy="156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7713BE-D769-C05F-B99F-71753C90857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630995" y="6518180"/>
                  <a:ext cx="100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96F510A-56BE-6F64-59A2-145F538F9F6E}"/>
                    </a:ext>
                  </a:extLst>
                </p14:cNvPr>
                <p14:cNvContentPartPr/>
                <p14:nvPr/>
              </p14:nvContentPartPr>
              <p14:xfrm>
                <a:off x="11755915" y="6568220"/>
                <a:ext cx="352440" cy="213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96F510A-56BE-6F64-59A2-145F538F9F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747275" y="6559580"/>
                  <a:ext cx="370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D1727B-6D7E-78AE-75F5-435C2D99F929}"/>
                    </a:ext>
                  </a:extLst>
                </p14:cNvPr>
                <p14:cNvContentPartPr/>
                <p14:nvPr/>
              </p14:nvContentPartPr>
              <p14:xfrm>
                <a:off x="10540555" y="6630140"/>
                <a:ext cx="213840" cy="5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D1727B-6D7E-78AE-75F5-435C2D99F9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31555" y="6621500"/>
                  <a:ext cx="231480" cy="2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001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0F1091D-2CE2-55A7-FABD-C468B9EDCE20}"/>
              </a:ext>
            </a:extLst>
          </p:cNvPr>
          <p:cNvGrpSpPr/>
          <p:nvPr/>
        </p:nvGrpSpPr>
        <p:grpSpPr>
          <a:xfrm>
            <a:off x="674755" y="465860"/>
            <a:ext cx="2296080" cy="1024560"/>
            <a:chOff x="674755" y="465860"/>
            <a:chExt cx="2296080" cy="10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6EC4BD8-B1DC-8F96-6870-716F21A9CF0B}"/>
                    </a:ext>
                  </a:extLst>
                </p14:cNvPr>
                <p14:cNvContentPartPr/>
                <p14:nvPr/>
              </p14:nvContentPartPr>
              <p14:xfrm>
                <a:off x="674755" y="465860"/>
                <a:ext cx="241200" cy="736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6EC4BD8-B1DC-8F96-6870-716F21A9CF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6115" y="456860"/>
                  <a:ext cx="25884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0DEC0F-DCF3-9F47-3C2E-560A5672ED1B}"/>
                    </a:ext>
                  </a:extLst>
                </p14:cNvPr>
                <p14:cNvContentPartPr/>
                <p14:nvPr/>
              </p14:nvContentPartPr>
              <p14:xfrm>
                <a:off x="843235" y="709220"/>
                <a:ext cx="1891440" cy="78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0DEC0F-DCF3-9F47-3C2E-560A5672ED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235" y="700580"/>
                  <a:ext cx="190908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41124C-7FC5-4FC2-0255-E63222C5DC09}"/>
                    </a:ext>
                  </a:extLst>
                </p14:cNvPr>
                <p14:cNvContentPartPr/>
                <p14:nvPr/>
              </p14:nvContentPartPr>
              <p14:xfrm>
                <a:off x="2884795" y="1175780"/>
                <a:ext cx="86040" cy="82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41124C-7FC5-4FC2-0255-E63222C5DC0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76155" y="1167140"/>
                  <a:ext cx="1036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48FE5B-7536-EBD8-2E6C-A778211B3D58}"/>
              </a:ext>
            </a:extLst>
          </p:cNvPr>
          <p:cNvGrpSpPr/>
          <p:nvPr/>
        </p:nvGrpSpPr>
        <p:grpSpPr>
          <a:xfrm>
            <a:off x="3593635" y="508340"/>
            <a:ext cx="3280320" cy="574560"/>
            <a:chOff x="3593635" y="508340"/>
            <a:chExt cx="3280320" cy="57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5C82B4-B1C4-9066-260E-AC15477AFB2B}"/>
                    </a:ext>
                  </a:extLst>
                </p14:cNvPr>
                <p14:cNvContentPartPr/>
                <p14:nvPr/>
              </p14:nvContentPartPr>
              <p14:xfrm>
                <a:off x="3593635" y="508340"/>
                <a:ext cx="135720" cy="556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5C82B4-B1C4-9066-260E-AC15477AFB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84995" y="499700"/>
                  <a:ext cx="1533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62E299B-FE1A-AC08-5E89-7B8B95B3B78A}"/>
                    </a:ext>
                  </a:extLst>
                </p14:cNvPr>
                <p14:cNvContentPartPr/>
                <p14:nvPr/>
              </p14:nvContentPartPr>
              <p14:xfrm>
                <a:off x="3737635" y="686540"/>
                <a:ext cx="383400" cy="358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62E299B-FE1A-AC08-5E89-7B8B95B3B7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28995" y="677900"/>
                  <a:ext cx="4010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B88213-0308-8C4C-F060-E3C586448903}"/>
                    </a:ext>
                  </a:extLst>
                </p14:cNvPr>
                <p14:cNvContentPartPr/>
                <p14:nvPr/>
              </p14:nvContentPartPr>
              <p14:xfrm>
                <a:off x="4216075" y="846380"/>
                <a:ext cx="237960" cy="23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B88213-0308-8C4C-F060-E3C5864489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07435" y="837740"/>
                  <a:ext cx="2556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25A892-9252-FA3B-AB6B-49293E059C58}"/>
                    </a:ext>
                  </a:extLst>
                </p14:cNvPr>
                <p14:cNvContentPartPr/>
                <p14:nvPr/>
              </p14:nvContentPartPr>
              <p14:xfrm>
                <a:off x="4773355" y="649460"/>
                <a:ext cx="385920" cy="36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25A892-9252-FA3B-AB6B-49293E059C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64715" y="640820"/>
                  <a:ext cx="403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B1331C-F4AF-87A3-C4B9-53B01961B5E1}"/>
                    </a:ext>
                  </a:extLst>
                </p14:cNvPr>
                <p14:cNvContentPartPr/>
                <p14:nvPr/>
              </p14:nvContentPartPr>
              <p14:xfrm>
                <a:off x="5093395" y="854300"/>
                <a:ext cx="388080" cy="169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B1331C-F4AF-87A3-C4B9-53B01961B5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4395" y="845300"/>
                  <a:ext cx="405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D436B6-938F-84B2-8EB0-993FA3053A3F}"/>
                    </a:ext>
                  </a:extLst>
                </p14:cNvPr>
                <p14:cNvContentPartPr/>
                <p14:nvPr/>
              </p14:nvContentPartPr>
              <p14:xfrm>
                <a:off x="5736715" y="790580"/>
                <a:ext cx="66600" cy="145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D436B6-938F-84B2-8EB0-993FA3053A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27715" y="781940"/>
                  <a:ext cx="84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E7FBC01-19DE-EFD6-1FE0-FA97870F1A1C}"/>
                    </a:ext>
                  </a:extLst>
                </p14:cNvPr>
                <p14:cNvContentPartPr/>
                <p14:nvPr/>
              </p14:nvContentPartPr>
              <p14:xfrm>
                <a:off x="5688475" y="824780"/>
                <a:ext cx="682920" cy="183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E7FBC01-19DE-EFD6-1FE0-FA97870F1A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9475" y="815780"/>
                  <a:ext cx="700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A7C83E-95F9-10A3-994E-1EFC12D089C4}"/>
                    </a:ext>
                  </a:extLst>
                </p14:cNvPr>
                <p14:cNvContentPartPr/>
                <p14:nvPr/>
              </p14:nvContentPartPr>
              <p14:xfrm>
                <a:off x="6531235" y="874100"/>
                <a:ext cx="282600" cy="16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A7C83E-95F9-10A3-994E-1EFC12D089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22595" y="865460"/>
                  <a:ext cx="300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59B3AB-4959-EC9E-8C77-1C1793D254DC}"/>
                    </a:ext>
                  </a:extLst>
                </p14:cNvPr>
                <p14:cNvContentPartPr/>
                <p14:nvPr/>
              </p14:nvContentPartPr>
              <p14:xfrm>
                <a:off x="6839755" y="1027100"/>
                <a:ext cx="34200" cy="39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59B3AB-4959-EC9E-8C77-1C1793D254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31115" y="1018460"/>
                  <a:ext cx="518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B15DF8-AEB0-6485-7889-26CC78DC7984}"/>
              </a:ext>
            </a:extLst>
          </p:cNvPr>
          <p:cNvGrpSpPr/>
          <p:nvPr/>
        </p:nvGrpSpPr>
        <p:grpSpPr>
          <a:xfrm>
            <a:off x="7679275" y="895340"/>
            <a:ext cx="1506240" cy="620280"/>
            <a:chOff x="7679275" y="895340"/>
            <a:chExt cx="1506240" cy="62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28F3CC-5DB8-0589-2DE4-5A86426B9BD5}"/>
                    </a:ext>
                  </a:extLst>
                </p14:cNvPr>
                <p14:cNvContentPartPr/>
                <p14:nvPr/>
              </p14:nvContentPartPr>
              <p14:xfrm>
                <a:off x="7679275" y="1130420"/>
                <a:ext cx="1015560" cy="52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28F3CC-5DB8-0589-2DE4-5A86426B9B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70275" y="1121420"/>
                  <a:ext cx="1033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DAB992-C130-1F13-B5D2-850216CA88F9}"/>
                    </a:ext>
                  </a:extLst>
                </p14:cNvPr>
                <p14:cNvContentPartPr/>
                <p14:nvPr/>
              </p14:nvContentPartPr>
              <p14:xfrm>
                <a:off x="8573155" y="895340"/>
                <a:ext cx="235800" cy="620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DAB992-C130-1F13-B5D2-850216CA88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64515" y="886700"/>
                  <a:ext cx="2534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14346B-2188-D3AC-A274-C4AF2E98C8B2}"/>
                    </a:ext>
                  </a:extLst>
                </p14:cNvPr>
                <p14:cNvContentPartPr/>
                <p14:nvPr/>
              </p14:nvContentPartPr>
              <p14:xfrm>
                <a:off x="9158515" y="1261460"/>
                <a:ext cx="27000" cy="3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14346B-2188-D3AC-A274-C4AF2E98C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49875" y="1252820"/>
                  <a:ext cx="446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B9AF55-6C55-F6A1-6844-1000E7B8C5AE}"/>
              </a:ext>
            </a:extLst>
          </p:cNvPr>
          <p:cNvGrpSpPr/>
          <p:nvPr/>
        </p:nvGrpSpPr>
        <p:grpSpPr>
          <a:xfrm>
            <a:off x="595195" y="1597340"/>
            <a:ext cx="1983600" cy="1126800"/>
            <a:chOff x="595195" y="1597340"/>
            <a:chExt cx="1983600" cy="11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5F8C2F9-6315-3CE6-93B3-04C4E3CB7C83}"/>
                    </a:ext>
                  </a:extLst>
                </p14:cNvPr>
                <p14:cNvContentPartPr/>
                <p14:nvPr/>
              </p14:nvContentPartPr>
              <p14:xfrm>
                <a:off x="868075" y="1899740"/>
                <a:ext cx="55440" cy="707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5F8C2F9-6315-3CE6-93B3-04C4E3CB7C8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9075" y="1890740"/>
                  <a:ext cx="7308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528FA9-A35E-C405-B072-AD54EB3D3564}"/>
                    </a:ext>
                  </a:extLst>
                </p14:cNvPr>
                <p14:cNvContentPartPr/>
                <p14:nvPr/>
              </p14:nvContentPartPr>
              <p14:xfrm>
                <a:off x="791755" y="1597340"/>
                <a:ext cx="535680" cy="300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528FA9-A35E-C405-B072-AD54EB3D35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2755" y="1588700"/>
                  <a:ext cx="5533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3789DBD-5A43-8192-DE97-DE42D5981748}"/>
                    </a:ext>
                  </a:extLst>
                </p14:cNvPr>
                <p14:cNvContentPartPr/>
                <p14:nvPr/>
              </p14:nvContentPartPr>
              <p14:xfrm>
                <a:off x="595195" y="2589860"/>
                <a:ext cx="372960" cy="7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3789DBD-5A43-8192-DE97-DE42D59817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6195" y="2581220"/>
                  <a:ext cx="390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FFDE14E-E50A-F900-E6A3-DD0A55D28926}"/>
                    </a:ext>
                  </a:extLst>
                </p14:cNvPr>
                <p14:cNvContentPartPr/>
                <p14:nvPr/>
              </p14:nvContentPartPr>
              <p14:xfrm>
                <a:off x="1369915" y="1993700"/>
                <a:ext cx="528840" cy="730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FFDE14E-E50A-F900-E6A3-DD0A55D2892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1275" y="1984700"/>
                  <a:ext cx="54648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0254DA-539E-0C64-D3E0-1B351EA45CB9}"/>
                    </a:ext>
                  </a:extLst>
                </p14:cNvPr>
                <p14:cNvContentPartPr/>
                <p14:nvPr/>
              </p14:nvContentPartPr>
              <p14:xfrm>
                <a:off x="2035555" y="2282780"/>
                <a:ext cx="543240" cy="330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0254DA-539E-0C64-D3E0-1B351EA45C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26915" y="2273780"/>
                  <a:ext cx="56088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B86DA3-A126-F5FD-DFFF-87448DAE94B8}"/>
              </a:ext>
            </a:extLst>
          </p:cNvPr>
          <p:cNvGrpSpPr/>
          <p:nvPr/>
        </p:nvGrpSpPr>
        <p:grpSpPr>
          <a:xfrm>
            <a:off x="4343875" y="1964900"/>
            <a:ext cx="3004920" cy="641520"/>
            <a:chOff x="4343875" y="1964900"/>
            <a:chExt cx="3004920" cy="6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829959-9354-F0FD-22DC-0FFC20ABFB47}"/>
                    </a:ext>
                  </a:extLst>
                </p14:cNvPr>
                <p14:cNvContentPartPr/>
                <p14:nvPr/>
              </p14:nvContentPartPr>
              <p14:xfrm>
                <a:off x="4343875" y="1998740"/>
                <a:ext cx="387360" cy="501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829959-9354-F0FD-22DC-0FFC20ABFB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34875" y="1989740"/>
                  <a:ext cx="4050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8015DE-FA3C-D476-B458-0C056B83F117}"/>
                    </a:ext>
                  </a:extLst>
                </p14:cNvPr>
                <p14:cNvContentPartPr/>
                <p14:nvPr/>
              </p14:nvContentPartPr>
              <p14:xfrm>
                <a:off x="4993315" y="1964900"/>
                <a:ext cx="1243440" cy="64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8015DE-FA3C-D476-B458-0C056B83F1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84675" y="1955900"/>
                  <a:ext cx="12610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038ED9-4523-48E8-2803-16E61ABA7A8B}"/>
                    </a:ext>
                  </a:extLst>
                </p14:cNvPr>
                <p14:cNvContentPartPr/>
                <p14:nvPr/>
              </p14:nvContentPartPr>
              <p14:xfrm>
                <a:off x="6396235" y="2097380"/>
                <a:ext cx="20880" cy="94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038ED9-4523-48E8-2803-16E61ABA7A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87235" y="2088380"/>
                  <a:ext cx="38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4826C0C-159F-656A-F98D-38AEB364C55E}"/>
                    </a:ext>
                  </a:extLst>
                </p14:cNvPr>
                <p14:cNvContentPartPr/>
                <p14:nvPr/>
              </p14:nvContentPartPr>
              <p14:xfrm>
                <a:off x="6479395" y="2141660"/>
                <a:ext cx="869400" cy="44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4826C0C-159F-656A-F98D-38AEB364C5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70755" y="2132660"/>
                  <a:ext cx="887040" cy="45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1BB4467-2DF8-53C0-CC30-5F38BB6AA3C6}"/>
              </a:ext>
            </a:extLst>
          </p:cNvPr>
          <p:cNvGrpSpPr/>
          <p:nvPr/>
        </p:nvGrpSpPr>
        <p:grpSpPr>
          <a:xfrm>
            <a:off x="9062755" y="1802540"/>
            <a:ext cx="2949120" cy="1355040"/>
            <a:chOff x="9062755" y="1802540"/>
            <a:chExt cx="2949120" cy="13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BF3DD9-149E-B3D9-261D-4DE9F2CBA5E0}"/>
                    </a:ext>
                  </a:extLst>
                </p14:cNvPr>
                <p14:cNvContentPartPr/>
                <p14:nvPr/>
              </p14:nvContentPartPr>
              <p14:xfrm>
                <a:off x="9062755" y="1802540"/>
                <a:ext cx="1899720" cy="854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BF3DD9-149E-B3D9-261D-4DE9F2CBA5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4115" y="1793900"/>
                  <a:ext cx="191736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0BB2D5-E611-B70A-102E-105E127810A0}"/>
                    </a:ext>
                  </a:extLst>
                </p14:cNvPr>
                <p14:cNvContentPartPr/>
                <p14:nvPr/>
              </p14:nvContentPartPr>
              <p14:xfrm>
                <a:off x="10395115" y="2242460"/>
                <a:ext cx="734040" cy="915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0BB2D5-E611-B70A-102E-105E127810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86475" y="2233820"/>
                  <a:ext cx="7516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322C1A-52CB-D6BD-73F9-4ABB1AF9C7B3}"/>
                    </a:ext>
                  </a:extLst>
                </p14:cNvPr>
                <p14:cNvContentPartPr/>
                <p14:nvPr/>
              </p14:nvContentPartPr>
              <p14:xfrm>
                <a:off x="11153275" y="2331740"/>
                <a:ext cx="401400" cy="533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322C1A-52CB-D6BD-73F9-4ABB1AF9C7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4635" y="2322740"/>
                  <a:ext cx="41904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320687-225F-68FC-1452-AD0751000AEE}"/>
                    </a:ext>
                  </a:extLst>
                </p14:cNvPr>
                <p14:cNvContentPartPr/>
                <p14:nvPr/>
              </p14:nvContentPartPr>
              <p14:xfrm>
                <a:off x="11689675" y="2349020"/>
                <a:ext cx="48600" cy="1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320687-225F-68FC-1452-AD0751000A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80675" y="2340020"/>
                  <a:ext cx="66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AF423A-E403-7A53-B9C5-0C56326BF398}"/>
                    </a:ext>
                  </a:extLst>
                </p14:cNvPr>
                <p14:cNvContentPartPr/>
                <p14:nvPr/>
              </p14:nvContentPartPr>
              <p14:xfrm>
                <a:off x="11596795" y="2495540"/>
                <a:ext cx="299520" cy="433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AF423A-E403-7A53-B9C5-0C56326BF3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588155" y="2486540"/>
                  <a:ext cx="3171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9834CF-4884-DFAE-DEAC-A60D6B80583C}"/>
                    </a:ext>
                  </a:extLst>
                </p14:cNvPr>
                <p14:cNvContentPartPr/>
                <p14:nvPr/>
              </p14:nvContentPartPr>
              <p14:xfrm>
                <a:off x="11999635" y="2622620"/>
                <a:ext cx="12240" cy="19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9834CF-4884-DFAE-DEAC-A60D6B8058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990635" y="2613620"/>
                  <a:ext cx="298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7343BBF-AFCF-C7D2-1BC6-B03B5D48F100}"/>
                  </a:ext>
                </a:extLst>
              </p14:cNvPr>
              <p14:cNvContentPartPr/>
              <p14:nvPr/>
            </p14:nvContentPartPr>
            <p14:xfrm>
              <a:off x="6295075" y="4132100"/>
              <a:ext cx="17280" cy="19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7343BBF-AFCF-C7D2-1BC6-B03B5D48F10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86075" y="4123100"/>
                <a:ext cx="3492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C5DC27E8-E90D-F51D-4749-428FE7201D37}"/>
              </a:ext>
            </a:extLst>
          </p:cNvPr>
          <p:cNvGrpSpPr/>
          <p:nvPr/>
        </p:nvGrpSpPr>
        <p:grpSpPr>
          <a:xfrm>
            <a:off x="685555" y="3298340"/>
            <a:ext cx="5047920" cy="1783800"/>
            <a:chOff x="685555" y="3298340"/>
            <a:chExt cx="5047920" cy="178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900717-63C7-7244-5B9A-495D042CF589}"/>
                    </a:ext>
                  </a:extLst>
                </p14:cNvPr>
                <p14:cNvContentPartPr/>
                <p14:nvPr/>
              </p14:nvContentPartPr>
              <p14:xfrm>
                <a:off x="1249675" y="3808460"/>
                <a:ext cx="8640" cy="36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900717-63C7-7244-5B9A-495D042CF5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41035" y="3799820"/>
                  <a:ext cx="26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67EEA9A-471D-AF01-6804-8B72F230B877}"/>
                    </a:ext>
                  </a:extLst>
                </p14:cNvPr>
                <p14:cNvContentPartPr/>
                <p14:nvPr/>
              </p14:nvContentPartPr>
              <p14:xfrm>
                <a:off x="1208995" y="3757700"/>
                <a:ext cx="29160" cy="69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67EEA9A-471D-AF01-6804-8B72F230B87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99995" y="3748700"/>
                  <a:ext cx="4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B9569B-A293-1723-9234-A2FEB8B39758}"/>
                    </a:ext>
                  </a:extLst>
                </p14:cNvPr>
                <p14:cNvContentPartPr/>
                <p14:nvPr/>
              </p14:nvContentPartPr>
              <p14:xfrm>
                <a:off x="1471795" y="3852020"/>
                <a:ext cx="631440" cy="479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B9569B-A293-1723-9234-A2FEB8B397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62795" y="3843380"/>
                  <a:ext cx="6490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4E2BF-2412-D063-7C01-9D0134D1796D}"/>
                    </a:ext>
                  </a:extLst>
                </p14:cNvPr>
                <p14:cNvContentPartPr/>
                <p14:nvPr/>
              </p14:nvContentPartPr>
              <p14:xfrm>
                <a:off x="1124035" y="3524420"/>
                <a:ext cx="301320" cy="848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4E2BF-2412-D063-7C01-9D0134D179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5035" y="3515780"/>
                  <a:ext cx="31896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B248F32-BE3B-4410-18AF-E91FC7801FCF}"/>
                    </a:ext>
                  </a:extLst>
                </p14:cNvPr>
                <p14:cNvContentPartPr/>
                <p14:nvPr/>
              </p14:nvContentPartPr>
              <p14:xfrm>
                <a:off x="996955" y="3298340"/>
                <a:ext cx="996480" cy="1122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B248F32-BE3B-4410-18AF-E91FC7801FC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7955" y="3289700"/>
                  <a:ext cx="1014120" cy="11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95D0BE0-17F6-BB13-DB5D-5F3698FA250A}"/>
                    </a:ext>
                  </a:extLst>
                </p14:cNvPr>
                <p14:cNvContentPartPr/>
                <p14:nvPr/>
              </p14:nvContentPartPr>
              <p14:xfrm>
                <a:off x="2140675" y="3832220"/>
                <a:ext cx="1226520" cy="1249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95D0BE0-17F6-BB13-DB5D-5F3698FA25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31675" y="3823220"/>
                  <a:ext cx="1244160" cy="12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DC24FD-E441-163D-135B-EE4DC8D8DDB5}"/>
                    </a:ext>
                  </a:extLst>
                </p14:cNvPr>
                <p14:cNvContentPartPr/>
                <p14:nvPr/>
              </p14:nvContentPartPr>
              <p14:xfrm>
                <a:off x="3679315" y="3688940"/>
                <a:ext cx="748080" cy="1053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DC24FD-E441-163D-135B-EE4DC8D8DD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70315" y="3680300"/>
                  <a:ext cx="765720" cy="10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D66676-9427-07F0-EF10-965308934CCF}"/>
                    </a:ext>
                  </a:extLst>
                </p14:cNvPr>
                <p14:cNvContentPartPr/>
                <p14:nvPr/>
              </p14:nvContentPartPr>
              <p14:xfrm>
                <a:off x="4796035" y="3495980"/>
                <a:ext cx="25560" cy="102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D66676-9427-07F0-EF10-965308934C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87395" y="3487340"/>
                  <a:ext cx="43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D7995A-F41E-2067-38CE-B00214A1D609}"/>
                    </a:ext>
                  </a:extLst>
                </p14:cNvPr>
                <p14:cNvContentPartPr/>
                <p14:nvPr/>
              </p14:nvContentPartPr>
              <p14:xfrm>
                <a:off x="4838875" y="3796220"/>
                <a:ext cx="894600" cy="1148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D7995A-F41E-2067-38CE-B00214A1D6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30235" y="3787220"/>
                  <a:ext cx="912240" cy="11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FAD3601-3BB6-8BBC-4EE2-F85FB82F7155}"/>
                    </a:ext>
                  </a:extLst>
                </p14:cNvPr>
                <p14:cNvContentPartPr/>
                <p14:nvPr/>
              </p14:nvContentPartPr>
              <p14:xfrm>
                <a:off x="685555" y="4601900"/>
                <a:ext cx="1641600" cy="10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FAD3601-3BB6-8BBC-4EE2-F85FB82F71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6555" y="4593260"/>
                  <a:ext cx="1659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EBD3457-1E08-2A07-9083-7661F63D3EC4}"/>
                    </a:ext>
                  </a:extLst>
                </p14:cNvPr>
                <p14:cNvContentPartPr/>
                <p14:nvPr/>
              </p14:nvContentPartPr>
              <p14:xfrm>
                <a:off x="4447555" y="4461860"/>
                <a:ext cx="581400" cy="153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EBD3457-1E08-2A07-9083-7661F63D3E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38915" y="4453220"/>
                  <a:ext cx="599040" cy="17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358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4474E49-2147-71C5-3FF9-E1DE8D8D517A}"/>
              </a:ext>
            </a:extLst>
          </p:cNvPr>
          <p:cNvGrpSpPr/>
          <p:nvPr/>
        </p:nvGrpSpPr>
        <p:grpSpPr>
          <a:xfrm>
            <a:off x="250675" y="1595540"/>
            <a:ext cx="2463480" cy="3574440"/>
            <a:chOff x="250675" y="1595540"/>
            <a:chExt cx="2463480" cy="357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75B21F8-C910-2C76-4E87-0B9853A5473E}"/>
                    </a:ext>
                  </a:extLst>
                </p14:cNvPr>
                <p14:cNvContentPartPr/>
                <p14:nvPr/>
              </p14:nvContentPartPr>
              <p14:xfrm>
                <a:off x="378475" y="1605620"/>
                <a:ext cx="2163240" cy="233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75B21F8-C910-2C76-4E87-0B9853A547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9475" y="1596980"/>
                  <a:ext cx="2180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78AC4CC-70F3-2F1C-784A-B2B5003CE858}"/>
                    </a:ext>
                  </a:extLst>
                </p14:cNvPr>
                <p14:cNvContentPartPr/>
                <p14:nvPr/>
              </p14:nvContentPartPr>
              <p14:xfrm>
                <a:off x="250675" y="1595540"/>
                <a:ext cx="2146320" cy="3574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78AC4CC-70F3-2F1C-784A-B2B5003CE8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2035" y="1586900"/>
                  <a:ext cx="2163960" cy="359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C59BD5-EBE1-FF1F-C667-E92AF005E7FA}"/>
                    </a:ext>
                  </a:extLst>
                </p14:cNvPr>
                <p14:cNvContentPartPr/>
                <p14:nvPr/>
              </p14:nvContentPartPr>
              <p14:xfrm>
                <a:off x="2237875" y="1815140"/>
                <a:ext cx="476280" cy="3321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C59BD5-EBE1-FF1F-C667-E92AF005E7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29235" y="1806500"/>
                  <a:ext cx="493920" cy="33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4F9369-6906-6AEE-62DB-616D4E6A1BE8}"/>
                    </a:ext>
                  </a:extLst>
                </p14:cNvPr>
                <p14:cNvContentPartPr/>
                <p14:nvPr/>
              </p14:nvContentPartPr>
              <p14:xfrm>
                <a:off x="605995" y="3118700"/>
                <a:ext cx="75960" cy="299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4F9369-6906-6AEE-62DB-616D4E6A1B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7355" y="3109700"/>
                  <a:ext cx="93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2F775A-4CFC-7B8F-EDB2-C282540C62AE}"/>
                    </a:ext>
                  </a:extLst>
                </p14:cNvPr>
                <p14:cNvContentPartPr/>
                <p14:nvPr/>
              </p14:nvContentPartPr>
              <p14:xfrm>
                <a:off x="600955" y="3019700"/>
                <a:ext cx="252720" cy="339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2F775A-4CFC-7B8F-EDB2-C282540C62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2315" y="3010700"/>
                  <a:ext cx="270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FF31DB-9C66-A537-4DBC-2CA782F4A8A2}"/>
                    </a:ext>
                  </a:extLst>
                </p14:cNvPr>
                <p14:cNvContentPartPr/>
                <p14:nvPr/>
              </p14:nvContentPartPr>
              <p14:xfrm>
                <a:off x="883915" y="3016820"/>
                <a:ext cx="248400" cy="281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FF31DB-9C66-A537-4DBC-2CA782F4A8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4915" y="3008180"/>
                  <a:ext cx="266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AAEFF1-ECC7-3F9D-AE15-E61FEDAE7B34}"/>
                    </a:ext>
                  </a:extLst>
                </p14:cNvPr>
                <p14:cNvContentPartPr/>
                <p14:nvPr/>
              </p14:nvContentPartPr>
              <p14:xfrm>
                <a:off x="936475" y="3075140"/>
                <a:ext cx="142560" cy="48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AAEFF1-ECC7-3F9D-AE15-E61FEDAE7B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7475" y="3066140"/>
                  <a:ext cx="160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B05FD1-55C2-ADD2-E920-731736A7EDB9}"/>
                    </a:ext>
                  </a:extLst>
                </p14:cNvPr>
                <p14:cNvContentPartPr/>
                <p14:nvPr/>
              </p14:nvContentPartPr>
              <p14:xfrm>
                <a:off x="1143835" y="2882900"/>
                <a:ext cx="260640" cy="115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B05FD1-55C2-ADD2-E920-731736A7ED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34835" y="2874260"/>
                  <a:ext cx="278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845B29-0DD1-6A92-CD62-D2712FD041CC}"/>
                    </a:ext>
                  </a:extLst>
                </p14:cNvPr>
                <p14:cNvContentPartPr/>
                <p14:nvPr/>
              </p14:nvContentPartPr>
              <p14:xfrm>
                <a:off x="1310155" y="2954540"/>
                <a:ext cx="29520" cy="23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845B29-0DD1-6A92-CD62-D2712FD041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01155" y="2945900"/>
                  <a:ext cx="471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F1A0C33-8506-7A04-7574-673660E1A032}"/>
                    </a:ext>
                  </a:extLst>
                </p14:cNvPr>
                <p14:cNvContentPartPr/>
                <p14:nvPr/>
              </p14:nvContentPartPr>
              <p14:xfrm>
                <a:off x="1410595" y="2867060"/>
                <a:ext cx="215280" cy="252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F1A0C33-8506-7A04-7574-673660E1A0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01955" y="2858060"/>
                  <a:ext cx="232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420250-B0F3-5008-C4A9-7739ABA09D77}"/>
                    </a:ext>
                  </a:extLst>
                </p14:cNvPr>
                <p14:cNvContentPartPr/>
                <p14:nvPr/>
              </p14:nvContentPartPr>
              <p14:xfrm>
                <a:off x="1495915" y="2769140"/>
                <a:ext cx="263880" cy="27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420250-B0F3-5008-C4A9-7739ABA09D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86915" y="2760140"/>
                  <a:ext cx="281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CCC653-8D80-E497-E6F0-B25B181EFE45}"/>
                    </a:ext>
                  </a:extLst>
                </p14:cNvPr>
                <p14:cNvContentPartPr/>
                <p14:nvPr/>
              </p14:nvContentPartPr>
              <p14:xfrm>
                <a:off x="1868875" y="2680580"/>
                <a:ext cx="164160" cy="24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CCC653-8D80-E497-E6F0-B25B181EFE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59875" y="2671940"/>
                  <a:ext cx="181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AA9FCD-48E4-22A4-81B2-852760A83816}"/>
                    </a:ext>
                  </a:extLst>
                </p14:cNvPr>
                <p14:cNvContentPartPr/>
                <p14:nvPr/>
              </p14:nvContentPartPr>
              <p14:xfrm>
                <a:off x="1873195" y="2619380"/>
                <a:ext cx="132840" cy="5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AA9FCD-48E4-22A4-81B2-852760A838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64555" y="2610380"/>
                  <a:ext cx="150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0548C86-91EB-4980-1489-D4C71129DECB}"/>
                    </a:ext>
                  </a:extLst>
                </p14:cNvPr>
                <p14:cNvContentPartPr/>
                <p14:nvPr/>
              </p14:nvContentPartPr>
              <p14:xfrm>
                <a:off x="1885435" y="2806940"/>
                <a:ext cx="53280" cy="5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0548C86-91EB-4980-1489-D4C71129DE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76435" y="2798300"/>
                  <a:ext cx="709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5177E8-AF9E-B9A3-DD2D-53066A925DDE}"/>
                    </a:ext>
                  </a:extLst>
                </p14:cNvPr>
                <p14:cNvContentPartPr/>
                <p14:nvPr/>
              </p14:nvContentPartPr>
              <p14:xfrm>
                <a:off x="2035915" y="2602820"/>
                <a:ext cx="142560" cy="54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5177E8-AF9E-B9A3-DD2D-53066A925D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27275" y="2594180"/>
                  <a:ext cx="160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F01AE7E-1C48-B1E3-0694-605F1E30381F}"/>
                    </a:ext>
                  </a:extLst>
                </p14:cNvPr>
                <p14:cNvContentPartPr/>
                <p14:nvPr/>
              </p14:nvContentPartPr>
              <p14:xfrm>
                <a:off x="2076955" y="2691020"/>
                <a:ext cx="51120" cy="232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F01AE7E-1C48-B1E3-0694-605F1E30381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68315" y="2682020"/>
                  <a:ext cx="6876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C653D62-9571-ACB2-6CD5-27F6BCB6055E}"/>
              </a:ext>
            </a:extLst>
          </p:cNvPr>
          <p:cNvGrpSpPr/>
          <p:nvPr/>
        </p:nvGrpSpPr>
        <p:grpSpPr>
          <a:xfrm>
            <a:off x="4144795" y="401780"/>
            <a:ext cx="1601640" cy="1155240"/>
            <a:chOff x="4144795" y="401780"/>
            <a:chExt cx="1601640" cy="11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DCFEC9-81C6-BDE0-0795-3C836488568C}"/>
                    </a:ext>
                  </a:extLst>
                </p14:cNvPr>
                <p14:cNvContentPartPr/>
                <p14:nvPr/>
              </p14:nvContentPartPr>
              <p14:xfrm>
                <a:off x="4144795" y="443900"/>
                <a:ext cx="207360" cy="947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DCFEC9-81C6-BDE0-0795-3C83648856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36155" y="434900"/>
                  <a:ext cx="225000" cy="9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F52541-0F19-05CC-A27E-1D6AD59E174D}"/>
                    </a:ext>
                  </a:extLst>
                </p14:cNvPr>
                <p14:cNvContentPartPr/>
                <p14:nvPr/>
              </p14:nvContentPartPr>
              <p14:xfrm>
                <a:off x="4382395" y="401780"/>
                <a:ext cx="1364040" cy="1155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F52541-0F19-05CC-A27E-1D6AD59E17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73755" y="393140"/>
                  <a:ext cx="138168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81F7D6-4210-8FE0-FF00-2B722F760FE9}"/>
                    </a:ext>
                  </a:extLst>
                </p14:cNvPr>
                <p14:cNvContentPartPr/>
                <p14:nvPr/>
              </p14:nvContentPartPr>
              <p14:xfrm>
                <a:off x="4161715" y="1344620"/>
                <a:ext cx="1179000" cy="118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81F7D6-4210-8FE0-FF00-2B722F760F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3075" y="1335620"/>
                  <a:ext cx="1196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43F1AE-5F78-5889-1C5D-1A48931C8C5C}"/>
                    </a:ext>
                  </a:extLst>
                </p14:cNvPr>
                <p14:cNvContentPartPr/>
                <p14:nvPr/>
              </p14:nvContentPartPr>
              <p14:xfrm>
                <a:off x="4539355" y="818236"/>
                <a:ext cx="46080" cy="286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43F1AE-5F78-5889-1C5D-1A48931C8C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30355" y="809596"/>
                  <a:ext cx="63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47375D-4686-AA9D-7CFA-BC73B9F1C1D8}"/>
                    </a:ext>
                  </a:extLst>
                </p14:cNvPr>
                <p14:cNvContentPartPr/>
                <p14:nvPr/>
              </p14:nvContentPartPr>
              <p14:xfrm>
                <a:off x="4564555" y="791236"/>
                <a:ext cx="287640" cy="367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47375D-4686-AA9D-7CFA-BC73B9F1C1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55915" y="782236"/>
                  <a:ext cx="305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0A1EE4-BA5B-6577-BF2A-FE6B123C5EF8}"/>
                    </a:ext>
                  </a:extLst>
                </p14:cNvPr>
                <p14:cNvContentPartPr/>
                <p14:nvPr/>
              </p14:nvContentPartPr>
              <p14:xfrm>
                <a:off x="5055595" y="805276"/>
                <a:ext cx="79560" cy="442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0A1EE4-BA5B-6577-BF2A-FE6B123C5EF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46955" y="796636"/>
                  <a:ext cx="9720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D5DF3D-B0F2-12E2-22CD-EB4CFF89FD10}"/>
              </a:ext>
            </a:extLst>
          </p:cNvPr>
          <p:cNvGrpSpPr/>
          <p:nvPr/>
        </p:nvGrpSpPr>
        <p:grpSpPr>
          <a:xfrm>
            <a:off x="4124995" y="2391500"/>
            <a:ext cx="1578960" cy="1186200"/>
            <a:chOff x="4124995" y="2391500"/>
            <a:chExt cx="1578960" cy="11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209BCF3-04D6-4DD0-C591-42CC03998783}"/>
                    </a:ext>
                  </a:extLst>
                </p14:cNvPr>
                <p14:cNvContentPartPr/>
                <p14:nvPr/>
              </p14:nvContentPartPr>
              <p14:xfrm>
                <a:off x="4145155" y="2522540"/>
                <a:ext cx="197640" cy="792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209BCF3-04D6-4DD0-C591-42CC039987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36515" y="2513900"/>
                  <a:ext cx="21528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C27DB80-8766-4256-14F5-85149EEC8B5E}"/>
                    </a:ext>
                  </a:extLst>
                </p14:cNvPr>
                <p14:cNvContentPartPr/>
                <p14:nvPr/>
              </p14:nvContentPartPr>
              <p14:xfrm>
                <a:off x="4124995" y="2391500"/>
                <a:ext cx="1578960" cy="118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C27DB80-8766-4256-14F5-85149EEC8B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5995" y="2382860"/>
                  <a:ext cx="1596600" cy="12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582F92-3160-520A-E836-48517D0CA8C2}"/>
                    </a:ext>
                  </a:extLst>
                </p14:cNvPr>
                <p14:cNvContentPartPr/>
                <p14:nvPr/>
              </p14:nvContentPartPr>
              <p14:xfrm>
                <a:off x="4602715" y="2813716"/>
                <a:ext cx="345960" cy="36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582F92-3160-520A-E836-48517D0CA8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94075" y="2805076"/>
                  <a:ext cx="3636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72DC88-8743-B92B-94EE-EFA60835A47A}"/>
                    </a:ext>
                  </a:extLst>
                </p14:cNvPr>
                <p14:cNvContentPartPr/>
                <p14:nvPr/>
              </p14:nvContentPartPr>
              <p14:xfrm>
                <a:off x="5157115" y="2728396"/>
                <a:ext cx="313560" cy="358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72DC88-8743-B92B-94EE-EFA60835A4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48115" y="2719396"/>
                  <a:ext cx="331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9B1FC7-F362-74F2-8519-9E1038A34E7D}"/>
              </a:ext>
            </a:extLst>
          </p:cNvPr>
          <p:cNvGrpSpPr/>
          <p:nvPr/>
        </p:nvGrpSpPr>
        <p:grpSpPr>
          <a:xfrm>
            <a:off x="3876235" y="4154060"/>
            <a:ext cx="1890000" cy="1270080"/>
            <a:chOff x="3876235" y="4154060"/>
            <a:chExt cx="1890000" cy="12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58DCF0-AEAB-4F4E-6EE5-91A153559C94}"/>
                    </a:ext>
                  </a:extLst>
                </p14:cNvPr>
                <p14:cNvContentPartPr/>
                <p14:nvPr/>
              </p14:nvContentPartPr>
              <p14:xfrm>
                <a:off x="4181155" y="4374020"/>
                <a:ext cx="183600" cy="704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58DCF0-AEAB-4F4E-6EE5-91A153559C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72155" y="4365380"/>
                  <a:ext cx="20124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225A1F-7973-425E-E228-35CF9E3EF756}"/>
                    </a:ext>
                  </a:extLst>
                </p14:cNvPr>
                <p14:cNvContentPartPr/>
                <p14:nvPr/>
              </p14:nvContentPartPr>
              <p14:xfrm>
                <a:off x="3876235" y="4154060"/>
                <a:ext cx="1890000" cy="1270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225A1F-7973-425E-E228-35CF9E3EF75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67595" y="4145060"/>
                  <a:ext cx="190764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39E4822-FBBC-A0FE-CA8D-91A7FAAB8DC8}"/>
                    </a:ext>
                  </a:extLst>
                </p14:cNvPr>
                <p14:cNvContentPartPr/>
                <p14:nvPr/>
              </p14:nvContentPartPr>
              <p14:xfrm>
                <a:off x="4725115" y="4553956"/>
                <a:ext cx="394920" cy="38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39E4822-FBBC-A0FE-CA8D-91A7FAAB8D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16475" y="4545316"/>
                  <a:ext cx="4125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F82E43-4F36-CF8F-4E90-A75BC494D09E}"/>
                    </a:ext>
                  </a:extLst>
                </p14:cNvPr>
                <p14:cNvContentPartPr/>
                <p14:nvPr/>
              </p14:nvContentPartPr>
              <p14:xfrm>
                <a:off x="5251795" y="4662316"/>
                <a:ext cx="6480" cy="2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F82E43-4F36-CF8F-4E90-A75BC494D09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43155" y="4653316"/>
                  <a:ext cx="2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2DB95E-4848-1167-4044-D1AA38C58D04}"/>
                    </a:ext>
                  </a:extLst>
                </p14:cNvPr>
                <p14:cNvContentPartPr/>
                <p14:nvPr/>
              </p14:nvContentPartPr>
              <p14:xfrm>
                <a:off x="5148115" y="4551076"/>
                <a:ext cx="405360" cy="55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2DB95E-4848-1167-4044-D1AA38C58D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39475" y="4542076"/>
                  <a:ext cx="423000" cy="56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6BF3743-13DA-81A7-96FB-8BB2C7DE2136}"/>
              </a:ext>
            </a:extLst>
          </p:cNvPr>
          <p:cNvGrpSpPr/>
          <p:nvPr/>
        </p:nvGrpSpPr>
        <p:grpSpPr>
          <a:xfrm>
            <a:off x="4284475" y="5780540"/>
            <a:ext cx="1595880" cy="1080000"/>
            <a:chOff x="4284475" y="5780540"/>
            <a:chExt cx="1595880" cy="10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349D2F-EF6F-B377-19AE-CC89D6EAB613}"/>
                    </a:ext>
                  </a:extLst>
                </p14:cNvPr>
                <p14:cNvContentPartPr/>
                <p14:nvPr/>
              </p14:nvContentPartPr>
              <p14:xfrm>
                <a:off x="4411555" y="5981420"/>
                <a:ext cx="208800" cy="699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349D2F-EF6F-B377-19AE-CC89D6EAB6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02915" y="5972420"/>
                  <a:ext cx="22644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DA12FE-BDEC-2DC4-4363-5308AEBDF6DE}"/>
                    </a:ext>
                  </a:extLst>
                </p14:cNvPr>
                <p14:cNvContentPartPr/>
                <p14:nvPr/>
              </p14:nvContentPartPr>
              <p14:xfrm>
                <a:off x="4284475" y="5780540"/>
                <a:ext cx="1595880" cy="1080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DA12FE-BDEC-2DC4-4363-5308AEBDF6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75835" y="5771900"/>
                  <a:ext cx="161352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EEB491-D2EF-73B0-A0D9-6FE58C27DB4F}"/>
                    </a:ext>
                  </a:extLst>
                </p14:cNvPr>
                <p14:cNvContentPartPr/>
                <p14:nvPr/>
              </p14:nvContentPartPr>
              <p14:xfrm>
                <a:off x="4996195" y="6190156"/>
                <a:ext cx="443160" cy="379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EEB491-D2EF-73B0-A0D9-6FE58C27DB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87555" y="6181156"/>
                  <a:ext cx="4608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BF8391-91C2-6930-DBF9-26CE4D096AE2}"/>
                    </a:ext>
                  </a:extLst>
                </p14:cNvPr>
                <p14:cNvContentPartPr/>
                <p14:nvPr/>
              </p14:nvContentPartPr>
              <p14:xfrm>
                <a:off x="5478595" y="6343516"/>
                <a:ext cx="288720" cy="230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BF8391-91C2-6930-DBF9-26CE4D096A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69595" y="6334876"/>
                  <a:ext cx="30636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E7620D0-15F7-618D-495C-589340611EC8}"/>
              </a:ext>
            </a:extLst>
          </p:cNvPr>
          <p:cNvGrpSpPr/>
          <p:nvPr/>
        </p:nvGrpSpPr>
        <p:grpSpPr>
          <a:xfrm>
            <a:off x="5880715" y="560116"/>
            <a:ext cx="2123280" cy="531000"/>
            <a:chOff x="5880715" y="560116"/>
            <a:chExt cx="212328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3C4C69-454B-E410-3B10-9CC2C193BEA3}"/>
                    </a:ext>
                  </a:extLst>
                </p14:cNvPr>
                <p14:cNvContentPartPr/>
                <p14:nvPr/>
              </p14:nvContentPartPr>
              <p14:xfrm>
                <a:off x="5880715" y="871516"/>
                <a:ext cx="552240" cy="80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3C4C69-454B-E410-3B10-9CC2C193BE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71715" y="862516"/>
                  <a:ext cx="569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90B066-D0D1-FA1F-BB7E-9ECB89781E12}"/>
                    </a:ext>
                  </a:extLst>
                </p14:cNvPr>
                <p14:cNvContentPartPr/>
                <p14:nvPr/>
              </p14:nvContentPartPr>
              <p14:xfrm>
                <a:off x="6691435" y="746236"/>
                <a:ext cx="134280" cy="344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C90B066-D0D1-FA1F-BB7E-9ECB89781E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82435" y="737596"/>
                  <a:ext cx="151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C1A3FA0-2DB0-73E0-F350-1C877AB843E8}"/>
                    </a:ext>
                  </a:extLst>
                </p14:cNvPr>
                <p14:cNvContentPartPr/>
                <p14:nvPr/>
              </p14:nvContentPartPr>
              <p14:xfrm>
                <a:off x="6821755" y="560116"/>
                <a:ext cx="279720" cy="49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C1A3FA0-2DB0-73E0-F350-1C877AB843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13115" y="551116"/>
                  <a:ext cx="2973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DC4295-5DE3-0D76-C937-02449E03F263}"/>
                    </a:ext>
                  </a:extLst>
                </p14:cNvPr>
                <p14:cNvContentPartPr/>
                <p14:nvPr/>
              </p14:nvContentPartPr>
              <p14:xfrm>
                <a:off x="7430875" y="641476"/>
                <a:ext cx="573120" cy="106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DC4295-5DE3-0D76-C937-02449E03F2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21875" y="632476"/>
                  <a:ext cx="590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1E37DE-49EA-0979-9214-EAF1C7B3B6FD}"/>
                    </a:ext>
                  </a:extLst>
                </p14:cNvPr>
                <p14:cNvContentPartPr/>
                <p14:nvPr/>
              </p14:nvContentPartPr>
              <p14:xfrm>
                <a:off x="7708075" y="623116"/>
                <a:ext cx="199440" cy="40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1E37DE-49EA-0979-9214-EAF1C7B3B6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99435" y="614116"/>
                  <a:ext cx="21708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CF22595-889E-FCCB-2F09-B147DA831D96}"/>
              </a:ext>
            </a:extLst>
          </p:cNvPr>
          <p:cNvGrpSpPr/>
          <p:nvPr/>
        </p:nvGrpSpPr>
        <p:grpSpPr>
          <a:xfrm>
            <a:off x="6303355" y="2446156"/>
            <a:ext cx="2746080" cy="569880"/>
            <a:chOff x="6303355" y="2446156"/>
            <a:chExt cx="2746080" cy="5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6B2D1B-225A-34AD-286F-5F4ACC44F0C2}"/>
                    </a:ext>
                  </a:extLst>
                </p14:cNvPr>
                <p14:cNvContentPartPr/>
                <p14:nvPr/>
              </p14:nvContentPartPr>
              <p14:xfrm>
                <a:off x="6303355" y="2920276"/>
                <a:ext cx="562320" cy="95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6B2D1B-225A-34AD-286F-5F4ACC44F0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94355" y="2911636"/>
                  <a:ext cx="579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0E559D7-19FA-0BC4-EB4E-4C7EBA194446}"/>
                    </a:ext>
                  </a:extLst>
                </p14:cNvPr>
                <p14:cNvContentPartPr/>
                <p14:nvPr/>
              </p14:nvContentPartPr>
              <p14:xfrm>
                <a:off x="7204075" y="2446156"/>
                <a:ext cx="378000" cy="561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0E559D7-19FA-0BC4-EB4E-4C7EBA1944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95075" y="2437516"/>
                  <a:ext cx="39564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D9A6DA-F158-C46D-788E-38DDE9E1AE6D}"/>
                    </a:ext>
                  </a:extLst>
                </p14:cNvPr>
                <p14:cNvContentPartPr/>
                <p14:nvPr/>
              </p14:nvContentPartPr>
              <p14:xfrm>
                <a:off x="7758115" y="2514556"/>
                <a:ext cx="456840" cy="458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D9A6DA-F158-C46D-788E-38DDE9E1AE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49475" y="2505916"/>
                  <a:ext cx="4744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5CDA0C-2322-B247-E49D-5A6CAFB7172D}"/>
                    </a:ext>
                  </a:extLst>
                </p14:cNvPr>
                <p14:cNvContentPartPr/>
                <p14:nvPr/>
              </p14:nvContentPartPr>
              <p14:xfrm>
                <a:off x="8436355" y="2453716"/>
                <a:ext cx="17280" cy="12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5CDA0C-2322-B247-E49D-5A6CAFB717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27715" y="2445076"/>
                  <a:ext cx="34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8975202-C587-5FA8-2247-5AE15686A178}"/>
                    </a:ext>
                  </a:extLst>
                </p14:cNvPr>
                <p14:cNvContentPartPr/>
                <p14:nvPr/>
              </p14:nvContentPartPr>
              <p14:xfrm>
                <a:off x="8427355" y="2532196"/>
                <a:ext cx="622080" cy="300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8975202-C587-5FA8-2247-5AE15686A17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18715" y="2523196"/>
                  <a:ext cx="639720" cy="31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603C03D-4BA2-5985-5648-553EC55E2EE7}"/>
                  </a:ext>
                </a:extLst>
              </p14:cNvPr>
              <p14:cNvContentPartPr/>
              <p14:nvPr/>
            </p14:nvContentPartPr>
            <p14:xfrm>
              <a:off x="5923555" y="4707676"/>
              <a:ext cx="382680" cy="56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603C03D-4BA2-5985-5648-553EC55E2EE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914555" y="4699036"/>
                <a:ext cx="4003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CBE764A-BFFD-022B-EA51-A676EBC78F3F}"/>
                  </a:ext>
                </a:extLst>
              </p14:cNvPr>
              <p14:cNvContentPartPr/>
              <p14:nvPr/>
            </p14:nvContentPartPr>
            <p14:xfrm>
              <a:off x="6351595" y="6017716"/>
              <a:ext cx="380160" cy="40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CBE764A-BFFD-022B-EA51-A676EBC78F3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42595" y="6008716"/>
                <a:ext cx="3978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106BB52E-5214-E15B-7886-7D6E10564155}"/>
              </a:ext>
            </a:extLst>
          </p:cNvPr>
          <p:cNvGrpSpPr/>
          <p:nvPr/>
        </p:nvGrpSpPr>
        <p:grpSpPr>
          <a:xfrm>
            <a:off x="107395" y="402796"/>
            <a:ext cx="2179800" cy="1311480"/>
            <a:chOff x="107395" y="402796"/>
            <a:chExt cx="2179800" cy="13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3A3C57-F0B7-3787-A465-C941E0688D3A}"/>
                    </a:ext>
                  </a:extLst>
                </p14:cNvPr>
                <p14:cNvContentPartPr/>
                <p14:nvPr/>
              </p14:nvContentPartPr>
              <p14:xfrm>
                <a:off x="107395" y="444556"/>
                <a:ext cx="637200" cy="298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3A3C57-F0B7-3787-A465-C941E0688D3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755" y="435916"/>
                  <a:ext cx="6548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1F52C6A-E21B-F04F-6236-3377AE7C3297}"/>
                    </a:ext>
                  </a:extLst>
                </p14:cNvPr>
                <p14:cNvContentPartPr/>
                <p14:nvPr/>
              </p14:nvContentPartPr>
              <p14:xfrm>
                <a:off x="503035" y="632836"/>
                <a:ext cx="37800" cy="30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1F52C6A-E21B-F04F-6236-3377AE7C329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4395" y="623836"/>
                  <a:ext cx="554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3304BFB-C31D-5699-7FF1-BE70CB92840A}"/>
                    </a:ext>
                  </a:extLst>
                </p14:cNvPr>
                <p14:cNvContentPartPr/>
                <p14:nvPr/>
              </p14:nvContentPartPr>
              <p14:xfrm>
                <a:off x="703555" y="731476"/>
                <a:ext cx="216360" cy="278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3304BFB-C31D-5699-7FF1-BE70CB9284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4915" y="722836"/>
                  <a:ext cx="234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BBD6399-9F34-5F69-A929-EC1FFB3293B0}"/>
                    </a:ext>
                  </a:extLst>
                </p14:cNvPr>
                <p14:cNvContentPartPr/>
                <p14:nvPr/>
              </p14:nvContentPartPr>
              <p14:xfrm>
                <a:off x="1002715" y="716356"/>
                <a:ext cx="289800" cy="151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BBD6399-9F34-5F69-A929-EC1FFB3293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715" y="707356"/>
                  <a:ext cx="30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E2FF5A-F165-7B55-59D0-E72B6717975A}"/>
                    </a:ext>
                  </a:extLst>
                </p14:cNvPr>
                <p14:cNvContentPartPr/>
                <p14:nvPr/>
              </p14:nvContentPartPr>
              <p14:xfrm>
                <a:off x="1341475" y="402796"/>
                <a:ext cx="20880" cy="40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E2FF5A-F165-7B55-59D0-E72B671797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32835" y="393796"/>
                  <a:ext cx="38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4765EF4-9FD1-41EA-4C68-B799B436AA43}"/>
                    </a:ext>
                  </a:extLst>
                </p14:cNvPr>
                <p14:cNvContentPartPr/>
                <p14:nvPr/>
              </p14:nvContentPartPr>
              <p14:xfrm>
                <a:off x="1414915" y="627436"/>
                <a:ext cx="426240" cy="143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4765EF4-9FD1-41EA-4C68-B799B436AA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06275" y="618436"/>
                  <a:ext cx="443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CB8DB7-A4DD-5578-4751-9834C9C12871}"/>
                    </a:ext>
                  </a:extLst>
                </p14:cNvPr>
                <p14:cNvContentPartPr/>
                <p14:nvPr/>
              </p14:nvContentPartPr>
              <p14:xfrm>
                <a:off x="1909555" y="448156"/>
                <a:ext cx="69120" cy="25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CB8DB7-A4DD-5578-4751-9834C9C128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00555" y="439516"/>
                  <a:ext cx="86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144317-2092-5793-A57E-BCABF3D02C72}"/>
                    </a:ext>
                  </a:extLst>
                </p14:cNvPr>
                <p14:cNvContentPartPr/>
                <p14:nvPr/>
              </p14:nvContentPartPr>
              <p14:xfrm>
                <a:off x="1967875" y="505396"/>
                <a:ext cx="319320" cy="664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144317-2092-5793-A57E-BCABF3D02C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59235" y="496396"/>
                  <a:ext cx="33696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8AEDDD-1BF2-2AE6-0545-CA89E2CF4C58}"/>
                    </a:ext>
                  </a:extLst>
                </p14:cNvPr>
                <p14:cNvContentPartPr/>
                <p14:nvPr/>
              </p14:nvContentPartPr>
              <p14:xfrm>
                <a:off x="1279915" y="1028836"/>
                <a:ext cx="474480" cy="315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8AEDDD-1BF2-2AE6-0545-CA89E2CF4C5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70915" y="1020196"/>
                  <a:ext cx="492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7B82A7-D981-31A8-7635-B8074059BD5E}"/>
                    </a:ext>
                  </a:extLst>
                </p14:cNvPr>
                <p14:cNvContentPartPr/>
                <p14:nvPr/>
              </p14:nvContentPartPr>
              <p14:xfrm>
                <a:off x="515275" y="1065916"/>
                <a:ext cx="57240" cy="606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7B82A7-D981-31A8-7635-B8074059BD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6635" y="1056916"/>
                  <a:ext cx="748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7996B2-B963-482A-9954-D57351403F9E}"/>
                    </a:ext>
                  </a:extLst>
                </p14:cNvPr>
                <p14:cNvContentPartPr/>
                <p14:nvPr/>
              </p14:nvContentPartPr>
              <p14:xfrm>
                <a:off x="315475" y="1483516"/>
                <a:ext cx="460800" cy="230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7996B2-B963-482A-9954-D57351403F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6835" y="1474876"/>
                  <a:ext cx="4784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D378480-A155-8A8C-32A1-553B249A72A2}"/>
              </a:ext>
            </a:extLst>
          </p:cNvPr>
          <p:cNvGrpSpPr/>
          <p:nvPr/>
        </p:nvGrpSpPr>
        <p:grpSpPr>
          <a:xfrm>
            <a:off x="9229075" y="26956"/>
            <a:ext cx="3047040" cy="1572120"/>
            <a:chOff x="9229075" y="26956"/>
            <a:chExt cx="3047040" cy="157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5CF0C2-8D95-D284-90F8-7629149D37A7}"/>
                    </a:ext>
                  </a:extLst>
                </p14:cNvPr>
                <p14:cNvContentPartPr/>
                <p14:nvPr/>
              </p14:nvContentPartPr>
              <p14:xfrm>
                <a:off x="9229075" y="166996"/>
                <a:ext cx="101160" cy="309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5CF0C2-8D95-D284-90F8-7629149D37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20075" y="157996"/>
                  <a:ext cx="118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92FA653-B430-BD06-B4F4-015D22215C33}"/>
                    </a:ext>
                  </a:extLst>
                </p14:cNvPr>
                <p14:cNvContentPartPr/>
                <p14:nvPr/>
              </p14:nvContentPartPr>
              <p14:xfrm>
                <a:off x="9245635" y="26956"/>
                <a:ext cx="455400" cy="604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92FA653-B430-BD06-B4F4-015D22215C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36635" y="18316"/>
                  <a:ext cx="47304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AB78226-892F-F71F-BB97-051A745F78A2}"/>
                    </a:ext>
                  </a:extLst>
                </p14:cNvPr>
                <p14:cNvContentPartPr/>
                <p14:nvPr/>
              </p14:nvContentPartPr>
              <p14:xfrm>
                <a:off x="9847195" y="210556"/>
                <a:ext cx="20880" cy="17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AB78226-892F-F71F-BB97-051A745F78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38555" y="201916"/>
                  <a:ext cx="38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89D739-CADF-B49F-8DD7-62EBF1265CF6}"/>
                    </a:ext>
                  </a:extLst>
                </p14:cNvPr>
                <p14:cNvContentPartPr/>
                <p14:nvPr/>
              </p14:nvContentPartPr>
              <p14:xfrm>
                <a:off x="9909835" y="372196"/>
                <a:ext cx="577800" cy="181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89D739-CADF-B49F-8DD7-62EBF1265CF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01195" y="363196"/>
                  <a:ext cx="595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41C0E9-BB24-F63F-5DFC-8A2A2E5B2286}"/>
                    </a:ext>
                  </a:extLst>
                </p14:cNvPr>
                <p14:cNvContentPartPr/>
                <p14:nvPr/>
              </p14:nvContentPartPr>
              <p14:xfrm>
                <a:off x="10587715" y="331156"/>
                <a:ext cx="189720" cy="182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41C0E9-BB24-F63F-5DFC-8A2A2E5B228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78715" y="322156"/>
                  <a:ext cx="207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ECA94D8-093E-C0FE-2A52-4820783CC709}"/>
                    </a:ext>
                  </a:extLst>
                </p14:cNvPr>
                <p14:cNvContentPartPr/>
                <p14:nvPr/>
              </p14:nvContentPartPr>
              <p14:xfrm>
                <a:off x="10865635" y="307036"/>
                <a:ext cx="491400" cy="799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ECA94D8-093E-C0FE-2A52-4820783CC70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56995" y="298396"/>
                  <a:ext cx="50904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EE3B386-52BE-719E-35A4-4E9D5F4F0D81}"/>
                    </a:ext>
                  </a:extLst>
                </p14:cNvPr>
                <p14:cNvContentPartPr/>
                <p14:nvPr/>
              </p14:nvContentPartPr>
              <p14:xfrm>
                <a:off x="9743875" y="942076"/>
                <a:ext cx="594360" cy="419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EE3B386-52BE-719E-35A4-4E9D5F4F0D8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35235" y="933076"/>
                  <a:ext cx="612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7CF0650-1C96-C521-EB6A-2546132A38D1}"/>
                    </a:ext>
                  </a:extLst>
                </p14:cNvPr>
                <p14:cNvContentPartPr/>
                <p14:nvPr/>
              </p14:nvContentPartPr>
              <p14:xfrm>
                <a:off x="10454875" y="992116"/>
                <a:ext cx="596160" cy="193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7CF0650-1C96-C521-EB6A-2546132A38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46235" y="983116"/>
                  <a:ext cx="613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E5447A7-7687-CB09-B03E-F343C72E9D57}"/>
                    </a:ext>
                  </a:extLst>
                </p14:cNvPr>
                <p14:cNvContentPartPr/>
                <p14:nvPr/>
              </p14:nvContentPartPr>
              <p14:xfrm>
                <a:off x="11128795" y="841276"/>
                <a:ext cx="41400" cy="36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E5447A7-7687-CB09-B03E-F343C72E9D5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20155" y="832276"/>
                  <a:ext cx="59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2448FF5-926A-726D-1425-FF42A35B31B5}"/>
                    </a:ext>
                  </a:extLst>
                </p14:cNvPr>
                <p14:cNvContentPartPr/>
                <p14:nvPr/>
              </p14:nvContentPartPr>
              <p14:xfrm>
                <a:off x="11197915" y="758476"/>
                <a:ext cx="255960" cy="840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2448FF5-926A-726D-1425-FF42A35B31B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88915" y="749476"/>
                  <a:ext cx="27360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D35F031-B565-AA0F-03B8-0C521B753E2E}"/>
                    </a:ext>
                  </a:extLst>
                </p14:cNvPr>
                <p14:cNvContentPartPr/>
                <p14:nvPr/>
              </p14:nvContentPartPr>
              <p14:xfrm>
                <a:off x="11645035" y="856396"/>
                <a:ext cx="7560" cy="65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D35F031-B565-AA0F-03B8-0C521B753E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636395" y="847396"/>
                  <a:ext cx="25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624DB0-3A9D-5A1B-D823-B0C69ECB2AE6}"/>
                    </a:ext>
                  </a:extLst>
                </p14:cNvPr>
                <p14:cNvContentPartPr/>
                <p14:nvPr/>
              </p14:nvContentPartPr>
              <p14:xfrm>
                <a:off x="11557195" y="987436"/>
                <a:ext cx="551160" cy="254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624DB0-3A9D-5A1B-D823-B0C69ECB2AE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548195" y="978796"/>
                  <a:ext cx="568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B894F66-51E7-AEC0-F59F-09E1B91B1FDC}"/>
                    </a:ext>
                  </a:extLst>
                </p14:cNvPr>
                <p14:cNvContentPartPr/>
                <p14:nvPr/>
              </p14:nvContentPartPr>
              <p14:xfrm>
                <a:off x="12063355" y="1140796"/>
                <a:ext cx="79920" cy="89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B894F66-51E7-AEC0-F59F-09E1B91B1FD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054715" y="1131796"/>
                  <a:ext cx="97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7DAD6E-1C50-504F-871D-8B24A6628C40}"/>
                    </a:ext>
                  </a:extLst>
                </p14:cNvPr>
                <p14:cNvContentPartPr/>
                <p14:nvPr/>
              </p14:nvContentPartPr>
              <p14:xfrm>
                <a:off x="12248035" y="1177516"/>
                <a:ext cx="28080" cy="6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7DAD6E-1C50-504F-871D-8B24A6628C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239035" y="1168876"/>
                  <a:ext cx="457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66EFCEE-26C8-17E3-2BE9-C8E71C9B92EE}"/>
              </a:ext>
            </a:extLst>
          </p:cNvPr>
          <p:cNvGrpSpPr/>
          <p:nvPr/>
        </p:nvGrpSpPr>
        <p:grpSpPr>
          <a:xfrm>
            <a:off x="6934435" y="3950596"/>
            <a:ext cx="3401640" cy="717840"/>
            <a:chOff x="6934435" y="3950596"/>
            <a:chExt cx="340164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FA6FF1-2C81-CDDA-1384-D36A62FD2354}"/>
                    </a:ext>
                  </a:extLst>
                </p14:cNvPr>
                <p14:cNvContentPartPr/>
                <p14:nvPr/>
              </p14:nvContentPartPr>
              <p14:xfrm>
                <a:off x="6934435" y="4168396"/>
                <a:ext cx="150840" cy="402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FA6FF1-2C81-CDDA-1384-D36A62FD235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25435" y="4159756"/>
                  <a:ext cx="1684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3DFF6BE-5F25-6CFB-7BF7-B373F9F6B5C0}"/>
                    </a:ext>
                  </a:extLst>
                </p14:cNvPr>
                <p14:cNvContentPartPr/>
                <p14:nvPr/>
              </p14:nvContentPartPr>
              <p14:xfrm>
                <a:off x="7014715" y="4156516"/>
                <a:ext cx="393120" cy="317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3DFF6BE-5F25-6CFB-7BF7-B373F9F6B5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06075" y="4147876"/>
                  <a:ext cx="4107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CA4C4A2-218F-4C10-98D4-2BAAA7AD4A12}"/>
                    </a:ext>
                  </a:extLst>
                </p14:cNvPr>
                <p14:cNvContentPartPr/>
                <p14:nvPr/>
              </p14:nvContentPartPr>
              <p14:xfrm>
                <a:off x="7553995" y="4300516"/>
                <a:ext cx="362520" cy="190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CA4C4A2-218F-4C10-98D4-2BAAA7AD4A1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45355" y="4291876"/>
                  <a:ext cx="380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ECA0BA0-429C-3A8E-06DC-628770405C51}"/>
                    </a:ext>
                  </a:extLst>
                </p14:cNvPr>
                <p14:cNvContentPartPr/>
                <p14:nvPr/>
              </p14:nvContentPartPr>
              <p14:xfrm>
                <a:off x="7994995" y="3958876"/>
                <a:ext cx="14760" cy="61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ECA0BA0-429C-3A8E-06DC-628770405C5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86355" y="3950236"/>
                  <a:ext cx="32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A31C491-BBA3-C084-53C7-6656B5101AD0}"/>
                    </a:ext>
                  </a:extLst>
                </p14:cNvPr>
                <p14:cNvContentPartPr/>
                <p14:nvPr/>
              </p14:nvContentPartPr>
              <p14:xfrm>
                <a:off x="8051515" y="4269196"/>
                <a:ext cx="205560" cy="210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A31C491-BBA3-C084-53C7-6656B5101A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42515" y="4260556"/>
                  <a:ext cx="223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A382230-DE2B-36D6-A29A-6CB52C1B3751}"/>
                    </a:ext>
                  </a:extLst>
                </p14:cNvPr>
                <p14:cNvContentPartPr/>
                <p14:nvPr/>
              </p14:nvContentPartPr>
              <p14:xfrm>
                <a:off x="8434915" y="4272436"/>
                <a:ext cx="222480" cy="259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A382230-DE2B-36D6-A29A-6CB52C1B37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26275" y="4263796"/>
                  <a:ext cx="240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0E338CD-80F7-48A9-E485-BB074DFD767A}"/>
                    </a:ext>
                  </a:extLst>
                </p14:cNvPr>
                <p14:cNvContentPartPr/>
                <p14:nvPr/>
              </p14:nvContentPartPr>
              <p14:xfrm>
                <a:off x="8886355" y="4200796"/>
                <a:ext cx="43920" cy="206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0E338CD-80F7-48A9-E485-BB074DFD767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77355" y="4192156"/>
                  <a:ext cx="61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85BC703-C768-D42F-DF71-A16FEBD4BED6}"/>
                    </a:ext>
                  </a:extLst>
                </p14:cNvPr>
                <p14:cNvContentPartPr/>
                <p14:nvPr/>
              </p14:nvContentPartPr>
              <p14:xfrm>
                <a:off x="8908315" y="3950596"/>
                <a:ext cx="179640" cy="435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85BC703-C768-D42F-DF71-A16FEBD4BE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99675" y="3941956"/>
                  <a:ext cx="1972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D8F7E3-8D43-059B-017E-8802AF14D514}"/>
                    </a:ext>
                  </a:extLst>
                </p14:cNvPr>
                <p14:cNvContentPartPr/>
                <p14:nvPr/>
              </p14:nvContentPartPr>
              <p14:xfrm>
                <a:off x="9185515" y="4009636"/>
                <a:ext cx="968400" cy="658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D8F7E3-8D43-059B-017E-8802AF14D5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76875" y="4000636"/>
                  <a:ext cx="98604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B4BFC07-1550-1BE0-B243-EC4A8CDA9203}"/>
                    </a:ext>
                  </a:extLst>
                </p14:cNvPr>
                <p14:cNvContentPartPr/>
                <p14:nvPr/>
              </p14:nvContentPartPr>
              <p14:xfrm>
                <a:off x="10322395" y="4107556"/>
                <a:ext cx="13680" cy="17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B4BFC07-1550-1BE0-B243-EC4A8CDA920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13395" y="4098916"/>
                  <a:ext cx="313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0832AAB-115A-3E0B-4C37-850DFD046156}"/>
              </a:ext>
            </a:extLst>
          </p:cNvPr>
          <p:cNvGrpSpPr/>
          <p:nvPr/>
        </p:nvGrpSpPr>
        <p:grpSpPr>
          <a:xfrm>
            <a:off x="7550755" y="1117396"/>
            <a:ext cx="1218240" cy="700560"/>
            <a:chOff x="7550755" y="1117396"/>
            <a:chExt cx="1218240" cy="70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DCE49E-4EE8-405C-900E-E2D079360060}"/>
                    </a:ext>
                  </a:extLst>
                </p14:cNvPr>
                <p14:cNvContentPartPr/>
                <p14:nvPr/>
              </p14:nvContentPartPr>
              <p14:xfrm>
                <a:off x="7550755" y="1117396"/>
                <a:ext cx="714600" cy="442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DCE49E-4EE8-405C-900E-E2D07936006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42115" y="1108396"/>
                  <a:ext cx="732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61C47AC-C9FB-2D64-B18A-B984166F3D4E}"/>
                    </a:ext>
                  </a:extLst>
                </p14:cNvPr>
                <p14:cNvContentPartPr/>
                <p14:nvPr/>
              </p14:nvContentPartPr>
              <p14:xfrm>
                <a:off x="8468035" y="1516276"/>
                <a:ext cx="300960" cy="301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61C47AC-C9FB-2D64-B18A-B984166F3D4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9395" y="1507636"/>
                  <a:ext cx="3186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0033009-341B-0FA1-EACC-2922804491A4}"/>
              </a:ext>
            </a:extLst>
          </p:cNvPr>
          <p:cNvGrpSpPr/>
          <p:nvPr/>
        </p:nvGrpSpPr>
        <p:grpSpPr>
          <a:xfrm>
            <a:off x="9289555" y="2444716"/>
            <a:ext cx="714960" cy="475920"/>
            <a:chOff x="9289555" y="2444716"/>
            <a:chExt cx="71496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98386D-8D18-FA6D-C76F-8790AEAFADE2}"/>
                    </a:ext>
                  </a:extLst>
                </p14:cNvPr>
                <p14:cNvContentPartPr/>
                <p14:nvPr/>
              </p14:nvContentPartPr>
              <p14:xfrm>
                <a:off x="9289555" y="2688076"/>
                <a:ext cx="486720" cy="56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98386D-8D18-FA6D-C76F-8790AEAFADE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80915" y="2679436"/>
                  <a:ext cx="504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E29D85A-EDF5-D86B-1D70-8E30C6C64A49}"/>
                    </a:ext>
                  </a:extLst>
                </p14:cNvPr>
                <p14:cNvContentPartPr/>
                <p14:nvPr/>
              </p14:nvContentPartPr>
              <p14:xfrm>
                <a:off x="9890755" y="2444716"/>
                <a:ext cx="113760" cy="475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E29D85A-EDF5-D86B-1D70-8E30C6C64A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81755" y="2436076"/>
                  <a:ext cx="13140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0146F9A-9BC7-794E-4154-115FD3D02BD0}"/>
              </a:ext>
            </a:extLst>
          </p:cNvPr>
          <p:cNvGrpSpPr/>
          <p:nvPr/>
        </p:nvGrpSpPr>
        <p:grpSpPr>
          <a:xfrm>
            <a:off x="10486555" y="4014676"/>
            <a:ext cx="851760" cy="424800"/>
            <a:chOff x="10486555" y="4014676"/>
            <a:chExt cx="85176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0F8BEA0-5694-5FF2-A529-D394DE826151}"/>
                    </a:ext>
                  </a:extLst>
                </p14:cNvPr>
                <p14:cNvContentPartPr/>
                <p14:nvPr/>
              </p14:nvContentPartPr>
              <p14:xfrm>
                <a:off x="10486555" y="4232476"/>
                <a:ext cx="290880" cy="73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0F8BEA0-5694-5FF2-A529-D394DE8261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77555" y="4223476"/>
                  <a:ext cx="308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4E42415-73EE-90C2-7860-14F821ACE153}"/>
                    </a:ext>
                  </a:extLst>
                </p14:cNvPr>
                <p14:cNvContentPartPr/>
                <p14:nvPr/>
              </p14:nvContentPartPr>
              <p14:xfrm>
                <a:off x="11067955" y="4014676"/>
                <a:ext cx="270360" cy="424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4E42415-73EE-90C2-7860-14F821ACE15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59315" y="4006036"/>
                  <a:ext cx="288000" cy="44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047C937-2D90-789C-8DB7-122F31EBD301}"/>
                  </a:ext>
                </a:extLst>
              </p14:cNvPr>
              <p14:cNvContentPartPr/>
              <p14:nvPr/>
            </p14:nvContentPartPr>
            <p14:xfrm>
              <a:off x="6056035" y="6181516"/>
              <a:ext cx="613080" cy="471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047C937-2D90-789C-8DB7-122F31EBD30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047395" y="6172516"/>
                <a:ext cx="63072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A0FA2F8-58B7-727F-4C78-36DE76FD000A}"/>
              </a:ext>
            </a:extLst>
          </p:cNvPr>
          <p:cNvGrpSpPr/>
          <p:nvPr/>
        </p:nvGrpSpPr>
        <p:grpSpPr>
          <a:xfrm>
            <a:off x="7715995" y="5683276"/>
            <a:ext cx="749880" cy="514440"/>
            <a:chOff x="7715995" y="5683276"/>
            <a:chExt cx="74988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10A546A-EC43-E095-A37E-6A279AAAF423}"/>
                    </a:ext>
                  </a:extLst>
                </p14:cNvPr>
                <p14:cNvContentPartPr/>
                <p14:nvPr/>
              </p14:nvContentPartPr>
              <p14:xfrm>
                <a:off x="7715995" y="5683276"/>
                <a:ext cx="369720" cy="514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10A546A-EC43-E095-A37E-6A279AAAF4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07355" y="5674276"/>
                  <a:ext cx="3873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996D7F6-D6F3-808B-AEB5-09C635F7A4BF}"/>
                    </a:ext>
                  </a:extLst>
                </p14:cNvPr>
                <p14:cNvContentPartPr/>
                <p14:nvPr/>
              </p14:nvContentPartPr>
              <p14:xfrm>
                <a:off x="8446075" y="5961196"/>
                <a:ext cx="19800" cy="21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996D7F6-D6F3-808B-AEB5-09C635F7A4B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37075" y="5952196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9EEB2E7-E03B-1128-44A3-AF8D080C95E7}"/>
                  </a:ext>
                </a:extLst>
              </p14:cNvPr>
              <p14:cNvContentPartPr/>
              <p14:nvPr/>
            </p14:nvContentPartPr>
            <p14:xfrm>
              <a:off x="8877715" y="1683348"/>
              <a:ext cx="674280" cy="1922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9EEB2E7-E03B-1128-44A3-AF8D080C95E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869075" y="1674348"/>
                <a:ext cx="691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3DFB216-DCAC-FEA6-2989-42616CB045F1}"/>
                  </a:ext>
                </a:extLst>
              </p14:cNvPr>
              <p14:cNvContentPartPr/>
              <p14:nvPr/>
            </p14:nvContentPartPr>
            <p14:xfrm>
              <a:off x="11580235" y="4078788"/>
              <a:ext cx="573120" cy="2336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3DFB216-DCAC-FEA6-2989-42616CB045F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571235" y="4069788"/>
                <a:ext cx="5907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BAF063E-8E3F-C97B-5FFE-745432316A2F}"/>
                  </a:ext>
                </a:extLst>
              </p14:cNvPr>
              <p14:cNvContentPartPr/>
              <p14:nvPr/>
            </p14:nvContentPartPr>
            <p14:xfrm>
              <a:off x="8342035" y="5766828"/>
              <a:ext cx="761400" cy="2656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BAF063E-8E3F-C97B-5FFE-745432316A2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333395" y="5757828"/>
                <a:ext cx="7790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0E833CF-20FE-7C80-6A29-B4E38F0E1D6F}"/>
                  </a:ext>
                </a:extLst>
              </p14:cNvPr>
              <p14:cNvContentPartPr/>
              <p14:nvPr/>
            </p14:nvContentPartPr>
            <p14:xfrm>
              <a:off x="10103875" y="2563188"/>
              <a:ext cx="292320" cy="1789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0E833CF-20FE-7C80-6A29-B4E38F0E1D6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95235" y="2554188"/>
                <a:ext cx="30996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8DCEBC7-52D7-6755-84B6-15CE41A3A728}"/>
              </a:ext>
            </a:extLst>
          </p:cNvPr>
          <p:cNvGrpSpPr/>
          <p:nvPr/>
        </p:nvGrpSpPr>
        <p:grpSpPr>
          <a:xfrm>
            <a:off x="2628115" y="374028"/>
            <a:ext cx="1501920" cy="1024560"/>
            <a:chOff x="2628115" y="374028"/>
            <a:chExt cx="1501920" cy="10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0F0B4F2-C81D-A2AC-793E-A0D5B464FB74}"/>
                    </a:ext>
                  </a:extLst>
                </p14:cNvPr>
                <p14:cNvContentPartPr/>
                <p14:nvPr/>
              </p14:nvContentPartPr>
              <p14:xfrm>
                <a:off x="2661955" y="681468"/>
                <a:ext cx="34200" cy="294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0F0B4F2-C81D-A2AC-793E-A0D5B464FB7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652955" y="672828"/>
                  <a:ext cx="518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C021C1C-B99F-595B-B225-EF0C558540EA}"/>
                    </a:ext>
                  </a:extLst>
                </p14:cNvPr>
                <p14:cNvContentPartPr/>
                <p14:nvPr/>
              </p14:nvContentPartPr>
              <p14:xfrm>
                <a:off x="2628115" y="443148"/>
                <a:ext cx="374400" cy="581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C021C1C-B99F-595B-B225-EF0C558540E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19115" y="434148"/>
                  <a:ext cx="3920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08C8BF-BEC4-DE26-C4AC-0648754E9B23}"/>
                    </a:ext>
                  </a:extLst>
                </p14:cNvPr>
                <p14:cNvContentPartPr/>
                <p14:nvPr/>
              </p14:nvContentPartPr>
              <p14:xfrm>
                <a:off x="3094675" y="657348"/>
                <a:ext cx="484560" cy="207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08C8BF-BEC4-DE26-C4AC-0648754E9B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86035" y="648348"/>
                  <a:ext cx="502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7B00D7-ABDE-E722-A661-F08B4FD0F767}"/>
                    </a:ext>
                  </a:extLst>
                </p14:cNvPr>
                <p14:cNvContentPartPr/>
                <p14:nvPr/>
              </p14:nvContentPartPr>
              <p14:xfrm>
                <a:off x="3712075" y="374028"/>
                <a:ext cx="352440" cy="246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7B00D7-ABDE-E722-A661-F08B4FD0F76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03435" y="365388"/>
                  <a:ext cx="370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E1BBD61-0B10-F2F7-0618-3D68CF8A5793}"/>
                    </a:ext>
                  </a:extLst>
                </p14:cNvPr>
                <p14:cNvContentPartPr/>
                <p14:nvPr/>
              </p14:nvContentPartPr>
              <p14:xfrm>
                <a:off x="2934475" y="1041468"/>
                <a:ext cx="105120" cy="357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E1BBD61-0B10-F2F7-0618-3D68CF8A579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25835" y="1032828"/>
                  <a:ext cx="1227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8136A15-6F40-A02B-6D83-EA9AA7E30C5E}"/>
                    </a:ext>
                  </a:extLst>
                </p14:cNvPr>
                <p14:cNvContentPartPr/>
                <p14:nvPr/>
              </p14:nvContentPartPr>
              <p14:xfrm>
                <a:off x="3179275" y="1143348"/>
                <a:ext cx="266760" cy="117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8136A15-6F40-A02B-6D83-EA9AA7E30C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70275" y="1134708"/>
                  <a:ext cx="284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7DF97A1-7CD9-0AEB-FEEB-DC67B863B8B1}"/>
                    </a:ext>
                  </a:extLst>
                </p14:cNvPr>
                <p14:cNvContentPartPr/>
                <p14:nvPr/>
              </p14:nvContentPartPr>
              <p14:xfrm>
                <a:off x="3518035" y="1002588"/>
                <a:ext cx="173880" cy="180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7DF97A1-7CD9-0AEB-FEEB-DC67B863B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09035" y="993588"/>
                  <a:ext cx="191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2A77600-2E5A-F1C5-9E22-61ACAA405BD8}"/>
                    </a:ext>
                  </a:extLst>
                </p14:cNvPr>
                <p14:cNvContentPartPr/>
                <p14:nvPr/>
              </p14:nvContentPartPr>
              <p14:xfrm>
                <a:off x="3720355" y="911508"/>
                <a:ext cx="247680" cy="164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2A77600-2E5A-F1C5-9E22-61ACAA405BD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11715" y="902508"/>
                  <a:ext cx="265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FB8071-8AEC-F9BE-11DF-B5ABB808E6A4}"/>
                    </a:ext>
                  </a:extLst>
                </p14:cNvPr>
                <p14:cNvContentPartPr/>
                <p14:nvPr/>
              </p14:nvContentPartPr>
              <p14:xfrm>
                <a:off x="3973795" y="804948"/>
                <a:ext cx="94320" cy="119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FB8071-8AEC-F9BE-11DF-B5ABB808E6A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65155" y="796308"/>
                  <a:ext cx="111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E09AC55-811B-8651-0258-628432F77D8F}"/>
                    </a:ext>
                  </a:extLst>
                </p14:cNvPr>
                <p14:cNvContentPartPr/>
                <p14:nvPr/>
              </p14:nvContentPartPr>
              <p14:xfrm>
                <a:off x="4058035" y="718548"/>
                <a:ext cx="72000" cy="119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E09AC55-811B-8651-0258-628432F77D8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49395" y="709548"/>
                  <a:ext cx="89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4B93BB4-7D86-A57A-DEB1-A17A5828253D}"/>
                    </a:ext>
                  </a:extLst>
                </p14:cNvPr>
                <p14:cNvContentPartPr/>
                <p14:nvPr/>
              </p14:nvContentPartPr>
              <p14:xfrm>
                <a:off x="3041395" y="949308"/>
                <a:ext cx="814680" cy="100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4B93BB4-7D86-A57A-DEB1-A17A5828253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32755" y="940668"/>
                  <a:ext cx="83232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31DDAAC-1A65-13A8-43B4-F80257F24837}"/>
                  </a:ext>
                </a:extLst>
              </p14:cNvPr>
              <p14:cNvContentPartPr/>
              <p14:nvPr/>
            </p14:nvContentPartPr>
            <p14:xfrm>
              <a:off x="2938075" y="1590828"/>
              <a:ext cx="613080" cy="882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31DDAAC-1A65-13A8-43B4-F80257F2483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929075" y="1581828"/>
                <a:ext cx="63072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05FFB85-D002-DC7A-CC06-B74446B68CA5}"/>
              </a:ext>
            </a:extLst>
          </p:cNvPr>
          <p:cNvGrpSpPr/>
          <p:nvPr/>
        </p:nvGrpSpPr>
        <p:grpSpPr>
          <a:xfrm>
            <a:off x="506635" y="744436"/>
            <a:ext cx="4453560" cy="5632560"/>
            <a:chOff x="506635" y="744436"/>
            <a:chExt cx="4453560" cy="56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643B673-39C6-E625-3954-07A165D115B0}"/>
                    </a:ext>
                  </a:extLst>
                </p14:cNvPr>
                <p14:cNvContentPartPr/>
                <p14:nvPr/>
              </p14:nvContentPartPr>
              <p14:xfrm>
                <a:off x="2259115" y="4439836"/>
                <a:ext cx="2180520" cy="110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643B673-39C6-E625-3954-07A165D115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50115" y="4430836"/>
                  <a:ext cx="2198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935A286-8535-2E57-7C3C-383AC4689B31}"/>
                    </a:ext>
                  </a:extLst>
                </p14:cNvPr>
                <p14:cNvContentPartPr/>
                <p14:nvPr/>
              </p14:nvContentPartPr>
              <p14:xfrm>
                <a:off x="4030315" y="4151116"/>
                <a:ext cx="260640" cy="553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935A286-8535-2E57-7C3C-383AC4689B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21675" y="4142476"/>
                  <a:ext cx="2782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E091C4-BAE3-2E98-1F86-D572151F0C79}"/>
                    </a:ext>
                  </a:extLst>
                </p14:cNvPr>
                <p14:cNvContentPartPr/>
                <p14:nvPr/>
              </p14:nvContentPartPr>
              <p14:xfrm>
                <a:off x="2355595" y="4796596"/>
                <a:ext cx="2301120" cy="1474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E091C4-BAE3-2E98-1F86-D572151F0C7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46595" y="4787956"/>
                  <a:ext cx="2318760" cy="14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710FB6A-8F3F-1407-B0A3-79356C61F525}"/>
                    </a:ext>
                  </a:extLst>
                </p14:cNvPr>
                <p14:cNvContentPartPr/>
                <p14:nvPr/>
              </p14:nvContentPartPr>
              <p14:xfrm>
                <a:off x="4278715" y="5852836"/>
                <a:ext cx="267840" cy="441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710FB6A-8F3F-1407-B0A3-79356C61F52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70075" y="5843836"/>
                  <a:ext cx="2854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16CFE5-5060-E716-721B-B468BA089253}"/>
                    </a:ext>
                  </a:extLst>
                </p14:cNvPr>
                <p14:cNvContentPartPr/>
                <p14:nvPr/>
              </p14:nvContentPartPr>
              <p14:xfrm>
                <a:off x="506635" y="5903596"/>
                <a:ext cx="145080" cy="473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16CFE5-5060-E716-721B-B468BA0892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7995" y="5894956"/>
                  <a:ext cx="162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E3FCBC8-089F-1FC6-A610-334374274A87}"/>
                    </a:ext>
                  </a:extLst>
                </p14:cNvPr>
                <p14:cNvContentPartPr/>
                <p14:nvPr/>
              </p14:nvContentPartPr>
              <p14:xfrm>
                <a:off x="684475" y="5907916"/>
                <a:ext cx="335880" cy="324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E3FCBC8-089F-1FC6-A610-334374274A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75475" y="5899276"/>
                  <a:ext cx="3535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46FC03-A9B4-3344-9021-61A1110D98E2}"/>
                    </a:ext>
                  </a:extLst>
                </p14:cNvPr>
                <p14:cNvContentPartPr/>
                <p14:nvPr/>
              </p14:nvContentPartPr>
              <p14:xfrm>
                <a:off x="1191355" y="6002596"/>
                <a:ext cx="502560" cy="260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46FC03-A9B4-3344-9021-61A1110D98E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2715" y="5993596"/>
                  <a:ext cx="5202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B2D087-E744-04B8-B102-326F1422F2C4}"/>
                    </a:ext>
                  </a:extLst>
                </p14:cNvPr>
                <p14:cNvContentPartPr/>
                <p14:nvPr/>
              </p14:nvContentPartPr>
              <p14:xfrm>
                <a:off x="1509235" y="5971996"/>
                <a:ext cx="279720" cy="316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B2D087-E744-04B8-B102-326F1422F2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00235" y="5963356"/>
                  <a:ext cx="2973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6BB6449-5AD7-2498-9AC2-82512F3212EC}"/>
                    </a:ext>
                  </a:extLst>
                </p14:cNvPr>
                <p14:cNvContentPartPr/>
                <p14:nvPr/>
              </p14:nvContentPartPr>
              <p14:xfrm>
                <a:off x="2057875" y="5950396"/>
                <a:ext cx="408960" cy="31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6BB6449-5AD7-2498-9AC2-82512F3212E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048875" y="5941396"/>
                  <a:ext cx="426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2B66C1E-EB60-1C64-0CC1-C29E09D6F6CB}"/>
                    </a:ext>
                  </a:extLst>
                </p14:cNvPr>
                <p14:cNvContentPartPr/>
                <p14:nvPr/>
              </p14:nvContentPartPr>
              <p14:xfrm>
                <a:off x="2184235" y="6043636"/>
                <a:ext cx="12240" cy="309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2B66C1E-EB60-1C64-0CC1-C29E09D6F6C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75595" y="6034996"/>
                  <a:ext cx="298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C8FAC0D-F96D-8E69-FB36-EB05529E3F30}"/>
                    </a:ext>
                  </a:extLst>
                </p14:cNvPr>
                <p14:cNvContentPartPr/>
                <p14:nvPr/>
              </p14:nvContentPartPr>
              <p14:xfrm>
                <a:off x="2426875" y="6049036"/>
                <a:ext cx="354960" cy="275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C8FAC0D-F96D-8E69-FB36-EB05529E3F3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17875" y="6040396"/>
                  <a:ext cx="372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3B0965B-541F-51DC-F14E-9EAC2F3B5E02}"/>
                    </a:ext>
                  </a:extLst>
                </p14:cNvPr>
                <p14:cNvContentPartPr/>
                <p14:nvPr/>
              </p14:nvContentPartPr>
              <p14:xfrm>
                <a:off x="2706595" y="6088276"/>
                <a:ext cx="200520" cy="79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3B0965B-541F-51DC-F14E-9EAC2F3B5E0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97595" y="6079276"/>
                  <a:ext cx="218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CCA6BD0-6989-CA87-1591-5FFA593DC55A}"/>
                    </a:ext>
                  </a:extLst>
                </p14:cNvPr>
                <p14:cNvContentPartPr/>
                <p14:nvPr/>
              </p14:nvContentPartPr>
              <p14:xfrm>
                <a:off x="1470355" y="5388076"/>
                <a:ext cx="36720" cy="433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CCA6BD0-6989-CA87-1591-5FFA593DC55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61355" y="5379076"/>
                  <a:ext cx="543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F600F02-47C8-B1CC-06EE-30B80CEEDAD7}"/>
                    </a:ext>
                  </a:extLst>
                </p14:cNvPr>
                <p14:cNvContentPartPr/>
                <p14:nvPr/>
              </p14:nvContentPartPr>
              <p14:xfrm>
                <a:off x="1181275" y="5396716"/>
                <a:ext cx="200520" cy="159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F600F02-47C8-B1CC-06EE-30B80CEEDAD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72275" y="5388076"/>
                  <a:ext cx="218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640BB83-7F65-D58C-4149-D7ECB643D271}"/>
                    </a:ext>
                  </a:extLst>
                </p14:cNvPr>
                <p14:cNvContentPartPr/>
                <p14:nvPr/>
              </p14:nvContentPartPr>
              <p14:xfrm>
                <a:off x="1588795" y="5405716"/>
                <a:ext cx="173880" cy="282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640BB83-7F65-D58C-4149-D7ECB643D27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579795" y="5396716"/>
                  <a:ext cx="191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146E3B4-1E04-158E-77C6-AEB96C62C564}"/>
                    </a:ext>
                  </a:extLst>
                </p14:cNvPr>
                <p14:cNvContentPartPr/>
                <p14:nvPr/>
              </p14:nvContentPartPr>
              <p14:xfrm>
                <a:off x="1970755" y="5495716"/>
                <a:ext cx="20880" cy="7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146E3B4-1E04-158E-77C6-AEB96C62C56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62115" y="5486716"/>
                  <a:ext cx="38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DC618A-7F68-7B55-BADA-649A99787BA2}"/>
                    </a:ext>
                  </a:extLst>
                </p14:cNvPr>
                <p14:cNvContentPartPr/>
                <p14:nvPr/>
              </p14:nvContentPartPr>
              <p14:xfrm>
                <a:off x="2467555" y="847756"/>
                <a:ext cx="1805400" cy="1744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DC618A-7F68-7B55-BADA-649A99787BA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58915" y="838756"/>
                  <a:ext cx="1823040" cy="17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421905-1F62-0866-8685-2B15FD513D81}"/>
                    </a:ext>
                  </a:extLst>
                </p14:cNvPr>
                <p14:cNvContentPartPr/>
                <p14:nvPr/>
              </p14:nvContentPartPr>
              <p14:xfrm>
                <a:off x="4090795" y="744436"/>
                <a:ext cx="200880" cy="509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421905-1F62-0866-8685-2B15FD513D8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81795" y="735796"/>
                  <a:ext cx="2185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AE8E77-9324-B67F-B31F-2D789E233ADA}"/>
                    </a:ext>
                  </a:extLst>
                </p14:cNvPr>
                <p14:cNvContentPartPr/>
                <p14:nvPr/>
              </p14:nvContentPartPr>
              <p14:xfrm>
                <a:off x="2343355" y="2967076"/>
                <a:ext cx="1988640" cy="384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AE8E77-9324-B67F-B31F-2D789E233A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334715" y="2958076"/>
                  <a:ext cx="20062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28C6F6-E305-08E5-2D1D-F069CA31A126}"/>
                    </a:ext>
                  </a:extLst>
                </p14:cNvPr>
                <p14:cNvContentPartPr/>
                <p14:nvPr/>
              </p14:nvContentPartPr>
              <p14:xfrm>
                <a:off x="3883435" y="2711836"/>
                <a:ext cx="252720" cy="595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28C6F6-E305-08E5-2D1D-F069CA31A12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74435" y="2703196"/>
                  <a:ext cx="27036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249575B-0BDB-4357-8F9D-8B1A0EE9846A}"/>
                    </a:ext>
                  </a:extLst>
                </p14:cNvPr>
                <p14:cNvContentPartPr/>
                <p14:nvPr/>
              </p14:nvContentPartPr>
              <p14:xfrm>
                <a:off x="4864795" y="1435668"/>
                <a:ext cx="6480" cy="2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249575B-0BDB-4357-8F9D-8B1A0EE9846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56155" y="1426668"/>
                  <a:ext cx="2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40AC39E-90C8-2C5E-4D40-C24874AC8B2D}"/>
                    </a:ext>
                  </a:extLst>
                </p14:cNvPr>
                <p14:cNvContentPartPr/>
                <p14:nvPr/>
              </p14:nvContentPartPr>
              <p14:xfrm>
                <a:off x="4697755" y="1439988"/>
                <a:ext cx="177840" cy="915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40AC39E-90C8-2C5E-4D40-C24874AC8B2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89115" y="1430988"/>
                  <a:ext cx="19548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C0A417-3589-B11A-B999-E10276B1EF25}"/>
                    </a:ext>
                  </a:extLst>
                </p14:cNvPr>
                <p14:cNvContentPartPr/>
                <p14:nvPr/>
              </p14:nvContentPartPr>
              <p14:xfrm>
                <a:off x="4729795" y="3423588"/>
                <a:ext cx="104040" cy="864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C0A417-3589-B11A-B999-E10276B1EF2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20795" y="3414948"/>
                  <a:ext cx="12168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460CB4C-173D-2AE4-6176-DD5C869505E8}"/>
                    </a:ext>
                  </a:extLst>
                </p14:cNvPr>
                <p14:cNvContentPartPr/>
                <p14:nvPr/>
              </p14:nvContentPartPr>
              <p14:xfrm>
                <a:off x="4804675" y="5390988"/>
                <a:ext cx="155520" cy="626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460CB4C-173D-2AE4-6176-DD5C869505E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95675" y="5382348"/>
                  <a:ext cx="173160" cy="64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566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3A08274-5A0E-A449-9B77-7B8DCFE39673}"/>
                  </a:ext>
                </a:extLst>
              </p14:cNvPr>
              <p14:cNvContentPartPr/>
              <p14:nvPr/>
            </p14:nvContentPartPr>
            <p14:xfrm>
              <a:off x="11830795" y="2708300"/>
              <a:ext cx="14760" cy="29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3A08274-5A0E-A449-9B77-7B8DCFE396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21795" y="2699300"/>
                <a:ext cx="324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1552C67-60D7-3169-B434-58DB21A7587A}"/>
              </a:ext>
            </a:extLst>
          </p:cNvPr>
          <p:cNvGrpSpPr/>
          <p:nvPr/>
        </p:nvGrpSpPr>
        <p:grpSpPr>
          <a:xfrm>
            <a:off x="-53165" y="147980"/>
            <a:ext cx="12220920" cy="5533200"/>
            <a:chOff x="-53165" y="147980"/>
            <a:chExt cx="12220920" cy="55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D3B4694-669F-3198-A0C3-315D93B72F84}"/>
                    </a:ext>
                  </a:extLst>
                </p14:cNvPr>
                <p14:cNvContentPartPr/>
                <p14:nvPr/>
              </p14:nvContentPartPr>
              <p14:xfrm>
                <a:off x="351475" y="608420"/>
                <a:ext cx="56160" cy="28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D3B4694-669F-3198-A0C3-315D93B72F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475" y="599420"/>
                  <a:ext cx="73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2EEC2E-D274-6CBA-B3D9-221979EA06DC}"/>
                    </a:ext>
                  </a:extLst>
                </p14:cNvPr>
                <p14:cNvContentPartPr/>
                <p14:nvPr/>
              </p14:nvContentPartPr>
              <p14:xfrm>
                <a:off x="-53165" y="358940"/>
                <a:ext cx="762120" cy="842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2EEC2E-D274-6CBA-B3D9-221979EA06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-61805" y="349940"/>
                  <a:ext cx="77976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725B63-C71E-078D-3220-1CA8D441513F}"/>
                    </a:ext>
                  </a:extLst>
                </p14:cNvPr>
                <p14:cNvContentPartPr/>
                <p14:nvPr/>
              </p14:nvContentPartPr>
              <p14:xfrm>
                <a:off x="1091635" y="301340"/>
                <a:ext cx="1520640" cy="605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725B63-C71E-078D-3220-1CA8D44151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2995" y="292340"/>
                  <a:ext cx="153828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ED65C5-CABC-F0F8-FB50-FCAE0DFA1E22}"/>
                    </a:ext>
                  </a:extLst>
                </p14:cNvPr>
                <p14:cNvContentPartPr/>
                <p14:nvPr/>
              </p14:nvContentPartPr>
              <p14:xfrm>
                <a:off x="2708755" y="686540"/>
                <a:ext cx="61920" cy="154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ED65C5-CABC-F0F8-FB50-FCAE0DFA1E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00115" y="677540"/>
                  <a:ext cx="79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4D3EEFE-9EF6-443E-83EB-84A4B0DD02F4}"/>
                    </a:ext>
                  </a:extLst>
                </p14:cNvPr>
                <p14:cNvContentPartPr/>
                <p14:nvPr/>
              </p14:nvContentPartPr>
              <p14:xfrm>
                <a:off x="2894515" y="460820"/>
                <a:ext cx="13680" cy="48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4D3EEFE-9EF6-443E-83EB-84A4B0DD02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85875" y="451820"/>
                  <a:ext cx="31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1C0FCC-9C41-F779-553C-463C1D10941E}"/>
                    </a:ext>
                  </a:extLst>
                </p14:cNvPr>
                <p14:cNvContentPartPr/>
                <p14:nvPr/>
              </p14:nvContentPartPr>
              <p14:xfrm>
                <a:off x="2999635" y="392420"/>
                <a:ext cx="362880" cy="1155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1C0FCC-9C41-F779-553C-463C1D1094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90995" y="383420"/>
                  <a:ext cx="38052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9A5E9D-FF2F-FD52-94EA-EBF7DF831A96}"/>
                    </a:ext>
                  </a:extLst>
                </p14:cNvPr>
                <p14:cNvContentPartPr/>
                <p14:nvPr/>
              </p14:nvContentPartPr>
              <p14:xfrm>
                <a:off x="3584275" y="655940"/>
                <a:ext cx="82440" cy="8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9A5E9D-FF2F-FD52-94EA-EBF7DF831A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75275" y="647300"/>
                  <a:ext cx="100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E5F9EA-FABC-7A7C-18E0-87E7BEB03589}"/>
                    </a:ext>
                  </a:extLst>
                </p14:cNvPr>
                <p14:cNvContentPartPr/>
                <p14:nvPr/>
              </p14:nvContentPartPr>
              <p14:xfrm>
                <a:off x="3767875" y="771140"/>
                <a:ext cx="273600" cy="268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E5F9EA-FABC-7A7C-18E0-87E7BEB035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58875" y="762140"/>
                  <a:ext cx="291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2F2EE9-4D41-2084-BFA5-1B99D9A4E0E5}"/>
                    </a:ext>
                  </a:extLst>
                </p14:cNvPr>
                <p14:cNvContentPartPr/>
                <p14:nvPr/>
              </p14:nvContentPartPr>
              <p14:xfrm>
                <a:off x="4297075" y="654860"/>
                <a:ext cx="59040" cy="27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2F2EE9-4D41-2084-BFA5-1B99D9A4E0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8075" y="646220"/>
                  <a:ext cx="76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29AE4E-5BE7-D7C0-55C2-6C6E584A8E73}"/>
                    </a:ext>
                  </a:extLst>
                </p14:cNvPr>
                <p14:cNvContentPartPr/>
                <p14:nvPr/>
              </p14:nvContentPartPr>
              <p14:xfrm>
                <a:off x="4250995" y="815060"/>
                <a:ext cx="249120" cy="122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29AE4E-5BE7-D7C0-55C2-6C6E584A8E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42355" y="806060"/>
                  <a:ext cx="266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EB6E7F-8087-862D-7160-1B3FCAB7988F}"/>
                    </a:ext>
                  </a:extLst>
                </p14:cNvPr>
                <p14:cNvContentPartPr/>
                <p14:nvPr/>
              </p14:nvContentPartPr>
              <p14:xfrm>
                <a:off x="4698475" y="835580"/>
                <a:ext cx="436680" cy="19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EB6E7F-8087-862D-7160-1B3FCAB798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89835" y="826940"/>
                  <a:ext cx="454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F1E407-4745-A56E-AB85-3BAEAEFC56AC}"/>
                    </a:ext>
                  </a:extLst>
                </p14:cNvPr>
                <p14:cNvContentPartPr/>
                <p14:nvPr/>
              </p14:nvContentPartPr>
              <p14:xfrm>
                <a:off x="5600275" y="867620"/>
                <a:ext cx="434520" cy="46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F1E407-4745-A56E-AB85-3BAEAEFC56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91635" y="858980"/>
                  <a:ext cx="452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8EFE32-9CA8-1230-BA4F-86A1EC40D9BF}"/>
                    </a:ext>
                  </a:extLst>
                </p14:cNvPr>
                <p14:cNvContentPartPr/>
                <p14:nvPr/>
              </p14:nvContentPartPr>
              <p14:xfrm>
                <a:off x="5833195" y="603380"/>
                <a:ext cx="460080" cy="69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8EFE32-9CA8-1230-BA4F-86A1EC40D9B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24195" y="594380"/>
                  <a:ext cx="4777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B82689-528B-2A47-97E4-DD1D061C0392}"/>
                    </a:ext>
                  </a:extLst>
                </p14:cNvPr>
                <p14:cNvContentPartPr/>
                <p14:nvPr/>
              </p14:nvContentPartPr>
              <p14:xfrm>
                <a:off x="7024435" y="381980"/>
                <a:ext cx="68760" cy="495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B82689-528B-2A47-97E4-DD1D061C03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5435" y="373340"/>
                  <a:ext cx="8640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B4747E-6353-EA8B-6F3D-75AF15F8C74D}"/>
                    </a:ext>
                  </a:extLst>
                </p14:cNvPr>
                <p14:cNvContentPartPr/>
                <p14:nvPr/>
              </p14:nvContentPartPr>
              <p14:xfrm>
                <a:off x="7071595" y="176780"/>
                <a:ext cx="339480" cy="352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B4747E-6353-EA8B-6F3D-75AF15F8C7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62595" y="168140"/>
                  <a:ext cx="357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E0533E-2AC9-BA75-7BF6-066EA208F629}"/>
                    </a:ext>
                  </a:extLst>
                </p14:cNvPr>
                <p14:cNvContentPartPr/>
                <p14:nvPr/>
              </p14:nvContentPartPr>
              <p14:xfrm>
                <a:off x="7421155" y="507620"/>
                <a:ext cx="177480" cy="17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E0533E-2AC9-BA75-7BF6-066EA208F62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12515" y="498620"/>
                  <a:ext cx="195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4D0C82-1780-5439-52CC-5F75504BB12B}"/>
                    </a:ext>
                  </a:extLst>
                </p14:cNvPr>
                <p14:cNvContentPartPr/>
                <p14:nvPr/>
              </p14:nvContentPartPr>
              <p14:xfrm>
                <a:off x="7808155" y="418340"/>
                <a:ext cx="477720" cy="37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4D0C82-1780-5439-52CC-5F75504BB1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9515" y="409700"/>
                  <a:ext cx="495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62F600-2CB8-9379-880B-D7AB65DF5D89}"/>
                    </a:ext>
                  </a:extLst>
                </p14:cNvPr>
                <p14:cNvContentPartPr/>
                <p14:nvPr/>
              </p14:nvContentPartPr>
              <p14:xfrm>
                <a:off x="8253115" y="521660"/>
                <a:ext cx="237960" cy="16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62F600-2CB8-9379-880B-D7AB65DF5D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44475" y="512660"/>
                  <a:ext cx="255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2F9779-51C9-8B09-F924-9F854E18ED38}"/>
                    </a:ext>
                  </a:extLst>
                </p14:cNvPr>
                <p14:cNvContentPartPr/>
                <p14:nvPr/>
              </p14:nvContentPartPr>
              <p14:xfrm>
                <a:off x="8744515" y="149420"/>
                <a:ext cx="82800" cy="442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2F9779-51C9-8B09-F924-9F854E18ED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35515" y="140420"/>
                  <a:ext cx="1004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AAA6B2-0EE3-BC60-547D-38251117A008}"/>
                    </a:ext>
                  </a:extLst>
                </p14:cNvPr>
                <p14:cNvContentPartPr/>
                <p14:nvPr/>
              </p14:nvContentPartPr>
              <p14:xfrm>
                <a:off x="8974195" y="229700"/>
                <a:ext cx="69120" cy="38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AAA6B2-0EE3-BC60-547D-38251117A0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65555" y="220700"/>
                  <a:ext cx="867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3CA174-D450-A79F-BA24-893AD9B90491}"/>
                    </a:ext>
                  </a:extLst>
                </p14:cNvPr>
                <p14:cNvContentPartPr/>
                <p14:nvPr/>
              </p14:nvContentPartPr>
              <p14:xfrm>
                <a:off x="9202075" y="147980"/>
                <a:ext cx="1020600" cy="109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3CA174-D450-A79F-BA24-893AD9B904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93435" y="138980"/>
                  <a:ext cx="103824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7B5653-7DF0-C0CF-682F-138AC050572B}"/>
                    </a:ext>
                  </a:extLst>
                </p14:cNvPr>
                <p14:cNvContentPartPr/>
                <p14:nvPr/>
              </p14:nvContentPartPr>
              <p14:xfrm>
                <a:off x="10558555" y="617060"/>
                <a:ext cx="3960" cy="16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7B5653-7DF0-C0CF-682F-138AC05057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49915" y="608060"/>
                  <a:ext cx="21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8AAA4B-469C-7258-0F5A-476B7F9D7296}"/>
                    </a:ext>
                  </a:extLst>
                </p14:cNvPr>
                <p14:cNvContentPartPr/>
                <p14:nvPr/>
              </p14:nvContentPartPr>
              <p14:xfrm>
                <a:off x="10600675" y="460820"/>
                <a:ext cx="470520" cy="327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8AAA4B-469C-7258-0F5A-476B7F9D729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92035" y="451820"/>
                  <a:ext cx="488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F096B1-6122-E964-9A52-8C16C8651393}"/>
                    </a:ext>
                  </a:extLst>
                </p14:cNvPr>
                <p14:cNvContentPartPr/>
                <p14:nvPr/>
              </p14:nvContentPartPr>
              <p14:xfrm>
                <a:off x="11125195" y="560540"/>
                <a:ext cx="177840" cy="192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F096B1-6122-E964-9A52-8C16C86513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16195" y="551900"/>
                  <a:ext cx="195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43016C-AE6D-5A44-7042-054BB3F76B69}"/>
                    </a:ext>
                  </a:extLst>
                </p14:cNvPr>
                <p14:cNvContentPartPr/>
                <p14:nvPr/>
              </p14:nvContentPartPr>
              <p14:xfrm>
                <a:off x="11347315" y="635420"/>
                <a:ext cx="560880" cy="105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43016C-AE6D-5A44-7042-054BB3F76B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38675" y="626780"/>
                  <a:ext cx="578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52BBF9-A6E1-1D11-9132-69631374E795}"/>
                    </a:ext>
                  </a:extLst>
                </p14:cNvPr>
                <p14:cNvContentPartPr/>
                <p14:nvPr/>
              </p14:nvContentPartPr>
              <p14:xfrm>
                <a:off x="11864995" y="603020"/>
                <a:ext cx="250920" cy="499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52BBF9-A6E1-1D11-9132-69631374E7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55995" y="594020"/>
                  <a:ext cx="2685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D97143-FB9B-DE92-935D-F04D0E0E6687}"/>
                    </a:ext>
                  </a:extLst>
                </p14:cNvPr>
                <p14:cNvContentPartPr/>
                <p14:nvPr/>
              </p14:nvContentPartPr>
              <p14:xfrm>
                <a:off x="1779595" y="1272620"/>
                <a:ext cx="85320" cy="640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D97143-FB9B-DE92-935D-F04D0E0E66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70955" y="1263620"/>
                  <a:ext cx="10296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83EAF3-E15E-50AD-ED42-5BBDB9F05578}"/>
                    </a:ext>
                  </a:extLst>
                </p14:cNvPr>
                <p14:cNvContentPartPr/>
                <p14:nvPr/>
              </p14:nvContentPartPr>
              <p14:xfrm>
                <a:off x="1412035" y="1754300"/>
                <a:ext cx="740160" cy="39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83EAF3-E15E-50AD-ED42-5BBDB9F0557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03395" y="1745660"/>
                  <a:ext cx="7578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4ADDA3-E8C4-B830-64B7-E8A1C5A61932}"/>
                    </a:ext>
                  </a:extLst>
                </p14:cNvPr>
                <p14:cNvContentPartPr/>
                <p14:nvPr/>
              </p14:nvContentPartPr>
              <p14:xfrm>
                <a:off x="2163715" y="2047340"/>
                <a:ext cx="100440" cy="461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4ADDA3-E8C4-B830-64B7-E8A1C5A619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55075" y="2038340"/>
                  <a:ext cx="1180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974F69-18A0-69E3-29D7-E722CFB399C5}"/>
                    </a:ext>
                  </a:extLst>
                </p14:cNvPr>
                <p14:cNvContentPartPr/>
                <p14:nvPr/>
              </p14:nvContentPartPr>
              <p14:xfrm>
                <a:off x="2286115" y="2028980"/>
                <a:ext cx="603360" cy="52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974F69-18A0-69E3-29D7-E722CFB399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77475" y="2020340"/>
                  <a:ext cx="62100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96D839-372C-949B-A243-E666F9150418}"/>
                    </a:ext>
                  </a:extLst>
                </p14:cNvPr>
                <p14:cNvContentPartPr/>
                <p14:nvPr/>
              </p14:nvContentPartPr>
              <p14:xfrm>
                <a:off x="3076675" y="2229500"/>
                <a:ext cx="231840" cy="215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96D839-372C-949B-A243-E666F91504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67675" y="2220860"/>
                  <a:ext cx="249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8A8AB67-B4D3-2018-139A-8ADF59142ACB}"/>
                    </a:ext>
                  </a:extLst>
                </p14:cNvPr>
                <p14:cNvContentPartPr/>
                <p14:nvPr/>
              </p14:nvContentPartPr>
              <p14:xfrm>
                <a:off x="3365395" y="2163620"/>
                <a:ext cx="462960" cy="714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8A8AB67-B4D3-2018-139A-8ADF59142AC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56395" y="2154620"/>
                  <a:ext cx="48060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BE1672-7AC9-EE43-4118-DA6C73A0F26C}"/>
                    </a:ext>
                  </a:extLst>
                </p14:cNvPr>
                <p14:cNvContentPartPr/>
                <p14:nvPr/>
              </p14:nvContentPartPr>
              <p14:xfrm>
                <a:off x="4108795" y="2229500"/>
                <a:ext cx="126000" cy="258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BE1672-7AC9-EE43-4118-DA6C73A0F2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99795" y="2220860"/>
                  <a:ext cx="143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E84D57-5513-7A73-D3D0-7AA59131BB2E}"/>
                    </a:ext>
                  </a:extLst>
                </p14:cNvPr>
                <p14:cNvContentPartPr/>
                <p14:nvPr/>
              </p14:nvContentPartPr>
              <p14:xfrm>
                <a:off x="4298155" y="2225180"/>
                <a:ext cx="341640" cy="228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E84D57-5513-7A73-D3D0-7AA59131BB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89155" y="2216540"/>
                  <a:ext cx="359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6256A8E-431E-FF4E-06AA-DA8DD81DEE2B}"/>
                    </a:ext>
                  </a:extLst>
                </p14:cNvPr>
                <p14:cNvContentPartPr/>
                <p14:nvPr/>
              </p14:nvContentPartPr>
              <p14:xfrm>
                <a:off x="4815475" y="1994060"/>
                <a:ext cx="27000" cy="62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6256A8E-431E-FF4E-06AA-DA8DD81DEE2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06475" y="1985420"/>
                  <a:ext cx="44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48DF37C-57DE-8106-12CF-01DC007393C5}"/>
                    </a:ext>
                  </a:extLst>
                </p14:cNvPr>
                <p14:cNvContentPartPr/>
                <p14:nvPr/>
              </p14:nvContentPartPr>
              <p14:xfrm>
                <a:off x="4860115" y="2063540"/>
                <a:ext cx="155880" cy="336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48DF37C-57DE-8106-12CF-01DC007393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51115" y="2054900"/>
                  <a:ext cx="173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EB3FB5-9379-FBCD-EE06-1F72B0530DD6}"/>
                    </a:ext>
                  </a:extLst>
                </p14:cNvPr>
                <p14:cNvContentPartPr/>
                <p14:nvPr/>
              </p14:nvContentPartPr>
              <p14:xfrm>
                <a:off x="4886395" y="2197820"/>
                <a:ext cx="614160" cy="565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EB3FB5-9379-FBCD-EE06-1F72B0530DD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77755" y="2188820"/>
                  <a:ext cx="6318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75E97AC-81F2-1EAE-A007-545212433C74}"/>
                    </a:ext>
                  </a:extLst>
                </p14:cNvPr>
                <p14:cNvContentPartPr/>
                <p14:nvPr/>
              </p14:nvContentPartPr>
              <p14:xfrm>
                <a:off x="6906355" y="1807580"/>
                <a:ext cx="594720" cy="57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75E97AC-81F2-1EAE-A007-545212433C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97355" y="1798580"/>
                  <a:ext cx="6123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0C84ACE-153C-EEF6-2512-C34519B0842D}"/>
                    </a:ext>
                  </a:extLst>
                </p14:cNvPr>
                <p14:cNvContentPartPr/>
                <p14:nvPr/>
              </p14:nvContentPartPr>
              <p14:xfrm>
                <a:off x="7512235" y="1945460"/>
                <a:ext cx="163800" cy="332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0C84ACE-153C-EEF6-2512-C34519B0842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03595" y="1936460"/>
                  <a:ext cx="1814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E38D083-C429-DEF7-6D58-416AF8C4E2CD}"/>
                    </a:ext>
                  </a:extLst>
                </p14:cNvPr>
                <p14:cNvContentPartPr/>
                <p14:nvPr/>
              </p14:nvContentPartPr>
              <p14:xfrm>
                <a:off x="7979515" y="1767260"/>
                <a:ext cx="60480" cy="432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E38D083-C429-DEF7-6D58-416AF8C4E2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70515" y="1758620"/>
                  <a:ext cx="781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77DE83F-EE81-714C-6983-17D379051227}"/>
                    </a:ext>
                  </a:extLst>
                </p14:cNvPr>
                <p14:cNvContentPartPr/>
                <p14:nvPr/>
              </p14:nvContentPartPr>
              <p14:xfrm>
                <a:off x="7928755" y="2057060"/>
                <a:ext cx="237960" cy="229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77DE83F-EE81-714C-6983-17D3790512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20115" y="2048420"/>
                  <a:ext cx="255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CF2A670-E532-9A2B-4AB2-2B3D578F3F2D}"/>
                    </a:ext>
                  </a:extLst>
                </p14:cNvPr>
                <p14:cNvContentPartPr/>
                <p14:nvPr/>
              </p14:nvContentPartPr>
              <p14:xfrm>
                <a:off x="8405035" y="1864820"/>
                <a:ext cx="49680" cy="30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CF2A670-E532-9A2B-4AB2-2B3D578F3F2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96395" y="1856180"/>
                  <a:ext cx="67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D098D5-D8DC-5171-1E35-37FF692E2330}"/>
                    </a:ext>
                  </a:extLst>
                </p14:cNvPr>
                <p14:cNvContentPartPr/>
                <p14:nvPr/>
              </p14:nvContentPartPr>
              <p14:xfrm>
                <a:off x="8332675" y="2073260"/>
                <a:ext cx="765000" cy="656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D098D5-D8DC-5171-1E35-37FF692E23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24035" y="2064260"/>
                  <a:ext cx="78264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8CC95B0-70DA-8958-A8B9-B51FADFD0C8A}"/>
                    </a:ext>
                  </a:extLst>
                </p14:cNvPr>
                <p14:cNvContentPartPr/>
                <p14:nvPr/>
              </p14:nvContentPartPr>
              <p14:xfrm>
                <a:off x="10242835" y="1643780"/>
                <a:ext cx="654840" cy="490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8CC95B0-70DA-8958-A8B9-B51FADFD0C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34195" y="1634780"/>
                  <a:ext cx="6724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469301-F394-3C4B-2BFA-B50D97FBB7D9}"/>
                    </a:ext>
                  </a:extLst>
                </p14:cNvPr>
                <p14:cNvContentPartPr/>
                <p14:nvPr/>
              </p14:nvContentPartPr>
              <p14:xfrm>
                <a:off x="10732435" y="1609940"/>
                <a:ext cx="995040" cy="549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469301-F394-3C4B-2BFA-B50D97FBB7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23435" y="1601300"/>
                  <a:ext cx="101268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FC8A18-7937-FB53-32C7-51249C1BB7B1}"/>
                    </a:ext>
                  </a:extLst>
                </p14:cNvPr>
                <p14:cNvContentPartPr/>
                <p14:nvPr/>
              </p14:nvContentPartPr>
              <p14:xfrm>
                <a:off x="11993515" y="1649180"/>
                <a:ext cx="12240" cy="62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FC8A18-7937-FB53-32C7-51249C1BB7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984875" y="1640180"/>
                  <a:ext cx="29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C3676C-A0D9-F763-9150-491B990729D1}"/>
                    </a:ext>
                  </a:extLst>
                </p14:cNvPr>
                <p14:cNvContentPartPr/>
                <p14:nvPr/>
              </p14:nvContentPartPr>
              <p14:xfrm>
                <a:off x="11706595" y="1802180"/>
                <a:ext cx="434520" cy="629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C3676C-A0D9-F763-9150-491B990729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97595" y="1793180"/>
                  <a:ext cx="45216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7D40736-0A05-62AE-0031-768ED0947E38}"/>
                    </a:ext>
                  </a:extLst>
                </p14:cNvPr>
                <p14:cNvContentPartPr/>
                <p14:nvPr/>
              </p14:nvContentPartPr>
              <p14:xfrm>
                <a:off x="12154075" y="2086220"/>
                <a:ext cx="13680" cy="3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7D40736-0A05-62AE-0031-768ED0947E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145075" y="2077580"/>
                  <a:ext cx="31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076395C-7CEA-8F32-3327-50DD11CE8A7D}"/>
                    </a:ext>
                  </a:extLst>
                </p14:cNvPr>
                <p14:cNvContentPartPr/>
                <p14:nvPr/>
              </p14:nvContentPartPr>
              <p14:xfrm>
                <a:off x="6584155" y="2640980"/>
                <a:ext cx="34200" cy="79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076395C-7CEA-8F32-3327-50DD11CE8A7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75515" y="2631980"/>
                  <a:ext cx="51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3739B5-9B95-2999-E8DC-33180E76DA80}"/>
                    </a:ext>
                  </a:extLst>
                </p14:cNvPr>
                <p14:cNvContentPartPr/>
                <p14:nvPr/>
              </p14:nvContentPartPr>
              <p14:xfrm>
                <a:off x="6506035" y="2533340"/>
                <a:ext cx="383760" cy="90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3739B5-9B95-2999-E8DC-33180E76DA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97035" y="2524700"/>
                  <a:ext cx="401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F0DF79B-3D40-40C2-551D-34735B3DD0F5}"/>
                    </a:ext>
                  </a:extLst>
                </p14:cNvPr>
                <p14:cNvContentPartPr/>
                <p14:nvPr/>
              </p14:nvContentPartPr>
              <p14:xfrm>
                <a:off x="6241075" y="2593100"/>
                <a:ext cx="723600" cy="547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F0DF79B-3D40-40C2-551D-34735B3DD0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32435" y="2584460"/>
                  <a:ext cx="7412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29A0AA-7F73-CD36-E590-A5665334A710}"/>
                    </a:ext>
                  </a:extLst>
                </p14:cNvPr>
                <p14:cNvContentPartPr/>
                <p14:nvPr/>
              </p14:nvContentPartPr>
              <p14:xfrm>
                <a:off x="5774155" y="2199260"/>
                <a:ext cx="1348920" cy="1320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29A0AA-7F73-CD36-E590-A5665334A7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65515" y="2190260"/>
                  <a:ext cx="1366560" cy="13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CD6BC3-2721-2186-C6F6-B32A9BA4DEF3}"/>
                    </a:ext>
                  </a:extLst>
                </p14:cNvPr>
                <p14:cNvContentPartPr/>
                <p14:nvPr/>
              </p14:nvContentPartPr>
              <p14:xfrm>
                <a:off x="7048915" y="2872100"/>
                <a:ext cx="662040" cy="267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CD6BC3-2721-2186-C6F6-B32A9BA4DE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39915" y="2863100"/>
                  <a:ext cx="679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A71E2E-58DD-B5E9-FD86-FE61650A3E0F}"/>
                    </a:ext>
                  </a:extLst>
                </p14:cNvPr>
                <p14:cNvContentPartPr/>
                <p14:nvPr/>
              </p14:nvContentPartPr>
              <p14:xfrm>
                <a:off x="7321795" y="3004580"/>
                <a:ext cx="518040" cy="164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A71E2E-58DD-B5E9-FD86-FE61650A3E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13155" y="2995580"/>
                  <a:ext cx="535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7AC232F-8E58-2867-7081-3D686FF3BADB}"/>
                    </a:ext>
                  </a:extLst>
                </p14:cNvPr>
                <p14:cNvContentPartPr/>
                <p14:nvPr/>
              </p14:nvContentPartPr>
              <p14:xfrm>
                <a:off x="866275" y="1086140"/>
                <a:ext cx="271800" cy="286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7AC232F-8E58-2867-7081-3D686FF3BAD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7635" y="1077140"/>
                  <a:ext cx="289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A504B5-0E9A-30DA-FF18-4573B5FF7DB2}"/>
                    </a:ext>
                  </a:extLst>
                </p14:cNvPr>
                <p14:cNvContentPartPr/>
                <p14:nvPr/>
              </p14:nvContentPartPr>
              <p14:xfrm>
                <a:off x="500155" y="1592660"/>
                <a:ext cx="408960" cy="158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A504B5-0E9A-30DA-FF18-4573B5FF7D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1515" y="1583660"/>
                  <a:ext cx="426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2AEE019-F7B1-894A-138F-BF3243C783D9}"/>
                    </a:ext>
                  </a:extLst>
                </p14:cNvPr>
                <p14:cNvContentPartPr/>
                <p14:nvPr/>
              </p14:nvContentPartPr>
              <p14:xfrm>
                <a:off x="8035" y="1856180"/>
                <a:ext cx="324000" cy="396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2AEE019-F7B1-894A-138F-BF3243C783D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-965" y="1847180"/>
                  <a:ext cx="3416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580A4D9-53AF-E7F7-2217-D4E662FE8669}"/>
                    </a:ext>
                  </a:extLst>
                </p14:cNvPr>
                <p14:cNvContentPartPr/>
                <p14:nvPr/>
              </p14:nvContentPartPr>
              <p14:xfrm>
                <a:off x="338155" y="2230220"/>
                <a:ext cx="64800" cy="138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580A4D9-53AF-E7F7-2217-D4E662FE866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9515" y="2221220"/>
                  <a:ext cx="82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D94FED3-AF94-3258-F85D-3B707F2F454E}"/>
                    </a:ext>
                  </a:extLst>
                </p14:cNvPr>
                <p14:cNvContentPartPr/>
                <p14:nvPr/>
              </p14:nvContentPartPr>
              <p14:xfrm>
                <a:off x="92635" y="1858340"/>
                <a:ext cx="309960" cy="415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D94FED3-AF94-3258-F85D-3B707F2F454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995" y="1849340"/>
                  <a:ext cx="3276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C3A9067-10CE-E341-41F7-C05EE6DB5470}"/>
                    </a:ext>
                  </a:extLst>
                </p14:cNvPr>
                <p14:cNvContentPartPr/>
                <p14:nvPr/>
              </p14:nvContentPartPr>
              <p14:xfrm>
                <a:off x="661435" y="1998380"/>
                <a:ext cx="25560" cy="463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C3A9067-10CE-E341-41F7-C05EE6DB54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2435" y="1989740"/>
                  <a:ext cx="432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5932D2-D95E-31C8-75E5-A190F0823CD2}"/>
                    </a:ext>
                  </a:extLst>
                </p14:cNvPr>
                <p14:cNvContentPartPr/>
                <p14:nvPr/>
              </p14:nvContentPartPr>
              <p14:xfrm>
                <a:off x="217555" y="3893060"/>
                <a:ext cx="515520" cy="415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5932D2-D95E-31C8-75E5-A190F0823CD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8555" y="3884060"/>
                  <a:ext cx="5331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338843-3233-FD60-2C0C-DFBD638F9491}"/>
                    </a:ext>
                  </a:extLst>
                </p14:cNvPr>
                <p14:cNvContentPartPr/>
                <p14:nvPr/>
              </p14:nvContentPartPr>
              <p14:xfrm>
                <a:off x="85435" y="3688220"/>
                <a:ext cx="774360" cy="769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338843-3233-FD60-2C0C-DFBD638F94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6795" y="3679220"/>
                  <a:ext cx="79200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CA554C4-93FE-7DF4-E27E-76AC758382F6}"/>
                    </a:ext>
                  </a:extLst>
                </p14:cNvPr>
                <p14:cNvContentPartPr/>
                <p14:nvPr/>
              </p14:nvContentPartPr>
              <p14:xfrm>
                <a:off x="1133755" y="3649340"/>
                <a:ext cx="497520" cy="683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CA554C4-93FE-7DF4-E27E-76AC758382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4755" y="3640700"/>
                  <a:ext cx="51516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7C487EC-9084-53E5-C7CA-4538A203B7E4}"/>
                    </a:ext>
                  </a:extLst>
                </p14:cNvPr>
                <p14:cNvContentPartPr/>
                <p14:nvPr/>
              </p14:nvContentPartPr>
              <p14:xfrm>
                <a:off x="1833595" y="3957860"/>
                <a:ext cx="520920" cy="809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7C487EC-9084-53E5-C7CA-4538A203B7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24955" y="3949220"/>
                  <a:ext cx="53856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5C11B7-FB95-6887-BFF6-72E4A6AF345E}"/>
                    </a:ext>
                  </a:extLst>
                </p14:cNvPr>
                <p14:cNvContentPartPr/>
                <p14:nvPr/>
              </p14:nvContentPartPr>
              <p14:xfrm>
                <a:off x="2623075" y="3974780"/>
                <a:ext cx="407880" cy="348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5C11B7-FB95-6887-BFF6-72E4A6AF34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14435" y="3965780"/>
                  <a:ext cx="4255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E9562B-A191-A4F9-1F7C-7F5756F0B6E8}"/>
                    </a:ext>
                  </a:extLst>
                </p14:cNvPr>
                <p14:cNvContentPartPr/>
                <p14:nvPr/>
              </p14:nvContentPartPr>
              <p14:xfrm>
                <a:off x="3123475" y="3926540"/>
                <a:ext cx="803160" cy="39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E9562B-A191-A4F9-1F7C-7F5756F0B6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14835" y="3917900"/>
                  <a:ext cx="8208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63091EC-0ED3-87F1-00A1-D834403A2AB6}"/>
                    </a:ext>
                  </a:extLst>
                </p14:cNvPr>
                <p14:cNvContentPartPr/>
                <p14:nvPr/>
              </p14:nvContentPartPr>
              <p14:xfrm>
                <a:off x="4131835" y="3726020"/>
                <a:ext cx="12240" cy="27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63091EC-0ED3-87F1-00A1-D834403A2AB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22835" y="3717380"/>
                  <a:ext cx="29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075252C-6A65-EB4C-3119-70F88B03432B}"/>
                    </a:ext>
                  </a:extLst>
                </p14:cNvPr>
                <p14:cNvContentPartPr/>
                <p14:nvPr/>
              </p14:nvContentPartPr>
              <p14:xfrm>
                <a:off x="4066315" y="3899900"/>
                <a:ext cx="159840" cy="275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075252C-6A65-EB4C-3119-70F88B03432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57675" y="3890900"/>
                  <a:ext cx="1774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0CB8A1E-6B0B-DF30-8EFB-A5D4DADD9385}"/>
                    </a:ext>
                  </a:extLst>
                </p14:cNvPr>
                <p14:cNvContentPartPr/>
                <p14:nvPr/>
              </p14:nvContentPartPr>
              <p14:xfrm>
                <a:off x="4287355" y="4025540"/>
                <a:ext cx="340560" cy="322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0CB8A1E-6B0B-DF30-8EFB-A5D4DADD93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78355" y="4016900"/>
                  <a:ext cx="358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D0CB4A0-BF9F-69CC-4DDF-AFE6BD2C8EE8}"/>
                    </a:ext>
                  </a:extLst>
                </p14:cNvPr>
                <p14:cNvContentPartPr/>
                <p14:nvPr/>
              </p14:nvContentPartPr>
              <p14:xfrm>
                <a:off x="2809195" y="4615940"/>
                <a:ext cx="1180440" cy="421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D0CB4A0-BF9F-69CC-4DDF-AFE6BD2C8EE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00195" y="4607300"/>
                  <a:ext cx="11980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90B5F9-0266-0A14-EA2C-D9208B43BFC5}"/>
                    </a:ext>
                  </a:extLst>
                </p14:cNvPr>
                <p14:cNvContentPartPr/>
                <p14:nvPr/>
              </p14:nvContentPartPr>
              <p14:xfrm>
                <a:off x="3953995" y="4799180"/>
                <a:ext cx="175680" cy="74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90B5F9-0266-0A14-EA2C-D9208B43BF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944995" y="4790540"/>
                  <a:ext cx="19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975C4B-176C-74CA-F504-08301E23C9A8}"/>
                    </a:ext>
                  </a:extLst>
                </p14:cNvPr>
                <p14:cNvContentPartPr/>
                <p14:nvPr/>
              </p14:nvContentPartPr>
              <p14:xfrm>
                <a:off x="4254595" y="4669220"/>
                <a:ext cx="632880" cy="250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975C4B-176C-74CA-F504-08301E23C9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45955" y="4660220"/>
                  <a:ext cx="650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4E80D2-32A5-E314-6DAA-06527F2D3E97}"/>
                    </a:ext>
                  </a:extLst>
                </p14:cNvPr>
                <p14:cNvContentPartPr/>
                <p14:nvPr/>
              </p14:nvContentPartPr>
              <p14:xfrm>
                <a:off x="5093755" y="4641860"/>
                <a:ext cx="20160" cy="3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4E80D2-32A5-E314-6DAA-06527F2D3E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85115" y="4632860"/>
                  <a:ext cx="37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0146259-E91B-A8EC-C778-DE0648DE0203}"/>
                    </a:ext>
                  </a:extLst>
                </p14:cNvPr>
                <p14:cNvContentPartPr/>
                <p14:nvPr/>
              </p14:nvContentPartPr>
              <p14:xfrm>
                <a:off x="2571595" y="4522700"/>
                <a:ext cx="460800" cy="983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0146259-E91B-A8EC-C778-DE0648DE02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62955" y="4514060"/>
                  <a:ext cx="47844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7F2F9F0-6BEC-10A3-618E-3E9B21CD0D6F}"/>
                    </a:ext>
                  </a:extLst>
                </p14:cNvPr>
                <p14:cNvContentPartPr/>
                <p14:nvPr/>
              </p14:nvContentPartPr>
              <p14:xfrm>
                <a:off x="4603075" y="4437020"/>
                <a:ext cx="455040" cy="853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7F2F9F0-6BEC-10A3-618E-3E9B21CD0D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94435" y="4428020"/>
                  <a:ext cx="47268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4E0B677-64FF-0C37-D217-FF0AA1A20273}"/>
                    </a:ext>
                  </a:extLst>
                </p14:cNvPr>
                <p14:cNvContentPartPr/>
                <p14:nvPr/>
              </p14:nvContentPartPr>
              <p14:xfrm>
                <a:off x="3619195" y="5158820"/>
                <a:ext cx="789120" cy="99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4E0B677-64FF-0C37-D217-FF0AA1A2027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10555" y="5149820"/>
                  <a:ext cx="806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E4BB817-E50F-FF55-7E6C-D03C3C1C182A}"/>
                    </a:ext>
                  </a:extLst>
                </p14:cNvPr>
                <p14:cNvContentPartPr/>
                <p14:nvPr/>
              </p14:nvContentPartPr>
              <p14:xfrm>
                <a:off x="10610035" y="3439100"/>
                <a:ext cx="581760" cy="1065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E4BB817-E50F-FF55-7E6C-D03C3C1C182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01395" y="3430460"/>
                  <a:ext cx="59940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5ADBBC-90BB-2CA5-E56A-3CC9BDB0DF64}"/>
                    </a:ext>
                  </a:extLst>
                </p14:cNvPr>
                <p14:cNvContentPartPr/>
                <p14:nvPr/>
              </p14:nvContentPartPr>
              <p14:xfrm>
                <a:off x="5608555" y="4084220"/>
                <a:ext cx="924120" cy="92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05ADBBC-90BB-2CA5-E56A-3CC9BDB0DF6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99915" y="4075580"/>
                  <a:ext cx="941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18BFE65-F53C-AC27-5B79-1370F6E2D2DA}"/>
                    </a:ext>
                  </a:extLst>
                </p14:cNvPr>
                <p14:cNvContentPartPr/>
                <p14:nvPr/>
              </p14:nvContentPartPr>
              <p14:xfrm>
                <a:off x="6229915" y="3800900"/>
                <a:ext cx="339480" cy="711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18BFE65-F53C-AC27-5B79-1370F6E2D2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20915" y="3792260"/>
                  <a:ext cx="35712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04215D5-B252-F79D-3493-C9C66C881041}"/>
                    </a:ext>
                  </a:extLst>
                </p14:cNvPr>
                <p14:cNvContentPartPr/>
                <p14:nvPr/>
              </p14:nvContentPartPr>
              <p14:xfrm>
                <a:off x="6885835" y="4396700"/>
                <a:ext cx="28080" cy="25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04215D5-B252-F79D-3493-C9C66C88104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76835" y="4388060"/>
                  <a:ext cx="4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AFD23F3-ADB0-433E-0F72-175EBC5ACAAE}"/>
                    </a:ext>
                  </a:extLst>
                </p14:cNvPr>
                <p14:cNvContentPartPr/>
                <p14:nvPr/>
              </p14:nvContentPartPr>
              <p14:xfrm>
                <a:off x="7017235" y="3567980"/>
                <a:ext cx="440280" cy="930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AFD23F3-ADB0-433E-0F72-175EBC5ACA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08235" y="3559340"/>
                  <a:ext cx="45792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112EC61-C24E-FD91-F2E9-8FFC6632E85A}"/>
                    </a:ext>
                  </a:extLst>
                </p14:cNvPr>
                <p14:cNvContentPartPr/>
                <p14:nvPr/>
              </p14:nvContentPartPr>
              <p14:xfrm>
                <a:off x="7049635" y="3899900"/>
                <a:ext cx="450000" cy="54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112EC61-C24E-FD91-F2E9-8FFC6632E8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40995" y="3890900"/>
                  <a:ext cx="467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8E972B2-AEE7-7C68-BBF7-3C783B290FDF}"/>
                    </a:ext>
                  </a:extLst>
                </p14:cNvPr>
                <p14:cNvContentPartPr/>
                <p14:nvPr/>
              </p14:nvContentPartPr>
              <p14:xfrm>
                <a:off x="7504315" y="3829340"/>
                <a:ext cx="534600" cy="404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8E972B2-AEE7-7C68-BBF7-3C783B290F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95675" y="3820340"/>
                  <a:ext cx="5522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F9FDEC5-EF35-379F-1369-9F4D4B70CF25}"/>
                    </a:ext>
                  </a:extLst>
                </p14:cNvPr>
                <p14:cNvContentPartPr/>
                <p14:nvPr/>
              </p14:nvContentPartPr>
              <p14:xfrm>
                <a:off x="8189395" y="3823940"/>
                <a:ext cx="242640" cy="281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F9FDEC5-EF35-379F-1369-9F4D4B70CF2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80395" y="3815300"/>
                  <a:ext cx="260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E01701-7B5D-70F9-EF84-49CFED81BDF3}"/>
                    </a:ext>
                  </a:extLst>
                </p14:cNvPr>
                <p14:cNvContentPartPr/>
                <p14:nvPr/>
              </p14:nvContentPartPr>
              <p14:xfrm>
                <a:off x="8468755" y="3735020"/>
                <a:ext cx="1325880" cy="564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E01701-7B5D-70F9-EF84-49CFED81BDF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60115" y="3726020"/>
                  <a:ext cx="13435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1F2C42-71C4-E65F-12A7-477F17E7730F}"/>
                    </a:ext>
                  </a:extLst>
                </p14:cNvPr>
                <p14:cNvContentPartPr/>
                <p14:nvPr/>
              </p14:nvContentPartPr>
              <p14:xfrm>
                <a:off x="6201115" y="4636460"/>
                <a:ext cx="1058400" cy="546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1F2C42-71C4-E65F-12A7-477F17E7730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92115" y="4627460"/>
                  <a:ext cx="10760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42D5C30-ED3F-24AF-6A0C-CB1F563BC1E6}"/>
                    </a:ext>
                  </a:extLst>
                </p14:cNvPr>
                <p14:cNvContentPartPr/>
                <p14:nvPr/>
              </p14:nvContentPartPr>
              <p14:xfrm>
                <a:off x="8217115" y="4735100"/>
                <a:ext cx="271440" cy="365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42D5C30-ED3F-24AF-6A0C-CB1F563BC1E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08115" y="4726460"/>
                  <a:ext cx="289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34713F-4A41-949B-3811-852E5E6969A3}"/>
                    </a:ext>
                  </a:extLst>
                </p14:cNvPr>
                <p14:cNvContentPartPr/>
                <p14:nvPr/>
              </p14:nvContentPartPr>
              <p14:xfrm>
                <a:off x="8735515" y="4621700"/>
                <a:ext cx="489600" cy="371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34713F-4A41-949B-3811-852E5E6969A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26875" y="4612700"/>
                  <a:ext cx="507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4255A91-2CB8-1341-2DD7-85DE9C943A00}"/>
                    </a:ext>
                  </a:extLst>
                </p14:cNvPr>
                <p14:cNvContentPartPr/>
                <p14:nvPr/>
              </p14:nvContentPartPr>
              <p14:xfrm>
                <a:off x="9014155" y="4615940"/>
                <a:ext cx="551160" cy="434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4255A91-2CB8-1341-2DD7-85DE9C943A0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05155" y="4607300"/>
                  <a:ext cx="5688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BA0D19-4D2F-AEFC-53C9-1F9A919703DC}"/>
                    </a:ext>
                  </a:extLst>
                </p14:cNvPr>
                <p14:cNvContentPartPr/>
                <p14:nvPr/>
              </p14:nvContentPartPr>
              <p14:xfrm>
                <a:off x="9511675" y="4637180"/>
                <a:ext cx="710640" cy="280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BA0D19-4D2F-AEFC-53C9-1F9A919703D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03035" y="4628540"/>
                  <a:ext cx="728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99AEB8-CE9E-82A4-BB6D-D49CE6AD293E}"/>
                    </a:ext>
                  </a:extLst>
                </p14:cNvPr>
                <p14:cNvContentPartPr/>
                <p14:nvPr/>
              </p14:nvContentPartPr>
              <p14:xfrm>
                <a:off x="10198195" y="4614860"/>
                <a:ext cx="348120" cy="297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99AEB8-CE9E-82A4-BB6D-D49CE6AD293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89195" y="4606220"/>
                  <a:ext cx="365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0221592-35E3-5AC9-37F4-EFF94647D2CD}"/>
                    </a:ext>
                  </a:extLst>
                </p14:cNvPr>
                <p14:cNvContentPartPr/>
                <p14:nvPr/>
              </p14:nvContentPartPr>
              <p14:xfrm>
                <a:off x="10600675" y="4800620"/>
                <a:ext cx="13680" cy="79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0221592-35E3-5AC9-37F4-EFF94647D2C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92035" y="4791620"/>
                  <a:ext cx="31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EB500BF-C246-30A9-84F6-4FE42FF7D3F3}"/>
                    </a:ext>
                  </a:extLst>
                </p14:cNvPr>
                <p14:cNvContentPartPr/>
                <p14:nvPr/>
              </p14:nvContentPartPr>
              <p14:xfrm>
                <a:off x="6670195" y="5460500"/>
                <a:ext cx="4119120" cy="22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EB500BF-C246-30A9-84F6-4FE42FF7D3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61555" y="5451500"/>
                  <a:ext cx="4136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82FFB0-D7FA-2186-1A0E-522E4EDABD8A}"/>
                    </a:ext>
                  </a:extLst>
                </p14:cNvPr>
                <p14:cNvContentPartPr/>
                <p14:nvPr/>
              </p14:nvContentPartPr>
              <p14:xfrm>
                <a:off x="8337715" y="4333700"/>
                <a:ext cx="1662120" cy="32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82FFB0-D7FA-2186-1A0E-522E4EDABD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28715" y="4325060"/>
                  <a:ext cx="1679760" cy="5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000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CCAFEC6-CAB7-2BC5-2064-8C0E7E5F2647}"/>
              </a:ext>
            </a:extLst>
          </p:cNvPr>
          <p:cNvGrpSpPr/>
          <p:nvPr/>
        </p:nvGrpSpPr>
        <p:grpSpPr>
          <a:xfrm>
            <a:off x="379555" y="66980"/>
            <a:ext cx="3724920" cy="1585080"/>
            <a:chOff x="379555" y="66980"/>
            <a:chExt cx="3724920" cy="15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2D96027-0ECA-7A31-4285-47494D579E82}"/>
                    </a:ext>
                  </a:extLst>
                </p14:cNvPr>
                <p14:cNvContentPartPr/>
                <p14:nvPr/>
              </p14:nvContentPartPr>
              <p14:xfrm>
                <a:off x="419875" y="286220"/>
                <a:ext cx="135720" cy="63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2D96027-0ECA-7A31-4285-47494D579E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0875" y="277220"/>
                  <a:ext cx="15336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7855BB-B8D3-F42D-DBE1-36B237068742}"/>
                    </a:ext>
                  </a:extLst>
                </p14:cNvPr>
                <p14:cNvContentPartPr/>
                <p14:nvPr/>
              </p14:nvContentPartPr>
              <p14:xfrm>
                <a:off x="379555" y="66980"/>
                <a:ext cx="635760" cy="974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7855BB-B8D3-F42D-DBE1-36B2370687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0915" y="57980"/>
                  <a:ext cx="653400" cy="9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5B4AAF-C182-C116-2F5C-636973CB973E}"/>
                    </a:ext>
                  </a:extLst>
                </p14:cNvPr>
                <p14:cNvContentPartPr/>
                <p14:nvPr/>
              </p14:nvContentPartPr>
              <p14:xfrm>
                <a:off x="1260835" y="568820"/>
                <a:ext cx="261720" cy="380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5B4AAF-C182-C116-2F5C-636973CB973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2195" y="560180"/>
                  <a:ext cx="279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147AAB-D26A-5FE1-831A-D00D9363D0F7}"/>
                    </a:ext>
                  </a:extLst>
                </p14:cNvPr>
                <p14:cNvContentPartPr/>
                <p14:nvPr/>
              </p14:nvContentPartPr>
              <p14:xfrm>
                <a:off x="1752595" y="520580"/>
                <a:ext cx="170280" cy="420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147AAB-D26A-5FE1-831A-D00D9363D0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3955" y="511580"/>
                  <a:ext cx="1879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9864C6-9CBD-5708-618E-B405579D6025}"/>
                    </a:ext>
                  </a:extLst>
                </p14:cNvPr>
                <p14:cNvContentPartPr/>
                <p14:nvPr/>
              </p14:nvContentPartPr>
              <p14:xfrm>
                <a:off x="2054995" y="659180"/>
                <a:ext cx="265320" cy="369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9864C6-9CBD-5708-618E-B405579D60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46355" y="650180"/>
                  <a:ext cx="282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28D05A3-944E-8DD7-3CC5-0F4B82E73D5C}"/>
                    </a:ext>
                  </a:extLst>
                </p14:cNvPr>
                <p14:cNvContentPartPr/>
                <p14:nvPr/>
              </p14:nvContentPartPr>
              <p14:xfrm>
                <a:off x="2510035" y="437780"/>
                <a:ext cx="127080" cy="529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28D05A3-944E-8DD7-3CC5-0F4B82E73D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01035" y="429140"/>
                  <a:ext cx="1447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7283FFC-8AE8-0687-DDA3-E5073CF35C3A}"/>
                    </a:ext>
                  </a:extLst>
                </p14:cNvPr>
                <p14:cNvContentPartPr/>
                <p14:nvPr/>
              </p14:nvContentPartPr>
              <p14:xfrm>
                <a:off x="2537755" y="739460"/>
                <a:ext cx="300960" cy="219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7283FFC-8AE8-0687-DDA3-E5073CF35C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28755" y="730820"/>
                  <a:ext cx="318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A19C16-B3B4-AB7F-2408-CA5D19E44AF2}"/>
                    </a:ext>
                  </a:extLst>
                </p14:cNvPr>
                <p14:cNvContentPartPr/>
                <p14:nvPr/>
              </p14:nvContentPartPr>
              <p14:xfrm>
                <a:off x="2998195" y="551900"/>
                <a:ext cx="19800" cy="2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A19C16-B3B4-AB7F-2408-CA5D19E44A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89555" y="542900"/>
                  <a:ext cx="3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F4267A-5427-1459-8A1C-25C77F3EC06A}"/>
                    </a:ext>
                  </a:extLst>
                </p14:cNvPr>
                <p14:cNvContentPartPr/>
                <p14:nvPr/>
              </p14:nvContentPartPr>
              <p14:xfrm>
                <a:off x="3097915" y="640100"/>
                <a:ext cx="762840" cy="101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F4267A-5427-1459-8A1C-25C77F3EC0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89275" y="631460"/>
                  <a:ext cx="78048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FA4BCA-029B-6AC6-61E4-073D64CB1B8B}"/>
                    </a:ext>
                  </a:extLst>
                </p14:cNvPr>
                <p14:cNvContentPartPr/>
                <p14:nvPr/>
              </p14:nvContentPartPr>
              <p14:xfrm>
                <a:off x="4036435" y="770060"/>
                <a:ext cx="68040" cy="7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FA4BCA-029B-6AC6-61E4-073D64CB1B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27795" y="761060"/>
                  <a:ext cx="85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DA4B8D9-6D28-9CD9-96F9-3CEF9FD4C84A}"/>
                    </a:ext>
                  </a:extLst>
                </p14:cNvPr>
                <p14:cNvContentPartPr/>
                <p14:nvPr/>
              </p14:nvContentPartPr>
              <p14:xfrm>
                <a:off x="3084955" y="752780"/>
                <a:ext cx="278280" cy="316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DA4B8D9-6D28-9CD9-96F9-3CEF9FD4C8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76315" y="744140"/>
                  <a:ext cx="295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B81CAB-3B8E-335A-F4A8-D996CE4A0307}"/>
                    </a:ext>
                  </a:extLst>
                </p14:cNvPr>
                <p14:cNvContentPartPr/>
                <p14:nvPr/>
              </p14:nvContentPartPr>
              <p14:xfrm>
                <a:off x="3420115" y="82334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B81CAB-3B8E-335A-F4A8-D996CE4A03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1475" y="8143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F6C3355-12C8-CFDF-5ED1-3878EC42D642}"/>
                  </a:ext>
                </a:extLst>
              </p14:cNvPr>
              <p14:cNvContentPartPr/>
              <p14:nvPr/>
            </p14:nvContentPartPr>
            <p14:xfrm>
              <a:off x="4300675" y="627860"/>
              <a:ext cx="92160" cy="27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F6C3355-12C8-CFDF-5ED1-3878EC42D6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91675" y="618860"/>
                <a:ext cx="109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9A7AD9-7772-DFA6-036D-4B0139BF6F83}"/>
                  </a:ext>
                </a:extLst>
              </p14:cNvPr>
              <p14:cNvContentPartPr/>
              <p14:nvPr/>
            </p14:nvContentPartPr>
            <p14:xfrm>
              <a:off x="4089355" y="1349660"/>
              <a:ext cx="208800" cy="215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9A7AD9-7772-DFA6-036D-4B0139BF6F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80715" y="1340660"/>
                <a:ext cx="2264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F62FE9A-875F-9DF9-603A-B9E8BB737CBC}"/>
                  </a:ext>
                </a:extLst>
              </p14:cNvPr>
              <p14:cNvContentPartPr/>
              <p14:nvPr/>
            </p14:nvContentPartPr>
            <p14:xfrm>
              <a:off x="4804675" y="1046900"/>
              <a:ext cx="358560" cy="120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F62FE9A-875F-9DF9-603A-B9E8BB737C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95675" y="1037900"/>
                <a:ext cx="37620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0D186DB-119B-92D1-F977-FA8190C6F806}"/>
              </a:ext>
            </a:extLst>
          </p:cNvPr>
          <p:cNvGrpSpPr/>
          <p:nvPr/>
        </p:nvGrpSpPr>
        <p:grpSpPr>
          <a:xfrm>
            <a:off x="190195" y="1780940"/>
            <a:ext cx="4928400" cy="1073520"/>
            <a:chOff x="190195" y="1780940"/>
            <a:chExt cx="4928400" cy="10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4BBB57-3B63-F547-348C-04C077AE92ED}"/>
                    </a:ext>
                  </a:extLst>
                </p14:cNvPr>
                <p14:cNvContentPartPr/>
                <p14:nvPr/>
              </p14:nvContentPartPr>
              <p14:xfrm>
                <a:off x="521395" y="2340380"/>
                <a:ext cx="49320" cy="31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4BBB57-3B63-F547-348C-04C077AE92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2755" y="2331380"/>
                  <a:ext cx="66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F3D614-9EA2-9DF5-5011-EA9F1E7386FF}"/>
                    </a:ext>
                  </a:extLst>
                </p14:cNvPr>
                <p14:cNvContentPartPr/>
                <p14:nvPr/>
              </p14:nvContentPartPr>
              <p14:xfrm>
                <a:off x="190195" y="2127260"/>
                <a:ext cx="686520" cy="72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F3D614-9EA2-9DF5-5011-EA9F1E7386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1195" y="2118620"/>
                  <a:ext cx="7041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B780DA-17D2-2801-8EF7-07E9DDA5CD0C}"/>
                    </a:ext>
                  </a:extLst>
                </p14:cNvPr>
                <p14:cNvContentPartPr/>
                <p14:nvPr/>
              </p14:nvContentPartPr>
              <p14:xfrm>
                <a:off x="1088755" y="1896140"/>
                <a:ext cx="549720" cy="792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B780DA-17D2-2801-8EF7-07E9DDA5CD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9755" y="1887500"/>
                  <a:ext cx="56736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916524-F025-F7EE-7339-C8F4F9B30EF5}"/>
                    </a:ext>
                  </a:extLst>
                </p14:cNvPr>
                <p14:cNvContentPartPr/>
                <p14:nvPr/>
              </p14:nvContentPartPr>
              <p14:xfrm>
                <a:off x="1310155" y="2241740"/>
                <a:ext cx="456120" cy="74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916524-F025-F7EE-7339-C8F4F9B30E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01155" y="2232740"/>
                  <a:ext cx="473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D6CF8C-9C06-2FA7-B052-8FAF63CCFC4E}"/>
                    </a:ext>
                  </a:extLst>
                </p14:cNvPr>
                <p14:cNvContentPartPr/>
                <p14:nvPr/>
              </p14:nvContentPartPr>
              <p14:xfrm>
                <a:off x="1933675" y="1780940"/>
                <a:ext cx="831960" cy="652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D6CF8C-9C06-2FA7-B052-8FAF63CCFC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25035" y="1772300"/>
                  <a:ext cx="8496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08216B-E3F4-7C95-BBE1-E6B7C393C6EA}"/>
                    </a:ext>
                  </a:extLst>
                </p14:cNvPr>
                <p14:cNvContentPartPr/>
                <p14:nvPr/>
              </p14:nvContentPartPr>
              <p14:xfrm>
                <a:off x="2822515" y="1817300"/>
                <a:ext cx="465840" cy="570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08216B-E3F4-7C95-BBE1-E6B7C393C6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13875" y="1808300"/>
                  <a:ext cx="4834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66EDAC-54AA-E0F0-1073-DF27C1B34404}"/>
                    </a:ext>
                  </a:extLst>
                </p14:cNvPr>
                <p14:cNvContentPartPr/>
                <p14:nvPr/>
              </p14:nvContentPartPr>
              <p14:xfrm>
                <a:off x="3492475" y="2062460"/>
                <a:ext cx="392760" cy="29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66EDAC-54AA-E0F0-1073-DF27C1B344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3475" y="2053820"/>
                  <a:ext cx="410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6FACC0-2E00-43AA-A126-FFA75A691CD7}"/>
                    </a:ext>
                  </a:extLst>
                </p14:cNvPr>
                <p14:cNvContentPartPr/>
                <p14:nvPr/>
              </p14:nvContentPartPr>
              <p14:xfrm>
                <a:off x="4135075" y="2201060"/>
                <a:ext cx="253080" cy="23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6FACC0-2E00-43AA-A126-FFA75A691C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26075" y="2192420"/>
                  <a:ext cx="270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9F70A4-34AA-6B7D-E1E2-8EF30A2CDAF4}"/>
                    </a:ext>
                  </a:extLst>
                </p14:cNvPr>
                <p14:cNvContentPartPr/>
                <p14:nvPr/>
              </p14:nvContentPartPr>
              <p14:xfrm>
                <a:off x="4635835" y="1844300"/>
                <a:ext cx="66960" cy="504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9F70A4-34AA-6B7D-E1E2-8EF30A2CDA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26835" y="1835660"/>
                  <a:ext cx="8460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F7E43F-A947-0C3F-EF8B-904816C8C362}"/>
                    </a:ext>
                  </a:extLst>
                </p14:cNvPr>
                <p14:cNvContentPartPr/>
                <p14:nvPr/>
              </p14:nvContentPartPr>
              <p14:xfrm>
                <a:off x="4541515" y="2212220"/>
                <a:ext cx="315000" cy="2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F7E43F-A947-0C3F-EF8B-904816C8C3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32875" y="2203580"/>
                  <a:ext cx="332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566314-76B3-ADB1-7876-88DF34235AA7}"/>
                    </a:ext>
                  </a:extLst>
                </p14:cNvPr>
                <p14:cNvContentPartPr/>
                <p14:nvPr/>
              </p14:nvContentPartPr>
              <p14:xfrm>
                <a:off x="5104915" y="2171180"/>
                <a:ext cx="13680" cy="3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566314-76B3-ADB1-7876-88DF34235A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95915" y="2162180"/>
                  <a:ext cx="3132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656305B-9676-E2BE-D73D-F6E3E4BABAB8}"/>
                  </a:ext>
                </a:extLst>
              </p14:cNvPr>
              <p14:cNvContentPartPr/>
              <p14:nvPr/>
            </p14:nvContentPartPr>
            <p14:xfrm>
              <a:off x="-486605" y="3421100"/>
              <a:ext cx="72720" cy="2606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656305B-9676-E2BE-D73D-F6E3E4BABA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-495245" y="3412460"/>
                <a:ext cx="9036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D706F09-AB78-4CB9-5241-575A57938412}"/>
              </a:ext>
            </a:extLst>
          </p:cNvPr>
          <p:cNvGrpSpPr/>
          <p:nvPr/>
        </p:nvGrpSpPr>
        <p:grpSpPr>
          <a:xfrm>
            <a:off x="51235" y="3119420"/>
            <a:ext cx="823320" cy="794160"/>
            <a:chOff x="51235" y="3119420"/>
            <a:chExt cx="823320" cy="79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9D78FC3-8C33-4D64-3F66-C45AB60C9BD2}"/>
                    </a:ext>
                  </a:extLst>
                </p14:cNvPr>
                <p14:cNvContentPartPr/>
                <p14:nvPr/>
              </p14:nvContentPartPr>
              <p14:xfrm>
                <a:off x="51235" y="3395180"/>
                <a:ext cx="21960" cy="12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9D78FC3-8C33-4D64-3F66-C45AB60C9B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595" y="3386180"/>
                  <a:ext cx="39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4E335E-D63B-19B2-CDC3-76A1EDDF49AD}"/>
                    </a:ext>
                  </a:extLst>
                </p14:cNvPr>
                <p14:cNvContentPartPr/>
                <p14:nvPr/>
              </p14:nvContentPartPr>
              <p14:xfrm>
                <a:off x="367315" y="3418940"/>
                <a:ext cx="92160" cy="215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4E335E-D63B-19B2-CDC3-76A1EDDF49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315" y="3410300"/>
                  <a:ext cx="109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FC35D6-B544-337B-BD12-48D5C213A198}"/>
                    </a:ext>
                  </a:extLst>
                </p14:cNvPr>
                <p14:cNvContentPartPr/>
                <p14:nvPr/>
              </p14:nvContentPartPr>
              <p14:xfrm>
                <a:off x="608515" y="3450620"/>
                <a:ext cx="41400" cy="239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FC35D6-B544-337B-BD12-48D5C213A1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9515" y="3441620"/>
                  <a:ext cx="59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8C51AD-8A83-280A-ADF0-2880DCA44AE3}"/>
                    </a:ext>
                  </a:extLst>
                </p14:cNvPr>
                <p14:cNvContentPartPr/>
                <p14:nvPr/>
              </p14:nvContentPartPr>
              <p14:xfrm>
                <a:off x="159235" y="3119420"/>
                <a:ext cx="715320" cy="794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8C51AD-8A83-280A-ADF0-2880DCA44A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0595" y="3110780"/>
                  <a:ext cx="732960" cy="81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1A00F-2F0A-FFBE-6DC9-FA18864E1EE6}"/>
              </a:ext>
            </a:extLst>
          </p:cNvPr>
          <p:cNvGrpSpPr/>
          <p:nvPr/>
        </p:nvGrpSpPr>
        <p:grpSpPr>
          <a:xfrm>
            <a:off x="1558555" y="2722340"/>
            <a:ext cx="2947320" cy="837000"/>
            <a:chOff x="1558555" y="2722340"/>
            <a:chExt cx="29473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50DD18-F7CF-E475-6632-36593B0538C9}"/>
                    </a:ext>
                  </a:extLst>
                </p14:cNvPr>
                <p14:cNvContentPartPr/>
                <p14:nvPr/>
              </p14:nvContentPartPr>
              <p14:xfrm>
                <a:off x="1558555" y="2722340"/>
                <a:ext cx="522360" cy="83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50DD18-F7CF-E475-6632-36593B0538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49555" y="2713340"/>
                  <a:ext cx="54000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542E50-D638-C921-2B3F-60CB04CCCE4D}"/>
                    </a:ext>
                  </a:extLst>
                </p14:cNvPr>
                <p14:cNvContentPartPr/>
                <p14:nvPr/>
              </p14:nvContentPartPr>
              <p14:xfrm>
                <a:off x="2139595" y="3164060"/>
                <a:ext cx="352440" cy="317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542E50-D638-C921-2B3F-60CB04CCCE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30955" y="3155060"/>
                  <a:ext cx="3700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313DC1-BACE-5753-7294-D38B6AA1F26A}"/>
                    </a:ext>
                  </a:extLst>
                </p14:cNvPr>
                <p14:cNvContentPartPr/>
                <p14:nvPr/>
              </p14:nvContentPartPr>
              <p14:xfrm>
                <a:off x="2582755" y="2921420"/>
                <a:ext cx="908280" cy="517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313DC1-BACE-5753-7294-D38B6AA1F2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4115" y="2912780"/>
                  <a:ext cx="92592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70500C-1653-26CD-1DBA-00065E9288A7}"/>
                    </a:ext>
                  </a:extLst>
                </p14:cNvPr>
                <p14:cNvContentPartPr/>
                <p14:nvPr/>
              </p14:nvContentPartPr>
              <p14:xfrm>
                <a:off x="3633595" y="2985860"/>
                <a:ext cx="18360" cy="15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70500C-1653-26CD-1DBA-00065E9288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4955" y="2977220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C61039-C824-8BDD-2315-647DC78F3237}"/>
                    </a:ext>
                  </a:extLst>
                </p14:cNvPr>
                <p14:cNvContentPartPr/>
                <p14:nvPr/>
              </p14:nvContentPartPr>
              <p14:xfrm>
                <a:off x="3713155" y="3093140"/>
                <a:ext cx="677160" cy="254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C61039-C824-8BDD-2315-647DC78F32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04515" y="3084140"/>
                  <a:ext cx="694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D14AFF6-3409-274D-B3ED-2429855C75BC}"/>
                    </a:ext>
                  </a:extLst>
                </p14:cNvPr>
                <p14:cNvContentPartPr/>
                <p14:nvPr/>
              </p14:nvContentPartPr>
              <p14:xfrm>
                <a:off x="4266835" y="3154340"/>
                <a:ext cx="239040" cy="11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D14AFF6-3409-274D-B3ED-2429855C75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57835" y="3145340"/>
                  <a:ext cx="25668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1B31886-1424-DFED-7612-29EE2F59B2F1}"/>
              </a:ext>
            </a:extLst>
          </p:cNvPr>
          <p:cNvGrpSpPr/>
          <p:nvPr/>
        </p:nvGrpSpPr>
        <p:grpSpPr>
          <a:xfrm>
            <a:off x="5303635" y="2701460"/>
            <a:ext cx="2241000" cy="594360"/>
            <a:chOff x="5303635" y="2701460"/>
            <a:chExt cx="2241000" cy="5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3668BB-6000-435F-24E7-4DD150756BFE}"/>
                    </a:ext>
                  </a:extLst>
                </p14:cNvPr>
                <p14:cNvContentPartPr/>
                <p14:nvPr/>
              </p14:nvContentPartPr>
              <p14:xfrm>
                <a:off x="5303635" y="2701460"/>
                <a:ext cx="750600" cy="502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3668BB-6000-435F-24E7-4DD150756BF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4635" y="2692460"/>
                  <a:ext cx="7682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BBD1EF-ECD7-77DB-D07E-117E29A060DE}"/>
                    </a:ext>
                  </a:extLst>
                </p14:cNvPr>
                <p14:cNvContentPartPr/>
                <p14:nvPr/>
              </p14:nvContentPartPr>
              <p14:xfrm>
                <a:off x="6216955" y="2904500"/>
                <a:ext cx="104040" cy="27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BBD1EF-ECD7-77DB-D07E-117E29A060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07955" y="2895860"/>
                  <a:ext cx="121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48EECA-CA9F-CEA8-5088-F34575302A62}"/>
                    </a:ext>
                  </a:extLst>
                </p14:cNvPr>
                <p14:cNvContentPartPr/>
                <p14:nvPr/>
              </p14:nvContentPartPr>
              <p14:xfrm>
                <a:off x="6531595" y="2810180"/>
                <a:ext cx="546120" cy="345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48EECA-CA9F-CEA8-5088-F34575302A6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22955" y="2801180"/>
                  <a:ext cx="563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0BE76A-1BA6-7E60-8EB2-F5AE33B706AD}"/>
                    </a:ext>
                  </a:extLst>
                </p14:cNvPr>
                <p14:cNvContentPartPr/>
                <p14:nvPr/>
              </p14:nvContentPartPr>
              <p14:xfrm>
                <a:off x="7167355" y="2878220"/>
                <a:ext cx="377280" cy="417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0BE76A-1BA6-7E60-8EB2-F5AE33B706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58355" y="2869580"/>
                  <a:ext cx="39492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1C25FE-FBA7-4B29-802B-FEC4EBB11415}"/>
              </a:ext>
            </a:extLst>
          </p:cNvPr>
          <p:cNvGrpSpPr/>
          <p:nvPr/>
        </p:nvGrpSpPr>
        <p:grpSpPr>
          <a:xfrm>
            <a:off x="-58925" y="4040300"/>
            <a:ext cx="1246680" cy="995040"/>
            <a:chOff x="-58925" y="4040300"/>
            <a:chExt cx="1246680" cy="9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944158-7CC7-6B21-0907-A8FEA0260950}"/>
                    </a:ext>
                  </a:extLst>
                </p14:cNvPr>
                <p14:cNvContentPartPr/>
                <p14:nvPr/>
              </p14:nvContentPartPr>
              <p14:xfrm>
                <a:off x="287395" y="4505420"/>
                <a:ext cx="47520" cy="158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944158-7CC7-6B21-0907-A8FEA026095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755" y="4496420"/>
                  <a:ext cx="6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57A422-BE7C-1C10-341F-E2CEA93ABD3F}"/>
                    </a:ext>
                  </a:extLst>
                </p14:cNvPr>
                <p14:cNvContentPartPr/>
                <p14:nvPr/>
              </p14:nvContentPartPr>
              <p14:xfrm>
                <a:off x="680875" y="4371860"/>
                <a:ext cx="18360" cy="264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57A422-BE7C-1C10-341F-E2CEA93ABD3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1875" y="4362860"/>
                  <a:ext cx="360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C7D854-6F57-0CA3-2B37-C33BE81BCE0C}"/>
                    </a:ext>
                  </a:extLst>
                </p14:cNvPr>
                <p14:cNvContentPartPr/>
                <p14:nvPr/>
              </p14:nvContentPartPr>
              <p14:xfrm>
                <a:off x="801115" y="4421900"/>
                <a:ext cx="68040" cy="13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C7D854-6F57-0CA3-2B37-C33BE81BCE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2475" y="4412900"/>
                  <a:ext cx="85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C169521-BD3C-C378-594C-3784441B9C05}"/>
                    </a:ext>
                  </a:extLst>
                </p14:cNvPr>
                <p14:cNvContentPartPr/>
                <p14:nvPr/>
              </p14:nvContentPartPr>
              <p14:xfrm>
                <a:off x="-58925" y="4040300"/>
                <a:ext cx="1246680" cy="995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C169521-BD3C-C378-594C-3784441B9C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-67565" y="4031300"/>
                  <a:ext cx="1264320" cy="10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A767648-D657-5FC0-B140-5E3F734B5E83}"/>
              </a:ext>
            </a:extLst>
          </p:cNvPr>
          <p:cNvGrpSpPr/>
          <p:nvPr/>
        </p:nvGrpSpPr>
        <p:grpSpPr>
          <a:xfrm>
            <a:off x="1564675" y="3723860"/>
            <a:ext cx="2674440" cy="761400"/>
            <a:chOff x="1564675" y="3723860"/>
            <a:chExt cx="267444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7EAB03-B5E3-DAF7-5070-763629E76D87}"/>
                    </a:ext>
                  </a:extLst>
                </p14:cNvPr>
                <p14:cNvContentPartPr/>
                <p14:nvPr/>
              </p14:nvContentPartPr>
              <p14:xfrm>
                <a:off x="1564675" y="3832940"/>
                <a:ext cx="445320" cy="65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7EAB03-B5E3-DAF7-5070-763629E76D8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55675" y="3823940"/>
                  <a:ext cx="46296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3DA97F6-94D6-E011-0875-338DABD3F9BA}"/>
                    </a:ext>
                  </a:extLst>
                </p14:cNvPr>
                <p14:cNvContentPartPr/>
                <p14:nvPr/>
              </p14:nvContentPartPr>
              <p14:xfrm>
                <a:off x="1831075" y="3723860"/>
                <a:ext cx="303120" cy="94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3DA97F6-94D6-E011-0875-338DABD3F9B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22075" y="3715220"/>
                  <a:ext cx="320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CDE5C3-F0B3-83B7-C2D7-B19202C27E8A}"/>
                    </a:ext>
                  </a:extLst>
                </p14:cNvPr>
                <p14:cNvContentPartPr/>
                <p14:nvPr/>
              </p14:nvContentPartPr>
              <p14:xfrm>
                <a:off x="1751515" y="4256660"/>
                <a:ext cx="200520" cy="87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CDE5C3-F0B3-83B7-C2D7-B19202C27E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42515" y="4248020"/>
                  <a:ext cx="218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802D4C-71FD-E887-54E7-60016675E5A4}"/>
                    </a:ext>
                  </a:extLst>
                </p14:cNvPr>
                <p14:cNvContentPartPr/>
                <p14:nvPr/>
              </p14:nvContentPartPr>
              <p14:xfrm>
                <a:off x="2009635" y="4093220"/>
                <a:ext cx="339120" cy="262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802D4C-71FD-E887-54E7-60016675E5A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00635" y="4084220"/>
                  <a:ext cx="356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14CE30F-61F8-0471-C325-AF4E1F3C62A9}"/>
                    </a:ext>
                  </a:extLst>
                </p14:cNvPr>
                <p14:cNvContentPartPr/>
                <p14:nvPr/>
              </p14:nvContentPartPr>
              <p14:xfrm>
                <a:off x="2054275" y="4183940"/>
                <a:ext cx="298080" cy="139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14CE30F-61F8-0471-C325-AF4E1F3C62A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45275" y="4175300"/>
                  <a:ext cx="315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482A48E-C2D6-AC23-D7CB-4E99D15A5A46}"/>
                    </a:ext>
                  </a:extLst>
                </p14:cNvPr>
                <p14:cNvContentPartPr/>
                <p14:nvPr/>
              </p14:nvContentPartPr>
              <p14:xfrm>
                <a:off x="2598955" y="3905300"/>
                <a:ext cx="20880" cy="36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482A48E-C2D6-AC23-D7CB-4E99D15A5A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90315" y="3896300"/>
                  <a:ext cx="385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CEE94C-D684-3A2D-0DF2-BD001CCBCCDA}"/>
                    </a:ext>
                  </a:extLst>
                </p14:cNvPr>
                <p14:cNvContentPartPr/>
                <p14:nvPr/>
              </p14:nvContentPartPr>
              <p14:xfrm>
                <a:off x="2434075" y="4126700"/>
                <a:ext cx="260640" cy="6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CEE94C-D684-3A2D-0DF2-BD001CCBCC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25075" y="4117700"/>
                  <a:ext cx="278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99854B3-9994-4635-28CE-A5AB28542FED}"/>
                    </a:ext>
                  </a:extLst>
                </p14:cNvPr>
                <p14:cNvContentPartPr/>
                <p14:nvPr/>
              </p14:nvContentPartPr>
              <p14:xfrm>
                <a:off x="2789755" y="4155860"/>
                <a:ext cx="338040" cy="18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99854B3-9994-4635-28CE-A5AB28542FE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80755" y="4147220"/>
                  <a:ext cx="355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60ED9D4-3663-E590-A762-E2A0E7B41A18}"/>
                    </a:ext>
                  </a:extLst>
                </p14:cNvPr>
                <p14:cNvContentPartPr/>
                <p14:nvPr/>
              </p14:nvContentPartPr>
              <p14:xfrm>
                <a:off x="3221755" y="4072340"/>
                <a:ext cx="1017360" cy="171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60ED9D4-3663-E590-A762-E2A0E7B41A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13115" y="4063340"/>
                  <a:ext cx="103500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8A99DE2-4E3E-8F44-C764-0A1C61C0BFAA}"/>
              </a:ext>
            </a:extLst>
          </p:cNvPr>
          <p:cNvGrpSpPr/>
          <p:nvPr/>
        </p:nvGrpSpPr>
        <p:grpSpPr>
          <a:xfrm>
            <a:off x="4640875" y="3659060"/>
            <a:ext cx="2445840" cy="820800"/>
            <a:chOff x="4640875" y="3659060"/>
            <a:chExt cx="2445840" cy="82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1A8972D-7D1C-0197-855B-7A5671903150}"/>
                    </a:ext>
                  </a:extLst>
                </p14:cNvPr>
                <p14:cNvContentPartPr/>
                <p14:nvPr/>
              </p14:nvContentPartPr>
              <p14:xfrm>
                <a:off x="4640875" y="3932300"/>
                <a:ext cx="92880" cy="32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1A8972D-7D1C-0197-855B-7A56719031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32235" y="3923660"/>
                  <a:ext cx="1105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7D061C0-DE15-52BC-F522-B18CBF81DDF5}"/>
                    </a:ext>
                  </a:extLst>
                </p14:cNvPr>
                <p14:cNvContentPartPr/>
                <p14:nvPr/>
              </p14:nvContentPartPr>
              <p14:xfrm>
                <a:off x="4687675" y="3876860"/>
                <a:ext cx="304560" cy="50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7D061C0-DE15-52BC-F522-B18CBF81DD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78675" y="3868220"/>
                  <a:ext cx="3222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FAFA41-4E57-BD5B-DD7D-CEF294B5C0BD}"/>
                    </a:ext>
                  </a:extLst>
                </p14:cNvPr>
                <p14:cNvContentPartPr/>
                <p14:nvPr/>
              </p14:nvContentPartPr>
              <p14:xfrm>
                <a:off x="5230195" y="4058660"/>
                <a:ext cx="702000" cy="149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FAFA41-4E57-BD5B-DD7D-CEF294B5C0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1195" y="4049660"/>
                  <a:ext cx="719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ADD2EC-810D-C319-9C34-2C5359F03B6D}"/>
                    </a:ext>
                  </a:extLst>
                </p14:cNvPr>
                <p14:cNvContentPartPr/>
                <p14:nvPr/>
              </p14:nvContentPartPr>
              <p14:xfrm>
                <a:off x="5819155" y="3784700"/>
                <a:ext cx="439920" cy="442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ADD2EC-810D-C319-9C34-2C5359F03B6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10515" y="3775700"/>
                  <a:ext cx="4575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1ADF9B9-7E35-BD34-6731-DF35949AF339}"/>
                    </a:ext>
                  </a:extLst>
                </p14:cNvPr>
                <p14:cNvContentPartPr/>
                <p14:nvPr/>
              </p14:nvContentPartPr>
              <p14:xfrm>
                <a:off x="6450595" y="3880100"/>
                <a:ext cx="104040" cy="176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1ADF9B9-7E35-BD34-6731-DF35949AF3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1595" y="3871460"/>
                  <a:ext cx="121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735E65-85AC-1FB5-6682-2B92C9F10B9A}"/>
                    </a:ext>
                  </a:extLst>
                </p14:cNvPr>
                <p14:cNvContentPartPr/>
                <p14:nvPr/>
              </p14:nvContentPartPr>
              <p14:xfrm>
                <a:off x="6900955" y="3659060"/>
                <a:ext cx="185760" cy="820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735E65-85AC-1FB5-6682-2B92C9F10B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92315" y="3650060"/>
                  <a:ext cx="203400" cy="83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9A097FC-DF5E-E219-6586-E58F287FE2CD}"/>
              </a:ext>
            </a:extLst>
          </p:cNvPr>
          <p:cNvGrpSpPr/>
          <p:nvPr/>
        </p:nvGrpSpPr>
        <p:grpSpPr>
          <a:xfrm>
            <a:off x="7886635" y="3542780"/>
            <a:ext cx="3606840" cy="1184400"/>
            <a:chOff x="7886635" y="3542780"/>
            <a:chExt cx="3606840" cy="11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3E060E-1349-D0E3-CB95-D2A535AC9400}"/>
                    </a:ext>
                  </a:extLst>
                </p14:cNvPr>
                <p14:cNvContentPartPr/>
                <p14:nvPr/>
              </p14:nvContentPartPr>
              <p14:xfrm>
                <a:off x="8004715" y="3757700"/>
                <a:ext cx="260640" cy="439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3E060E-1349-D0E3-CB95-D2A535AC940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96075" y="3748700"/>
                  <a:ext cx="2782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41566B8-8B21-40DD-1A83-DBEFED88F68B}"/>
                    </a:ext>
                  </a:extLst>
                </p14:cNvPr>
                <p14:cNvContentPartPr/>
                <p14:nvPr/>
              </p14:nvContentPartPr>
              <p14:xfrm>
                <a:off x="7886635" y="3790100"/>
                <a:ext cx="462240" cy="39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41566B8-8B21-40DD-1A83-DBEFED88F68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77635" y="3781460"/>
                  <a:ext cx="4798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10442E2-493B-90FE-6EA8-984E8A7E76AE}"/>
                    </a:ext>
                  </a:extLst>
                </p14:cNvPr>
                <p14:cNvContentPartPr/>
                <p14:nvPr/>
              </p14:nvContentPartPr>
              <p14:xfrm>
                <a:off x="8304955" y="3675980"/>
                <a:ext cx="815400" cy="1051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10442E2-493B-90FE-6EA8-984E8A7E76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95955" y="3667340"/>
                  <a:ext cx="833040" cy="10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F2417DA-EE05-4F0D-3A0B-982CD58D1F11}"/>
                    </a:ext>
                  </a:extLst>
                </p14:cNvPr>
                <p14:cNvContentPartPr/>
                <p14:nvPr/>
              </p14:nvContentPartPr>
              <p14:xfrm>
                <a:off x="9140875" y="3689660"/>
                <a:ext cx="477360" cy="47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F2417DA-EE05-4F0D-3A0B-982CD58D1F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31875" y="3680660"/>
                  <a:ext cx="4950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4E8A31-3BDA-9C77-03F1-C20E6AD2D1C6}"/>
                    </a:ext>
                  </a:extLst>
                </p14:cNvPr>
                <p14:cNvContentPartPr/>
                <p14:nvPr/>
              </p14:nvContentPartPr>
              <p14:xfrm>
                <a:off x="9790675" y="3791180"/>
                <a:ext cx="490320" cy="416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A4E8A31-3BDA-9C77-03F1-C20E6AD2D1C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81675" y="3782540"/>
                  <a:ext cx="507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EBF0C6-BDA2-540E-E6B6-8FDDE8F0C45D}"/>
                    </a:ext>
                  </a:extLst>
                </p14:cNvPr>
                <p14:cNvContentPartPr/>
                <p14:nvPr/>
              </p14:nvContentPartPr>
              <p14:xfrm>
                <a:off x="10442275" y="3823580"/>
                <a:ext cx="187920" cy="407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EBF0C6-BDA2-540E-E6B6-8FDDE8F0C4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33275" y="3814940"/>
                  <a:ext cx="205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4657AE-9A93-A49E-0025-281064D8C23B}"/>
                    </a:ext>
                  </a:extLst>
                </p14:cNvPr>
                <p14:cNvContentPartPr/>
                <p14:nvPr/>
              </p14:nvContentPartPr>
              <p14:xfrm>
                <a:off x="10869595" y="3700100"/>
                <a:ext cx="86040" cy="471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64657AE-9A93-A49E-0025-281064D8C2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60955" y="3691460"/>
                  <a:ext cx="1036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9F6EE4-5CA0-0214-A6C4-A51B29294037}"/>
                    </a:ext>
                  </a:extLst>
                </p14:cNvPr>
                <p14:cNvContentPartPr/>
                <p14:nvPr/>
              </p14:nvContentPartPr>
              <p14:xfrm>
                <a:off x="10764835" y="3949580"/>
                <a:ext cx="252360" cy="53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9F6EE4-5CA0-0214-A6C4-A51B2929403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55835" y="3940940"/>
                  <a:ext cx="270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6A5D04-0E9D-0E7D-36CC-F8F244FE3BDD}"/>
                    </a:ext>
                  </a:extLst>
                </p14:cNvPr>
                <p14:cNvContentPartPr/>
                <p14:nvPr/>
              </p14:nvContentPartPr>
              <p14:xfrm>
                <a:off x="10798675" y="3542780"/>
                <a:ext cx="632160" cy="828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6A5D04-0E9D-0E7D-36CC-F8F244FE3B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789675" y="3533780"/>
                  <a:ext cx="64980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8547870-99E6-9384-2542-F84E152C4D04}"/>
                    </a:ext>
                  </a:extLst>
                </p14:cNvPr>
                <p14:cNvContentPartPr/>
                <p14:nvPr/>
              </p14:nvContentPartPr>
              <p14:xfrm>
                <a:off x="11459275" y="4209140"/>
                <a:ext cx="34200" cy="45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8547870-99E6-9384-2542-F84E152C4D0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50635" y="4200140"/>
                  <a:ext cx="51840" cy="6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317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59CA207-9775-1E4D-AECC-ED92FCAAC747}"/>
              </a:ext>
            </a:extLst>
          </p:cNvPr>
          <p:cNvGrpSpPr/>
          <p:nvPr/>
        </p:nvGrpSpPr>
        <p:grpSpPr>
          <a:xfrm>
            <a:off x="205675" y="131780"/>
            <a:ext cx="2015280" cy="832680"/>
            <a:chOff x="205675" y="131780"/>
            <a:chExt cx="2015280" cy="83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3657A1-C049-D3C6-069A-11F7DD147555}"/>
                    </a:ext>
                  </a:extLst>
                </p14:cNvPr>
                <p14:cNvContentPartPr/>
                <p14:nvPr/>
              </p14:nvContentPartPr>
              <p14:xfrm>
                <a:off x="712195" y="312140"/>
                <a:ext cx="55440" cy="50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3657A1-C049-D3C6-069A-11F7DD1475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3555" y="303140"/>
                  <a:ext cx="7308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18E1FC-3C13-AC32-C72B-D6DE85ECBF8F}"/>
                    </a:ext>
                  </a:extLst>
                </p14:cNvPr>
                <p14:cNvContentPartPr/>
                <p14:nvPr/>
              </p14:nvContentPartPr>
              <p14:xfrm>
                <a:off x="634795" y="131780"/>
                <a:ext cx="357120" cy="100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18E1FC-3C13-AC32-C72B-D6DE85ECBF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6155" y="123140"/>
                  <a:ext cx="374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EE1317-A9E5-2628-D729-5C09A6AF90F9}"/>
                    </a:ext>
                  </a:extLst>
                </p14:cNvPr>
                <p14:cNvContentPartPr/>
                <p14:nvPr/>
              </p14:nvContentPartPr>
              <p14:xfrm>
                <a:off x="205675" y="867620"/>
                <a:ext cx="482760" cy="96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EE1317-A9E5-2628-D729-5C09A6AF90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6675" y="858980"/>
                  <a:ext cx="500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8E62F0-7E6F-F392-1137-8E1BA8654C71}"/>
                    </a:ext>
                  </a:extLst>
                </p14:cNvPr>
                <p14:cNvContentPartPr/>
                <p14:nvPr/>
              </p14:nvContentPartPr>
              <p14:xfrm>
                <a:off x="1094515" y="360020"/>
                <a:ext cx="1126440" cy="580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8E62F0-7E6F-F392-1137-8E1BA8654C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5515" y="351380"/>
                  <a:ext cx="1144080" cy="59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C5073A-3B1D-30F5-A12F-7B8AEEF6B9DF}"/>
              </a:ext>
            </a:extLst>
          </p:cNvPr>
          <p:cNvGrpSpPr/>
          <p:nvPr/>
        </p:nvGrpSpPr>
        <p:grpSpPr>
          <a:xfrm>
            <a:off x="3295195" y="240860"/>
            <a:ext cx="2893680" cy="536040"/>
            <a:chOff x="3295195" y="240860"/>
            <a:chExt cx="289368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15E661-9982-0AA4-587D-A3A532955505}"/>
                    </a:ext>
                  </a:extLst>
                </p14:cNvPr>
                <p14:cNvContentPartPr/>
                <p14:nvPr/>
              </p14:nvContentPartPr>
              <p14:xfrm>
                <a:off x="3295195" y="240860"/>
                <a:ext cx="551520" cy="48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15E661-9982-0AA4-587D-A3A532955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86195" y="231860"/>
                  <a:ext cx="5691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B543B3-7C4F-A0EB-D0AB-437061A2999B}"/>
                    </a:ext>
                  </a:extLst>
                </p14:cNvPr>
                <p14:cNvContentPartPr/>
                <p14:nvPr/>
              </p14:nvContentPartPr>
              <p14:xfrm>
                <a:off x="4073515" y="241580"/>
                <a:ext cx="1195200" cy="45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B543B3-7C4F-A0EB-D0AB-437061A299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64515" y="232580"/>
                  <a:ext cx="12128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3EDB75-63CD-05C5-704A-B7F807D1465B}"/>
                    </a:ext>
                  </a:extLst>
                </p14:cNvPr>
                <p14:cNvContentPartPr/>
                <p14:nvPr/>
              </p14:nvContentPartPr>
              <p14:xfrm>
                <a:off x="5420635" y="329420"/>
                <a:ext cx="25560" cy="8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3EDB75-63CD-05C5-704A-B7F807D146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11995" y="320420"/>
                  <a:ext cx="43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3C85A5-EBD8-4732-A5F2-ECE74239B04C}"/>
                    </a:ext>
                  </a:extLst>
                </p14:cNvPr>
                <p14:cNvContentPartPr/>
                <p14:nvPr/>
              </p14:nvContentPartPr>
              <p14:xfrm>
                <a:off x="5518195" y="333740"/>
                <a:ext cx="670680" cy="44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3C85A5-EBD8-4732-A5F2-ECE74239B0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09555" y="325100"/>
                  <a:ext cx="688320" cy="46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804B2C-503D-BEFC-4F48-4EAC9A3D3744}"/>
              </a:ext>
            </a:extLst>
          </p:cNvPr>
          <p:cNvGrpSpPr/>
          <p:nvPr/>
        </p:nvGrpSpPr>
        <p:grpSpPr>
          <a:xfrm>
            <a:off x="8059075" y="265340"/>
            <a:ext cx="2884320" cy="1099800"/>
            <a:chOff x="8059075" y="265340"/>
            <a:chExt cx="2884320" cy="10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4BD669-68B5-669D-EB11-00A890911D68}"/>
                    </a:ext>
                  </a:extLst>
                </p14:cNvPr>
                <p14:cNvContentPartPr/>
                <p14:nvPr/>
              </p14:nvContentPartPr>
              <p14:xfrm>
                <a:off x="8059075" y="329780"/>
                <a:ext cx="912240" cy="538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4BD669-68B5-669D-EB11-00A890911D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0075" y="320780"/>
                  <a:ext cx="92988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36C4DA-69F9-26DB-890B-A75B2078B541}"/>
                    </a:ext>
                  </a:extLst>
                </p14:cNvPr>
                <p14:cNvContentPartPr/>
                <p14:nvPr/>
              </p14:nvContentPartPr>
              <p14:xfrm>
                <a:off x="9160315" y="585380"/>
                <a:ext cx="237600" cy="320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36C4DA-69F9-26DB-890B-A75B2078B5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51675" y="576380"/>
                  <a:ext cx="255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35E58B-55D7-34D8-16DB-979257A71DF4}"/>
                    </a:ext>
                  </a:extLst>
                </p14:cNvPr>
                <p14:cNvContentPartPr/>
                <p14:nvPr/>
              </p14:nvContentPartPr>
              <p14:xfrm>
                <a:off x="9526435" y="624260"/>
                <a:ext cx="192600" cy="276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35E58B-55D7-34D8-16DB-979257A71DF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7795" y="615260"/>
                  <a:ext cx="210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03F2C0-61A8-B414-37D3-3972B03F5157}"/>
                    </a:ext>
                  </a:extLst>
                </p14:cNvPr>
                <p14:cNvContentPartPr/>
                <p14:nvPr/>
              </p14:nvContentPartPr>
              <p14:xfrm>
                <a:off x="10012435" y="265340"/>
                <a:ext cx="138960" cy="54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03F2C0-61A8-B414-37D3-3972B03F51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03795" y="256700"/>
                  <a:ext cx="1566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421574-E88A-7105-B586-ABD774095B2F}"/>
                    </a:ext>
                  </a:extLst>
                </p14:cNvPr>
                <p14:cNvContentPartPr/>
                <p14:nvPr/>
              </p14:nvContentPartPr>
              <p14:xfrm>
                <a:off x="9959515" y="592940"/>
                <a:ext cx="284040" cy="24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421574-E88A-7105-B586-ABD774095B2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50515" y="584300"/>
                  <a:ext cx="301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63FFB4-14EA-90C8-F4E0-5A8A4D6F6420}"/>
                    </a:ext>
                  </a:extLst>
                </p14:cNvPr>
                <p14:cNvContentPartPr/>
                <p14:nvPr/>
              </p14:nvContentPartPr>
              <p14:xfrm>
                <a:off x="10481515" y="470540"/>
                <a:ext cx="13680" cy="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63FFB4-14EA-90C8-F4E0-5A8A4D6F64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72515" y="461540"/>
                  <a:ext cx="31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B0B358-2804-D114-E7F7-FF93C91BFA53}"/>
                    </a:ext>
                  </a:extLst>
                </p14:cNvPr>
                <p14:cNvContentPartPr/>
                <p14:nvPr/>
              </p14:nvContentPartPr>
              <p14:xfrm>
                <a:off x="10437235" y="633260"/>
                <a:ext cx="506160" cy="73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B0B358-2804-D114-E7F7-FF93C91BFA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28595" y="624620"/>
                  <a:ext cx="523800" cy="74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D2BA16F-3E41-1639-5E50-50330EF75615}"/>
              </a:ext>
            </a:extLst>
          </p:cNvPr>
          <p:cNvGrpSpPr/>
          <p:nvPr/>
        </p:nvGrpSpPr>
        <p:grpSpPr>
          <a:xfrm>
            <a:off x="11345875" y="703820"/>
            <a:ext cx="572040" cy="281520"/>
            <a:chOff x="11345875" y="703820"/>
            <a:chExt cx="5720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3F3AF3-7B74-BF0B-4900-7B471C2F666F}"/>
                    </a:ext>
                  </a:extLst>
                </p14:cNvPr>
                <p14:cNvContentPartPr/>
                <p14:nvPr/>
              </p14:nvContentPartPr>
              <p14:xfrm>
                <a:off x="11345875" y="703820"/>
                <a:ext cx="38880" cy="2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3F3AF3-7B74-BF0B-4900-7B471C2F66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37235" y="694820"/>
                  <a:ext cx="56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9FC90EE-659A-D579-1C44-CC2A0B8BCB8E}"/>
                    </a:ext>
                  </a:extLst>
                </p14:cNvPr>
                <p14:cNvContentPartPr/>
                <p14:nvPr/>
              </p14:nvContentPartPr>
              <p14:xfrm>
                <a:off x="11423275" y="900380"/>
                <a:ext cx="6480" cy="2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9FC90EE-659A-D579-1C44-CC2A0B8BCB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14275" y="891380"/>
                  <a:ext cx="2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D7E8E4-ACDE-10B7-4679-0A23B7CFC77F}"/>
                    </a:ext>
                  </a:extLst>
                </p14:cNvPr>
                <p14:cNvContentPartPr/>
                <p14:nvPr/>
              </p14:nvContentPartPr>
              <p14:xfrm>
                <a:off x="11393035" y="847100"/>
                <a:ext cx="52200" cy="42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D7E8E4-ACDE-10B7-4679-0A23B7CFC7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84395" y="838100"/>
                  <a:ext cx="69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A165A5-4DC8-C235-7F89-928453407A81}"/>
                    </a:ext>
                  </a:extLst>
                </p14:cNvPr>
                <p14:cNvContentPartPr/>
                <p14:nvPr/>
              </p14:nvContentPartPr>
              <p14:xfrm>
                <a:off x="11609035" y="938180"/>
                <a:ext cx="308880" cy="47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A165A5-4DC8-C235-7F89-928453407A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600035" y="929540"/>
                  <a:ext cx="32652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E6940EA-EE83-222B-F664-6C9ECDC017BB}"/>
                  </a:ext>
                </a:extLst>
              </p14:cNvPr>
              <p14:cNvContentPartPr/>
              <p14:nvPr/>
            </p14:nvContentPartPr>
            <p14:xfrm>
              <a:off x="199555" y="1795700"/>
              <a:ext cx="1682640" cy="237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E6940EA-EE83-222B-F664-6C9ECDC017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555" y="1787060"/>
                <a:ext cx="17002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40ED3D3-E6C7-6D77-478F-1FC055851C74}"/>
                  </a:ext>
                </a:extLst>
              </p14:cNvPr>
              <p14:cNvContentPartPr/>
              <p14:nvPr/>
            </p14:nvContentPartPr>
            <p14:xfrm>
              <a:off x="233395" y="1807580"/>
              <a:ext cx="160920" cy="2864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40ED3D3-E6C7-6D77-478F-1FC055851C7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395" y="1798580"/>
                <a:ext cx="178560" cy="28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4EDF0D3-5AC9-D6E9-FDFD-DCC24E0067F4}"/>
                  </a:ext>
                </a:extLst>
              </p14:cNvPr>
              <p14:cNvContentPartPr/>
              <p14:nvPr/>
            </p14:nvContentPartPr>
            <p14:xfrm>
              <a:off x="223675" y="1800740"/>
              <a:ext cx="2719800" cy="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4EDF0D3-5AC9-D6E9-FDFD-DCC24E0067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4675" y="1782740"/>
                <a:ext cx="273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DC1FF05-26A6-1880-AC16-7EA0B4DBE685}"/>
                  </a:ext>
                </a:extLst>
              </p14:cNvPr>
              <p14:cNvContentPartPr/>
              <p14:nvPr/>
            </p14:nvContentPartPr>
            <p14:xfrm>
              <a:off x="2949955" y="1783460"/>
              <a:ext cx="72360" cy="30474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DC1FF05-26A6-1880-AC16-7EA0B4DBE68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41315" y="1774820"/>
                <a:ext cx="90000" cy="30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C75D1D7-B351-D313-0EBC-9AB8CD620E50}"/>
                  </a:ext>
                </a:extLst>
              </p14:cNvPr>
              <p14:cNvContentPartPr/>
              <p14:nvPr/>
            </p14:nvContentPartPr>
            <p14:xfrm>
              <a:off x="1200355" y="4736540"/>
              <a:ext cx="1700640" cy="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C75D1D7-B351-D313-0EBC-9AB8CD620E5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91715" y="4718540"/>
                <a:ext cx="17182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7F04DE85-15C8-8200-3603-C098C77141F8}"/>
              </a:ext>
            </a:extLst>
          </p:cNvPr>
          <p:cNvGrpSpPr/>
          <p:nvPr/>
        </p:nvGrpSpPr>
        <p:grpSpPr>
          <a:xfrm>
            <a:off x="383155" y="4628900"/>
            <a:ext cx="1087920" cy="406440"/>
            <a:chOff x="383155" y="4628900"/>
            <a:chExt cx="108792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B2AE01-22FE-DDC8-2A29-4A73879C615E}"/>
                    </a:ext>
                  </a:extLst>
                </p14:cNvPr>
                <p14:cNvContentPartPr/>
                <p14:nvPr/>
              </p14:nvContentPartPr>
              <p14:xfrm>
                <a:off x="400795" y="4648700"/>
                <a:ext cx="288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B2AE01-22FE-DDC8-2A29-4A73879C61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2155" y="4639700"/>
                  <a:ext cx="20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C7A36E-31FD-0AA2-06AF-5544AB0EAB0E}"/>
                    </a:ext>
                  </a:extLst>
                </p14:cNvPr>
                <p14:cNvContentPartPr/>
                <p14:nvPr/>
              </p14:nvContentPartPr>
              <p14:xfrm>
                <a:off x="383155" y="4628900"/>
                <a:ext cx="93960" cy="406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C7A36E-31FD-0AA2-06AF-5544AB0EAB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4155" y="4620260"/>
                  <a:ext cx="111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35DEF6-7AF0-0562-7E86-29A1331AA6E8}"/>
                    </a:ext>
                  </a:extLst>
                </p14:cNvPr>
                <p14:cNvContentPartPr/>
                <p14:nvPr/>
              </p14:nvContentPartPr>
              <p14:xfrm>
                <a:off x="456595" y="4755980"/>
                <a:ext cx="1014480" cy="88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35DEF6-7AF0-0562-7E86-29A1331AA6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7595" y="4747340"/>
                  <a:ext cx="10321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3348EA9-C970-3CC4-78B1-8837F502D247}"/>
              </a:ext>
            </a:extLst>
          </p:cNvPr>
          <p:cNvGrpSpPr/>
          <p:nvPr/>
        </p:nvGrpSpPr>
        <p:grpSpPr>
          <a:xfrm>
            <a:off x="838195" y="2745020"/>
            <a:ext cx="1978560" cy="578880"/>
            <a:chOff x="838195" y="2745020"/>
            <a:chExt cx="197856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8773CCB-4B93-4D10-85A6-86256C29F1D3}"/>
                    </a:ext>
                  </a:extLst>
                </p14:cNvPr>
                <p14:cNvContentPartPr/>
                <p14:nvPr/>
              </p14:nvContentPartPr>
              <p14:xfrm>
                <a:off x="856195" y="2954180"/>
                <a:ext cx="91440" cy="369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8773CCB-4B93-4D10-85A6-86256C29F1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7195" y="2945180"/>
                  <a:ext cx="1090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A30960-AD6B-9ACD-5F3F-3A8CF50C5939}"/>
                    </a:ext>
                  </a:extLst>
                </p14:cNvPr>
                <p14:cNvContentPartPr/>
                <p14:nvPr/>
              </p14:nvContentPartPr>
              <p14:xfrm>
                <a:off x="838195" y="2769860"/>
                <a:ext cx="861120" cy="50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A30960-AD6B-9ACD-5F3F-3A8CF50C59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9195" y="2760860"/>
                  <a:ext cx="8787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EF0C63F-BEF4-BD54-653D-31AD65486D95}"/>
                    </a:ext>
                  </a:extLst>
                </p14:cNvPr>
                <p14:cNvContentPartPr/>
                <p14:nvPr/>
              </p14:nvContentPartPr>
              <p14:xfrm>
                <a:off x="1651435" y="2975420"/>
                <a:ext cx="281160" cy="16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EF0C63F-BEF4-BD54-653D-31AD65486D9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42435" y="2966420"/>
                  <a:ext cx="298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46CAD16-0D6A-F47F-2556-76B13F7043F8}"/>
                    </a:ext>
                  </a:extLst>
                </p14:cNvPr>
                <p14:cNvContentPartPr/>
                <p14:nvPr/>
              </p14:nvContentPartPr>
              <p14:xfrm>
                <a:off x="2063275" y="2746820"/>
                <a:ext cx="573480" cy="342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46CAD16-0D6A-F47F-2556-76B13F7043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54275" y="2738180"/>
                  <a:ext cx="5911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620851-805C-C4F0-763D-8A4C5614E972}"/>
                    </a:ext>
                  </a:extLst>
                </p14:cNvPr>
                <p14:cNvContentPartPr/>
                <p14:nvPr/>
              </p14:nvContentPartPr>
              <p14:xfrm>
                <a:off x="2598955" y="2759060"/>
                <a:ext cx="156960" cy="27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620851-805C-C4F0-763D-8A4C5614E9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90315" y="2750420"/>
                  <a:ext cx="174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6B0451-CD01-F7F3-8457-817220C3E55B}"/>
                    </a:ext>
                  </a:extLst>
                </p14:cNvPr>
                <p14:cNvContentPartPr/>
                <p14:nvPr/>
              </p14:nvContentPartPr>
              <p14:xfrm>
                <a:off x="2806675" y="2745020"/>
                <a:ext cx="10080" cy="3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6B0451-CD01-F7F3-8457-817220C3E5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97675" y="2736380"/>
                  <a:ext cx="2772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C04AF7C-095A-DBD5-73F5-83C666C3E67E}"/>
                  </a:ext>
                </a:extLst>
              </p14:cNvPr>
              <p14:cNvContentPartPr/>
              <p14:nvPr/>
            </p14:nvContentPartPr>
            <p14:xfrm>
              <a:off x="2943835" y="2779580"/>
              <a:ext cx="1146600" cy="655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C04AF7C-095A-DBD5-73F5-83C666C3E67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35195" y="2770940"/>
                <a:ext cx="11642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9CCB72B-9416-B8A8-9661-D0F132AAA060}"/>
                  </a:ext>
                </a:extLst>
              </p14:cNvPr>
              <p14:cNvContentPartPr/>
              <p14:nvPr/>
            </p14:nvContentPartPr>
            <p14:xfrm>
              <a:off x="9235915" y="2209700"/>
              <a:ext cx="143640" cy="564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9CCB72B-9416-B8A8-9661-D0F132AAA06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226915" y="2201060"/>
                <a:ext cx="1612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28DEC1-76F5-221E-1E85-C1305433456A}"/>
                  </a:ext>
                </a:extLst>
              </p14:cNvPr>
              <p14:cNvContentPartPr/>
              <p14:nvPr/>
            </p14:nvContentPartPr>
            <p14:xfrm>
              <a:off x="9149155" y="2071820"/>
              <a:ext cx="738360" cy="8661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28DEC1-76F5-221E-1E85-C1305433456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40155" y="2062820"/>
                <a:ext cx="756000" cy="8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8B61C33-AA62-858E-0012-372466E8E9D1}"/>
                  </a:ext>
                </a:extLst>
              </p14:cNvPr>
              <p14:cNvContentPartPr/>
              <p14:nvPr/>
            </p14:nvContentPartPr>
            <p14:xfrm>
              <a:off x="9532195" y="2378540"/>
              <a:ext cx="191160" cy="182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8B61C33-AA62-858E-0012-372466E8E9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523195" y="2369900"/>
                <a:ext cx="2088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BDD33CF-8100-E02B-B744-4D80037D19DA}"/>
                  </a:ext>
                </a:extLst>
              </p14:cNvPr>
              <p14:cNvContentPartPr/>
              <p14:nvPr/>
            </p14:nvContentPartPr>
            <p14:xfrm>
              <a:off x="9667555" y="2405540"/>
              <a:ext cx="124560" cy="1695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BDD33CF-8100-E02B-B744-4D80037D19D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658555" y="2396540"/>
                <a:ext cx="1422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16D9F3-27FC-09C9-BE99-BFA5478184A4}"/>
                  </a:ext>
                </a:extLst>
              </p14:cNvPr>
              <p14:cNvContentPartPr/>
              <p14:nvPr/>
            </p14:nvContentPartPr>
            <p14:xfrm>
              <a:off x="6676675" y="2337140"/>
              <a:ext cx="81360" cy="650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16D9F3-27FC-09C9-BE99-BFA5478184A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668035" y="2328140"/>
                <a:ext cx="99000" cy="6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E83110A-F6B7-0D0F-8915-D5A5F593E2CC}"/>
                  </a:ext>
                </a:extLst>
              </p14:cNvPr>
              <p14:cNvContentPartPr/>
              <p14:nvPr/>
            </p14:nvContentPartPr>
            <p14:xfrm>
              <a:off x="6448075" y="2225180"/>
              <a:ext cx="912960" cy="850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E83110A-F6B7-0D0F-8915-D5A5F593E2C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439075" y="2216180"/>
                <a:ext cx="93060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31903AF-D535-F44A-E86E-2C11B0B2EE29}"/>
                  </a:ext>
                </a:extLst>
              </p14:cNvPr>
              <p14:cNvContentPartPr/>
              <p14:nvPr/>
            </p14:nvContentPartPr>
            <p14:xfrm>
              <a:off x="6853075" y="2585540"/>
              <a:ext cx="195840" cy="138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31903AF-D535-F44A-E86E-2C11B0B2EE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844435" y="2576900"/>
                <a:ext cx="2134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B78F808-4AF7-82E9-FFBB-087162660672}"/>
                  </a:ext>
                </a:extLst>
              </p14:cNvPr>
              <p14:cNvContentPartPr/>
              <p14:nvPr/>
            </p14:nvContentPartPr>
            <p14:xfrm>
              <a:off x="7080955" y="2659340"/>
              <a:ext cx="123480" cy="124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B78F808-4AF7-82E9-FFBB-08716266067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72315" y="2650700"/>
                <a:ext cx="1411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16B6B41-8402-9E62-D2F7-87CD09D6C134}"/>
                  </a:ext>
                </a:extLst>
              </p14:cNvPr>
              <p14:cNvContentPartPr/>
              <p14:nvPr/>
            </p14:nvContentPartPr>
            <p14:xfrm>
              <a:off x="4981795" y="2644220"/>
              <a:ext cx="1726920" cy="1857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16B6B41-8402-9E62-D2F7-87CD09D6C1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72795" y="2635220"/>
                <a:ext cx="17445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43CB9F9-EAC9-2805-C343-AF7A01E7CA9F}"/>
                  </a:ext>
                </a:extLst>
              </p14:cNvPr>
              <p14:cNvContentPartPr/>
              <p14:nvPr/>
            </p14:nvContentPartPr>
            <p14:xfrm>
              <a:off x="6391555" y="2692100"/>
              <a:ext cx="217080" cy="2707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43CB9F9-EAC9-2805-C343-AF7A01E7CA9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82555" y="2683100"/>
                <a:ext cx="2347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9ABC9CF-4804-120D-E14B-10F740656173}"/>
                  </a:ext>
                </a:extLst>
              </p14:cNvPr>
              <p14:cNvContentPartPr/>
              <p14:nvPr/>
            </p14:nvContentPartPr>
            <p14:xfrm>
              <a:off x="6871435" y="2791820"/>
              <a:ext cx="24480" cy="27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9ABC9CF-4804-120D-E14B-10F74065617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862435" y="2782820"/>
                <a:ext cx="42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1B2492C-AF79-78F9-92E1-6BF581A6D8B5}"/>
                  </a:ext>
                </a:extLst>
              </p14:cNvPr>
              <p14:cNvContentPartPr/>
              <p14:nvPr/>
            </p14:nvContentPartPr>
            <p14:xfrm>
              <a:off x="7213795" y="3243260"/>
              <a:ext cx="231840" cy="1670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1B2492C-AF79-78F9-92E1-6BF581A6D8B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05155" y="3234260"/>
                <a:ext cx="2494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433B038-1933-5799-D0E4-991768023751}"/>
                  </a:ext>
                </a:extLst>
              </p14:cNvPr>
              <p14:cNvContentPartPr/>
              <p14:nvPr/>
            </p14:nvContentPartPr>
            <p14:xfrm>
              <a:off x="7366795" y="2602460"/>
              <a:ext cx="1939680" cy="2282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433B038-1933-5799-D0E4-9917680237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358155" y="2593820"/>
                <a:ext cx="19573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4609477-14A6-295E-C08E-4A337F0BC6E5}"/>
                  </a:ext>
                </a:extLst>
              </p14:cNvPr>
              <p14:cNvContentPartPr/>
              <p14:nvPr/>
            </p14:nvContentPartPr>
            <p14:xfrm>
              <a:off x="9924235" y="2470700"/>
              <a:ext cx="1495080" cy="132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4609477-14A6-295E-C08E-4A337F0BC6E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915595" y="2461700"/>
                <a:ext cx="15127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276A62D-545C-C55F-01FF-5CEEDF51D52B}"/>
                  </a:ext>
                </a:extLst>
              </p14:cNvPr>
              <p14:cNvContentPartPr/>
              <p14:nvPr/>
            </p14:nvContentPartPr>
            <p14:xfrm>
              <a:off x="4149475" y="2549180"/>
              <a:ext cx="66960" cy="619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276A62D-545C-C55F-01FF-5CEEDF51D52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40475" y="2540540"/>
                <a:ext cx="8460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98D2201-D736-1FEB-F092-4CA902936E5A}"/>
                  </a:ext>
                </a:extLst>
              </p14:cNvPr>
              <p14:cNvContentPartPr/>
              <p14:nvPr/>
            </p14:nvContentPartPr>
            <p14:xfrm>
              <a:off x="4151635" y="2405540"/>
              <a:ext cx="915120" cy="9043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98D2201-D736-1FEB-F092-4CA902936E5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142995" y="2396540"/>
                <a:ext cx="932760" cy="9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8060C9F-EDD2-4783-DC13-AF6281FE326A}"/>
                  </a:ext>
                </a:extLst>
              </p14:cNvPr>
              <p14:cNvContentPartPr/>
              <p14:nvPr/>
            </p14:nvContentPartPr>
            <p14:xfrm>
              <a:off x="4337755" y="2635580"/>
              <a:ext cx="312840" cy="322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8060C9F-EDD2-4783-DC13-AF6281FE326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29115" y="2626940"/>
                <a:ext cx="3304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0260C26-B255-1432-D91B-5DE7722AD17C}"/>
                  </a:ext>
                </a:extLst>
              </p14:cNvPr>
              <p14:cNvContentPartPr/>
              <p14:nvPr/>
            </p14:nvContentPartPr>
            <p14:xfrm>
              <a:off x="4725115" y="2699660"/>
              <a:ext cx="69480" cy="151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0260C26-B255-1432-D91B-5DE7722AD17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16115" y="2690660"/>
                <a:ext cx="871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1B4B430-B362-D1B8-A333-5D3FD21DD903}"/>
                  </a:ext>
                </a:extLst>
              </p14:cNvPr>
              <p14:cNvContentPartPr/>
              <p14:nvPr/>
            </p14:nvContentPartPr>
            <p14:xfrm>
              <a:off x="4612075" y="3468980"/>
              <a:ext cx="155520" cy="2631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1B4B430-B362-D1B8-A333-5D3FD21DD90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603075" y="3459980"/>
                <a:ext cx="1731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2A51607-ED2E-5A0C-B72D-57D2836F0B8C}"/>
                  </a:ext>
                </a:extLst>
              </p14:cNvPr>
              <p14:cNvContentPartPr/>
              <p14:nvPr/>
            </p14:nvContentPartPr>
            <p14:xfrm>
              <a:off x="4875595" y="3444140"/>
              <a:ext cx="66600" cy="385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2A51607-ED2E-5A0C-B72D-57D2836F0B8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66955" y="3435140"/>
                <a:ext cx="842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A1B9BDF-36A8-F26C-BB79-0BF215C273F6}"/>
                  </a:ext>
                </a:extLst>
              </p14:cNvPr>
              <p14:cNvContentPartPr/>
              <p14:nvPr/>
            </p14:nvContentPartPr>
            <p14:xfrm>
              <a:off x="4148395" y="3213740"/>
              <a:ext cx="265680" cy="10720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A1B9BDF-36A8-F26C-BB79-0BF215C273F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139755" y="3204740"/>
                <a:ext cx="283320" cy="10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20F073F-BA76-1721-622E-33FE6C8F4A53}"/>
                  </a:ext>
                </a:extLst>
              </p14:cNvPr>
              <p14:cNvContentPartPr/>
              <p14:nvPr/>
            </p14:nvContentPartPr>
            <p14:xfrm>
              <a:off x="3791635" y="4198340"/>
              <a:ext cx="781560" cy="461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20F073F-BA76-1721-622E-33FE6C8F4A5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782995" y="4189340"/>
                <a:ext cx="79920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E145632-6AED-E9B7-528D-591E14EBAD13}"/>
                  </a:ext>
                </a:extLst>
              </p14:cNvPr>
              <p14:cNvContentPartPr/>
              <p14:nvPr/>
            </p14:nvContentPartPr>
            <p14:xfrm>
              <a:off x="3608395" y="4793780"/>
              <a:ext cx="537840" cy="4107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E145632-6AED-E9B7-528D-591E14EBAD1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99395" y="4785140"/>
                <a:ext cx="5554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B80AB8D-0223-1DE4-A774-D62BF9DDD1D8}"/>
                  </a:ext>
                </a:extLst>
              </p14:cNvPr>
              <p14:cNvContentPartPr/>
              <p14:nvPr/>
            </p14:nvContentPartPr>
            <p14:xfrm>
              <a:off x="4221115" y="4786580"/>
              <a:ext cx="865800" cy="492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B80AB8D-0223-1DE4-A774-D62BF9DDD1D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12475" y="4777580"/>
                <a:ext cx="88344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E41C3AF-56A6-7323-B14E-BAD6355E34CC}"/>
                  </a:ext>
                </a:extLst>
              </p14:cNvPr>
              <p14:cNvContentPartPr/>
              <p14:nvPr/>
            </p14:nvContentPartPr>
            <p14:xfrm>
              <a:off x="4220035" y="5369060"/>
              <a:ext cx="253440" cy="482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E41C3AF-56A6-7323-B14E-BAD6355E34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11035" y="5360420"/>
                <a:ext cx="27108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10F496C-CB56-D8C3-4A69-B7F300C1950E}"/>
                  </a:ext>
                </a:extLst>
              </p14:cNvPr>
              <p14:cNvContentPartPr/>
              <p14:nvPr/>
            </p14:nvContentPartPr>
            <p14:xfrm>
              <a:off x="4665715" y="5649140"/>
              <a:ext cx="300600" cy="174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10F496C-CB56-D8C3-4A69-B7F300C1950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57075" y="5640500"/>
                <a:ext cx="3182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597B486-FC32-4295-252C-46445F08E81C}"/>
                  </a:ext>
                </a:extLst>
              </p14:cNvPr>
              <p14:cNvContentPartPr/>
              <p14:nvPr/>
            </p14:nvContentPartPr>
            <p14:xfrm>
              <a:off x="5189155" y="5567780"/>
              <a:ext cx="264600" cy="2250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597B486-FC32-4295-252C-46445F08E81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80515" y="5558780"/>
                <a:ext cx="2822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FD61AB1-8F46-8E80-B730-F74F7C320B56}"/>
                  </a:ext>
                </a:extLst>
              </p14:cNvPr>
              <p14:cNvContentPartPr/>
              <p14:nvPr/>
            </p14:nvContentPartPr>
            <p14:xfrm>
              <a:off x="5448355" y="5621060"/>
              <a:ext cx="535680" cy="2001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FD61AB1-8F46-8E80-B730-F74F7C320B5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39715" y="5612060"/>
                <a:ext cx="5533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65AA34B-489A-8CE6-74BD-A73F41E528C6}"/>
                  </a:ext>
                </a:extLst>
              </p14:cNvPr>
              <p14:cNvContentPartPr/>
              <p14:nvPr/>
            </p14:nvContentPartPr>
            <p14:xfrm>
              <a:off x="6157555" y="5763260"/>
              <a:ext cx="13680" cy="68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65AA34B-489A-8CE6-74BD-A73F41E528C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148555" y="5754260"/>
                <a:ext cx="3132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F2D4DCF-05E2-0295-76A6-2A262B1B2D35}"/>
              </a:ext>
            </a:extLst>
          </p:cNvPr>
          <p:cNvGrpSpPr/>
          <p:nvPr/>
        </p:nvGrpSpPr>
        <p:grpSpPr>
          <a:xfrm>
            <a:off x="6726715" y="3317060"/>
            <a:ext cx="1189080" cy="1616760"/>
            <a:chOff x="6726715" y="3317060"/>
            <a:chExt cx="1189080" cy="161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D24DBD-5CB8-E80B-4ABD-325A11FF4033}"/>
                    </a:ext>
                  </a:extLst>
                </p14:cNvPr>
                <p14:cNvContentPartPr/>
                <p14:nvPr/>
              </p14:nvContentPartPr>
              <p14:xfrm>
                <a:off x="7035235" y="3317060"/>
                <a:ext cx="138960" cy="516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D24DBD-5CB8-E80B-4ABD-325A11FF403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26595" y="3308060"/>
                  <a:ext cx="1566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7D99696-39E8-8926-C724-DAB9BB5EEEB4}"/>
                    </a:ext>
                  </a:extLst>
                </p14:cNvPr>
                <p14:cNvContentPartPr/>
                <p14:nvPr/>
              </p14:nvContentPartPr>
              <p14:xfrm>
                <a:off x="6839035" y="3904220"/>
                <a:ext cx="556200" cy="358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7D99696-39E8-8926-C724-DAB9BB5EEEB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30035" y="3895220"/>
                  <a:ext cx="573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23D30CC-3907-ABB2-2F78-CEA34F720B30}"/>
                    </a:ext>
                  </a:extLst>
                </p14:cNvPr>
                <p14:cNvContentPartPr/>
                <p14:nvPr/>
              </p14:nvContentPartPr>
              <p14:xfrm>
                <a:off x="6726715" y="4525940"/>
                <a:ext cx="391680" cy="15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23D30CC-3907-ABB2-2F78-CEA34F720B3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17715" y="4517300"/>
                  <a:ext cx="409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405045B-3331-81A4-B328-7FC0BA4DDB44}"/>
                    </a:ext>
                  </a:extLst>
                </p14:cNvPr>
                <p14:cNvContentPartPr/>
                <p14:nvPr/>
              </p14:nvContentPartPr>
              <p14:xfrm>
                <a:off x="7400635" y="4390220"/>
                <a:ext cx="193320" cy="543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405045B-3331-81A4-B328-7FC0BA4DDB4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91995" y="4381580"/>
                  <a:ext cx="21096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3A92A83-33F0-21DA-16FA-31DF5931ADF8}"/>
                    </a:ext>
                  </a:extLst>
                </p14:cNvPr>
                <p14:cNvContentPartPr/>
                <p14:nvPr/>
              </p14:nvContentPartPr>
              <p14:xfrm>
                <a:off x="7879435" y="4813580"/>
                <a:ext cx="36360" cy="61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3A92A83-33F0-21DA-16FA-31DF5931ADF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70435" y="4804580"/>
                  <a:ext cx="540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BBC7058-B9EA-FE6E-3558-9E3A03C6F262}"/>
              </a:ext>
            </a:extLst>
          </p:cNvPr>
          <p:cNvGrpSpPr/>
          <p:nvPr/>
        </p:nvGrpSpPr>
        <p:grpSpPr>
          <a:xfrm>
            <a:off x="9423115" y="3177020"/>
            <a:ext cx="922320" cy="1610280"/>
            <a:chOff x="9423115" y="3177020"/>
            <a:chExt cx="922320" cy="16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1C4CD8-DA7E-FBEF-F4D9-C10C16734480}"/>
                    </a:ext>
                  </a:extLst>
                </p14:cNvPr>
                <p14:cNvContentPartPr/>
                <p14:nvPr/>
              </p14:nvContentPartPr>
              <p14:xfrm>
                <a:off x="9846115" y="3177020"/>
                <a:ext cx="158400" cy="561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1C4CD8-DA7E-FBEF-F4D9-C10C167344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37115" y="3168380"/>
                  <a:ext cx="1760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F5061AA-8BA2-3E9F-0309-B3D9CDAC3065}"/>
                    </a:ext>
                  </a:extLst>
                </p14:cNvPr>
                <p14:cNvContentPartPr/>
                <p14:nvPr/>
              </p14:nvContentPartPr>
              <p14:xfrm>
                <a:off x="9580435" y="3868220"/>
                <a:ext cx="694080" cy="263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F5061AA-8BA2-3E9F-0309-B3D9CDAC30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71435" y="3859580"/>
                  <a:ext cx="711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36DA677-C1CD-FD71-47DC-19FCC5205BF7}"/>
                    </a:ext>
                  </a:extLst>
                </p14:cNvPr>
                <p14:cNvContentPartPr/>
                <p14:nvPr/>
              </p14:nvContentPartPr>
              <p14:xfrm>
                <a:off x="9423115" y="4302380"/>
                <a:ext cx="635400" cy="370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36DA677-C1CD-FD71-47DC-19FCC5205BF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14475" y="4293740"/>
                  <a:ext cx="6530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8FCA80B-C4F3-3ED8-2E71-A37F4911B4A3}"/>
                    </a:ext>
                  </a:extLst>
                </p14:cNvPr>
                <p14:cNvContentPartPr/>
                <p14:nvPr/>
              </p14:nvContentPartPr>
              <p14:xfrm>
                <a:off x="10070395" y="4337300"/>
                <a:ext cx="275040" cy="450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8FCA80B-C4F3-3ED8-2E71-A37F4911B4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61755" y="4328300"/>
                  <a:ext cx="292680" cy="46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29A70D4-BA6E-C5F1-6C18-6D4BCD3D6B8C}"/>
                  </a:ext>
                </a:extLst>
              </p14:cNvPr>
              <p14:cNvContentPartPr/>
              <p14:nvPr/>
            </p14:nvContentPartPr>
            <p14:xfrm>
              <a:off x="11751235" y="2981540"/>
              <a:ext cx="181800" cy="5234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29A70D4-BA6E-C5F1-6C18-6D4BCD3D6B8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742235" y="2972900"/>
                <a:ext cx="199440" cy="54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669443E-DD11-DCEC-5FFB-B024AEDB42B2}"/>
              </a:ext>
            </a:extLst>
          </p:cNvPr>
          <p:cNvGrpSpPr/>
          <p:nvPr/>
        </p:nvGrpSpPr>
        <p:grpSpPr>
          <a:xfrm>
            <a:off x="11501035" y="3771380"/>
            <a:ext cx="511200" cy="304560"/>
            <a:chOff x="11501035" y="3771380"/>
            <a:chExt cx="51120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78F6B89-4A29-B88A-20ED-4E3C53B8B506}"/>
                    </a:ext>
                  </a:extLst>
                </p14:cNvPr>
                <p14:cNvContentPartPr/>
                <p14:nvPr/>
              </p14:nvContentPartPr>
              <p14:xfrm>
                <a:off x="11501035" y="3771380"/>
                <a:ext cx="279000" cy="243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78F6B89-4A29-B88A-20ED-4E3C53B8B50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92395" y="3762380"/>
                  <a:ext cx="296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E344C8-1EC3-04EF-EE01-8432F7A1F93F}"/>
                    </a:ext>
                  </a:extLst>
                </p14:cNvPr>
                <p14:cNvContentPartPr/>
                <p14:nvPr/>
              </p14:nvContentPartPr>
              <p14:xfrm>
                <a:off x="11889115" y="3797660"/>
                <a:ext cx="123120" cy="27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E344C8-1EC3-04EF-EE01-8432F7A1F9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80115" y="3789020"/>
                  <a:ext cx="14076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AD7B4D3-97CB-CDBE-765F-B7890330439E}"/>
              </a:ext>
            </a:extLst>
          </p:cNvPr>
          <p:cNvGrpSpPr/>
          <p:nvPr/>
        </p:nvGrpSpPr>
        <p:grpSpPr>
          <a:xfrm>
            <a:off x="11116915" y="2052740"/>
            <a:ext cx="1071360" cy="964440"/>
            <a:chOff x="11116915" y="2052740"/>
            <a:chExt cx="1071360" cy="96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0B6A6C-01B8-12B8-9D7B-E6A8A3044E08}"/>
                    </a:ext>
                  </a:extLst>
                </p14:cNvPr>
                <p14:cNvContentPartPr/>
                <p14:nvPr/>
              </p14:nvContentPartPr>
              <p14:xfrm>
                <a:off x="11178475" y="2185220"/>
                <a:ext cx="206280" cy="60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0B6A6C-01B8-12B8-9D7B-E6A8A3044E0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169835" y="2176220"/>
                  <a:ext cx="2239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B62167-35C2-C36D-19D6-398E245D194E}"/>
                    </a:ext>
                  </a:extLst>
                </p14:cNvPr>
                <p14:cNvContentPartPr/>
                <p14:nvPr/>
              </p14:nvContentPartPr>
              <p14:xfrm>
                <a:off x="11116915" y="2052740"/>
                <a:ext cx="865800" cy="964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B62167-35C2-C36D-19D6-398E245D194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107915" y="2043740"/>
                  <a:ext cx="88344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95402B9-A0C1-215A-4385-A2B053B78AF7}"/>
                    </a:ext>
                  </a:extLst>
                </p14:cNvPr>
                <p14:cNvContentPartPr/>
                <p14:nvPr/>
              </p14:nvContentPartPr>
              <p14:xfrm>
                <a:off x="11468995" y="2421740"/>
                <a:ext cx="123480" cy="243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95402B9-A0C1-215A-4385-A2B053B78A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460355" y="2412740"/>
                  <a:ext cx="141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A5DA977-52B9-2399-D52A-2F5969765715}"/>
                    </a:ext>
                  </a:extLst>
                </p14:cNvPr>
                <p14:cNvContentPartPr/>
                <p14:nvPr/>
              </p14:nvContentPartPr>
              <p14:xfrm>
                <a:off x="11609035" y="2401220"/>
                <a:ext cx="157320" cy="286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A5DA977-52B9-2399-D52A-2F59697657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00035" y="2392220"/>
                  <a:ext cx="174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AE3E5F5-0D55-87E2-D425-C200B953B477}"/>
                    </a:ext>
                  </a:extLst>
                </p14:cNvPr>
                <p14:cNvContentPartPr/>
                <p14:nvPr/>
              </p14:nvContentPartPr>
              <p14:xfrm>
                <a:off x="11778955" y="2495540"/>
                <a:ext cx="127440" cy="12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AE3E5F5-0D55-87E2-D425-C200B953B47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69955" y="2486540"/>
                  <a:ext cx="145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30E2F9-EE4F-419F-75F7-AA472A126126}"/>
                    </a:ext>
                  </a:extLst>
                </p14:cNvPr>
                <p14:cNvContentPartPr/>
                <p14:nvPr/>
              </p14:nvContentPartPr>
              <p14:xfrm>
                <a:off x="11961115" y="2479340"/>
                <a:ext cx="10080" cy="20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30E2F9-EE4F-419F-75F7-AA472A12612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952115" y="2470340"/>
                  <a:ext cx="27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700621-A800-ED48-170C-4F08B73E566E}"/>
                    </a:ext>
                  </a:extLst>
                </p14:cNvPr>
                <p14:cNvContentPartPr/>
                <p14:nvPr/>
              </p14:nvContentPartPr>
              <p14:xfrm>
                <a:off x="11888755" y="2714060"/>
                <a:ext cx="113760" cy="36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700621-A800-ED48-170C-4F08B73E56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879755" y="2705420"/>
                  <a:ext cx="131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03E6E4C-3944-F336-C802-592F3EE2C5CB}"/>
                    </a:ext>
                  </a:extLst>
                </p14:cNvPr>
                <p14:cNvContentPartPr/>
                <p14:nvPr/>
              </p14:nvContentPartPr>
              <p14:xfrm>
                <a:off x="12004315" y="2760500"/>
                <a:ext cx="60480" cy="27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03E6E4C-3944-F336-C802-592F3EE2C5C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995675" y="2751500"/>
                  <a:ext cx="78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F3C27E6-14A9-64A7-0A88-158B15222DBB}"/>
                    </a:ext>
                  </a:extLst>
                </p14:cNvPr>
                <p14:cNvContentPartPr/>
                <p14:nvPr/>
              </p14:nvContentPartPr>
              <p14:xfrm>
                <a:off x="11923675" y="2742860"/>
                <a:ext cx="84600" cy="28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F3C27E6-14A9-64A7-0A88-158B15222D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914675" y="2734220"/>
                  <a:ext cx="102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636865-EFBF-D291-A261-BA28E5618553}"/>
                    </a:ext>
                  </a:extLst>
                </p14:cNvPr>
                <p14:cNvContentPartPr/>
                <p14:nvPr/>
              </p14:nvContentPartPr>
              <p14:xfrm>
                <a:off x="12007915" y="2778860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636865-EFBF-D291-A261-BA28E561855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999275" y="27698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4810F04-4771-9773-8EC0-B544AC688C75}"/>
                    </a:ext>
                  </a:extLst>
                </p14:cNvPr>
                <p14:cNvContentPartPr/>
                <p14:nvPr/>
              </p14:nvContentPartPr>
              <p14:xfrm>
                <a:off x="11969395" y="2756900"/>
                <a:ext cx="97920" cy="19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4810F04-4771-9773-8EC0-B544AC688C7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960755" y="2748260"/>
                  <a:ext cx="115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C81E860-54C4-452F-85A3-355D49EAA3AD}"/>
                    </a:ext>
                  </a:extLst>
                </p14:cNvPr>
                <p14:cNvContentPartPr/>
                <p14:nvPr/>
              </p14:nvContentPartPr>
              <p14:xfrm>
                <a:off x="12037075" y="2766980"/>
                <a:ext cx="122040" cy="34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C81E860-54C4-452F-85A3-355D49EAA3A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028075" y="2757980"/>
                  <a:ext cx="139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8B58A2-69AC-D340-79E7-381ACAD28373}"/>
                    </a:ext>
                  </a:extLst>
                </p14:cNvPr>
                <p14:cNvContentPartPr/>
                <p14:nvPr/>
              </p14:nvContentPartPr>
              <p14:xfrm>
                <a:off x="12014035" y="2755820"/>
                <a:ext cx="97920" cy="53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8B58A2-69AC-D340-79E7-381ACAD2837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005035" y="2747180"/>
                  <a:ext cx="115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46FEB73-8463-3589-1EF9-10ABF9D220EA}"/>
                    </a:ext>
                  </a:extLst>
                </p14:cNvPr>
                <p14:cNvContentPartPr/>
                <p14:nvPr/>
              </p14:nvContentPartPr>
              <p14:xfrm>
                <a:off x="11981635" y="2774540"/>
                <a:ext cx="206640" cy="41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46FEB73-8463-3589-1EF9-10ABF9D220E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972635" y="2765540"/>
                  <a:ext cx="2242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D6971DA-135A-AB44-8F2F-A0671F47A29E}"/>
              </a:ext>
            </a:extLst>
          </p:cNvPr>
          <p:cNvGrpSpPr/>
          <p:nvPr/>
        </p:nvGrpSpPr>
        <p:grpSpPr>
          <a:xfrm>
            <a:off x="8923435" y="2707220"/>
            <a:ext cx="3315240" cy="4009320"/>
            <a:chOff x="8923435" y="2707220"/>
            <a:chExt cx="3315240" cy="40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CE8624-C708-2D61-9308-04B2E6565926}"/>
                    </a:ext>
                  </a:extLst>
                </p14:cNvPr>
                <p14:cNvContentPartPr/>
                <p14:nvPr/>
              </p14:nvContentPartPr>
              <p14:xfrm>
                <a:off x="10954195" y="2707220"/>
                <a:ext cx="1284480" cy="3157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CE8624-C708-2D61-9308-04B2E65659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45555" y="2698220"/>
                  <a:ext cx="1302120" cy="31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D988EEB-BC0D-D5A7-44B2-7E8679BDBC89}"/>
                    </a:ext>
                  </a:extLst>
                </p14:cNvPr>
                <p14:cNvContentPartPr/>
                <p14:nvPr/>
              </p14:nvContentPartPr>
              <p14:xfrm>
                <a:off x="8923435" y="5855060"/>
                <a:ext cx="797040" cy="792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D988EEB-BC0D-D5A7-44B2-7E8679BDBC8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14795" y="5846060"/>
                  <a:ext cx="81468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35BC51D-FFE6-E78F-6456-725063E9FD38}"/>
                    </a:ext>
                  </a:extLst>
                </p14:cNvPr>
                <p14:cNvContentPartPr/>
                <p14:nvPr/>
              </p14:nvContentPartPr>
              <p14:xfrm>
                <a:off x="9879235" y="6056300"/>
                <a:ext cx="222480" cy="488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35BC51D-FFE6-E78F-6456-725063E9FD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70595" y="6047300"/>
                  <a:ext cx="2401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897436A-4437-282F-2A79-68B22DE12395}"/>
                    </a:ext>
                  </a:extLst>
                </p14:cNvPr>
                <p14:cNvContentPartPr/>
                <p14:nvPr/>
              </p14:nvContentPartPr>
              <p14:xfrm>
                <a:off x="10017115" y="6117860"/>
                <a:ext cx="459720" cy="46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897436A-4437-282F-2A79-68B22DE1239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08475" y="6109220"/>
                  <a:ext cx="477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8EBF036-8005-05D4-0875-F02A138F5097}"/>
                    </a:ext>
                  </a:extLst>
                </p14:cNvPr>
                <p14:cNvContentPartPr/>
                <p14:nvPr/>
              </p14:nvContentPartPr>
              <p14:xfrm>
                <a:off x="10217275" y="6344660"/>
                <a:ext cx="623880" cy="246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8EBF036-8005-05D4-0875-F02A138F50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08635" y="6336020"/>
                  <a:ext cx="6415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A785BD2-A666-CF8B-70CF-2CE619B9251F}"/>
                    </a:ext>
                  </a:extLst>
                </p14:cNvPr>
                <p14:cNvContentPartPr/>
                <p14:nvPr/>
              </p14:nvContentPartPr>
              <p14:xfrm>
                <a:off x="10977235" y="6358700"/>
                <a:ext cx="502920" cy="357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A785BD2-A666-CF8B-70CF-2CE619B9251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68595" y="6349700"/>
                  <a:ext cx="520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3A5CCB1-A6E2-2678-1113-8B51BD1544AC}"/>
                    </a:ext>
                  </a:extLst>
                </p14:cNvPr>
                <p14:cNvContentPartPr/>
                <p14:nvPr/>
              </p14:nvContentPartPr>
              <p14:xfrm>
                <a:off x="11525875" y="6122180"/>
                <a:ext cx="210960" cy="424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3A5CCB1-A6E2-2678-1113-8B51BD1544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17235" y="6113540"/>
                  <a:ext cx="2286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F8D386A-817D-2516-D67C-DBADAD425B88}"/>
                    </a:ext>
                  </a:extLst>
                </p14:cNvPr>
                <p14:cNvContentPartPr/>
                <p14:nvPr/>
              </p14:nvContentPartPr>
              <p14:xfrm>
                <a:off x="11835475" y="6388220"/>
                <a:ext cx="106200" cy="138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F8D386A-817D-2516-D67C-DBADAD425B8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26835" y="6379220"/>
                  <a:ext cx="123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A261780-FD2E-F606-13EB-5D0B97DB0873}"/>
                    </a:ext>
                  </a:extLst>
                </p14:cNvPr>
                <p14:cNvContentPartPr/>
                <p14:nvPr/>
              </p14:nvContentPartPr>
              <p14:xfrm>
                <a:off x="11987755" y="6404420"/>
                <a:ext cx="126720" cy="127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A261780-FD2E-F606-13EB-5D0B97DB08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978755" y="6395780"/>
                  <a:ext cx="144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781E159-7D89-AA7F-6044-FDBBADCD9C53}"/>
                    </a:ext>
                  </a:extLst>
                </p14:cNvPr>
                <p14:cNvContentPartPr/>
                <p14:nvPr/>
              </p14:nvContentPartPr>
              <p14:xfrm>
                <a:off x="12098275" y="6416300"/>
                <a:ext cx="73800" cy="41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781E159-7D89-AA7F-6044-FDBBADCD9C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089635" y="6407660"/>
                  <a:ext cx="9144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80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3617DAED-453B-2CC5-2ED7-F6F28257E73F}"/>
              </a:ext>
            </a:extLst>
          </p:cNvPr>
          <p:cNvGrpSpPr/>
          <p:nvPr/>
        </p:nvGrpSpPr>
        <p:grpSpPr>
          <a:xfrm>
            <a:off x="201355" y="162740"/>
            <a:ext cx="11802240" cy="3773520"/>
            <a:chOff x="201355" y="162740"/>
            <a:chExt cx="11802240" cy="37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F6538D-5ECA-DF22-CDF3-199B9C525990}"/>
                    </a:ext>
                  </a:extLst>
                </p14:cNvPr>
                <p14:cNvContentPartPr/>
                <p14:nvPr/>
              </p14:nvContentPartPr>
              <p14:xfrm>
                <a:off x="338875" y="162740"/>
                <a:ext cx="339840" cy="586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F6538D-5ECA-DF22-CDF3-199B9C5259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9875" y="154100"/>
                  <a:ext cx="3574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F41018B-A799-9C0B-75F6-671CF17C40F6}"/>
                    </a:ext>
                  </a:extLst>
                </p14:cNvPr>
                <p14:cNvContentPartPr/>
                <p14:nvPr/>
              </p14:nvContentPartPr>
              <p14:xfrm>
                <a:off x="863395" y="394580"/>
                <a:ext cx="331200" cy="36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F41018B-A799-9C0B-75F6-671CF17C40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4755" y="385580"/>
                  <a:ext cx="3488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E44368-02F2-8325-289B-9D2733DDC1EF}"/>
                    </a:ext>
                  </a:extLst>
                </p14:cNvPr>
                <p14:cNvContentPartPr/>
                <p14:nvPr/>
              </p14:nvContentPartPr>
              <p14:xfrm>
                <a:off x="1183435" y="473420"/>
                <a:ext cx="569880" cy="32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E44368-02F2-8325-289B-9D2733DDC1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4435" y="464420"/>
                  <a:ext cx="5875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CE3F6D-6F92-314B-6338-4FBAD87FDE62}"/>
                    </a:ext>
                  </a:extLst>
                </p14:cNvPr>
                <p14:cNvContentPartPr/>
                <p14:nvPr/>
              </p14:nvContentPartPr>
              <p14:xfrm>
                <a:off x="1707235" y="249140"/>
                <a:ext cx="928080" cy="582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CE3F6D-6F92-314B-6338-4FBAD87FDE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98595" y="240140"/>
                  <a:ext cx="9457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052004-4E1F-046C-EF2E-635CCC300338}"/>
                    </a:ext>
                  </a:extLst>
                </p14:cNvPr>
                <p14:cNvContentPartPr/>
                <p14:nvPr/>
              </p14:nvContentPartPr>
              <p14:xfrm>
                <a:off x="3914035" y="598700"/>
                <a:ext cx="437760" cy="294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052004-4E1F-046C-EF2E-635CCC3003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05035" y="589700"/>
                  <a:ext cx="455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B370C6-500B-2B16-8C2B-369608C2C62C}"/>
                    </a:ext>
                  </a:extLst>
                </p14:cNvPr>
                <p14:cNvContentPartPr/>
                <p14:nvPr/>
              </p14:nvContentPartPr>
              <p14:xfrm>
                <a:off x="4495795" y="729740"/>
                <a:ext cx="251280" cy="310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B370C6-500B-2B16-8C2B-369608C2C6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87155" y="721100"/>
                  <a:ext cx="268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453858-DD5A-DCC0-5DEA-DFA855917E43}"/>
                    </a:ext>
                  </a:extLst>
                </p14:cNvPr>
                <p14:cNvContentPartPr/>
                <p14:nvPr/>
              </p14:nvContentPartPr>
              <p14:xfrm>
                <a:off x="6351235" y="367940"/>
                <a:ext cx="592560" cy="498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453858-DD5A-DCC0-5DEA-DFA855917E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42235" y="358940"/>
                  <a:ext cx="6102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2CADE5-9167-1CF9-A1C8-D5AFC2B6EE77}"/>
                    </a:ext>
                  </a:extLst>
                </p14:cNvPr>
                <p14:cNvContentPartPr/>
                <p14:nvPr/>
              </p14:nvContentPartPr>
              <p14:xfrm>
                <a:off x="7092115" y="557300"/>
                <a:ext cx="927360" cy="38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2CADE5-9167-1CF9-A1C8-D5AFC2B6EE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83475" y="548300"/>
                  <a:ext cx="9450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E28429-A8AF-0A07-6EC5-3341238220C7}"/>
                    </a:ext>
                  </a:extLst>
                </p14:cNvPr>
                <p14:cNvContentPartPr/>
                <p14:nvPr/>
              </p14:nvContentPartPr>
              <p14:xfrm>
                <a:off x="8117035" y="850340"/>
                <a:ext cx="114840" cy="18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E28429-A8AF-0A07-6EC5-3341238220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08035" y="841340"/>
                  <a:ext cx="132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A7B890-3963-A0CC-1F75-87B323544AA5}"/>
                    </a:ext>
                  </a:extLst>
                </p14:cNvPr>
                <p14:cNvContentPartPr/>
                <p14:nvPr/>
              </p14:nvContentPartPr>
              <p14:xfrm>
                <a:off x="8431675" y="647300"/>
                <a:ext cx="69120" cy="65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A7B890-3963-A0CC-1F75-87B323544A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22675" y="638660"/>
                  <a:ext cx="86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80D201-0588-DE7F-3E99-90B4D9FA22D3}"/>
                    </a:ext>
                  </a:extLst>
                </p14:cNvPr>
                <p14:cNvContentPartPr/>
                <p14:nvPr/>
              </p14:nvContentPartPr>
              <p14:xfrm>
                <a:off x="8426635" y="867260"/>
                <a:ext cx="601920" cy="339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80D201-0588-DE7F-3E99-90B4D9FA22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17995" y="858620"/>
                  <a:ext cx="6195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253FC6-65AD-9FD5-4FBE-BB4F77E88599}"/>
                    </a:ext>
                  </a:extLst>
                </p14:cNvPr>
                <p14:cNvContentPartPr/>
                <p14:nvPr/>
              </p14:nvContentPartPr>
              <p14:xfrm>
                <a:off x="9643795" y="356780"/>
                <a:ext cx="1182600" cy="644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253FC6-65AD-9FD5-4FBE-BB4F77E885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34795" y="348140"/>
                  <a:ext cx="120024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8A1E91-A28B-3354-D215-0ED83C21C26D}"/>
                    </a:ext>
                  </a:extLst>
                </p14:cNvPr>
                <p14:cNvContentPartPr/>
                <p14:nvPr/>
              </p14:nvContentPartPr>
              <p14:xfrm>
                <a:off x="11327155" y="343460"/>
                <a:ext cx="314640" cy="604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8A1E91-A28B-3354-D215-0ED83C21C2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18515" y="334820"/>
                  <a:ext cx="33228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CAF7CB-FA99-F5E9-FD78-B181E8FAF6BB}"/>
                    </a:ext>
                  </a:extLst>
                </p14:cNvPr>
                <p14:cNvContentPartPr/>
                <p14:nvPr/>
              </p14:nvContentPartPr>
              <p14:xfrm>
                <a:off x="11178475" y="664220"/>
                <a:ext cx="825120" cy="314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CAF7CB-FA99-F5E9-FD78-B181E8FAF6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69475" y="655580"/>
                  <a:ext cx="842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57B251-A4B2-8299-1999-AF21A1A0360B}"/>
                    </a:ext>
                  </a:extLst>
                </p14:cNvPr>
                <p14:cNvContentPartPr/>
                <p14:nvPr/>
              </p14:nvContentPartPr>
              <p14:xfrm>
                <a:off x="4359355" y="1565660"/>
                <a:ext cx="1404360" cy="74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57B251-A4B2-8299-1999-AF21A1A036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0355" y="1557020"/>
                  <a:ext cx="142200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4425EE-CC69-DECC-3715-D5CD052970D0}"/>
                    </a:ext>
                  </a:extLst>
                </p14:cNvPr>
                <p14:cNvContentPartPr/>
                <p14:nvPr/>
              </p14:nvContentPartPr>
              <p14:xfrm>
                <a:off x="5937955" y="1355060"/>
                <a:ext cx="14760" cy="75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4425EE-CC69-DECC-3715-D5CD052970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9315" y="1346060"/>
                  <a:ext cx="3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F41679-195A-6DED-2442-C51394AD25D3}"/>
                    </a:ext>
                  </a:extLst>
                </p14:cNvPr>
                <p14:cNvContentPartPr/>
                <p14:nvPr/>
              </p14:nvContentPartPr>
              <p14:xfrm>
                <a:off x="5953795" y="1668260"/>
                <a:ext cx="235080" cy="31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F41679-195A-6DED-2442-C51394AD25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44795" y="1659620"/>
                  <a:ext cx="2527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9021A1-4578-7FFC-CA79-D61FFFB36617}"/>
                    </a:ext>
                  </a:extLst>
                </p14:cNvPr>
                <p14:cNvContentPartPr/>
                <p14:nvPr/>
              </p14:nvContentPartPr>
              <p14:xfrm>
                <a:off x="6269515" y="1717580"/>
                <a:ext cx="225360" cy="253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9021A1-4578-7FFC-CA79-D61FFFB366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0875" y="1708580"/>
                  <a:ext cx="243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626EDE-C5F4-7D90-86D4-01C1FF1FC9D9}"/>
                    </a:ext>
                  </a:extLst>
                </p14:cNvPr>
                <p14:cNvContentPartPr/>
                <p14:nvPr/>
              </p14:nvContentPartPr>
              <p14:xfrm>
                <a:off x="6701155" y="1605620"/>
                <a:ext cx="24120" cy="198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626EDE-C5F4-7D90-86D4-01C1FF1FC9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92515" y="1596980"/>
                  <a:ext cx="41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AE7629-2700-FF10-C9A0-495CD9DD3397}"/>
                    </a:ext>
                  </a:extLst>
                </p14:cNvPr>
                <p14:cNvContentPartPr/>
                <p14:nvPr/>
              </p14:nvContentPartPr>
              <p14:xfrm>
                <a:off x="6619435" y="1717580"/>
                <a:ext cx="219960" cy="21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AE7629-2700-FF10-C9A0-495CD9DD33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0435" y="1708580"/>
                  <a:ext cx="237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011809-D2CF-7B21-BB10-9BEEFD7DC665}"/>
                    </a:ext>
                  </a:extLst>
                </p14:cNvPr>
                <p14:cNvContentPartPr/>
                <p14:nvPr/>
              </p14:nvContentPartPr>
              <p14:xfrm>
                <a:off x="7612675" y="1514540"/>
                <a:ext cx="129240" cy="37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011809-D2CF-7B21-BB10-9BEEFD7DC6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4035" y="1505540"/>
                  <a:ext cx="1468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CF72B87-3D0A-F016-7FCA-C0F21137DD8B}"/>
                    </a:ext>
                  </a:extLst>
                </p14:cNvPr>
                <p14:cNvContentPartPr/>
                <p14:nvPr/>
              </p14:nvContentPartPr>
              <p14:xfrm>
                <a:off x="7663795" y="1604540"/>
                <a:ext cx="873360" cy="371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CF72B87-3D0A-F016-7FCA-C0F21137DD8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54795" y="1595540"/>
                  <a:ext cx="891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574EE9-49AC-DAFC-55E0-F16D2AD2D05D}"/>
                    </a:ext>
                  </a:extLst>
                </p14:cNvPr>
                <p14:cNvContentPartPr/>
                <p14:nvPr/>
              </p14:nvContentPartPr>
              <p14:xfrm>
                <a:off x="9599875" y="1385300"/>
                <a:ext cx="898560" cy="50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574EE9-49AC-DAFC-55E0-F16D2AD2D05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91235" y="1376300"/>
                  <a:ext cx="9162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F790D7-9976-DBDA-F8F1-B4052E33A74A}"/>
                    </a:ext>
                  </a:extLst>
                </p14:cNvPr>
                <p14:cNvContentPartPr/>
                <p14:nvPr/>
              </p14:nvContentPartPr>
              <p14:xfrm>
                <a:off x="10691395" y="1607060"/>
                <a:ext cx="1042200" cy="25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F790D7-9976-DBDA-F8F1-B4052E33A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82395" y="1598060"/>
                  <a:ext cx="105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A10E1A-17A4-A533-5047-48E16D3946EE}"/>
                    </a:ext>
                  </a:extLst>
                </p14:cNvPr>
                <p14:cNvContentPartPr/>
                <p14:nvPr/>
              </p14:nvContentPartPr>
              <p14:xfrm>
                <a:off x="201355" y="1215020"/>
                <a:ext cx="149400" cy="64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A10E1A-17A4-A533-5047-48E16D3946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2715" y="1206020"/>
                  <a:ext cx="1670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89DB33-A54B-7818-3EB8-08E6F11924C4}"/>
                    </a:ext>
                  </a:extLst>
                </p14:cNvPr>
                <p14:cNvContentPartPr/>
                <p14:nvPr/>
              </p14:nvContentPartPr>
              <p14:xfrm>
                <a:off x="276595" y="1449380"/>
                <a:ext cx="194400" cy="179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89DB33-A54B-7818-3EB8-08E6F11924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7955" y="1440380"/>
                  <a:ext cx="212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A0F763-0DA3-6409-2962-A0666EA85EDE}"/>
                    </a:ext>
                  </a:extLst>
                </p14:cNvPr>
                <p14:cNvContentPartPr/>
                <p14:nvPr/>
              </p14:nvContentPartPr>
              <p14:xfrm>
                <a:off x="603475" y="1506620"/>
                <a:ext cx="208800" cy="159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A0F763-0DA3-6409-2962-A0666EA85E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835" y="1497980"/>
                  <a:ext cx="22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F1455E7-2A17-0ABD-04C0-465F04CBE0BD}"/>
                    </a:ext>
                  </a:extLst>
                </p14:cNvPr>
                <p14:cNvContentPartPr/>
                <p14:nvPr/>
              </p14:nvContentPartPr>
              <p14:xfrm>
                <a:off x="967795" y="1140500"/>
                <a:ext cx="916920" cy="540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F1455E7-2A17-0ABD-04C0-465F04CBE0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8795" y="1131860"/>
                  <a:ext cx="9345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B55C9B4-2076-7A60-7F54-A341B1E29653}"/>
                    </a:ext>
                  </a:extLst>
                </p14:cNvPr>
                <p14:cNvContentPartPr/>
                <p14:nvPr/>
              </p14:nvContentPartPr>
              <p14:xfrm>
                <a:off x="1975795" y="1327700"/>
                <a:ext cx="6480" cy="1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B55C9B4-2076-7A60-7F54-A341B1E296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66795" y="1319060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569FA-D8BA-8D3B-0DFA-12CE2FFC701A}"/>
                    </a:ext>
                  </a:extLst>
                </p14:cNvPr>
                <p14:cNvContentPartPr/>
                <p14:nvPr/>
              </p14:nvContentPartPr>
              <p14:xfrm>
                <a:off x="2110435" y="1480700"/>
                <a:ext cx="421560" cy="282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569FA-D8BA-8D3B-0DFA-12CE2FFC70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01435" y="1472060"/>
                  <a:ext cx="439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3CE488B-6EE3-415C-EF62-B7B86519C66C}"/>
                    </a:ext>
                  </a:extLst>
                </p14:cNvPr>
                <p14:cNvContentPartPr/>
                <p14:nvPr/>
              </p14:nvContentPartPr>
              <p14:xfrm>
                <a:off x="2387275" y="1655300"/>
                <a:ext cx="191160" cy="162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3CE488B-6EE3-415C-EF62-B7B86519C66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78635" y="1646300"/>
                  <a:ext cx="208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680AB8-4DAD-F2D2-4D5C-20C706219E20}"/>
                    </a:ext>
                  </a:extLst>
                </p14:cNvPr>
                <p14:cNvContentPartPr/>
                <p14:nvPr/>
              </p14:nvContentPartPr>
              <p14:xfrm>
                <a:off x="2822875" y="1667180"/>
                <a:ext cx="146160" cy="207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680AB8-4DAD-F2D2-4D5C-20C706219E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875" y="1658180"/>
                  <a:ext cx="163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DCD7C4-A637-CAF1-401F-2086E9CD557A}"/>
                    </a:ext>
                  </a:extLst>
                </p14:cNvPr>
                <p14:cNvContentPartPr/>
                <p14:nvPr/>
              </p14:nvContentPartPr>
              <p14:xfrm>
                <a:off x="3075595" y="1629020"/>
                <a:ext cx="434880" cy="358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DCD7C4-A637-CAF1-401F-2086E9CD557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66595" y="1620380"/>
                  <a:ext cx="4525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46243F-0B19-91F5-7EC0-DBD1AE074F70}"/>
                    </a:ext>
                  </a:extLst>
                </p14:cNvPr>
                <p14:cNvContentPartPr/>
                <p14:nvPr/>
              </p14:nvContentPartPr>
              <p14:xfrm>
                <a:off x="840715" y="1887860"/>
                <a:ext cx="221400" cy="66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46243F-0B19-91F5-7EC0-DBD1AE074F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1715" y="1878860"/>
                  <a:ext cx="23904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F4DD16-38F0-EA5E-D8E7-8D87D1166CCC}"/>
                    </a:ext>
                  </a:extLst>
                </p14:cNvPr>
                <p14:cNvContentPartPr/>
                <p14:nvPr/>
              </p14:nvContentPartPr>
              <p14:xfrm>
                <a:off x="676195" y="1983620"/>
                <a:ext cx="1177920" cy="389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F4DD16-38F0-EA5E-D8E7-8D87D1166C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7555" y="1974620"/>
                  <a:ext cx="11955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069315-AE07-8B89-D047-3550284A175D}"/>
                    </a:ext>
                  </a:extLst>
                </p14:cNvPr>
                <p14:cNvContentPartPr/>
                <p14:nvPr/>
              </p14:nvContentPartPr>
              <p14:xfrm>
                <a:off x="1909555" y="2001620"/>
                <a:ext cx="61920" cy="46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069315-AE07-8B89-D047-3550284A17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0555" y="1992980"/>
                  <a:ext cx="79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11010E-2419-1AAF-2BDF-16D9587B033F}"/>
                    </a:ext>
                  </a:extLst>
                </p14:cNvPr>
                <p14:cNvContentPartPr/>
                <p14:nvPr/>
              </p14:nvContentPartPr>
              <p14:xfrm>
                <a:off x="2069395" y="2193140"/>
                <a:ext cx="861120" cy="723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11010E-2419-1AAF-2BDF-16D9587B033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60395" y="2184500"/>
                  <a:ext cx="87876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5DD0B3-69C2-D107-DE7A-EE6B4E189500}"/>
                    </a:ext>
                  </a:extLst>
                </p14:cNvPr>
                <p14:cNvContentPartPr/>
                <p14:nvPr/>
              </p14:nvContentPartPr>
              <p14:xfrm>
                <a:off x="3374395" y="2675540"/>
                <a:ext cx="569160" cy="77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5DD0B3-69C2-D107-DE7A-EE6B4E1895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65755" y="2666540"/>
                  <a:ext cx="58680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5F9A41-EA4B-C91D-E002-094EBADF72E0}"/>
                    </a:ext>
                  </a:extLst>
                </p14:cNvPr>
                <p14:cNvContentPartPr/>
                <p14:nvPr/>
              </p14:nvContentPartPr>
              <p14:xfrm>
                <a:off x="3666355" y="3006740"/>
                <a:ext cx="351360" cy="43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5F9A41-EA4B-C91D-E002-094EBADF72E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57355" y="2997740"/>
                  <a:ext cx="369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4C55E40-54D8-268E-275B-A494B3ED8BC3}"/>
                    </a:ext>
                  </a:extLst>
                </p14:cNvPr>
                <p14:cNvContentPartPr/>
                <p14:nvPr/>
              </p14:nvContentPartPr>
              <p14:xfrm>
                <a:off x="4232995" y="3041300"/>
                <a:ext cx="288720" cy="253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4C55E40-54D8-268E-275B-A494B3ED8B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23995" y="3032660"/>
                  <a:ext cx="306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29B0CE-44EA-194B-AF2A-62AA51E63D4B}"/>
                    </a:ext>
                  </a:extLst>
                </p14:cNvPr>
                <p14:cNvContentPartPr/>
                <p14:nvPr/>
              </p14:nvContentPartPr>
              <p14:xfrm>
                <a:off x="4652755" y="3037340"/>
                <a:ext cx="1386720" cy="574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29B0CE-44EA-194B-AF2A-62AA51E63D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44115" y="3028340"/>
                  <a:ext cx="14043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AA919A-869C-117F-CA6C-E86CB0404F02}"/>
                    </a:ext>
                  </a:extLst>
                </p14:cNvPr>
                <p14:cNvContentPartPr/>
                <p14:nvPr/>
              </p14:nvContentPartPr>
              <p14:xfrm>
                <a:off x="3030955" y="2194220"/>
                <a:ext cx="3398400" cy="1742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AA919A-869C-117F-CA6C-E86CB0404F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21955" y="2185580"/>
                  <a:ext cx="3416040" cy="17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B073B89-5EA8-28C0-4D4E-CA8D312D1D76}"/>
                    </a:ext>
                  </a:extLst>
                </p14:cNvPr>
                <p14:cNvContentPartPr/>
                <p14:nvPr/>
              </p14:nvContentPartPr>
              <p14:xfrm>
                <a:off x="6012835" y="1103780"/>
                <a:ext cx="2273400" cy="489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B073B89-5EA8-28C0-4D4E-CA8D312D1D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03835" y="1095140"/>
                  <a:ext cx="2291040" cy="50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CF253C-CFF7-D95D-843C-9C3FF0B6C6D2}"/>
              </a:ext>
            </a:extLst>
          </p:cNvPr>
          <p:cNvGrpSpPr/>
          <p:nvPr/>
        </p:nvGrpSpPr>
        <p:grpSpPr>
          <a:xfrm>
            <a:off x="619315" y="4192940"/>
            <a:ext cx="2533680" cy="894240"/>
            <a:chOff x="619315" y="4192940"/>
            <a:chExt cx="2533680" cy="89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9C5885-D0A3-DB94-FEC7-01CD6E525B9F}"/>
                    </a:ext>
                  </a:extLst>
                </p14:cNvPr>
                <p14:cNvContentPartPr/>
                <p14:nvPr/>
              </p14:nvContentPartPr>
              <p14:xfrm>
                <a:off x="619315" y="4192940"/>
                <a:ext cx="666360" cy="72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9C5885-D0A3-DB94-FEC7-01CD6E525B9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0315" y="4183940"/>
                  <a:ext cx="68400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F81F59-1713-CD0C-0742-29A70E00B39F}"/>
                    </a:ext>
                  </a:extLst>
                </p14:cNvPr>
                <p14:cNvContentPartPr/>
                <p14:nvPr/>
              </p14:nvContentPartPr>
              <p14:xfrm>
                <a:off x="1462075" y="4408940"/>
                <a:ext cx="963000" cy="620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F81F59-1713-CD0C-0742-29A70E00B3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53075" y="4400300"/>
                  <a:ext cx="98064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13C45A-21C9-CD3D-E7D8-70AF930E2582}"/>
                    </a:ext>
                  </a:extLst>
                </p14:cNvPr>
                <p14:cNvContentPartPr/>
                <p14:nvPr/>
              </p14:nvContentPartPr>
              <p14:xfrm>
                <a:off x="2465395" y="4904660"/>
                <a:ext cx="89640" cy="159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13C45A-21C9-CD3D-E7D8-70AF930E258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56395" y="4896020"/>
                  <a:ext cx="107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8F58CE-03DB-C461-0A79-D5333D746350}"/>
                    </a:ext>
                  </a:extLst>
                </p14:cNvPr>
                <p14:cNvContentPartPr/>
                <p14:nvPr/>
              </p14:nvContentPartPr>
              <p14:xfrm>
                <a:off x="2858515" y="4557260"/>
                <a:ext cx="13680" cy="9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8F58CE-03DB-C461-0A79-D5333D7463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49515" y="4548620"/>
                  <a:ext cx="31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4E3C70-700A-6122-D59A-E3FB6EDF888B}"/>
                    </a:ext>
                  </a:extLst>
                </p14:cNvPr>
                <p14:cNvContentPartPr/>
                <p14:nvPr/>
              </p14:nvContentPartPr>
              <p14:xfrm>
                <a:off x="2764195" y="4812140"/>
                <a:ext cx="388800" cy="275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4E3C70-700A-6122-D59A-E3FB6EDF888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5555" y="4803500"/>
                  <a:ext cx="406440" cy="29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88E226A-4E9B-754B-BC78-61EB35B8CDC3}"/>
                  </a:ext>
                </a:extLst>
              </p14:cNvPr>
              <p14:cNvContentPartPr/>
              <p14:nvPr/>
            </p14:nvContentPartPr>
            <p14:xfrm>
              <a:off x="4263235" y="4199060"/>
              <a:ext cx="1027800" cy="5886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88E226A-4E9B-754B-BC78-61EB35B8CDC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254235" y="4190420"/>
                <a:ext cx="1045440" cy="60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7B3A6FAB-A789-8D73-5012-379F19C014FF}"/>
              </a:ext>
            </a:extLst>
          </p:cNvPr>
          <p:cNvGrpSpPr/>
          <p:nvPr/>
        </p:nvGrpSpPr>
        <p:grpSpPr>
          <a:xfrm>
            <a:off x="6511435" y="4150820"/>
            <a:ext cx="1931400" cy="499320"/>
            <a:chOff x="6511435" y="4150820"/>
            <a:chExt cx="193140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4ACE88-4161-8FDC-F63A-A71F5CA830FB}"/>
                    </a:ext>
                  </a:extLst>
                </p14:cNvPr>
                <p14:cNvContentPartPr/>
                <p14:nvPr/>
              </p14:nvContentPartPr>
              <p14:xfrm>
                <a:off x="6511435" y="4191140"/>
                <a:ext cx="543240" cy="39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4ACE88-4161-8FDC-F63A-A71F5CA830F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02795" y="4182500"/>
                  <a:ext cx="5608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5A9D23E-D970-74DE-3E33-6353E7B9374B}"/>
                    </a:ext>
                  </a:extLst>
                </p14:cNvPr>
                <p14:cNvContentPartPr/>
                <p14:nvPr/>
              </p14:nvContentPartPr>
              <p14:xfrm>
                <a:off x="7304155" y="4150820"/>
                <a:ext cx="1138680" cy="499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5A9D23E-D970-74DE-3E33-6353E7B937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95515" y="4141820"/>
                  <a:ext cx="115632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0B37749-9B22-8EE9-5AB1-EFAAECFB3665}"/>
              </a:ext>
            </a:extLst>
          </p:cNvPr>
          <p:cNvGrpSpPr/>
          <p:nvPr/>
        </p:nvGrpSpPr>
        <p:grpSpPr>
          <a:xfrm>
            <a:off x="9035395" y="3827180"/>
            <a:ext cx="2506320" cy="781560"/>
            <a:chOff x="9035395" y="3827180"/>
            <a:chExt cx="250632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6DCC99-3A3A-3396-20F0-46986AC1DE39}"/>
                    </a:ext>
                  </a:extLst>
                </p14:cNvPr>
                <p14:cNvContentPartPr/>
                <p14:nvPr/>
              </p14:nvContentPartPr>
              <p14:xfrm>
                <a:off x="9035395" y="3827180"/>
                <a:ext cx="773640" cy="696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6DCC99-3A3A-3396-20F0-46986AC1DE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26395" y="3818180"/>
                  <a:ext cx="79128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24917A-9A12-87DD-5A56-B255617E837D}"/>
                    </a:ext>
                  </a:extLst>
                </p14:cNvPr>
                <p14:cNvContentPartPr/>
                <p14:nvPr/>
              </p14:nvContentPartPr>
              <p14:xfrm>
                <a:off x="9778075" y="4218860"/>
                <a:ext cx="286560" cy="326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24917A-9A12-87DD-5A56-B255617E83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69435" y="4210220"/>
                  <a:ext cx="3042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D98FA38-870E-ADB8-9606-B3B93B2FAA97}"/>
                    </a:ext>
                  </a:extLst>
                </p14:cNvPr>
                <p14:cNvContentPartPr/>
                <p14:nvPr/>
              </p14:nvContentPartPr>
              <p14:xfrm>
                <a:off x="10042675" y="4313900"/>
                <a:ext cx="340560" cy="18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D98FA38-870E-ADB8-9606-B3B93B2FAA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33675" y="4305260"/>
                  <a:ext cx="358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A7928A6-5B5C-E61C-A79E-4E6FC75076E7}"/>
                    </a:ext>
                  </a:extLst>
                </p14:cNvPr>
                <p14:cNvContentPartPr/>
                <p14:nvPr/>
              </p14:nvContentPartPr>
              <p14:xfrm>
                <a:off x="10450195" y="4293740"/>
                <a:ext cx="957600" cy="315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A7928A6-5B5C-E61C-A79E-4E6FC75076E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41195" y="4285100"/>
                  <a:ext cx="9752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998723-1185-DB52-F133-CF7039B70ED6}"/>
                    </a:ext>
                  </a:extLst>
                </p14:cNvPr>
                <p14:cNvContentPartPr/>
                <p14:nvPr/>
              </p14:nvContentPartPr>
              <p14:xfrm>
                <a:off x="11526955" y="4539980"/>
                <a:ext cx="14760" cy="21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998723-1185-DB52-F133-CF7039B70ED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517955" y="4531340"/>
                  <a:ext cx="324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31A50F4-8C46-016B-F2DF-55DA56EB1495}"/>
              </a:ext>
            </a:extLst>
          </p:cNvPr>
          <p:cNvGrpSpPr/>
          <p:nvPr/>
        </p:nvGrpSpPr>
        <p:grpSpPr>
          <a:xfrm>
            <a:off x="1143475" y="5200580"/>
            <a:ext cx="683280" cy="560880"/>
            <a:chOff x="1143475" y="5200580"/>
            <a:chExt cx="683280" cy="5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CD166E-3110-B0B6-80BD-5C102B448249}"/>
                    </a:ext>
                  </a:extLst>
                </p14:cNvPr>
                <p14:cNvContentPartPr/>
                <p14:nvPr/>
              </p14:nvContentPartPr>
              <p14:xfrm>
                <a:off x="1341475" y="5200580"/>
                <a:ext cx="158040" cy="542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CD166E-3110-B0B6-80BD-5C102B4482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32835" y="5191940"/>
                  <a:ext cx="1756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183998-870D-A739-21D4-AB9C25DC9554}"/>
                    </a:ext>
                  </a:extLst>
                </p14:cNvPr>
                <p14:cNvContentPartPr/>
                <p14:nvPr/>
              </p14:nvContentPartPr>
              <p14:xfrm>
                <a:off x="1143475" y="5407940"/>
                <a:ext cx="683280" cy="35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183998-870D-A739-21D4-AB9C25DC95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4475" y="5398940"/>
                  <a:ext cx="70092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169B955-176D-6D99-28ED-63AA3F7F533C}"/>
              </a:ext>
            </a:extLst>
          </p:cNvPr>
          <p:cNvGrpSpPr/>
          <p:nvPr/>
        </p:nvGrpSpPr>
        <p:grpSpPr>
          <a:xfrm>
            <a:off x="3477715" y="5705300"/>
            <a:ext cx="1411560" cy="761760"/>
            <a:chOff x="3477715" y="5705300"/>
            <a:chExt cx="1411560" cy="76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2287BE5-5D3D-4E18-009B-1771692EC4BF}"/>
                    </a:ext>
                  </a:extLst>
                </p14:cNvPr>
                <p14:cNvContentPartPr/>
                <p14:nvPr/>
              </p14:nvContentPartPr>
              <p14:xfrm>
                <a:off x="3477715" y="5705300"/>
                <a:ext cx="1222200" cy="761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2287BE5-5D3D-4E18-009B-1771692EC4B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69075" y="5696660"/>
                  <a:ext cx="123984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B9F27A-EA94-7C2E-97E9-BC135AA720AA}"/>
                    </a:ext>
                  </a:extLst>
                </p14:cNvPr>
                <p14:cNvContentPartPr/>
                <p14:nvPr/>
              </p14:nvContentPartPr>
              <p14:xfrm>
                <a:off x="4546555" y="5790260"/>
                <a:ext cx="342720" cy="53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B9F27A-EA94-7C2E-97E9-BC135AA720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37555" y="5781260"/>
                  <a:ext cx="3603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41B6969-1450-A9DA-62B7-90B07FC91C46}"/>
              </a:ext>
            </a:extLst>
          </p:cNvPr>
          <p:cNvGrpSpPr/>
          <p:nvPr/>
        </p:nvGrpSpPr>
        <p:grpSpPr>
          <a:xfrm>
            <a:off x="6328555" y="5442860"/>
            <a:ext cx="4358520" cy="1274400"/>
            <a:chOff x="6328555" y="5442860"/>
            <a:chExt cx="4358520" cy="12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56182A1-426A-7870-5CD0-001488F27F07}"/>
                    </a:ext>
                  </a:extLst>
                </p14:cNvPr>
                <p14:cNvContentPartPr/>
                <p14:nvPr/>
              </p14:nvContentPartPr>
              <p14:xfrm>
                <a:off x="6328555" y="5764340"/>
                <a:ext cx="318600" cy="288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56182A1-426A-7870-5CD0-001488F27F0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19915" y="5755340"/>
                  <a:ext cx="336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495B9D-3F49-713D-C4A8-800F1E0B948D}"/>
                    </a:ext>
                  </a:extLst>
                </p14:cNvPr>
                <p14:cNvContentPartPr/>
                <p14:nvPr/>
              </p14:nvContentPartPr>
              <p14:xfrm>
                <a:off x="7420435" y="5477420"/>
                <a:ext cx="539280" cy="477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495B9D-3F49-713D-C4A8-800F1E0B948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11795" y="5468780"/>
                  <a:ext cx="556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C1B89C-870C-3406-2E7A-1A298D8B5A96}"/>
                    </a:ext>
                  </a:extLst>
                </p14:cNvPr>
                <p14:cNvContentPartPr/>
                <p14:nvPr/>
              </p14:nvContentPartPr>
              <p14:xfrm>
                <a:off x="8311075" y="5442860"/>
                <a:ext cx="137880" cy="538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C1B89C-870C-3406-2E7A-1A298D8B5A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02075" y="5434220"/>
                  <a:ext cx="15552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C5A826-27DA-397D-A8AE-B6E0ED2BC082}"/>
                    </a:ext>
                  </a:extLst>
                </p14:cNvPr>
                <p14:cNvContentPartPr/>
                <p14:nvPr/>
              </p14:nvContentPartPr>
              <p14:xfrm>
                <a:off x="8155555" y="5671820"/>
                <a:ext cx="476640" cy="93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C5A826-27DA-397D-A8AE-B6E0ED2BC08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46555" y="5663180"/>
                  <a:ext cx="494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DC537D4-00A4-9C47-9CC2-77F3BEEB8CDD}"/>
                    </a:ext>
                  </a:extLst>
                </p14:cNvPr>
                <p14:cNvContentPartPr/>
                <p14:nvPr/>
              </p14:nvContentPartPr>
              <p14:xfrm>
                <a:off x="8810395" y="5701700"/>
                <a:ext cx="354600" cy="253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DC537D4-00A4-9C47-9CC2-77F3BEEB8CD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01395" y="5693060"/>
                  <a:ext cx="372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A9363F1-06CB-93B5-45D0-9A9828CF19E8}"/>
                    </a:ext>
                  </a:extLst>
                </p14:cNvPr>
                <p14:cNvContentPartPr/>
                <p14:nvPr/>
              </p14:nvContentPartPr>
              <p14:xfrm>
                <a:off x="9274435" y="5693780"/>
                <a:ext cx="178920" cy="279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A9363F1-06CB-93B5-45D0-9A9828CF19E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65435" y="5685140"/>
                  <a:ext cx="196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EA0171-87CC-CB6E-FFB7-FE0778EA11CD}"/>
                    </a:ext>
                  </a:extLst>
                </p14:cNvPr>
                <p14:cNvContentPartPr/>
                <p14:nvPr/>
              </p14:nvContentPartPr>
              <p14:xfrm>
                <a:off x="9642355" y="5694860"/>
                <a:ext cx="1044720" cy="686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EA0171-87CC-CB6E-FFB7-FE0778EA11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3355" y="5686220"/>
                  <a:ext cx="106236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5BECA0-AA6E-5CAA-3698-DDCF047234E7}"/>
                    </a:ext>
                  </a:extLst>
                </p14:cNvPr>
                <p14:cNvContentPartPr/>
                <p14:nvPr/>
              </p14:nvContentPartPr>
              <p14:xfrm>
                <a:off x="7592515" y="5753180"/>
                <a:ext cx="45000" cy="171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5BECA0-AA6E-5CAA-3698-DDCF047234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83515" y="5744540"/>
                  <a:ext cx="62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47C00AE-944E-0DD6-62E8-4614BDC27AFA}"/>
                    </a:ext>
                  </a:extLst>
                </p14:cNvPr>
                <p14:cNvContentPartPr/>
                <p14:nvPr/>
              </p14:nvContentPartPr>
              <p14:xfrm>
                <a:off x="7023355" y="6157820"/>
                <a:ext cx="185760" cy="452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47C00AE-944E-0DD6-62E8-4614BDC27A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14715" y="6148820"/>
                  <a:ext cx="2034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76D0A6-3085-63E6-A315-7E8FF09A3ED0}"/>
                    </a:ext>
                  </a:extLst>
                </p14:cNvPr>
                <p14:cNvContentPartPr/>
                <p14:nvPr/>
              </p14:nvContentPartPr>
              <p14:xfrm>
                <a:off x="7493515" y="6338540"/>
                <a:ext cx="469440" cy="218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76D0A6-3085-63E6-A315-7E8FF09A3ED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84515" y="6329540"/>
                  <a:ext cx="487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739C7FD-DEBA-F3E5-549A-665CC4EC70C8}"/>
                    </a:ext>
                  </a:extLst>
                </p14:cNvPr>
                <p14:cNvContentPartPr/>
                <p14:nvPr/>
              </p14:nvContentPartPr>
              <p14:xfrm>
                <a:off x="8070955" y="6344660"/>
                <a:ext cx="295920" cy="220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739C7FD-DEBA-F3E5-549A-665CC4EC70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62315" y="6335660"/>
                  <a:ext cx="313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93871A-5A3D-621E-B6BD-DA2D95D16B46}"/>
                    </a:ext>
                  </a:extLst>
                </p14:cNvPr>
                <p14:cNvContentPartPr/>
                <p14:nvPr/>
              </p14:nvContentPartPr>
              <p14:xfrm>
                <a:off x="8326555" y="6419900"/>
                <a:ext cx="527400" cy="223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93871A-5A3D-621E-B6BD-DA2D95D16B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17915" y="6411260"/>
                  <a:ext cx="545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892D76-0AC8-62EF-5B81-7059EFBCB49C}"/>
                    </a:ext>
                  </a:extLst>
                </p14:cNvPr>
                <p14:cNvContentPartPr/>
                <p14:nvPr/>
              </p14:nvContentPartPr>
              <p14:xfrm>
                <a:off x="8986435" y="6379940"/>
                <a:ext cx="351360" cy="230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892D76-0AC8-62EF-5B81-7059EFBCB4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77435" y="6370940"/>
                  <a:ext cx="369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F0682A2-C10B-069C-E86D-CC70161533C5}"/>
                    </a:ext>
                  </a:extLst>
                </p14:cNvPr>
                <p14:cNvContentPartPr/>
                <p14:nvPr/>
              </p14:nvContentPartPr>
              <p14:xfrm>
                <a:off x="9203155" y="6602060"/>
                <a:ext cx="134280" cy="62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F0682A2-C10B-069C-E86D-CC70161533C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94515" y="6593060"/>
                  <a:ext cx="151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3EA885-C2F5-A7E2-0CA6-D0888F00EAA0}"/>
                    </a:ext>
                  </a:extLst>
                </p14:cNvPr>
                <p14:cNvContentPartPr/>
                <p14:nvPr/>
              </p14:nvContentPartPr>
              <p14:xfrm>
                <a:off x="9442195" y="6699620"/>
                <a:ext cx="360" cy="17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3EA885-C2F5-A7E2-0CA6-D0888F00EA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33195" y="6690980"/>
                  <a:ext cx="1800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753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D11B0D4-1CEC-59EA-887B-6EBFD9E6E6D2}"/>
              </a:ext>
            </a:extLst>
          </p:cNvPr>
          <p:cNvGrpSpPr/>
          <p:nvPr/>
        </p:nvGrpSpPr>
        <p:grpSpPr>
          <a:xfrm>
            <a:off x="943315" y="257780"/>
            <a:ext cx="1315080" cy="690840"/>
            <a:chOff x="943315" y="257780"/>
            <a:chExt cx="1315080" cy="69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671E66-D0A9-4676-F89A-4D39AC224CC6}"/>
                    </a:ext>
                  </a:extLst>
                </p14:cNvPr>
                <p14:cNvContentPartPr/>
                <p14:nvPr/>
              </p14:nvContentPartPr>
              <p14:xfrm>
                <a:off x="943315" y="257780"/>
                <a:ext cx="273240" cy="690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671E66-D0A9-4676-F89A-4D39AC224C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34315" y="249140"/>
                  <a:ext cx="29088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35D908-0DB7-65D5-181D-17CC37981E9F}"/>
                    </a:ext>
                  </a:extLst>
                </p14:cNvPr>
                <p14:cNvContentPartPr/>
                <p14:nvPr/>
              </p14:nvContentPartPr>
              <p14:xfrm>
                <a:off x="1217275" y="309980"/>
                <a:ext cx="272880" cy="3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35D908-0DB7-65D5-181D-17CC37981E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8635" y="300980"/>
                  <a:ext cx="290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6DB6B5-DE9A-4327-1715-FAB31ED71EF0}"/>
                    </a:ext>
                  </a:extLst>
                </p14:cNvPr>
                <p14:cNvContentPartPr/>
                <p14:nvPr/>
              </p14:nvContentPartPr>
              <p14:xfrm>
                <a:off x="1116115" y="601940"/>
                <a:ext cx="127080" cy="6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6DB6B5-DE9A-4327-1715-FAB31ED71E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7115" y="592940"/>
                  <a:ext cx="144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FB0AB0-18B0-3515-65A6-5D6A491C1F0A}"/>
                    </a:ext>
                  </a:extLst>
                </p14:cNvPr>
                <p14:cNvContentPartPr/>
                <p14:nvPr/>
              </p14:nvContentPartPr>
              <p14:xfrm>
                <a:off x="1557475" y="753860"/>
                <a:ext cx="297000" cy="131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FB0AB0-18B0-3515-65A6-5D6A491C1F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8475" y="744860"/>
                  <a:ext cx="314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319060-FE41-1FBD-2AC3-97805667B99B}"/>
                    </a:ext>
                  </a:extLst>
                </p14:cNvPr>
                <p14:cNvContentPartPr/>
                <p14:nvPr/>
              </p14:nvContentPartPr>
              <p14:xfrm>
                <a:off x="1588795" y="790940"/>
                <a:ext cx="418680" cy="130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319060-FE41-1FBD-2AC3-97805667B9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9795" y="781940"/>
                  <a:ext cx="436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38A9B2-FC88-F542-B96C-623DB75EEEBC}"/>
                    </a:ext>
                  </a:extLst>
                </p14:cNvPr>
                <p14:cNvContentPartPr/>
                <p14:nvPr/>
              </p14:nvContentPartPr>
              <p14:xfrm>
                <a:off x="2190355" y="632180"/>
                <a:ext cx="68040" cy="99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38A9B2-FC88-F542-B96C-623DB75EEE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1715" y="623540"/>
                  <a:ext cx="8568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92BCC6-79F7-13E7-6373-5982DDB5D636}"/>
                  </a:ext>
                </a:extLst>
              </p14:cNvPr>
              <p14:cNvContentPartPr/>
              <p14:nvPr/>
            </p14:nvContentPartPr>
            <p14:xfrm>
              <a:off x="2202595" y="1157420"/>
              <a:ext cx="76320" cy="78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92BCC6-79F7-13E7-6373-5982DDB5D6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93595" y="1148780"/>
                <a:ext cx="939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495F7C-72FB-C466-1FEC-0D6A8053A9F6}"/>
                  </a:ext>
                </a:extLst>
              </p14:cNvPr>
              <p14:cNvContentPartPr/>
              <p14:nvPr/>
            </p14:nvContentPartPr>
            <p14:xfrm>
              <a:off x="2594275" y="980660"/>
              <a:ext cx="73800" cy="4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495F7C-72FB-C466-1FEC-0D6A8053A9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85635" y="971660"/>
                <a:ext cx="914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FAD5826-851C-CD63-3B8C-73601973217F}"/>
              </a:ext>
            </a:extLst>
          </p:cNvPr>
          <p:cNvGrpSpPr/>
          <p:nvPr/>
        </p:nvGrpSpPr>
        <p:grpSpPr>
          <a:xfrm>
            <a:off x="4109875" y="652700"/>
            <a:ext cx="7123320" cy="2083680"/>
            <a:chOff x="4109875" y="652700"/>
            <a:chExt cx="7123320" cy="20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57B22D-E0D4-D81B-A029-7B4FEABC113C}"/>
                    </a:ext>
                  </a:extLst>
                </p14:cNvPr>
                <p14:cNvContentPartPr/>
                <p14:nvPr/>
              </p14:nvContentPartPr>
              <p14:xfrm>
                <a:off x="4192675" y="712820"/>
                <a:ext cx="410760" cy="679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57B22D-E0D4-D81B-A029-7B4FEABC11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3675" y="704180"/>
                  <a:ext cx="4284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CDCB10-4958-6F2D-F14E-D15E618061CB}"/>
                    </a:ext>
                  </a:extLst>
                </p14:cNvPr>
                <p14:cNvContentPartPr/>
                <p14:nvPr/>
              </p14:nvContentPartPr>
              <p14:xfrm>
                <a:off x="4887835" y="1172540"/>
                <a:ext cx="396000" cy="4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CDCB10-4958-6F2D-F14E-D15E618061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78835" y="1163900"/>
                  <a:ext cx="413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53CB40-2CC8-0CBB-D84D-2D33F55B1B08}"/>
                    </a:ext>
                  </a:extLst>
                </p14:cNvPr>
                <p14:cNvContentPartPr/>
                <p14:nvPr/>
              </p14:nvContentPartPr>
              <p14:xfrm>
                <a:off x="5829595" y="947180"/>
                <a:ext cx="582840" cy="62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53CB40-2CC8-0CBB-D84D-2D33F55B1B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20595" y="938180"/>
                  <a:ext cx="60048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CD625B-9D61-01EF-BACA-831F9434E0A6}"/>
                    </a:ext>
                  </a:extLst>
                </p14:cNvPr>
                <p14:cNvContentPartPr/>
                <p14:nvPr/>
              </p14:nvContentPartPr>
              <p14:xfrm>
                <a:off x="6414235" y="652700"/>
                <a:ext cx="588960" cy="21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CD625B-9D61-01EF-BACA-831F9434E0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05595" y="644060"/>
                  <a:ext cx="606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EF92EE-0A4C-D1F8-5FBD-448A8AAB0A1E}"/>
                    </a:ext>
                  </a:extLst>
                </p14:cNvPr>
                <p14:cNvContentPartPr/>
                <p14:nvPr/>
              </p14:nvContentPartPr>
              <p14:xfrm>
                <a:off x="6776035" y="1359020"/>
                <a:ext cx="190800" cy="72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EF92EE-0A4C-D1F8-5FBD-448A8AAB0A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67035" y="1350380"/>
                  <a:ext cx="208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ACE03F-8171-DFCE-3A1B-79ED5E6B4ACA}"/>
                    </a:ext>
                  </a:extLst>
                </p14:cNvPr>
                <p14:cNvContentPartPr/>
                <p14:nvPr/>
              </p14:nvContentPartPr>
              <p14:xfrm>
                <a:off x="7974835" y="770060"/>
                <a:ext cx="1126440" cy="841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ACE03F-8171-DFCE-3A1B-79ED5E6B4A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6195" y="761060"/>
                  <a:ext cx="114408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39CE21-2BE0-8F7F-CF6F-F39EAE4962C8}"/>
                    </a:ext>
                  </a:extLst>
                </p14:cNvPr>
                <p14:cNvContentPartPr/>
                <p14:nvPr/>
              </p14:nvContentPartPr>
              <p14:xfrm>
                <a:off x="9341035" y="1289900"/>
                <a:ext cx="986400" cy="226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39CE21-2BE0-8F7F-CF6F-F39EAE4962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32035" y="1281260"/>
                  <a:ext cx="1004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A74E1E-85C9-FC55-C2B8-663FBCF56645}"/>
                    </a:ext>
                  </a:extLst>
                </p14:cNvPr>
                <p14:cNvContentPartPr/>
                <p14:nvPr/>
              </p14:nvContentPartPr>
              <p14:xfrm>
                <a:off x="10481515" y="1059140"/>
                <a:ext cx="203400" cy="358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A74E1E-85C9-FC55-C2B8-663FBCF5664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72515" y="1050500"/>
                  <a:ext cx="2210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E275E3-9A8C-DCA3-F59C-6CDC4CE25E77}"/>
                    </a:ext>
                  </a:extLst>
                </p14:cNvPr>
                <p14:cNvContentPartPr/>
                <p14:nvPr/>
              </p14:nvContentPartPr>
              <p14:xfrm>
                <a:off x="10508155" y="1352900"/>
                <a:ext cx="448920" cy="341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E275E3-9A8C-DCA3-F59C-6CDC4CE25E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99155" y="1343900"/>
                  <a:ext cx="4665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33220C-655F-1F36-B7C8-2769F51C5FCF}"/>
                    </a:ext>
                  </a:extLst>
                </p14:cNvPr>
                <p14:cNvContentPartPr/>
                <p14:nvPr/>
              </p14:nvContentPartPr>
              <p14:xfrm>
                <a:off x="11215915" y="1511300"/>
                <a:ext cx="17280" cy="20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33220C-655F-1F36-B7C8-2769F51C5F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206915" y="1502300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027AD0-9080-AA71-2A5E-444A12EB6C59}"/>
                    </a:ext>
                  </a:extLst>
                </p14:cNvPr>
                <p14:cNvContentPartPr/>
                <p14:nvPr/>
              </p14:nvContentPartPr>
              <p14:xfrm>
                <a:off x="4109875" y="1653140"/>
                <a:ext cx="6371640" cy="1083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027AD0-9080-AA71-2A5E-444A12EB6C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01235" y="1644140"/>
                  <a:ext cx="6389280" cy="11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1A854F-8B21-6F14-7A12-C4AA22256A1E}"/>
              </a:ext>
            </a:extLst>
          </p:cNvPr>
          <p:cNvGrpSpPr/>
          <p:nvPr/>
        </p:nvGrpSpPr>
        <p:grpSpPr>
          <a:xfrm>
            <a:off x="1202155" y="2074700"/>
            <a:ext cx="1358640" cy="809280"/>
            <a:chOff x="1202155" y="2074700"/>
            <a:chExt cx="1358640" cy="80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9A2E38-A8F9-72D5-C959-0E6A2226C8C5}"/>
                    </a:ext>
                  </a:extLst>
                </p14:cNvPr>
                <p14:cNvContentPartPr/>
                <p14:nvPr/>
              </p14:nvContentPartPr>
              <p14:xfrm>
                <a:off x="1202155" y="2370620"/>
                <a:ext cx="189000" cy="511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9A2E38-A8F9-72D5-C959-0E6A2226C8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93515" y="2361980"/>
                  <a:ext cx="2066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77CEEC-B4C4-1D88-28D5-8BCE231A0F84}"/>
                    </a:ext>
                  </a:extLst>
                </p14:cNvPr>
                <p14:cNvContentPartPr/>
                <p14:nvPr/>
              </p14:nvContentPartPr>
              <p14:xfrm>
                <a:off x="1406635" y="2074700"/>
                <a:ext cx="243360" cy="46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77CEEC-B4C4-1D88-28D5-8BCE231A0F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97635" y="2066060"/>
                  <a:ext cx="2610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700AD6-78D4-36A6-9504-B53AA79E6D43}"/>
                    </a:ext>
                  </a:extLst>
                </p14:cNvPr>
                <p14:cNvContentPartPr/>
                <p14:nvPr/>
              </p14:nvContentPartPr>
              <p14:xfrm>
                <a:off x="1740715" y="2261180"/>
                <a:ext cx="579240" cy="62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700AD6-78D4-36A6-9504-B53AA79E6D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31715" y="2252180"/>
                  <a:ext cx="5968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B1F58AE-2075-3B27-F0F9-0B7C2044EF6C}"/>
                    </a:ext>
                  </a:extLst>
                </p14:cNvPr>
                <p14:cNvContentPartPr/>
                <p14:nvPr/>
              </p14:nvContentPartPr>
              <p14:xfrm>
                <a:off x="2429035" y="2462780"/>
                <a:ext cx="131760" cy="250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B1F58AE-2075-3B27-F0F9-0B7C2044EF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0395" y="2454140"/>
                  <a:ext cx="1494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99BA50-BB88-3744-EA62-E8626AD44086}"/>
              </a:ext>
            </a:extLst>
          </p:cNvPr>
          <p:cNvGrpSpPr/>
          <p:nvPr/>
        </p:nvGrpSpPr>
        <p:grpSpPr>
          <a:xfrm>
            <a:off x="4226875" y="2039420"/>
            <a:ext cx="1474200" cy="696240"/>
            <a:chOff x="4226875" y="2039420"/>
            <a:chExt cx="1474200" cy="6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D8A067-0C74-A3D0-B79C-B2B33DF2B9E2}"/>
                    </a:ext>
                  </a:extLst>
                </p14:cNvPr>
                <p14:cNvContentPartPr/>
                <p14:nvPr/>
              </p14:nvContentPartPr>
              <p14:xfrm>
                <a:off x="4226875" y="2039420"/>
                <a:ext cx="1154160" cy="49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D8A067-0C74-A3D0-B79C-B2B33DF2B9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18235" y="2030420"/>
                  <a:ext cx="11718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968D185-E17F-E68D-0500-CB132F9EBC44}"/>
                    </a:ext>
                  </a:extLst>
                </p14:cNvPr>
                <p14:cNvContentPartPr/>
                <p14:nvPr/>
              </p14:nvContentPartPr>
              <p14:xfrm>
                <a:off x="5581195" y="2586620"/>
                <a:ext cx="119880" cy="14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968D185-E17F-E68D-0500-CB132F9EBC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72195" y="2577980"/>
                  <a:ext cx="1375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3DBBE8-B1FF-F152-D39E-EFE87D1439D1}"/>
              </a:ext>
            </a:extLst>
          </p:cNvPr>
          <p:cNvGrpSpPr/>
          <p:nvPr/>
        </p:nvGrpSpPr>
        <p:grpSpPr>
          <a:xfrm>
            <a:off x="7008595" y="2528660"/>
            <a:ext cx="1366920" cy="447840"/>
            <a:chOff x="7008595" y="2528660"/>
            <a:chExt cx="136692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D1CFE77-213A-1036-434D-B9B0A8966CFA}"/>
                    </a:ext>
                  </a:extLst>
                </p14:cNvPr>
                <p14:cNvContentPartPr/>
                <p14:nvPr/>
              </p14:nvContentPartPr>
              <p14:xfrm>
                <a:off x="7008595" y="2633420"/>
                <a:ext cx="63000" cy="260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D1CFE77-213A-1036-434D-B9B0A8966C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99955" y="2624420"/>
                  <a:ext cx="80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3CFB9F-9886-3B2C-7EA0-5E7E2496E8F2}"/>
                    </a:ext>
                  </a:extLst>
                </p14:cNvPr>
                <p14:cNvContentPartPr/>
                <p14:nvPr/>
              </p14:nvContentPartPr>
              <p14:xfrm>
                <a:off x="7207675" y="2528660"/>
                <a:ext cx="1072080" cy="443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3CFB9F-9886-3B2C-7EA0-5E7E2496E8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99035" y="2519660"/>
                  <a:ext cx="10897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1EC937-0EBB-3753-DEBB-9AFFEA379B3B}"/>
                    </a:ext>
                  </a:extLst>
                </p14:cNvPr>
                <p14:cNvContentPartPr/>
                <p14:nvPr/>
              </p14:nvContentPartPr>
              <p14:xfrm>
                <a:off x="8224315" y="2942660"/>
                <a:ext cx="151200" cy="3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1EC937-0EBB-3753-DEBB-9AFFEA379B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15315" y="2933660"/>
                  <a:ext cx="1688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AFAF86B-DA36-D713-83F6-0E0203F51581}"/>
              </a:ext>
            </a:extLst>
          </p:cNvPr>
          <p:cNvGrpSpPr/>
          <p:nvPr/>
        </p:nvGrpSpPr>
        <p:grpSpPr>
          <a:xfrm>
            <a:off x="9381355" y="2876420"/>
            <a:ext cx="1592280" cy="626400"/>
            <a:chOff x="9381355" y="2876420"/>
            <a:chExt cx="1592280" cy="62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45B984-A5CC-BE54-27E9-01FF1E72A80F}"/>
                    </a:ext>
                  </a:extLst>
                </p14:cNvPr>
                <p14:cNvContentPartPr/>
                <p14:nvPr/>
              </p14:nvContentPartPr>
              <p14:xfrm>
                <a:off x="9381355" y="2876420"/>
                <a:ext cx="1439280" cy="62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45B984-A5CC-BE54-27E9-01FF1E72A8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2715" y="2867780"/>
                  <a:ext cx="145692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17F6EB-102C-B744-85E5-F12AB1761854}"/>
                    </a:ext>
                  </a:extLst>
                </p14:cNvPr>
                <p14:cNvContentPartPr/>
                <p14:nvPr/>
              </p14:nvContentPartPr>
              <p14:xfrm>
                <a:off x="10940875" y="3369260"/>
                <a:ext cx="32760" cy="32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17F6EB-102C-B744-85E5-F12AB17618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1875" y="3360260"/>
                  <a:ext cx="504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35E3F71-9094-F254-2590-3C9801AD1F2A}"/>
              </a:ext>
            </a:extLst>
          </p:cNvPr>
          <p:cNvGrpSpPr/>
          <p:nvPr/>
        </p:nvGrpSpPr>
        <p:grpSpPr>
          <a:xfrm>
            <a:off x="1076515" y="3268460"/>
            <a:ext cx="6354000" cy="1676520"/>
            <a:chOff x="1076515" y="3268460"/>
            <a:chExt cx="6354000" cy="16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E5F228-3910-2A81-147D-F846FED37502}"/>
                    </a:ext>
                  </a:extLst>
                </p14:cNvPr>
                <p14:cNvContentPartPr/>
                <p14:nvPr/>
              </p14:nvContentPartPr>
              <p14:xfrm>
                <a:off x="1241395" y="3960380"/>
                <a:ext cx="120960" cy="426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E5F228-3910-2A81-147D-F846FED375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32395" y="3951740"/>
                  <a:ext cx="138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A652DD-9E90-9BB5-9B12-898137DA3585}"/>
                    </a:ext>
                  </a:extLst>
                </p14:cNvPr>
                <p14:cNvContentPartPr/>
                <p14:nvPr/>
              </p14:nvContentPartPr>
              <p14:xfrm>
                <a:off x="1076515" y="3750140"/>
                <a:ext cx="752400" cy="712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A652DD-9E90-9BB5-9B12-898137DA35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7515" y="3741500"/>
                  <a:ext cx="77004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109CEA-0E6E-BB97-E0C9-4F3321947FF0}"/>
                    </a:ext>
                  </a:extLst>
                </p14:cNvPr>
                <p14:cNvContentPartPr/>
                <p14:nvPr/>
              </p14:nvContentPartPr>
              <p14:xfrm>
                <a:off x="2977675" y="3769580"/>
                <a:ext cx="159480" cy="450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109CEA-0E6E-BB97-E0C9-4F3321947F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69035" y="3760580"/>
                  <a:ext cx="1771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0F0518-00D8-6711-7AC6-EB528DA6D4BD}"/>
                    </a:ext>
                  </a:extLst>
                </p14:cNvPr>
                <p14:cNvContentPartPr/>
                <p14:nvPr/>
              </p14:nvContentPartPr>
              <p14:xfrm>
                <a:off x="2912515" y="3608300"/>
                <a:ext cx="638280" cy="69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0F0518-00D8-6711-7AC6-EB528DA6D4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03875" y="3599300"/>
                  <a:ext cx="6559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06C538-EC5B-4FC8-A477-775F54584110}"/>
                    </a:ext>
                  </a:extLst>
                </p14:cNvPr>
                <p14:cNvContentPartPr/>
                <p14:nvPr/>
              </p14:nvContentPartPr>
              <p14:xfrm>
                <a:off x="4895035" y="3744020"/>
                <a:ext cx="105120" cy="441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06C538-EC5B-4FC8-A477-775F5458411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86395" y="3735380"/>
                  <a:ext cx="1227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6C3BB2-27DD-0F6F-F70C-3FA88E652B1B}"/>
                    </a:ext>
                  </a:extLst>
                </p14:cNvPr>
                <p14:cNvContentPartPr/>
                <p14:nvPr/>
              </p14:nvContentPartPr>
              <p14:xfrm>
                <a:off x="4871275" y="3543500"/>
                <a:ext cx="852480" cy="722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6C3BB2-27DD-0F6F-F70C-3FA88E652B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62635" y="3534860"/>
                  <a:ext cx="87012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ED4EBF-85E4-C9D1-CBC4-6FDCB84C2D95}"/>
                    </a:ext>
                  </a:extLst>
                </p14:cNvPr>
                <p14:cNvContentPartPr/>
                <p14:nvPr/>
              </p14:nvContentPartPr>
              <p14:xfrm>
                <a:off x="6553555" y="3812420"/>
                <a:ext cx="165600" cy="462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ED4EBF-85E4-C9D1-CBC4-6FDCB84C2D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44555" y="3803420"/>
                  <a:ext cx="1832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CCF2069-FC74-0405-99FF-D38AC6855AC5}"/>
                    </a:ext>
                  </a:extLst>
                </p14:cNvPr>
                <p14:cNvContentPartPr/>
                <p14:nvPr/>
              </p14:nvContentPartPr>
              <p14:xfrm>
                <a:off x="6589195" y="3594980"/>
                <a:ext cx="841320" cy="78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CCF2069-FC74-0405-99FF-D38AC6855A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80195" y="3586340"/>
                  <a:ext cx="8589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833283-41DA-8F3D-6A85-7E9F35DA9FDE}"/>
                    </a:ext>
                  </a:extLst>
                </p14:cNvPr>
                <p14:cNvContentPartPr/>
                <p14:nvPr/>
              </p14:nvContentPartPr>
              <p14:xfrm>
                <a:off x="1645675" y="3268460"/>
                <a:ext cx="1593360" cy="486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833283-41DA-8F3D-6A85-7E9F35DA9F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36675" y="3259460"/>
                  <a:ext cx="16110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DA4413-9440-7FF1-0CF2-0FA1D3600E06}"/>
                    </a:ext>
                  </a:extLst>
                </p14:cNvPr>
                <p14:cNvContentPartPr/>
                <p14:nvPr/>
              </p14:nvContentPartPr>
              <p14:xfrm>
                <a:off x="1761235" y="4590020"/>
                <a:ext cx="369720" cy="354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DA4413-9440-7FF1-0CF2-0FA1D3600E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52235" y="4581020"/>
                  <a:ext cx="3873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F0483C5-88E6-FF06-3B69-CDAB5A909061}"/>
                    </a:ext>
                  </a:extLst>
                </p14:cNvPr>
                <p14:cNvContentPartPr/>
                <p14:nvPr/>
              </p14:nvContentPartPr>
              <p14:xfrm>
                <a:off x="3446755" y="3377900"/>
                <a:ext cx="1748880" cy="402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F0483C5-88E6-FF06-3B69-CDAB5A9090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8115" y="3368900"/>
                  <a:ext cx="17665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48D8E0-1152-93B6-2387-859BD7B8951A}"/>
                    </a:ext>
                  </a:extLst>
                </p14:cNvPr>
                <p14:cNvContentPartPr/>
                <p14:nvPr/>
              </p14:nvContentPartPr>
              <p14:xfrm>
                <a:off x="5507395" y="3386180"/>
                <a:ext cx="1166040" cy="462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48D8E0-1152-93B6-2387-859BD7B8951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98755" y="3377180"/>
                  <a:ext cx="1183680" cy="48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D339CDD-2D84-D0F4-2092-E184F126C04D}"/>
              </a:ext>
            </a:extLst>
          </p:cNvPr>
          <p:cNvGrpSpPr/>
          <p:nvPr/>
        </p:nvGrpSpPr>
        <p:grpSpPr>
          <a:xfrm>
            <a:off x="8819755" y="3736460"/>
            <a:ext cx="826560" cy="379440"/>
            <a:chOff x="8819755" y="3736460"/>
            <a:chExt cx="8265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EC8DD5-7EF0-9E49-F4BA-084AC14E8876}"/>
                    </a:ext>
                  </a:extLst>
                </p14:cNvPr>
                <p14:cNvContentPartPr/>
                <p14:nvPr/>
              </p14:nvContentPartPr>
              <p14:xfrm>
                <a:off x="8819755" y="3875780"/>
                <a:ext cx="70200" cy="225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EC8DD5-7EF0-9E49-F4BA-084AC14E88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11115" y="3867140"/>
                  <a:ext cx="87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CD44EE-A7F7-C03C-7F78-4464712221EF}"/>
                    </a:ext>
                  </a:extLst>
                </p14:cNvPr>
                <p14:cNvContentPartPr/>
                <p14:nvPr/>
              </p14:nvContentPartPr>
              <p14:xfrm>
                <a:off x="9218995" y="3736460"/>
                <a:ext cx="427320" cy="379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CD44EE-A7F7-C03C-7F78-4464712221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09995" y="3727820"/>
                  <a:ext cx="444960" cy="39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C012F97-7059-4F2E-4A82-F119110F068D}"/>
                  </a:ext>
                </a:extLst>
              </p14:cNvPr>
              <p14:cNvContentPartPr/>
              <p14:nvPr/>
            </p14:nvContentPartPr>
            <p14:xfrm>
              <a:off x="1928635" y="4551860"/>
              <a:ext cx="739440" cy="253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C012F97-7059-4F2E-4A82-F119110F068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19995" y="4543220"/>
                <a:ext cx="7570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8DE5E8C-0CE3-D54E-7820-4B52FCA1DC1D}"/>
                  </a:ext>
                </a:extLst>
              </p14:cNvPr>
              <p14:cNvContentPartPr/>
              <p14:nvPr/>
            </p14:nvContentPartPr>
            <p14:xfrm>
              <a:off x="4750315" y="4821140"/>
              <a:ext cx="12240" cy="20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8DE5E8C-0CE3-D54E-7820-4B52FCA1DC1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41315" y="4812500"/>
                <a:ext cx="298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6526B0B-0F03-8B19-1452-DCB7313F053F}"/>
              </a:ext>
            </a:extLst>
          </p:cNvPr>
          <p:cNvGrpSpPr/>
          <p:nvPr/>
        </p:nvGrpSpPr>
        <p:grpSpPr>
          <a:xfrm>
            <a:off x="10183075" y="3672020"/>
            <a:ext cx="1848240" cy="1096200"/>
            <a:chOff x="10183075" y="3672020"/>
            <a:chExt cx="1848240" cy="10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37F7E31-C49A-7208-DFE3-1D4C23616144}"/>
                    </a:ext>
                  </a:extLst>
                </p14:cNvPr>
                <p14:cNvContentPartPr/>
                <p14:nvPr/>
              </p14:nvContentPartPr>
              <p14:xfrm>
                <a:off x="10183075" y="3672020"/>
                <a:ext cx="581760" cy="753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37F7E31-C49A-7208-DFE3-1D4C2361614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74435" y="3663020"/>
                  <a:ext cx="59940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A02F28-85D4-3501-2A17-0C67F16377EF}"/>
                    </a:ext>
                  </a:extLst>
                </p14:cNvPr>
                <p14:cNvContentPartPr/>
                <p14:nvPr/>
              </p14:nvContentPartPr>
              <p14:xfrm>
                <a:off x="10775635" y="3866060"/>
                <a:ext cx="546480" cy="59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1A02F28-85D4-3501-2A17-0C67F16377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66995" y="3857420"/>
                  <a:ext cx="564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91B7697-C817-F967-FD33-E858D9A9697D}"/>
                    </a:ext>
                  </a:extLst>
                </p14:cNvPr>
                <p14:cNvContentPartPr/>
                <p14:nvPr/>
              </p14:nvContentPartPr>
              <p14:xfrm>
                <a:off x="11017915" y="4044260"/>
                <a:ext cx="853920" cy="72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91B7697-C817-F967-FD33-E858D9A969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09275" y="4035260"/>
                  <a:ext cx="87156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67195A8-7123-FAD6-EE4D-903CDF3ECE32}"/>
                    </a:ext>
                  </a:extLst>
                </p14:cNvPr>
                <p14:cNvContentPartPr/>
                <p14:nvPr/>
              </p14:nvContentPartPr>
              <p14:xfrm>
                <a:off x="12021235" y="4456460"/>
                <a:ext cx="10080" cy="2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67195A8-7123-FAD6-EE4D-903CDF3ECE3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12595" y="4447820"/>
                  <a:ext cx="27720" cy="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028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CCA7667-323E-5739-BD27-0E1B5D97785F}"/>
              </a:ext>
            </a:extLst>
          </p:cNvPr>
          <p:cNvGrpSpPr/>
          <p:nvPr/>
        </p:nvGrpSpPr>
        <p:grpSpPr>
          <a:xfrm>
            <a:off x="552715" y="193340"/>
            <a:ext cx="10901160" cy="2021400"/>
            <a:chOff x="552715" y="193340"/>
            <a:chExt cx="10901160" cy="20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FD2E6D1-96F0-5C09-3DA8-BE7C85652EFE}"/>
                    </a:ext>
                  </a:extLst>
                </p14:cNvPr>
                <p14:cNvContentPartPr/>
                <p14:nvPr/>
              </p14:nvContentPartPr>
              <p14:xfrm>
                <a:off x="552715" y="438860"/>
                <a:ext cx="185040" cy="540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FD2E6D1-96F0-5C09-3DA8-BE7C85652E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4075" y="429860"/>
                  <a:ext cx="20268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18EB7A-F9C9-3CA2-EE10-96230340F43C}"/>
                    </a:ext>
                  </a:extLst>
                </p14:cNvPr>
                <p14:cNvContentPartPr/>
                <p14:nvPr/>
              </p14:nvContentPartPr>
              <p14:xfrm>
                <a:off x="558835" y="193340"/>
                <a:ext cx="660960" cy="874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18EB7A-F9C9-3CA2-EE10-96230340F4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0195" y="184340"/>
                  <a:ext cx="678600" cy="89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473F0D-3404-6650-C6BD-028B85640138}"/>
                    </a:ext>
                  </a:extLst>
                </p14:cNvPr>
                <p14:cNvContentPartPr/>
                <p14:nvPr/>
              </p14:nvContentPartPr>
              <p14:xfrm>
                <a:off x="1133755" y="807500"/>
                <a:ext cx="431280" cy="285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473F0D-3404-6650-C6BD-028B856401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4755" y="798860"/>
                  <a:ext cx="4489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DE65039-DFAD-79D8-4E84-5B2E2F598F6F}"/>
                    </a:ext>
                  </a:extLst>
                </p14:cNvPr>
                <p14:cNvContentPartPr/>
                <p14:nvPr/>
              </p14:nvContentPartPr>
              <p14:xfrm>
                <a:off x="1568995" y="839900"/>
                <a:ext cx="393120" cy="32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DE65039-DFAD-79D8-4E84-5B2E2F598F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60355" y="830900"/>
                  <a:ext cx="4107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2D5F72-A312-8E12-0356-9CE85B339479}"/>
                    </a:ext>
                  </a:extLst>
                </p14:cNvPr>
                <p14:cNvContentPartPr/>
                <p14:nvPr/>
              </p14:nvContentPartPr>
              <p14:xfrm>
                <a:off x="2109715" y="531380"/>
                <a:ext cx="719280" cy="63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2D5F72-A312-8E12-0356-9CE85B3394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01075" y="522740"/>
                  <a:ext cx="73692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51BE97-8B6C-6A33-C9D5-298606F38AF0}"/>
                    </a:ext>
                  </a:extLst>
                </p14:cNvPr>
                <p14:cNvContentPartPr/>
                <p14:nvPr/>
              </p14:nvContentPartPr>
              <p14:xfrm>
                <a:off x="2967955" y="937100"/>
                <a:ext cx="301680" cy="320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51BE97-8B6C-6A33-C9D5-298606F38A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9315" y="928460"/>
                  <a:ext cx="319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A66FBF-8C9D-7B47-B4D9-EF64269CC407}"/>
                    </a:ext>
                  </a:extLst>
                </p14:cNvPr>
                <p14:cNvContentPartPr/>
                <p14:nvPr/>
              </p14:nvContentPartPr>
              <p14:xfrm>
                <a:off x="3595075" y="387020"/>
                <a:ext cx="183600" cy="65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A66FBF-8C9D-7B47-B4D9-EF64269CC4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86435" y="378020"/>
                  <a:ext cx="20124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0B4A09-ADC9-1AA7-08DA-5A8E5428595F}"/>
                    </a:ext>
                  </a:extLst>
                </p14:cNvPr>
                <p14:cNvContentPartPr/>
                <p14:nvPr/>
              </p14:nvContentPartPr>
              <p14:xfrm>
                <a:off x="3857875" y="294500"/>
                <a:ext cx="356400" cy="181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0B4A09-ADC9-1AA7-08DA-5A8E542859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48875" y="285860"/>
                  <a:ext cx="374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CB92E6-B899-6781-B8CF-32F781BD7843}"/>
                    </a:ext>
                  </a:extLst>
                </p14:cNvPr>
                <p14:cNvContentPartPr/>
                <p14:nvPr/>
              </p14:nvContentPartPr>
              <p14:xfrm>
                <a:off x="3812155" y="607340"/>
                <a:ext cx="417600" cy="19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CB92E6-B899-6781-B8CF-32F781BD78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03515" y="598340"/>
                  <a:ext cx="435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65A1D4-C15D-4045-6DB7-84026BFBFE4C}"/>
                    </a:ext>
                  </a:extLst>
                </p14:cNvPr>
                <p14:cNvContentPartPr/>
                <p14:nvPr/>
              </p14:nvContentPartPr>
              <p14:xfrm>
                <a:off x="3645835" y="684380"/>
                <a:ext cx="441720" cy="48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65A1D4-C15D-4045-6DB7-84026BFBFE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6835" y="675380"/>
                  <a:ext cx="459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5EDB4F-83EB-DFF0-7039-CBA67AF09506}"/>
                    </a:ext>
                  </a:extLst>
                </p14:cNvPr>
                <p14:cNvContentPartPr/>
                <p14:nvPr/>
              </p14:nvContentPartPr>
              <p14:xfrm>
                <a:off x="4259635" y="657740"/>
                <a:ext cx="194040" cy="29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5EDB4F-83EB-DFF0-7039-CBA67AF095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50635" y="649100"/>
                  <a:ext cx="2116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E9C50F-6241-507D-A73C-B4439E609B6D}"/>
                    </a:ext>
                  </a:extLst>
                </p14:cNvPr>
                <p14:cNvContentPartPr/>
                <p14:nvPr/>
              </p14:nvContentPartPr>
              <p14:xfrm>
                <a:off x="4612075" y="696980"/>
                <a:ext cx="218160" cy="24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E9C50F-6241-507D-A73C-B4439E609B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03435" y="687980"/>
                  <a:ext cx="235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2B817C-80D2-5C18-B47F-152A00E250D4}"/>
                    </a:ext>
                  </a:extLst>
                </p14:cNvPr>
                <p14:cNvContentPartPr/>
                <p14:nvPr/>
              </p14:nvContentPartPr>
              <p14:xfrm>
                <a:off x="4945795" y="711740"/>
                <a:ext cx="481320" cy="347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2B817C-80D2-5C18-B47F-152A00E250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36795" y="702740"/>
                  <a:ext cx="4989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F17F27-3D5C-3F7B-69FB-BA15B250EB25}"/>
                    </a:ext>
                  </a:extLst>
                </p14:cNvPr>
                <p14:cNvContentPartPr/>
                <p14:nvPr/>
              </p14:nvContentPartPr>
              <p14:xfrm>
                <a:off x="5691715" y="491420"/>
                <a:ext cx="171000" cy="48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F17F27-3D5C-3F7B-69FB-BA15B250EB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82715" y="482420"/>
                  <a:ext cx="1886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5635DB-10C9-8FA8-35EB-6E33834AFC8C}"/>
                    </a:ext>
                  </a:extLst>
                </p14:cNvPr>
                <p14:cNvContentPartPr/>
                <p14:nvPr/>
              </p14:nvContentPartPr>
              <p14:xfrm>
                <a:off x="5725915" y="820100"/>
                <a:ext cx="230760" cy="27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5635DB-10C9-8FA8-35EB-6E33834AFC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16915" y="811100"/>
                  <a:ext cx="248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ED6E7C-21F6-55BD-E1E0-5C7D9C287359}"/>
                    </a:ext>
                  </a:extLst>
                </p14:cNvPr>
                <p14:cNvContentPartPr/>
                <p14:nvPr/>
              </p14:nvContentPartPr>
              <p14:xfrm>
                <a:off x="7041715" y="281540"/>
                <a:ext cx="2295360" cy="658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ED6E7C-21F6-55BD-E1E0-5C7D9C28735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32715" y="272900"/>
                  <a:ext cx="231300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ABBA61-9B67-15A2-4F6A-95133AACA52A}"/>
                    </a:ext>
                  </a:extLst>
                </p14:cNvPr>
                <p14:cNvContentPartPr/>
                <p14:nvPr/>
              </p14:nvContentPartPr>
              <p14:xfrm>
                <a:off x="9503395" y="545420"/>
                <a:ext cx="32760" cy="37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ABBA61-9B67-15A2-4F6A-95133AACA5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94755" y="536420"/>
                  <a:ext cx="50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5F5AED-FCA5-B2CD-FB80-49DFCF65F447}"/>
                    </a:ext>
                  </a:extLst>
                </p14:cNvPr>
                <p14:cNvContentPartPr/>
                <p14:nvPr/>
              </p14:nvContentPartPr>
              <p14:xfrm>
                <a:off x="9366595" y="712820"/>
                <a:ext cx="167400" cy="239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5F5AED-FCA5-B2CD-FB80-49DFCF65F4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57955" y="703820"/>
                  <a:ext cx="185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E1030F-73EC-C0FD-5326-0A089C8F5AFE}"/>
                    </a:ext>
                  </a:extLst>
                </p14:cNvPr>
                <p14:cNvContentPartPr/>
                <p14:nvPr/>
              </p14:nvContentPartPr>
              <p14:xfrm>
                <a:off x="9719395" y="359660"/>
                <a:ext cx="75240" cy="80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E1030F-73EC-C0FD-5326-0A089C8F5A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10395" y="351020"/>
                  <a:ext cx="92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E889BB5-71FE-AA0B-629E-526EDDB93FC3}"/>
                    </a:ext>
                  </a:extLst>
                </p14:cNvPr>
                <p14:cNvContentPartPr/>
                <p14:nvPr/>
              </p14:nvContentPartPr>
              <p14:xfrm>
                <a:off x="9593395" y="422660"/>
                <a:ext cx="402480" cy="90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E889BB5-71FE-AA0B-629E-526EDDB93F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84395" y="414020"/>
                  <a:ext cx="4201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3B1543-7B74-5E37-C808-5F4828C4E226}"/>
                    </a:ext>
                  </a:extLst>
                </p14:cNvPr>
                <p14:cNvContentPartPr/>
                <p14:nvPr/>
              </p14:nvContentPartPr>
              <p14:xfrm>
                <a:off x="10141315" y="677900"/>
                <a:ext cx="116280" cy="157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3B1543-7B74-5E37-C808-5F4828C4E22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32675" y="668900"/>
                  <a:ext cx="133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A07C88-509F-D8EA-8B73-A276A04EB2BE}"/>
                    </a:ext>
                  </a:extLst>
                </p14:cNvPr>
                <p14:cNvContentPartPr/>
                <p14:nvPr/>
              </p14:nvContentPartPr>
              <p14:xfrm>
                <a:off x="10692115" y="802820"/>
                <a:ext cx="761760" cy="6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A07C88-509F-D8EA-8B73-A276A04EB2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83115" y="793820"/>
                  <a:ext cx="779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4D4241-DEA5-3805-D95B-DCC1C692E4F1}"/>
                    </a:ext>
                  </a:extLst>
                </p14:cNvPr>
                <p14:cNvContentPartPr/>
                <p14:nvPr/>
              </p14:nvContentPartPr>
              <p14:xfrm>
                <a:off x="11062915" y="642980"/>
                <a:ext cx="150840" cy="45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4D4241-DEA5-3805-D95B-DCC1C692E4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54275" y="634340"/>
                  <a:ext cx="16848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F2072A-426A-9C93-6D7B-0C4E8126F863}"/>
                    </a:ext>
                  </a:extLst>
                </p14:cNvPr>
                <p14:cNvContentPartPr/>
                <p14:nvPr/>
              </p14:nvContentPartPr>
              <p14:xfrm>
                <a:off x="3838435" y="1477820"/>
                <a:ext cx="183960" cy="37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F2072A-426A-9C93-6D7B-0C4E8126F8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9435" y="1468820"/>
                  <a:ext cx="2016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D708D0-AD33-DD8E-47C4-2803F448C48F}"/>
                    </a:ext>
                  </a:extLst>
                </p14:cNvPr>
                <p14:cNvContentPartPr/>
                <p14:nvPr/>
              </p14:nvContentPartPr>
              <p14:xfrm>
                <a:off x="3996475" y="1121780"/>
                <a:ext cx="1108440" cy="1092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D708D0-AD33-DD8E-47C4-2803F448C4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87835" y="1113140"/>
                  <a:ext cx="1126080" cy="11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E4884B-6673-2EE2-8D27-5CC2DAE1843F}"/>
                    </a:ext>
                  </a:extLst>
                </p14:cNvPr>
                <p14:cNvContentPartPr/>
                <p14:nvPr/>
              </p14:nvContentPartPr>
              <p14:xfrm>
                <a:off x="5178355" y="1634780"/>
                <a:ext cx="1228680" cy="342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E4884B-6673-2EE2-8D27-5CC2DAE184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69355" y="1626140"/>
                  <a:ext cx="12463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66D6AD-804C-4B02-A929-DF63A4FF10A1}"/>
                    </a:ext>
                  </a:extLst>
                </p14:cNvPr>
                <p14:cNvContentPartPr/>
                <p14:nvPr/>
              </p14:nvContentPartPr>
              <p14:xfrm>
                <a:off x="6650755" y="1844300"/>
                <a:ext cx="315000" cy="103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66D6AD-804C-4B02-A929-DF63A4FF10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41755" y="1835660"/>
                  <a:ext cx="332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805EB0-CFDE-4A5E-025B-BFA8D17C8DC6}"/>
                    </a:ext>
                  </a:extLst>
                </p14:cNvPr>
                <p14:cNvContentPartPr/>
                <p14:nvPr/>
              </p14:nvContentPartPr>
              <p14:xfrm>
                <a:off x="7248715" y="1980020"/>
                <a:ext cx="34200" cy="33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805EB0-CFDE-4A5E-025B-BFA8D17C8D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39715" y="1971380"/>
                  <a:ext cx="518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C827507-A80A-FD1A-3DF1-3A1B92D9CFB9}"/>
                  </a:ext>
                </a:extLst>
              </p14:cNvPr>
              <p14:cNvContentPartPr/>
              <p14:nvPr/>
            </p14:nvContentPartPr>
            <p14:xfrm>
              <a:off x="802555" y="2970740"/>
              <a:ext cx="1858680" cy="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C827507-A80A-FD1A-3DF1-3A1B92D9CFB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3555" y="2952740"/>
                <a:ext cx="1876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5A6717B-82FF-19C9-C8FD-C8FFFC5EB4C5}"/>
                  </a:ext>
                </a:extLst>
              </p14:cNvPr>
              <p14:cNvContentPartPr/>
              <p14:nvPr/>
            </p14:nvContentPartPr>
            <p14:xfrm>
              <a:off x="2706235" y="2989100"/>
              <a:ext cx="720" cy="2671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5A6717B-82FF-19C9-C8FD-C8FFFC5EB4C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88235" y="2980100"/>
                <a:ext cx="36000" cy="26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76733F-A958-70ED-4560-CF7F8CC9A113}"/>
                  </a:ext>
                </a:extLst>
              </p14:cNvPr>
              <p14:cNvContentPartPr/>
              <p14:nvPr/>
            </p14:nvContentPartPr>
            <p14:xfrm>
              <a:off x="791755" y="2973980"/>
              <a:ext cx="72360" cy="2783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76733F-A958-70ED-4560-CF7F8CC9A11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3115" y="2965340"/>
                <a:ext cx="90000" cy="28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A2D734B-B20C-B3A1-01C3-C7A2E7F500CB}"/>
                  </a:ext>
                </a:extLst>
              </p14:cNvPr>
              <p14:cNvContentPartPr/>
              <p14:nvPr/>
            </p14:nvContentPartPr>
            <p14:xfrm>
              <a:off x="837115" y="5737700"/>
              <a:ext cx="1884600" cy="72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A2D734B-B20C-B3A1-01C3-C7A2E7F500C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28475" y="5729060"/>
                <a:ext cx="19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ED054F2-460D-0845-9408-1BE915F91FDC}"/>
                  </a:ext>
                </a:extLst>
              </p14:cNvPr>
              <p14:cNvContentPartPr/>
              <p14:nvPr/>
            </p14:nvContentPartPr>
            <p14:xfrm>
              <a:off x="2683555" y="5642660"/>
              <a:ext cx="38880" cy="147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ED054F2-460D-0845-9408-1BE915F91FD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74555" y="5634020"/>
                <a:ext cx="5652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F76053CF-E07E-93AC-00A0-28E1D89149A9}"/>
              </a:ext>
            </a:extLst>
          </p:cNvPr>
          <p:cNvGrpSpPr/>
          <p:nvPr/>
        </p:nvGrpSpPr>
        <p:grpSpPr>
          <a:xfrm>
            <a:off x="1078675" y="3656540"/>
            <a:ext cx="1237680" cy="392760"/>
            <a:chOff x="1078675" y="3656540"/>
            <a:chExt cx="123768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94A70C-FB60-A6E6-00A3-D02B63EDD378}"/>
                    </a:ext>
                  </a:extLst>
                </p14:cNvPr>
                <p14:cNvContentPartPr/>
                <p14:nvPr/>
              </p14:nvContentPartPr>
              <p14:xfrm>
                <a:off x="1078675" y="3736100"/>
                <a:ext cx="114840" cy="310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94A70C-FB60-A6E6-00A3-D02B63EDD3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9675" y="3727100"/>
                  <a:ext cx="1324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A57E55-D683-CF35-FD5D-F9C93B15B91E}"/>
                    </a:ext>
                  </a:extLst>
                </p14:cNvPr>
                <p14:cNvContentPartPr/>
                <p14:nvPr/>
              </p14:nvContentPartPr>
              <p14:xfrm>
                <a:off x="1158235" y="3656540"/>
                <a:ext cx="322560" cy="37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A57E55-D683-CF35-FD5D-F9C93B15B9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9235" y="3647900"/>
                  <a:ext cx="3402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4DB5AF-A24D-B148-FB63-D75495E186D4}"/>
                    </a:ext>
                  </a:extLst>
                </p14:cNvPr>
                <p14:cNvContentPartPr/>
                <p14:nvPr/>
              </p14:nvContentPartPr>
              <p14:xfrm>
                <a:off x="1533355" y="3907460"/>
                <a:ext cx="783000" cy="14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4DB5AF-A24D-B148-FB63-D75495E186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24355" y="3898460"/>
                  <a:ext cx="8006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61A7807-86C0-D6B4-717E-3B71477F8279}"/>
                  </a:ext>
                </a:extLst>
              </p14:cNvPr>
              <p14:cNvContentPartPr/>
              <p14:nvPr/>
            </p14:nvContentPartPr>
            <p14:xfrm>
              <a:off x="243475" y="5841020"/>
              <a:ext cx="695880" cy="26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61A7807-86C0-D6B4-717E-3B71477F827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4475" y="5832380"/>
                <a:ext cx="7135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DFDDB4B-DAA3-79B4-629B-90247A2C761A}"/>
                  </a:ext>
                </a:extLst>
              </p14:cNvPr>
              <p14:cNvContentPartPr/>
              <p14:nvPr/>
            </p14:nvContentPartPr>
            <p14:xfrm>
              <a:off x="2898115" y="2201420"/>
              <a:ext cx="35280" cy="18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DFDDB4B-DAA3-79B4-629B-90247A2C761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89475" y="2192420"/>
                <a:ext cx="529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879939E-5FD0-639B-3301-02641A495DA1}"/>
                  </a:ext>
                </a:extLst>
              </p14:cNvPr>
              <p14:cNvContentPartPr/>
              <p14:nvPr/>
            </p14:nvContentPartPr>
            <p14:xfrm>
              <a:off x="234475" y="2996660"/>
              <a:ext cx="412920" cy="46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879939E-5FD0-639B-3301-02641A495DA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25835" y="2988020"/>
                <a:ext cx="4305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3CB7969-6C33-ABC9-AD81-88EBFBF0292B}"/>
                  </a:ext>
                </a:extLst>
              </p14:cNvPr>
              <p14:cNvContentPartPr/>
              <p14:nvPr/>
            </p14:nvContentPartPr>
            <p14:xfrm>
              <a:off x="458755" y="3097820"/>
              <a:ext cx="720" cy="981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3CB7969-6C33-ABC9-AD81-88EBFBF0292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0755" y="3088820"/>
                <a:ext cx="36000" cy="9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9958F9E-3B36-0AB8-2457-0A42E278FF53}"/>
                  </a:ext>
                </a:extLst>
              </p14:cNvPr>
              <p14:cNvContentPartPr/>
              <p14:nvPr/>
            </p14:nvContentPartPr>
            <p14:xfrm>
              <a:off x="487555" y="4613780"/>
              <a:ext cx="720" cy="1173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9958F9E-3B36-0AB8-2457-0A42E278FF5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9555" y="4604780"/>
                <a:ext cx="36000" cy="11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490D1BA-F4E1-7370-6B30-F6E2126AA6EC}"/>
                  </a:ext>
                </a:extLst>
              </p14:cNvPr>
              <p14:cNvContentPartPr/>
              <p14:nvPr/>
            </p14:nvContentPartPr>
            <p14:xfrm>
              <a:off x="409075" y="4151540"/>
              <a:ext cx="243000" cy="3297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490D1BA-F4E1-7370-6B30-F6E2126AA6E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0075" y="4142900"/>
                <a:ext cx="260640" cy="34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0B797CFB-B0F0-C626-60A4-15A46D00ACBB}"/>
              </a:ext>
            </a:extLst>
          </p:cNvPr>
          <p:cNvGrpSpPr/>
          <p:nvPr/>
        </p:nvGrpSpPr>
        <p:grpSpPr>
          <a:xfrm>
            <a:off x="616795" y="2251460"/>
            <a:ext cx="2573640" cy="574200"/>
            <a:chOff x="616795" y="2251460"/>
            <a:chExt cx="2573640" cy="5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69B57B7-EA2C-349E-8759-019E570AE871}"/>
                    </a:ext>
                  </a:extLst>
                </p14:cNvPr>
                <p14:cNvContentPartPr/>
                <p14:nvPr/>
              </p14:nvContentPartPr>
              <p14:xfrm>
                <a:off x="707875" y="2269100"/>
                <a:ext cx="281880" cy="352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69B57B7-EA2C-349E-8759-019E570AE8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8875" y="2260460"/>
                  <a:ext cx="2995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DEA42E-2C7B-19B7-6B07-D1B686252BFA}"/>
                    </a:ext>
                  </a:extLst>
                </p14:cNvPr>
                <p14:cNvContentPartPr/>
                <p14:nvPr/>
              </p14:nvContentPartPr>
              <p14:xfrm>
                <a:off x="616795" y="2480060"/>
                <a:ext cx="193320" cy="1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DEA42E-2C7B-19B7-6B07-D1B686252B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795" y="2471420"/>
                  <a:ext cx="210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C4DBE5B-9E61-5617-6392-A5E3026DFDD8}"/>
                    </a:ext>
                  </a:extLst>
                </p14:cNvPr>
                <p14:cNvContentPartPr/>
                <p14:nvPr/>
              </p14:nvContentPartPr>
              <p14:xfrm>
                <a:off x="788155" y="2595260"/>
                <a:ext cx="119880" cy="147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C4DBE5B-9E61-5617-6392-A5E3026DFDD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9155" y="2586620"/>
                  <a:ext cx="137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E108675-E340-F1CF-FC0E-F740803C15F6}"/>
                    </a:ext>
                  </a:extLst>
                </p14:cNvPr>
                <p14:cNvContentPartPr/>
                <p14:nvPr/>
              </p14:nvContentPartPr>
              <p14:xfrm>
                <a:off x="881035" y="2696420"/>
                <a:ext cx="110160" cy="102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E108675-E340-F1CF-FC0E-F740803C15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2035" y="2687780"/>
                  <a:ext cx="127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ED0E8E-1E20-9DB9-E019-6887D154226B}"/>
                    </a:ext>
                  </a:extLst>
                </p14:cNvPr>
                <p14:cNvContentPartPr/>
                <p14:nvPr/>
              </p14:nvContentPartPr>
              <p14:xfrm>
                <a:off x="1221235" y="2266940"/>
                <a:ext cx="213840" cy="265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ED0E8E-1E20-9DB9-E019-6887D154226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12595" y="2258300"/>
                  <a:ext cx="231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294236-D7F4-88F0-3DB3-543D042C448C}"/>
                    </a:ext>
                  </a:extLst>
                </p14:cNvPr>
                <p14:cNvContentPartPr/>
                <p14:nvPr/>
              </p14:nvContentPartPr>
              <p14:xfrm>
                <a:off x="1248595" y="2406620"/>
                <a:ext cx="156960" cy="168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294236-D7F4-88F0-3DB3-543D042C44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39955" y="2397620"/>
                  <a:ext cx="174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D5CC2C-6A78-9AD7-433F-92F572F4BE1B}"/>
                    </a:ext>
                  </a:extLst>
                </p14:cNvPr>
                <p14:cNvContentPartPr/>
                <p14:nvPr/>
              </p14:nvContentPartPr>
              <p14:xfrm>
                <a:off x="1505635" y="2583380"/>
                <a:ext cx="86040" cy="69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D5CC2C-6A78-9AD7-433F-92F572F4BE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96635" y="2574740"/>
                  <a:ext cx="103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C82F39-35E7-41ED-53E5-7D28950E3A24}"/>
                    </a:ext>
                  </a:extLst>
                </p14:cNvPr>
                <p14:cNvContentPartPr/>
                <p14:nvPr/>
              </p14:nvContentPartPr>
              <p14:xfrm>
                <a:off x="1713715" y="2275940"/>
                <a:ext cx="241200" cy="30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C82F39-35E7-41ED-53E5-7D28950E3A2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04715" y="2266940"/>
                  <a:ext cx="2588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6202FF1-4F1A-23ED-1971-DCCD664E68DB}"/>
                    </a:ext>
                  </a:extLst>
                </p14:cNvPr>
                <p14:cNvContentPartPr/>
                <p14:nvPr/>
              </p14:nvContentPartPr>
              <p14:xfrm>
                <a:off x="1711555" y="2461340"/>
                <a:ext cx="155160" cy="247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6202FF1-4F1A-23ED-1971-DCCD664E68D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02915" y="2452340"/>
                  <a:ext cx="172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962822-FB68-E6EC-E0E9-E4A6910787BD}"/>
                    </a:ext>
                  </a:extLst>
                </p14:cNvPr>
                <p14:cNvContentPartPr/>
                <p14:nvPr/>
              </p14:nvContentPartPr>
              <p14:xfrm>
                <a:off x="2139595" y="2561780"/>
                <a:ext cx="28080" cy="1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962822-FB68-E6EC-E0E9-E4A6910787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30955" y="2552780"/>
                  <a:ext cx="45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9E25E0-52D9-64BE-2529-714218184064}"/>
                    </a:ext>
                  </a:extLst>
                </p14:cNvPr>
                <p14:cNvContentPartPr/>
                <p14:nvPr/>
              </p14:nvContentPartPr>
              <p14:xfrm>
                <a:off x="2230675" y="2604980"/>
                <a:ext cx="177120" cy="20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9E25E0-52D9-64BE-2529-7142181840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22035" y="2596340"/>
                  <a:ext cx="194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C2DC47-02D4-A1DD-B71B-7508D294D6C5}"/>
                    </a:ext>
                  </a:extLst>
                </p14:cNvPr>
                <p14:cNvContentPartPr/>
                <p14:nvPr/>
              </p14:nvContentPartPr>
              <p14:xfrm>
                <a:off x="2644315" y="2251460"/>
                <a:ext cx="394560" cy="57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C2DC47-02D4-A1DD-B71B-7508D294D6C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35315" y="2242460"/>
                  <a:ext cx="4122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BBA01F-3F3B-302E-C3C4-C99D84119269}"/>
                    </a:ext>
                  </a:extLst>
                </p14:cNvPr>
                <p14:cNvContentPartPr/>
                <p14:nvPr/>
              </p14:nvContentPartPr>
              <p14:xfrm>
                <a:off x="2645035" y="2586620"/>
                <a:ext cx="173880" cy="3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BBA01F-3F3B-302E-C3C4-C99D841192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36035" y="2577980"/>
                  <a:ext cx="191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7FBD6C-9F22-2A50-858A-344D6B2347DA}"/>
                    </a:ext>
                  </a:extLst>
                </p14:cNvPr>
                <p14:cNvContentPartPr/>
                <p14:nvPr/>
              </p14:nvContentPartPr>
              <p14:xfrm>
                <a:off x="2909275" y="2540180"/>
                <a:ext cx="82080" cy="140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7FBD6C-9F22-2A50-858A-344D6B2347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00635" y="2531180"/>
                  <a:ext cx="99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6B3820-97F6-BA49-2EF3-1B24505F3E53}"/>
                    </a:ext>
                  </a:extLst>
                </p14:cNvPr>
                <p14:cNvContentPartPr/>
                <p14:nvPr/>
              </p14:nvContentPartPr>
              <p14:xfrm>
                <a:off x="3187555" y="2613620"/>
                <a:ext cx="288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6B3820-97F6-BA49-2EF3-1B24505F3E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78915" y="2604980"/>
                  <a:ext cx="20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3056E57-8E2C-5520-E570-78D7E59DF4B4}"/>
              </a:ext>
            </a:extLst>
          </p:cNvPr>
          <p:cNvGrpSpPr/>
          <p:nvPr/>
        </p:nvGrpSpPr>
        <p:grpSpPr>
          <a:xfrm>
            <a:off x="6375715" y="3479780"/>
            <a:ext cx="872640" cy="633240"/>
            <a:chOff x="6375715" y="3479780"/>
            <a:chExt cx="872640" cy="63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81186F5-AAD5-C751-835E-1F0930C35D64}"/>
                    </a:ext>
                  </a:extLst>
                </p14:cNvPr>
                <p14:cNvContentPartPr/>
                <p14:nvPr/>
              </p14:nvContentPartPr>
              <p14:xfrm>
                <a:off x="6503875" y="3597140"/>
                <a:ext cx="15840" cy="515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81186F5-AAD5-C751-835E-1F0930C35D6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94875" y="3588140"/>
                  <a:ext cx="334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D46AB98-008E-0873-863D-4C7B5AED476E}"/>
                    </a:ext>
                  </a:extLst>
                </p14:cNvPr>
                <p14:cNvContentPartPr/>
                <p14:nvPr/>
              </p14:nvContentPartPr>
              <p14:xfrm>
                <a:off x="6500995" y="3479780"/>
                <a:ext cx="747360" cy="80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D46AB98-008E-0873-863D-4C7B5AED476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92355" y="3471140"/>
                  <a:ext cx="765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28CC93-0800-0391-013E-79C551B03530}"/>
                    </a:ext>
                  </a:extLst>
                </p14:cNvPr>
                <p14:cNvContentPartPr/>
                <p14:nvPr/>
              </p14:nvContentPartPr>
              <p14:xfrm>
                <a:off x="7166275" y="3488420"/>
                <a:ext cx="47880" cy="542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28CC93-0800-0391-013E-79C551B0353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57275" y="3479780"/>
                  <a:ext cx="6552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184CD43-71CA-F387-EEBC-D241850D009C}"/>
                    </a:ext>
                  </a:extLst>
                </p14:cNvPr>
                <p14:cNvContentPartPr/>
                <p14:nvPr/>
              </p14:nvContentPartPr>
              <p14:xfrm>
                <a:off x="6375715" y="3970820"/>
                <a:ext cx="858240" cy="132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184CD43-71CA-F387-EEBC-D241850D00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66715" y="3961820"/>
                  <a:ext cx="87588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373E8F7-2461-BB78-4A0C-864B4BDE690E}"/>
              </a:ext>
            </a:extLst>
          </p:cNvPr>
          <p:cNvGrpSpPr/>
          <p:nvPr/>
        </p:nvGrpSpPr>
        <p:grpSpPr>
          <a:xfrm>
            <a:off x="6552115" y="4491740"/>
            <a:ext cx="842400" cy="1978920"/>
            <a:chOff x="6552115" y="4491740"/>
            <a:chExt cx="842400" cy="19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E6E1411-7762-9283-41E8-648CC2FCD931}"/>
                    </a:ext>
                  </a:extLst>
                </p14:cNvPr>
                <p14:cNvContentPartPr/>
                <p14:nvPr/>
              </p14:nvContentPartPr>
              <p14:xfrm>
                <a:off x="6552115" y="4763540"/>
                <a:ext cx="82800" cy="484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E6E1411-7762-9283-41E8-648CC2FCD9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43115" y="4754900"/>
                  <a:ext cx="1004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7767783-E6DC-13CE-7349-24859BD06727}"/>
                    </a:ext>
                  </a:extLst>
                </p14:cNvPr>
                <p14:cNvContentPartPr/>
                <p14:nvPr/>
              </p14:nvContentPartPr>
              <p14:xfrm>
                <a:off x="6583075" y="4491740"/>
                <a:ext cx="720000" cy="837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7767783-E6DC-13CE-7349-24859BD067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74435" y="4482740"/>
                  <a:ext cx="73764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B315134-111A-9662-9CC1-8707FDF5FC08}"/>
                    </a:ext>
                  </a:extLst>
                </p14:cNvPr>
                <p14:cNvContentPartPr/>
                <p14:nvPr/>
              </p14:nvContentPartPr>
              <p14:xfrm>
                <a:off x="6722755" y="5869460"/>
                <a:ext cx="23400" cy="472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B315134-111A-9662-9CC1-8707FDF5FC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14115" y="5860820"/>
                  <a:ext cx="410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7A7761-D31F-1E25-254F-5B8D7AC673ED}"/>
                    </a:ext>
                  </a:extLst>
                </p14:cNvPr>
                <p14:cNvContentPartPr/>
                <p14:nvPr/>
              </p14:nvContentPartPr>
              <p14:xfrm>
                <a:off x="6557875" y="5609540"/>
                <a:ext cx="836640" cy="861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7A7761-D31F-1E25-254F-5B8D7AC673E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48875" y="5600900"/>
                  <a:ext cx="854280" cy="87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3377DD3-43F7-0C83-9721-12D4A6BF7DE2}"/>
              </a:ext>
            </a:extLst>
          </p:cNvPr>
          <p:cNvGrpSpPr/>
          <p:nvPr/>
        </p:nvGrpSpPr>
        <p:grpSpPr>
          <a:xfrm>
            <a:off x="6378235" y="2194940"/>
            <a:ext cx="997560" cy="901080"/>
            <a:chOff x="6378235" y="2194940"/>
            <a:chExt cx="99756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1C7E9A-4A60-59C1-D755-D4AF7E786A0A}"/>
                    </a:ext>
                  </a:extLst>
                </p14:cNvPr>
                <p14:cNvContentPartPr/>
                <p14:nvPr/>
              </p14:nvContentPartPr>
              <p14:xfrm>
                <a:off x="6503515" y="2403380"/>
                <a:ext cx="27000" cy="542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1C7E9A-4A60-59C1-D755-D4AF7E786A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94875" y="2394740"/>
                  <a:ext cx="446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3EA59-EA1E-1D83-F2C4-940FBE804920}"/>
                    </a:ext>
                  </a:extLst>
                </p14:cNvPr>
                <p14:cNvContentPartPr/>
                <p14:nvPr/>
              </p14:nvContentPartPr>
              <p14:xfrm>
                <a:off x="6378235" y="2194940"/>
                <a:ext cx="997560" cy="901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3EA59-EA1E-1D83-F2C4-940FBE80492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69235" y="2185940"/>
                  <a:ext cx="101520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930396-9772-722F-6B4A-946DD18FD738}"/>
                    </a:ext>
                  </a:extLst>
                </p14:cNvPr>
                <p14:cNvContentPartPr/>
                <p14:nvPr/>
              </p14:nvContentPartPr>
              <p14:xfrm>
                <a:off x="6719515" y="2543420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930396-9772-722F-6B4A-946DD18FD73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10515" y="2534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C1B4C09-0EEC-D071-02C8-75D8A64DCD94}"/>
              </a:ext>
            </a:extLst>
          </p:cNvPr>
          <p:cNvGrpSpPr/>
          <p:nvPr/>
        </p:nvGrpSpPr>
        <p:grpSpPr>
          <a:xfrm>
            <a:off x="6718435" y="2491940"/>
            <a:ext cx="354960" cy="274320"/>
            <a:chOff x="6718435" y="2491940"/>
            <a:chExt cx="35496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73EA3C-502C-7D15-D3E2-47DA652F9B10}"/>
                    </a:ext>
                  </a:extLst>
                </p14:cNvPr>
                <p14:cNvContentPartPr/>
                <p14:nvPr/>
              </p14:nvContentPartPr>
              <p14:xfrm>
                <a:off x="6718435" y="2491940"/>
                <a:ext cx="290880" cy="256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73EA3C-502C-7D15-D3E2-47DA652F9B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09435" y="2483300"/>
                  <a:ext cx="308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EE7249-FA9D-5385-420E-F580E581DD18}"/>
                    </a:ext>
                  </a:extLst>
                </p14:cNvPr>
                <p14:cNvContentPartPr/>
                <p14:nvPr/>
              </p14:nvContentPartPr>
              <p14:xfrm>
                <a:off x="7047475" y="2621540"/>
                <a:ext cx="25920" cy="144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EE7249-FA9D-5385-420E-F580E581DD1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38475" y="2612540"/>
                  <a:ext cx="435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4FD037-46E5-A5BA-D47B-40BBD3BA1F7E}"/>
              </a:ext>
            </a:extLst>
          </p:cNvPr>
          <p:cNvGrpSpPr/>
          <p:nvPr/>
        </p:nvGrpSpPr>
        <p:grpSpPr>
          <a:xfrm>
            <a:off x="6685675" y="3739700"/>
            <a:ext cx="435600" cy="159480"/>
            <a:chOff x="6685675" y="3739700"/>
            <a:chExt cx="435600" cy="1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271D82E-7677-DE84-1E48-716BD45F6409}"/>
                    </a:ext>
                  </a:extLst>
                </p14:cNvPr>
                <p14:cNvContentPartPr/>
                <p14:nvPr/>
              </p14:nvContentPartPr>
              <p14:xfrm>
                <a:off x="6685675" y="3739700"/>
                <a:ext cx="266760" cy="159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271D82E-7677-DE84-1E48-716BD45F640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77035" y="3730700"/>
                  <a:ext cx="284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312B7B-DBBC-A3F7-C8EE-A344A18B1FEA}"/>
                    </a:ext>
                  </a:extLst>
                </p14:cNvPr>
                <p14:cNvContentPartPr/>
                <p14:nvPr/>
              </p14:nvContentPartPr>
              <p14:xfrm>
                <a:off x="6989515" y="3757340"/>
                <a:ext cx="131760" cy="123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312B7B-DBBC-A3F7-C8EE-A344A18B1FE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80515" y="3748700"/>
                  <a:ext cx="14940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A7B6A0A-2754-1D6A-4AF3-CC6D1F5D137D}"/>
              </a:ext>
            </a:extLst>
          </p:cNvPr>
          <p:cNvGrpSpPr/>
          <p:nvPr/>
        </p:nvGrpSpPr>
        <p:grpSpPr>
          <a:xfrm>
            <a:off x="6883315" y="4807100"/>
            <a:ext cx="316800" cy="336600"/>
            <a:chOff x="6883315" y="4807100"/>
            <a:chExt cx="31680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88D09D-06B4-C2ED-34D0-029A2BFBF16E}"/>
                    </a:ext>
                  </a:extLst>
                </p14:cNvPr>
                <p14:cNvContentPartPr/>
                <p14:nvPr/>
              </p14:nvContentPartPr>
              <p14:xfrm>
                <a:off x="6883315" y="4807100"/>
                <a:ext cx="163080" cy="217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88D09D-06B4-C2ED-34D0-029A2BFBF1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74675" y="4798460"/>
                  <a:ext cx="180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98514A-7696-53AA-E10A-5A906C86C57C}"/>
                    </a:ext>
                  </a:extLst>
                </p14:cNvPr>
                <p14:cNvContentPartPr/>
                <p14:nvPr/>
              </p14:nvContentPartPr>
              <p14:xfrm>
                <a:off x="7028035" y="4812500"/>
                <a:ext cx="129240" cy="192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98514A-7696-53AA-E10A-5A906C86C57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19395" y="4803500"/>
                  <a:ext cx="146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837D9CA-B6CE-CD90-33ED-482527ACAFF0}"/>
                    </a:ext>
                  </a:extLst>
                </p14:cNvPr>
                <p14:cNvContentPartPr/>
                <p14:nvPr/>
              </p14:nvContentPartPr>
              <p14:xfrm>
                <a:off x="7156915" y="4982780"/>
                <a:ext cx="43200" cy="160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837D9CA-B6CE-CD90-33ED-482527ACAFF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48275" y="4974140"/>
                  <a:ext cx="608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E37279D-C459-CCC3-980F-78B66AF264BC}"/>
              </a:ext>
            </a:extLst>
          </p:cNvPr>
          <p:cNvGrpSpPr/>
          <p:nvPr/>
        </p:nvGrpSpPr>
        <p:grpSpPr>
          <a:xfrm>
            <a:off x="6869995" y="5895020"/>
            <a:ext cx="408240" cy="284760"/>
            <a:chOff x="6869995" y="5895020"/>
            <a:chExt cx="4082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048166-A35E-08FF-01B9-D584EFF03349}"/>
                    </a:ext>
                  </a:extLst>
                </p14:cNvPr>
                <p14:cNvContentPartPr/>
                <p14:nvPr/>
              </p14:nvContentPartPr>
              <p14:xfrm>
                <a:off x="6869995" y="5895020"/>
                <a:ext cx="268200" cy="22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048166-A35E-08FF-01B9-D584EFF0334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61355" y="5886020"/>
                  <a:ext cx="285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822153C-BFD4-C9D1-5E87-859580461C03}"/>
                    </a:ext>
                  </a:extLst>
                </p14:cNvPr>
                <p14:cNvContentPartPr/>
                <p14:nvPr/>
              </p14:nvContentPartPr>
              <p14:xfrm>
                <a:off x="7159435" y="6105980"/>
                <a:ext cx="118800" cy="73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822153C-BFD4-C9D1-5E87-859580461C0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50435" y="6097340"/>
                  <a:ext cx="13644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B06BC27-D2BE-1D8D-0643-766C344BD5F4}"/>
                  </a:ext>
                </a:extLst>
              </p14:cNvPr>
              <p14:cNvContentPartPr/>
              <p14:nvPr/>
            </p14:nvContentPartPr>
            <p14:xfrm>
              <a:off x="2729275" y="2633420"/>
              <a:ext cx="3771000" cy="11257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B06BC27-D2BE-1D8D-0643-766C344BD5F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720275" y="2624420"/>
                <a:ext cx="3788640" cy="11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0F817F3-0035-4F80-C479-804C0B575A39}"/>
                  </a:ext>
                </a:extLst>
              </p14:cNvPr>
              <p14:cNvContentPartPr/>
              <p14:nvPr/>
            </p14:nvContentPartPr>
            <p14:xfrm>
              <a:off x="2765275" y="3867140"/>
              <a:ext cx="3746880" cy="534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0F817F3-0035-4F80-C479-804C0B575A3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756635" y="3858500"/>
                <a:ext cx="376452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A6FE47C-7759-2B86-8483-32AF61AA7D5A}"/>
                  </a:ext>
                </a:extLst>
              </p14:cNvPr>
              <p14:cNvContentPartPr/>
              <p14:nvPr/>
            </p14:nvContentPartPr>
            <p14:xfrm>
              <a:off x="2725675" y="5047940"/>
              <a:ext cx="3851640" cy="2214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A6FE47C-7759-2B86-8483-32AF61AA7D5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716675" y="5039300"/>
                <a:ext cx="3869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0E72CAF-097A-AFFA-64FC-4650E5E44502}"/>
                  </a:ext>
                </a:extLst>
              </p14:cNvPr>
              <p14:cNvContentPartPr/>
              <p14:nvPr/>
            </p14:nvContentPartPr>
            <p14:xfrm>
              <a:off x="2800195" y="5598020"/>
              <a:ext cx="3939840" cy="457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0E72CAF-097A-AFFA-64FC-4650E5E4450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91555" y="5589380"/>
                <a:ext cx="395748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C07DBC0-BCB6-0D91-624E-20A47A7E37DD}"/>
                  </a:ext>
                </a:extLst>
              </p14:cNvPr>
              <p14:cNvContentPartPr/>
              <p14:nvPr/>
            </p14:nvContentPartPr>
            <p14:xfrm>
              <a:off x="5557075" y="2553140"/>
              <a:ext cx="14760" cy="36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C07DBC0-BCB6-0D91-624E-20A47A7E37D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548075" y="2544140"/>
                <a:ext cx="324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241FE0C-1404-2DA8-EFED-00BB74C44276}"/>
              </a:ext>
            </a:extLst>
          </p:cNvPr>
          <p:cNvGrpSpPr/>
          <p:nvPr/>
        </p:nvGrpSpPr>
        <p:grpSpPr>
          <a:xfrm>
            <a:off x="3235435" y="4621700"/>
            <a:ext cx="667440" cy="507960"/>
            <a:chOff x="3235435" y="4621700"/>
            <a:chExt cx="667440" cy="50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7FA6AAA-A45F-77DE-24A3-DAC5AA2C5977}"/>
                    </a:ext>
                  </a:extLst>
                </p14:cNvPr>
                <p14:cNvContentPartPr/>
                <p14:nvPr/>
              </p14:nvContentPartPr>
              <p14:xfrm>
                <a:off x="3235435" y="4621700"/>
                <a:ext cx="336960" cy="441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7FA6AAA-A45F-77DE-24A3-DAC5AA2C597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26795" y="4612700"/>
                  <a:ext cx="3546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658FF3E-3ACB-EC06-09CD-D106E033A5E0}"/>
                    </a:ext>
                  </a:extLst>
                </p14:cNvPr>
                <p14:cNvContentPartPr/>
                <p14:nvPr/>
              </p14:nvContentPartPr>
              <p14:xfrm>
                <a:off x="3586435" y="4651940"/>
                <a:ext cx="316440" cy="4777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658FF3E-3ACB-EC06-09CD-D106E033A5E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77795" y="4643300"/>
                  <a:ext cx="334080" cy="49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9F4E1D2-9AC7-F4E7-964D-36B8988A8598}"/>
              </a:ext>
            </a:extLst>
          </p:cNvPr>
          <p:cNvGrpSpPr/>
          <p:nvPr/>
        </p:nvGrpSpPr>
        <p:grpSpPr>
          <a:xfrm>
            <a:off x="4267915" y="4575980"/>
            <a:ext cx="1150920" cy="572040"/>
            <a:chOff x="4267915" y="4575980"/>
            <a:chExt cx="1150920" cy="57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9022243-8959-1B52-C36D-ADC2ADC280BE}"/>
                    </a:ext>
                  </a:extLst>
                </p14:cNvPr>
                <p14:cNvContentPartPr/>
                <p14:nvPr/>
              </p14:nvContentPartPr>
              <p14:xfrm>
                <a:off x="4267915" y="4848860"/>
                <a:ext cx="397080" cy="58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9022243-8959-1B52-C36D-ADC2ADC280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59275" y="4840220"/>
                  <a:ext cx="414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0D588B6-E082-A9CE-310F-3DA94B76C1BE}"/>
                    </a:ext>
                  </a:extLst>
                </p14:cNvPr>
                <p14:cNvContentPartPr/>
                <p14:nvPr/>
              </p14:nvContentPartPr>
              <p14:xfrm>
                <a:off x="4397155" y="4695140"/>
                <a:ext cx="171720" cy="338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0D588B6-E082-A9CE-310F-3DA94B76C1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88155" y="4686500"/>
                  <a:ext cx="1893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58015C-D34B-F94F-A7FA-9AD453AE06B3}"/>
                    </a:ext>
                  </a:extLst>
                </p14:cNvPr>
                <p14:cNvContentPartPr/>
                <p14:nvPr/>
              </p14:nvContentPartPr>
              <p14:xfrm>
                <a:off x="4827355" y="4691900"/>
                <a:ext cx="87120" cy="345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58015C-D34B-F94F-A7FA-9AD453AE06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18715" y="4683260"/>
                  <a:ext cx="104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4369E0C-58C5-3576-73A7-88D2BEE45D72}"/>
                    </a:ext>
                  </a:extLst>
                </p14:cNvPr>
                <p14:cNvContentPartPr/>
                <p14:nvPr/>
              </p14:nvContentPartPr>
              <p14:xfrm>
                <a:off x="5071075" y="4575980"/>
                <a:ext cx="132840" cy="79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4369E0C-58C5-3576-73A7-88D2BEE45D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62075" y="4566980"/>
                  <a:ext cx="150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8DECA7-27BA-AA38-1520-9BD50E8AEA8B}"/>
                    </a:ext>
                  </a:extLst>
                </p14:cNvPr>
                <p14:cNvContentPartPr/>
                <p14:nvPr/>
              </p14:nvContentPartPr>
              <p14:xfrm>
                <a:off x="4923835" y="4856780"/>
                <a:ext cx="231840" cy="36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08DECA7-27BA-AA38-1520-9BD50E8AEA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15195" y="4848140"/>
                  <a:ext cx="249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E2523A0-545D-3C83-E66B-2BA134D9CEC1}"/>
                    </a:ext>
                  </a:extLst>
                </p14:cNvPr>
                <p14:cNvContentPartPr/>
                <p14:nvPr/>
              </p14:nvContentPartPr>
              <p14:xfrm>
                <a:off x="5084395" y="4654820"/>
                <a:ext cx="334440" cy="493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E2523A0-545D-3C83-E66B-2BA134D9CE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75395" y="4645820"/>
                  <a:ext cx="352080" cy="51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CF93CB7-575F-9D37-3CA0-6150B9A382DC}"/>
              </a:ext>
            </a:extLst>
          </p:cNvPr>
          <p:cNvGrpSpPr/>
          <p:nvPr/>
        </p:nvGrpSpPr>
        <p:grpSpPr>
          <a:xfrm>
            <a:off x="3528835" y="5270420"/>
            <a:ext cx="616680" cy="443160"/>
            <a:chOff x="3528835" y="5270420"/>
            <a:chExt cx="6166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657EC7B-D9BD-9BA8-F19D-FC1655E8D7B3}"/>
                    </a:ext>
                  </a:extLst>
                </p14:cNvPr>
                <p14:cNvContentPartPr/>
                <p14:nvPr/>
              </p14:nvContentPartPr>
              <p14:xfrm>
                <a:off x="3528835" y="5270420"/>
                <a:ext cx="295920" cy="306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657EC7B-D9BD-9BA8-F19D-FC1655E8D7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19835" y="5261780"/>
                  <a:ext cx="313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DA29B49-0AB8-B92C-448C-4BDAC838DE42}"/>
                    </a:ext>
                  </a:extLst>
                </p14:cNvPr>
                <p14:cNvContentPartPr/>
                <p14:nvPr/>
              </p14:nvContentPartPr>
              <p14:xfrm>
                <a:off x="3910075" y="5286980"/>
                <a:ext cx="235440" cy="426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DA29B49-0AB8-B92C-448C-4BDAC838DE4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01075" y="5277980"/>
                  <a:ext cx="253080" cy="44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E41874E-7B47-03F0-F9EC-08732DC91F04}"/>
              </a:ext>
            </a:extLst>
          </p:cNvPr>
          <p:cNvGrpSpPr/>
          <p:nvPr/>
        </p:nvGrpSpPr>
        <p:grpSpPr>
          <a:xfrm>
            <a:off x="4461955" y="5326940"/>
            <a:ext cx="1119600" cy="551520"/>
            <a:chOff x="4461955" y="5326940"/>
            <a:chExt cx="111960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74A5CD9-AD73-49C1-D418-BD238D7EBEF3}"/>
                    </a:ext>
                  </a:extLst>
                </p14:cNvPr>
                <p14:cNvContentPartPr/>
                <p14:nvPr/>
              </p14:nvContentPartPr>
              <p14:xfrm>
                <a:off x="4553755" y="5340980"/>
                <a:ext cx="21960" cy="323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74A5CD9-AD73-49C1-D418-BD238D7EBEF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44755" y="5331980"/>
                  <a:ext cx="39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98EF672-9A67-DACA-4D92-FBB31C78516D}"/>
                    </a:ext>
                  </a:extLst>
                </p14:cNvPr>
                <p14:cNvContentPartPr/>
                <p14:nvPr/>
              </p14:nvContentPartPr>
              <p14:xfrm>
                <a:off x="4461955" y="5462660"/>
                <a:ext cx="234360" cy="28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98EF672-9A67-DACA-4D92-FBB31C78516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53315" y="5453660"/>
                  <a:ext cx="252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19CE719-9655-939C-A581-657CB78D89CD}"/>
                    </a:ext>
                  </a:extLst>
                </p14:cNvPr>
                <p14:cNvContentPartPr/>
                <p14:nvPr/>
              </p14:nvContentPartPr>
              <p14:xfrm>
                <a:off x="4845715" y="5636180"/>
                <a:ext cx="83520" cy="138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19CE719-9655-939C-A581-657CB78D89C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36715" y="5627180"/>
                  <a:ext cx="101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25ADEC6-DAC4-002A-5315-66D53DAD55DE}"/>
                    </a:ext>
                  </a:extLst>
                </p14:cNvPr>
                <p14:cNvContentPartPr/>
                <p14:nvPr/>
              </p14:nvContentPartPr>
              <p14:xfrm>
                <a:off x="4946875" y="5326940"/>
                <a:ext cx="175320" cy="94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25ADEC6-DAC4-002A-5315-66D53DAD55D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37875" y="5317940"/>
                  <a:ext cx="192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E489900-010C-EBE1-2266-89AAB3D061D5}"/>
                    </a:ext>
                  </a:extLst>
                </p14:cNvPr>
                <p14:cNvContentPartPr/>
                <p14:nvPr/>
              </p14:nvContentPartPr>
              <p14:xfrm>
                <a:off x="4973515" y="5680460"/>
                <a:ext cx="122040" cy="43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E489900-010C-EBE1-2266-89AAB3D061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64515" y="5671820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98B8892-30AB-429C-C538-92F1A20693B1}"/>
                    </a:ext>
                  </a:extLst>
                </p14:cNvPr>
                <p14:cNvContentPartPr/>
                <p14:nvPr/>
              </p14:nvContentPartPr>
              <p14:xfrm>
                <a:off x="5084395" y="5492540"/>
                <a:ext cx="316440" cy="385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98B8892-30AB-429C-C538-92F1A20693B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75395" y="5483900"/>
                  <a:ext cx="3340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84B03F-203D-D64F-6A26-7AF3FF0DB951}"/>
                    </a:ext>
                  </a:extLst>
                </p14:cNvPr>
                <p14:cNvContentPartPr/>
                <p14:nvPr/>
              </p14:nvContentPartPr>
              <p14:xfrm>
                <a:off x="5557075" y="5678300"/>
                <a:ext cx="24480" cy="33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84B03F-203D-D64F-6A26-7AF3FF0DB9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48075" y="5669660"/>
                  <a:ext cx="4212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E1A14BC-A14D-88FF-125F-ECCAC4C01C15}"/>
              </a:ext>
            </a:extLst>
          </p:cNvPr>
          <p:cNvGrpSpPr/>
          <p:nvPr/>
        </p:nvGrpSpPr>
        <p:grpSpPr>
          <a:xfrm>
            <a:off x="2955715" y="1864820"/>
            <a:ext cx="7364520" cy="2372760"/>
            <a:chOff x="2955715" y="1864820"/>
            <a:chExt cx="7364520" cy="23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EF9D1D-2BCD-07C5-14AA-07FF80C9E7D8}"/>
                    </a:ext>
                  </a:extLst>
                </p14:cNvPr>
                <p14:cNvContentPartPr/>
                <p14:nvPr/>
              </p14:nvContentPartPr>
              <p14:xfrm>
                <a:off x="5126515" y="2791820"/>
                <a:ext cx="447840" cy="89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EF9D1D-2BCD-07C5-14AA-07FF80C9E7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17515" y="2782820"/>
                  <a:ext cx="465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F7BAD98-474E-7C87-2284-009CD0CEB680}"/>
                    </a:ext>
                  </a:extLst>
                </p14:cNvPr>
                <p14:cNvContentPartPr/>
                <p14:nvPr/>
              </p14:nvContentPartPr>
              <p14:xfrm>
                <a:off x="5350795" y="2720180"/>
                <a:ext cx="64440" cy="219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F7BAD98-474E-7C87-2284-009CD0CEB68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41795" y="2711180"/>
                  <a:ext cx="82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968F0AC-B2E7-2CA6-F9DD-3EAEBB15797E}"/>
                    </a:ext>
                  </a:extLst>
                </p14:cNvPr>
                <p14:cNvContentPartPr/>
                <p14:nvPr/>
              </p14:nvContentPartPr>
              <p14:xfrm>
                <a:off x="5698195" y="2465300"/>
                <a:ext cx="38520" cy="375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968F0AC-B2E7-2CA6-F9DD-3EAEBB1579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89195" y="2456300"/>
                  <a:ext cx="561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DD53D2C-AAF8-5289-DBD4-8372C0D56A89}"/>
                    </a:ext>
                  </a:extLst>
                </p14:cNvPr>
                <p14:cNvContentPartPr/>
                <p14:nvPr/>
              </p14:nvContentPartPr>
              <p14:xfrm>
                <a:off x="5665435" y="2260100"/>
                <a:ext cx="202320" cy="279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DD53D2C-AAF8-5289-DBD4-8372C0D56A8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56795" y="2251460"/>
                  <a:ext cx="219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7921D3E-E044-9358-E5CB-4CF21BD8F9F9}"/>
                    </a:ext>
                  </a:extLst>
                </p14:cNvPr>
                <p14:cNvContentPartPr/>
                <p14:nvPr/>
              </p14:nvContentPartPr>
              <p14:xfrm>
                <a:off x="5933275" y="2380340"/>
                <a:ext cx="311400" cy="140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7921D3E-E044-9358-E5CB-4CF21BD8F9F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24275" y="2371700"/>
                  <a:ext cx="329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AE11089-20D6-9034-D009-F7A318ED8CB8}"/>
                    </a:ext>
                  </a:extLst>
                </p14:cNvPr>
                <p14:cNvContentPartPr/>
                <p14:nvPr/>
              </p14:nvContentPartPr>
              <p14:xfrm>
                <a:off x="6254755" y="2192780"/>
                <a:ext cx="20160" cy="167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AE11089-20D6-9034-D009-F7A318ED8CB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46115" y="2183780"/>
                  <a:ext cx="37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62CAAEA-E2E3-8163-9A5E-65B74DFCD537}"/>
                    </a:ext>
                  </a:extLst>
                </p14:cNvPr>
                <p14:cNvContentPartPr/>
                <p14:nvPr/>
              </p14:nvContentPartPr>
              <p14:xfrm>
                <a:off x="6219115" y="2248220"/>
                <a:ext cx="232920" cy="40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62CAAEA-E2E3-8163-9A5E-65B74DFCD53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10115" y="2239220"/>
                  <a:ext cx="250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78644B4-242A-EA5A-A841-DB12BC3CA056}"/>
                    </a:ext>
                  </a:extLst>
                </p14:cNvPr>
                <p14:cNvContentPartPr/>
                <p14:nvPr/>
              </p14:nvContentPartPr>
              <p14:xfrm>
                <a:off x="6502435" y="2025740"/>
                <a:ext cx="51120" cy="133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78644B4-242A-EA5A-A841-DB12BC3CA05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93435" y="2016740"/>
                  <a:ext cx="68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8F86B1C-CD37-D9DE-71A5-CD15968B73E6}"/>
                    </a:ext>
                  </a:extLst>
                </p14:cNvPr>
                <p14:cNvContentPartPr/>
                <p14:nvPr/>
              </p14:nvContentPartPr>
              <p14:xfrm>
                <a:off x="6630955" y="2035820"/>
                <a:ext cx="75960" cy="194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8F86B1C-CD37-D9DE-71A5-CD15968B73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621955" y="2026820"/>
                  <a:ext cx="93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D6AB6D5-FAC9-0CAE-8ECF-C147F98727AE}"/>
                    </a:ext>
                  </a:extLst>
                </p14:cNvPr>
                <p14:cNvContentPartPr/>
                <p14:nvPr/>
              </p14:nvContentPartPr>
              <p14:xfrm>
                <a:off x="6902035" y="1874900"/>
                <a:ext cx="570240" cy="292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D6AB6D5-FAC9-0CAE-8ECF-C147F98727A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93035" y="1865900"/>
                  <a:ext cx="5878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BE214C4-34EB-40DE-AB87-7D9E0036BCB2}"/>
                    </a:ext>
                  </a:extLst>
                </p14:cNvPr>
                <p14:cNvContentPartPr/>
                <p14:nvPr/>
              </p14:nvContentPartPr>
              <p14:xfrm>
                <a:off x="7555075" y="1934300"/>
                <a:ext cx="14760" cy="27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BE214C4-34EB-40DE-AB87-7D9E0036BCB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46075" y="1925660"/>
                  <a:ext cx="32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9C3EF99-8815-01F6-4630-35EE284A1F43}"/>
                    </a:ext>
                  </a:extLst>
                </p14:cNvPr>
                <p14:cNvContentPartPr/>
                <p14:nvPr/>
              </p14:nvContentPartPr>
              <p14:xfrm>
                <a:off x="3427675" y="2426060"/>
                <a:ext cx="641880" cy="425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9C3EF99-8815-01F6-4630-35EE284A1F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18675" y="2417420"/>
                  <a:ext cx="6595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0C95BA2-749C-7773-F849-DBB9A4DB3A6B}"/>
                    </a:ext>
                  </a:extLst>
                </p14:cNvPr>
                <p14:cNvContentPartPr/>
                <p14:nvPr/>
              </p14:nvContentPartPr>
              <p14:xfrm>
                <a:off x="5471395" y="2141660"/>
                <a:ext cx="88560" cy="234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0C95BA2-749C-7773-F849-DBB9A4DB3A6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62395" y="2133020"/>
                  <a:ext cx="106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06F2CF0-5DEA-26A5-ED29-B8BEB6D10BB1}"/>
                    </a:ext>
                  </a:extLst>
                </p14:cNvPr>
                <p14:cNvContentPartPr/>
                <p14:nvPr/>
              </p14:nvContentPartPr>
              <p14:xfrm>
                <a:off x="5589835" y="2062820"/>
                <a:ext cx="137520" cy="87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06F2CF0-5DEA-26A5-ED29-B8BEB6D10BB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580835" y="2054180"/>
                  <a:ext cx="155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683CE8E-0B2C-80F4-1D02-9C2AF2C6CC35}"/>
                    </a:ext>
                  </a:extLst>
                </p14:cNvPr>
                <p14:cNvContentPartPr/>
                <p14:nvPr/>
              </p14:nvContentPartPr>
              <p14:xfrm>
                <a:off x="5677675" y="2229500"/>
                <a:ext cx="83520" cy="24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683CE8E-0B2C-80F4-1D02-9C2AF2C6CC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68675" y="2220860"/>
                  <a:ext cx="101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6EF6ABF-853D-3FA9-F266-1679DA6789C9}"/>
                    </a:ext>
                  </a:extLst>
                </p14:cNvPr>
                <p14:cNvContentPartPr/>
                <p14:nvPr/>
              </p14:nvContentPartPr>
              <p14:xfrm>
                <a:off x="5809075" y="2016020"/>
                <a:ext cx="126720" cy="273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6EF6ABF-853D-3FA9-F266-1679DA6789C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00075" y="2007020"/>
                  <a:ext cx="144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50CD706-9D67-B4C0-3156-0D78D5F113AA}"/>
                    </a:ext>
                  </a:extLst>
                </p14:cNvPr>
                <p14:cNvContentPartPr/>
                <p14:nvPr/>
              </p14:nvContentPartPr>
              <p14:xfrm>
                <a:off x="6107875" y="2158940"/>
                <a:ext cx="25560" cy="11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50CD706-9D67-B4C0-3156-0D78D5F113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99235" y="2150300"/>
                  <a:ext cx="43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A0ED613-8BEC-F9BB-4A9F-AA11DBA539FC}"/>
                    </a:ext>
                  </a:extLst>
                </p14:cNvPr>
                <p14:cNvContentPartPr/>
                <p14:nvPr/>
              </p14:nvContentPartPr>
              <p14:xfrm>
                <a:off x="4396435" y="2446580"/>
                <a:ext cx="381960" cy="65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A0ED613-8BEC-F9BB-4A9F-AA11DBA539F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87435" y="2437940"/>
                  <a:ext cx="399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3A195FC-3A83-DFAB-2FD0-2403B6EED483}"/>
                    </a:ext>
                  </a:extLst>
                </p14:cNvPr>
                <p14:cNvContentPartPr/>
                <p14:nvPr/>
              </p14:nvContentPartPr>
              <p14:xfrm>
                <a:off x="4659955" y="2397980"/>
                <a:ext cx="40320" cy="300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3A195FC-3A83-DFAB-2FD0-2403B6EED48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50955" y="2388980"/>
                  <a:ext cx="579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5CFAAC-FDE2-671D-15A1-8E958A547B33}"/>
                    </a:ext>
                  </a:extLst>
                </p14:cNvPr>
                <p14:cNvContentPartPr/>
                <p14:nvPr/>
              </p14:nvContentPartPr>
              <p14:xfrm>
                <a:off x="3105835" y="3982340"/>
                <a:ext cx="42480" cy="255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5CFAAC-FDE2-671D-15A1-8E958A547B3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96835" y="3973340"/>
                  <a:ext cx="60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CEA8D83-727C-3AB2-E583-8CC317C30A2E}"/>
                    </a:ext>
                  </a:extLst>
                </p14:cNvPr>
                <p14:cNvContentPartPr/>
                <p14:nvPr/>
              </p14:nvContentPartPr>
              <p14:xfrm>
                <a:off x="3194755" y="3827180"/>
                <a:ext cx="192960" cy="387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CEA8D83-727C-3AB2-E583-8CC317C30A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86115" y="3818180"/>
                  <a:ext cx="2106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4ACF1DC-493B-86A3-1507-2EAE94008E0B}"/>
                    </a:ext>
                  </a:extLst>
                </p14:cNvPr>
                <p14:cNvContentPartPr/>
                <p14:nvPr/>
              </p14:nvContentPartPr>
              <p14:xfrm>
                <a:off x="3514435" y="3894860"/>
                <a:ext cx="182160" cy="303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4ACF1DC-493B-86A3-1507-2EAE94008E0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505435" y="3886220"/>
                  <a:ext cx="1998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D7DC362-AE7E-F996-9FEC-C62D8AD9BDE1}"/>
                    </a:ext>
                  </a:extLst>
                </p14:cNvPr>
                <p14:cNvContentPartPr/>
                <p14:nvPr/>
              </p14:nvContentPartPr>
              <p14:xfrm>
                <a:off x="3876235" y="3954260"/>
                <a:ext cx="46080" cy="39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D7DC362-AE7E-F996-9FEC-C62D8AD9BDE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67235" y="3945260"/>
                  <a:ext cx="63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0725546-F9FF-FE0F-91A7-9C7A9B4D24E9}"/>
                    </a:ext>
                  </a:extLst>
                </p14:cNvPr>
                <p14:cNvContentPartPr/>
                <p14:nvPr/>
              </p14:nvContentPartPr>
              <p14:xfrm>
                <a:off x="2995675" y="3353780"/>
                <a:ext cx="66600" cy="177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0725546-F9FF-FE0F-91A7-9C7A9B4D24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87035" y="3345140"/>
                  <a:ext cx="84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346AE0F-E109-89BC-A09A-443A59A00A3A}"/>
                    </a:ext>
                  </a:extLst>
                </p14:cNvPr>
                <p14:cNvContentPartPr/>
                <p14:nvPr/>
              </p14:nvContentPartPr>
              <p14:xfrm>
                <a:off x="2955715" y="3162980"/>
                <a:ext cx="439560" cy="292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346AE0F-E109-89BC-A09A-443A59A00A3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47075" y="3153980"/>
                  <a:ext cx="457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87BE4C-AB52-3347-0C2B-3088648C69BF}"/>
                    </a:ext>
                  </a:extLst>
                </p14:cNvPr>
                <p14:cNvContentPartPr/>
                <p14:nvPr/>
              </p14:nvContentPartPr>
              <p14:xfrm>
                <a:off x="3411475" y="3279980"/>
                <a:ext cx="223920" cy="151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87BE4C-AB52-3347-0C2B-3088648C69B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402475" y="3271340"/>
                  <a:ext cx="241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7ACC48-BAE7-67DB-E62B-EB4B24C20D30}"/>
                    </a:ext>
                  </a:extLst>
                </p14:cNvPr>
                <p14:cNvContentPartPr/>
                <p14:nvPr/>
              </p14:nvContentPartPr>
              <p14:xfrm>
                <a:off x="3779755" y="3028340"/>
                <a:ext cx="119880" cy="335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7ACC48-BAE7-67DB-E62B-EB4B24C20D3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71115" y="3019700"/>
                  <a:ext cx="1375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434E9FE-DE25-2889-FAFD-76D50D2ACFBF}"/>
                    </a:ext>
                  </a:extLst>
                </p14:cNvPr>
                <p14:cNvContentPartPr/>
                <p14:nvPr/>
              </p14:nvContentPartPr>
              <p14:xfrm>
                <a:off x="3962995" y="3145700"/>
                <a:ext cx="118440" cy="130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434E9FE-DE25-2889-FAFD-76D50D2ACFB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53995" y="3136700"/>
                  <a:ext cx="136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85ABAB9-CAB1-44BD-8031-EF19C88C850A}"/>
                    </a:ext>
                  </a:extLst>
                </p14:cNvPr>
                <p14:cNvContentPartPr/>
                <p14:nvPr/>
              </p14:nvContentPartPr>
              <p14:xfrm>
                <a:off x="4125715" y="2946980"/>
                <a:ext cx="401760" cy="229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85ABAB9-CAB1-44BD-8031-EF19C88C850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6715" y="2937980"/>
                  <a:ext cx="419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9762E02-9804-18FD-D0B0-0F1C84891E43}"/>
                    </a:ext>
                  </a:extLst>
                </p14:cNvPr>
                <p14:cNvContentPartPr/>
                <p14:nvPr/>
              </p14:nvContentPartPr>
              <p14:xfrm>
                <a:off x="4564555" y="2905580"/>
                <a:ext cx="407880" cy="154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9762E02-9804-18FD-D0B0-0F1C84891E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55915" y="2896940"/>
                  <a:ext cx="425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E98E6E4-4652-503C-7BBB-3C0F599F6655}"/>
                    </a:ext>
                  </a:extLst>
                </p14:cNvPr>
                <p14:cNvContentPartPr/>
                <p14:nvPr/>
              </p14:nvContentPartPr>
              <p14:xfrm>
                <a:off x="5021755" y="2959940"/>
                <a:ext cx="24480" cy="2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E98E6E4-4652-503C-7BBB-3C0F599F665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12755" y="2951300"/>
                  <a:ext cx="42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C030F45-62B3-66FC-85BC-761D8C01EF7D}"/>
                    </a:ext>
                  </a:extLst>
                </p14:cNvPr>
                <p14:cNvContentPartPr/>
                <p14:nvPr/>
              </p14:nvContentPartPr>
              <p14:xfrm>
                <a:off x="4015915" y="3307340"/>
                <a:ext cx="64440" cy="12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C030F45-62B3-66FC-85BC-761D8C01EF7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07275" y="3298340"/>
                  <a:ext cx="82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8C928CE-44F1-7C56-A7A6-B7770070EDFA}"/>
                    </a:ext>
                  </a:extLst>
                </p14:cNvPr>
                <p14:cNvContentPartPr/>
                <p14:nvPr/>
              </p14:nvContentPartPr>
              <p14:xfrm>
                <a:off x="3772195" y="4025540"/>
                <a:ext cx="289800" cy="38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8C928CE-44F1-7C56-A7A6-B7770070EDF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763555" y="4016900"/>
                  <a:ext cx="307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DACBA9B-AF5E-B77E-7416-623ECF0AAC7A}"/>
                    </a:ext>
                  </a:extLst>
                </p14:cNvPr>
                <p14:cNvContentPartPr/>
                <p14:nvPr/>
              </p14:nvContentPartPr>
              <p14:xfrm>
                <a:off x="3954355" y="3984500"/>
                <a:ext cx="42480" cy="170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DACBA9B-AF5E-B77E-7416-623ECF0AAC7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945715" y="3975500"/>
                  <a:ext cx="6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2C89832-1D5E-8D1A-9695-7B073C7B03AD}"/>
                    </a:ext>
                  </a:extLst>
                </p14:cNvPr>
                <p14:cNvContentPartPr/>
                <p14:nvPr/>
              </p14:nvContentPartPr>
              <p14:xfrm>
                <a:off x="4148755" y="3861740"/>
                <a:ext cx="177480" cy="263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2C89832-1D5E-8D1A-9695-7B073C7B03A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40115" y="3853100"/>
                  <a:ext cx="1951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8A07D0-B900-825E-A9F0-3F3401742F21}"/>
                    </a:ext>
                  </a:extLst>
                </p14:cNvPr>
                <p14:cNvContentPartPr/>
                <p14:nvPr/>
              </p14:nvContentPartPr>
              <p14:xfrm>
                <a:off x="4380235" y="3800180"/>
                <a:ext cx="271440" cy="399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8A07D0-B900-825E-A9F0-3F3401742F2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71595" y="3791540"/>
                  <a:ext cx="2890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2C9D743-657F-1C3C-A086-850023733528}"/>
                    </a:ext>
                  </a:extLst>
                </p14:cNvPr>
                <p14:cNvContentPartPr/>
                <p14:nvPr/>
              </p14:nvContentPartPr>
              <p14:xfrm>
                <a:off x="4603075" y="3918260"/>
                <a:ext cx="126000" cy="91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2C9D743-657F-1C3C-A086-85002373352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94435" y="3909260"/>
                  <a:ext cx="143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0EF9716-8013-B06D-D211-9F974EE128B3}"/>
                    </a:ext>
                  </a:extLst>
                </p14:cNvPr>
                <p14:cNvContentPartPr/>
                <p14:nvPr/>
              </p14:nvContentPartPr>
              <p14:xfrm>
                <a:off x="4786315" y="3781460"/>
                <a:ext cx="43920" cy="190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0EF9716-8013-B06D-D211-9F974EE128B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77675" y="3772820"/>
                  <a:ext cx="61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9EE8948-3AC4-4F4B-2C48-DF3336AC5623}"/>
                    </a:ext>
                  </a:extLst>
                </p14:cNvPr>
                <p14:cNvContentPartPr/>
                <p14:nvPr/>
              </p14:nvContentPartPr>
              <p14:xfrm>
                <a:off x="4851475" y="3875780"/>
                <a:ext cx="104040" cy="60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9EE8948-3AC4-4F4B-2C48-DF3336AC56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842835" y="3867140"/>
                  <a:ext cx="121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4B96144-5B03-601E-25F4-611D4E4C167F}"/>
                    </a:ext>
                  </a:extLst>
                </p14:cNvPr>
                <p14:cNvContentPartPr/>
                <p14:nvPr/>
              </p14:nvContentPartPr>
              <p14:xfrm>
                <a:off x="4990435" y="3822860"/>
                <a:ext cx="471600" cy="147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4B96144-5B03-601E-25F4-611D4E4C167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981795" y="3813860"/>
                  <a:ext cx="489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73AC47A-43D6-3CE0-0FE9-CE1AF78707D0}"/>
                    </a:ext>
                  </a:extLst>
                </p14:cNvPr>
                <p14:cNvContentPartPr/>
                <p14:nvPr/>
              </p14:nvContentPartPr>
              <p14:xfrm>
                <a:off x="5438635" y="3848780"/>
                <a:ext cx="95760" cy="55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73AC47A-43D6-3CE0-0FE9-CE1AF78707D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29995" y="3840140"/>
                  <a:ext cx="113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F3A265-40ED-AE86-3ED8-CFC8FD126AA9}"/>
                    </a:ext>
                  </a:extLst>
                </p14:cNvPr>
                <p14:cNvContentPartPr/>
                <p14:nvPr/>
              </p14:nvContentPartPr>
              <p14:xfrm>
                <a:off x="5635195" y="3667700"/>
                <a:ext cx="195840" cy="75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F3A265-40ED-AE86-3ED8-CFC8FD126AA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26195" y="3658700"/>
                  <a:ext cx="213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FEB6A4E-CCA3-1640-9F0B-073F20348745}"/>
                    </a:ext>
                  </a:extLst>
                </p14:cNvPr>
                <p14:cNvContentPartPr/>
                <p14:nvPr/>
              </p14:nvContentPartPr>
              <p14:xfrm>
                <a:off x="5631595" y="3681740"/>
                <a:ext cx="121320" cy="213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FEB6A4E-CCA3-1640-9F0B-073F2034874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22955" y="3672740"/>
                  <a:ext cx="138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358DA64-880F-1AC5-FE8A-F3211C38CDF2}"/>
                    </a:ext>
                  </a:extLst>
                </p14:cNvPr>
                <p14:cNvContentPartPr/>
                <p14:nvPr/>
              </p14:nvContentPartPr>
              <p14:xfrm>
                <a:off x="5898355" y="3675260"/>
                <a:ext cx="86040" cy="179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358DA64-880F-1AC5-FE8A-F3211C38CD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89355" y="3666260"/>
                  <a:ext cx="103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CF8780-CD9F-530A-0BF1-3AAE0599BD62}"/>
                    </a:ext>
                  </a:extLst>
                </p14:cNvPr>
                <p14:cNvContentPartPr/>
                <p14:nvPr/>
              </p14:nvContentPartPr>
              <p14:xfrm>
                <a:off x="6130915" y="3488420"/>
                <a:ext cx="53280" cy="89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CF8780-CD9F-530A-0BF1-3AAE0599BD6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22275" y="3479780"/>
                  <a:ext cx="70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2081B06-8140-5CF8-6E25-2AD8095215AF}"/>
                    </a:ext>
                  </a:extLst>
                </p14:cNvPr>
                <p14:cNvContentPartPr/>
                <p14:nvPr/>
              </p14:nvContentPartPr>
              <p14:xfrm>
                <a:off x="6065755" y="3620900"/>
                <a:ext cx="96840" cy="10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2081B06-8140-5CF8-6E25-2AD8095215A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057115" y="3611900"/>
                  <a:ext cx="114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3766808-6DDD-9A02-A623-3383DD200120}"/>
                    </a:ext>
                  </a:extLst>
                </p14:cNvPr>
                <p14:cNvContentPartPr/>
                <p14:nvPr/>
              </p14:nvContentPartPr>
              <p14:xfrm>
                <a:off x="5982595" y="3564380"/>
                <a:ext cx="324360" cy="356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3766808-6DDD-9A02-A623-3383DD20012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73955" y="3555740"/>
                  <a:ext cx="3420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EE669B8-38D7-3AC0-8D87-1B525923DA62}"/>
                    </a:ext>
                  </a:extLst>
                </p14:cNvPr>
                <p14:cNvContentPartPr/>
                <p14:nvPr/>
              </p14:nvContentPartPr>
              <p14:xfrm>
                <a:off x="5637715" y="3583820"/>
                <a:ext cx="184680" cy="229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EE669B8-38D7-3AC0-8D87-1B525923DA6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29075" y="3575180"/>
                  <a:ext cx="202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C7B3B8A-667C-1D3D-7225-0DBDAB20AD56}"/>
                    </a:ext>
                  </a:extLst>
                </p14:cNvPr>
                <p14:cNvContentPartPr/>
                <p14:nvPr/>
              </p14:nvContentPartPr>
              <p14:xfrm>
                <a:off x="7505395" y="2322380"/>
                <a:ext cx="633240" cy="102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C7B3B8A-667C-1D3D-7225-0DBDAB20AD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496755" y="2313380"/>
                  <a:ext cx="650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BC9324A-3F9B-E0BC-4113-E1E9EA58CB52}"/>
                    </a:ext>
                  </a:extLst>
                </p14:cNvPr>
                <p14:cNvContentPartPr/>
                <p14:nvPr/>
              </p14:nvContentPartPr>
              <p14:xfrm>
                <a:off x="8006875" y="2010260"/>
                <a:ext cx="299880" cy="618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BC9324A-3F9B-E0BC-4113-E1E9EA58CB5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97875" y="2001620"/>
                  <a:ext cx="31752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6D55054-69D3-1993-0A40-DBC3D8727286}"/>
                    </a:ext>
                  </a:extLst>
                </p14:cNvPr>
                <p14:cNvContentPartPr/>
                <p14:nvPr/>
              </p14:nvContentPartPr>
              <p14:xfrm>
                <a:off x="8520955" y="2433620"/>
                <a:ext cx="20880" cy="15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6D55054-69D3-1993-0A40-DBC3D872728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511955" y="2424980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4341FDC-B10D-EF14-E65B-9AED622071E8}"/>
                    </a:ext>
                  </a:extLst>
                </p14:cNvPr>
                <p14:cNvContentPartPr/>
                <p14:nvPr/>
              </p14:nvContentPartPr>
              <p14:xfrm>
                <a:off x="8709955" y="2193860"/>
                <a:ext cx="31680" cy="213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4341FDC-B10D-EF14-E65B-9AED622071E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01315" y="2184860"/>
                  <a:ext cx="49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6672F57-00E6-5EF3-7610-3672848F7E68}"/>
                    </a:ext>
                  </a:extLst>
                </p14:cNvPr>
                <p14:cNvContentPartPr/>
                <p14:nvPr/>
              </p14:nvContentPartPr>
              <p14:xfrm>
                <a:off x="8743795" y="1864820"/>
                <a:ext cx="280080" cy="513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6672F57-00E6-5EF3-7610-3672848F7E6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35155" y="1855820"/>
                  <a:ext cx="29772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8324C30-A4F2-2A71-DCDA-44D0C0DA673E}"/>
                    </a:ext>
                  </a:extLst>
                </p14:cNvPr>
                <p14:cNvContentPartPr/>
                <p14:nvPr/>
              </p14:nvContentPartPr>
              <p14:xfrm>
                <a:off x="9141955" y="1987580"/>
                <a:ext cx="304200" cy="104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8324C30-A4F2-2A71-DCDA-44D0C0DA673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32955" y="1978940"/>
                  <a:ext cx="321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EC13AF-A13E-05E3-A482-F7E0C28AAF2B}"/>
                    </a:ext>
                  </a:extLst>
                </p14:cNvPr>
                <p14:cNvContentPartPr/>
                <p14:nvPr/>
              </p14:nvContentPartPr>
              <p14:xfrm>
                <a:off x="9236995" y="1996220"/>
                <a:ext cx="77400" cy="319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EC13AF-A13E-05E3-A482-F7E0C28AAF2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228355" y="1987580"/>
                  <a:ext cx="95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8195EC4-E9AE-DCF3-1826-EA2456349D1C}"/>
                    </a:ext>
                  </a:extLst>
                </p14:cNvPr>
                <p14:cNvContentPartPr/>
                <p14:nvPr/>
              </p14:nvContentPartPr>
              <p14:xfrm>
                <a:off x="9370915" y="2150300"/>
                <a:ext cx="82440" cy="275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8195EC4-E9AE-DCF3-1826-EA2456349D1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61915" y="2141660"/>
                  <a:ext cx="100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50FFA6D-914F-1195-0380-D32376715CC0}"/>
                    </a:ext>
                  </a:extLst>
                </p14:cNvPr>
                <p14:cNvContentPartPr/>
                <p14:nvPr/>
              </p14:nvContentPartPr>
              <p14:xfrm>
                <a:off x="9678355" y="2156780"/>
                <a:ext cx="111240" cy="52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50FFA6D-914F-1195-0380-D32376715CC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69715" y="2148140"/>
                  <a:ext cx="128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0CE417B-BA4F-CF3D-1BC6-F06FA7A5F7F7}"/>
                    </a:ext>
                  </a:extLst>
                </p14:cNvPr>
                <p14:cNvContentPartPr/>
                <p14:nvPr/>
              </p14:nvContentPartPr>
              <p14:xfrm>
                <a:off x="9771235" y="2283860"/>
                <a:ext cx="79920" cy="16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0CE417B-BA4F-CF3D-1BC6-F06FA7A5F7F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62595" y="2275220"/>
                  <a:ext cx="97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3B04EBD-9C7A-92A7-8048-92E3F53512DC}"/>
                    </a:ext>
                  </a:extLst>
                </p14:cNvPr>
                <p14:cNvContentPartPr/>
                <p14:nvPr/>
              </p14:nvContentPartPr>
              <p14:xfrm>
                <a:off x="7578475" y="3704420"/>
                <a:ext cx="488160" cy="100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3B04EBD-9C7A-92A7-8048-92E3F53512D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69835" y="3695780"/>
                  <a:ext cx="505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52AAA9E-91F5-715A-CD3E-60C4792D98AE}"/>
                    </a:ext>
                  </a:extLst>
                </p14:cNvPr>
                <p14:cNvContentPartPr/>
                <p14:nvPr/>
              </p14:nvContentPartPr>
              <p14:xfrm>
                <a:off x="7840915" y="3533780"/>
                <a:ext cx="317520" cy="508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52AAA9E-91F5-715A-CD3E-60C4792D98A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31915" y="3524780"/>
                  <a:ext cx="3351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9099729-7701-3176-B8BC-B64F3786C458}"/>
                    </a:ext>
                  </a:extLst>
                </p14:cNvPr>
                <p14:cNvContentPartPr/>
                <p14:nvPr/>
              </p14:nvContentPartPr>
              <p14:xfrm>
                <a:off x="8381275" y="3436220"/>
                <a:ext cx="121680" cy="318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9099729-7701-3176-B8BC-B64F3786C45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372635" y="3427580"/>
                  <a:ext cx="139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9A5D21-AA8D-28E3-19EF-75FA7DB00F22}"/>
                    </a:ext>
                  </a:extLst>
                </p14:cNvPr>
                <p14:cNvContentPartPr/>
                <p14:nvPr/>
              </p14:nvContentPartPr>
              <p14:xfrm>
                <a:off x="8461915" y="3260180"/>
                <a:ext cx="185400" cy="5554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9A5D21-AA8D-28E3-19EF-75FA7DB00F2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452915" y="3251180"/>
                  <a:ext cx="20304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DFFB9F8-8CB2-FF6F-B593-241FA58760D5}"/>
                    </a:ext>
                  </a:extLst>
                </p14:cNvPr>
                <p14:cNvContentPartPr/>
                <p14:nvPr/>
              </p14:nvContentPartPr>
              <p14:xfrm>
                <a:off x="8758195" y="3315980"/>
                <a:ext cx="364680" cy="120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DFFB9F8-8CB2-FF6F-B593-241FA58760D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49555" y="3306980"/>
                  <a:ext cx="382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A5622FA-FDC9-3E7C-D98A-75D7F7227DA8}"/>
                    </a:ext>
                  </a:extLst>
                </p14:cNvPr>
                <p14:cNvContentPartPr/>
                <p14:nvPr/>
              </p14:nvContentPartPr>
              <p14:xfrm>
                <a:off x="8911555" y="3399500"/>
                <a:ext cx="60480" cy="303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A5622FA-FDC9-3E7C-D98A-75D7F7227DA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902555" y="3390500"/>
                  <a:ext cx="78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6C6A9F7-D040-BF0F-630E-2E820914944F}"/>
                    </a:ext>
                  </a:extLst>
                </p14:cNvPr>
                <p14:cNvContentPartPr/>
                <p14:nvPr/>
              </p14:nvContentPartPr>
              <p14:xfrm>
                <a:off x="9119995" y="3638180"/>
                <a:ext cx="158400" cy="1684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6C6A9F7-D040-BF0F-630E-2E82091494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11355" y="3629540"/>
                  <a:ext cx="176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50D1982-0992-65F0-C4A5-E226CB72FF6F}"/>
                    </a:ext>
                  </a:extLst>
                </p14:cNvPr>
                <p14:cNvContentPartPr/>
                <p14:nvPr/>
              </p14:nvContentPartPr>
              <p14:xfrm>
                <a:off x="9733795" y="3315980"/>
                <a:ext cx="55800" cy="14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50D1982-0992-65F0-C4A5-E226CB72FF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25155" y="3306980"/>
                  <a:ext cx="73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B920CC-3CFC-16A1-4991-F82387CE5AA4}"/>
                    </a:ext>
                  </a:extLst>
                </p14:cNvPr>
                <p14:cNvContentPartPr/>
                <p14:nvPr/>
              </p14:nvContentPartPr>
              <p14:xfrm>
                <a:off x="9668635" y="3561140"/>
                <a:ext cx="162000" cy="59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B920CC-3CFC-16A1-4991-F82387CE5AA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659995" y="3552500"/>
                  <a:ext cx="179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9546EAD-E85A-63F0-03D8-155F61806A2A}"/>
                    </a:ext>
                  </a:extLst>
                </p14:cNvPr>
                <p14:cNvContentPartPr/>
                <p14:nvPr/>
              </p14:nvContentPartPr>
              <p14:xfrm>
                <a:off x="10133035" y="3198620"/>
                <a:ext cx="187200" cy="403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9546EAD-E85A-63F0-03D8-155F61806A2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124035" y="3189980"/>
                  <a:ext cx="2048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6FF33EE-0712-9AAE-80B7-2C0D75FD51A5}"/>
                    </a:ext>
                  </a:extLst>
                </p14:cNvPr>
                <p14:cNvContentPartPr/>
                <p14:nvPr/>
              </p14:nvContentPartPr>
              <p14:xfrm>
                <a:off x="10019635" y="1973180"/>
                <a:ext cx="91080" cy="305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6FF33EE-0712-9AAE-80B7-2C0D75FD51A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010635" y="1964180"/>
                  <a:ext cx="10872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6155FAF-11C0-8ECB-E6A1-7468C060CCCA}"/>
              </a:ext>
            </a:extLst>
          </p:cNvPr>
          <p:cNvGrpSpPr/>
          <p:nvPr/>
        </p:nvGrpSpPr>
        <p:grpSpPr>
          <a:xfrm>
            <a:off x="7602235" y="4438100"/>
            <a:ext cx="952200" cy="606960"/>
            <a:chOff x="7602235" y="4438100"/>
            <a:chExt cx="95220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B103DCF-9225-5AF6-301A-64CFB69FAB18}"/>
                    </a:ext>
                  </a:extLst>
                </p14:cNvPr>
                <p14:cNvContentPartPr/>
                <p14:nvPr/>
              </p14:nvContentPartPr>
              <p14:xfrm>
                <a:off x="7602235" y="4657340"/>
                <a:ext cx="875520" cy="186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B103DCF-9225-5AF6-301A-64CFB69FAB1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593595" y="4648340"/>
                  <a:ext cx="893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EAAEBBD-FFAC-207B-0B03-71EE1048B97B}"/>
                    </a:ext>
                  </a:extLst>
                </p14:cNvPr>
                <p14:cNvContentPartPr/>
                <p14:nvPr/>
              </p14:nvContentPartPr>
              <p14:xfrm>
                <a:off x="8317195" y="4438100"/>
                <a:ext cx="237240" cy="606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EAAEBBD-FFAC-207B-0B03-71EE1048B97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308195" y="4429100"/>
                  <a:ext cx="254880" cy="62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69E2B37-A32F-9EB9-B1BD-BAF60090D93E}"/>
              </a:ext>
            </a:extLst>
          </p:cNvPr>
          <p:cNvGrpSpPr/>
          <p:nvPr/>
        </p:nvGrpSpPr>
        <p:grpSpPr>
          <a:xfrm>
            <a:off x="9242035" y="4393460"/>
            <a:ext cx="963720" cy="669960"/>
            <a:chOff x="9242035" y="4393460"/>
            <a:chExt cx="96372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AE34183-87EE-65FC-3255-7FEFD5510321}"/>
                    </a:ext>
                  </a:extLst>
                </p14:cNvPr>
                <p14:cNvContentPartPr/>
                <p14:nvPr/>
              </p14:nvContentPartPr>
              <p14:xfrm>
                <a:off x="9242035" y="4554020"/>
                <a:ext cx="32760" cy="2869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AE34183-87EE-65FC-3255-7FEFD551032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33395" y="4545380"/>
                  <a:ext cx="50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DB312CE-1A7B-BC96-F34A-1D1F74FCDF0E}"/>
                    </a:ext>
                  </a:extLst>
                </p14:cNvPr>
                <p14:cNvContentPartPr/>
                <p14:nvPr/>
              </p14:nvContentPartPr>
              <p14:xfrm>
                <a:off x="9408355" y="4427660"/>
                <a:ext cx="322560" cy="530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DB312CE-1A7B-BC96-F34A-1D1F74FCDF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399355" y="4418660"/>
                  <a:ext cx="34020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198CF05-72EC-C1D3-2B36-1D0C93CFC624}"/>
                    </a:ext>
                  </a:extLst>
                </p14:cNvPr>
                <p14:cNvContentPartPr/>
                <p14:nvPr/>
              </p14:nvContentPartPr>
              <p14:xfrm>
                <a:off x="9778435" y="4393460"/>
                <a:ext cx="354960" cy="68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198CF05-72EC-C1D3-2B36-1D0C93CFC62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69795" y="4384820"/>
                  <a:ext cx="372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7C84BE4-9770-8A04-D304-BE0D6C2B2AC0}"/>
                    </a:ext>
                  </a:extLst>
                </p14:cNvPr>
                <p14:cNvContentPartPr/>
                <p14:nvPr/>
              </p14:nvContentPartPr>
              <p14:xfrm>
                <a:off x="9859435" y="4546460"/>
                <a:ext cx="83520" cy="313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7C84BE4-9770-8A04-D304-BE0D6C2B2AC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850435" y="4537820"/>
                  <a:ext cx="101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93B0711-627D-FF6F-2AC4-87183511DFAB}"/>
                    </a:ext>
                  </a:extLst>
                </p14:cNvPr>
                <p14:cNvContentPartPr/>
                <p14:nvPr/>
              </p14:nvContentPartPr>
              <p14:xfrm>
                <a:off x="10032955" y="4797740"/>
                <a:ext cx="172800" cy="265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93B0711-627D-FF6F-2AC4-87183511DFA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23955" y="4789100"/>
                  <a:ext cx="1904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A8A70CC-F2C2-F0D4-E835-DBF685E2A351}"/>
              </a:ext>
            </a:extLst>
          </p:cNvPr>
          <p:cNvGrpSpPr/>
          <p:nvPr/>
        </p:nvGrpSpPr>
        <p:grpSpPr>
          <a:xfrm>
            <a:off x="10512835" y="4394540"/>
            <a:ext cx="508320" cy="352080"/>
            <a:chOff x="10512835" y="4394540"/>
            <a:chExt cx="50832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3D3B25D-B89E-8432-E74F-0E6C60EE397A}"/>
                    </a:ext>
                  </a:extLst>
                </p14:cNvPr>
                <p14:cNvContentPartPr/>
                <p14:nvPr/>
              </p14:nvContentPartPr>
              <p14:xfrm>
                <a:off x="10512835" y="4572740"/>
                <a:ext cx="135360" cy="18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3D3B25D-B89E-8432-E74F-0E6C60EE397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03835" y="4563740"/>
                  <a:ext cx="153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9FE4DA5-9961-D590-3CD4-4D3CE40EEA97}"/>
                    </a:ext>
                  </a:extLst>
                </p14:cNvPr>
                <p14:cNvContentPartPr/>
                <p14:nvPr/>
              </p14:nvContentPartPr>
              <p14:xfrm>
                <a:off x="10773835" y="4394540"/>
                <a:ext cx="247320" cy="3520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9FE4DA5-9961-D590-3CD4-4D3CE40EEA9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65195" y="4385900"/>
                  <a:ext cx="26496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2E1B1F4-541F-6B69-ABF6-C397645ED925}"/>
              </a:ext>
            </a:extLst>
          </p:cNvPr>
          <p:cNvGrpSpPr/>
          <p:nvPr/>
        </p:nvGrpSpPr>
        <p:grpSpPr>
          <a:xfrm>
            <a:off x="7974475" y="5707820"/>
            <a:ext cx="662760" cy="568080"/>
            <a:chOff x="7974475" y="5707820"/>
            <a:chExt cx="662760" cy="56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FA0B48A-0610-842B-811A-30BA6754E775}"/>
                    </a:ext>
                  </a:extLst>
                </p14:cNvPr>
                <p14:cNvContentPartPr/>
                <p14:nvPr/>
              </p14:nvContentPartPr>
              <p14:xfrm>
                <a:off x="7974475" y="5946500"/>
                <a:ext cx="430920" cy="104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FA0B48A-0610-842B-811A-30BA6754E77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65835" y="5937860"/>
                  <a:ext cx="448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B72A65A-8879-A440-7375-F6B618AFC0D6}"/>
                    </a:ext>
                  </a:extLst>
                </p14:cNvPr>
                <p14:cNvContentPartPr/>
                <p14:nvPr/>
              </p14:nvContentPartPr>
              <p14:xfrm>
                <a:off x="8338795" y="5707820"/>
                <a:ext cx="298440" cy="568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B72A65A-8879-A440-7375-F6B618AFC0D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329795" y="5698820"/>
                  <a:ext cx="31608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581C083-58AB-3458-3733-0401E8E321B8}"/>
              </a:ext>
            </a:extLst>
          </p:cNvPr>
          <p:cNvGrpSpPr/>
          <p:nvPr/>
        </p:nvGrpSpPr>
        <p:grpSpPr>
          <a:xfrm>
            <a:off x="9184435" y="5521700"/>
            <a:ext cx="859680" cy="627120"/>
            <a:chOff x="9184435" y="5521700"/>
            <a:chExt cx="859680" cy="62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B46878E-036A-B030-D712-2B1D86D47844}"/>
                    </a:ext>
                  </a:extLst>
                </p14:cNvPr>
                <p14:cNvContentPartPr/>
                <p14:nvPr/>
              </p14:nvContentPartPr>
              <p14:xfrm>
                <a:off x="9184435" y="5796740"/>
                <a:ext cx="98640" cy="336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B46878E-036A-B030-D712-2B1D86D4784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175795" y="5788100"/>
                  <a:ext cx="1162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B70C007-E900-C96F-64AC-E5B5E63934FF}"/>
                    </a:ext>
                  </a:extLst>
                </p14:cNvPr>
                <p14:cNvContentPartPr/>
                <p14:nvPr/>
              </p14:nvContentPartPr>
              <p14:xfrm>
                <a:off x="9205675" y="5521700"/>
                <a:ext cx="410400" cy="627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B70C007-E900-C96F-64AC-E5B5E63934F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197035" y="5512700"/>
                  <a:ext cx="428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7D56D98-8DAB-B328-E7F9-1414B2E1D3B2}"/>
                    </a:ext>
                  </a:extLst>
                </p14:cNvPr>
                <p14:cNvContentPartPr/>
                <p14:nvPr/>
              </p14:nvContentPartPr>
              <p14:xfrm>
                <a:off x="9639835" y="5534300"/>
                <a:ext cx="325800" cy="1371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7D56D98-8DAB-B328-E7F9-1414B2E1D3B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630835" y="5525300"/>
                  <a:ext cx="343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F551AB1-69A7-2F09-12A2-27B3F5B24533}"/>
                    </a:ext>
                  </a:extLst>
                </p14:cNvPr>
                <p14:cNvContentPartPr/>
                <p14:nvPr/>
              </p14:nvContentPartPr>
              <p14:xfrm>
                <a:off x="9698875" y="5781620"/>
                <a:ext cx="71640" cy="2379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F551AB1-69A7-2F09-12A2-27B3F5B2453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690235" y="5772620"/>
                  <a:ext cx="89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819C4BB-A103-1023-976A-40705538EE6E}"/>
                    </a:ext>
                  </a:extLst>
                </p14:cNvPr>
                <p14:cNvContentPartPr/>
                <p14:nvPr/>
              </p14:nvContentPartPr>
              <p14:xfrm>
                <a:off x="9771235" y="5981420"/>
                <a:ext cx="272880" cy="96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819C4BB-A103-1023-976A-40705538EE6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762595" y="5972420"/>
                  <a:ext cx="2905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D98BA92B-1B12-E1CF-1FD1-5E2CEE43937F}"/>
              </a:ext>
            </a:extLst>
          </p:cNvPr>
          <p:cNvGrpSpPr/>
          <p:nvPr/>
        </p:nvGrpSpPr>
        <p:grpSpPr>
          <a:xfrm>
            <a:off x="10568275" y="5741300"/>
            <a:ext cx="411480" cy="356400"/>
            <a:chOff x="10568275" y="5741300"/>
            <a:chExt cx="41148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0985D22-2627-2E26-2820-3A0E313C75E2}"/>
                    </a:ext>
                  </a:extLst>
                </p14:cNvPr>
                <p14:cNvContentPartPr/>
                <p14:nvPr/>
              </p14:nvContentPartPr>
              <p14:xfrm>
                <a:off x="10568275" y="5848940"/>
                <a:ext cx="158400" cy="360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0985D22-2627-2E26-2820-3A0E313C75E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59275" y="5839940"/>
                  <a:ext cx="176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A97FDC1-9D25-C9BF-D326-AB1FFF531A7F}"/>
                    </a:ext>
                  </a:extLst>
                </p14:cNvPr>
                <p14:cNvContentPartPr/>
                <p14:nvPr/>
              </p14:nvContentPartPr>
              <p14:xfrm>
                <a:off x="10845475" y="5741300"/>
                <a:ext cx="134280" cy="356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A97FDC1-9D25-C9BF-D326-AB1FFF531A7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836835" y="5732660"/>
                  <a:ext cx="15192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18527AD-9345-2A95-EA2D-C075F8D1CA96}"/>
              </a:ext>
            </a:extLst>
          </p:cNvPr>
          <p:cNvGrpSpPr/>
          <p:nvPr/>
        </p:nvGrpSpPr>
        <p:grpSpPr>
          <a:xfrm>
            <a:off x="9642355" y="1254980"/>
            <a:ext cx="2268360" cy="446400"/>
            <a:chOff x="9642355" y="1254980"/>
            <a:chExt cx="226836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0F2089D-96A9-D3A2-33A1-5A3A3BAE2C3C}"/>
                    </a:ext>
                  </a:extLst>
                </p14:cNvPr>
                <p14:cNvContentPartPr/>
                <p14:nvPr/>
              </p14:nvContentPartPr>
              <p14:xfrm>
                <a:off x="9642355" y="1319060"/>
                <a:ext cx="568440" cy="63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0F2089D-96A9-D3A2-33A1-5A3A3BAE2C3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636235" y="1312940"/>
                  <a:ext cx="580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8395217-8C9A-D6F9-25FE-A918822F70F2}"/>
                    </a:ext>
                  </a:extLst>
                </p14:cNvPr>
                <p14:cNvContentPartPr/>
                <p14:nvPr/>
              </p14:nvContentPartPr>
              <p14:xfrm>
                <a:off x="9942595" y="1335260"/>
                <a:ext cx="36360" cy="272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8395217-8C9A-D6F9-25FE-A918822F70F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936475" y="1329140"/>
                  <a:ext cx="486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DF2077C-3B44-E67C-981B-913247131DA6}"/>
                    </a:ext>
                  </a:extLst>
                </p14:cNvPr>
                <p14:cNvContentPartPr/>
                <p14:nvPr/>
              </p14:nvContentPartPr>
              <p14:xfrm>
                <a:off x="10158235" y="1544780"/>
                <a:ext cx="28080" cy="1087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DF2077C-3B44-E67C-981B-913247131DA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152115" y="1538660"/>
                  <a:ext cx="40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33DDD25-ED7A-395B-13A4-DE7D52ADCD6E}"/>
                    </a:ext>
                  </a:extLst>
                </p14:cNvPr>
                <p14:cNvContentPartPr/>
                <p14:nvPr/>
              </p14:nvContentPartPr>
              <p14:xfrm>
                <a:off x="10284235" y="1446140"/>
                <a:ext cx="546120" cy="150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33DDD25-ED7A-395B-13A4-DE7D52ADCD6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78115" y="1440020"/>
                  <a:ext cx="558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FCB21E7-487E-2329-0C1C-2BA276C30AC5}"/>
                    </a:ext>
                  </a:extLst>
                </p14:cNvPr>
                <p14:cNvContentPartPr/>
                <p14:nvPr/>
              </p14:nvContentPartPr>
              <p14:xfrm>
                <a:off x="10928635" y="1407980"/>
                <a:ext cx="516600" cy="1980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FCB21E7-487E-2329-0C1C-2BA276C30AC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922515" y="1401860"/>
                  <a:ext cx="528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E92D95A-E507-D140-75E9-7A79847FE225}"/>
                    </a:ext>
                  </a:extLst>
                </p14:cNvPr>
                <p14:cNvContentPartPr/>
                <p14:nvPr/>
              </p14:nvContentPartPr>
              <p14:xfrm>
                <a:off x="11672755" y="1351820"/>
                <a:ext cx="88920" cy="349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E92D95A-E507-D140-75E9-7A79847FE22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666635" y="1345700"/>
                  <a:ext cx="1011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E3EA40E-6DB3-B442-2F09-2EAFC0235601}"/>
                    </a:ext>
                  </a:extLst>
                </p14:cNvPr>
                <p14:cNvContentPartPr/>
                <p14:nvPr/>
              </p14:nvContentPartPr>
              <p14:xfrm>
                <a:off x="11444875" y="1254980"/>
                <a:ext cx="311400" cy="2498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E3EA40E-6DB3-B442-2F09-2EAFC023560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438755" y="1248860"/>
                  <a:ext cx="323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156993C-D03A-16E1-33F1-94CAEB8B0E1E}"/>
                    </a:ext>
                  </a:extLst>
                </p14:cNvPr>
                <p14:cNvContentPartPr/>
                <p14:nvPr/>
              </p14:nvContentPartPr>
              <p14:xfrm>
                <a:off x="11794435" y="1274060"/>
                <a:ext cx="116280" cy="2732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156993C-D03A-16E1-33F1-94CAEB8B0E1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788315" y="1267940"/>
                  <a:ext cx="128520" cy="28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4640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1ACCDF3-E70E-90F1-6533-FF30ED61E58A}"/>
              </a:ext>
            </a:extLst>
          </p:cNvPr>
          <p:cNvGrpSpPr/>
          <p:nvPr/>
        </p:nvGrpSpPr>
        <p:grpSpPr>
          <a:xfrm>
            <a:off x="5227675" y="478100"/>
            <a:ext cx="2466360" cy="911880"/>
            <a:chOff x="5227675" y="478100"/>
            <a:chExt cx="2466360" cy="91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02B22D9-DA87-B14D-7786-2D3B2A334400}"/>
                    </a:ext>
                  </a:extLst>
                </p14:cNvPr>
                <p14:cNvContentPartPr/>
                <p14:nvPr/>
              </p14:nvContentPartPr>
              <p14:xfrm>
                <a:off x="5227675" y="525980"/>
                <a:ext cx="430920" cy="415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02B22D9-DA87-B14D-7786-2D3B2A3344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19035" y="516980"/>
                  <a:ext cx="4485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B9C6E5-33D5-7765-A514-F180F0C08B3C}"/>
                    </a:ext>
                  </a:extLst>
                </p14:cNvPr>
                <p14:cNvContentPartPr/>
                <p14:nvPr/>
              </p14:nvContentPartPr>
              <p14:xfrm>
                <a:off x="5716195" y="610580"/>
                <a:ext cx="214920" cy="272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B9C6E5-33D5-7765-A514-F180F0C08B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7195" y="601580"/>
                  <a:ext cx="232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E3AAC6-E03B-14C0-B17D-8A597FA65161}"/>
                    </a:ext>
                  </a:extLst>
                </p14:cNvPr>
                <p14:cNvContentPartPr/>
                <p14:nvPr/>
              </p14:nvContentPartPr>
              <p14:xfrm>
                <a:off x="6211195" y="478100"/>
                <a:ext cx="114120" cy="37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E3AAC6-E03B-14C0-B17D-8A597FA651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02555" y="469100"/>
                  <a:ext cx="1317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BA62D2-3B56-C0FE-3440-42396364D596}"/>
                    </a:ext>
                  </a:extLst>
                </p14:cNvPr>
                <p14:cNvContentPartPr/>
                <p14:nvPr/>
              </p14:nvContentPartPr>
              <p14:xfrm>
                <a:off x="6178075" y="702380"/>
                <a:ext cx="276120" cy="160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BA62D2-3B56-C0FE-3440-42396364D5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69075" y="693740"/>
                  <a:ext cx="293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DBCADE-8434-7DBA-B97B-BABCB33E6C2A}"/>
                    </a:ext>
                  </a:extLst>
                </p14:cNvPr>
                <p14:cNvContentPartPr/>
                <p14:nvPr/>
              </p14:nvContentPartPr>
              <p14:xfrm>
                <a:off x="6533755" y="512660"/>
                <a:ext cx="13680" cy="27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DBCADE-8434-7DBA-B97B-BABCB33E6C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24755" y="504020"/>
                  <a:ext cx="31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23CF0E-4B23-E456-B5DB-8D42001D1559}"/>
                    </a:ext>
                  </a:extLst>
                </p14:cNvPr>
                <p14:cNvContentPartPr/>
                <p14:nvPr/>
              </p14:nvContentPartPr>
              <p14:xfrm>
                <a:off x="6735715" y="673580"/>
                <a:ext cx="559080" cy="71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23CF0E-4B23-E456-B5DB-8D42001D15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26715" y="664940"/>
                  <a:ext cx="5767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9FAA59-FC01-7C6B-B9F4-02F4F300A085}"/>
                    </a:ext>
                  </a:extLst>
                </p14:cNvPr>
                <p14:cNvContentPartPr/>
                <p14:nvPr/>
              </p14:nvContentPartPr>
              <p14:xfrm>
                <a:off x="7540675" y="892460"/>
                <a:ext cx="153360" cy="39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9FAA59-FC01-7C6B-B9F4-02F4F300A0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31675" y="883820"/>
                  <a:ext cx="17100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DB3EBF-230D-4295-8E4D-382BC3D96993}"/>
              </a:ext>
            </a:extLst>
          </p:cNvPr>
          <p:cNvGrpSpPr/>
          <p:nvPr/>
        </p:nvGrpSpPr>
        <p:grpSpPr>
          <a:xfrm>
            <a:off x="8428435" y="237260"/>
            <a:ext cx="3620880" cy="1058400"/>
            <a:chOff x="8428435" y="237260"/>
            <a:chExt cx="3620880" cy="10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B9F5E8-BDA3-5A58-A1EC-31DC67A81EE5}"/>
                    </a:ext>
                  </a:extLst>
                </p14:cNvPr>
                <p14:cNvContentPartPr/>
                <p14:nvPr/>
              </p14:nvContentPartPr>
              <p14:xfrm>
                <a:off x="8428435" y="375860"/>
                <a:ext cx="747360" cy="54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B9F5E8-BDA3-5A58-A1EC-31DC67A81E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19435" y="366860"/>
                  <a:ext cx="7650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4D8AF5-2367-7042-BDBC-4A8F9BBA0110}"/>
                    </a:ext>
                  </a:extLst>
                </p14:cNvPr>
                <p14:cNvContentPartPr/>
                <p14:nvPr/>
              </p14:nvContentPartPr>
              <p14:xfrm>
                <a:off x="9271915" y="587900"/>
                <a:ext cx="924840" cy="25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4D8AF5-2367-7042-BDBC-4A8F9BBA01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63275" y="578900"/>
                  <a:ext cx="942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F4A19B-5E0B-EC72-5707-19DB272516A6}"/>
                    </a:ext>
                  </a:extLst>
                </p14:cNvPr>
                <p14:cNvContentPartPr/>
                <p14:nvPr/>
              </p14:nvContentPartPr>
              <p14:xfrm>
                <a:off x="10520035" y="239420"/>
                <a:ext cx="13680" cy="62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F4A19B-5E0B-EC72-5707-19DB272516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11395" y="230420"/>
                  <a:ext cx="31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ED9F403-348F-521B-B290-EA1600055BBC}"/>
                    </a:ext>
                  </a:extLst>
                </p14:cNvPr>
                <p14:cNvContentPartPr/>
                <p14:nvPr/>
              </p14:nvContentPartPr>
              <p14:xfrm>
                <a:off x="10440115" y="237260"/>
                <a:ext cx="335520" cy="1058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ED9F403-348F-521B-B290-EA1600055B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31475" y="228260"/>
                  <a:ext cx="353160" cy="10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3BF71F-7CE7-98DF-60B4-6248FA6C1DED}"/>
                    </a:ext>
                  </a:extLst>
                </p14:cNvPr>
                <p14:cNvContentPartPr/>
                <p14:nvPr/>
              </p14:nvContentPartPr>
              <p14:xfrm>
                <a:off x="11022955" y="495380"/>
                <a:ext cx="21960" cy="36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3BF71F-7CE7-98DF-60B4-6248FA6C1D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13955" y="486740"/>
                  <a:ext cx="39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B289C2-0B34-33E6-E54E-7320AD8F54DB}"/>
                    </a:ext>
                  </a:extLst>
                </p14:cNvPr>
                <p14:cNvContentPartPr/>
                <p14:nvPr/>
              </p14:nvContentPartPr>
              <p14:xfrm>
                <a:off x="10984435" y="754940"/>
                <a:ext cx="254880" cy="174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B289C2-0B34-33E6-E54E-7320AD8F54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75435" y="745940"/>
                  <a:ext cx="27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C5A9D-BCBA-765E-908B-888F57619EB9}"/>
                    </a:ext>
                  </a:extLst>
                </p14:cNvPr>
                <p14:cNvContentPartPr/>
                <p14:nvPr/>
              </p14:nvContentPartPr>
              <p14:xfrm>
                <a:off x="10987315" y="704900"/>
                <a:ext cx="521280" cy="29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C5A9D-BCBA-765E-908B-888F57619E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78675" y="695900"/>
                  <a:ext cx="5389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863C99-8EDE-9BF3-CB78-E4CCA35B1920}"/>
                    </a:ext>
                  </a:extLst>
                </p14:cNvPr>
                <p14:cNvContentPartPr/>
                <p14:nvPr/>
              </p14:nvContentPartPr>
              <p14:xfrm>
                <a:off x="11493115" y="900020"/>
                <a:ext cx="133920" cy="90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863C99-8EDE-9BF3-CB78-E4CCA35B19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484475" y="891020"/>
                  <a:ext cx="151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BFA0A3-094F-08A9-3903-67A223F491D6}"/>
                    </a:ext>
                  </a:extLst>
                </p14:cNvPr>
                <p14:cNvContentPartPr/>
                <p14:nvPr/>
              </p14:nvContentPartPr>
              <p14:xfrm>
                <a:off x="11704075" y="865820"/>
                <a:ext cx="288720" cy="119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BFA0A3-094F-08A9-3903-67A223F491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95435" y="857180"/>
                  <a:ext cx="306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D05791-5503-97F8-0CB2-9F2FC2BB21B3}"/>
                    </a:ext>
                  </a:extLst>
                </p14:cNvPr>
                <p14:cNvContentPartPr/>
                <p14:nvPr/>
              </p14:nvContentPartPr>
              <p14:xfrm>
                <a:off x="12042835" y="995780"/>
                <a:ext cx="6480" cy="17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D05791-5503-97F8-0CB2-9F2FC2BB21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034195" y="986780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8CF8447-75C0-94F4-DFBC-F5EE6E776412}"/>
                  </a:ext>
                </a:extLst>
              </p14:cNvPr>
              <p14:cNvContentPartPr/>
              <p14:nvPr/>
            </p14:nvContentPartPr>
            <p14:xfrm>
              <a:off x="8525635" y="1288820"/>
              <a:ext cx="3192120" cy="326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8CF8447-75C0-94F4-DFBC-F5EE6E7764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16995" y="1280180"/>
                <a:ext cx="320976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BD076F6-5549-51F8-1E90-C0FEA9CFEE4B}"/>
              </a:ext>
            </a:extLst>
          </p:cNvPr>
          <p:cNvGrpSpPr/>
          <p:nvPr/>
        </p:nvGrpSpPr>
        <p:grpSpPr>
          <a:xfrm>
            <a:off x="1407715" y="677900"/>
            <a:ext cx="3130920" cy="1881000"/>
            <a:chOff x="1407715" y="677900"/>
            <a:chExt cx="3130920" cy="18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B293544-F6DF-4396-5962-E504D2B7ED76}"/>
                    </a:ext>
                  </a:extLst>
                </p14:cNvPr>
                <p14:cNvContentPartPr/>
                <p14:nvPr/>
              </p14:nvContentPartPr>
              <p14:xfrm>
                <a:off x="1407715" y="838460"/>
                <a:ext cx="111240" cy="573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B293544-F6DF-4396-5962-E504D2B7ED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99075" y="829460"/>
                  <a:ext cx="1288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15A94F-E16B-0076-F154-7771E4D87F3B}"/>
                    </a:ext>
                  </a:extLst>
                </p14:cNvPr>
                <p14:cNvContentPartPr/>
                <p14:nvPr/>
              </p14:nvContentPartPr>
              <p14:xfrm>
                <a:off x="1603195" y="753500"/>
                <a:ext cx="1655640" cy="745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15A94F-E16B-0076-F154-7771E4D87F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94195" y="744860"/>
                  <a:ext cx="167328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638DD1-77CD-EA43-BAFA-843DF874BD00}"/>
                    </a:ext>
                  </a:extLst>
                </p14:cNvPr>
                <p14:cNvContentPartPr/>
                <p14:nvPr/>
              </p14:nvContentPartPr>
              <p14:xfrm>
                <a:off x="3368275" y="866900"/>
                <a:ext cx="381960" cy="213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638DD1-77CD-EA43-BAFA-843DF874BD0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59635" y="857900"/>
                  <a:ext cx="399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59BEBAB-ED56-0EED-D9D8-1E8F20CFB705}"/>
                    </a:ext>
                  </a:extLst>
                </p14:cNvPr>
                <p14:cNvContentPartPr/>
                <p14:nvPr/>
              </p14:nvContentPartPr>
              <p14:xfrm>
                <a:off x="3867595" y="686540"/>
                <a:ext cx="81000" cy="160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59BEBAB-ED56-0EED-D9D8-1E8F20CFB7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8955" y="677540"/>
                  <a:ext cx="98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07865C-2A07-28FE-FEAB-C9276FD40CC7}"/>
                    </a:ext>
                  </a:extLst>
                </p14:cNvPr>
                <p14:cNvContentPartPr/>
                <p14:nvPr/>
              </p14:nvContentPartPr>
              <p14:xfrm>
                <a:off x="4071355" y="677900"/>
                <a:ext cx="45000" cy="317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07865C-2A07-28FE-FEAB-C9276FD40C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2715" y="668900"/>
                  <a:ext cx="62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B196D0-B8A5-A296-D16F-DE4D8778F30E}"/>
                    </a:ext>
                  </a:extLst>
                </p14:cNvPr>
                <p14:cNvContentPartPr/>
                <p14:nvPr/>
              </p14:nvContentPartPr>
              <p14:xfrm>
                <a:off x="4052275" y="843140"/>
                <a:ext cx="486360" cy="622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B196D0-B8A5-A296-D16F-DE4D8778F3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3275" y="834500"/>
                  <a:ext cx="50400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C238AF-FAB0-5DEC-A0EB-960C5A36B535}"/>
                    </a:ext>
                  </a:extLst>
                </p14:cNvPr>
                <p14:cNvContentPartPr/>
                <p14:nvPr/>
              </p14:nvContentPartPr>
              <p14:xfrm>
                <a:off x="2592115" y="1582220"/>
                <a:ext cx="348480" cy="46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C238AF-FAB0-5DEC-A0EB-960C5A36B5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83115" y="1573580"/>
                  <a:ext cx="3661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DDE2081-EAB9-708B-DDB7-C563D5687FF3}"/>
                    </a:ext>
                  </a:extLst>
                </p14:cNvPr>
                <p14:cNvContentPartPr/>
                <p14:nvPr/>
              </p14:nvContentPartPr>
              <p14:xfrm>
                <a:off x="3033115" y="1936460"/>
                <a:ext cx="130680" cy="19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DDE2081-EAB9-708B-DDB7-C563D5687F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4475" y="1927820"/>
                  <a:ext cx="148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D7FD20-0DA0-66BB-C1FC-882D9FD04D16}"/>
                    </a:ext>
                  </a:extLst>
                </p14:cNvPr>
                <p14:cNvContentPartPr/>
                <p14:nvPr/>
              </p14:nvContentPartPr>
              <p14:xfrm>
                <a:off x="3572035" y="1694540"/>
                <a:ext cx="132840" cy="329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AD7FD20-0DA0-66BB-C1FC-882D9FD04D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63395" y="1685900"/>
                  <a:ext cx="1504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0D424F-ADAE-D868-D4B5-13675DE3F790}"/>
                    </a:ext>
                  </a:extLst>
                </p14:cNvPr>
                <p14:cNvContentPartPr/>
                <p14:nvPr/>
              </p14:nvContentPartPr>
              <p14:xfrm>
                <a:off x="1970395" y="1219700"/>
                <a:ext cx="1920240" cy="1339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0D424F-ADAE-D868-D4B5-13675DE3F7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1395" y="1211060"/>
                  <a:ext cx="1937880" cy="13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22AD58-7381-76F1-E26C-F86FFE7324B4}"/>
                    </a:ext>
                  </a:extLst>
                </p14:cNvPr>
                <p14:cNvContentPartPr/>
                <p14:nvPr/>
              </p14:nvContentPartPr>
              <p14:xfrm>
                <a:off x="4061635" y="1904060"/>
                <a:ext cx="8640" cy="4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22AD58-7381-76F1-E26C-F86FFE7324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52995" y="1895420"/>
                  <a:ext cx="262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97FBBEC-4FF6-25E7-DA78-F324D18CC25B}"/>
              </a:ext>
            </a:extLst>
          </p:cNvPr>
          <p:cNvGrpSpPr/>
          <p:nvPr/>
        </p:nvGrpSpPr>
        <p:grpSpPr>
          <a:xfrm>
            <a:off x="5167555" y="1330940"/>
            <a:ext cx="2920680" cy="909720"/>
            <a:chOff x="5167555" y="1330940"/>
            <a:chExt cx="292068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B717F1-5737-28D2-1D12-CED6782DA0A8}"/>
                    </a:ext>
                  </a:extLst>
                </p14:cNvPr>
                <p14:cNvContentPartPr/>
                <p14:nvPr/>
              </p14:nvContentPartPr>
              <p14:xfrm>
                <a:off x="5167555" y="1330940"/>
                <a:ext cx="855360" cy="56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B717F1-5737-28D2-1D12-CED6782DA0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58555" y="1321940"/>
                  <a:ext cx="8730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B7F20D-AD4D-1CEE-CD2F-4F67DC33198D}"/>
                    </a:ext>
                  </a:extLst>
                </p14:cNvPr>
                <p14:cNvContentPartPr/>
                <p14:nvPr/>
              </p14:nvContentPartPr>
              <p14:xfrm>
                <a:off x="6223795" y="1380980"/>
                <a:ext cx="55800" cy="4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B7F20D-AD4D-1CEE-CD2F-4F67DC3319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14795" y="1372340"/>
                  <a:ext cx="73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6BB54E-50BD-D713-46EC-387FB999D55E}"/>
                    </a:ext>
                  </a:extLst>
                </p14:cNvPr>
                <p14:cNvContentPartPr/>
                <p14:nvPr/>
              </p14:nvContentPartPr>
              <p14:xfrm>
                <a:off x="6302275" y="1664300"/>
                <a:ext cx="527400" cy="18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6BB54E-50BD-D713-46EC-387FB999D5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3275" y="1655300"/>
                  <a:ext cx="54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168F02-7F8F-55D3-8D10-42B8042AA852}"/>
                    </a:ext>
                  </a:extLst>
                </p14:cNvPr>
                <p14:cNvContentPartPr/>
                <p14:nvPr/>
              </p14:nvContentPartPr>
              <p14:xfrm>
                <a:off x="7012195" y="1602740"/>
                <a:ext cx="628560" cy="637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168F02-7F8F-55D3-8D10-42B8042AA8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03555" y="1593740"/>
                  <a:ext cx="6462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A47A4F-1C2A-152F-0C06-88AF066EA1E2}"/>
                    </a:ext>
                  </a:extLst>
                </p14:cNvPr>
                <p14:cNvContentPartPr/>
                <p14:nvPr/>
              </p14:nvContentPartPr>
              <p14:xfrm>
                <a:off x="8003635" y="1708580"/>
                <a:ext cx="84600" cy="6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A47A4F-1C2A-152F-0C06-88AF066EA1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94635" y="1699940"/>
                  <a:ext cx="10224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BD9B6F-B9D1-D8C4-02AE-2336A76B5667}"/>
              </a:ext>
            </a:extLst>
          </p:cNvPr>
          <p:cNvGrpSpPr/>
          <p:nvPr/>
        </p:nvGrpSpPr>
        <p:grpSpPr>
          <a:xfrm>
            <a:off x="1373875" y="2818820"/>
            <a:ext cx="3394800" cy="1056960"/>
            <a:chOff x="1373875" y="2818820"/>
            <a:chExt cx="3394800" cy="10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D793914-2769-B2CB-9417-3388A75282E8}"/>
                    </a:ext>
                  </a:extLst>
                </p14:cNvPr>
                <p14:cNvContentPartPr/>
                <p14:nvPr/>
              </p14:nvContentPartPr>
              <p14:xfrm>
                <a:off x="1373875" y="3299780"/>
                <a:ext cx="140400" cy="365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D793914-2769-B2CB-9417-3388A75282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65235" y="3290780"/>
                  <a:ext cx="1580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17B2D1-7DD2-CF6C-20EE-955A4A2BDF3B}"/>
                    </a:ext>
                  </a:extLst>
                </p14:cNvPr>
                <p14:cNvContentPartPr/>
                <p14:nvPr/>
              </p14:nvContentPartPr>
              <p14:xfrm>
                <a:off x="1452355" y="2818820"/>
                <a:ext cx="1086480" cy="105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17B2D1-7DD2-CF6C-20EE-955A4A2BDF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3715" y="2810180"/>
                  <a:ext cx="1104120" cy="10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56D2821-1F6A-070C-7447-43D676F33EFA}"/>
                    </a:ext>
                  </a:extLst>
                </p14:cNvPr>
                <p14:cNvContentPartPr/>
                <p14:nvPr/>
              </p14:nvContentPartPr>
              <p14:xfrm>
                <a:off x="2962555" y="3095300"/>
                <a:ext cx="705960" cy="304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56D2821-1F6A-070C-7447-43D676F33E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53555" y="3086300"/>
                  <a:ext cx="723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EE2E77-73BD-7B95-964F-23D8B8E752E5}"/>
                    </a:ext>
                  </a:extLst>
                </p14:cNvPr>
                <p14:cNvContentPartPr/>
                <p14:nvPr/>
              </p14:nvContentPartPr>
              <p14:xfrm>
                <a:off x="4080355" y="3193220"/>
                <a:ext cx="688320" cy="1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EE2E77-73BD-7B95-964F-23D8B8E752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71715" y="3184580"/>
                  <a:ext cx="7059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A869B4B-CFF2-3D16-C5B5-C00C2B28F253}"/>
              </a:ext>
            </a:extLst>
          </p:cNvPr>
          <p:cNvGrpSpPr/>
          <p:nvPr/>
        </p:nvGrpSpPr>
        <p:grpSpPr>
          <a:xfrm>
            <a:off x="5835355" y="2700020"/>
            <a:ext cx="1780560" cy="413280"/>
            <a:chOff x="5835355" y="2700020"/>
            <a:chExt cx="178056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830B6D-62C8-A5BA-2A59-EC3ABD68D2D6}"/>
                    </a:ext>
                  </a:extLst>
                </p14:cNvPr>
                <p14:cNvContentPartPr/>
                <p14:nvPr/>
              </p14:nvContentPartPr>
              <p14:xfrm>
                <a:off x="5835355" y="2705780"/>
                <a:ext cx="421920" cy="407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830B6D-62C8-A5BA-2A59-EC3ABD68D2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26355" y="2696780"/>
                  <a:ext cx="4395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CA1970-D83F-AD69-B00D-93B2CC146C19}"/>
                    </a:ext>
                  </a:extLst>
                </p14:cNvPr>
                <p14:cNvContentPartPr/>
                <p14:nvPr/>
              </p14:nvContentPartPr>
              <p14:xfrm>
                <a:off x="6435115" y="2700020"/>
                <a:ext cx="1180800" cy="328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CA1970-D83F-AD69-B00D-93B2CC146C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26115" y="2691380"/>
                  <a:ext cx="119844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0BB78E1-722D-65DA-14F7-951566819560}"/>
                  </a:ext>
                </a:extLst>
              </p14:cNvPr>
              <p14:cNvContentPartPr/>
              <p14:nvPr/>
            </p14:nvContentPartPr>
            <p14:xfrm>
              <a:off x="8268955" y="2653940"/>
              <a:ext cx="814320" cy="153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0BB78E1-722D-65DA-14F7-95156681956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259955" y="2645300"/>
                <a:ext cx="83196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98B9BB4B-B82F-AE45-8C16-43E61386FA1A}"/>
              </a:ext>
            </a:extLst>
          </p:cNvPr>
          <p:cNvGrpSpPr/>
          <p:nvPr/>
        </p:nvGrpSpPr>
        <p:grpSpPr>
          <a:xfrm>
            <a:off x="9883915" y="2215460"/>
            <a:ext cx="2095560" cy="515880"/>
            <a:chOff x="9883915" y="2215460"/>
            <a:chExt cx="209556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9789A8-0AC9-7935-C4C4-144546BE6B2B}"/>
                    </a:ext>
                  </a:extLst>
                </p14:cNvPr>
                <p14:cNvContentPartPr/>
                <p14:nvPr/>
              </p14:nvContentPartPr>
              <p14:xfrm>
                <a:off x="9883915" y="2215460"/>
                <a:ext cx="601560" cy="497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9789A8-0AC9-7935-C4C4-144546BE6B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75275" y="2206820"/>
                  <a:ext cx="61920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2F241D8-1A8D-4E36-58D2-4C93C5E1803E}"/>
                    </a:ext>
                  </a:extLst>
                </p14:cNvPr>
                <p14:cNvContentPartPr/>
                <p14:nvPr/>
              </p14:nvContentPartPr>
              <p14:xfrm>
                <a:off x="10556395" y="2325260"/>
                <a:ext cx="749160" cy="38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2F241D8-1A8D-4E36-58D2-4C93C5E1803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47395" y="2316620"/>
                  <a:ext cx="7668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577C75-ACBE-9C8D-73C1-B3D07E679F9B}"/>
                    </a:ext>
                  </a:extLst>
                </p14:cNvPr>
                <p14:cNvContentPartPr/>
                <p14:nvPr/>
              </p14:nvContentPartPr>
              <p14:xfrm>
                <a:off x="11096755" y="2507420"/>
                <a:ext cx="350640" cy="100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577C75-ACBE-9C8D-73C1-B3D07E679F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88115" y="2498780"/>
                  <a:ext cx="36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E7E1785-A866-84E9-7D52-67583D8ABA25}"/>
                    </a:ext>
                  </a:extLst>
                </p14:cNvPr>
                <p14:cNvContentPartPr/>
                <p14:nvPr/>
              </p14:nvContentPartPr>
              <p14:xfrm>
                <a:off x="11520835" y="2383580"/>
                <a:ext cx="48600" cy="38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E7E1785-A866-84E9-7D52-67583D8ABA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12195" y="2374940"/>
                  <a:ext cx="66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05AF57B-3B1A-FA3D-4232-D252489C4759}"/>
                    </a:ext>
                  </a:extLst>
                </p14:cNvPr>
                <p14:cNvContentPartPr/>
                <p14:nvPr/>
              </p14:nvContentPartPr>
              <p14:xfrm>
                <a:off x="11535235" y="2591660"/>
                <a:ext cx="404640" cy="139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05AF57B-3B1A-FA3D-4232-D252489C47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526595" y="2583020"/>
                  <a:ext cx="42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8CF25B-A114-6A5C-3BED-FF6A5418BCFD}"/>
                    </a:ext>
                  </a:extLst>
                </p14:cNvPr>
                <p14:cNvContentPartPr/>
                <p14:nvPr/>
              </p14:nvContentPartPr>
              <p14:xfrm>
                <a:off x="11969395" y="2633420"/>
                <a:ext cx="10080" cy="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8CF25B-A114-6A5C-3BED-FF6A5418BC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960755" y="2624420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FEE81C4-DBB8-2903-75EE-590DE45C55F9}"/>
                  </a:ext>
                </a:extLst>
              </p14:cNvPr>
              <p14:cNvContentPartPr/>
              <p14:nvPr/>
            </p14:nvContentPartPr>
            <p14:xfrm>
              <a:off x="4530715" y="1275140"/>
              <a:ext cx="1578240" cy="82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FEE81C4-DBB8-2903-75EE-590DE45C55F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524595" y="1269020"/>
                <a:ext cx="159048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236E49F0-BF93-A16A-CC99-F4E8CFCA97D5}"/>
              </a:ext>
            </a:extLst>
          </p:cNvPr>
          <p:cNvGrpSpPr/>
          <p:nvPr/>
        </p:nvGrpSpPr>
        <p:grpSpPr>
          <a:xfrm>
            <a:off x="9253915" y="1118540"/>
            <a:ext cx="1793520" cy="324720"/>
            <a:chOff x="9253915" y="1118540"/>
            <a:chExt cx="179352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B904A3-395F-656E-2F04-3516627D9D3D}"/>
                    </a:ext>
                  </a:extLst>
                </p14:cNvPr>
                <p14:cNvContentPartPr/>
                <p14:nvPr/>
              </p14:nvContentPartPr>
              <p14:xfrm>
                <a:off x="9253915" y="1118540"/>
                <a:ext cx="1317600" cy="22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B904A3-395F-656E-2F04-3516627D9D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47795" y="1112420"/>
                  <a:ext cx="1329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1889FB-9192-FBC7-E855-6E89A08D7AD4}"/>
                    </a:ext>
                  </a:extLst>
                </p14:cNvPr>
                <p14:cNvContentPartPr/>
                <p14:nvPr/>
              </p14:nvContentPartPr>
              <p14:xfrm>
                <a:off x="9553075" y="1234460"/>
                <a:ext cx="929880" cy="83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1889FB-9192-FBC7-E855-6E89A08D7AD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46955" y="1228340"/>
                  <a:ext cx="942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E88CA8-D947-A2FD-9DB7-CC3FCCE60E8D}"/>
                    </a:ext>
                  </a:extLst>
                </p14:cNvPr>
                <p14:cNvContentPartPr/>
                <p14:nvPr/>
              </p14:nvContentPartPr>
              <p14:xfrm>
                <a:off x="10047355" y="1274780"/>
                <a:ext cx="872280" cy="97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E88CA8-D947-A2FD-9DB7-CC3FCCE60E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41235" y="1268660"/>
                  <a:ext cx="884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A1EE451-3495-36AD-6C1E-27D327D1ADC6}"/>
                    </a:ext>
                  </a:extLst>
                </p14:cNvPr>
                <p14:cNvContentPartPr/>
                <p14:nvPr/>
              </p14:nvContentPartPr>
              <p14:xfrm>
                <a:off x="10709395" y="1380980"/>
                <a:ext cx="338040" cy="62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A1EE451-3495-36AD-6C1E-27D327D1AD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703275" y="1374860"/>
                  <a:ext cx="35028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4B7F427-1FCB-BF6E-04CA-CAC61DD33C3C}"/>
                  </a:ext>
                </a:extLst>
              </p14:cNvPr>
              <p14:cNvContentPartPr/>
              <p14:nvPr/>
            </p14:nvContentPartPr>
            <p14:xfrm>
              <a:off x="1688875" y="3869300"/>
              <a:ext cx="1764720" cy="131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4B7F427-1FCB-BF6E-04CA-CAC61DD33C3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82755" y="3863180"/>
                <a:ext cx="1776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5446C40-B475-87CC-7262-95A52ED286F3}"/>
                  </a:ext>
                </a:extLst>
              </p14:cNvPr>
              <p14:cNvContentPartPr/>
              <p14:nvPr/>
            </p14:nvContentPartPr>
            <p14:xfrm>
              <a:off x="5754715" y="3462500"/>
              <a:ext cx="2109240" cy="144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5446C40-B475-87CC-7262-95A52ED286F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48595" y="3456380"/>
                <a:ext cx="21214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538C022-6480-92C4-AD77-9FDD2E50DCF4}"/>
                  </a:ext>
                </a:extLst>
              </p14:cNvPr>
              <p14:cNvContentPartPr/>
              <p14:nvPr/>
            </p14:nvContentPartPr>
            <p14:xfrm>
              <a:off x="10119715" y="3182060"/>
              <a:ext cx="1860480" cy="95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538C022-6480-92C4-AD77-9FDD2E50DCF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113595" y="3175940"/>
                <a:ext cx="187272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FC193F94-1933-ECC9-7016-5EE73A081D46}"/>
              </a:ext>
            </a:extLst>
          </p:cNvPr>
          <p:cNvGrpSpPr/>
          <p:nvPr/>
        </p:nvGrpSpPr>
        <p:grpSpPr>
          <a:xfrm>
            <a:off x="3390955" y="3849860"/>
            <a:ext cx="5712480" cy="1292760"/>
            <a:chOff x="3390955" y="3849860"/>
            <a:chExt cx="5712480" cy="12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B53914C-8E98-ABC3-7D49-3AFE38D7F748}"/>
                    </a:ext>
                  </a:extLst>
                </p14:cNvPr>
                <p14:cNvContentPartPr/>
                <p14:nvPr/>
              </p14:nvContentPartPr>
              <p14:xfrm>
                <a:off x="3470875" y="3940580"/>
                <a:ext cx="669600" cy="951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B53914C-8E98-ABC3-7D49-3AFE38D7F74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64755" y="3934460"/>
                  <a:ext cx="68184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83D61E-96BA-CC1A-667B-77261F6E0B17}"/>
                    </a:ext>
                  </a:extLst>
                </p14:cNvPr>
                <p14:cNvContentPartPr/>
                <p14:nvPr/>
              </p14:nvContentPartPr>
              <p14:xfrm>
                <a:off x="3390955" y="4336220"/>
                <a:ext cx="738720" cy="147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83D61E-96BA-CC1A-667B-77261F6E0B1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84835" y="4330100"/>
                  <a:ext cx="750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824E169-7135-617A-0192-0BC0ADF13AA6}"/>
                    </a:ext>
                  </a:extLst>
                </p14:cNvPr>
                <p14:cNvContentPartPr/>
                <p14:nvPr/>
              </p14:nvContentPartPr>
              <p14:xfrm>
                <a:off x="4145155" y="4273220"/>
                <a:ext cx="501840" cy="368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824E169-7135-617A-0192-0BC0ADF13A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39035" y="4267100"/>
                  <a:ext cx="514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1601BE-D80C-A902-D2EC-6FAA3BAFD8CC}"/>
                    </a:ext>
                  </a:extLst>
                </p14:cNvPr>
                <p14:cNvContentPartPr/>
                <p14:nvPr/>
              </p14:nvContentPartPr>
              <p14:xfrm>
                <a:off x="4727635" y="4236860"/>
                <a:ext cx="221760" cy="345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1601BE-D80C-A902-D2EC-6FAA3BAFD8C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21515" y="4230740"/>
                  <a:ext cx="2340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2F6882-2817-536B-F053-1601596D4A84}"/>
                    </a:ext>
                  </a:extLst>
                </p14:cNvPr>
                <p14:cNvContentPartPr/>
                <p14:nvPr/>
              </p14:nvContentPartPr>
              <p14:xfrm>
                <a:off x="4954435" y="4222100"/>
                <a:ext cx="561960" cy="393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2F6882-2817-536B-F053-1601596D4A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48315" y="4215980"/>
                  <a:ext cx="574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1A7EEFE-FD63-F979-4B1A-F997D9B598F9}"/>
                    </a:ext>
                  </a:extLst>
                </p14:cNvPr>
                <p14:cNvContentPartPr/>
                <p14:nvPr/>
              </p14:nvContentPartPr>
              <p14:xfrm>
                <a:off x="5441155" y="4208420"/>
                <a:ext cx="1135080" cy="831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1A7EEFE-FD63-F979-4B1A-F997D9B598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35035" y="4202300"/>
                  <a:ext cx="114732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10B2DF6-83FF-0E26-AF80-8E77374E1A2D}"/>
                    </a:ext>
                  </a:extLst>
                </p14:cNvPr>
                <p14:cNvContentPartPr/>
                <p14:nvPr/>
              </p14:nvContentPartPr>
              <p14:xfrm>
                <a:off x="8419795" y="3959300"/>
                <a:ext cx="683640" cy="118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10B2DF6-83FF-0E26-AF80-8E77374E1A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13675" y="3953180"/>
                  <a:ext cx="69588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10A350D-F739-583A-555D-88E099732CDF}"/>
                    </a:ext>
                  </a:extLst>
                </p14:cNvPr>
                <p14:cNvContentPartPr/>
                <p14:nvPr/>
              </p14:nvContentPartPr>
              <p14:xfrm>
                <a:off x="7012195" y="4131020"/>
                <a:ext cx="257760" cy="385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10A350D-F739-583A-555D-88E099732CD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06075" y="4124900"/>
                  <a:ext cx="2700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90C0B83-48A1-6715-648F-E293400192E9}"/>
                    </a:ext>
                  </a:extLst>
                </p14:cNvPr>
                <p14:cNvContentPartPr/>
                <p14:nvPr/>
              </p14:nvContentPartPr>
              <p14:xfrm>
                <a:off x="7075195" y="3849860"/>
                <a:ext cx="366840" cy="1292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90C0B83-48A1-6715-648F-E293400192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69075" y="3843740"/>
                  <a:ext cx="37908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0DEEDD-D81E-ABCF-70B1-2BBD204F3AE9}"/>
                    </a:ext>
                  </a:extLst>
                </p14:cNvPr>
                <p14:cNvContentPartPr/>
                <p14:nvPr/>
              </p14:nvContentPartPr>
              <p14:xfrm>
                <a:off x="7317475" y="4397780"/>
                <a:ext cx="42480" cy="340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0DEEDD-D81E-ABCF-70B1-2BBD204F3A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11355" y="4391660"/>
                  <a:ext cx="54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C1F023-9793-331F-7EE5-A747C2A62245}"/>
                    </a:ext>
                  </a:extLst>
                </p14:cNvPr>
                <p14:cNvContentPartPr/>
                <p14:nvPr/>
              </p14:nvContentPartPr>
              <p14:xfrm>
                <a:off x="7376515" y="4452140"/>
                <a:ext cx="13680" cy="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C1F023-9793-331F-7EE5-A747C2A622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70395" y="4446020"/>
                  <a:ext cx="2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C0B89D-099D-E89B-8206-4C50E1B5BD4A}"/>
                    </a:ext>
                  </a:extLst>
                </p14:cNvPr>
                <p14:cNvContentPartPr/>
                <p14:nvPr/>
              </p14:nvContentPartPr>
              <p14:xfrm>
                <a:off x="7341955" y="4323260"/>
                <a:ext cx="245520" cy="28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C0B89D-099D-E89B-8206-4C50E1B5BD4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35835" y="4317140"/>
                  <a:ext cx="2577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293B57E-B584-EEE3-332C-44D0604B9B25}"/>
                    </a:ext>
                  </a:extLst>
                </p14:cNvPr>
                <p14:cNvContentPartPr/>
                <p14:nvPr/>
              </p14:nvContentPartPr>
              <p14:xfrm>
                <a:off x="7609075" y="4126700"/>
                <a:ext cx="246240" cy="349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293B57E-B584-EEE3-332C-44D0604B9B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02955" y="4120580"/>
                  <a:ext cx="2584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B29F5EF-9E9B-5AF5-F69B-049FAC1D956F}"/>
                    </a:ext>
                  </a:extLst>
                </p14:cNvPr>
                <p14:cNvContentPartPr/>
                <p14:nvPr/>
              </p14:nvContentPartPr>
              <p14:xfrm>
                <a:off x="7934875" y="4366460"/>
                <a:ext cx="51120" cy="52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B29F5EF-9E9B-5AF5-F69B-049FAC1D956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28755" y="4360340"/>
                  <a:ext cx="63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AF1B45E-748D-7E29-B8EC-D51D7784D8EB}"/>
                    </a:ext>
                  </a:extLst>
                </p14:cNvPr>
                <p14:cNvContentPartPr/>
                <p14:nvPr/>
              </p14:nvContentPartPr>
              <p14:xfrm>
                <a:off x="6715915" y="4577060"/>
                <a:ext cx="1394280" cy="441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AF1B45E-748D-7E29-B8EC-D51D7784D8E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09795" y="4570940"/>
                  <a:ext cx="1406520" cy="45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EB96194-F29A-1F45-BCA1-4CF0CC715E58}"/>
              </a:ext>
            </a:extLst>
          </p:cNvPr>
          <p:cNvGrpSpPr/>
          <p:nvPr/>
        </p:nvGrpSpPr>
        <p:grpSpPr>
          <a:xfrm>
            <a:off x="9903355" y="3531260"/>
            <a:ext cx="2221920" cy="748440"/>
            <a:chOff x="9903355" y="3531260"/>
            <a:chExt cx="2221920" cy="74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9DA6AAE-4FC4-5983-CFD9-E5414EAF1DB5}"/>
                    </a:ext>
                  </a:extLst>
                </p14:cNvPr>
                <p14:cNvContentPartPr/>
                <p14:nvPr/>
              </p14:nvContentPartPr>
              <p14:xfrm>
                <a:off x="9903355" y="3842300"/>
                <a:ext cx="1100160" cy="437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9DA6AAE-4FC4-5983-CFD9-E5414EAF1D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97235" y="3836180"/>
                  <a:ext cx="11124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D60592B-8C49-51EA-EEEA-3B50453ED040}"/>
                    </a:ext>
                  </a:extLst>
                </p14:cNvPr>
                <p14:cNvContentPartPr/>
                <p14:nvPr/>
              </p14:nvContentPartPr>
              <p14:xfrm>
                <a:off x="11152915" y="3531260"/>
                <a:ext cx="932040" cy="583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60592B-8C49-51EA-EEEA-3B50453ED0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46795" y="3525140"/>
                  <a:ext cx="94428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F9DFDA-DAE7-EBC5-F8A8-5C211CB3E6DA}"/>
                    </a:ext>
                  </a:extLst>
                </p14:cNvPr>
                <p14:cNvContentPartPr/>
                <p14:nvPr/>
              </p14:nvContentPartPr>
              <p14:xfrm>
                <a:off x="12117715" y="3932300"/>
                <a:ext cx="7560" cy="18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F9DFDA-DAE7-EBC5-F8A8-5C211CB3E6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2111595" y="3926180"/>
                  <a:ext cx="19800" cy="3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268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4347599-6625-BEA8-79A5-3D98A910C090}"/>
              </a:ext>
            </a:extLst>
          </p:cNvPr>
          <p:cNvGrpSpPr/>
          <p:nvPr/>
        </p:nvGrpSpPr>
        <p:grpSpPr>
          <a:xfrm>
            <a:off x="531115" y="302420"/>
            <a:ext cx="7124400" cy="1621800"/>
            <a:chOff x="531115" y="302420"/>
            <a:chExt cx="7124400" cy="162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A90917-2CA9-B25F-9296-4FB74FBDFC41}"/>
                    </a:ext>
                  </a:extLst>
                </p14:cNvPr>
                <p14:cNvContentPartPr/>
                <p14:nvPr/>
              </p14:nvContentPartPr>
              <p14:xfrm>
                <a:off x="531115" y="486020"/>
                <a:ext cx="574200" cy="494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A90917-2CA9-B25F-9296-4FB74FBDFC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4995" y="479900"/>
                  <a:ext cx="58644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4ECB72-4959-C192-D148-77DAFEE062D8}"/>
                    </a:ext>
                  </a:extLst>
                </p14:cNvPr>
                <p14:cNvContentPartPr/>
                <p14:nvPr/>
              </p14:nvContentPartPr>
              <p14:xfrm>
                <a:off x="1395835" y="412220"/>
                <a:ext cx="293040" cy="578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4ECB72-4959-C192-D148-77DAFEE062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9715" y="406100"/>
                  <a:ext cx="3052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DA3C66-0E4D-0F1F-3B31-360D70197BAF}"/>
                    </a:ext>
                  </a:extLst>
                </p14:cNvPr>
                <p14:cNvContentPartPr/>
                <p14:nvPr/>
              </p14:nvContentPartPr>
              <p14:xfrm>
                <a:off x="1723435" y="751700"/>
                <a:ext cx="510840" cy="975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DA3C66-0E4D-0F1F-3B31-360D70197B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7315" y="745580"/>
                  <a:ext cx="52308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0B3104-1A8B-ADC6-8964-B62DD4BDD64B}"/>
                    </a:ext>
                  </a:extLst>
                </p14:cNvPr>
                <p14:cNvContentPartPr/>
                <p14:nvPr/>
              </p14:nvContentPartPr>
              <p14:xfrm>
                <a:off x="3154075" y="302420"/>
                <a:ext cx="225000" cy="598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0B3104-1A8B-ADC6-8964-B62DD4BDD6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7955" y="296300"/>
                  <a:ext cx="23724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C8D1E0-CC7B-420E-95FC-7879C87E208B}"/>
                    </a:ext>
                  </a:extLst>
                </p14:cNvPr>
                <p14:cNvContentPartPr/>
                <p14:nvPr/>
              </p14:nvContentPartPr>
              <p14:xfrm>
                <a:off x="3633595" y="342380"/>
                <a:ext cx="643680" cy="615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C8D1E0-CC7B-420E-95FC-7879C87E20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7475" y="336260"/>
                  <a:ext cx="65592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44167B-29D5-E737-EBAF-83A1B08249D1}"/>
                    </a:ext>
                  </a:extLst>
                </p14:cNvPr>
                <p14:cNvContentPartPr/>
                <p14:nvPr/>
              </p14:nvContentPartPr>
              <p14:xfrm>
                <a:off x="4493275" y="555140"/>
                <a:ext cx="505800" cy="46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44167B-29D5-E737-EBAF-83A1B08249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87155" y="549020"/>
                  <a:ext cx="5180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EAD1D7-77F9-E821-C0F8-BF17D5D3E8E6}"/>
                    </a:ext>
                  </a:extLst>
                </p14:cNvPr>
                <p14:cNvContentPartPr/>
                <p14:nvPr/>
              </p14:nvContentPartPr>
              <p14:xfrm>
                <a:off x="5179435" y="612380"/>
                <a:ext cx="351000" cy="44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EAD1D7-77F9-E821-C0F8-BF17D5D3E8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73315" y="606260"/>
                  <a:ext cx="363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DA867A-55FB-3A8C-3198-ACDEE40964AC}"/>
                    </a:ext>
                  </a:extLst>
                </p14:cNvPr>
                <p14:cNvContentPartPr/>
                <p14:nvPr/>
              </p14:nvContentPartPr>
              <p14:xfrm>
                <a:off x="6571195" y="593300"/>
                <a:ext cx="483840" cy="318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DA867A-55FB-3A8C-3198-ACDEE40964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65075" y="587180"/>
                  <a:ext cx="4960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F7CD5C-43D7-18C6-B0E1-4E45E00D0B10}"/>
                    </a:ext>
                  </a:extLst>
                </p14:cNvPr>
                <p14:cNvContentPartPr/>
                <p14:nvPr/>
              </p14:nvContentPartPr>
              <p14:xfrm>
                <a:off x="7263115" y="701300"/>
                <a:ext cx="345240" cy="317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F7CD5C-43D7-18C6-B0E1-4E45E00D0B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56995" y="695180"/>
                  <a:ext cx="3574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D12AE3-CDCE-EAED-2C73-F32ACDE9584C}"/>
                    </a:ext>
                  </a:extLst>
                </p14:cNvPr>
                <p14:cNvContentPartPr/>
                <p14:nvPr/>
              </p14:nvContentPartPr>
              <p14:xfrm>
                <a:off x="2411395" y="1087580"/>
                <a:ext cx="739440" cy="773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D12AE3-CDCE-EAED-2C73-F32ACDE958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05275" y="1081460"/>
                  <a:ext cx="75168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10F641-E5FF-DB9F-7B04-478552BABA87}"/>
                    </a:ext>
                  </a:extLst>
                </p14:cNvPr>
                <p14:cNvContentPartPr/>
                <p14:nvPr/>
              </p14:nvContentPartPr>
              <p14:xfrm>
                <a:off x="3286555" y="1600580"/>
                <a:ext cx="333000" cy="30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10F641-E5FF-DB9F-7B04-478552BABA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0435" y="1594460"/>
                  <a:ext cx="345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D654CE-5924-F7C3-C51E-855909E03B00}"/>
                    </a:ext>
                  </a:extLst>
                </p14:cNvPr>
                <p14:cNvContentPartPr/>
                <p14:nvPr/>
              </p14:nvContentPartPr>
              <p14:xfrm>
                <a:off x="3736915" y="1295660"/>
                <a:ext cx="640800" cy="567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D654CE-5924-F7C3-C51E-855909E03B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0795" y="1289540"/>
                  <a:ext cx="65304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D3D615-77F8-B048-2563-07373B206CDD}"/>
                    </a:ext>
                  </a:extLst>
                </p14:cNvPr>
                <p14:cNvContentPartPr/>
                <p14:nvPr/>
              </p14:nvContentPartPr>
              <p14:xfrm>
                <a:off x="4482475" y="1653500"/>
                <a:ext cx="441720" cy="270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D3D615-77F8-B048-2563-07373B206C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76355" y="1647380"/>
                  <a:ext cx="4539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03B0F7-158C-3F80-C15A-736E933712CE}"/>
                    </a:ext>
                  </a:extLst>
                </p14:cNvPr>
                <p14:cNvContentPartPr/>
                <p14:nvPr/>
              </p14:nvContentPartPr>
              <p14:xfrm>
                <a:off x="5643475" y="1269740"/>
                <a:ext cx="117000" cy="60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03B0F7-158C-3F80-C15A-736E933712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37355" y="1263620"/>
                  <a:ext cx="12924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0CA46-1AD2-A772-A6D2-62B83E4C9F35}"/>
                    </a:ext>
                  </a:extLst>
                </p14:cNvPr>
                <p14:cNvContentPartPr/>
                <p14:nvPr/>
              </p14:nvContentPartPr>
              <p14:xfrm>
                <a:off x="5836795" y="1137980"/>
                <a:ext cx="359640" cy="160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0CA46-1AD2-A772-A6D2-62B83E4C9F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30675" y="1131860"/>
                  <a:ext cx="371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42CE0A-B9A7-FA71-EE1D-2B01595177A9}"/>
                    </a:ext>
                  </a:extLst>
                </p14:cNvPr>
                <p14:cNvContentPartPr/>
                <p14:nvPr/>
              </p14:nvContentPartPr>
              <p14:xfrm>
                <a:off x="5829595" y="1489700"/>
                <a:ext cx="527400" cy="20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42CE0A-B9A7-FA71-EE1D-2B01595177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23475" y="1483580"/>
                  <a:ext cx="539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4CD91E-BBC5-15DD-85E8-627239B4CDE4}"/>
                    </a:ext>
                  </a:extLst>
                </p14:cNvPr>
                <p14:cNvContentPartPr/>
                <p14:nvPr/>
              </p14:nvContentPartPr>
              <p14:xfrm>
                <a:off x="6527635" y="1516700"/>
                <a:ext cx="308880" cy="31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4CD91E-BBC5-15DD-85E8-627239B4CD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21515" y="1510580"/>
                  <a:ext cx="3211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FBD872-A48A-D9FC-6C93-5B18E79E7874}"/>
                    </a:ext>
                  </a:extLst>
                </p14:cNvPr>
                <p14:cNvContentPartPr/>
                <p14:nvPr/>
              </p14:nvContentPartPr>
              <p14:xfrm>
                <a:off x="6925435" y="1539380"/>
                <a:ext cx="327600" cy="332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FBD872-A48A-D9FC-6C93-5B18E79E78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19315" y="1533260"/>
                  <a:ext cx="3398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346335-3160-9F8F-4B81-5230928DE838}"/>
                    </a:ext>
                  </a:extLst>
                </p14:cNvPr>
                <p14:cNvContentPartPr/>
                <p14:nvPr/>
              </p14:nvContentPartPr>
              <p14:xfrm>
                <a:off x="7442755" y="1421300"/>
                <a:ext cx="148680" cy="405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346335-3160-9F8F-4B81-5230928DE8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36635" y="1415180"/>
                  <a:ext cx="16092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18A777-3018-2D05-D59D-2C9B54639150}"/>
                    </a:ext>
                  </a:extLst>
                </p14:cNvPr>
                <p14:cNvContentPartPr/>
                <p14:nvPr/>
              </p14:nvContentPartPr>
              <p14:xfrm>
                <a:off x="7420075" y="1622900"/>
                <a:ext cx="235440" cy="21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18A777-3018-2D05-D59D-2C9B546391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13955" y="1616780"/>
                  <a:ext cx="2476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E91C3C-E0B5-41F5-7CEB-BB6D85DC53E6}"/>
              </a:ext>
            </a:extLst>
          </p:cNvPr>
          <p:cNvGrpSpPr/>
          <p:nvPr/>
        </p:nvGrpSpPr>
        <p:grpSpPr>
          <a:xfrm>
            <a:off x="8476315" y="496460"/>
            <a:ext cx="3597120" cy="1739520"/>
            <a:chOff x="8476315" y="496460"/>
            <a:chExt cx="3597120" cy="173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6FBDB9-78EC-CD1C-900F-254E421B48FA}"/>
                    </a:ext>
                  </a:extLst>
                </p14:cNvPr>
                <p14:cNvContentPartPr/>
                <p14:nvPr/>
              </p14:nvContentPartPr>
              <p14:xfrm>
                <a:off x="8476315" y="496460"/>
                <a:ext cx="381240" cy="345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6FBDB9-78EC-CD1C-900F-254E421B48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70195" y="490340"/>
                  <a:ext cx="393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27A04C-198A-445C-19EF-F7B0F5BE61BA}"/>
                    </a:ext>
                  </a:extLst>
                </p14:cNvPr>
                <p14:cNvContentPartPr/>
                <p14:nvPr/>
              </p14:nvContentPartPr>
              <p14:xfrm>
                <a:off x="8960875" y="501500"/>
                <a:ext cx="770760" cy="39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27A04C-198A-445C-19EF-F7B0F5BE61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54755" y="495380"/>
                  <a:ext cx="7830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D4331A-8C17-AB71-A524-F7A4F9E356B1}"/>
                    </a:ext>
                  </a:extLst>
                </p14:cNvPr>
                <p14:cNvContentPartPr/>
                <p14:nvPr/>
              </p14:nvContentPartPr>
              <p14:xfrm>
                <a:off x="8890315" y="1502660"/>
                <a:ext cx="133560" cy="339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D4331A-8C17-AB71-A524-F7A4F9E356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84195" y="1496540"/>
                  <a:ext cx="145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2D44EB-00D3-5037-CD9B-04743900F221}"/>
                    </a:ext>
                  </a:extLst>
                </p14:cNvPr>
                <p14:cNvContentPartPr/>
                <p14:nvPr/>
              </p14:nvContentPartPr>
              <p14:xfrm>
                <a:off x="9129715" y="1219340"/>
                <a:ext cx="51120" cy="9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2D44EB-00D3-5037-CD9B-04743900F2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3595" y="1213220"/>
                  <a:ext cx="6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CC77A4-4D52-A40E-5350-BB9FFD46C731}"/>
                    </a:ext>
                  </a:extLst>
                </p14:cNvPr>
                <p14:cNvContentPartPr/>
                <p14:nvPr/>
              </p14:nvContentPartPr>
              <p14:xfrm>
                <a:off x="9217915" y="1501580"/>
                <a:ext cx="365400" cy="330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CC77A4-4D52-A40E-5350-BB9FFD46C7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11795" y="1495460"/>
                  <a:ext cx="3776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D58E170-2219-9DDF-2657-1F022A38E1C5}"/>
                    </a:ext>
                  </a:extLst>
                </p14:cNvPr>
                <p14:cNvContentPartPr/>
                <p14:nvPr/>
              </p14:nvContentPartPr>
              <p14:xfrm>
                <a:off x="9787075" y="1286660"/>
                <a:ext cx="130680" cy="429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D58E170-2219-9DDF-2657-1F022A38E1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80955" y="1280540"/>
                  <a:ext cx="1429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D19844-8BE1-2302-E817-04AB3E343D5E}"/>
                    </a:ext>
                  </a:extLst>
                </p14:cNvPr>
                <p14:cNvContentPartPr/>
                <p14:nvPr/>
              </p14:nvContentPartPr>
              <p14:xfrm>
                <a:off x="9807235" y="1469180"/>
                <a:ext cx="560160" cy="25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D19844-8BE1-2302-E817-04AB3E343D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01115" y="1463060"/>
                  <a:ext cx="572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3D6978-2430-592A-F02D-14DEAD283E19}"/>
                    </a:ext>
                  </a:extLst>
                </p14:cNvPr>
                <p14:cNvContentPartPr/>
                <p14:nvPr/>
              </p14:nvContentPartPr>
              <p14:xfrm>
                <a:off x="10484755" y="1219700"/>
                <a:ext cx="268200" cy="492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3D6978-2430-592A-F02D-14DEAD283E1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78635" y="1213580"/>
                  <a:ext cx="2804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A029C1-BB59-76CF-08A5-7C8121F7ED43}"/>
                    </a:ext>
                  </a:extLst>
                </p14:cNvPr>
                <p14:cNvContentPartPr/>
                <p14:nvPr/>
              </p14:nvContentPartPr>
              <p14:xfrm>
                <a:off x="11064715" y="1223660"/>
                <a:ext cx="1008720" cy="660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A029C1-BB59-76CF-08A5-7C8121F7ED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58595" y="1217540"/>
                  <a:ext cx="102096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60EFE6E-0747-D73F-E8E6-D66ABBD8CEC2}"/>
                    </a:ext>
                  </a:extLst>
                </p14:cNvPr>
                <p14:cNvContentPartPr/>
                <p14:nvPr/>
              </p14:nvContentPartPr>
              <p14:xfrm>
                <a:off x="11162275" y="880580"/>
                <a:ext cx="650160" cy="135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60EFE6E-0747-D73F-E8E6-D66ABBD8CE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56155" y="874460"/>
                  <a:ext cx="662400" cy="13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49B349-A819-F07D-C089-4FDD28A5FA2E}"/>
              </a:ext>
            </a:extLst>
          </p:cNvPr>
          <p:cNvGrpSpPr/>
          <p:nvPr/>
        </p:nvGrpSpPr>
        <p:grpSpPr>
          <a:xfrm>
            <a:off x="844675" y="1762940"/>
            <a:ext cx="1723320" cy="1138680"/>
            <a:chOff x="844675" y="1762940"/>
            <a:chExt cx="1723320" cy="11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96E5A4-1292-8216-9608-9AFD2DA09547}"/>
                    </a:ext>
                  </a:extLst>
                </p14:cNvPr>
                <p14:cNvContentPartPr/>
                <p14:nvPr/>
              </p14:nvContentPartPr>
              <p14:xfrm>
                <a:off x="1013515" y="2033300"/>
                <a:ext cx="185760" cy="660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96E5A4-1292-8216-9608-9AFD2DA095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7395" y="2027180"/>
                  <a:ext cx="19800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721D8E-0148-84A1-26B5-95A4221E18B0}"/>
                    </a:ext>
                  </a:extLst>
                </p14:cNvPr>
                <p14:cNvContentPartPr/>
                <p14:nvPr/>
              </p14:nvContentPartPr>
              <p14:xfrm>
                <a:off x="844675" y="1762940"/>
                <a:ext cx="748440" cy="103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721D8E-0148-84A1-26B5-95A4221E18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8555" y="1756820"/>
                  <a:ext cx="760680" cy="10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2146A8-79D8-FECE-AE60-618D33FB8D9E}"/>
                    </a:ext>
                  </a:extLst>
                </p14:cNvPr>
                <p14:cNvContentPartPr/>
                <p14:nvPr/>
              </p14:nvContentPartPr>
              <p14:xfrm>
                <a:off x="1665475" y="2044100"/>
                <a:ext cx="902520" cy="126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2146A8-79D8-FECE-AE60-618D33FB8D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59355" y="2037980"/>
                  <a:ext cx="914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6B6AC3-2981-8CE2-EF60-A5EF1EBDE6A1}"/>
                    </a:ext>
                  </a:extLst>
                </p14:cNvPr>
                <p14:cNvContentPartPr/>
                <p14:nvPr/>
              </p14:nvContentPartPr>
              <p14:xfrm>
                <a:off x="1934395" y="2154620"/>
                <a:ext cx="378000" cy="74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6B6AC3-2981-8CE2-EF60-A5EF1EBDE6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28275" y="2148500"/>
                  <a:ext cx="39024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1BCB785-C2C2-9A17-B895-E89EEF4F063F}"/>
                    </a:ext>
                  </a:extLst>
                </p14:cNvPr>
                <p14:cNvContentPartPr/>
                <p14:nvPr/>
              </p14:nvContentPartPr>
              <p14:xfrm>
                <a:off x="2476195" y="2679860"/>
                <a:ext cx="29160" cy="6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1BCB785-C2C2-9A17-B895-E89EEF4F06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70075" y="2673740"/>
                  <a:ext cx="414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5FA934-4FA3-F868-132F-0153AB269365}"/>
                  </a:ext>
                </a:extLst>
              </p14:cNvPr>
              <p14:cNvContentPartPr/>
              <p14:nvPr/>
            </p14:nvContentPartPr>
            <p14:xfrm>
              <a:off x="3097555" y="2220500"/>
              <a:ext cx="213120" cy="766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5FA934-4FA3-F868-132F-0153AB2693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91435" y="2214380"/>
                <a:ext cx="22536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43986F8-13E3-FCA1-D7BA-7BCA5D2084F7}"/>
                  </a:ext>
                </a:extLst>
              </p14:cNvPr>
              <p14:cNvContentPartPr/>
              <p14:nvPr/>
            </p14:nvContentPartPr>
            <p14:xfrm>
              <a:off x="9951955" y="4100420"/>
              <a:ext cx="19800" cy="262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43986F8-13E3-FCA1-D7BA-7BCA5D2084F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43315" y="4091780"/>
                <a:ext cx="374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A8113CA-9F30-5354-0AA0-49B57316A20A}"/>
                  </a:ext>
                </a:extLst>
              </p14:cNvPr>
              <p14:cNvContentPartPr/>
              <p14:nvPr/>
            </p14:nvContentPartPr>
            <p14:xfrm>
              <a:off x="9141955" y="5498300"/>
              <a:ext cx="14760" cy="763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A8113CA-9F30-5354-0AA0-49B57316A20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132955" y="5489660"/>
                <a:ext cx="324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C49A041-738E-0982-3C2C-D16691C99657}"/>
              </a:ext>
            </a:extLst>
          </p:cNvPr>
          <p:cNvGrpSpPr/>
          <p:nvPr/>
        </p:nvGrpSpPr>
        <p:grpSpPr>
          <a:xfrm>
            <a:off x="417715" y="3676340"/>
            <a:ext cx="1441440" cy="792360"/>
            <a:chOff x="417715" y="3676340"/>
            <a:chExt cx="1441440" cy="79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1B292E5-F75D-FACE-1730-CFDA5BB1FB34}"/>
                    </a:ext>
                  </a:extLst>
                </p14:cNvPr>
                <p14:cNvContentPartPr/>
                <p14:nvPr/>
              </p14:nvContentPartPr>
              <p14:xfrm>
                <a:off x="417715" y="3873980"/>
                <a:ext cx="64440" cy="460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1B292E5-F75D-FACE-1730-CFDA5BB1FB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8715" y="3864980"/>
                  <a:ext cx="820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C7E6F9D-BC47-2B34-5641-76FF8BE5CF49}"/>
                    </a:ext>
                  </a:extLst>
                </p14:cNvPr>
                <p14:cNvContentPartPr/>
                <p14:nvPr/>
              </p14:nvContentPartPr>
              <p14:xfrm>
                <a:off x="490075" y="3676340"/>
                <a:ext cx="414360" cy="788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C7E6F9D-BC47-2B34-5641-76FF8BE5CF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1435" y="3667340"/>
                  <a:ext cx="43200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39046C-EF55-15AD-6E1C-E1C082E85998}"/>
                    </a:ext>
                  </a:extLst>
                </p14:cNvPr>
                <p14:cNvContentPartPr/>
                <p14:nvPr/>
              </p14:nvContentPartPr>
              <p14:xfrm>
                <a:off x="999115" y="3708020"/>
                <a:ext cx="833400" cy="298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39046C-EF55-15AD-6E1C-E1C082E8599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0115" y="3699380"/>
                  <a:ext cx="8510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9C2F7D4-DABC-E776-DA69-7BA98C4FBD02}"/>
                    </a:ext>
                  </a:extLst>
                </p14:cNvPr>
                <p14:cNvContentPartPr/>
                <p14:nvPr/>
              </p14:nvContentPartPr>
              <p14:xfrm>
                <a:off x="1435435" y="3782540"/>
                <a:ext cx="224640" cy="686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9C2F7D4-DABC-E776-DA69-7BA98C4FBD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26795" y="3773900"/>
                  <a:ext cx="2422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D00E62-C447-4691-5D6E-621F65645527}"/>
                    </a:ext>
                  </a:extLst>
                </p14:cNvPr>
                <p14:cNvContentPartPr/>
                <p14:nvPr/>
              </p14:nvContentPartPr>
              <p14:xfrm>
                <a:off x="1010995" y="4214540"/>
                <a:ext cx="100440" cy="41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D00E62-C447-4691-5D6E-621F6564552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2355" y="4205540"/>
                  <a:ext cx="118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017489-E5D1-2B5F-4407-DAC72725F4B6}"/>
                    </a:ext>
                  </a:extLst>
                </p14:cNvPr>
                <p14:cNvContentPartPr/>
                <p14:nvPr/>
              </p14:nvContentPartPr>
              <p14:xfrm>
                <a:off x="1847995" y="4225340"/>
                <a:ext cx="11160" cy="50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017489-E5D1-2B5F-4407-DAC72725F4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38995" y="4216700"/>
                  <a:ext cx="288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031C9D5-859F-5E7C-4F1D-8ED3D6C4BB9C}"/>
              </a:ext>
            </a:extLst>
          </p:cNvPr>
          <p:cNvGrpSpPr/>
          <p:nvPr/>
        </p:nvGrpSpPr>
        <p:grpSpPr>
          <a:xfrm>
            <a:off x="548035" y="5074940"/>
            <a:ext cx="1554480" cy="596520"/>
            <a:chOff x="548035" y="5074940"/>
            <a:chExt cx="1554480" cy="5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B539D11-60DB-2E8F-FA19-58C3CD44C07D}"/>
                    </a:ext>
                  </a:extLst>
                </p14:cNvPr>
                <p14:cNvContentPartPr/>
                <p14:nvPr/>
              </p14:nvContentPartPr>
              <p14:xfrm>
                <a:off x="548035" y="5074940"/>
                <a:ext cx="710280" cy="139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B539D11-60DB-2E8F-FA19-58C3CD44C0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9395" y="5066300"/>
                  <a:ext cx="72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58247D6-27BF-3442-BDD1-23D76C16815C}"/>
                    </a:ext>
                  </a:extLst>
                </p14:cNvPr>
                <p14:cNvContentPartPr/>
                <p14:nvPr/>
              </p14:nvContentPartPr>
              <p14:xfrm>
                <a:off x="879955" y="5178260"/>
                <a:ext cx="50760" cy="493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58247D6-27BF-3442-BDD1-23D76C1681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0955" y="5169260"/>
                  <a:ext cx="6840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A9E5BAA-AB0C-0E86-7179-979FA3702A94}"/>
                    </a:ext>
                  </a:extLst>
                </p14:cNvPr>
                <p14:cNvContentPartPr/>
                <p14:nvPr/>
              </p14:nvContentPartPr>
              <p14:xfrm>
                <a:off x="1040155" y="5306060"/>
                <a:ext cx="357120" cy="352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A9E5BAA-AB0C-0E86-7179-979FA3702A9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1155" y="5297420"/>
                  <a:ext cx="374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6270EA-5871-EE0B-7E9B-D43F1511D753}"/>
                    </a:ext>
                  </a:extLst>
                </p14:cNvPr>
                <p14:cNvContentPartPr/>
                <p14:nvPr/>
              </p14:nvContentPartPr>
              <p14:xfrm>
                <a:off x="1417795" y="5361140"/>
                <a:ext cx="369360" cy="137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6270EA-5871-EE0B-7E9B-D43F1511D7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09155" y="5352140"/>
                  <a:ext cx="387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4300EFB-4CE9-53B1-0D2E-0E0EC4E0E3E9}"/>
                    </a:ext>
                  </a:extLst>
                </p14:cNvPr>
                <p14:cNvContentPartPr/>
                <p14:nvPr/>
              </p14:nvContentPartPr>
              <p14:xfrm>
                <a:off x="1803355" y="5162060"/>
                <a:ext cx="5040" cy="26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4300EFB-4CE9-53B1-0D2E-0E0EC4E0E3E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94355" y="5153060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9A9CB76-0E3F-2611-BBBD-F23D570D26A0}"/>
                    </a:ext>
                  </a:extLst>
                </p14:cNvPr>
                <p14:cNvContentPartPr/>
                <p14:nvPr/>
              </p14:nvContentPartPr>
              <p14:xfrm>
                <a:off x="1943035" y="5369060"/>
                <a:ext cx="159480" cy="11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9A9CB76-0E3F-2611-BBBD-F23D570D26A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34395" y="5360420"/>
                  <a:ext cx="17712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AB027A-4671-8B97-B180-BEF2E7AF8A06}"/>
              </a:ext>
            </a:extLst>
          </p:cNvPr>
          <p:cNvGrpSpPr/>
          <p:nvPr/>
        </p:nvGrpSpPr>
        <p:grpSpPr>
          <a:xfrm>
            <a:off x="2619475" y="4851380"/>
            <a:ext cx="1549080" cy="551880"/>
            <a:chOff x="2619475" y="4851380"/>
            <a:chExt cx="154908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A332F3-2512-95BD-62B9-B29817191DC7}"/>
                    </a:ext>
                  </a:extLst>
                </p14:cNvPr>
                <p14:cNvContentPartPr/>
                <p14:nvPr/>
              </p14:nvContentPartPr>
              <p14:xfrm>
                <a:off x="2619475" y="5027780"/>
                <a:ext cx="323640" cy="375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A332F3-2512-95BD-62B9-B29817191D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10835" y="5018780"/>
                  <a:ext cx="3412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8474ED-2013-1C4C-1E90-2479F3D20F8D}"/>
                    </a:ext>
                  </a:extLst>
                </p14:cNvPr>
                <p14:cNvContentPartPr/>
                <p14:nvPr/>
              </p14:nvContentPartPr>
              <p14:xfrm>
                <a:off x="2731075" y="5118500"/>
                <a:ext cx="680040" cy="214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8474ED-2013-1C4C-1E90-2479F3D20F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22075" y="5109860"/>
                  <a:ext cx="6976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E94FC03-9A33-847D-FCBF-2C4DD7160CC2}"/>
                    </a:ext>
                  </a:extLst>
                </p14:cNvPr>
                <p14:cNvContentPartPr/>
                <p14:nvPr/>
              </p14:nvContentPartPr>
              <p14:xfrm>
                <a:off x="3903595" y="4891700"/>
                <a:ext cx="51120" cy="362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E94FC03-9A33-847D-FCBF-2C4DD7160C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94955" y="4883060"/>
                  <a:ext cx="687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F54E3C1-ADFC-86C6-211D-DC6494ACBA10}"/>
                    </a:ext>
                  </a:extLst>
                </p14:cNvPr>
                <p14:cNvContentPartPr/>
                <p14:nvPr/>
              </p14:nvContentPartPr>
              <p14:xfrm>
                <a:off x="3686875" y="4851380"/>
                <a:ext cx="308880" cy="246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F54E3C1-ADFC-86C6-211D-DC6494ACBA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77875" y="4842380"/>
                  <a:ext cx="3265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C9456BC-F334-A4F5-5C96-F77109BE75F0}"/>
                    </a:ext>
                  </a:extLst>
                </p14:cNvPr>
                <p14:cNvContentPartPr/>
                <p14:nvPr/>
              </p14:nvContentPartPr>
              <p14:xfrm>
                <a:off x="3900355" y="4866860"/>
                <a:ext cx="268200" cy="166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C9456BC-F334-A4F5-5C96-F77109BE75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91355" y="4857860"/>
                  <a:ext cx="2858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54C36F0-F5B0-65AC-469E-DE7FCADBE8F6}"/>
              </a:ext>
            </a:extLst>
          </p:cNvPr>
          <p:cNvGrpSpPr/>
          <p:nvPr/>
        </p:nvGrpSpPr>
        <p:grpSpPr>
          <a:xfrm>
            <a:off x="4681555" y="4836260"/>
            <a:ext cx="769320" cy="662400"/>
            <a:chOff x="4681555" y="4836260"/>
            <a:chExt cx="769320" cy="66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C5FD774-DF43-AD51-9E0E-8C29A6DA4F41}"/>
                    </a:ext>
                  </a:extLst>
                </p14:cNvPr>
                <p14:cNvContentPartPr/>
                <p14:nvPr/>
              </p14:nvContentPartPr>
              <p14:xfrm>
                <a:off x="4681555" y="5059100"/>
                <a:ext cx="673200" cy="79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C5FD774-DF43-AD51-9E0E-8C29A6DA4F4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72555" y="5050100"/>
                  <a:ext cx="690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23686F3-9305-2979-F426-37E134D0114C}"/>
                    </a:ext>
                  </a:extLst>
                </p14:cNvPr>
                <p14:cNvContentPartPr/>
                <p14:nvPr/>
              </p14:nvContentPartPr>
              <p14:xfrm>
                <a:off x="5238475" y="4836260"/>
                <a:ext cx="212400" cy="662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23686F3-9305-2979-F426-37E134D011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9835" y="4827620"/>
                  <a:ext cx="230040" cy="68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F22100A-7A4F-DE33-A902-98B1BA9E3A1B}"/>
              </a:ext>
            </a:extLst>
          </p:cNvPr>
          <p:cNvGrpSpPr/>
          <p:nvPr/>
        </p:nvGrpSpPr>
        <p:grpSpPr>
          <a:xfrm>
            <a:off x="480355" y="5961620"/>
            <a:ext cx="1379880" cy="517320"/>
            <a:chOff x="480355" y="5961620"/>
            <a:chExt cx="137988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344E294-808F-55DC-7112-7A822543DE69}"/>
                    </a:ext>
                  </a:extLst>
                </p14:cNvPr>
                <p14:cNvContentPartPr/>
                <p14:nvPr/>
              </p14:nvContentPartPr>
              <p14:xfrm>
                <a:off x="480355" y="5961620"/>
                <a:ext cx="726480" cy="90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344E294-808F-55DC-7112-7A822543DE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715" y="5952980"/>
                  <a:ext cx="744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A3C2534-5686-5343-B40C-00159349C534}"/>
                    </a:ext>
                  </a:extLst>
                </p14:cNvPr>
                <p14:cNvContentPartPr/>
                <p14:nvPr/>
              </p14:nvContentPartPr>
              <p14:xfrm>
                <a:off x="901195" y="6013100"/>
                <a:ext cx="23400" cy="448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A3C2534-5686-5343-B40C-00159349C5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2555" y="6004100"/>
                  <a:ext cx="410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D39AF8-92ED-ACC0-57C7-EB7132C98231}"/>
                    </a:ext>
                  </a:extLst>
                </p14:cNvPr>
                <p14:cNvContentPartPr/>
                <p14:nvPr/>
              </p14:nvContentPartPr>
              <p14:xfrm>
                <a:off x="1205755" y="6178340"/>
                <a:ext cx="484560" cy="300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D39AF8-92ED-ACC0-57C7-EB7132C9823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96755" y="6169340"/>
                  <a:ext cx="502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261DAF1-9939-681B-3C0F-C68ABCAC94A5}"/>
                    </a:ext>
                  </a:extLst>
                </p14:cNvPr>
                <p14:cNvContentPartPr/>
                <p14:nvPr/>
              </p14:nvContentPartPr>
              <p14:xfrm>
                <a:off x="1670515" y="6251420"/>
                <a:ext cx="189720" cy="79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261DAF1-9939-681B-3C0F-C68ABCAC94A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61875" y="6242780"/>
                  <a:ext cx="20736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369C149-43CC-EEC9-A0E3-6FCBC648F67D}"/>
              </a:ext>
            </a:extLst>
          </p:cNvPr>
          <p:cNvGrpSpPr/>
          <p:nvPr/>
        </p:nvGrpSpPr>
        <p:grpSpPr>
          <a:xfrm>
            <a:off x="2512195" y="5664260"/>
            <a:ext cx="1643040" cy="661320"/>
            <a:chOff x="2512195" y="5664260"/>
            <a:chExt cx="164304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86069CB-D4A7-8F4D-AB7C-BE6F655F9C78}"/>
                    </a:ext>
                  </a:extLst>
                </p14:cNvPr>
                <p14:cNvContentPartPr/>
                <p14:nvPr/>
              </p14:nvContentPartPr>
              <p14:xfrm>
                <a:off x="2512195" y="5840660"/>
                <a:ext cx="361800" cy="347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86069CB-D4A7-8F4D-AB7C-BE6F655F9C7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03555" y="5832020"/>
                  <a:ext cx="3794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63EEB0F-047E-5510-5176-C2D4F8C5BD6A}"/>
                    </a:ext>
                  </a:extLst>
                </p14:cNvPr>
                <p14:cNvContentPartPr/>
                <p14:nvPr/>
              </p14:nvContentPartPr>
              <p14:xfrm>
                <a:off x="2689675" y="5859740"/>
                <a:ext cx="746640" cy="206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63EEB0F-047E-5510-5176-C2D4F8C5BD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80675" y="5850740"/>
                  <a:ext cx="764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A72F188-681F-9FF7-A404-799D29FA749F}"/>
                    </a:ext>
                  </a:extLst>
                </p14:cNvPr>
                <p14:cNvContentPartPr/>
                <p14:nvPr/>
              </p14:nvContentPartPr>
              <p14:xfrm>
                <a:off x="3816835" y="5664260"/>
                <a:ext cx="127080" cy="525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A72F188-681F-9FF7-A404-799D29FA749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08195" y="5655620"/>
                  <a:ext cx="14472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769BA20-A02F-AF12-0766-4296BA9F4595}"/>
                    </a:ext>
                  </a:extLst>
                </p14:cNvPr>
                <p14:cNvContentPartPr/>
                <p14:nvPr/>
              </p14:nvContentPartPr>
              <p14:xfrm>
                <a:off x="3583195" y="5982500"/>
                <a:ext cx="572040" cy="343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769BA20-A02F-AF12-0766-4296BA9F459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74195" y="5973500"/>
                  <a:ext cx="58968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7BDDCF2-0EF6-E8CF-2A81-E87D48109E2F}"/>
              </a:ext>
            </a:extLst>
          </p:cNvPr>
          <p:cNvGrpSpPr/>
          <p:nvPr/>
        </p:nvGrpSpPr>
        <p:grpSpPr>
          <a:xfrm>
            <a:off x="4564555" y="5515940"/>
            <a:ext cx="810000" cy="673920"/>
            <a:chOff x="4564555" y="5515940"/>
            <a:chExt cx="810000" cy="6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EB7B81-35D7-F121-D9B1-84DB43E4D24C}"/>
                    </a:ext>
                  </a:extLst>
                </p14:cNvPr>
                <p14:cNvContentPartPr/>
                <p14:nvPr/>
              </p14:nvContentPartPr>
              <p14:xfrm>
                <a:off x="4564555" y="5882420"/>
                <a:ext cx="458640" cy="63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EB7B81-35D7-F121-D9B1-84DB43E4D2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55915" y="5873780"/>
                  <a:ext cx="476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82C558F-5357-DACF-80DE-D292DFE5D38B}"/>
                    </a:ext>
                  </a:extLst>
                </p14:cNvPr>
                <p14:cNvContentPartPr/>
                <p14:nvPr/>
              </p14:nvContentPartPr>
              <p14:xfrm>
                <a:off x="5027515" y="5515940"/>
                <a:ext cx="347040" cy="673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82C558F-5357-DACF-80DE-D292DFE5D3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18875" y="5507300"/>
                  <a:ext cx="364680" cy="69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CB630A9-DB7A-18F1-AB67-BE39F6157FB8}"/>
              </a:ext>
            </a:extLst>
          </p:cNvPr>
          <p:cNvGrpSpPr/>
          <p:nvPr/>
        </p:nvGrpSpPr>
        <p:grpSpPr>
          <a:xfrm>
            <a:off x="9182635" y="3638180"/>
            <a:ext cx="2618280" cy="482400"/>
            <a:chOff x="9182635" y="3638180"/>
            <a:chExt cx="261828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B19856-A905-862B-A66F-22508EA67B2B}"/>
                    </a:ext>
                  </a:extLst>
                </p14:cNvPr>
                <p14:cNvContentPartPr/>
                <p14:nvPr/>
              </p14:nvContentPartPr>
              <p14:xfrm>
                <a:off x="9182635" y="3638180"/>
                <a:ext cx="1500480" cy="482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B19856-A905-862B-A66F-22508EA67B2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73995" y="3629540"/>
                  <a:ext cx="15181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2A50F56-3B42-7C78-DBCB-9C8EDADDDB35}"/>
                    </a:ext>
                  </a:extLst>
                </p14:cNvPr>
                <p14:cNvContentPartPr/>
                <p14:nvPr/>
              </p14:nvContentPartPr>
              <p14:xfrm>
                <a:off x="10884715" y="3837980"/>
                <a:ext cx="182520" cy="237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2A50F56-3B42-7C78-DBCB-9C8EDADDDB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75715" y="3828980"/>
                  <a:ext cx="200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EA9FA95-AF3B-CF8F-821B-E3D7E30B8667}"/>
                    </a:ext>
                  </a:extLst>
                </p14:cNvPr>
                <p14:cNvContentPartPr/>
                <p14:nvPr/>
              </p14:nvContentPartPr>
              <p14:xfrm>
                <a:off x="11137435" y="3863180"/>
                <a:ext cx="529560" cy="79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EA9FA95-AF3B-CF8F-821B-E3D7E30B86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28435" y="3854540"/>
                  <a:ext cx="547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FBC6886-648D-60F0-DD17-F7DF0239B344}"/>
                    </a:ext>
                  </a:extLst>
                </p14:cNvPr>
                <p14:cNvContentPartPr/>
                <p14:nvPr/>
              </p14:nvContentPartPr>
              <p14:xfrm>
                <a:off x="11777515" y="3826100"/>
                <a:ext cx="23400" cy="10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FBC6886-648D-60F0-DD17-F7DF0239B3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768875" y="3817100"/>
                  <a:ext cx="410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6E61DEC-C75E-A39F-B079-ACCCC2387625}"/>
              </a:ext>
            </a:extLst>
          </p:cNvPr>
          <p:cNvGrpSpPr/>
          <p:nvPr/>
        </p:nvGrpSpPr>
        <p:grpSpPr>
          <a:xfrm>
            <a:off x="10364155" y="4318220"/>
            <a:ext cx="1292040" cy="346320"/>
            <a:chOff x="10364155" y="4318220"/>
            <a:chExt cx="129204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F928257-3A1D-E65A-F4FC-169D18CD92BD}"/>
                    </a:ext>
                  </a:extLst>
                </p14:cNvPr>
                <p14:cNvContentPartPr/>
                <p14:nvPr/>
              </p14:nvContentPartPr>
              <p14:xfrm>
                <a:off x="10364155" y="4318220"/>
                <a:ext cx="478080" cy="346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F928257-3A1D-E65A-F4FC-169D18CD92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55515" y="4309580"/>
                  <a:ext cx="4957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8BED760-35DE-763B-D873-7B6B073126EB}"/>
                    </a:ext>
                  </a:extLst>
                </p14:cNvPr>
                <p14:cNvContentPartPr/>
                <p14:nvPr/>
              </p14:nvContentPartPr>
              <p14:xfrm>
                <a:off x="10970395" y="4429460"/>
                <a:ext cx="306000" cy="189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8BED760-35DE-763B-D873-7B6B073126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61755" y="4420460"/>
                  <a:ext cx="323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A7F1A37-AE76-1A7D-3E99-33EC7A6981F2}"/>
                    </a:ext>
                  </a:extLst>
                </p14:cNvPr>
                <p14:cNvContentPartPr/>
                <p14:nvPr/>
              </p14:nvContentPartPr>
              <p14:xfrm>
                <a:off x="11647555" y="4478060"/>
                <a:ext cx="8640" cy="10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A7F1A37-AE76-1A7D-3E99-33EC7A6981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38555" y="4469420"/>
                  <a:ext cx="262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47F4B1A-7301-57B8-378A-8A47BB750B57}"/>
                  </a:ext>
                </a:extLst>
              </p14:cNvPr>
              <p14:cNvContentPartPr/>
              <p14:nvPr/>
            </p14:nvContentPartPr>
            <p14:xfrm>
              <a:off x="10361995" y="5296340"/>
              <a:ext cx="599760" cy="525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47F4B1A-7301-57B8-378A-8A47BB750B5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353355" y="5287700"/>
                <a:ext cx="617400" cy="54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C0A6450-BC67-6AB9-B338-514D2B2E4984}"/>
              </a:ext>
            </a:extLst>
          </p:cNvPr>
          <p:cNvGrpSpPr/>
          <p:nvPr/>
        </p:nvGrpSpPr>
        <p:grpSpPr>
          <a:xfrm>
            <a:off x="6029755" y="4644380"/>
            <a:ext cx="3612240" cy="1642320"/>
            <a:chOff x="6029755" y="4644380"/>
            <a:chExt cx="3612240" cy="164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34C0DD0-120B-AC3E-B83C-F15815130794}"/>
                    </a:ext>
                  </a:extLst>
                </p14:cNvPr>
                <p14:cNvContentPartPr/>
                <p14:nvPr/>
              </p14:nvContentPartPr>
              <p14:xfrm>
                <a:off x="6029755" y="4709180"/>
                <a:ext cx="463320" cy="389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34C0DD0-120B-AC3E-B83C-F1581513079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20755" y="4700180"/>
                  <a:ext cx="4809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50C6AC-50AC-F38E-8F74-F0C1B556545D}"/>
                    </a:ext>
                  </a:extLst>
                </p14:cNvPr>
                <p14:cNvContentPartPr/>
                <p14:nvPr/>
              </p14:nvContentPartPr>
              <p14:xfrm>
                <a:off x="6560035" y="4840580"/>
                <a:ext cx="279000" cy="217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50C6AC-50AC-F38E-8F74-F0C1B55654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51035" y="4831940"/>
                  <a:ext cx="296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57F78C0-3C54-5D83-4710-13133E7CBD08}"/>
                    </a:ext>
                  </a:extLst>
                </p14:cNvPr>
                <p14:cNvContentPartPr/>
                <p14:nvPr/>
              </p14:nvContentPartPr>
              <p14:xfrm>
                <a:off x="7013635" y="4644380"/>
                <a:ext cx="295920" cy="445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57F78C0-3C54-5D83-4710-13133E7CBD0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04635" y="4635380"/>
                  <a:ext cx="3135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D3FACA3-359F-B957-FE0D-1C1E024C84DC}"/>
                    </a:ext>
                  </a:extLst>
                </p14:cNvPr>
                <p14:cNvContentPartPr/>
                <p14:nvPr/>
              </p14:nvContentPartPr>
              <p14:xfrm>
                <a:off x="7514035" y="4793060"/>
                <a:ext cx="10080" cy="4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D3FACA3-359F-B957-FE0D-1C1E024C84D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05035" y="4784060"/>
                  <a:ext cx="2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39E394D-784C-49EC-C4D9-160DC63F69AB}"/>
                    </a:ext>
                  </a:extLst>
                </p14:cNvPr>
                <p14:cNvContentPartPr/>
                <p14:nvPr/>
              </p14:nvContentPartPr>
              <p14:xfrm>
                <a:off x="7582075" y="4882700"/>
                <a:ext cx="353520" cy="156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39E394D-784C-49EC-C4D9-160DC63F69A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73075" y="4873700"/>
                  <a:ext cx="371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B833A9A-9184-04D2-6ACF-0BCAD716AAC2}"/>
                    </a:ext>
                  </a:extLst>
                </p14:cNvPr>
                <p14:cNvContentPartPr/>
                <p14:nvPr/>
              </p14:nvContentPartPr>
              <p14:xfrm>
                <a:off x="8051875" y="4968740"/>
                <a:ext cx="97920" cy="31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B833A9A-9184-04D2-6ACF-0BCAD716AAC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42875" y="4959740"/>
                  <a:ext cx="115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78B9250-D536-F7ED-87C2-824D68D2E4DE}"/>
                    </a:ext>
                  </a:extLst>
                </p14:cNvPr>
                <p14:cNvContentPartPr/>
                <p14:nvPr/>
              </p14:nvContentPartPr>
              <p14:xfrm>
                <a:off x="6179875" y="5506940"/>
                <a:ext cx="24840" cy="462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78B9250-D536-F7ED-87C2-824D68D2E4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70875" y="5498300"/>
                  <a:ext cx="424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73016F2-AF17-2570-1199-808E15C71F92}"/>
                    </a:ext>
                  </a:extLst>
                </p14:cNvPr>
                <p14:cNvContentPartPr/>
                <p14:nvPr/>
              </p14:nvContentPartPr>
              <p14:xfrm>
                <a:off x="6262315" y="5654900"/>
                <a:ext cx="352080" cy="206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73016F2-AF17-2570-1199-808E15C71F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53675" y="5646260"/>
                  <a:ext cx="369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10CED8E-AD95-EE9D-8FA7-F40A8E937FC3}"/>
                    </a:ext>
                  </a:extLst>
                </p14:cNvPr>
                <p14:cNvContentPartPr/>
                <p14:nvPr/>
              </p14:nvContentPartPr>
              <p14:xfrm>
                <a:off x="6716995" y="5795660"/>
                <a:ext cx="20880" cy="1087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10CED8E-AD95-EE9D-8FA7-F40A8E937FC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07995" y="5787020"/>
                  <a:ext cx="38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07C23B0-2DF7-F990-DA7C-B7C456674B4B}"/>
                    </a:ext>
                  </a:extLst>
                </p14:cNvPr>
                <p14:cNvContentPartPr/>
                <p14:nvPr/>
              </p14:nvContentPartPr>
              <p14:xfrm>
                <a:off x="6860275" y="5585060"/>
                <a:ext cx="45000" cy="34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07C23B0-2DF7-F990-DA7C-B7C456674B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51635" y="5576420"/>
                  <a:ext cx="6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9837D90-FBCD-A91F-C82B-73D782E970F4}"/>
                    </a:ext>
                  </a:extLst>
                </p14:cNvPr>
                <p14:cNvContentPartPr/>
                <p14:nvPr/>
              </p14:nvContentPartPr>
              <p14:xfrm>
                <a:off x="6887275" y="5611700"/>
                <a:ext cx="438840" cy="451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9837D90-FBCD-A91F-C82B-73D782E970F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78635" y="5603060"/>
                  <a:ext cx="4564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FFCB940-BA1B-9BB3-4EB0-4C48705C2C42}"/>
                    </a:ext>
                  </a:extLst>
                </p14:cNvPr>
                <p14:cNvContentPartPr/>
                <p14:nvPr/>
              </p14:nvContentPartPr>
              <p14:xfrm>
                <a:off x="7592155" y="5493260"/>
                <a:ext cx="248040" cy="210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FFCB940-BA1B-9BB3-4EB0-4C48705C2C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83155" y="5484620"/>
                  <a:ext cx="265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56C9B58-5383-F286-9517-1AFD8064024C}"/>
                    </a:ext>
                  </a:extLst>
                </p14:cNvPr>
                <p14:cNvContentPartPr/>
                <p14:nvPr/>
              </p14:nvContentPartPr>
              <p14:xfrm>
                <a:off x="8302435" y="5006540"/>
                <a:ext cx="579240" cy="40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56C9B58-5383-F286-9517-1AFD806402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93795" y="4997540"/>
                  <a:ext cx="596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A9EEF82-9C0A-EC97-039F-10F3478B7160}"/>
                    </a:ext>
                  </a:extLst>
                </p14:cNvPr>
                <p14:cNvContentPartPr/>
                <p14:nvPr/>
              </p14:nvContentPartPr>
              <p14:xfrm>
                <a:off x="8631835" y="4750580"/>
                <a:ext cx="334080" cy="587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A9EEF82-9C0A-EC97-039F-10F3478B71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22835" y="4741940"/>
                  <a:ext cx="3517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3A2107E-F04D-5347-0FA9-413EE836B723}"/>
                    </a:ext>
                  </a:extLst>
                </p14:cNvPr>
                <p14:cNvContentPartPr/>
                <p14:nvPr/>
              </p14:nvContentPartPr>
              <p14:xfrm>
                <a:off x="8767915" y="5703500"/>
                <a:ext cx="710640" cy="108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3A2107E-F04D-5347-0FA9-413EE836B7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58915" y="5694500"/>
                  <a:ext cx="72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1750814-D154-3B17-BB8B-A0D9598E7376}"/>
                    </a:ext>
                  </a:extLst>
                </p14:cNvPr>
                <p14:cNvContentPartPr/>
                <p14:nvPr/>
              </p14:nvContentPartPr>
              <p14:xfrm>
                <a:off x="9352915" y="5389940"/>
                <a:ext cx="289080" cy="680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1750814-D154-3B17-BB8B-A0D9598E73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43915" y="5380940"/>
                  <a:ext cx="30672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0F74052-F392-B1AE-B5C6-549BA8EE4562}"/>
                    </a:ext>
                  </a:extLst>
                </p14:cNvPr>
                <p14:cNvContentPartPr/>
                <p14:nvPr/>
              </p14:nvContentPartPr>
              <p14:xfrm>
                <a:off x="7475875" y="5847860"/>
                <a:ext cx="481320" cy="438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0F74052-F392-B1AE-B5C6-549BA8EE45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66875" y="5838860"/>
                  <a:ext cx="4989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B558509-6DF9-AA12-25DC-443EA3F02DC3}"/>
                    </a:ext>
                  </a:extLst>
                </p14:cNvPr>
                <p14:cNvContentPartPr/>
                <p14:nvPr/>
              </p14:nvContentPartPr>
              <p14:xfrm>
                <a:off x="7942435" y="5966660"/>
                <a:ext cx="158040" cy="217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B558509-6DF9-AA12-25DC-443EA3F02DC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33795" y="5958020"/>
                  <a:ext cx="175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A119B9-F67D-6690-CD0D-D4EAAB34B9CC}"/>
                    </a:ext>
                  </a:extLst>
                </p14:cNvPr>
                <p14:cNvContentPartPr/>
                <p14:nvPr/>
              </p14:nvContentPartPr>
              <p14:xfrm>
                <a:off x="8169955" y="5940020"/>
                <a:ext cx="223560" cy="285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A119B9-F67D-6690-CD0D-D4EAAB34B9C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60955" y="5931020"/>
                  <a:ext cx="2412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C816D30-373D-FDCB-25AB-9AF2AD236699}"/>
                    </a:ext>
                  </a:extLst>
                </p14:cNvPr>
                <p14:cNvContentPartPr/>
                <p14:nvPr/>
              </p14:nvContentPartPr>
              <p14:xfrm>
                <a:off x="8439955" y="5695940"/>
                <a:ext cx="81000" cy="69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C816D30-373D-FDCB-25AB-9AF2AD2366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31315" y="5686940"/>
                  <a:ext cx="98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0C8A514-3EC0-4C3E-9F4C-C2A71C458904}"/>
                    </a:ext>
                  </a:extLst>
                </p14:cNvPr>
                <p14:cNvContentPartPr/>
                <p14:nvPr/>
              </p14:nvContentPartPr>
              <p14:xfrm>
                <a:off x="8434195" y="5990060"/>
                <a:ext cx="190080" cy="195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0C8A514-3EC0-4C3E-9F4C-C2A71C4589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25555" y="5981420"/>
                  <a:ext cx="207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A493500-51FF-216B-1599-72AB71BF2E72}"/>
                    </a:ext>
                  </a:extLst>
                </p14:cNvPr>
                <p14:cNvContentPartPr/>
                <p14:nvPr/>
              </p14:nvContentPartPr>
              <p14:xfrm>
                <a:off x="8705275" y="5988980"/>
                <a:ext cx="98280" cy="160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A493500-51FF-216B-1599-72AB71BF2E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696635" y="5979980"/>
                  <a:ext cx="115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B3425D4-BFDB-7B6F-A174-75ACE5D9C923}"/>
                    </a:ext>
                  </a:extLst>
                </p14:cNvPr>
                <p14:cNvContentPartPr/>
                <p14:nvPr/>
              </p14:nvContentPartPr>
              <p14:xfrm>
                <a:off x="8878795" y="5959820"/>
                <a:ext cx="384840" cy="198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B3425D4-BFDB-7B6F-A174-75ACE5D9C9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70155" y="5950820"/>
                  <a:ext cx="4024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F85ABC7-0618-4C97-794E-10000D0D962A}"/>
              </a:ext>
            </a:extLst>
          </p:cNvPr>
          <p:cNvGrpSpPr/>
          <p:nvPr/>
        </p:nvGrpSpPr>
        <p:grpSpPr>
          <a:xfrm>
            <a:off x="11168035" y="5491100"/>
            <a:ext cx="643680" cy="266040"/>
            <a:chOff x="11168035" y="5491100"/>
            <a:chExt cx="64368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39FFC6C-C2A0-9B7A-6EB4-22022B76E213}"/>
                    </a:ext>
                  </a:extLst>
                </p14:cNvPr>
                <p14:cNvContentPartPr/>
                <p14:nvPr/>
              </p14:nvContentPartPr>
              <p14:xfrm>
                <a:off x="11168035" y="5491100"/>
                <a:ext cx="464760" cy="266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39FFC6C-C2A0-9B7A-6EB4-22022B76E21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59035" y="5482100"/>
                  <a:ext cx="482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E9E075-8A87-2293-7A1D-FDD1B65FDF12}"/>
                    </a:ext>
                  </a:extLst>
                </p14:cNvPr>
                <p14:cNvContentPartPr/>
                <p14:nvPr/>
              </p14:nvContentPartPr>
              <p14:xfrm>
                <a:off x="11789755" y="5567780"/>
                <a:ext cx="21960" cy="30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E9E075-8A87-2293-7A1D-FDD1B65FDF1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80755" y="5558780"/>
                  <a:ext cx="396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6BEDD8A-542D-48FA-C9DF-DCD27E8A377B}"/>
              </a:ext>
            </a:extLst>
          </p:cNvPr>
          <p:cNvGrpSpPr/>
          <p:nvPr/>
        </p:nvGrpSpPr>
        <p:grpSpPr>
          <a:xfrm>
            <a:off x="4588675" y="2461340"/>
            <a:ext cx="3064320" cy="681120"/>
            <a:chOff x="4588675" y="2461340"/>
            <a:chExt cx="306432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13981D-11D2-996E-5E12-3363D28B35C5}"/>
                    </a:ext>
                  </a:extLst>
                </p14:cNvPr>
                <p14:cNvContentPartPr/>
                <p14:nvPr/>
              </p14:nvContentPartPr>
              <p14:xfrm>
                <a:off x="4588675" y="2461340"/>
                <a:ext cx="508320" cy="681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13981D-11D2-996E-5E12-3363D28B35C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80035" y="2452700"/>
                  <a:ext cx="52596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2253244-4436-DAED-474A-9C6EE42845CC}"/>
                    </a:ext>
                  </a:extLst>
                </p14:cNvPr>
                <p14:cNvContentPartPr/>
                <p14:nvPr/>
              </p14:nvContentPartPr>
              <p14:xfrm>
                <a:off x="5372395" y="2779580"/>
                <a:ext cx="972360" cy="2304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2253244-4436-DAED-474A-9C6EE42845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363755" y="2770940"/>
                  <a:ext cx="990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0369C0C-EBFB-C9CB-C066-02D653A42F90}"/>
                    </a:ext>
                  </a:extLst>
                </p14:cNvPr>
                <p14:cNvContentPartPr/>
                <p14:nvPr/>
              </p14:nvContentPartPr>
              <p14:xfrm>
                <a:off x="6315595" y="2476460"/>
                <a:ext cx="646920" cy="449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0369C0C-EBFB-C9CB-C066-02D653A42F9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06955" y="2467820"/>
                  <a:ext cx="6645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9E6D2AB-8B27-E78F-6B94-832089783220}"/>
                    </a:ext>
                  </a:extLst>
                </p14:cNvPr>
                <p14:cNvContentPartPr/>
                <p14:nvPr/>
              </p14:nvContentPartPr>
              <p14:xfrm>
                <a:off x="7043875" y="2484740"/>
                <a:ext cx="609120" cy="374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9E6D2AB-8B27-E78F-6B94-8320897832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34875" y="2475740"/>
                  <a:ext cx="626760" cy="3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B5E96DF-83A8-2B24-C69E-A847A33E1904}"/>
              </a:ext>
            </a:extLst>
          </p:cNvPr>
          <p:cNvGrpSpPr/>
          <p:nvPr/>
        </p:nvGrpSpPr>
        <p:grpSpPr>
          <a:xfrm>
            <a:off x="8081395" y="1737020"/>
            <a:ext cx="4025880" cy="1486800"/>
            <a:chOff x="8081395" y="1737020"/>
            <a:chExt cx="4025880" cy="14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00BF2A1-F97F-8EC3-D959-B92119FEC25A}"/>
                    </a:ext>
                  </a:extLst>
                </p14:cNvPr>
                <p14:cNvContentPartPr/>
                <p14:nvPr/>
              </p14:nvContentPartPr>
              <p14:xfrm>
                <a:off x="8199115" y="2202500"/>
                <a:ext cx="34200" cy="712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00BF2A1-F97F-8EC3-D959-B92119FEC25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190115" y="2193860"/>
                  <a:ext cx="518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1C5EA9C-9A9C-8C1D-2B84-7F89E9032DF7}"/>
                    </a:ext>
                  </a:extLst>
                </p14:cNvPr>
                <p14:cNvContentPartPr/>
                <p14:nvPr/>
              </p14:nvContentPartPr>
              <p14:xfrm>
                <a:off x="8228995" y="2135180"/>
                <a:ext cx="1374480" cy="90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1C5EA9C-9A9C-8C1D-2B84-7F89E9032D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20355" y="2126540"/>
                  <a:ext cx="1392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7D8DE2B-20C8-9842-B566-1A8D728EF9E3}"/>
                    </a:ext>
                  </a:extLst>
                </p14:cNvPr>
                <p14:cNvContentPartPr/>
                <p14:nvPr/>
              </p14:nvContentPartPr>
              <p14:xfrm>
                <a:off x="8081395" y="2850140"/>
                <a:ext cx="1349640" cy="154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7D8DE2B-20C8-9842-B566-1A8D728EF9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72755" y="2841140"/>
                  <a:ext cx="1367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7989CF4-B0C2-10F4-D8A4-5F271E280DB0}"/>
                    </a:ext>
                  </a:extLst>
                </p14:cNvPr>
                <p14:cNvContentPartPr/>
                <p14:nvPr/>
              </p14:nvContentPartPr>
              <p14:xfrm>
                <a:off x="9108115" y="2633060"/>
                <a:ext cx="343440" cy="513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7989CF4-B0C2-10F4-D8A4-5F271E280D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99115" y="2624420"/>
                  <a:ext cx="3610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5A3CC8-B154-5FE5-7AC1-0D40A9DF3F60}"/>
                    </a:ext>
                  </a:extLst>
                </p14:cNvPr>
                <p14:cNvContentPartPr/>
                <p14:nvPr/>
              </p14:nvContentPartPr>
              <p14:xfrm>
                <a:off x="9596275" y="1737020"/>
                <a:ext cx="375480" cy="638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5A3CC8-B154-5FE5-7AC1-0D40A9DF3F6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87635" y="1728020"/>
                  <a:ext cx="3931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9FE30FE-0D79-8100-CA8C-350BAB2E02D3}"/>
                    </a:ext>
                  </a:extLst>
                </p14:cNvPr>
                <p14:cNvContentPartPr/>
                <p14:nvPr/>
              </p14:nvContentPartPr>
              <p14:xfrm>
                <a:off x="10203955" y="1932140"/>
                <a:ext cx="640800" cy="421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9FE30FE-0D79-8100-CA8C-350BAB2E02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95315" y="1923500"/>
                  <a:ext cx="658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E2A94D-41CD-C3DD-D878-373BADBE145D}"/>
                    </a:ext>
                  </a:extLst>
                </p14:cNvPr>
                <p14:cNvContentPartPr/>
                <p14:nvPr/>
              </p14:nvContentPartPr>
              <p14:xfrm>
                <a:off x="11076955" y="2163620"/>
                <a:ext cx="345240" cy="160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E2A94D-41CD-C3DD-D878-373BADBE145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68315" y="2154980"/>
                  <a:ext cx="362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914989A-634C-3F04-333B-F916452B7B1C}"/>
                    </a:ext>
                  </a:extLst>
                </p14:cNvPr>
                <p14:cNvContentPartPr/>
                <p14:nvPr/>
              </p14:nvContentPartPr>
              <p14:xfrm>
                <a:off x="11699395" y="2154620"/>
                <a:ext cx="12600" cy="4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914989A-634C-3F04-333B-F916452B7B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0395" y="2145980"/>
                  <a:ext cx="30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D5E1845-0EB1-BF19-9432-05E3472B09E8}"/>
                    </a:ext>
                  </a:extLst>
                </p14:cNvPr>
                <p14:cNvContentPartPr/>
                <p14:nvPr/>
              </p14:nvContentPartPr>
              <p14:xfrm>
                <a:off x="11597515" y="2072180"/>
                <a:ext cx="306000" cy="258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D5E1845-0EB1-BF19-9432-05E3472B09E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88515" y="2063540"/>
                  <a:ext cx="32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B80349D-379B-5801-D8BF-854F9246B929}"/>
                    </a:ext>
                  </a:extLst>
                </p14:cNvPr>
                <p14:cNvContentPartPr/>
                <p14:nvPr/>
              </p14:nvContentPartPr>
              <p14:xfrm>
                <a:off x="11942755" y="2181980"/>
                <a:ext cx="40320" cy="27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B80349D-379B-5801-D8BF-854F9246B92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934115" y="2172980"/>
                  <a:ext cx="57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D30ECDB-F313-6C98-79F8-F796A189038D}"/>
                    </a:ext>
                  </a:extLst>
                </p14:cNvPr>
                <p14:cNvContentPartPr/>
                <p14:nvPr/>
              </p14:nvContentPartPr>
              <p14:xfrm>
                <a:off x="11971915" y="2233460"/>
                <a:ext cx="135360" cy="95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D30ECDB-F313-6C98-79F8-F796A189038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962915" y="2224820"/>
                  <a:ext cx="153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3B4DB5C-6E25-182A-92DF-B13DE8850FA9}"/>
                    </a:ext>
                  </a:extLst>
                </p14:cNvPr>
                <p14:cNvContentPartPr/>
                <p14:nvPr/>
              </p14:nvContentPartPr>
              <p14:xfrm>
                <a:off x="10179835" y="2869940"/>
                <a:ext cx="607320" cy="353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3B4DB5C-6E25-182A-92DF-B13DE8850FA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71195" y="2861300"/>
                  <a:ext cx="6249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DF99593-5BB7-8B62-4DAA-67AC92FE0602}"/>
                    </a:ext>
                  </a:extLst>
                </p14:cNvPr>
                <p14:cNvContentPartPr/>
                <p14:nvPr/>
              </p14:nvContentPartPr>
              <p14:xfrm>
                <a:off x="10930075" y="2959580"/>
                <a:ext cx="280080" cy="153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DF99593-5BB7-8B62-4DAA-67AC92FE06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21435" y="2950940"/>
                  <a:ext cx="297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7A5E3A3-30F0-440C-3246-F54FCFB2AD3F}"/>
                    </a:ext>
                  </a:extLst>
                </p14:cNvPr>
                <p14:cNvContentPartPr/>
                <p14:nvPr/>
              </p14:nvContentPartPr>
              <p14:xfrm>
                <a:off x="11431555" y="2770220"/>
                <a:ext cx="107640" cy="233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7A5E3A3-30F0-440C-3246-F54FCFB2AD3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422915" y="2761220"/>
                  <a:ext cx="125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03E0E3F-BE30-E2D9-9B67-E10B991D9CFA}"/>
                    </a:ext>
                  </a:extLst>
                </p14:cNvPr>
                <p14:cNvContentPartPr/>
                <p14:nvPr/>
              </p14:nvContentPartPr>
              <p14:xfrm>
                <a:off x="11405995" y="2777780"/>
                <a:ext cx="361080" cy="363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03E0E3F-BE30-E2D9-9B67-E10B991D9CF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97355" y="2768780"/>
                  <a:ext cx="378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5F43FE8-9679-A528-AE25-7937D927BA2E}"/>
                    </a:ext>
                  </a:extLst>
                </p14:cNvPr>
                <p14:cNvContentPartPr/>
                <p14:nvPr/>
              </p14:nvContentPartPr>
              <p14:xfrm>
                <a:off x="11697235" y="2851580"/>
                <a:ext cx="132840" cy="143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5F43FE8-9679-A528-AE25-7937D927BA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88235" y="2842940"/>
                  <a:ext cx="150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951367-50FF-190E-363F-9BC4D5E8F66F}"/>
                    </a:ext>
                  </a:extLst>
                </p14:cNvPr>
                <p14:cNvContentPartPr/>
                <p14:nvPr/>
              </p14:nvContentPartPr>
              <p14:xfrm>
                <a:off x="11886955" y="2909900"/>
                <a:ext cx="173520" cy="152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951367-50FF-190E-363F-9BC4D5E8F66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877955" y="2901260"/>
                  <a:ext cx="191160" cy="16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2846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81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839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1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39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28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2026-02-03T07:11:32Z</dcterms:created>
  <dcterms:modified xsi:type="dcterms:W3CDTF">2026-02-03T07:39:10Z</dcterms:modified>
</cp:coreProperties>
</file>