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3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1 561 11233,'3'-25'746,"-2"14"-74,0 0 0,-1-1 0,0 1 0,-4-20 0,3 17 175,1-1 0,0 1 0,1 0 0,3-21 0,-2 27-305,-1 1 1,1 0-1,0-1 0,1 1 0,-1 0 0,2 0 1,-1 0-1,1 0 0,0 1 0,8-11 0,-11 16-467,-1 0 0,1 0 0,0 1 0,0-1-1,0 0 1,0 0 0,0 1 0,1-1 0,-1 0 0,0 1-1,0-1 1,0 1 0,0 0 0,1-1 0,-1 1-1,0 0 1,0 0 0,1 0 0,-1 0 0,0 0 0,0 0-1,1 0 1,0 0 0,1 1 26,0 0 1,-1 0-1,1 0 0,-1 1 0,1-1 1,-1 1-1,0-1 0,1 1 0,-1 0 1,2 2-1,3 3 75,-1 0 1,0 1-1,0 0 0,-1 0 1,5 10-1,-4-5 11,-1 0 0,-1 1 0,0-1 0,-1 1 0,0 0-1,0 14 1,1 83 582,-15 87-1,1 35-352,10-221-416,1 1 0,0-1 0,1 1 0,0-1 0,1 0 0,1 0 0,5 13 0,-7-21 0,0 1 0,0-1 0,1 0 0,0 0 0,-1 0 0,1-1 0,1 1 0,-1-1 0,0 1 0,1-1 0,0 0 0,0 0 0,0-1 0,0 1 0,0-1 0,0 0 0,1 0 0,-1 0 0,1-1 0,0 0 0,7 2 0,0-2 0,0-1 0,1 0 0,-1 0 0,0-2 0,1 1 0,-1-1 0,0-1 0,0-1 0,-1 1 0,23-12 0,9-6 0,58-39 0,-84 49 0,98-67 7,44-27-373,-132 89 152,1 2-1,44-17 0,-57 27 112,-1 0 1,1 1-1,0 0 1,0 1-1,1 1 1,-1 0-1,19 2 0,126 24-1077,-59-6 324,-84-17 769,0-1 0,0-1 0,0 0 0,-1-1 0,1-1 0,0-1 0,-1 0 0,0-1 0,1-1 1,26-11-1,3-7 0,-1-1 0,49-37-1,-54 34 108,2 1 0,68-31 0,-84 47 2,0 2-1,1 1 1,0 0 0,0 3-1,0 0 1,1 1-1,-1 2 1,1 1-1,0 1 1,51 8 0,-35 0-6,41 7 66,-76-15-71,0-1 1,0 0-1,1 0 1,-1 0-1,0-1 1,17-5-1,-21 5-14,-1-1 1,0 0-1,1 0 0,-1-1 0,0 0 0,0 1 0,-1-1 1,1-1-1,-1 1 0,1 0 0,-1-1 0,0 0 1,0 1-1,2-6 0,5-7 17,-1-2 0,8-20 0,-7 16 12,18-42 20,-9 19 237,1 0-1,47-72 1,-65 114-268,1-1 0,0 1 0,0 0 0,0 0 1,0 0-1,1 0 0,-1 1 0,1 0 0,-1-1 1,1 1-1,0 0 0,0 1 0,0-1 0,0 1 0,0 0 1,0 0-1,0 0 0,1 0 0,-1 1 0,0-1 1,0 1-1,1 0 0,-1 1 0,0-1 0,0 1 0,1 0 1,-1 0-1,5 2 0,11 4 10,0 1 0,-1 1 0,0 0 0,25 18 0,-34-21-10,47 30 25,-16-9-12,1-2 0,1-1 0,81 30 0,-115-51-22,1-1 0,0 0 1,0 0-1,-1-1 0,1 0 1,0-1-1,0 0 0,17-3 1,-25 3-7,0 0 0,1-1 0,-1 1 0,1-1 0,-1 1 0,0-1 0,1 0 0,-1 0 0,0 0 0,0 0 0,0-1 0,0 1 0,0-1 0,0 1 0,0-1 0,0 0 0,-1 1 0,1-1 0,-1 0 0,1 0 0,-1 0 0,0 0 0,1 0 0,-1-1 0,0 1 0,-1 0 0,1-1 0,0 1 0,-1 0 1,1-1-1,-1 1 0,0-1 0,0 1 0,1 0 0,-2-1 0,1 1 0,0-1 0,-1-2 0,-4-15-7,-1-1 0,-1 1 0,-1 0 0,0 1 0,-2 0 0,0 0 0,-22-29 0,-14-27-193,44 71-1313,-5-13 3982,4 6-6012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4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595 1121 11977,'-16'-17'346,"8"6"1047,-1 1-1,-1 1 1,-19-16-1,25 22-997,0 1 0,0-1-1,-1 1 1,1 0 0,-1 0 0,1 1-1,-1-1 1,1 1 0,-1 0 0,0 0-1,0 1 1,1-1 0,-1 1-1,0 0 1,-6 1 0,-2 2-115,1 0 1,-1 1-1,1 0 0,-1 1 1,1 1-1,1-1 0,-1 2 1,1 0-1,0 0 1,1 1-1,0 0 0,0 1 1,0 0-1,-15 21 0,-5 8 122,3 1-1,-42 77 1,48-78-359,2 1 0,1 0 0,2 2 0,2 0 0,2 1 0,2 0 0,1 1 0,-5 72 0,14-101-157,0 0 0,1 1 0,1-1 0,0 0 0,1 0 0,1 0 0,0 0 0,0-1 0,10 20 0,-11-28 18,-1 0 0,1-1 0,0 1 0,0-1 0,0 0 0,1 0 0,0 0 0,0 0 0,0-1 0,0 1 0,0-1 0,0 0 0,1 0 0,0-1 0,0 1 0,-1-1 0,1 0 1,0-1-1,1 1 0,-1-1 0,0 0 0,0 0 0,1 0 0,-1-1 0,0 0 0,1 0 0,10-2 0,-7 1-15,0-1 0,-1-1 0,1 1 0,0-1 0,-1-1 0,0 0 0,0 0-1,0-1 1,0 1 0,11-11 0,-6 4 5,-1-1 0,-1 0-1,0-1 1,-1 0 0,12-19-1,1-11-58,-1-1-1,31-89 1,124-545-296,-163 613 442,59-362 132,-5 25 1033,-65 389-859,0 0 0,0 0-1,10-21 1,0 63 1125,9 57-471,-4 1 0,9 106 0,-4-23-227,74 295 395,-76-393-995,3-1 0,3-1 0,3-1-1,51 85 1,-64-126-143,2-1-1,0-1 1,29 30-1,-41-49-28,0 0 0,1 0 0,0-1 0,0 1 0,1-2 0,-1 1 0,1-1-1,0-1 1,0 1 0,1-2 0,0 1 0,-1-1 0,1-1 0,16 3 0,-18-5-17,-1-1 0,0 0 0,0 0 0,0-1 1,0 0-1,0 0 0,0 0 0,0-1 0,-1 0 0,1 0 0,-1-1 0,0 0 1,0 0-1,0 0 0,0-1 0,-1 0 0,10-10 0,5-9-297,0 0-1,26-46 1,-44 67 340,17-30-259,-3-1 1,-1 0-1,-1-1 0,-2-1 1,-1 0-1,7-49 0,-1 25 60,4-20-32,-20 72 296,0 1 0,-1-1 0,0 1 0,0-1 0,0 1-1,-1-1 1,0 1 0,-4-14 0,4 20 1,1-1-1,0 1 1,-1 0-1,1 0 1,-1 0 0,0 0-1,1 0 1,-1-1-1,0 1 1,0 0-1,1 0 1,-1 1 0,0-1-1,0 0 1,0 0-1,0 0 1,0 1-1,-1-1 1,1 0 0,0 1-1,0-1 1,0 1-1,0-1 1,-1 1 0,1 0-1,0 0 1,-1-1-1,1 1 1,0 0-1,-2 0 1,0 1 19,1-1 1,-1 1-1,1-1 0,0 1 0,0 0 1,-1 0-1,1 0 0,0 0 0,0 1 1,0-1-1,0 1 0,0-1 0,1 1 1,-1-1-1,0 1 0,1 0 0,-1 0 1,-1 2-1,-2 5 40,1-1-1,-1 1 1,1 1-1,1-1 1,0 1 0,0-1-1,1 1 1,0 0-1,0 0 1,1 0 0,1 0-1,0 0 1,0 0 0,1 0-1,0 0 1,4 16-1,1-6-32,0 1 0,0-2 0,2 1-1,1-1 1,0 0 0,1-1-1,15 21 1,-14-26-322,0-1-1,0 1 0,2-2 1,-1 0-1,1 0 1,1-1-1,0-1 0,0 0 1,1-1-1,0 0 1,0-2-1,1 1 0,31 7 1,-19-8-1420,1 0 0,49 2 0,-41-6-2766,58-7 0,-18-3-5712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4.4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37 11373,'-36'-3'2388,"29"-12"-328,0-3 3937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0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1 8933,'-25'12'1799,"20"-9"1646,3 1-1551,-7 14 339,6-13 1551,-7 10-1990,5-6-1498,-1 1 1,1-1 0,1 1 0,0 1-1,0-1 1,1 1 0,0-1 0,1 1-1,-1 14 1,-35 317 1992,28-254-2123,4 1 1,4 0-1,3 0 0,5 0 1,19 103-1,-17-151 78,1 0-1,3 0 1,18 45-1,-29-84 99,2-1-54,25 6 130,-27-7-411,0 0 1,0 0 0,0-1 0,0 1 0,0-1 0,0 1 0,0-1-1,0 1 1,0-1 0,0 0 0,0 1 0,0-1 0,0 0-1,-1 0 1,1 1 0,0-1 0,0 0 0,0-1 0,0 1 9,8-8 45,-4 5-28,0 0-1,0-1 1,0 0-1,-1 0 1,0 0-1,0 0 1,0-1 0,0 0-1,3-8 1,-4 7-534,0-1 1,0 1-1,0-1 1,-1 0-1,0 0 1,0 0-1,-1-1 1,0-8-1,-3-13-4703,-6-3-3605,-1 8-2423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1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194 145 3916,'11'-17'855,"-10"16"-806,-1 0 0,0 1 1,0-1-1,0 1 0,0-1 0,0 0 0,0 1 0,1-1 1,-1 0-1,-1 1 0,1-1 0,0 0 0,0 1 1,0-1-1,0 0 0,0 1 0,-1-1 0,1 1 0,0-1 1,0 0-1,-1 1 0,1-1 0,0 1 0,-1-1 0,1 1 1,-1-1-1,0 0 0,0 0 91,1 1 0,-1-1 0,1 0 0,-1 0 0,1 1 0,-1-1 0,1 0 0,-1 0 0,1 0 0,0 0 0,-1 0 0,1 0 0,0 1 0,0-1 0,0 0-1,0-2 1,2-10-81,0 8 429,-1 0 0,0 0 0,0-1 0,-1 1-1,1 0 1,-1-1 0,0 1 0,-2-7 0,2 10 958,0-1-737,4-19 309,-7 25 395,-9 34 742,7-18-2395,-38 134 2123,32-109-1403,3 1 1,-5 73-1,7-49-142,3-43-201,-58 651 2467,59-636-2513,-3 223 373,20-62-348,3 75 124,-19-225-46,-2 0 0,-3 0-1,-17 72 1,-6 46 0,26-106-106,2 1 1,15 118 0,-1-41 224,-10-77-202,9 87 89,9 31 194,-21-174-358,0 1-1,0 0 1,-1-1 0,0 1-1,0 0 1,-6 14-1,4-13-3,1 0 1,0-1-1,-1 18 0,3 33-1174,1-62 949,-1 0 0,1 0 0,-1 0 0,1 0 0,0-1 0,-1 1-1,1 0 1,0 1 0,0-1 0,0 0 0,0 0 0,0 0 0,1-1 0,13-14-1956,-11 4 593,1 0-1,-2-1 0,3-13 0,0 2-2038,7-24-7028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1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714 27 4576,'-20'-18'5697,"16"17"-4924,-8-1-386,-1-1 0,1 2 1,-1 0-1,1 0 0,-1 1 0,1 1 1,-1 0-1,1 1 0,-1 0 1,1 1-1,0 0 0,0 1 0,0 0 1,-20 11-1,1 2-181,0 0-1,2 2 1,0 2-1,-31 28 1,13-4-1055,2 3 0,-43 57 1,34-39-2079,13-11-936,11-1-1700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2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61 5432,'-6'-6'866,"-5"-6"301,7 0 3096,2-12-2099,1 18 1044,21 17-1563,13 15-982,-1 1-1,47 49 1,-10-7-319,248 212-3022,-99-99-5539,-112-98 1019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4.1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97 3820,'-3'-1'912,"-5"0"-15,0 0 1,0 1-1,0 0 1,0 0-1,0 1 1,-14 3-1,16-3-451,1 0 0,0 0 0,-1 0 0,1-1 0,0 0 0,-7 0-1,9 0 474,-28-12 1289,28 12-753,5-2-1415,-1 1-1,0-1 0,1 1 1,-1 0-1,1 0 1,0 0-1,-1 0 1,1 0-1,3-2 1,-3 2 14,8-3 7,0 1 0,0 0 0,0 0 0,0 1 0,0 0 0,1 0 0,-1 1-1,14 1 1,3-2 7,821-40 543,-503 31-585,-334 10-37,0 2 0,0-1 0,0 2 0,0-1-1,0 2 1,14 4 0,-21-6-73,4 5-980,4 1 322,-11-2-3109,-12 16 1515,7-15-2516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4.6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1 5156,'0'0'8237,"-4"2"-7963,-2 2-226,1 1 0,-1-1 1,1 1-1,0 0 1,0 1-1,0-1 0,1 1 1,-7 12-1,-28 60 34,26-50-166,-45 90-2218,33-67-917,-5 9-2376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5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740 254 4144,'1'-4'1148,"-1"1"-1036,1-1 160,-1 0 1,1 1 0,0-1 0,0 1-1,0-1 1,1 1 0,-1-1 0,1 1-1,-1 0 1,1-1 0,0 1 0,1 0-1,3-5 1,35-33 684,-40 39-838,14-23 577,-12 22-538,-1 0-1,1 1 0,-1-1 1,0 0-1,0 0 1,0-1-1,-1 1 0,1 0 1,-1-1-1,1 1 0,-1 0 1,0-1-1,-1 0 0,1 1 1,0-1-1,-1 1 1,0-1-1,0-4 0,0 4 36,2-11 403,-1 12-23,-2-1-46,-4-28 218,2 32-626,1 0-1,-1 1 0,1-1 0,0 1 1,-1 0-1,1 0 0,0 0 1,0 0-1,-1 0 0,-2 3 1,-18 12 232,1 2-1,0 1 1,2 0 0,-26 32 0,-67 97 822,109-143-1139,-33 51 243,1 2 0,4 2 1,2 1-1,-41 121 0,-48 274 233,21 121 22,29 7-200,-4 827 160,86-847-534,-10-540-496,1-1-1,11 37 1,4-80-2031,-13 11 1962,-1 1-1,0-1 1,-1 0-1,0 0 1,0-1-1,-1 1 1,2-11-1,8-30-3550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6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1127 636 6601,'4'-10'243,"-2"6"86,0 0-1,0-1 1,0 1 0,-1-1-1,0 0 1,0 1 0,0-1 0,0 0-1,-1 0 1,0 1 0,0-1-1,0 0 1,0 0 0,-1 0-1,0 1 1,0-1 0,0 0-1,-2-4 1,-2 0 0,1 1 0,-1 0 0,-1 0 0,0 0 0,0 0 0,0 1 0,-1 0 1,0 1-1,0-1 0,-1 1 0,0 1 0,0-1 0,0 1 0,-1 1 0,1 0 0,-17-6 0,-2 1 100,1 1 0,-1 1 0,0 2 0,-48-4 0,52 8-281,0 1 1,1 0-1,-1 2 0,0 1 1,1 1-1,0 1 0,-32 11 1,25-5-2,1 1 0,0 2 1,1 1-1,-49 36 1,34-17-13,2 2 1,1 2 0,2 1-1,2 2 1,-60 91-1,76-100-87,1 1 0,1 1-1,2 0 1,2 1-1,1 1 1,1 0-1,2 1 1,-6 60 0,12-69-33,2 0 0,0 1 0,2-1 1,1 0-1,1 0 0,2 0 0,1 0 0,1-1 1,1 1-1,1-2 0,2 1 0,14 26 1,-16-38-46,1-1 0,0 1 0,1-1 0,0-1 0,1 0 0,1-1 0,0 0 0,0-1 0,24 15 0,-30-22 14,0 0 0,-1-1 0,1 0 0,0 0-1,1 0 1,-1-1 0,1 0 0,-1 0 0,1-1 0,-1 0 0,1 0 0,0-1 0,-1 0 0,1 0-1,0-1 1,-1 0 0,1 0 0,-1-1 0,1 0 0,-1 0 0,1 0 0,-1-1 0,0-1 0,6-3-1,-1-2-35,0 0-1,-1 0 1,0-1-1,-1 0 1,0-1-1,-1 0 1,16-25-1,-4 0-165,26-61 0,-5-8-259,-5-2 1,-5-1-1,-5-2 1,16-132 0,7-455 256,-56 564 1318,0 221-332,12-30-596,1 0 0,29 103 1,52 107 182,4-45-287,-73-185-148,2-1 1,1-1 0,43 53-1,-56-79-15,1-1-1,0 0 0,0-1 0,0 0 1,1-1-1,0 0 0,1 0 1,-1-1-1,1-1 0,1 0 0,-1 0 1,1-1-1,-1-1 0,1 0 0,0-1 1,19 1-1,16-2-218,1-1 0,-1-3 0,53-10 0,-83 11 348,49-7-103,0-3 1,-1-2 0,125-46-1,-178 54 75,-1 0-1,0-1 1,0 0-1,-1-1 1,0 0-1,0 0 1,-1-2-1,0 1 0,0-1 1,-1-1-1,13-19 1,-20 27 14,0 0 0,-1 0 0,1-1 0,-1 1 1,0 0-1,0-1 0,0 1 0,0-1 0,0 1 0,-1-1 1,0 1-1,1-1 0,-1 1 0,-1-1 0,1 1 0,0-1 1,-1 1-1,0-1 0,0 1 0,0-1 0,0 1 1,0 0-1,-1-1 0,0 1 0,1 0 0,-5-5 0,0 0 36,0 1-1,-1 0 1,0 1-1,0-1 1,0 1-1,-1 1 1,0 0-1,0 0 1,-9-4-1,-4 0-24,-2 1 0,1 0 0,0 2 1,-1 1-1,0 1 0,-1 1 0,1 1 0,0 1 0,-1 1 0,1 1 0,-1 1 0,1 1 0,0 1 0,0 1 0,-38 14 1,56-17-293,1 0 1,-1 0 0,0 1 0,0 0 0,1 0 0,0 0 0,-1 0 0,-6 8 0,10-9-20,0-1 1,-1 1 0,1-1-1,0 1 1,0-1-1,1 1 1,-1 0-1,0-1 1,0 1 0,1 0-1,-1 0 1,1-1-1,-1 1 1,1 0-1,0 0 1,0 0 0,0 0-1,0-1 1,0 1-1,0 0 1,1 0-1,-1 0 1,1 0 0,-1-1-1,1 1 1,-1 0-1,1-1 1,0 1-1,0 0 1,1 1 0,19 21-6509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7.3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43 109 8361,'1'-26'824,"-1"7"1663,0 0 0,-4-26 2797,-22 72-3592,24-20-1606,-1-1-1,1 1 0,0 0 0,0 1 1,1-1-1,0 0 0,0 0 0,1 0 1,0 1-1,1 8 0,2 10 105,9 37 0,-8-46-135,1 1 1,0-1-1,2 0 1,0 0-1,0-1 1,2 0 0,20 29-1,-24-38-45,0-1 0,0 0 0,0-1 0,1 1 0,0-1 1,0 0-1,0-1 0,1 1 0,0-1 0,0-1 0,0 1 0,0-1 0,0 0 0,0-1 0,1 0 0,0 0 0,-1-1 1,1 1-1,0-2 0,14 1 0,-15-2-8,0 0-1,0-1 1,0 0 0,0 0 0,0 0-1,-1-1 1,1 0 0,-1 0 0,0-1 0,0 0-1,0 0 1,0 0 0,-1-1 0,1 0-1,5-7 1,-1 1-10,-1 0 0,-1-1 0,0 1 0,0-2 0,-1 1 0,8-22 0,59-155-57,-72 184 64,0 0 0,1 0 0,-1 1 0,1 0 0,0-1 0,1 1 0,5-6-1,-7 8-24,18 12 20,4-2-151,-1 0-1,2-1 0,-1-1 1,39 4-1,-48-8 44,22 1-125,7 3 8,-41-5 215,0 17 8,3 17 32,-6-31-59,0 0 1,1-1-1,0 1 1,-1 0-1,2 0 1,-1 0-1,2 5 1,-1-8-4,-1 0 1,0 0-1,0 0 1,1 0-1,-1 0 1,0 0-1,1 0 1,-1 0 0,1 0-1,-1-1 1,1 1-1,0 0 1,-1-1-1,1 0 1,-1 1 0,1-1-1,0 0 1,1 0-1,23 2-671,-1-2 0,1 0 1,0-2-1,45-9 0,-34 5 260,-19 2-78,-6 1-615,-2 3-4576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9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84 254 3328,'0'0'3788,"-1"-2"-3376,-39-37 3778,38 38-2699,-2 0-983,-29-7 3209,32 5-3275,1 1-340,-1 0 0,1-1 0,-1 1-1,1 0 1,0 0 0,0 0 0,0-1 0,0 1-1,0 0 1,0 0 0,1-1 0,-1 1 0,1 0-1,-1 0 1,1 0 0,0 0 0,0 0-1,0 0 1,0 0 0,0 0 0,1 0 0,-1 0-1,0 1 1,1-1 0,0 0 0,-1 1 0,1 0-1,0-1 1,2 0 0,20-16-309,2 2 0,0 0-1,1 2 1,41-16 0,-22 11-1384,-37 15 258,1 0 1,0 1-1,13-3 1,-9 3-1614,12-3-4097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49.9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 22 4212,'0'-1'75,"1"1"0,-1 0 0,0-1 0,1 1 0,-1 0 0,0-1 0,0 1 0,1-1 0,-1 1 0,0 0 0,0-1 0,1 1 0,-1-1 0,0 1 0,0-1 0,0 1 0,0-1 0,0 1 0,0-1 0,0 1 0,0-1 0,0 1 0,0 0 0,0-1 0,0 1 0,0-1 0,0 1 0,0-1 0,0 1 0,-1-1 0,1 1 0,0-1 0,0 1 0,-1-1 0,-15-3 2501,6 3-3051,7 0 1441,1 3-782,-2 0 0,1 1 0,0 0-1,-1 0 1,1 0 0,0 0 0,1 0 0,-1 0 0,0 1 0,1-1 0,0 1 0,-3 6 0,-12 17 596,16-24-551,0-2-103,0-1-1,0 1 1,-1 0 0,1 0 0,0 0 0,0 1-1,0-1 1,0 0 0,1 0 0,-1 0 0,0 1 0,0-1-1,1 0 1,-1 1 0,1-1 0,-1 0 0,1 1-1,0-1 1,-1 2 0,-6 29 1108,4-13-802,2 0 0,0 0 1,1 0-1,5 33 0,-1-4 49,4 34 100,4 1 0,3-2-1,3 0 1,5-1-1,38 93 1,-5-42 27,6-4 0,96 147 0,-90-172-307,5-3 1,101 107 0,202 150 132,36-37-232,11-25 5,247 149-7,-246-166-83,165 114-138,-557-369 48,162 103 207,-191-123-255,0-1-1,0 1 1,0-1-1,1 0 1,-1 0-1,0-1 1,0 1 0,1-1-1,-1 1 1,0-1-1,1 0 1,-1-1-1,0 1 1,1 0-1,-1-1 1,0 0-1,0 0 1,1 0-1,-1 0 1,0 0 0,3-2-1,-5 2-43,1 0 0,0 0-1,-1 0 1,1 0 0,-1-1-1,0 1 1,1 0 0,-1-1-1,0 1 1,0-1 0,0 1-1,0-1 1,0 1 0,0-1-1,0 0 1,0 0 0,-1 1 0,1-1-1,0-2 1,4-38-889,-4 29 493,14-76-3374,1 32-3219,0 12-3189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0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819 1026 6857,'0'-5'220,"0"2"59,0-1 0,0 1 0,0-1 0,0 1-1,-1-1 1,1 1 0,-1 0 0,0-1 0,0 1 0,0 0-1,0-1 1,-1 1 0,1 0 0,-5-5 0,-1-17 2028,7 23-2159,0 0 1,0 0-1,-1 0 0,1 0 0,-1 0 0,1 0 1,-1 0-1,0 1 0,1-1 0,-1 0 0,0 0 1,0 1-1,0-1 0,-1 1 0,1-1 0,0 1 1,0-1-1,-1 1 0,1 0 0,-4-3 1,-18-12 890,-1 0 0,-1 2 0,-1 0 0,-29-10 0,34 16-678,-1 1 0,0 1 0,-1 1 1,1 1-1,-1 1 0,0 1 0,0 1 1,0 1-1,-35 4 0,43-2-282,0 1-1,1 0 1,0 1 0,0 0 0,0 1-1,0 0 1,1 2 0,0-1 0,0 2-1,0-1 1,1 2 0,0 0 0,1 0-1,0 1 1,0 0 0,1 1 0,1 1-1,-12 17 1,7-6-35,1 2 1,1 0-1,1 0 0,1 1 0,-11 51 0,9-16 22,-7 94 0,18-131-52,0 0-1,2 0 0,1 1 0,0-2 0,2 1 0,1 0 0,10 28 0,-12-41-27,1 0-1,0-1 0,1 0 0,0 0 0,1 0 0,0-1 0,0 0 0,1 0 1,1 0-1,-1-1 0,1 0 0,0-1 0,1 0 0,0 0 0,0-1 1,1 0-1,16 9 0,-15-11-48,-1-1 0,0 0 0,1 0 0,-1-1 0,1 0 0,0-1-1,-1 0 1,1-1 0,0 0 0,0 0 0,0-1 0,-1-1 0,1 0 0,17-5 0,-14 1 15,0 0 1,0-1-1,-1 0 0,0-1 1,0-1-1,-1 0 1,0-1-1,-1 0 0,20-22 1,3-11-11,-1-1 1,-3-2-1,-2-1 1,-2-1-1,-2-1 1,-2-1-1,-2-1 1,13-56-1,8-56-32,24-214 0,-60 342 102,29-256 201,-31 240 390,-2 1 0,-2-1 0,-14-84 0,15 132 97,-6 26 779,3 23-1051,3-1 1,2 1-1,1-1 0,12 54 1,45 167-142,-53-238-308,113 342-3426,-25-144-3106,-47-130-704,3-3-4824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1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1722 15009,'19'-5'1839,"-14"-6"40,-4 8-1635,0 0 0,0 0 0,0 0 0,0 0 0,0 1 0,1-1 0,-1 0 0,1 1 0,0-1 0,0 1 0,0-1 0,0 1 0,4-4 0,10-8 380,0 1 0,0 1 1,1 0-1,1 1 0,0 0 1,21-8-1,144-58 238,140-68 478,-298 130-1405,0 0 0,-1-2 0,-1-1 0,-1 0 0,32-34 0,-52 49 45,1 0 0,-1 0 1,0 0-1,0 0 0,0 0 1,0 0-1,0-1 1,-1 1-1,1-1 0,-1 1 1,0-1-1,0 1 0,0-1 1,-1 0-1,1-7 0,-1 10 17,0 1 0,0-1 0,0 0 0,-1 0-1,1 0 1,0 0 0,-1 0 0,1 0-1,0 1 1,-1-1 0,1 0 0,-1 0 0,0 1-1,1-1 1,-1 0 0,1 1 0,-1-1-1,0 0 1,0 1 0,1-1 0,-1 1-1,0-1 1,-1 0 0,-1 1-1,1-1 0,-1 1 0,1-1 0,-1 1 0,1 0 0,0 0 0,-1 0 1,1 1-1,-1-1 0,1 0 0,-1 1 0,1 0 0,-3 0 0,-10 5 55,0-1 0,1 2 1,-1 0-1,1 1 0,1 0 0,0 1 1,-24 21-1,20-13 118,0 0 1,1 2-1,1-1 1,-22 38-1,17-19 121,2 0 0,1 1-1,2 1 1,2 0 0,-16 79-1,23-79-148,1 1-1,2-1 0,2 1 0,1 0 0,2 0 0,2-1 0,16 71 0,-15-89-136,1 0 1,1 0-1,1-1 1,1 0-1,1 0 1,0-1-1,1 0 1,1-1-1,1 0 1,1-1 0,0 0-1,2-1 1,-1-1-1,2 0 1,29 19-1,-34-28-126,0 0-1,0-1 0,0 0 1,1-1-1,-1 0 0,1-1 1,0-1-1,1 0 0,-1 0 1,0-2-1,0 1 0,0-2 1,19-2-1,-6-1-280,-1-1 1,1-1-1,-1-2 0,0 0 1,41-21-1,-40 15-23,-1-1 0,0-1 0,39-36-1,60-68-1186,-118 114 1535,62-67-865,-4-4-1,-3-2 1,-3-3-1,74-140 1,-71 98 463,-5-2 1,68-236-1,-43 5 1460,-70 280-107,-3-1-1,-4-131 1,-6 182-355,0 0 1,-8-34-1,7 50-261,0 1-1,0 0 0,-1 0 1,0 0-1,-1 1 1,0 0-1,0 0 0,-11-14 1,15 21-171,-1 0 0,1 1 0,0-1 0,-1 1 0,1-1 0,-1 1 0,0-1 0,1 1 0,-1 0 0,0 0 0,0 0 0,0 0 1,0 0-1,0 0 0,0 0 0,0 1 0,0-1 0,0 1 0,0 0 0,-4-1 0,4 2 8,-1-1 0,1 1 0,0 0-1,0-1 1,0 1 0,0 0 0,0 1 0,0-1-1,0 0 1,0 0 0,1 1 0,-1-1 0,0 1 0,1 0-1,-1-1 1,-1 4 0,-4 5 246,1 1 0,0 0 1,1 0-1,0 1 0,-7 22 0,3 3-116,2-1 1,2 2 0,1-1-1,2 0 1,1 0-1,7 63 1,4-27-255,3-2 0,32 106 0,-13-79 97,3-1 0,62 117 0,-69-164-2143,63 87 0,-65-105-1361,2-1 1,0-1-1,43 35 0,-2-18-8648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1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78 501 16430,'-53'-10'2912,"52"10"-2822,1 0 0,-1 0 0,1 0 1,-1 0-1,1 0 0,-1 0 0,1 0 1,-1 0-1,1 0 0,-1 0 0,1-1 0,-1 1 1,1 0-1,-1 0 0,1 0 0,0-1 1,-1 1-1,1 0 0,-1 0 0,1-1 0,0 1 1,-1 0-1,1-1 0,0 1 0,-1 0 1,1-1-1,-1 0 0,-3-7 821,3 7-808,1 0-1,-1 0 1,0 0-1,1 0 1,-1 0 0,0-1-1,1 1 1,-1 0-1,1 0 1,0-1-1,-1 1 1,1 0-1,0 0 1,0-1 0,0 1-1,0 0 1,0-1-1,0 1 1,0 0-1,0 0 1,1-1-1,-1 1 1,0 0 0,1 0-1,-1-1 1,1 1-1,-1 0 1,1 0-1,0 0 1,0 0-1,-1 0 1,1 0 0,0 0-1,0 0 1,0 0-1,0 0 1,0 0-1,0 0 1,0 1-1,0-1 1,0 0 0,2 0-1,19-14 411,1 1 0,0 1 0,0 1 0,35-13 0,108-29 324,-111 38-615,800-248-1080,-799 249 648,-55 16 195,-1 0 1,1 1-1,0-1 1,-1 0-1,0 1 1,1-1 0,-1 0-1,0 1 1,0-1-1,0 0 1,0 1-1,0-1 1,0 1-1,0 1 1,-1 2 8,0-1 0,0 0 0,-1 0 0,1 0 0,-1 0 0,0 0 1,0-1-1,0 1 0,0-1 0,-6 7 0,-34 32-13,21-22 10,-22 23 67,-131 138-1040,152-155 587,1 0-1,2 2 0,1 1 1,0 0-1,-15 38 1,32-64 352,0 0 1,-1 0 0,1 0-1,0 0 1,1 1 0,-1-1-1,1 0 1,-1 0 0,1 1-1,0-1 1,0 0 0,0 1-1,1-1 1,-1 0 0,1 0-1,0 0 1,0 1-1,0-1 1,0 0 0,0 0-1,1 0 1,0 0 0,-1-1-1,4 4 1,-2-3 15,0 0-1,0 0 1,0-1-1,0 1 0,1-1 1,-1 0-1,1 0 1,0-1-1,0 1 1,-1-1-1,1 1 1,0-1-1,0 0 1,0-1-1,1 1 1,-1-1-1,0 0 1,5 0-1,10-2-17,0 0 0,0-1 0,0-1 0,24-9 0,76-33 583,-69 26 56,25-11 491,116-41 1464,-185 71-2526,-1-1-1,1 1 0,0 0 0,0 1 0,-1-1 0,1 1 1,0 0-1,-1 1 0,1-1 0,0 1 0,-1 1 1,1-1-1,0 1 0,-1-1 0,0 2 0,1-1 1,-1 0-1,0 1 0,0 0 0,8 8 0,4 3-1394,-2 1 0,0 1 0,-1 1 0,15 21 0,8 9-7802,-14-21-1371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2.6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189 1527 15477,'-94'42'5017,"88"-38"-4646,0-1 1,0 1-1,1 0 1,0 0-1,0 1 1,0 0-1,0 0 1,1 0-1,0 0 0,0 1 1,0-1-1,1 1 1,0 0-1,0 0 1,-4 13-1,2-2 176,1 1 0,1-1 0,0 1 0,0 20 0,2 1-52,0 0 0,3 0-1,1 0 1,2-1 0,19 74 0,-16-88-509,1 1 0,0-1 1,2 0-1,1-1 0,1-1 1,1 0-1,0 0 1,2-2-1,33 36 0,-37-46-239,-1-1-1,1 0 1,1 0 0,0-1-1,0 0 1,0-1-1,1-1 1,0 0 0,1-1-1,-1-1 1,1 0-1,0-1 1,-1 0 0,2-2-1,-1 1 1,18-2-1,-13-1-94,0-1 0,0 0 0,-1-2 0,1 0 0,-1-1 0,0-1 0,0-1 0,0-1 0,-1-1 0,0 0 0,28-20 0,-17 6 3,-1-1-1,0-1 1,-2-2-1,-2-1 1,0 0 0,24-41-1,-9 6-26,-2-3 0,30-76 0,-30 52 866,-4-2 0,-4-1 0,28-158-1,-49 214-220,-5 27 5,-1 1-1,0-1 1,0 0 0,-1 0-1,0 0 1,-1 0 0,-1-12 0,-13 66 1361,7-5-1011,2 0 0,0 78-1,15 82 12,-7-161-527,10 116 196,50 236 0,-61-384-336,-1 1 0,1-1 0,0 0 0,0 0 0,1 0 0,0-1 0,0 1 0,6 9 0,-7-13 8,1 0 0,-1 0 0,0 0-1,0 0 1,1 0 0,-1-1 0,1 1 0,0-1 0,-1 0 0,1 0 0,0 0 0,0 0 0,0 0 0,0-1 0,0 1 0,0-1 0,-1 0 0,1 1 0,0-1 0,5-1 0,0 0-37,0-1 0,0 0 0,0 0 0,0 0 0,0-1 0,0 0 0,-1-1 1,1 0-1,7-6 0,12-9-98,25-22 1,-22 17 45,43-37-155,-33 26 152,2 1-1,67-40 0,-96 66 146,1 1-1,0 1 0,0 0 0,0 1 0,0 0 1,1 1-1,0 1 0,0 0 0,0 1 0,0 1 0,0 0 1,1 1-1,19 3 0,-14 1 34,1 0 0,-1 2 0,1 1 0,-2 1-1,23 11 1,94 59 198,-92-49-609,85 38 0,-99-54-119,1-2 0,1-1 1,0-1-1,0-2 0,40 3 0,-49-9 206,-1 0-1,1-1 1,-1-2 0,1 0 0,-1-2-1,0-1 1,0 0 0,33-13-1,-6-4-2,-1-2 0,0-2 1,-2-2-1,43-35 0,167-150 761,-107 83 58,-149 130-554,99-83 404,131-82 0,109-38 1364,-297 172-903,-41 29-455,-17-9 582,14 10-955,0 0 0,0-1-1,0 1 1,0 0 0,-1 0 0,1 0-1,-1 0 1,1 0 0,-1 0 0,1 1-1,-4-2 1,-6 2 87,0 1 0,-1 0-1,1 0 1,0 1 0,0 1-1,1 0 1,-13 5 0,2-1 41,1 1 1,0 1 0,1 1-1,0 1 1,0 0-1,1 1 1,1 1 0,0 1-1,1 1 1,1 0 0,0 1-1,-22 30 1,30-36-127,1 0 0,0 0-1,1 1 1,0 0 0,0 0 0,1 0 0,1 0 0,0 1-1,1-1 1,0 1 0,0 0 0,1-1 0,1 1 0,0 0-1,1 0 1,0 0 0,1-1 0,0 1 0,0-1 0,2 1 0,-1-1-1,2 0 1,-1 0 0,10 16 0,-4-11-16,1 0 1,0-1-1,0-1 1,2 0-1,-1-1 1,2 0-1,18 14 1,-9-11-62,1-1-1,0 0 1,1-2 0,33 12-1,-4-6-198,-1-3-1,2-3 1,0-2-1,72 6 0,-65-13-201,-1-2 0,0-3-1,1-2 1,93-18-1,-113 13 165,0-3-1,-1-1 1,-1-2 0,0-2-1,-1-1 1,-1-2-1,51-34 1,-43 20 39,-2-2 1,-1-2-1,-2-2 0,-2-1 1,58-78-1,-76 88 199,-1 0 0,-2-2 0,0 0-1,-3-1 1,0 0 0,-2-2 0,-2 1 0,-1-2 0,9-63 0,-19 96 52,1 0 1,-1 0-1,0 0 1,0 0 0,0 0-1,0 0 1,-1 0 0,1 0-1,-1 0 1,0 0 0,1 1-1,-1-1 1,-1 0-1,0-3 1,1 5-3,0 0-1,0 0 1,0 0 0,0 1 0,0-1-1,0 0 1,0 0 0,0 0-1,0 1 1,0-1 0,0 1-1,-1-1 1,1 1 0,0-1 0,0 1-1,-1 0 1,1-1 0,0 1-1,-1 0 1,1 0 0,-3 0-1,-1 1 26,0 0-1,0 0 0,1 1 1,-1 0-1,0-1 0,1 2 1,-1-1-1,1 0 0,0 1 0,0 0 1,0 0-1,0 0 0,-6 7 1,-1 2 16,1 1 1,1 0-1,0 1 0,1 0 1,0 0-1,1 1 1,1 0-1,0 0 1,1 1-1,-4 22 0,3-7 11,2 0 0,1 1 0,2-1 0,3 45 0,-2-69-70,0-1 1,1 0-1,0 0 0,0 0 1,1 0-1,0 0 0,0 0 1,0 0-1,1 0 0,0-1 1,0 1-1,0-1 0,1 0 1,-1 0-1,1 0 0,1 0 1,-1-1-1,1 1 0,-1-1 1,11 6-1,-12-9-9,-1 0-1,1 0 0,0 0 1,-1-1-1,1 1 1,0-1-1,0 0 1,-1 1-1,1-1 0,0-1 1,0 1-1,0 0 1,-1-1-1,1 1 1,0-1-1,-1 0 0,5-2 1,36-20-95,-32 14 84,0-1 0,0 0-1,-2 0 1,1-1 0,-1 0-1,-1-1 1,0 0 0,12-24-1,-14 25-9,13-29-36,-1-1 0,-3-1 0,20-81 0,-17 56 40,1-1 44,107-459 320,-113 435 18,39-224 1412,-46 291-1266,12-39-1,-18 63-483,0 1-1,1 0 0,-1-1 0,0 1 1,0-1-1,0 1 0,0 0 0,1-1 1,-1 1-1,0-1 0,0 1 0,1 0 1,-1-1-1,0 1 0,0 0 0,1-1 1,-1 1-1,1 0 0,-1 0 0,0-1 1,1 1-1,-1 0 0,0 0 0,1 0 1,-1 0-1,1-1 0,-1 1 0,1 0 1,-1 0-1,0 0 0,1 0 0,0 0 1,10 11 228,5 21-9,-9-4-121,-1 1 0,-1-1 1,-2 1-1,0 51 0,-1-29-28,16 262-275,7 192-6214,-8-206-4031,-4-153-736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7.0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205 73 3440,'0'0'2015,"-3"-1"-1207,-8-3-634,6 3 67,0-1 0,0 1 1,0-1-1,1 0 0,-1-1 1,1 1-1,-7-6 0,9 7 253,0 0-443,1 0-1,-1 1 0,0-1 1,1 0-1,-1 0 0,1 0 1,-1 0-1,1 0 0,0 0 1,-1-1-1,1 1 0,0 0 1,0-1-1,-2-2 0,-13-21 839,15 23 842,-6 4-1425,1 0 1,0 1 0,0-1-1,0 1 1,0 0 0,0 0-1,-8 7 1,13-9-523,-2 1 257,3 4-10,-1 1 0,0-1 0,-1 1 0,0-1 0,0 0 0,-4 8 1,-6 27 120,4 9 78,2 0 0,2 0 0,5 75-1,5-13 298,11 98 21,1-97-197,5-1 0,5-2 1,5 0-1,47 106 0,208 358 44,31-15-272,-240-423-44,32 64 35,87 217 0,-28 19-77,-3-9 83,35 10 117,-155-350-188,79 158 62,7 38-19,170 335 28,-236-500-53,6-2 0,4-4 0,96 107 0,-79-118-32,4-4 0,4-5 0,4-4 0,133 84 0,32-8 83,485 214-1,-531-277 108,483 218 602,-171-46-393,-436-218-350,134 66 52,-187-99-145,2-3 0,92 23 1,-121-38 12,0-1 1,1-1-1,0-1 0,-1 0 1,1-2-1,-1-1 1,1 0-1,-1-2 0,1 0 1,-1-2-1,-1 0 1,33-14-1,-23 5 0,0-1 1,-1-1-1,-1-1 0,0-2 1,-2-1-1,0-1 0,31-34 1,85-89-565,-126 128 71,1 1 0,1 0 1,1 2-1,30-20 0,89-40-3461,-27 17-2029,-51 23-779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7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48 12357,'-4'-7'699,"-2"-10"2420,21-3 245,-12 16-1332,19 121 444,-15-72-1910,14 48 0,220 716-686,-81-268-7886,-128-430 2569,-4-10-3195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7.8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1 101 10113,'5'-7'361,"1"1"-1,0 0 1,0 1-1,0-1 1,1 1 0,0 1-1,0-1 1,15-6-1,-18 9-210,0 1-1,0-1 0,1 1 0,-1 0 0,0 0 0,1 0 0,-1 1 0,0-1 0,1 1 0,-1 0 0,1 0 0,-1 1 0,0-1 0,1 1 0,-1 0 0,0 1 0,1-1 0,-1 0 0,5 4 0,-4-3-78,1 2 1,-1-1-1,0 0 0,1 1 1,-2 0-1,1 1 0,0-1 1,-1 1-1,0 0 1,0 0-1,0 0 0,-1 0 1,0 0-1,0 1 0,0 0 1,0 0-1,-1 0 1,0 0-1,0 0 0,-1 0 1,1 7-1,2 36 161,-2 0 0,-6 74 0,3-107-208,0-11-22,1 0 0,0 0-1,0 0 1,0 0 0,1 0 0,0 0-1,0 0 1,0 0 0,0 0 0,5 9-1,-6-13-2,1 0 0,0 1 0,0-1 1,0 0-1,0 0 0,0 0 0,0 0 0,1 0 0,-1 0 0,0 0 0,0 0 0,1-1 0,-1 1 0,1 0 0,-1-1 0,2 1 0,0 0-4,0-1 1,0 0-1,0 0 1,0 0-1,0 0 1,0 0-1,0-1 0,0 1 1,0-1-1,5-1 1,15-9-102,0 0 1,-2-1-1,1-2 1,-2 0-1,0-1 0,25-23 1,-4 3-4,60-52-138,-61 50 395,1 1 0,2 3 0,57-34 0,-87 61-89,1 0 0,0 0-1,0 2 1,0 0 0,0 0 0,1 1 0,-1 1-1,28-1 1,2 4 208,67 10 0,-63-5-57,-46-6-173,1 0-1,-1 0 1,0 0 0,1-1 0,-1 1 0,0-1-1,0 1 1,1-1 0,2-1 0,-5 2-25,1-1 0,0 1 0,0-1 1,-1 1-1,1 0 0,0 0 0,0-1 1,0 1-1,-1 0 0,1 0 0,0 0 1,0 0-1,0 0 0,0 0 0,-1 0 1,1 0-1,0 0 0,1 1 1,-11-6 22,0-1 1,-1 2-1,0 0 1,0 0-1,0 0 1,-1 2 0,1-1-1,-1 1 1,-11 0-1,-17-1 10,-45 3 0,37 1-32,40-1-140,-1 0 1,1 0-1,-1 0 1,1 1-1,-1 0 1,1 1-1,0-1 1,0 1-1,0 1 1,0-1-1,0 1 1,-9 6-1,15-9 75,1 0 0,-1 1-1,1-1 1,-1 0-1,1 1 1,0-1 0,-1 0-1,1 1 1,0-1-1,-1 0 1,1 1-1,0-1 1,-1 1 0,1-1-1,0 0 1,0 1-1,-1-1 1,1 1 0,0-1-1,0 1 1,0-1-1,0 1 1,0-1 0,0 1-1,0-1 1,0 1-1,0-1 1,0 1-1,0-1 1,0 1 0,0-1-1,0 1 1,0-1-1,0 1 1,1-1 0,-1 1-1,0-1 1,1 1-1,0 1-172,1-1 0,-1 1 0,1-1-1,-1 0 1,1 0 0,0 0-1,-1 0 1,1 0 0,0 0 0,0 0-1,0 0 1,0-1 0,2 1 0,38 4-3948,21-2-2239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8.1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0 651 9257,'6'-26'655,"-5"19"-354,0 0 1,1-1-1,-1 1 1,2 0-1,-1 0 1,1 0-1,0 0 1,0 0-1,1 1 0,0-1 1,0 1-1,1 0 1,-1 0-1,1 1 1,9-8-1,-6 6 187,-2 1-242,-1 2-1,1-1 1,0 1 0,0-1 0,0 2 0,1-1 0,-1 1 0,1 0 0,0 0 0,0 1 0,0 0 0,0 0 0,9-1 0,1 2-119,-1 1 0,1 0 1,0 1-1,-1 1 0,0 1 1,1 0-1,-1 1 0,0 1 1,-1 0-1,1 1 0,-1 1 1,0 0-1,0 1 0,-1 1 1,25 19-1,-23-14-82,0 1 1,-1 0-1,-1 0 1,0 2-1,-1 0 0,-1 0 1,0 1-1,-1 1 1,-2-1-1,1 2 1,11 39-1,26 127 182,-47-185-245,1-1 0,-1 1 0,1 0 1,-1-1-1,1 1 0,-1 0 0,1-1 0,-1 1 1,1-1-1,0 1 0,-1-1 0,1 1 0,0-1 1,-1 1-1,1-1 0,0 0 0,0 1 1,-1-1-1,1 0 0,0 0 0,0 0 0,0 1 1,0-1-1,-1 0 0,1 0 0,0 0 1,0 0-1,1-1 0,18-1-253,-13-2 127,0 1 0,0-1 0,0 0 0,-1-1 0,0 1 0,0-1 0,0-1 0,0 1 0,5-7 0,12-11-401,327-333-5270,2 1 6865,-319 325-524,-6 3 522,3 1-1,0 2 0,63-39 1,-79 55-785,-11 6-159,-1 0 0,1 1 0,0-1 0,-1 0 0,1 1 0,0 0 0,0 0 0,0 0 1,0 0-1,0 0 0,0 0 0,0 1 0,0 0 0,0-1 0,0 1 0,1 0 0,-1 1 0,0-1 0,0 0 0,0 1 0,0 0 0,0 0 1,3 1-1,2 2 46,-1 1 1,0 0 0,0 0-1,0 0 1,-1 1 0,1 0-1,-1 1 1,-1-1 0,1 1-1,-1 0 1,-1 0 0,8 15 0,4 12 214,20 63-1,-16-38-187,78 180-1414,-39-123-2163,11-7-4620,-37-65-619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8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1 680 7821,'17'-42'591,"2"-1"808,32-56 0,-16 41-530,2 3-1,3 1 1,2 1 0,2 3 0,2 2 0,3 1 0,58-43-1,-101 86-798,-1 0 1,1-1-1,0 2 0,0-1 0,0 1 0,1 0 0,-1 0 0,1 1 1,-1-1-1,1 2 0,0-1 0,0 1 0,0 0 0,0 0 0,0 1 1,0 0-1,0 0 0,0 0 0,0 1 0,0 0 0,0 1 1,0 0-1,0 0 0,-1 0 0,1 1 0,-1 0 0,0 0 0,9 6 1,58 38 209,-1 3 0,111 103 1,-173-144-266,25 21-14,-2 1 0,-2 2 1,-1 1-1,-1 2 0,24 40 1,-43-60-39,-2 0 0,0 1 0,-1 0 1,0 0-1,-2 1 0,6 28 0,-9-34 1,-1 0 0,0 1-1,-1-1 1,-1 0-1,1 0 1,-2 0-1,0 0 1,0 0-1,-1 0 1,-9 22 0,3-16-187,-2 1 1,1-1-1,-2-1 1,0 0 0,-2-1-1,1 0 1,-2-1 0,0-1-1,-19 15 1,-16 8-3562,-95 54-1,42-36-3839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7:59.7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67 226 4132,'-6'25'1088,"5"-20"1527,1-6-2454,0 0-1,-1 0 1,1 0-1,0-1 0,-1 1 1,1 0-1,-1 0 0,0 0 1,1 0-1,-1 0 1,0 0-1,0 0 0,1 0 1,-1 0-1,0 0 1,0 0-1,0 1 0,0-1 1,0 0-1,0 1 0,0-1 1,-1 1-1,1-1 1,0 1-1,-2-1 0,-32-6 4382,35-6-3623,-1 12-748,1 0 0,0-1 0,-1 1 1,1-1-1,0 1 0,0 0 1,0-1-1,0 1 0,0-1 1,0 1-1,0-1 0,1 1 1,0-3-1,51-30 31,88-43 0,-77 43-2901,-26 6-4533,-21 10-121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1.4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1194 2988,'24'24'5299,"-56"-35"-4647,30 10 365,0 4-976,-1-1 0,1 1 1,0 0-1,0 1 0,0-1 0,1 0 0,-1 1 0,1-1 0,0 1 0,0-1 0,0 1 0,0-1 0,0 1 0,1 0 1,0-1-1,0 1 0,0 0 0,0-1 0,0 1 0,1 0 0,-1-1 0,1 1 0,2 4 0,-3-5 3,2 0 6,28 55 337,-28-55-357,-1 0 4,1 1 0,0 0 1,0-1-1,0 1 0,0-1 0,5 7 0,-4-7 87,3 7-32,1-1 0,0-1 1,0 1-1,1-1 0,0 0 0,0-1 0,1 0 1,0 0-1,0-1 0,1 0 0,-1-1 0,17 7 1,138 52 166,19 5-216,-171-64-11,1 0 1,21 14 0,-24-13-42,0 0 0,0-1 0,16 6 0,51 15 13,2-4 1,97 16-1,627 35 460,1-58 714,-203-26-533,-106 0-415,-489 11-219,1083 0 178,-441 14-227,585 3 66,-425-53 46,-580 11-62,304-74 0,-98-32 7,-336 92 51,-2-4 1,117-70 0,-135 62 239,-3-3 1,121-111 0,106-158 653,-97 88-293,-167 195-592,2 2-1,1 2 1,2 1 0,1 3-1,2 1 1,77-38 0,17 4 33,156-48 1,-240 93-128,104-39 511,-157 57-203,-24-6-317,5 1 53,6 8-278,0 0 1,0 0-1,0 1 0,0 1 0,1-1 1,-1 2-1,-10 4 0,15-6-68,-35 20-6901,21-11-610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1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96 10677,'-31'-51'2343,"12"14"2379,11 32-1314,-17 3-1117,23 4-2087,-1 1 0,1-1 0,0 1 0,0 0 0,1 0 0,-1 0 0,1 0 0,-1 0 0,1 0 0,0 0-1,0 1 1,0-1 0,0 6 0,-1-2 137,-8 45 877,2 1 1,3-1-1,2 88 0,2-81-752,0 68-418,6 0 0,5-1 0,37 179 0,-35-255-1393,2 0-1,30 70 0,-31-93-1186,30 47 0,-32-58-197,1 0 1,1-1-1,23 22 0,-17-22-6439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2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1 456 8105,'36'-27'2070,"-29"21"-285,-1-11 1089,-5 15-2748,0 0 0,0 0 0,0 0 0,0 1 0,1-1 0,-1 0 0,0 1 0,1-1 0,-1 1 0,1-1 0,-1 1 0,1 0 0,0-1 0,-1 1 0,1 0 0,3-1 0,36-13 784,-20 8-430,38-14 349,-28 11-382,60-29 0,-40 13-60,-2-3 1,-1-2 0,-1-2 0,81-75-1,-63 49 1242,-64 60-1520,0 0 1,0 0-1,0 0 1,-1 1 0,1-1-1,0 0 1,-1 0-1,1 1 1,-1-1 0,1 1-1,-1-1 1,1 0-1,-1 1 1,0 1 0,2 18 322,-1 0 1,-1 0 0,-1 0 0,-7 41-1,1-10-32,-14 239 401,20-236-1897,3-1-1,2 1 1,16 72 0,-17-111 64,2-1 0,0 1 1,12 26-1,16 10-6205,-9-23-2694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2.5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1 278 7461,'0'131'7660,"0"-128"-7497,-1 9 686,2 1 0,-1-1 1,5 19-1,-4-27-674,0 1 0,1-1 1,0 0-1,0 1 0,0-1 0,0 0 1,1 0-1,-1-1 0,1 1 0,0 0 1,0-1-1,5 5 0,-3-4-24,-1 0 0,1 0 0,0-1 1,0 1-1,0-1 0,0 0 0,1-1 0,-1 1 0,1-1 0,-1 0 0,13 2 0,-3 0-13,-9-3-66,-1 0 1,1 0 0,-1 0-1,1 0 1,-1-1 0,1 0-1,-1 0 1,1 0 0,-1-1-1,1 0 1,8-2-1,-5 0-11,0 0-1,-1-1 0,0 0 0,1-1 0,-2 0 1,1 0-1,0 0 0,-1-1 0,0 0 0,-1 0 1,1-1-1,-1 0 0,0 0 0,-1-1 0,0 1 1,0-1-1,-1 0 0,1-1 0,-2 1 0,1-1 0,-1 1 1,-1-1-1,0 0 0,0 0 0,0 0 0,-1-1 1,-1 1-1,0-17 0,-2 4 22,0 1 0,-2-1-1,0 1 1,-1 0 0,-2 0 0,-16-39-1,-4 7-1887,-41-61 0,66 111-26,7 26-6588,7 8-831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2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8 758 8337,'2'-15'595,"0"6"20,-1-1 1,0 1 0,0-1-1,-1 0 1,0 1 0,-4-19-1,-3-40 2876,3 1-1,6-81 1,-1 125-3088,0-1 0,2 0 0,1 1 0,0 0 0,2 0 0,1 0 0,1 1 0,0 0-1,2 0 1,1 1 0,0 1 0,26-35 0,-34 50-367,1 1 0,-1 1-1,1-1 1,0 0 0,0 1 0,0 0-1,0 0 1,0 0 0,1 1 0,0-1-1,-1 1 1,1 0 0,0 0-1,0 1 1,0-1 0,0 1 0,0 0-1,0 0 1,1 1 0,-1 0 0,0 0-1,0 0 1,7 1 0,-4 1-19,0 0 1,0 0-1,-1 1 0,1 0 1,-1 0-1,1 0 1,-1 1-1,0 0 0,-1 1 1,1 0-1,-1 0 1,0 0-1,0 1 0,0-1 1,-1 1-1,0 1 1,6 9-1,0 2 11,-1 1-1,-1 0 1,-1 0-1,0 1 1,-2 0-1,0 0 1,-1 1-1,-1-1 1,1 30 0,-2-11 37,-3 0 0,-1 0 0,-1 0 0,-11 46 0,5-48 2,-1-1 0,-3 0 0,-1-1 0,-1 0 0,-20 34 0,5-18 28,-3-1 1,-56 67-1,12-40-243,56-59-525,1 1 0,-30 38-1,40-42-800,8-12-315,7-5-487,7-4 1039,-1-1 0,1 0 0,-1-1 0,-1 0 1,1-1-1,-2 0 0,15-15 0,-9 9-876,42-38-6599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2.9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1 11909,'-36'48'4087,"28"-40"-3229,0 1-1,1 0 1,1 0-1,0 1 1,0-1-1,0 1 1,1 1-1,-6 17 1,8-9-184,1-1 1,1 1-1,0-1 1,2 21-1,64 424 3346,-50-391-5115,3 0 0,31 78 0,-10-55-3337,6-4-3956,-10-32-3629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3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81 362 12473,'-81'-88'2880,"81"67"-91,0 0-585,10 0-452,14-12-348,16 9-284,20 3-328,21-3-708,16 2-612,17 1-488,10 3-768,6 0-596,4 3-3505,-3 0-5036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3.3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11 13141,'-58'-10'3014,"56"10"-2809,0 0 1,0 0 0,0 1 0,0-1-1,0 1 1,0-1 0,0 1-1,0 0 1,1 0 0,-1 0-1,0 0 1,0 0 0,1 0-1,-1 0 1,0 1 0,1-1-1,0 0 1,-1 1 0,1-1-1,0 1 1,-1 0 0,0 3-1,-2 0 443,-1 2 66,0 1 0,0-1-1,1 1 1,0 0-1,0 1 1,1-1 0,-4 16-1,2 0 673,-4 38-1,6 7-461,3 0 0,13 98 0,-7-102-942,12 113 18,10 146 0,-27-269-74,9 194 15,-4-180-2316,25 108 0,-14-91-1961,-5-26-2939,6 1-6014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3.7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82 11681,'8'-11'1049,"1"0"1,17-16-1,-22 24-675,0-1 0,1 1 0,-1 0 0,1 1-1,0-1 1,0 1 0,0 0 0,0 0 0,11-2 0,-8 2-138,0 1 0,1 0 0,-1 1 0,0 0 0,1 0 0,-1 1 0,0 0 0,0 0 0,1 1 0,-1 0 0,0 1 0,0 0 0,-1 0 0,9 4 0,-12-5-180,-1 1 1,1-1-1,-1 0 0,0 1 1,1 0-1,-1 0 0,-1 0 1,1 0-1,0 0 0,-1 0 1,1 1-1,-1-1 0,0 1 0,0 0 1,-1 0-1,1-1 0,-1 1 1,0 0-1,0 0 0,0 1 1,0-1-1,-1 0 0,1 0 1,-1 0-1,0 0 0,-1 1 1,1-1-1,-1 0 0,-1 7 1,-3 6 139,-1 0 1,0-1 0,-1 1 0,-1-1-1,-14 21 1,-57 71 471,60-86-699,0 1 0,2 1-1,1 1 1,1 0 0,1 1-1,-11 30 1,23-50-46,0-1 1,1 1-1,0 0 0,0-1 1,0 1-1,1 0 1,0 0-1,0 0 0,0 0 1,2 5-1,-2-8 21,1 0-1,0-1 1,0 1-1,0-1 1,0 1-1,0-1 1,1 1-1,-1-1 1,1 0-1,-1 0 1,1 0-1,0 0 1,0 0 0,0 0-1,0 0 1,0-1-1,0 1 1,1 0-1,-1-1 1,0 0-1,1 0 1,-1 0-1,4 1 1,7 1-197,1 0 0,0-1 1,0 0-1,-1-1 0,1-1 0,0 0 1,0-1-1,0 0 0,0-2 0,-1 1 1,1-1-1,20-9 0,-2 0-13,-1-1 1,-1-2-1,0-1 1,30-22-1,-36 22 568,0-1 0,-1-1 0,-1 0 0,-1-2-1,-1-1 1,-1-1 0,0 0 0,20-33 0,-34 46 1,0 2 0,0-1 0,11-10 1,-5 6-19,-11 11-250,1 0 0,0 0-1,0 1 1,0-1 0,0 0-1,1 0 1,-1 1 0,0-1 0,0 1-1,0-1 1,0 1 0,1 0-1,-1 0 1,0-1 0,0 1 0,1 0-1,-1 0 1,0 0 0,0 0-1,1 0 1,0 1 0,3-1 99,5 1-7,-1 0 0,0 1 0,0 0 1,0 0-1,-1 1 0,1 0 1,0 1-1,-1 0 0,13 8 1,22 10 243,1-4-82,1-1 1,1-2-1,1-2 0,0-2 0,60 6 0,-103-17-225,0 1 0,0-1 0,0 0 0,0 0 0,0-1 0,0 1 0,0-1 1,0 0-1,0 0 0,7-4 0,-9 4-39,0 0 0,0 0 1,-1 0-1,1-1 0,0 1 1,-1-1-1,1 1 0,-1-1 0,0 1 1,0-1-1,1 0 0,-1 0 1,0 0-1,0 0 0,-1 0 1,1 0-1,0 0 0,-1 0 1,1 0-1,-1 0 0,1 0 1,-1 0-1,0-3 0,-1-6 30,1 0 0,-2 1 0,0-1 0,0 1 0,-1-1 0,0 1 0,-1 0 0,0 0 0,0 0 1,-1 1-1,-1-1 0,1 1 0,-2 1 0,1-1 0,-1 1 0,0 0 0,-9-7 0,-10-9-382,0 2 0,-2 0 1,-59-33-1,40 33-4587,44 45-4248,3 1-1881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4.0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 11025,'25'-35'2283,"-25"35"-2225,0 0-1,0-1 1,0 1 0,0 0-1,1-1 1,-1 1 0,0 0-1,0-1 1,0 1 0,0 0-1,1 0 1,-1-1 0,0 1-1,0 0 1,1 0 0,-1-1-1,0 1 1,0 0 0,1 0 0,-1 0-1,0-1 1,1 1 0,-1 0-1,0 0 1,1 0 0,-1 0-1,0 0 1,1 0 0,-1 0-1,0 0 1,1 0 0,-1 0-1,0 0 1,1 0 0,16 3 416,0 1-1,0 1 1,0 1 0,-1 0 0,0 1 0,0 1-1,-1 0 1,0 1 0,0 1 0,-1 0-1,0 1 1,-1 1 0,21 22 0,-9-5-293,0 2 0,-2 0 1,-2 2-1,0 0 0,18 44 0,-25-47-56,-2 0 0,-1 1-1,-2 0 1,-1 1-1,-1 0 1,-1 0-1,-2 0 1,-1 47-1,-3-73 78,-1 1 1,0 0-1,0-1 0,-1 1 0,0-1 0,0 1 0,-6 9 1,8-15-154,-1 1 0,0 0 0,0-1 1,0 1-1,0-1 0,0 1 0,0-1 1,0 1-1,-1-1 0,1 0 0,0 1 1,-1-1-1,1 0 0,-1 0 0,1 0 1,-1 0-1,0-1 0,1 1 0,-1 0 1,0-1-1,0 1 0,1-1 0,-1 1 1,0-1-1,0 0 0,0 0 0,0 0 1,-2 0-1,2-2-10,0 1 0,0-1 0,0 0 0,1 0 0,-1 0 0,0 0 0,1-1 0,0 1 0,-1 0 0,1 0 0,0-1 0,0 1 1,0-1-1,1 1 0,-1-1 0,0-3 0,0 2 6,-2-10-53,0 0 1,2-1-1,-1 1 1,2-1-1,0 0 1,1 1-1,0-1 1,1 1-1,1-1 1,0 1-1,9-25 1,0 7-958,2-1 0,2 2 0,33-53 0,-27 52-1572,42-48-1,4 14-4136,-2 14-2566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4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63 417 6661,'-1'-5'388,"0"1"0,0-1 0,0 0 0,0 1 0,1-1 0,0 1 1,0-1-1,0 0 0,1 1 0,-1-1 0,2-5 0,-1 6 64,0 0-1,-1 1 1,1-1-1,-1 0 1,0 1-1,0-1 1,-1 0-1,1 1 1,-1-1-1,-1-4 1,1 0 314,-2-5 440,-1-1 0,0 1 0,0 0 0,-10-18 0,8 18-38,0 0 1,-5-23-1,9 27-748,0 1 0,1-1-1,0 1 1,0-18 0,2 23-385,-1 0 0,1 0 0,0-1 0,-1 1 1,1 0-1,1 0 0,-1 0 0,0 0 0,1 0 1,-1 0-1,1 0 0,0 0 0,0 1 0,3-4 1,37-40 312,-40 44-152,0 5-39,1 2-78,-1 1 1,0 0-1,0 0 0,0 1 0,-1-1 1,0 0-1,0 0 0,0 1 0,-1 6 1,-5 65 488,2-56-434,-1 21 74,-14 292 709,63 227-3453,-14-376-2792,10-2-5153,-24-122-724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4.5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0 281 11889,'44'-72'2300,"-7"36"-320,10 2-107,3 4-601,178-24 916,-128 39-2508,14 0-996,3 9-1204,4 0-2617,-4-6-4088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6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33 155 3412,'-2'1'1052,"-22"16"8252,23-20-8798,0 2-427,0 0 0,1 0 0,-1 0-1,1 0 1,-1 0 0,1 0 0,0 0 0,-1 0 0,1 0 0,0 0-1,0-1 1,0 1 0,-1 0 0,1 0 0,1 0 0,-1 0-1,0 0 1,0 0 0,0-1 0,1 1 0,-1 0 0,0 0 0,1-1-1,2 0 111,-1 0-1,0 0 0,0 1 0,1 0 0,-1-1 0,1 1 0,-1 0 0,1 0 0,2-1 0,15-5-295,40-17 199,117-28 0,-12 20-7379,-91 20-566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9.0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31 3588,'10'-12'2761,"-18"15"3072,-6 4-2391,6-5-4012,7-4 718,0 0-1,0 0 1,0-1 0,1 1-1,-1 0 1,0-1-1,1 1 1,0 0 0,0-1-1,-1 1 1,2-3 0,2 5-149,1 0 1,0 0 0,0 1-1,0-1 1,0 1 0,0 0 0,-1 0-1,1 1 1,0-1 0,-1 1 0,1 0-1,-1 0 1,1 0 0,5 5 0,-7-5-39,-1 9 20,1 0-1,0 0 1,1 0 0,0 0 0,9 19 0,3 11-66,-9-23 123,1 0 0,1-1 0,20 32-1,-10-18-21,13 45 106,-30-73-154,-1-2 37,0 1 1,0 0-1,0 0 1,0-1 0,0 1-1,1 0 1,-1 0 0,0-1-1,1 1 1,-1 0-1,1 0 1,0-1 0,1 3-1,3 11-49,0 2 61,0-1-1,1 0 1,0-1-1,14 23 1,41 60-280,-38-63 310,-4-7-37,-2 1 0,0 1-1,18 49 1,-23-49 15,1-2-1,1 1 0,2-2 1,1 0-1,29 37 0,-11-16-27,-23-30 59,24 29 1,56 73-164,-61-75-60,145 197 103,8-11 134,30 41 40,-167-204 10,56 108 1,-23-22-174,-64-122 81,23 64 0,-10-20 0,21 44-117,51 112 121,-67-163-56,53 95-157,73 81 271,-81-135-196,127 165 180,24 42-7,-173-236-50,107 170 33,-92-137-36,1 3 9,64 95 82,-108-171-87,3-2 1,71 70 0,-38-52-86,3-2 0,1-3 0,135 73 0,-78-66 73,-108-52 16,0-1 0,1-1 0,0-1 0,0-1 0,24 2 0,162-10 109,12 0-96,-44 19 117,-33-3-172,167-6-1,693-123-57,-303 13-37,-546 82 64,1038-183 186,-609 107 170,5 27 122,-479 59-451,1303-231 96,-1130 182 38,419-87-188,7 29 16,-518 93 71,237-28-55,-109 22 62,169-13 31,618 19-9,-362 30 596,47-45 378,-207 6-567,-385 27-269,142-9 115,79 6 120,-2 6-463,-411 6-400,-32-11-4138,3 4-410,1-2-3021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9.5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148 722 10873,'5'-31'1337,"-4"31"-1284,-1 0 0,0 0-1,0 0 1,1 0 0,-1 0 0,0 0 0,1 0 0,-1 0 0,0 0-1,0 0 1,1 0 0,-1 0 0,0 0 0,1 0 0,-1 0 0,0 0-1,0 1 1,1-1 0,-1 0 0,0 0 0,0 0 0,1 0 0,-1 0 0,0 1-1,0-1 1,0 0 0,1 0 0,-1 0 0,0 1 0,0-1 0,0 0-1,0 0 1,0 1 0,1-1 0,-1 0 0,0 0 0,0 1 0,0 0-1,10 11 514,-3 1-135,-1 1 0,-1-1 1,0 1-1,-1 0 0,0 0 1,-1 0-1,0 1 0,0 16 1,0 125 1039,-4-136-1345,-3 58 290,-3-1-1,-20 84 1,-49 151 89,30-131-246,33-128-211,-27 124 215,39-174-241,16-30 48,5-26-71,-3-2-1,-2 0 1,8-64-1,9-32 29,50-145-9,13 5 0,146-306 0,-214 534 93,4 0-1,2 2 1,57-78-1,-82 128-20,1 1 0,0 0 0,1 0 0,0 1 0,1 0 0,15-10 0,-21 16-19,0 0 0,-1 1-1,1 0 1,0 0 0,1 0-1,-1 0 1,0 1 0,0 0-1,1 0 1,-1 0-1,0 1 1,1 0 0,-1 0-1,0 0 1,1 1 0,-1 0-1,0 0 1,9 3 0,-5-1 83,0 1 1,0 1 0,-1 0-1,1 0 1,-1 0 0,12 12-1,44 48 706,-15-7 54,78 120 0,25 81 147,-139-237-990,74 138 551,107 273 0,-148-294-538,-5 2 0,24 161 1,-61-281-90,47 384-942,-48-374 781,14 320-3000,-18-252-1144,-21 152 1,8-169-1002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09.8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1 817 12153,'0'-13'322,"0"0"0,1-1 1,1 1-1,0 0 0,1 0 0,0 0 0,1 0 0,0 1 1,1-1-1,1 1 0,0 0 0,0 0 0,9-11 1,16-13 154,0 1 0,2 1 0,2 2 0,1 2 0,1 1 1,2 2-1,0 2 0,58-28 0,44-12-242,170-53 1,-281 108-156,76-26-27,1 4 0,189-29 0,-281 59-45,1 0 1,0 1-1,0 1 1,0 1-1,0 0 0,0 1 1,-1 1-1,1 0 0,17 7 1,-24-7 6,0 1 0,0 1 0,-1-1 0,1 1 1,-1 1-1,-1 0 0,1 0 0,-1 0 0,0 1 0,0 0 0,-1 0 1,0 1-1,0 0 0,-1 0 0,0 0 0,5 12 0,0 3 18,-1 1 0,-1 0 0,-2 1 0,0-1 0,4 47 0,-4 130-133,-6-104-309,9 146-2880,2-83-2312,-3-110 1640,4-2-1902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10.2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44 277 7769,'2'-6'386,"0"-1"1,0 1-1,0 0 1,1 0-1,0 0 1,0 0-1,1 0 1,-1 0-1,1 1 1,0 0-1,8-7 0,-8 8-148,0 1 0,0 0 0,0 0 0,1 1 0,0-1 0,0 1-1,-1 0 1,1 0 0,0 1 0,0-1 0,1 1 0,-1 0 0,0 1-1,0-1 1,7 1 0,-7 0-184,-1 0 1,0 0-1,0 1 0,0 0 1,0 0-1,0 0 0,0 0 1,-1 0-1,1 1 0,0 0 1,-1 0-1,1 0 0,-1 0 1,1 0-1,-1 1 0,0 0 0,0-1 1,0 1-1,0 0 0,-1 0 1,1 1-1,-1-1 0,0 0 1,0 1-1,0 0 0,0-1 1,1 7-1,1 0-6,-2 0 0,1-1 0,-2 1 0,1 0 0,-1 1 0,-1-1 0,0 0 0,0 0 0,-4 20 0,-1-8 16,-1-1 0,-1 1 0,-1-1 0,-1 0 0,0-1 0,-18 26 0,-84 109 108,77-110-129,-19 23-59,52-66-224,6-2 30,1-1 0,-1 1 0,0-1 0,1 0 0,-1-1 0,0 1 0,0-1 0,0 0 0,0 0 0,8-5 0,1-2-176,-1-1-1,15-14 1,-3 3-128,74-63-894,-4-4 0,-4-5 0,128-167 0,-215 255 1428,134-171 2029,-127 166-1315,-7 11 864,-6 20 834,0-12-2806,-44 207 2666,16-86-1598,-62 424-1078,78-331-3388,11-127 258,3-74 233,2-4-1234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10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280 8 5881,'14'-2'323,"-9"1"-18,1-1-1,0 1 1,0 0 0,0 1 0,1 0 0,-1 0 0,0 0 0,0 0 0,0 1 0,0 0-1,0 1 1,0-1 0,-1 1 0,1 0 0,0 0 0,-1 1 0,7 4 0,-3-1-60,-6-5-123,1 1 0,-1 0 0,0 1 0,-1-1 0,1 0-1,0 1 1,-1-1 0,1 1 0,-1 0 0,0 0 0,0 0 0,0 0-1,0 0 1,0 0 0,-1 1 0,1-1 0,0 5 0,0 3 42,-1-1 1,0 1 0,0 0-1,-1-1 1,0 1 0,-1 0-1,-1 0 1,1-1 0,-2 1-1,1-1 1,-1 0 0,-1 0-1,0 0 1,-1 0 0,0 0-1,0-1 1,-7 10 0,-15 17 177,-1-1 1,-61 58-1,36-40-139,0 1-86,28-31-457,2 1 1,0 1-1,2 1 0,0 1 1,-18 33-1,37-56 126,0 0 0,0 0 0,0 0 0,1 1 1,0-1-1,-2 7 0,3-9-35,0 0-1,0-1 1,0 1 0,0 0 0,0-1-1,1 1 1,-1 0 0,1-1 0,-1 1 0,1 0-1,-1-1 1,1 1 0,0-1 0,0 1 0,0-1-1,0 1 1,0-1 0,0 0 0,0 0-1,0 1 1,1-1 0,1 1 0,28 19-5942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10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1 0 64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18:12.0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12 166 4472,'-5'-8'-1409,"-1"-4"8042,27 14-1100,26 3-4737,-1-2 1,76-4 0,-55-1-334,350-15 1101,-151 4-1063,516-18 203,891-32-3,0 35-519,-1036 30-99,-608-2-87,18-1-26,0 3 1,59 8-1,-103-9-185,-26 14-2097,-49 14-1815,40-17-519,12-5-2794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7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34 16153,'-14'-11'1098,"0"0"267,2 0 2322,11 15 195,-1 16-1999,-2 68 2502,8 121-4071,49 205-314,-34-295 0,19 91 0,44 93 155,-60-240-797,2-1 0,54 99 0,-70-147-255,16 28-3499,4-4-3540,7-1-6847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8.1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30 528 16137,'-30'-139'2921,"43"85"-593,48-52 1080,-18 61-2212,11 3-284,16 0-203,11 2-305,9 10-432,14 9-717,6 12-151,-2 15-488,-5 15-520,-5 15-432,-15 25-204,-16 20-2881,-20 28-4356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8.2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144 522 11893,'-83'18'2432,"63"-27"545,-4 6-177,7 0 1664,21-24-2800,19-15-375,14 8-65,17-5-452,19-3-352,11-3-472,23 0-1004,14-4-521,13-5-1031,3 0-1332,0 6-2197,17 2-5444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9.6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64 442 14509,'-63'-69'15378,"78"90"-13323,-4-8-1591,-3 4-338,0 0-1,8 32 0,6 13-140,33 93 15,-33-90 0,28 62 0,-43-111 0,-3-7 0,0-1 0,0 1 0,1-1 0,0 0 0,7 9 0,-11-15 0,0-1 0,1 1 0,-1-1 0,1 0 0,-1 1 0,1-1 0,0 0 0,-1 0 0,1 0 0,0 0 0,0 0 0,0-1 0,0 1 0,0 0 0,0-1 0,0 0 0,0 1 0,0-1 0,0 0 0,0 0 0,0 0 0,0 0 0,0 0 0,0-1 0,0 1 0,0-1 0,0 1 0,0-1 0,0 0 0,2 0 0,3-3-25,0 0-1,0-1 1,0 0 0,0 0-1,-1 0 1,0-1 0,0 0-1,9-11 1,38-63-1044,-15 23 369,-35 52 662,108-135-978,-98 127 961,0 0 0,0 1 0,1 1 0,1 0 0,0 1 0,1 0 1,25-12-1,-33 20 81,-1 0 0,1 0 0,-1 1 0,1 0 0,-1 0 0,1 1 0,0 0 0,-1 0 0,1 1 0,9 2-1,-3-2 26,3 3 25,0 0-1,0 0 1,0 2-1,-1 0 1,0 1-1,0 0 0,-1 2 1,1 0-1,17 14 1,-11-9 20,0 0 1,48 21-1,-51-30-75,0 0 0,0 0 0,0-2 0,1 0 0,-1-2-1,1 0 1,-1-1 0,1-1 0,-1-1 0,1 0 0,23-7-1,20-8 24,122-50 0,35-36-91,-194 89 45,-1-2 0,0 0 0,-1-2 0,-1-1 0,-1-1 0,22-24 0,-38 36-4,-1 1 0,0-1-1,0 0 1,0 0 0,-1 0 0,0 0-1,-1-1 1,0 0 0,0 0 0,-1 0-1,0 0 1,1-14 0,-3 22 1,0-1 0,0 1 1,0 0-1,0-1 0,-1 1 0,1-1 1,0 1-1,-1 0 0,1 0 0,-1-1 1,1 1-1,-1 0 0,0 0 0,1-1 1,-1 1-1,0 0 0,0 0 1,0 0-1,0 0 0,0 0 0,0 0 1,0 1-1,0-1 0,0 0 0,-1 0 1,1 1-1,0-1 0,0 1 0,-1-1 1,1 1-1,0 0 0,-1-1 0,1 1 1,0 0-1,-1 0 0,1 0 1,0 0-1,-1 0 0,1 0 0,-1 0 1,1 0-1,0 1 0,-1-1 0,0 1 1,-4 0-26,0 0 1,0 1 0,1 0 0,-1 0 0,1 0-1,0 1 1,-1 0 0,1 0 0,-7 5-1,6-1-61,0-1 0,0 1 0,1 0-1,0 0 1,0 0 0,0 1-1,1-1 1,1 1 0,-1 0 0,1 1-1,-3 13 1,5-19 2,0 0-1,1 0 1,-1 0-1,1 0 0,0 0 1,0 0-1,0 0 1,0 0-1,0 0 1,1 0-1,-1 0 1,1 0-1,0 0 1,0 0-1,0 0 1,0 0-1,1-1 1,-1 1-1,1 0 1,-1-1-1,1 1 0,0-1 1,0 1-1,0-1 1,1 0-1,-1 0 1,0 0-1,1 0 1,-1-1-1,1 1 1,0-1-1,0 1 1,-1-1-1,1 0 1,5 1-1,3 1-113,-1 0 0,0-1 0,1-1 0,-1 0 0,1 0 0,0-1 0,14-2 0,-18 1 176,0 0 1,-1 0-1,1-1 0,0 0 1,-1 0-1,1-1 1,-1 0-1,0 0 0,0 0 1,0-1-1,10-8 1,-14 10 264,-1 3-233,0-1 0,0 0 0,0 1 0,0-1 0,0 1 0,0 0 1,0-1-1,0 1 0,0 0 0,0-1 0,0 1 0,0 0 0,-1 0 0,1 0 1,0 0-1,-1 0 0,1 0 0,0 0 0,-1 0 0,0 0 0,1 0 1,0 1-1,6 23 55,-6-17-53,0-1-1,0 1 0,1-1 0,0 0 1,1 0-1,-1 0 0,1 0 1,0 0-1,1 0 0,0-1 0,0 0 1,0 0-1,1 0 0,0 0 1,0-1-1,0 1 0,1-1 0,0-1 1,9 7-1,-5-6-47,0 1 0,1-1-1,-1-1 1,1 0 0,0 0 0,1-1-1,-1-1 1,0 0 0,1 0 0,-1-1 0,1-1-1,15-1 1,1-1 2,-1-2-1,1-1 1,-1-1-1,0-2 1,0 0-1,-1-2 1,0-1-1,0-1 0,-2-1 1,1-1-1,-2-1 1,0-1-1,27-25 1,26-22 71,-41 36 29,32-34 0,-3 7 79,-50 43-132,-1 0 1,1-1-1,-2 0 0,14-17 1,-14 14 113,1 1 1,0 0-1,1 1 1,16-11-1,-14-8 1667,-23 29-907,0-1 0,0 1 0,1-1 0,-8-5 0,12 7-750,-22-19 1817,24 21-1949,0 0 0,0 0 0,0-1 0,0 1 0,0 0 0,0 0 0,0 0 0,0-1 0,0 1 0,0 0 0,0 0 0,-1 0 0,1-1 0,0 1 0,0 0 0,0 0 0,0 0 0,-1 0 0,1-1 0,0 1 0,0 0 0,0 0 0,0 0 0,-1 0 0,1 0 0,0 0 0,0 0 0,-1 0 0,1-1 0,0 1 0,0 0 0,0 0 0,-1 0 0,1 0 0,0 0 0,0 0 0,-1 0 0,1 0 0,0 0 0,0 1 0,-1-1 0,1 0 0,0 0 0,0 0 0,0 0 0,-1 0 0,1 0 0,0 0 0,0 0 0,0 1 0,0-1 0,-1 0 0,1 0 0,0 0 0,0 0 0,0 1 0,0-1 0,0 0 0,-1 0 0,1 1 0,0 13 0,0-11 0,-7 316 0,-5-121-1,-21 205-49,25-349-480,-4-1 0,-1 0-1,-33 81 1,41-124 468,0 0 1,0 0-1,-1-1 0,0 0 1,-1 0-1,0 0 0,0-1 1,-1 0-1,0-1 1,-1 0-1,1 0 0,-1-1 1,0 1-1,-1-2 0,0 0 1,-16 7-1,18-9 159,-1 0 0,1-1 0,-1 0 0,1 0 0,-1-1 0,0 0 1,1-1-1,-1 0 0,0 0 0,0 0 0,1-1 0,-1-1 0,0 0 0,1 0 0,0 0 0,-1-1 0,1 0 0,0-1 0,0 0 0,1 0 0,-12-9 0,17 12-40,0-1-1,-1 0 1,1 0-1,0 0 1,0 0-1,1 0 1,-1-1-1,0 1 1,1 0 0,-1-1-1,1 1 1,0-1-1,0 0 1,0 1-1,0-1 1,0-4-1,0 1-45,1 0 1,1 0-1,-1 1 0,1-1 0,0 0 1,0 0-1,0 1 0,1-1 1,0 0-1,3-6 0,4-8-11,1-1 0,0 1 0,2 1 0,0 0 0,1 1 0,1 0 0,1 1 0,19-18 0,221-165-3,-160 130-95,208-148-3537,-101 73-452,-172 124 3317,34-27-1696,1 4-1,76-38 0,33 6-2126,-146 64 4064,44-23 11450,-75 38-10550,0 0 0,1 1 0,0-1-1,0 1 1,0-1 0,0 1-1,-1 5 1,0-1-325,1 0 0,0-1 0,0 1 1,1 0-1,0-1 0,1 1 0,0 0 0,0 0 0,0 0 1,1 0-1,0 0 0,1-1 0,0 1 0,0 0 0,1-1 0,0 0 1,0 1-1,7 11 0,-3-9-526,0-1-1,0 0 1,1 0 0,0-1 0,1 0 0,0 0-1,0-1 1,1 0 0,0-1 0,0 0 0,0 0-1,14 4 1,-2-1-1509,1-2 0,0-1 1,0 0-1,33 2 0,0-4-5256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9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43 9621,'0'0'1580,"-17"-6"-244,7 0 1736,-7-4-3488,0 1-800,4-3-9777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0.7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49 8277,'3'-35'2067,"-4"35"-1965,1-1 0,0 0 0,0 1 0,0-1 0,0 1 0,0-1 0,-1 1 0,1-1 0,0 0 0,-1 1 0,1-1 0,0 1 0,-1-1 0,1 1 0,0-1 0,-1 1 0,1 0 0,-1-1 0,1 1 0,-1 0 0,1-1 0,-1 1 1,1 0-1,-1-1 0,0 1 0,1 0 0,-1 0 0,1 0 0,-1-1 0,1 1 0,-1 0 0,0 0 0,-1 0 94,2 0-62,0 0-1,-1 0 1,1 0 0,-1 0 0,1-1 0,-1 1 0,1 0 0,-1 0 0,1 0 0,-1 0 0,1 0 0,0 0 0,-1 1 0,1-1-1,-1 0 1,1 0 0,-1 0 0,1 0 0,-1 0 0,1 1 0,0-1 0,-1 0 0,1 0 0,-1 1 0,1-1 0,0 0 0,-1 1 0,1-1-1,0 0 1,0 1 0,-1-1 0,1 0 0,0 1 0,0-1 0,-1 1 0,1-1 0,0 1 0,0-1 0,0 0 0,0 2 0,-8 27 944,4-9-167,-4 9-53,1 0 0,1-1-1,2 2 1,-1 37 0,29 382 5018,0-64-4661,-38 510-1215,-42 3 0,43-705 0,-35 434 0,-41 857 0,85-1133 0,-6 183 0,10-395 0,4-255-15413,-4 29 1043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1.5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126 258 4252,'-64'18'11409,"44"-18"-9752,18 1-1557,0-1 0,0 1 0,0-1 0,0 1 0,0 0-1,0 0 1,0 0 0,0 0 0,1 0 0,-1 0 0,0 0 0,1 0 0,-1 1-1,0-1 1,1 1 0,0-1 0,-1 1 0,1 0 0,0 0 0,0-1 0,0 1-1,0 0 1,0 0 0,0 0 0,1 0 0,-1 0 0,0 0 0,1 0 0,0 0-1,0 0 1,-1 0 0,1 1 0,0-1 0,1 3 0,-1 1 22,0 0 1,1 0-1,-1 0 1,1 0 0,1 0-1,-1 0 1,1 0-1,0-1 1,0 1-1,6 10 1,-2-10-35,-1 0 0,1 0 0,0 0 0,1 0 0,-1-1-1,1 0 1,0-1 0,1 1 0,-1-1 0,16 5 0,1 0 105,0-2-1,39 7 1,26-1 110,92 1 0,100-9-52,-223-4-215,818-28 357,0-40-167,-651 49-223,716-61-16,1679-125 100,83 73 37,-618 126-44,-1391 46-128,-655-38 56,8 0 11,0 2 0,0 2 0,0 2-1,53 18 1,-59-6-11,-40-20-9,0 0 0,0-1 0,0 1-1,0 0 1,0 0 0,0 0 0,0 0-1,-1 0 1,1 0 0,0 0 0,-1 0-1,1 0 1,-1 0 0,1 0 0,-1 1-1,1-1 1,-1 0 0,0 0 0,0 0 0,1 1-1,-1-1 1,0 0 0,0 0 0,0 1-1,-1-1 1,1 0 0,0 0 0,0 1-1,-1-1 1,1 0 0,0 0 0,-1 0-1,1 0 1,-1 0 0,0 1 0,-1 0-1,-2 4-61,0 0 1,0-1-1,-1 0 0,0 0 0,-8 7 0,-2-1-568,0-1-1,-1-1 1,0-1-1,-35 13 1,29-12-3134,-1 1-1,-23 14 1,25-9-3937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202 823 4668,'-34'14'1708,"31"-13"83,0 0-560,-31 6 301,31-6-883,-1 0-6,-32 9 718,32-9-703,2 1-119,-5 1 235,-1 0-128,0 0 0,1 1 0,0 0 0,0 0 0,-12 11 0,17-14-578,1 1 0,-1-1-1,1 1 1,0 0 0,-1-1-1,1 1 1,0 0 0,0 0-1,1 0 1,-1 0 0,0 0 0,1 0-1,-1 0 1,1 0 0,-1 0-1,1 0 1,0 0 0,0 0-1,0 1 1,0-1 0,1 0-1,-1 0 1,0 0 0,1 0 0,-1 0-1,1 0 1,0 0 0,1 2-1,0 0 0,0-1 0,-1 0-1,2 0 1,-1 0-1,0 0 1,1-1 0,-1 1-1,1-1 1,0 1-1,-1-1 1,1 0 0,1 0-1,-1 0 1,4 2 0,6 1 79,0 0 0,22 5 0,32 5 157,0-3 0,87 4-1,143-8 69,-254-8-314,2046-99 529,-499-52-401,-6-38-132,-1417 166-11,1029-156 70,-997 145 109,284-44 416,-360 69-490,183 9-1,-128 3-34,-143-3-94,224-4 32,-184-1 107,104-19-1,88-46 1495,-244 62-1542,0-1 0,0-1 0,-1-2 0,29-18 0,16-18-2176,-6 0-4591,-40 29 164,-1-2-4288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4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33 5372,'-14'-3'6892,"17"23"-602,-3-16-7515,1-1 2194,-1-3-913,-1 1-1,1-1 1,-1 0 0,1 0 0,-1 0 0,1 1 0,-1-1 0,1 0 0,0 0 0,-1 1-1,1-1 1,-1 0 0,1 1 0,0-1 0,-1 1 0,1-1 0,0 0 0,0 1 0,-1-1-1,1 1 1,0-1 0,0 1 0,0-1 0,-1 1 0,1 0 0,0 0 48,0-1 1,0 1-1,-1 0 1,1-1-1,0 1 1,-1-1-1,1 1 0,0 0 1,-1-1-1,1 1 1,-1-1-1,1 1 1,-1-1-1,1 1 1,-1-1-1,1 1 1,-1-1-1,1 0 1,-1 1-1,0-1 0,1 0 1,-2 1-1,-38 1 4893,6-4-3262,31 1-787,5-1-806,0-1 1,0 0-1,0 1 1,0-1-1,-1 0 1,0 0-1,1 0 1,1-6-1,1-1 84,23-25 626,-25 33-605,-1 41 62,-1 27-291,-5 45-18,6 0 0,18 143 0,-11-164 0,57 729 0,-41 4 0,-82 552 0,53-1284 0,-33 431 0,15-205 0,-16 170 0,-21-78 0,51-344 0,-2 11 0,8-65 0,0 1 0,1-1 0,-1 15 0,-6 32 0,2-4 0,2-18 0,0-21 0,3-6 0,6-22 0,7-16 0,-8 9 0,1 1 0,12-34 0,5-23 0,-1-11 0,-18 80 0,0 8 0,0 7 0,-2-7 0,0-1 0,0 0 0,0 1 0,1-1 0,-1 0 0,0 0 0,0 1 0,0-1 0,0 0 0,0 1 0,0-1 0,0 0 0,0 1 0,0-1 0,0 0 0,0 1 0,0-1 0,0 0 0,0 1 0,0-1 0,-1 0 0,1 0 0,0 1 0,0-1 0,0 0 0,0 1 0,-1-1 0,1 0 0,0 0 0,0 0 0,0 1 0,-1-1 0,1 0 0,0 0 0,0 0 0,-1 1 0,0-1 0,-16-14 0,-7 0-281,21 11-657,-1 0 0,1 0 0,0-1 0,0 1 0,0-1 0,0 1 0,-2-6 0,-10-11-4950,-4 3-377,1 3-3580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4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76 5581,'-10'2'-1983,"-11"2"16110,32-7-11351,7 0-2445,-1 1-1,1 0 1,22 1-1,-1 0-95,223-10 530,25-2-1956,-91-6-2037,-67 4-3208,-37 3-2548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5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73 11205,'-7'-25'2633,"7"23"-2357,0 0 1,0 0 0,-1 0 0,1 0 0,-1 0 0,1 1 0,-1-1-1,0 0 1,1 0 0,-1 1 0,0-1 0,0 0 0,-2-1 0,0 0 433,-7-8 101,7 4 3062,-1 9-2071,0 0-1587,1 0 0,-1 0 0,1 0 0,0 0 0,0 1 0,0-1 0,0 1 0,0 0 0,0 0-1,1 0 1,-1 0 0,1 0 0,0 0 0,0 1 0,0-1 0,1 1 0,-1 0 0,1-1 0,0 1 0,0 0-1,-1 6 1,-1 12 553,0-1-1,2 44 1,0-15-155,-43 364-411,25-264-191,-63 345-11,24-161 0,32-77-813,26-84-7623,8-113 705,10-10-5072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6.6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235 412 7369,'0'0'7361,"3"-2"-5615,8-3-1417,-1 1 1,2 0 0,-1 0 0,0 1 0,18-2 0,65-5 111,-62 8-275,790-109 656,101-89-686,-872 187-85,116-25-33,-140 33-8,0 2 1,1 1-1,-1 1 1,32 3-1,25 11 2,98 26-1,-114-22-20,0-2 0,125 9 0,-39-24 15,-80-1-19,0 2-1,120 19 1,-179-16 132,-1 0 1,0 1 0,0 0 0,-1 1-1,0 1 1,0 0 0,0 1 0,-1 0-1,0 1 1,-1 1 0,0 0 0,0 0 0,9 12-1,28 46 1339,-46-66-1168,-1 1 33,4 17 207,-2-9-114,-1 0-1,0 0 1,0 0 0,-1 1-1,-1 17 1,-3 16 165,-3 204 1185,65 202-608,-28-263-882,-19-95-158,-4 0 1,-5 124 0,-7-151-103,-2 1 0,-3-1 0,-4-1 0,-21 69 0,27-113-17,2-5 4,0 0 0,-12 24 0,13-33 5,0 0 0,0-1-1,-1 0 1,0 0 0,0 0-1,-1 0 1,1-1 0,-12 8-1,-348 252 73,265-201-254,98-62 162,-2-1 6,1 1 0,0-1 0,-1 0 0,0 0 0,1 0 1,-1 0-1,-4 0 0,0 1-15,7-2 17,0 0 0,0 0 0,-1 0 0,1 0 0,0 0 0,-1 0 0,1 0-1,0 0 1,0 0 0,-1 0 0,1-1 0,0 1 0,0-1 0,-1 1 0,1-1 0,0 1 0,-1-2-1,-4 0 3,-45-9-56,-102-7 0,-55 14-37,124 3 67,-1333 35-118,505 80 54,677-79-177,19 1-2603,214-36 2695,-1 0-1,1 0 1,0 0-1,-1 0 1,1 0-1,0-1 0,0 1 1,-1-1-1,1 0 1,0 1-1,-4-3 0,2 1-287,4 2 344,-1-1-1,1 1 0,-1-1 1,1 0-1,-1 0 0,1 1 1,-1-1-1,1 0 0,-1 0 1,1 1-1,0-1 0,0 0 1,-1 0-1,1 0 0,0 0 0,0 1 1,0-1-1,0 0 0,0-1 1,0-1-324,-5-14-1412,-5-21-6459,9 15-353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7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308 249 10657,'1'0'69,"-1"0"0,0 0 0,0-1 0,0 1 0,1 0 0,-1 0 0,0 0 0,0 0 0,1 0 0,-1 0 0,0 0 0,0-1 0,0 1 0,1 0 0,-1 0 0,0 0 0,0 0 0,0-1 0,0 1 0,0 0 0,1 0 0,-1-1 1,0 1-1,0 0 0,0 0 0,0 0 0,0-1 0,0 1 0,0 0 0,0 0 0,0-1 0,0 1 0,0 0 0,0 0 0,0-1 0,0 1 0,-1-1 146,0 1-1,0 0 1,1-1 0,-1 1 0,0 0-1,0 0 1,0 0 0,0-1 0,0 1 0,0 0-1,0 0 1,0 0 0,0 1 0,0-1-1,0 0 1,0 0 0,0 0 0,0 1-1,0-1 1,-1 1 0,-4 1 156,0 0-1,1 0 1,-1 0-1,0 1 1,1 0-1,0 0 1,-1 1-1,1-1 1,1 1 0,-1 0-1,0 0 1,1 1-1,0-1 1,0 1-1,1 0 1,-1 0 0,1 1-1,0-1 1,-3 7-1,-29 60 370,3 1 1,3 2-1,3 1 0,4 1 0,-17 108 0,26-93-532,12-89-138,5-63-62,2 0-1,3 1 1,23-85-1,-12 59-23,5-9 17,54-135 0,-26 113-40,-45 101 43,2-1 0,0 2 0,0-1 0,26-25 0,-34 37 32,1 1 1,-1-1-1,1 1 0,0-1 0,0 1 0,0 0 1,0 0-1,1 0 0,-1 1 0,0-1 1,1 1-1,-1-1 0,1 1 0,-1 1 0,1-1 1,0 0-1,-1 1 0,1 0 0,0-1 1,0 2-1,-1-1 0,1 0 0,0 1 1,-1-1-1,1 1 0,0 0 0,-1 1 0,1-1 1,-1 0-1,0 1 0,1 0 0,-1 0 1,0 0-1,0 0 0,4 4 0,3 3 133,-1 1 0,0 0 0,-1 0 0,0 1 0,-1 0 0,0 1 0,0 0 0,7 21 0,2 8-135,-3 1 1,13 71-1,4 92-51,-24-149 25,31 311-1788,-33-291-1366,-1-16-1167,6-7-4354,-1-34-3210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7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6 694 12313,'-1'-1'178,"1"0"1,-1 0-1,0-1 0,1 1 0,-1 0 1,1 0-1,-1-1 0,1 1 0,0 0 0,0-1 1,-1 1-1,1 0 0,0-1 0,0 1 1,0-1-1,0 1 0,1 0 0,-1-1 0,0 1 1,1 0-1,-1-1 0,0 1 0,1 0 1,2-4 1796,-3 3-1819,1 0-1,-1 0 0,1 0 1,-1 0-1,1 0 0,0 0 1,0 0-1,0 0 0,0 0 1,0 1-1,0-1 0,0 0 1,1 1-1,-1-1 0,1 1 1,-1-1-1,1 1 1,-1 0-1,1 0 0,0-1 1,0 1-1,-1 0 0,5-1 1,5-3-4,0 1 1,22-6 0,-19 7 59,87-19-80,-20 5-452,-28 4-11,203-56-2978,-202 51 1956,-1-3 0,84-44 0,-83 33 552,0-3 0,94-81 0,-103 74 2600,52-64-1,-60 66 1489,-36 68-393,-23 114 1344,4-34-2426,-64 305-49,60-311-3624,12-52-2799,-25 78 0,22-92-1558,5-14-3665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7.7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61 12793,'13'-10'1007,"-8"5"-672,0 1 1,1-1 0,0 2-1,-1-1 1,1 0-1,1 1 1,-1 0 0,0 1-1,1-1 1,0 1 0,-1 1-1,1-1 1,13 0-1,-7 0 35,6-1 179,0 2 0,1 0-1,-1 1 1,0 1 0,26 4 0,-22-1-258,1 1 1,0 1 0,-1 1 0,0 2 0,23 11-1,-35-15-183,-1 1-1,1 0 1,-1 0-1,-1 2 1,1-1-1,-1 1 1,-1 0-1,1 1 0,-2 0 1,1 0-1,-1 1 1,9 14-1,-14-18-63,0-1-1,-1 0 1,1 1-1,-1-1 1,0 1 0,0-1-1,-1 1 1,0-1-1,0 1 1,0 0-1,-1-1 1,1 1-1,-1-1 1,-1 1-1,1-1 1,-1 0 0,0 1-1,0-1 1,0 0-1,-1 0 1,0 0-1,-3 4 1,-9 12 17,0 0 0,-1-2 0,-27 25 0,39-40-63,-192 183-5035,169-157 1486,14-10-1854,8-6-4170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7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0 12325,'-2'1'288,"-1"-1"0,1 1 1,0 0-1,0 0 0,0 0 0,-1 0 0,1 1 0,0-1 0,1 1 1,-1-1-1,0 1 0,0-1 0,1 1 0,-1 0 0,0 0 1,-1 3-1,0 0 256,1 1 0,-1-1 0,1 0 0,0 1-1,1-1 1,-3 11 0,2 4 633,1 0 1,0-1-1,3 27 0,4 19 329,8 258 1177,-14-281-3775,1 0 0,13 74 0,1-50-3284,6-3-4394,-11-39-1753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18.2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52 10049,'1'-2'35,"4"-2"293,-1-1 0,1 1 0,0 0 0,1 0 1,-1 0-1,1 1 0,-1-1 0,1 1 0,0 1 0,0-1 1,0 1-1,0 0 0,1 1 0,-1-1 0,0 1 0,1 1 1,8-1-1,1 2 401,0 1 0,0 1 0,0 0 0,0 1 0,24 10 1,-24-7-501,-1 1 0,0 0 0,-1 0 0,0 2 0,0 0 0,0 0 0,-2 1 0,21 23 0,-28-28-187,-1 0 0,0 0 0,0 0-1,0 1 1,-1-1 0,0 1-1,0 0 1,-1 0 0,0 0 0,0 0-1,-1 0 1,0 0 0,0 1 0,0-1-1,-1 0 1,0 1 0,-2 12-1,-1-7-1,1 0-1,-2 0 0,0-1 0,0 0 1,-1 0-1,-1 0 0,0-1 0,0 1 1,-11 13-1,-11 10-160,-2 0 1,-1-3-1,-1 0 1,-2-2-1,-41 28 0,31-28-1856,0-2 0,-52 22 0,41-21-3423,9 3-3132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1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73 9221,'-8'-3'570,"6"4"-459,1-1 1,0-1-1,0 1 1,0 0-1,-1 0 1,1 0-1,0-1 1,0 1-1,0 0 1,0-1-1,0 1 1,0-1-1,0 1 1,0-1-1,0 0 1,0 1-1,0-1 1,0 0-1,0 0 1,0 0-1,1 0 1,-1 0-1,0 0 0,0 0 1,1 0-1,-1 0 1,1 0-1,-1 0 1,1 0-1,0 0 1,-1 0-1,1 0 1,0-1-1,0 1 1,0 0-1,0-1 1,0 0 117,-1 0 0,1 0 0,0 0 0,0 1 0,-1-1 0,1 0 0,-1 0 0,1 0 0,-1 1 0,0-1 0,-1-2 0,-4-15 6816,-9 38-4539,11-11-2247,1 0 0,0 0 0,0 0-1,1 0 1,0 1 0,1-1 0,-1 1 0,1-1-1,1 1 1,0-1 0,2 15 0,-2 13 421,10 661 2061,0-360-2716,-7-190-498,20 496 1506,9-324-2311,24-5-4040,-32-224 518,-4-35-1810,6-1-5727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2.9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683 585 7533,'-34'12'3088,"53"-8"-831,1 0-1,22 0 1,80-5-1747,-60 0 177,1443-73 650,-2-61-2128,-1123 99 653,469-55-148,-5-35 280,-386 25 472,-451 99-415,1 0 0,-1-1 0,0 0 0,0 0 0,13-8 0,-18 9 151,-6 1-162,0 0 1,0 0-1,0 0 1,0-1-1,0 0 1,-5-3-1,2 2 1,3 1 1018,5 7-980,0-1 1,0 0-1,0 0 0,1 1 0,0-1 0,0 0 1,0 0-1,0 0 0,0 0 0,1-1 1,-1 1-1,1-1 0,0 1 0,0-1 0,6 4 1,-5-3 17,0 0 1,0 0 0,0 1 0,0 0 0,-1-1 0,0 1-1,0 0 1,0 1 0,3 7 0,-4 3 210,0 1 1,0-1 0,-2 0-1,0 1 1,-1-1 0,-6 29-1,3-9 201,-2 32 724,6 123 0,24 70 473,-6-73-858,76 1414 923,-88-1328-2598,-32 296-1,13-498-101,13-71 884,-1 1 0,1 0 1,-1 0-1,1-1 0,-1 1 1,0 0-1,0-1 0,0 1 1,0 0-1,0-1 0,-1 0 1,1 1-1,0-1 0,-1 0 1,1 1-1,-3 0 0,2 0-73,1-2 98,-1 0 1,1 0-1,0 0 1,0-1-1,0 1 1,0 0-1,0-1 0,0 1 1,0-1-1,0 1 1,1-1-1,-1 1 1,0-1-1,0 0 1,0 1-1,0-1 1,1 0-1,-2-1 1,2 2-4,-9-8-46,0-1 0,0-1 0,1 1 0,-9-16 0,8 12 15,-1 1 1,-15-16-1,-1 5 33,-1 1-1,-1 1 0,-1 2 0,-1 1 0,-1 1 1,0 2-1,-47-17 0,-242-55-64,305 83 90,-332-64-47,-376-26 0,-360 39 32,461 57-51,0 27 0,-877 153 0,788-32-2052,456-85-760,237-58 1553,15-3-1397,29-3-102,51-11-1615,-41 4 1943,38-4-3616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5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73 12605,'1'-4'434,"-1"0"1,1 0-1,-1-1 0,1 1 1,-1 0-1,0 0 0,0 0 0,-1 0 1,0 0-1,1 0 0,-1 0 1,0 0-1,-1 0 0,1 0 0,-5-8 8411,5 55-4833,11 19-3295,-3-23-643,21 532-74,-26-439 0,-1-38 0,19 427 0,-14-453 120,23 102 0,-24-148-452,1-1 0,1 0 0,1-1 0,1 1 0,0-1 0,2-1 0,0 0 0,25 31 0,-29-42-1133,0 0 0,1 0 0,17 11 0,13 1-5679,14-6-6887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5.6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322 0 9245,'-37'4'3117,"-56"-2"0,-25 2 3935,114-4-6839,0 0 1,-1 1 0,1 0 0,0 0-1,0 0 1,0 0 0,0 1-1,0 0 1,0 0 0,0 0-1,0 0 1,0 0 0,-5 6 0,8-6-145,-1-1 1,1 1 0,0 0-1,0-1 1,0 1 0,0 0-1,1 0 1,-1 0 0,0 0 0,1 0-1,-1 0 1,1 0 0,0 0-1,0 0 1,0 0 0,0 0-1,0 0 1,0 0 0,0 0 0,0 0-1,1 0 1,-1 0 0,1 0-1,0 0 1,0 0 0,-1 0-1,1 0 1,0 0 0,1-1 0,0 3-1,8 9 175,1-1 0,0 0 0,1-1 0,0 0 0,1-1 0,0 0 0,0-1-1,22 11 1,-17-9-61,180 109 945,280 186-13,-473-302-1107,363 279 366,-309-231-354,-2 2 1,-2 3-1,89 119 0,-127-150-20,-1 0 0,-1 1 0,-1 0 0,-1 1 0,12 41 0,-20-52 0,-1 0 0,-1 1 0,0-1 0,-2 1 0,0 0 0,0 0 0,-2 0 0,0 0 0,-1-1 0,-8 31 0,1-20 0,-2-1 0,0-1 0,-2 0 0,-1 0 0,-1-1 0,-1-1 0,-1-1 0,-1 0 0,-26 25 0,-15 9 0,-2-2 0,-69 45 0,-300 184-41,137-97-2875,227-147-1263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6.0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112 107 15173,'-5'-1'1084,"1"-1"0,-1 1 0,1-1 0,-1 0 0,1-1 0,-1 1 0,-4-5 0,-2 7 3238,9 1-3984,0-1 1,-1 1 0,1 0 0,0 0 0,0 1 0,0-1-1,0 0 1,0 1 0,-3 2 0,3-1-216,1 0-1,-1 1 1,1-1-1,0 1 1,0-1 0,0 1-1,1 0 1,-1-1 0,1 5-1,-5 23-136,-1-7 14,1-1 0,1 2 0,1-1 0,1 0 0,2 42 0,2-51 0,0 1 0,0-1 0,1 0 0,1 0 0,1 0 0,0-1 0,1 0 0,0 0 0,1 0 0,12 17 0,-4-11 0,1-1 0,1-1 0,0 0 0,2-1 0,0-1 0,0-1 0,1-1 0,1 0 0,1-2 0,0 0 0,41 14 0,-47-19 0,1-2 0,1 0 0,-1-1 0,1-1 0,0-1 0,0 0 0,0-1 0,0-1 0,0-1 0,0 0 0,-1-2 0,1 0 0,0 0 0,-1-2 0,0 0 0,0-1 0,17-9 0,-29 12 0,1-1 0,-1 0 0,1 0 0,-1 0 0,0 0 0,-1-1 0,1 0 0,-1 0 0,0 0 0,0-1 0,-1 1 0,0-1 0,1 0 0,-2 0 0,1 0 0,-1 0 0,0-1 0,0 1 0,-1 0 0,0-1 0,0 1 0,0-1 0,-1 0 0,0 1 0,-2-12 0,0-2 0,-1 0 0,-1 1 0,0-1 0,-2 1 0,0 0 0,-2 1 0,-12-26 0,5 19 0,-2-1 0,0 2 0,-1 0 0,-1 1 0,-1 1 0,-40-33 0,29 30 0,-1 1 0,-2 2 0,0 1 0,-56-24 0,57 32 0,0 1 0,-65-14 0,91 25-295,-1 0 0,0 0 1,1 1-1,-1 0 0,-11 2 0,17-2-162,-1 0-1,0 1 0,0-1 1,1 1-1,-1 0 0,0 0 1,1 0-1,-1 0 1,1 0-1,-1 1 0,1-1 1,0 1-1,-1-1 0,1 1 1,-3 4-1,1 7-7243,14 4-5290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6.8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359 394 14649,'-5'-11'755,"-12"-38"3015,7 7 1947,10 36-4651,-1 0 1,-1 0 0,1 1-1,-1-1 1,-3-7-1,4 12-1000,0 0 0,0 0 0,-1 0 1,1 0-1,0 0 0,0 1 0,0-1 0,-1 0 0,1 1 0,0-1 0,-1 1 0,1-1 0,0 1 0,-1 0 0,1 0 0,-1-1 1,1 1-1,0 0 0,-1 0 0,1 0 0,-1 1 0,1-1 0,-2 0 0,-29 9-175,25-5 109,0 0 0,1 0 0,0 1 0,0 0 0,0 0 0,0 0 0,1 1 0,0 0 0,0 0 0,0 1 0,-5 9 0,-3 3 0,-10 14 0,2 0 0,1 2 0,2 0 0,-20 53 0,28-59 0,2-1 0,0 2 0,2-1 0,1 1 0,2 0 0,0 45 0,3-61 0,1 0 0,0-1 0,1 1 0,0-1 0,1 1 0,1-1 0,0 0 0,1 0 0,0 0 0,1-1 0,1 0 0,0 0 0,0 0 0,1-1 0,1 0 0,-1-1 0,2 0 0,0 0 0,0-1 0,0 0 0,1-1 0,1 0 0,23 12 0,-7-8 0,0-2 0,1-1 0,0-1 0,0-2 0,1 0 0,-1-3 0,1 0 0,0-2 0,48-3 0,-43-2 0,0-1 0,0-1 0,-1-2 0,0-2 0,0-1 0,-1-1 0,58-31 0,-64 27-24,-1-1 1,-2-1-1,1-1 1,-2-1-1,-1-1 0,0-1 1,30-42-1,-29 32-115,-2-2 0,-2 0-1,-1-1 1,-1-1 0,17-55-1,-18 32 268,-2-2 1,-3 1-1,-2-1 0,-3-1 0,-3 0 0,-2 1 0,-12-97 0,7 143-128,0 13 0,-3 12 0,7-9 0,-6 10 0,1-1 0,0 1 0,1 0 0,0 0 0,1 1 0,-2 12 0,-9 79 0,11-72 0,-5 52 0,4 134 0,7-166 0,2-1 0,2 1 0,27 94 0,-27-121 0,1-1 0,1-1 0,1 1 0,1-1 0,20 29 0,-26-44 0,1 0 0,0 0 0,0 0 0,0-1 0,1 0 0,0 0 0,0-1 0,1 0 0,0 0 0,0-1 0,0 0 0,0 0 0,0-1 0,1 0 0,0 0 0,-1-1 0,19 2 0,-14-3 0,0-1 0,0 0 0,0-1 0,0-1 0,0 0 0,0 0 0,0-1 0,-1-1 0,1 0 0,-1-1 0,0 0 0,13-8 0,10-9 0,-1-2 0,46-40 0,0 0 0,-76 61 0,0 0 0,0 0 0,1 1 0,0 0 0,-1 0 0,1 0 0,0 1 0,0-1 0,5 0 0,-9 2 0,0 0 0,0 0 0,-1-1 0,1 1 0,0 0 0,0 0 0,0 0 0,-1 0 0,1 0 0,0 1 0,0-1 0,0 0 0,-1 0 0,1 1 0,0-1 0,0 0 0,-1 1 0,1-1 0,0 0 0,-1 1 0,1-1 0,0 1 0,-1-1 0,1 1 0,0 0 0,-1-1 0,1 1 0,-1-1 0,0 1 0,1 0 0,-1 0 0,1-1 0,-1 1 0,0 0 0,0 0 0,1-1 0,-1 1 0,0 0 0,0 0 0,0 0 0,0-1 0,0 1 0,0 0 0,0 0 0,0 0 0,0-1 0,0 1 0,0 0 0,-1 0 0,1 0 0,0-1 0,-1 1 0,1 0 0,-1 0 0,-4 17 0,1-1 0,1 1 0,1 0 0,0 0 0,1 0 0,1 0 0,1 0 0,1 0 0,4 23 0,-5-34 0,1-1 0,0 1 0,0-1 0,1 0 0,-1 1 0,1-1 0,1 0 0,-1 0 0,1-1 0,0 1 0,0-1 0,1 0 0,0 0 0,0 0 0,0-1 0,0 1 0,1-1 0,-1-1 0,1 1 0,0-1 0,0 0 0,0 0 0,1-1 0,-1 0 0,1 0 0,11 2 0,-1-2 6,0-1 0,0-1 0,0 0 0,1-1 0,-1-1 0,0-1 0,-1 0 0,1-2-1,-1 1 1,1-2 0,-1 0 0,21-12 0,-4-1-198,-1 0-1,-1-3 1,-1 0-1,44-43 1,-36 27-975,53-66 1,-78 88 1070,-1-1 0,0-1 0,-2 0 0,0-1 0,-1 0 0,12-40 0,-19 51 271,-1 0 0,0 0 0,0 0 0,-1-15 0,-1 13 103,-3-10 1104,4 20-1356,-1 0 1,1 0 0,0-1 0,0 1-1,-1 0 1,1 0 0,0 0 0,-1-1-1,1 1 1,0 0 0,-1 0 0,1 0-1,0 0 1,-1 0 0,1 0 0,0 0 0,-1 0-1,1 0 1,0 0 0,-1 0 0,1 0-1,0 0 1,-1 0 0,1 0 0,0 0-1,-1 0 1,1 0 0,0 1 0,-1-1 0,0 0-1,-1 2 22,0-1 0,0 1 0,0 0-1,0 0 1,0 0 0,0 0 0,0 0 0,1 1-1,-1-1 1,-1 4 0,-8 17-48,0 1 0,2 1 0,1-1 0,-9 49 0,13-55 0,2 0 0,1 0 0,0 1 0,1-1 0,1 0 0,0 0 0,9 36 0,-8-46-7,1 0 1,0 0-1,0 0 0,1-1 0,0 1 1,0-1-1,1 0 0,0 0 0,0 0 1,1-1-1,0 0 0,13 11 0,-10-10 31,1-1 1,0 0-1,0-1 0,0 0 0,1 0 0,0-1 0,0-1 1,19 4-1,-4-3-402,0-2 1,1 0-1,-1-2 1,1-1-1,-1-1 1,0-2-1,43-10 1,-32 3-1258,-1-1 1,-1-2-1,45-24 0,38-30-7622,-42 21-1840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07.1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 12333,'-2'1'232,"0"0"-38,1 0 1,-1-1-1,0 1 0,1 0 0,-1-1 0,0 1 1,1-1-1,-1 1 0,0-1 0,0 0 0,1 0 1,-1 1-1,0-2 0,0 1 0,1 0 1,-1 0-1,0 0 0,0-1 0,1 1 0,-6-3 5330,16 26-2923,4-1-1523,27 37 0,5 6-238,-20-20-623,-2 1-1,-2 1 1,-1 1 0,-3 0-1,-2 1 1,-3 1 0,-1 1-1,-2-1 1,2 97 0,1-22 435,-8-91-112,-3-30 263,2-7-469,7-7-235,-1 0 1,0 0 0,-1-1 0,-1 0 0,11-20 0,29-70-190,-27 56-168,1 1-639,3 1 0,54-78 1,-11 17-1634,3-4-3014,-59 94 2759,1 1 0,22-21 0,7-1-7429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4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164 124 8713,'-3'-1'241,"1"-1"0,0 0 0,0 0 0,0 1 0,0-1 0,0 0 0,0-1 1,0 1-1,1 0 0,-1 0 0,1-1 0,0 1 0,-1-1 0,1 1 0,0-1 0,1 0 0,-1 1 0,0-1 0,1 0 1,-1 0-1,1 1 0,0-1 0,0 0 0,1-4 0,-8-50 5757,7 53-4058,0 10-1488,-21 386 1108,-25 4-1179,-10 120-1302,53-463 714,4 72 0,1-101 150,1 0 1,1 0-1,1-1 1,1 1-1,12 29 1,-14-46 41,-1 1 1,1-1-1,0 0 1,0 0-1,1-1 1,0 1-1,0-1 0,1 0 1,-1 0-1,9 6 1,-9-9 4,0 0 0,0 0 0,0 0-1,1 0 1,-1-1 0,1 0 0,-1 0 0,1-1 0,0 1 0,0-1 0,0 0 0,0-1 0,-1 0 0,10 0-1,23-6-11,0-1 0,-1-2 0,0-2 0,65-29 0,-37 15 41,-2 1-10,92-30-2,147-39 203,-268 81-201,0-2-1,45-25 1,-67 32 21,0-1 0,0 0 0,-1-1 1,0 0-1,0-1 0,-1 0 0,-1-1 0,1 0 0,7-14 0,2-5 358,20-44-1,-34 61-250,0 1 0,-1-1 0,0 0 0,-1-1 0,0 1 0,1-24 0,-15-294 341,11 329-490,-5-60-547,-1-28-2262,8 34-2493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5.1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1 12585,'-34'18'2348,"17"0"57,-16 12-285,20-18-376,-1 9-304,1 21-340,3-9-188,-4 1-152,8 2-188,6 3-560,0 6-596,0-3-488,6 4-656,4-1-684,0 0-3585,-6-3-5224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5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46 11373,'0'-42'5525,"20"39"-8026,0 3-1639,-7 24-3133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6.6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28 414 10625,'-3'-3'437,"0"0"0,0-1 0,0 0 1,1 1-1,0-1 0,0 0 0,0 0 0,-2-7 0,1-12 8365,23 32-7853,-18-8-913,1 0 0,-1 1-1,1-1 1,-1 1-1,0-1 1,0 1 0,0 0-1,0 0 1,0 0 0,0 0-1,-1 1 1,1-1 0,-1 0-1,3 5 1,15 42 164,-10-21-87,5 8 61,16 72 0,-22-74-344,2-1 1,1-1-1,20 42 0,-29-70 145,1 0 1,-1 0-1,1 0 0,0-1 1,0 1-1,0-1 0,0 1 1,1-1-1,5 4 0,-8-7 23,0 0 0,0 0 0,1 0 0,-1 0 0,0 0-1,0 0 1,1 0 0,-1-1 0,0 1 0,0 0 0,1-1 0,-1 1-1,0-1 1,0 1 0,0-1 0,0 0 0,0 1 0,1-2 0,0 1-6,8-5-4,-1 0 0,0-1 1,0 0-1,0-1 0,-1 1 1,0-2-1,-1 1 0,0-1 1,0 0-1,7-13 1,15-18-9,2 0 54,84-98 290,-106 130-269,0 0-1,0 1 1,1-1-1,0 2 1,0 0-1,1 0 0,0 0 1,0 2-1,17-6 1,-20 7-36,1 1 1,0 1-1,-1 0 1,1 0-1,0 0 0,-1 1 1,1 1-1,0-1 1,-1 1-1,1 1 1,0 0-1,-1 0 0,0 1 1,15 6-1,18 15 62,0 2 0,-2 2-1,52 48 1,-77-63-61,0-1-1,1-1 1,0 0-1,1-1 1,0-1-1,27 12 1,-35-18-32,0 0-1,0-1 1,0 0 0,1-1-1,-1 0 1,1 0-1,-1 0 1,1-1 0,-1-1-1,1 1 1,-1-2 0,0 1-1,1-1 1,-1 0 0,0-1-1,0 1 1,8-5 0,-4 0-87,1 0 1,-1 0 0,-1-1-1,0-1 1,0 1 0,0-2 0,-1 0-1,16-20 1,-10 7-118,0-1 0,-2 0 0,18-41 0,-26 49 143,1 0 1,-2 0-1,0-1 0,-1 0 1,3-30-1,-7 46 66,0-1 0,1 1 0,-1-1-1,0 1 1,0-1 0,0 1 0,0-1 0,-1 1 0,1 0 0,0-1 0,0 1 0,-1-1 0,1 1 0,-1 0 0,1-1-1,-1 1 1,0 0 0,1-1 0,-1 1 0,0 0 0,0 0 0,0 0 0,0 0 0,0 0 0,0 0 0,0 0 0,-1 0-1,1 0 1,0 0 0,0 1 0,-1-1 0,1 1 0,0-1 0,-3 0 0,0 2 10,0 0-1,0 1 1,0 0 0,0-1-1,1 1 1,-1 1 0,1-1-1,-1 0 1,1 1 0,-3 3 0,1-2 8,-10 9-40,0 0-1,1 2 1,1-1-1,1 2 1,-15 21-1,-44 89-404,63-110 348,3-6-4,1 1 0,0 0-1,1 0 1,0 0 0,-2 20 0,-1 5-122,7-34 206,-1-1 1,1 1-1,0-1 0,1 1 1,-1-1-1,0 1 0,0-1 1,1 0-1,-1 0 0,0 0 1,1 0-1,0 0 0,-1 0 1,1 0-1,-1 0 0,1-1 1,2 2-1,-1-2 4,0 0 0,0 0 0,0 0 0,0-1 0,0 1-1,-1-1 1,1 0 0,0 1 0,0-1 0,-1 0 0,1-1 0,0 1 0,-1 0 0,0-1 0,1 0 0,-1 1-1,0-1 1,0 0 0,3-3 0,4-4-8,-1 0 0,14-20-1,-5 2-2,-1-1-1,-2 0 0,21-56 1,18-97-85,-14 43 55,-31 110 19,-6 19-7,0 0 1,0 0-1,1 1 0,1-1 1,-1 1-1,1-1 0,1 1 1,-1 0-1,1 1 0,9-10 1,-13 15 31,0 1 1,0 0-1,1 0 1,-1 0 0,0 0-1,1 0 1,-1 0-1,1 0 1,-1 1-1,1-1 1,-1 0 0,1 1-1,-1-1 1,1 1-1,0 0 1,-1 0 0,1-1-1,0 1 1,-1 0-1,1 0 1,0 0-1,-1 1 1,1-1 0,0 0-1,-1 1 1,1-1-1,0 1 1,-1-1-1,1 1 1,-1 0 0,1 0-1,-1 0 1,0 0-1,1 0 1,-1 0 0,0 0-1,1 0 1,-1 0-1,0 1 1,0-1-1,0 0 1,0 1 0,0-1-1,0 3 1,4 4 32,0 0 0,-1 1 1,0 0-1,-1 0 0,0 1 1,4 14-1,15 100 308,40 168 31,-58-279-364,1-1 1,1 0-1,0 0 1,0-1-1,10 13 1,-14-22-30,0 0 1,-1-1-1,1 1 0,0-1 1,0 1-1,0-1 0,0 0 1,0 0-1,0 0 0,0 0 1,0 0-1,0 0 0,0 0 0,1-1 1,-1 1-1,0-1 0,0 0 1,1 0-1,3 0 0,51-5-184,-30 1 154,101-3 615,-120 6-534,0 0 0,-1 0 0,1-1 0,0 0 0,0 0 0,-1-1 0,0 0 0,1 0 0,-1-1 0,0 0 0,0 0 0,-1 0 0,0-1 0,1 0 0,-1-1 0,-1 1 0,1-1 0,-1 0 0,0 0 0,-1-1 0,6-10 0,-9 14-22,-1-1 0,1 1 0,-1-1 0,0 0 0,0 1 0,-1-1 0,1 1 0,-1-1 0,0 0 0,-1-4 0,0 3-2,2-1-2,0 5-5,0 0-1,0 1 1,-1-1 0,1 0 0,0 1 0,0-1 0,0 0 0,0 0 0,-1 1-1,1-1 1,0 1 0,-1-1 0,1 0 0,-1 1 0,1-1 0,0 1 0,-1-1-1,1 1 1,-1-1 0,1 1 0,-2-1 0,-11-14 15,10 13 64,5 4-302,2 1 186,0 0 0,0 0 0,0-1-1,1 1 1,-1-1 0,1 0 0,-1 0 0,1 0 0,0-1-1,0 0 1,0 1 0,0-2 0,0 1 0,0-1 0,7 0-1,14 1-164,42-5-1,35-15 29,-18 3 556,-77 16-351,0 1-1,0 0 1,0 0-1,0 0 1,-1 1-1,1 1 1,0-1-1,-1 1 1,1 0 0,-1 1-1,0 0 1,7 5-1,12 5 86,-11-7-98,1 1 0,1-2 0,29 8 0,-38-13-17,0 1 1,0-1-1,0-1 1,0 0 0,0 0-1,0 0 1,0-1-1,0 0 1,0-1 0,12-4-1,8-5 15,-1-2 1,0-1-1,46-33 0,-41 25 50,62-30 0,-57 35-45,0-2 0,-1-1-1,-1-2 1,35-29 0,-57 41 4,0 0 0,1 0 0,1 1 0,-1 1 0,1 0 0,26-8 0,-31 13-9,1 0 0,-1 1 0,1 0 0,-1 1 0,1 0 1,0 0-1,-1 1 0,1 1 0,0 0 0,-1 1 0,14 3 0,-1 2-197,0 2-1,0 0 0,0 2 1,-2 0-1,1 2 0,-1 0 0,-1 1 1,-1 1-1,0 1 0,21 23 1,-30-28-1100,-1 0 0,-1 0 0,0 1 1,10 18-1,-5-7-4111,-3-8-1213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6.7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 6069,'0'0'4768,"-24"0"-4176,1 0-692,3 0-960,-4 0-2004,4 3-1157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8.3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8 172 6437,'-2'-5'592,"1"0"0,0 0 0,0 0 1,0 0-1,0-1 0,1 1 0,0 0 1,0 0-1,0-1 0,1 1 0,0 0 1,0 0-1,2-6 0,1-10 747,-4 18-284,0-1-73,0-3-557,1 0 1,-1 1 0,1-1-1,0 0 1,1 1 0,0-1 0,5-12 2303,-7 25-2365,1 0 0,0 0 0,0 1 0,1-2 0,-1 1 1,3 6-1,5 18 220,6 71 1760,3 130 0,-9-79-1333,16 196-892,70 590-116,-80-855-1412,38 114 1,-20-107-3245,5-3-4094,-10-28-4819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8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65 471 14281,'-18'29'880,"13"-22"-531,1 0 0,0 0 1,0 0-1,0 0 0,1 1 0,0 0 0,1-1 0,0 1 0,0 0 0,-1 13 0,1-8 211,-2 7 1136,0 40 0,4-53-1423,0 1 1,1-1-1,0 0 0,0 1 1,1-1-1,0 0 0,0 0 1,1 0-1,5 10 0,7 6 13,0 0-1,2-1 1,1-1-1,0-1 0,2-1 1,0 0-1,1-2 0,1 0 1,1-1-1,0-2 1,46 23-1,-3-8-259,1-3-1,1-2 1,93 18 0,-71-22-592,-1-5 0,2-3 0,113 0 0,-160-12 429,0-2 0,0-2 1,0-2-1,0-2 0,-1-2 0,0-2 1,-1-1-1,72-34 0,-91 33 162,1 0-1,-2-1 1,0-2-1,0 0 1,-2-1 0,0-1-1,-2-1 1,0 0-1,-1-2 1,-1 0-1,24-43 1,-14 12 113,-3 0-1,-1-2 1,-3-1-1,17-83 1,-26 94-167,34-147-1394,-10 64-3339,-14 67-1835,6 10-4310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28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67 2844,'-10'-67'-836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1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151 20 12305,'-34'-17'5080,"32"17"-4889,1-1 1,-1 1 0,0-1 0,0 1 0,0 0 0,0 0 0,1 0 0,-1 0 0,0 0 0,0 1 0,0-1 0,0 0 0,1 1 0,-1-1 0,0 1 0,0 0 0,1 0 0,-1-1 0,0 1 0,-2 2 0,-2 4 301,0 0-1,0 1 1,0 0 0,1-1 0,0 2-1,0-1 1,1 1 0,0-1 0,1 1-1,0 0 1,0 0 0,-2 18 0,-1 11 392,1 1-1,0 38 1,5-41-716,2 1 1,0-1-1,3 0 0,1-1 0,20 65 0,-15-69-1177,1-1 0,1 0 0,31 49 0,-36-66 455,57 83-5454,-16-35-1277,6-7-3347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1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1 215 13317,'0'-1'55,"5"-26"1586,1 0 0,2 0-1,0 1 1,17-36 0,-23 59-1474,1 0-1,-1 0 1,1 0 0,-1 0-1,1 0 1,0 0 0,0 0-1,0 1 1,0 0-1,1-1 1,-1 1 0,1 0-1,-1 1 1,1-1 0,-1 1-1,1 0 1,0-1 0,0 2-1,0-1 1,0 0 0,0 1-1,0 0 1,0 0 0,0 0-1,0 0 1,0 0 0,0 1-1,7 2 1,-1-1-43,0 1 1,0 1-1,0-1 0,-1 2 1,1-1-1,-1 1 0,0 1 1,0 0-1,13 12 1,-11-7-50,0 2 1,-1 0 0,-1 0 0,0 1 0,-1 0 0,0 0 0,-1 1 0,-1 0 0,-1 0 0,0 0 0,5 27 0,-1 7 43,-3 0 0,1 77 0,-11-22-15,-5 0 0,-31 150 0,23-158-59,-14 49-92,-8 55 1942,36-175-1245,3-23-592,1 1 0,-1-1 1,1 0-1,0 0 0,-1 0 0,1 1 1,0-1-1,0 0 0,1 0 1,-1 0-1,0 0 0,1-1 1,-1 1-1,1 0 0,-1-1 1,5 4-1,-3-5-58,1 0 0,0 0 0,-1 0 0,1 0 0,0-1 0,-1 1 0,1-1 0,0 0 0,-1 0 0,1 0 0,4-3 0,5-1 0,190-75-147,-73 24-1682,253-96-6901,-131 39-2719,-185 80 3821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1.8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211 378 9097,'-9'-29'1743,"-2"0"0,0 0 0,-2 1 0,-2 0-1,0 1 1,-26-32 0,27 40 181,0 0 0,1-1 0,-19-38 0,11 29 308,19 26-1367,7 3-294,0 0-565,1 0 0,0 0 0,-1 1 0,1 0 0,-1 0 1,1 0-1,-1 1 0,0 0 0,1 0 0,-1 0 0,0 1 0,0-1 0,-1 1 0,1 1 0,0-1 0,-1 1 0,0-1 1,4 6-1,11 10-10,-2 1-1,24 35 1,-39-51 7,42 62-3,-3 2 0,46 107 0,38 156 0,-47-72-806,-55-172-4055,-2 1-6236,-11-46-1922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1.9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17 441 11345,'-17'-57'2436,"17"-1"-216,14 22 1,3 3-509,-1 3-324,4 0-264,14 0-264,6 2-400,7 1-368,0 3-712,3-3-788,10 0-904,7 6-3493,-3 9-4924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2.1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82 15189,'-27'-27'3065,"17"21"-661,-10-3-456,0 0 2388,27-6-6720,6 0 100,7 21-6589,7-6-1544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2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42 189 13065,'-6'-4'756,"-12"-4"2977,17 9-3298,-1 1 1,1-1 0,0 1-1,-1-1 1,1 1 0,0 0 0,0-1-1,0 1 1,0 0 0,0 0-1,0 0 1,1 0 0,-1 2 0,-1 12 378,2 0 1,0-1-1,1 1 1,0 0 0,7 26-1,-1 5 523,62 356 1788,-45-305-3204,4-1 1,42 96-1,-58-166 79,1-1 0,30 45 0,-36-60 0,1-1 0,0 1 0,1-2 0,1 1 0,-1-1 0,1-1 0,1 1 0,17 9 0,-22-14 0,0-1 0,0-1 0,0 1 0,1-1 0,-1 0 0,1 0 0,-1-1 0,1 0 0,0 0 0,0-1 0,-1 0 0,1 0 0,0 0 0,0-1 0,13-3 0,-12 1 0,1 0 0,0-1 0,-1 0 0,0 0 0,0-1 0,0-1 0,-1 1 0,1-1 0,-1 0 0,9-11 0,0-2 0,-1-1 0,-1-1 0,0 0 0,-2-1 0,0 0 0,-2-1 0,13-41 0,-12 23 0,-1 0 0,-3-1 0,-1 0 0,-2-1 0,-2 1 0,-2-1 0,-2 0 0,-1 1 0,-10-43 0,-2 17 0,-2 0 0,-4 2 0,-2 0 0,-55-106 0,65 147-219,-1 0-1,-2 0 1,0 2 0,-2 0-1,0 1 1,-35-32 0,51 52 23,1 1 0,-1-1 1,0 0-1,0 1 1,0-1-1,0 1 1,0 0-1,0-1 1,0 1-1,0 0 1,-1 0-1,1 0 1,0 1-1,-1-1 1,1 1-1,0-1 1,-1 1-1,1 0 1,-1 0-1,1 0 1,-1 0-1,1 0 0,0 0 1,-1 1-1,1-1 1,-1 1-1,1 0 1,0 0-1,0 0 1,-1 0-1,1 0 1,0 0-1,0 0 1,0 1-1,-3 2 1,1 0-602,1 0 0,-1 0 0,1 1 0,0-1 0,0 1 0,0-1 1,0 1-1,1 0 0,0 0 0,0 0 0,1 1 0,-1-1 0,0 6 1,2-6-641,0 0 1,0 0 0,0-1 0,1 1 0,0 0 0,2 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2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71 146 12885,'-13'-12'1289,"10"9"-710,-1-1 0,1 1 1,-1 1-1,0-1 0,0 0 0,0 1 0,0 0 0,-7-3 0,5-1 3331,3-7-2986,3 11-208,-4-7 808,1-10 5230,7-10-7201,10 0 0,24 36-16800,-20 2 5158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3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59 172 15089,'-28'-20'2966,"28"20"-2845,0-1 0,-1 1 0,1 0 0,0 0 1,-1 0-1,1 0 0,0 0 0,-1-1 0,1 1 0,0 0 0,-1 0 0,1 0 1,0 0-1,-1 0 0,1 0 0,0 0 0,-1 0 0,1 0 0,0 0 0,-1 0 1,1 1-1,0-1 0,-1 0 0,1 0 0,0 0 0,-1 0 0,1 0 0,-1 1 1,-7 9 694,7-9-423,0 1-155,-1 0 0,1 0 0,0 0-1,0 1 1,0-1 0,0 0-1,0 1 1,0-1 0,1 1 0,-1-1-1,1 0 1,-1 1 0,1 0-1,0 2 1,4 37 1184,-2-27-916,9 55 1024,3-1 0,29 87-1,-31-112-1622,3 2 93,1-1 0,2-1 0,2-1 0,2 0 0,2-2 0,2-1 0,1 0 0,58 63 0,-76-95 0,-1 0 0,1 0 0,1-1 0,-1 0 0,1 0 0,0-1 0,1 0 0,-1-1 0,1 0 0,1-1 0,11 3 0,-15-5 0,0-1 0,1 0 0,-1 0 0,1-1 0,-1 0 0,1-1 0,-1 0 0,1 0 0,-1 0 0,0-1 0,0-1 0,0 1 0,0-1 0,0-1 0,14-8 0,-11 5-3,0-1 0,-1 0 1,-1-1-1,1 0 0,-1-1 0,-1 0 0,0 0 1,0-1-1,-1 0 0,-1 0 0,1-1 1,-2 1-1,0-1 0,0-1 0,-1 1 0,-1-1 1,3-14-1,0-10-70,-2 1 0,-1-1 0,-2 0 0,-7-68 0,0 55-15,-2 1 1,-3 0-1,-29-83 1,-76-131-2038,108 248 1281,-1 0 0,-19-26 0,26 39 589,1 0 0,-1 0 0,0 0 0,0 0 1,0 0-1,0 1 0,0-1 0,0 1 0,0 0 1,-1 0-1,1-1 0,-1 1 0,1 1 0,0-1 1,-1 0-1,1 1 0,-1-1 0,0 1 0,1-1 1,-1 1-1,-4 1 0,5-1-307,-1 1 0,1-1 0,0 1 1,-1 0-1,1 0 0,0 0 0,-1 0 0,1 0 0,0 0 1,0 0-1,0 1 0,0 0 0,-2 2 0,-22 26-10327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3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46 12221,'-13'-45'20546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4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94 5593,'17'-25'1247,"-14"20"76,-5-16 1604,2 19-2692,0 0 1,0 0 0,0 1 0,0-1 0,1 0-1,-1 0 1,1 0 0,-1 1 0,1-1 0,0 0-1,1-2 1,3-5 2082,-4-1 3410,10 33-2647,3 22-2031,-3 0 0,-1 1 0,-3 1 0,2 48 0,-1-18-279,23 318 976,-26-131-3913,-9-173-2363,-28 146 0,13-113-2494,2-6-4560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6.2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44 208 11093,'3'-5'418,"1"0"0,-1 0 0,0 0 0,0 0 0,-1-1 0,1 1 1,-1-1-1,1-8 0,-2 11 63,-1-1 1,0 0 0,0 0-1,0 0 1,0 1-1,-1-1 1,0 0 0,0 0-1,0 1 1,0-1 0,0 0-1,-1 1 1,1 0-1,-5-7 1,-15-21 2217,15 25-2287,1-1 0,1 0 0,-1 0 0,1 0 0,1-1 0,-4-8 0,6 14-1127,5 2-413,1 1 573,0-1 0,1 1 0,-1 0 0,0 1 0,0-1 0,0 1 0,8 4 0,-12-5 243,0-1 0,1 1 0,-1 0 0,0 0 0,0 0 0,0 0 0,1 0 0,-1 0 0,0 0 0,-1 0 0,1 0 0,0 0-1,0 1 1,0-1 0,-1 0 0,1 1 0,0-1 0,-1 0 0,1 1 0,-1-1 0,0 1 0,0-1 0,1 2 0,1 5-1571,7 32-7141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6.4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54 392 11473,'0'0'5245,"-10"-21"-2633,0 3-432,-4 0-384,4 3-316,4-12-308,2 3-284,4-6-219,0-13-441,14 13-977,-1-3-435,1-3-988,-4 3-828,3-3-3121,7 8-5412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7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75 11505,'-11'-5'1179,"7"4"-740,0-1 0,0 1 0,0-1 0,1 0 0,-1-1 0,1 1 0,-1 0 0,1-1 0,0 0 0,-4-4 0,-31-30 3463,38 36-3833,-1 1 1,0-1-1,0 1 1,0-1-1,0 1 1,-1 0-1,1-1 1,0 1-1,0 0 0,0 0 1,0 0-1,0 0 1,0 0-1,0 0 1,0 0-1,0 0 1,0 0-1,-2 1 1,-1 0 132,0-1-127,0 0 0,0 1 0,0-1 0,0 1 0,0 0 0,0 1 0,0-1-1,0 0 1,1 1 0,-1 0 0,1 0 0,-1 0 0,1 0 0,0 1 0,0-1 0,0 1-1,0 0 1,0 0 0,0 0 0,1 0 0,-1 1 0,1-1 0,0 0 0,0 1-1,1 0 1,-4 7 0,0 4 14,1 1 0,0 0 0,1 0 1,0 0-1,0 21 0,2-4-8,1 0 0,2 0 0,1 0-1,2 0 1,10 40 0,6-4-4,38 87-1,-55-146-72,56 146-20,-52-131-45,-1 1 0,-1 0 0,-2 0 0,3 34 1,-8-38 28,-1 0 0,-1 0 0,0 0 0,-2 0 0,0-1 0,-15 37 0,17-52 37,0 0 1,-1 0-1,1 0 1,-1-1-1,0 0 1,-1 0-1,1 0 1,-1 0-1,0-1 0,0 0 1,0 0-1,-11 6 1,16-10-5,-1 0 20,-1-1-1,0 0 0,1 0 1,-1 1-1,0-1 0,1 0 1,-1 0-1,1-1 0,0 1 1,-1 0-1,1 0 0,0-1 1,0 1-1,0-1 0,-2-1 1,1-4-4,0 1 0,0-1 0,1 0 0,0 1 0,0-1 0,0 0 0,1 0 1,0 0-1,1-9 0,14-66 62,1 20-418,2 1-1,41-91 1,11-22-814,-21 52-139,79-140 0,-117 241 1205,5-9-34,1 1-1,2 0 1,24-28 0,-41 54 228,-1 4-78,-1 1 0,1-1 0,-1 0 0,1 0 0,0 0 0,0 0 0,0 0 1,-1 0-1,1 0 0,0 0 0,0 0 0,0 0 0,1 0 0,0 0 0,11 13 164,-11-7-150,-1 0 0,0 0-1,0 0 1,-1 0 0,0 0-1,0 0 1,-1 8-1,0 1 36,-2 18 128,-8 44 0,6-58-167,2-1-1,0 1 1,2 0-1,0 0 1,1-1 0,1 1-1,0 0 1,2 0 0,0-1-1,12 38 1,36 76 148,-48-125-184,0 0 0,1-1 0,0 1 0,0-1 0,1 0 0,0 0 0,0 0 0,1-1 0,-1 0 0,2 0 0,-1 0 0,12 8 0,-5-5-3,-9-6 5,0 0 1,0 0-1,0 0 1,1-1-1,-1 0 1,1 0-1,-1 0 1,1 0-1,0-1 1,0 1-1,0-1 1,0-1-1,0 1 1,0-1-1,0 0 1,0 0-1,0 0 0,0 0 1,0-1-1,0 0 1,-1 0-1,1-1 1,0 1-1,0-1 1,-1 0-1,1 0 1,-1-1-1,1 1 1,-1-1-1,0 0 1,0 0-1,0 0 1,-1-1-1,1 1 1,-1-1-1,0 0 1,0 0-1,0 0 1,0 0-1,-1-1 1,1 1-1,-1-1 1,-1 1-1,4-11 0,0-9 54,0 1 0,-2-1 0,-1-1-1,-1 1 1,-1 0 0,-1 0-1,-6-40 1,0 28-47,-1 0-1,-2 1 1,-1 0 0,-22-47 0,26 67-198,-1 0 0,0 1 0,-1 0 0,-12-14 1,18 24-118,0 1 1,0-1 0,0 1 0,-1 0-1,0 0 1,1 0 0,-1 0 0,0 0 0,0 1-1,-1 0 1,1 0 0,0 0 0,-1 0 0,0 1-1,1 0 1,-1 0 0,0 0 0,1 0-1,-7 1 1,-1 0-681,8-1 288,-1 1 1,1 0 0,-1 1-1,1-1 1,-1 1 0,1-1-1,-1 1 1,-4 2 0,-11 12-6022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8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218 545 14961,'-33'3'982,"-33"3"1376,18-2 1955,38-3-2218,-1 1 0,1 1 0,-19 7-1,21-7-1688,5-2 665,6-2-792,107-20-261,121-56-18,16-5 0,347-90 0,-244 68 0,10-4-2225,-325 95-2623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8.3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19 727 12637,'-1'-1'433,"-1"-1"-1,0 0 1,1 0 0,-1 0-1,1 0 1,-1 0 0,1-1-1,0 1 1,0 0 0,0-1-1,0 1 1,0 0-1,1-1 1,-1 1 0,1-1-1,-1 1 1,1-1 0,0 1-1,0-1 1,0 1-1,0-1 1,2-4 0,12-19 693,-3 14-565,1 0 0,0 1 0,1 1 0,0-1 0,21-11 0,-16 10-262,69-41 336,2 3 1,181-72-1,207-41-4593,-441 152 3472,230-69-4467,-87 29-3173,-81 28-652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9.5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6853,'1'1'104,"1"0"0,-1 0 1,0 0-1,1 0 1,-1 0-1,0 0 0,0 1 1,0-1-1,0 0 1,0 1-1,0-1 0,-1 1 1,1-1-1,0 1 1,-1-1-1,1 1 0,-1-1 1,1 1-1,-1 0 1,0-1-1,1 4 0,1 5 412,16 33 2011,31 54 1,-6-17-816,116 243 1430,-6-4-2085,-96-193-1091,166 401-5675,-175-400 1087,2-3-2660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39.8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1577 9465,'1'9'524,"1"1"-1,0 0 1,1-1 0,-1 1-1,8 13 1,-9-20-364,0-1 1,0 1-1,1-1 1,0 1-1,-1-1 1,1 0-1,0 1 0,0-1 1,0 0-1,0 0 1,0-1-1,1 1 1,-1 0-1,0-1 1,1 1-1,0-1 1,-1 0-1,1 0 0,0 0 1,-1 0-1,1 0 1,0-1-1,0 1 1,4-1-1,13-1 243,1-1 0,-1-1 0,-1 0 0,37-13 0,78-35 354,-117 44-680,56-25-370,-1-4 1,-2-2-1,-2-4 0,-2-3 1,-2-2-1,88-84 0,-26 4-1642,-5-5-1,-7-5 1,189-296-1,-228 302 1272,-64 108 454,-1 0 0,-1-1 1,11-44-1,-18 60-45,0 0 0,-1 0 1,0 0-1,-1 0 1,0 0-1,0 0 0,-1 0 1,0 1-1,0-1 0,0 0 1,-1 0-1,-4-8 0,-3-10-1623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4.3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61 429 8801,'-60'-6'13053,"65"6"-11842,236 13 2465,130-17-2516,-328 2-997,1965-131 946,-1363 61-962,-5-32-196,-444 52-1378,-189 50 976,-1 0 0,0 0 0,1-1-1,-1 0 1,8-5 0,-14 7 366,0 1 0,1 0 0,-1-1 0,1 1 1,-1 0-1,0-1 0,1 1 0,-1 0 0,1-1 0,-1 1 0,0-1 0,0 1 0,1-1 0,-1 1 1,0-1-1,0 1 0,0-1 0,0 1 0,1-1 0,-1 1 0,0-1 0,0 1 0,0-1 0,0 1 0,0-1 1,0 0-1,-1 0-52,0 0 1,1 0 0,-1 0 0,0 1-1,0-1 1,0 0 0,0 0 0,0 0-1,0 1 1,0-1 0,0 1-1,0-1 1,0 1 0,0-1 0,0 1-1,0 0 1,-1-1 0,-16-4-2123,0 1 1,0 0 0,-25-1-1,-14 0-6115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4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1058 12 13121,'-1'-1'210,"0"0"1,0 0-1,0 0 0,0 0 1,-1 0-1,1 0 0,0 0 0,-1 1 1,1-1-1,-1 0 0,1 1 0,-1-1 1,1 1-1,-1 0 0,1-1 1,-1 1-1,1 0 0,-1 0 0,-2 0 1,-1 1 153,1 0 1,0 0-1,-1 0 0,1 0 1,0 1-1,0-1 1,-4 4-1,-4 1 171,0 2-1,1-1 0,0 2 1,-10 9-1,-25 26 586,-67 61 661,-169 204 1,152-132-1356,-110 200 0,218-338-390,1 1 0,-21 59 1,36-80-85,1-1 1,0 1-1,1-1 1,1 1-1,1 0 1,1 0-1,0 0 1,3 25 0,-1-37-31,0 1 1,1-1-1,0 0 1,0 0-1,0-1 1,1 1-1,0 0 1,1-1-1,-1 0 1,1 1-1,0-1 1,1-1-1,-1 1 1,1-1 0,0 0-1,1 0 1,-1 0-1,1-1 1,0 1-1,0-1 1,0-1-1,1 1 1,-1-1-1,1-1 1,7 3-1,5 1-115,0-2 0,0 0 0,1-1-1,-1-1 1,1-1 0,-1 0-1,1-2 1,21-3 0,98-19-2449,234-72 1,-312 77 1594,137-39-4696,14-6-3577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5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23 320 7737,'0'0'73,"0"1"0,-1-1 1,1 0-1,0 0 0,0 0 1,-1 0-1,1 1 0,0-1 1,-1 0-1,1 0 0,-1 0 1,1 0-1,0 0 1,-1 0-1,1 0 0,0 0 1,-1 0-1,1 0 0,0 0 1,-1 0-1,1 0 0,0 0 1,-1-1-1,1 1 0,0 0 1,-1 0-1,1 0 0,0 0 1,-1-1-1,1 1 0,0 0 1,0 0-1,-1 0 0,1-1 1,0 1-1,0 0 0,-1-1 1,1 1-1,0 0 0,0 0 1,0-1-1,0 1 1,0 0-1,-1-1 0,1 0 22,-1 0 0,1 0 1,-1 1-1,1-1 0,-1 0 0,1 0 0,-1 0 0,1 0 0,0 0 0,0 0 0,-1 0 0,1 0 1,0 0-1,0 0 0,0 1 0,0-1 0,0 0 0,0 0 0,0 0 0,1 0 0,-1 0 0,1-1 1,3-16 4201,-9-8-2493,-1-6-743,23-58 1191,-8 47-1468,14-38 169,-22 78-825,-3 5-148,1-1 61,-1 1 0,1-1 0,0 1 1,0 0-1,-1-1 0,1 1 0,0 0 0,0 0 1,1 0-1,-1 0 0,0 0 0,1 0 1,-1 0-1,1 0 0,-1 0 0,1 0 1,0 0-1,0 0 0,0 0 0,0 1 1,0-1-1,1 0 0,-1 0 0,1 0 0,0 2 1,0 65 892,2-51-873,-3-15 7,0 1 12,0 7-106,1 0-1,1 0 1,0 0-1,0 0 1,1-1 0,0 1-1,6 13 1,-7-22-168,18 1-439,27 11-2,-44-13 524,20 11-586,-13-11-5964,-2-5 4881,0 0 0,1 0 0,-1 1 0,13-3 0,-1 5-3893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7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613 752 9121,'-19'-43'4527,"-46"-79"1,62 117-4290,-1 0 0,0 0 0,0 0 1,0 1-1,0 0 0,-1 0 0,1 0 1,-1 0-1,0 1 0,0 0 0,-1 0 0,1 0 1,0 1-1,-1-1 0,-9-1 0,10 3-155,-1 0 0,0 1 0,1-1 0,-1 1 0,0 0 1,1 1-1,-1 0 0,0-1 0,1 2 0,-1-1 0,1 1 0,-10 4 0,-3 2 74,0 2 0,-22 15-1,15-7-81,1 1 0,1 1-1,1 1 1,1 1-1,1 1 1,1 1 0,1 1-1,1 0 1,1 1-1,2 1 1,0 0 0,2 1-1,1 1 1,1 0-1,-7 37 1,15-59-66,1-1-1,1 0 1,0 1 0,0-1-1,0 1 1,0-1 0,1 1-1,0-1 1,1 0-1,-1 0 1,1 1 0,0-1-1,1 0 1,5 10 0,-6-13-6,1 1 1,0-1 0,0 0-1,0 1 1,0-1-1,0-1 1,1 1-1,-1 0 1,1-1 0,0 0-1,0 0 1,0 0-1,0 0 1,0-1 0,0 1-1,0-1 1,0 0-1,1 0 1,-1-1-1,1 1 1,7-1 0,7-2 12,-1 0 1,1-2 0,0 0-1,-1-1 1,0-1 0,28-13-1,47-14-83,-83 30 66,1 1 0,0 0 0,0 0 0,0 1 0,0 1 0,19 1 0,-24 0 5,0 1 0,0 0 0,0 0 0,0 0 0,0 1 0,-1 0 0,1 0 0,-1 0 0,0 1 0,1-1 0,-2 1 0,1 1 0,0-1 0,-1 1 0,0-1 0,0 1 0,6 10 0,1 3 97,-1 1 0,0 0 0,13 38 0,-13-22-26,-1-1 0,-1 2 0,-3-1-1,0 0 1,-3 1 0,-3 70 0,-9 0 48,-24 108 0,5-90-99,-27 75-23,43-155 43,-2-1-1,-1 0 1,-2 0-1,-32 51 1,34-69 6,-1 0 0,-35 38 0,51-64-54,0 1 0,1-1 0,-1 0 0,0 0 1,1 0-1,-1 0 0,1 0 0,-1-1 0,1 1 0,-1 0 0,1 0 0,0 0 0,0 0 0,-1-1 0,1 0 0,0-6-32,0 0 0,0 0 0,1 0 0,0 0 1,0 0-1,1 0 0,0 0 0,0 1 0,4-9 0,37-70-344,-30 61 236,386-610-1519,-278 456 1452,-69 104 165,57-91 48,-54 74-66,70-137 371,-123 226-221,-22-4 327,17 7-386,0 0 1,0 0-1,0 1 0,0-1 1,0 1-1,0-1 1,0 1-1,0 0 0,1 0 1,-1 1-1,0-1 0,1 0 1,-1 1-1,0 0 1,1-1-1,0 1 0,-3 3 1,-40 44 425,28-27-267,4-6-83,1-1 0,0 2 0,2 0 0,0 0-1,-13 33 1,18-38-65,1 1 0,0 0-1,0 0 1,2 1-1,0-1 1,0 1 0,1-1-1,1 1 1,1 18-1,0-26-29,0 0 0,1 0 0,-1 0 0,1-1 0,0 1 0,0 0 0,1-1 0,0 1 0,0-1 0,0 0 0,0 0 1,1 0-1,0-1 0,0 1 0,0-1 0,1 0 0,6 5 0,-1-3-71,-1 0 0,1-1 0,1 0 0,-1-1 1,1 0-1,-1-1 0,1 0 0,19 3 1,-1-3-168,1-1 0,0-2 0,0 0 1,-1-2-1,46-9 0,-42 3 101,-2-2-1,1-1 1,-2-1 0,0-1-1,0-2 1,-1-1 0,-1-1 0,0-2-1,-2 0 1,0-2 0,-1-1-1,43-50 1,-33 30 43,-1-3 0,-3-1 0,-2-1 0,26-56 0,77-208-59,-84 188 201,-9 16 115,12-30 230,-49 132-277,0 1-1,1-1 1,0 1-1,-1-1 1,1 1-1,5-5 1,-7 8-101,-1 1 0,0 0-1,1-1 1,-1 1 0,0 0 0,1 0 0,-1 0 0,1-1-1,-1 1 1,0 0 0,1 0 0,-1 0 0,1 0 0,-1 0-1,0 0 1,1-1 0,-1 1 0,1 0 0,-1 0-1,1 0 1,-1 1 0,0-1 0,1 0 0,-1 0 0,1 0-1,-1 0 1,1 1 0,0-1 14,0 1 0,0 0 0,0 0 0,0 0 0,0 0 0,0 1 0,-1-1 0,1 0 0,0 0 0,-1 0 1,1 1-1,-1-1 0,1 2 0,3 13 136,0 0 1,-1 0 0,-1 0 0,0 0 0,-1 18-1,-7 90 393,2-62-334,1 40 59,-5 72-1026,5-144 196,-1-1-1,-2 0 0,-17 52 0,13-53-19,2-4-786,-1 0 0,-1-1 0,-1 0 1,-19 28-1,28-48 170,0-6 145,-2-2 712,1 2 188,0-1 1,1 1-1,0-1 1,-1 1-1,2-1 0,-1 0 1,0 1-1,1-1 1,-1 0-1,1 0 1,0 0-1,0 0 0,1-1 1,-1 1-1,1-4 1,0-29-326,2 0 0,1 1 0,12-57 0,38-108-251,-44 172 636,11-33-33,3 1 0,36-69 0,73-110 1961,-96 176-641,47-59 3261,-81 124-4289,-1-1 0,0 1 0,1-1 1,-1 1-1,1 0 0,-1 0 1,0-1-1,0 1 0,1 0 0,-1 0 1,1 2 18,0-1-82,0 0-1,0 1 0,0-1 0,-1 1 0,1 0 0,-1-1 0,0 1 0,0 0 0,0 0 0,0-1 0,0 1 0,-1 0 0,1 0 0,-1 0 1,0 6-1,-3 46 845,1-43-700,-31 206 2354,1-7-1526,23 22-1850,1-9-3795,6-136-2559,2-66 3808,-2 8-4495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8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11 643 6285,'-11'8'2417,"15"-16"1162,18-14-1355,-15 18-2074,1 1 0,-1 0-1,0 1 1,13-3 0,3-2 42,92-24 338,1 4 0,161-16 0,-253 40-284,0 2 1,32 2-1,-46-1-154,-1 1 0,0 1-1,1-1 1,-1 2 0,0-1 0,0 1 0,0 0-1,14 9 1,-18-9-62,-1 0 0,0 0 1,-1 1-1,1 0 0,-1 0 0,0 0 0,1 0 1,-2 0-1,1 1 0,0-1 0,-1 1 0,0 0 0,0 0 1,-1-1-1,1 1 0,0 6 0,0 0-227,0 0 0,-1-1 0,0 1 0,-1 0 1,-1 0-1,-1 14 0,1-21-510,5 8-1015,-4-11 1657,0 0-1,1-1 1,-1 1-1,0-1 0,0 1 1,0 0-1,1-1 1,-1 1-1,0-1 0,1 1 1,-1-1-1,0 1 1,1-1-1,-1 1 0,1-1 1,-1 0-1,0 1 1,1-1-1,-1 0 0,1 1 1,0-1-1,-1 0 1,1 1-1,-1-1 0,1 0 1,-1 0-1,1 0 1,0 0-1,-1 1 1,1-1-1,-1 0 0,1 0 1,1 0-1,-1-1-26,1 0 0,0 0 0,0 1 1,-1-1-1,1 0 0,0-1 0,-1 1 0,1 0 0,-1 0 0,0-1 0,2-1 1,5-6-247,-1-1 1,13-20-1,-6 0-17,16-42-1,-22 48 268,2 0-1,1 1 0,0 0 1,18-26-1,-5 17 244,1 0 0,1 2 1,2 1-1,1 1 0,44-33 0,-56 48 694,-2 0 1,19-20-1,-2 2 1177,-28 28-1886,-1 0 0,1 0 0,0 1 0,0 0 0,0 0 0,6-2 0,-5 1 25,-3 3-129,0 0 0,1 0-1,-1 0 1,0 0 0,0 0-1,0 0 1,0 1 0,0-1-1,-1 1 1,1-1 0,0 1 0,0 0-1,0 0 1,0-1 0,2 3-1,4 1 49,20 8 77,49 30 0,-2-1-595,-68-37 358,1-1 1,-1 0-1,1 0 1,0-1-1,0 0 1,0 0-1,0-1 1,0 0-1,0 0 1,0-1-1,8-1 1,-9 0 39,-1 0 1,1-1-1,-1 0 1,0 0 0,1 0-1,-1-1 1,0 0 0,-1 0-1,1 0 1,0-1 0,-1 0-1,0 0 1,0 0-1,5-7 1,15-15-33,36-52 0,-19 23-74,-41 53 115,5 10-1925,-6-7 1935,0 0-1,0-1 0,1 1 0,-1 0 1,0-1-1,0 1 0,1 0 1,-1-1-1,0 1 0,1 0 1,-1-1-1,1 1 0,-1-1 1,1 1-1,-1-1 0,1 1 0,-1-1 1,1 1-1,-1-1 0,1 1 1,0-1-1,-1 0 0,1 1 1,0-1-1,-1 0 0,1 0 1,1 1-1,62-21 63,-64 20-42,0 0 0,1 0 0,-1 0 0,0 0 1,0 0-1,0 0 0,0 0 0,1 0 0,-1 0 0,0 0 0,0 0 0,0 0 0,0 0 0,0 0 0,1 0 0,-1 0 1,0 0-1,0 0 0,0 0 0,0 0 0,0 0 0,1 0 0,-1 0 0,0 0 0,0 1 0,0-1 0,0 0 0,0 0 0,0 0 1,0 0-1,1 0 0,-1 0 0,0 1 0,0-1 0,0 0 0,0 0 0,0 0 0,0 0 0,0 0 0,0 1 0,0-1 0,0 0 1,0 0-1,0 0 0,0 0 0,0 1 0,6 16 150,0 1 0,-2 0 0,0 0 0,-1 0 0,-1 1 0,0-1 0,-3 33-1,-20 137 949,18-170-1056,-21 103 650,-47 136-1,33-154-454,-4-1-1,-77 134 1,58-120 144,29-53 559,-3-2-1,-81 106 1,115-165-585,0-5-48,-1-2-276,1-1-1,0 0 1,0 1 0,0-1 0,1 0 0,0 0 0,0 1 0,1-1 0,0 0 0,0 1-1,0-1 1,0 0 0,1 1 0,0-1 0,0 1 0,3-6 0,8-13 9,1 0 1,20-26-1,-7 10-23,273-450-3679,-136 219 448,-23 34-2826,-73 127-157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9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304 245 6165,'-11'-50'4335,"8"40"-2879,0-1 0,1 1 0,-2-20-1,0-68 3431,4 66-4162,0 29-462,-2 5-38,-10 7-135,2 1 1,-1 1-1,2 0 0,-1 0 0,2 1 0,-1 0 0,2 0 0,-1 1 0,-5 15 0,-5 14 200,-22 76-1,31-81-213,1 1 0,1 1 0,-2 67 1,10-36 42,10 85 1,2-57-129,-3-29 28,1 92 0,-10-141-47,-2 1 1,-1 0-1,-1 0 0,0-1 0,-2 1 0,0-1 0,-1 0 0,-17 35 1,7-21-158,10-20-36,0-1 1,-1 0 0,-1-1 0,0 1 0,-1-1 0,-10 11-1,12-15-923,25-16-3960,45-47-1766,-24 22 519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9.2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0 8189,'1'2'1951,"1"2"-1565,-1-1 1,1 1-1,-1 0 1,0 0-1,-1 0 1,1-1-1,-1 1 1,1 0 0,-1 0-1,-1 7 1,-8 47 2008,2-22-1151,-16 201 1889,-4 19-4401,19-164-1512,1-14-4430,6-57 288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9.5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0 207 4704,'18'-16'573,"19"-20"1550,-32 28-1214,0 1 0,-1 0 0,0-1 1,0 0-1,-1 0 0,3-11 0,11-22 1733,-17 38-2448,0 0 0,-1 0 0,1-1 0,-1 1 0,0 0 0,1 0 0,-1 0 1,-3-5-1,3 6 20,0 1-154,-1-1 0,0 1 1,0 0-1,0-1 0,0 1 0,0 0 0,0 1 0,0-1 1,0 0-1,0 1 0,0-1 0,0 1 0,0-1 1,-4 1-1,4 0-40,0 0 1,1 0 0,-1 1 0,0-1-1,0 1 1,1-1 0,-1 1-1,0 0 1,1 0 0,-1-1-1,0 1 1,1 0 0,-1 0-1,1 1 1,0-1 0,-1 0 0,1 0-1,0 1 1,0-1 0,0 1-1,0-1 1,0 1 0,0-1-1,0 1 1,0 0 0,0 1-1,0 1-25,-1-1-1,1 1 0,1 0 1,-1-1-1,0 1 0,1 0 1,0 0-1,0-1 0,0 1 1,0 0-1,2 6 0,0-3-173,1 1 0,1-1-1,-1 0 1,2 0 0,-1 0-1,0 0 1,1-1 0,1 1-1,-1-1 1,1-1 0,0 1-1,0-1 1,0 0 0,1 0-1,0-1 1,0 0 0,0 0-1,0-1 1,1 1-1,9 1 1,32-4-387,-48-1 564,0 0 0,0 0-1,0-1 1,0 1 0,0 0 0,0-1-1,0 1 1,0 0 0,0-1-1,0 1 1,-1-1 0,1 1 0,0-1-1,0 0 1,0 1 0,-1-1 0,1 0-1,0 1 1,-1-1 0,2-2 0,0 0-7,15-11-302,37-23-1,-48 34 24,1 0-1,-1 0 1,1 0-1,-1 1 0,1 0 1,0 0-1,0 1 1,0 0-1,14-1 1,56-1-4953,-54 0 1602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49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0 7549,'-8'6'297,"1"-1"-1,0 1 1,0 0 0,1 0 0,-1 1 0,-6 10 0,-13 13 1093,19-23-1065,0 1-1,0 1 0,1-1 1,0 1-1,-7 16 0,9-16-339,0 0 0,1 0 0,1 0 0,-1 1 0,1-1 0,1 1-1,0 0 1,0-1 0,1 1 0,1 0 0,-1-1 0,1 1 0,1 0 0,0-1-1,0 1 1,1-1 0,0 0 0,1 0 0,0 0 0,6 11 0,-8-19-35,0 0 1,0 1-1,-1-1 0,1 0 1,0 0-1,0 0 1,0 0-1,0 0 0,1-1 1,-1 1-1,0 0 1,4-1-1,-3 1-71,-2-1 103,0 0 1,0 0-1,1-1 1,-1 1-1,0-1 1,0 1-1,1 0 1,-1-1-1,0 0 1,0 1-1,0-1 1,0 0-1,0 0 1,0 1-1,0-1 1,0 0-1,1-2 1,0 2-23,5-5 27,-1-1-1,0 1 0,1-1 1,-2 0-1,1 0 1,-1-1-1,0 0 1,-1 0-1,7-15 1,15-26-123,-9 20 19,18-26-4327,-25 39 735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1.2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196 651 10889,'-6'-83'6337,"5"81"-6147,1 1 0,0 0 0,0 0 0,0 0 0,-1 0 0,1 0 0,-1 0 0,1 0 0,0 0 0,-1 0 0,0 0 0,1 0 0,-1 0 0,0 0 0,1 0 0,-1 0 0,0 1 0,0-1 0,-1-1 0,1 2-51,1-1 0,-1 1 0,0-1 0,1 1 0,-1-1 1,1 1-1,-1-1 0,1 0 0,-1 1 0,1-1 0,-1 0 0,1 0 1,0 1-1,-1-1 0,1 0 0,0 0 0,-1-1 0,-25 29 3033,19-16-2902,1 0-1,0 1 0,1-1 1,0 2-1,-5 18 0,-11 72 531,10-42-477,-32 229 332,43-289-654,-24 202-530,23-201 504,0 11-129,0-1 1,0 1-1,1-1 1,2 15-1,-2-24 112,0-1-1,1 1 1,-1 0 0,1 0 0,0-1-1,0 1 1,0-1 0,0 1-1,0-1 1,0 1 0,1-1-1,-1 0 1,1 1 0,0-1 0,-1 0-1,1 0 1,0 0 0,1 0-1,-1-1 1,0 1 0,0-1-1,1 1 1,-1-1 0,1 0 0,4 2-1,-1-2-17,0-1 0,0 0-1,1 0 1,-1-1 0,0 0-1,0 0 1,0 0-1,0-1 1,10-4 0,12-5-117,-1-2 0,0-1 0,33-23 0,21-12 11,81-31 8,-127 65 120,0 2 1,67-15-1,212-28-1465,-305 54 1344,-1-1 0,-1 0 0,1 0 0,0-1 1,-1 0-1,0 0 0,0 0 0,0-1 0,0-1 1,7-7-1,-12 11 43,0 1-33,-1-1 120,0 1-1,1 0 0,-1-1 1,0 1-1,1 0 0,0 0 1,-1 0-1,1 0 0,0 0 1,2-1-1,-2 35 41,-1-32-11,0-1-1,-1 1 0,1 0 0,0-1 0,0 1 1,0-1-1,-1 1 0,1-1 0,0 0 1,0 1-1,0-1 0,0 0 0,0 0 0,0 1 1,0-1-1,-1 0 0,1 0 0,0 0 0,0 0 1,2 0-1,-2 0-1,5 0-27,-1 0 0,1-1 0,-1 1 0,0-1 0,1 0 0,-1 0 0,1-1 0,-1 1 0,0-1 0,0 0 0,0-1 0,0 1 0,0-1 0,4-3 0,10-8-190,31-28 1,-43 36 211,9-11-67,0 0-1,0-1 1,17-28 0,16-18 432,-49 63-339,1 0 0,0 0 1,0 0-1,0 0 1,0 0-1,0 0 0,1 0 1,-1 0-1,0 1 1,0-1-1,0 0 0,1 1 1,-1-1-1,0 1 1,1-1-1,-1 1 0,0 0 1,1 0-1,-1 0 1,1-1-1,-1 1 0,0 0 1,1 1-1,1-1 1,1 1 43,0 1 0,0-1 0,0 1 0,0 0 0,0 0 0,4 3 1,5 3-131,-6-4 39,1-1 0,0-1-1,0 1 1,0-1-1,0-1 1,0 1 0,0-1-1,0-1 1,1 0 0,-1 0-1,0 0 1,0-1-1,0 0 1,0-1 0,0 0-1,0 0 1,0-1 0,0 0-1,9-5 1,-1 0-30,0 0 1,-1-1 0,0-1-1,0-1 1,-1 0-1,-1 0 1,0-2 0,12-13-1,6-13 4,-2-2-1,34-64 1,34-93 353,-64 129-13,-3 23-8,-29 43-164,1 3-100,-1 1 1,0-1 0,0 0-1,1 0 1,-1 0 0,0 1 0,0-1-1,1 1 1,-1-1 0,0 1-1,0-1 1,0 1 0,0 0-1,0 0 1,0-1 0,0 1 0,0 0-1,0 0 1,0 0 0,0 0-1,-1 0 1,1 0 0,0 0-1,-1 0 1,1 1 0,-1-1-1,1 0 1,0 2 0,6 39 118,-6-28-109,4 13 17,2 0-1,1 0 1,11 26-1,-19-52-43,1 3-40,3-4 12,-1 1 1,1 0-1,-1 0 0,0 0 0,1 0 1,-1 0-1,4 3 0,-6-4 25,0 0-1,0 0 1,-1 0-1,1-1 1,0 1-1,0 0 1,-1 0-1,1-1 1,0 1-1,0-1 1,-1 1-1,1-1 1,0 1 0,-1-1-1,1 1 1,0-1-1,-1 1 1,1-1-1,-1 0 1,1 1-1,0-2 1,-1 2-7,19-19-37,22-29 1,-25 28 67,1 1 1,20-18-1,-30 32 20,-1 0 1,1 0-1,-1 1 1,1 0-1,0 0 0,1 0 1,-1 1-1,1 0 1,-1 1-1,15-3 0,4 2 143,-1 2 1,52 4-1,-8 0-83,-53-4-87,-1-1-1,1 0 1,-1-1-1,0 0 1,21-8-1,51-17 25,-86 27-39,1 0-1,-1 0 0,1 1 0,0-1 1,-1 1-1,1-1 0,0 1 0,0-1 1,-1 1-1,1 0 0,0 0 0,0 0 1,-1 0-1,1 0 0,0 0 0,0 1 1,-1-1-1,1 1 0,0-1 0,2 2 0,-2 0 3,0-1 0,0 1 0,0 0 0,0 0 0,-1 0 0,1 0 0,0 0 0,-1 1 0,0-1-1,0 0 1,0 1 0,0-1 0,2 6 0,8 33-42,-10-33 23,0-1 0,0 0 0,1 0 0,1 1-1,-1-1 1,1-1 0,0 1 0,0 0 0,1-1 0,0 1 0,0-1-1,1 0 1,8 8 0,-12-13-34,1 0 0,-1 0 0,1 0 0,0-1 0,-1 1 0,1-1 0,0 1-1,-1-1 1,1 0 0,0 1 0,0-1 0,-1 0 0,1 0 0,0 0 0,0-1 0,-1 1 0,1 0 0,0-1 0,-1 1 0,1-1-1,0 1 1,-1-1 0,1 0 0,-1 1 0,1-1 0,-1 0 0,1 0 0,-1 0 0,0 0 0,1-1 0,1-1 0,1-1-38,0 0 0,0-1 0,-1 1 0,1-1 1,-1 1-1,0-1 0,0 0 0,-1 0 1,3-6-1,-3 2 25,0 0 1,-1 0-1,1 0 1,-2 0-1,1 0 1,-1-1-1,-1 1 1,-2-14 0,-3-8-7,-12-35 1,1 5 132,17 59-64,-2-1-130,1 0-1,0 0 0,1 1 0,-1-1 1,0 0-1,1 0 0,-1 0 1,1 0-1,0-4 0,0 7-67,0-3-1155,0 0-338,0 2 1544,0-2-527,0 0 0,0 0-1,0 0 1,1 0 0,-1 0 0,1 0-1,0 0 1,1-4 0,10-4-4866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2.2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90 700 10629,'-5'33'2071,"5"-33"-1952,-1 1 1,1 0-1,0 0 0,-1 0 1,1-1-1,-1 1 0,1 0 1,-1 0-1,1-1 0,-1 1 1,1 0-1,-1-1 0,0 1 1,1 0-1,-1-1 0,0 1 1,1-1-1,-1 0 0,0 1 1,0-1-1,0 1 0,0-1 1,1 0-1,-1 0 0,0 1 1,-1-1-1,-1 1 348,0 1-219,-1 1 1,0-1-1,1 1 1,0 1 0,0-1-1,0 0 1,0 1-1,0-1 1,1 1-1,-1 0 1,1 0-1,0 0 1,0 0-1,-1 6 1,-2 7 309,0 0 0,-2 24-1,4-20-233,3-17-280,0 0 0,0-1-1,0 1 1,1 0 0,-1-1 0,1 1 0,0-1-1,0 1 1,0-1 0,1 1 0,-1-1 0,1 0-1,0 0 1,-1 1 0,6 4 0,3 8 40,-8-13-87,-1 0 0,1-1 1,1 0-1,-1 1 0,0-1 0,1 0 0,-1 0 1,1 0-1,-1 0 0,1 0 0,0-1 1,0 1-1,0-1 0,0 0 0,0 0 1,0 0-1,0 0 0,0 0 0,0-1 1,1 0-1,-1 1 0,0-1 0,5-1 1,1 1-29,-1-1 0,0 0 0,-1-1 0,1 1 0,0-2 0,0 1 1,-1-1-1,10-5 0,-8 2-8,0-1 1,-1 0 0,0-1 0,0 0-1,-1 0 1,0 0 0,0-1-1,8-15 1,5-5-156,8-5-267,1 2-1,60-50 1,-32 30-60,148-155-848,-196 197 1325,15-17-120,23-33 0,-41 50 9,1 0 1,-2 0 0,0-1-1,0 0 1,-1 1 0,0-2-1,4-16 1,-8 27 86,0 0 0,1 0 0,-1 0 0,0 0 0,1 0 1,-1 0-1,1 0 0,-1 1 0,1-1 0,0 0 0,-1 0 0,1 1 0,0-1 0,0 0 1,-1 1-1,1-1 0,0 0 0,0 1 0,0-1 0,0 1 0,0 0 0,0-1 0,0 1 1,0 0-1,0-1 0,0 1 0,0 0 0,0 0 0,0 0 0,0 0 0,1 0 0,39 6-438,-27-4 156,26 10-165,-36-11 1351,-5 2-654,-2 29 99,3-28 109,10 6-213,-8-9-207,0 0 0,-1 1 0,1-1 0,0 0 0,0 0 0,0 0 0,0 0 0,0 0 0,0 0 0,0-1 0,0 1 0,1-1 0,-1 1 0,0-1 0,0 0 0,4 0 0,37-5-699,-33 3 434,-7 1-121,11-7-413,-13 8 789,0-1 0,0 1 0,0 0 0,-1 0 0,1-1 0,0 1 0,0 0-1,0-1 1,-1 1 0,1-1 0,0 1 0,-1-1 0,1 1 0,0-1 0,-1 1 0,1-1 0,-1 0 0,1 1 0,0-2-1,-11-22-243,7 19 250,0 0 0,1 0-1,0 0 1,0 0-1,0-1 1,1 1-1,0-1 1,0 1 0,0-1-1,1 1 1,-1-1-1,1 0 1,2-9-1,2 1 128,2-1 0,-1 0 0,2 1 0,0 0-1,13-19 1,0 0 1121,-20 32-1162,3-5 443,0 1-1,0-1 1,0 1-1,1 0 1,0 0-1,0 0 1,0 1-1,0-1 1,1 1-1,-1 0 1,8-5-1,-12 34 489,-8 66 311,4-61-1169,-1 32 0,5-60-146,0-1 0,0 1 0,0-1 0,0 0 0,0 1 0,0-1 0,0 0 0,1 1 0,-1-1 0,0 0 0,1 0 0,-1 1 0,1-1 0,-1 0 0,1 0 0,0 0 0,0 0 0,-1 1 0,1-1 1,0 0-1,0 0 0,0-1 0,0 1 0,2 1 0,-1-1-10,0-1 0,-1 1 0,1-1 0,0 0 0,0 1 0,0-1 0,-1 0 0,1 0 0,0 0 0,0-1 0,0 1 0,0 0 0,-1-1 0,1 1 0,3-2 0,1-1-147,0 1 1,-1-1 0,1-1 0,-1 1-1,1-1 1,-1 0 0,0 0 0,-1 0-1,9-10 1,-11 11-13,8-12-1141,1 0 0,0 1 0,23-22 0,-27 31 890,-4 3-90,-1-1-1,1 1 1,0-1 0,-1 1 0,1-1 0,-1 0 0,0 0 0,4-6-1,4-11-4349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2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12 5489,'0'0'1508,"-27"-9"-188,4 6 2540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26 12241,'-6'-22'2369,"6"21"-2253,0 1 0,0 0 0,-1 0 0,1-1 0,0 1 0,0 0 0,-1 0 0,1 0 0,0 0 0,-1-1 0,1 1 0,0 0 0,-1 0 0,1 0 0,0 0 0,-1 0 0,1 0 0,0 0 0,-1 0 0,1 0 0,0 0 0,-1 0 0,1 0 0,0 0 0,-1 0 0,1 0 0,0 0 0,-1 1 0,1-1 0,0 0 0,-1 0 0,1 0 0,0 0 0,-1 1 0,1-1 0,0 0 0,0 0 0,-1 1 0,1-1 0,0 0 0,0 0 0,-1 1 0,-11 13 1985,11-5-1497,1 0 1,0 1-1,0-1 0,1 0 1,3 15-1,0 4 300,7 258 4530,-22 2-4330,-10-33-1213,-105 488 0,70-471-2919,42-189-1517,-2 109 0,19-133-2095,5-10-4167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6.0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745 574 12761,'36'-22'1718,"0"1"1,77-32-1,85-14-145,1001-220 408,-655 198-1782,-367 70-128,193 3 0,-325 17-71,-1 1 0,1 3 1,-1 1-1,63 18 0,-86-18 10,-1 1-1,0 1 1,0 1-1,-1 1 0,0 0 1,-1 2-1,0 0 0,-1 0 1,-1 2-1,0 0 0,19 22 1,-11-5 36,-2 1 1,-1 1-1,-2 1 1,-1 1-1,-1 0 1,-3 1-1,19 68 1,-11-12 68,-4 2 0,6 98 1,25 466 274,14 129-413,-51-583-379,-12-167 156,-3-1 0,-1 0 0,-13 58 0,14-82 168,-1 0 1,-1 0-1,0-1 1,0 1-1,-1-1 1,-10 15-1,-106 134-812,106-142 820,-1-1 0,0 0 0,-1-1 0,0-1 0,-2-1 0,1-1 0,-24 12-1,21-13 23,-69 37 163,-2-4 0,-2-4 1,-1-5-1,-148 36 0,-417 48 1546,87-55-383,-43 5-170,-583 181-1589,1036-208-1787,160-42 1953,0 1 1,1-1-1,-1 0 1,0 0-1,0 0 1,0-1-1,0 1 1,0-1-1,0 0 1,0 0-1,0 0 1,0-1-1,1 0 1,-8-1-1,9 1 16,2 1 90,-1 0 0,0 0 0,0 0 0,1 0 0,-1 0 0,0 0 0,0 0 0,1-1 0,-1 1 1,0 0-1,1-1 0,-1 1 0,0-1 0,1 1 0,-1 0 0,0-1 0,1 1 0,-1-1 0,1 0 0,-1 1 0,1-1 0,-1 1 0,1-2 0,1 0-558,0-1 0,0 1 0,0 0-1,0 0 1,1 0 0,-1 0-1,1 0 1,0 0 0,0 1 0,1-3-1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6.4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315 46 12225,'-6'-5'539,"1"1"0,-1-1 0,0 1 0,-1 0 0,1 0 0,-1 1 0,0 0 0,1 0 0,-1 0 0,0 1 0,-1 0 0,-11-1 0,19 3-520,-1 0 139,-1 0-1,0-1 0,1 1 0,-1 0 0,1 0 0,-1 1 0,1-1 0,-1 0 0,1 0 1,-1 1-1,1-1 0,-1 1 0,1-1 0,-1 1 0,-1 1 0,-7 5 372,2-1-1,-1 2 1,1-1-1,0 1 0,1 0 1,0 1-1,0 0 0,1 0 1,0 0-1,0 1 1,1 0-1,-7 20 0,-4 15 1041,-20 85 0,21-47-1296,3 1 0,4 0 0,2 101 0,30 259-449,-17-351 255,29 226-2590,-28-271 296,3 0 0,2-1 0,2-1 1,33 70-1,-22-73-4006,0-3-3756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6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1702 583 10765,'3'-28'697,"1"1"0,1 0 0,2 0 0,0 1 1,2 0-1,20-41 0,-21 51-375,1-1 0,0 2 0,1 0 1,1 0-1,0 0 0,18-16 0,-4 9-44,1 1 1,29-18-1,-22 19-180,1 1 1,1 1-1,0 2 0,1 2 1,1 1-1,0 2 0,0 1 1,41-4-1,-27 7-40,0 3-1,0 1 1,1 3 0,-1 3-1,82 13 1,-85-6-44,0 2 0,-1 2 0,-1 2 0,0 3 1,-2 1-1,0 2 0,-1 2 0,-1 2 0,-2 1 1,-1 3-1,-1 1 0,-1 2 0,-2 1 0,-1 2 0,-2 1 1,-2 1-1,-1 2 0,-3 1 0,42 84 0,-38-51 21,-3 0 0,-3 2 0,-3 1 0,18 142 0,-25-72-20,-7 248-1,-51 32-223,11-158-267,22-160 308,-26 239-894,22-257 549,-46 159 0,55-234 495,-1-1-1,0-1 1,0 1 0,-2-1-1,0 0 1,0-1-1,-1 0 1,-1-1 0,0 0-1,-1 0 1,0-2-1,-1 1 1,0-1 0,-1-1-1,-27 14 1,-7 0 192,-1-3 0,-1-1 0,-82 18 0,-276 39 721,-3-33-203,205-23-401,65-6-104,-424 48 611,5 33-654,11 30-5066,455-106-65,11-6-3041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6849,'465'57'1472,"1918"128"502,-1498-168-2875,-2-43-2096,-642 7 1241,-13-2 99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27:59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513 1 5160,'-4'11'278,"-1"0"-1,1-1 1,-1 1-1,-1-1 1,0 0-1,-1 0 0,0-1 1,0 0-1,-1 0 1,0-1-1,-10 9 0,-59 47 150,3-3-117,-102 109-1,163-155-301,0 1-1,0 0 1,2 1-1,0 1 1,-14 31 0,23-44-11,-1 1 0,1 0-1,0 0 1,1 0 0,-1 0 0,1 0 0,1 0 0,-1 0 0,1 1 0,0-1 0,0 0 0,1 0 0,0 0 0,0 1 0,0-1-1,1 0 1,0-1 0,0 1 0,0 0 0,1 0 0,0-1 0,0 1 0,4 4 0,4 1-18,1 0 1,0 0 0,0-2-1,1 1 1,0-2-1,1 0 1,0 0 0,0-1-1,21 7 1,36 12-89,1-2-1,107 19 1,159 11-329,402 10-2817,-467-51 957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2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43 8645,'10'-12'110,"-2"-11"5528,-8 15-161,-5 28-3404,-68 395 3089,-6 215-3783,69-492-2438,13 234 1,6-265-2225,5-1 0,49 183 0,-35-200-2028,4-11-2912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3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75 416 5713,'-3'-1'1316,"0"-1"-887,-1 0-1,1 0 1,0 0 0,-1 0 0,1-1 0,0 1 0,0-1 0,0 1 0,1-1 0,-1 0 0,1 0 0,0-1-1,-1 1 1,1 0 0,1-1 0,-1 1 0,0-1 0,1 0 0,0 0 0,0 1 0,0-1 0,0-5 0,0 6 1213,-11-6-462,6 2-219,20-2-475,10 0-418,0 2 0,1 0 0,0 2 0,0 0 0,0 2-1,37 0 1,-12-1-40,134-11 95,300-23-208,980-53-1663,-1209 74 1563,746-62-194,-875 65 395,-67 6-79,61 0 0,-126 9-339,0 1 0,0-1 1,0 1-1,0 0 0,1 1 1,-1-1-1,1 1 0,-7 4 0,-14 7-2007,-4 1-1712,-3 6-2031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4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4 353 5308,'30'-9'5707,"-50"6"-3362,6 5 2142,36 8-2800,19 0-1471,1-1 0,0-2 0,0-2 0,50-1 0,-60-3-153,791 14 460,-798-15-512,1026-47 140,-1030 46-159,295-24 119,483-100 0,-682 96 181,-2-4 1,132-58-1,-219 79-273,-13 7-411,0-2 1,0 0-1,18-12 1,-30 17-964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5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758 399 3732,'-1'-2'146,"1"0"-1,-1-1 0,0 1 0,0 0 0,0 0 1,0 0-1,0 0 0,0 0 0,0 0 0,-1 0 1,1 0-1,-1 1 0,1-1 0,-1 0 1,0 1-1,0 0 0,0-1 0,1 1 0,-1 0 1,-1 0-1,1 0 0,0 0 0,0 0 0,-4-1 1,4 1 25,0-1 0,0 1 0,1-1 0,-1 0 0,1 0 1,-1 1-1,1-1 0,-1 0 0,1 0 0,0-1 0,0 1 0,-1-4 1,1 1 48,-3-16 890,2 0 0,-1-30 0,4 43-835,-1 1 0,1-1-1,0 1 1,1-1 0,0 1 0,0-1-1,1 1 1,-1 0 0,2 0-1,6-11 1,-7 13-47,0 0-1,0 0 1,0 0-1,-1-1 1,0 1-1,0-1 0,0 1 1,-1-1-1,0 0 1,0 1-1,0-1 1,-1 0-1,1 0 1,-1 0-1,-1 0 1,1 1-1,-1-1 1,0 0-1,-1 0 1,1 1-1,-1-1 0,-5-9 1,-8 31 645,7-3-493,1 1 0,0 1 0,1-1 0,-8 30 0,-11 70 1161,20-85-1225,-25 168 1279,8-44-829,-222 1205 509,216-1214-2092,-125 592-4417,33-248-6217,80-344 2279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7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40 176 4600,'0'0'6776,"-3"0"-6160,-34 6 4668,41-7-4541,30-1-14,-1 1 0,53 5 0,6 1-310,1183-24 955,-845 6-1250,357-21 88,-599 11-123,-150 17-72,-17-1-1,19-7-46,-40 14 21,1-1 0,0 0-1,0 1 1,-1-1-1,1 0 1,-1 0-1,1 0 1,0 1-1,-1-1 1,1 0 0,-1 0-1,0 0 1,1 0-1,-1 0 1,0 0-1,0 0 1,1 0 0,-1 0-1,0 0 1,0 0-1,0-2 1,0 3-222,-1-1 0,1 0 1,0 1-1,0-1 0,0 1 0,1-1 1,-1 0-1,0 1 0,0-1 0,0 1 1,0-1-1,0 1 0,1-1 1,-1 1-1,0-1 0,1 0 0,-1 1 1,0 0-1,1-1 0,-1 1 0,0-1 1,2 0-1,-4-3-3554,1-12 483,0 0-3540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7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66 8845,'-38'-30'1821,"37"29"-1706,0 0 1,1 0-1,-1 0 0,1 0 0,-1 0 0,1 0 0,-1 0 0,1-1 1,-1 1-1,1 0 0,0 0 0,0 0 0,0-1 0,0 1 1,0 0-1,0 0 0,0 0 0,0-1 0,0 1 0,1 0 0,-1 0 1,0 0-1,3-9 5854,13 21-4840,222 121 468,-6-3-1159,-185-100-340,-1 3 1,74 67-1,-106-86-85,-1 1-1,0 1 0,-1 0 0,0 0 0,-1 1 1,-1 1-1,12 28 0,-17-35 2,-1 1-1,-1 1 1,0-1 0,-1 0-1,0 1 1,0-1 0,-2 1 0,1 0-1,-1-1 1,-1 1 0,0 0-1,-1-1 1,-6 23 0,-1-8-13,-2 0 1,-1-1 0,-1 0 0,-1-1-1,-1 0 1,-1-1 0,-1-1-1,-1-1 1,-31 30 0,-6-2-145,-1-3 1,-90 57 0,-41 15-874,-34 23-2510,79-40-3785,79-50-475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8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61 365 8833,'-3'-3'285,"-1"0"0,1 0 0,-1 0 0,1-1 0,0 1 0,0-1 0,0 0 0,1 0 0,-3-4 0,3 2 120,0 1 1,1-1 0,-1 0-1,1 0 1,1 0 0,-1 1-1,1-1 1,0 0 0,1-7-1,-1 0 238,0 7-447,0 1 1,0 0-1,0-1 1,1 1-1,0 0 0,0-1 1,0 1-1,1 0 1,-1 0-1,1 0 0,0 0 1,1 0-1,-1 0 1,1 1-1,5-7 0,6-4-24,1 1 1,1 1-1,0 0 0,0 1 0,1 1 0,1 0 0,0 1 0,1 1 0,-1 1 0,2 1 0,-1 1 0,26-6 0,-13 6-93,0 0 0,1 3 1,-1 0-1,1 2 0,0 2 1,64 8-1,-71-4-51,-1 1 0,0 1 0,-1 1 0,0 1 0,0 1 0,0 2 0,-2 0 0,1 1 0,29 24 0,-37-25-20,0 1 1,-1 1-1,-1 0 1,0 1 0,-1 0-1,-1 1 1,0 0-1,-1 1 1,-1 0 0,0 1-1,-1-1 1,-2 2-1,7 21 1,-8-15-2,-1 0 1,-1 0-1,0 0 0,-2 1 1,-2-1-1,0 0 0,-7 38 1,1-26-14,-3 1-1,-1-2 1,-2 1 0,-22 44-1,-13 8-55,-5-2-1,-113 144 1,-40 24 38,-158 219-57,360-467 76,-68 112 0,66-108 1,1-1 1,1 1-1,-1 1 1,2-1-1,0 1 1,0-1-1,1 1 1,0 0 0,1 13-1,1-22 5,0 1 0,0-1 0,1 0 0,-1 0 0,1 0 1,0 0-1,0 0 0,0 0 0,0 0 0,1 0 0,-1 0 0,1 0 0,0-1 0,0 1 0,0-1 0,0 1 0,0-1 1,3 3-1,-1-2 0,1 0 0,0 0 1,0-1-1,0 1 1,0-1-1,0 0 1,0-1-1,0 1 0,10 1 1,6-1 2,-1-1 0,0-1 1,1 0-1,32-6 0,22-7-240,-1-3-1,-1-4 1,127-51-1,199-120-6611,-292 136 2920,18-8-3828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09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132 126 10793,'-7'-23'2323,"-2"0"0,-14-31 0,21 52-1085,-12-21 1781,-35 473 1505,31-261-3975,8 0-1,18 237 1,-3-373-569,3-1 1,2 0 0,1-1-1,4-1 1,1 0 0,24 50 0,-25-67-300,2 0 0,2-1 0,1-1 0,1 0 0,2-2 0,0-1 1,2-1-1,1 0 0,41 30 0,-58-50 172,1 0-1,0-1 1,1-1 0,-1 1 0,1-1-1,0-1 1,0 0 0,1-1 0,-1 0-1,1-1 1,0 0 0,-1-1 0,1 0-1,18-1 1,-19-1 15,-1-1 0,0 0 1,1 0-1,-1-1 0,0-1 0,-1 1 0,1-2 0,0 1 0,-1-1 1,0-1-1,0 1 0,-1-2 0,1 1 0,-2-1 0,1 0 0,10-13 1,-11 11 67,0 0 0,-1-1 0,0 0 0,-1 0 1,0 0-1,0 0 0,-1-1 0,-1 0 1,0 0-1,0 0 0,-1 0 0,0-1 1,-1 1-1,-1 0 0,0-1 0,0 1 1,-1 0-1,-3-17 0,-1 4 114,-2 1-1,0 0 1,-1 0-1,-2 1 1,0 0-1,-1 0 1,-29-39-1,-56-71 1351,94 130-1372,1 0 0,-1 0-1,1 0 1,0 0 0,-1-1 0,1 1-1,0 0 1,0 0 0,1-1-1,-1 1 1,0-1 0,1 1 0,0-1-1,-1 1 1,1-1 0,0 1 0,0-1-1,0 1 1,1-1 0,-1 1-1,1 0 1,-1-1 0,1 1 0,0-1-1,0 1 1,0 0 0,2-4-1,0 1-5,0 1-1,1 0 0,0 0 1,-1 0-1,1 0 0,1 1 0,-1-1 1,0 1-1,1 0 0,7-3 0,5-2 22,1 1 0,-1 1-1,2 1 1,30-6-1,77-3 92,-101 12-104,55-4 140,123 9 1,-150 1-2,0 3 1,0 2 0,66 20-1,-97-22 25,-1 1 0,0 0 0,0 2 0,-1 0 0,0 2 0,-1 0 0,-1 1 0,20 17 0,-29-21-82,0 0 0,0 1 0,-1 0 0,0 0-1,-1 1 1,0 0 0,-1 0 0,0 1 0,0-1 0,-2 1 0,1 0 0,-2 1 0,1-1 0,-2 1 0,3 24 0,-5-2 62,-1 0 1,-10 51-1,1 1-720,1 0-637,-1 29-1474,10-28-2451,9 34-9879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0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1 306 10417,'16'-28'569,"-10"18"-258,0 0 0,0 1 0,1-1 0,0 1 0,0 1 0,1-1 0,0 1 0,12-9 0,10-5 999,2 1 1,0 1-1,64-28 1,-55 32-959,-1 2 0,2 2 0,0 2 0,0 1 0,73-5 0,-101 13-299,0 0 1,0 1-1,0 1 0,0 1 0,0-1 0,0 2 0,-1 0 0,1 1 0,18 7 0,-26-8-27,-1 0-1,1 0 0,-1 1 0,0-1 0,0 1 0,0 0 0,0 1 0,-1-1 0,1 1 0,-1 0 0,-1 0 0,1 0 0,-1 1 0,0-1 0,0 1 0,0 0 0,-1 0 0,0 0 0,0 0 0,0 0 0,-1 0 0,0 0 0,0 8 0,0-1 20,-1 1-1,-1 0 1,0-1 0,-1 1 0,-6 26 0,-29 68 133,23-69-124,-11 32 27,4 0-1,-15 82 1,35-136-73,-1 1 0,2-1-1,0 0 1,1 1 0,1-1-1,1 0 1,0 0 0,1 0 0,1 0-1,1 0 1,0-1 0,1 0-1,1-1 1,0 1 0,1-1 0,12 15-1,20 21-11,2-1 0,95 86 0,-62-65-52,-64-60 45,-1 1-1,-1 0 1,0 0 0,-1 1-1,0 0 1,-1 1-1,12 28 1,-17-34 10,0-1 0,-1 1 0,0 0 0,-1 0 0,0 0 0,0 0 0,-1 0 0,0 0 0,0 0 1,-1 0-1,0 0 0,0 0 0,-1 0 0,0 0 0,0-1 0,-1 1 0,-5 9 0,0-2-1,-1-1 0,-1 0-1,0 0 1,-1-1 0,-1 0-1,0-1 1,-21 17 0,-103 65-12,-81 32 65,-32 22-931,229-136 417,8-5-325,0 1-1,0 0 1,1 1 0,0 0-1,-16 18 1,17-7-4559,6 1-3237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0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12293,'0'0'1960,"-6"13"1297,0-1-2674,0 0 1,1 0-1,1 0 0,0 1 1,0-1-1,1 1 1,1 0-1,-1 23 1,-24 164 1864,4-49-1465,-2 257 369,26-321-1166,4-1-1,27 148 1,44 73-246,-52-235-422,2-2 0,42 80-1,-66-145 417,1 1-54,0 1 0,0 0 0,1-1 1,0 1-1,0-1 0,0 0 0,1-1 0,0 1 0,0-1 1,0 0-1,1 0 0,-1 0 0,1-1 0,10 6 0,-15-10 94,0 1-1,0-1 0,0 0 0,0 0 0,0 1 1,0-1-1,0 0 0,1 0 0,-1 0 1,0 0-1,0 0 0,0-1 0,0 1 1,0 0-1,0 0 0,0-1 0,0 1 1,0-1-1,0 1 0,0-1 0,0 1 1,0-1-1,1 0 0,0-2-20,1 1 0,-1-1 0,0 1 0,0-1-1,0 0 1,0 0 0,2-5 0,1-2-67,-1 0 0,0 0-1,-1-1 1,2-11 0,1-36-203,-3 0 0,-2 1-1,-10-92 1,3 63 265,5 74 60,1 1-1,1-1 1,0 1 0,0-1 0,1 1 0,0 0 0,1 0 0,1 0-1,-1 0 1,2 0 0,-1 1 0,2-1 0,6-10 0,-3 9 27,1 0 1,0 1 0,0 0-1,1 1 1,0 0 0,1 1-1,0 0 1,1 0 0,22-10-1,-6 6 44,0 1-1,0 1 1,2 2-1,-1 1 1,1 1-1,0 2 1,0 1-1,1 2 1,-1 1-1,43 3 1,-48 0 77,0 1 1,0 2-1,-1 0 1,1 1-1,-1 2 1,-1 1-1,1 0 1,-1 2 0,-1 1-1,0 1 1,-1 0-1,37 31 1,-46-32-11,-1 0 0,0 1 1,-1 1-1,-1 0 0,0 0 1,-1 1-1,0 0 1,9 26-1,-9-18 1,-2 1 0,0 0-1,-2 1 1,-1-1 0,2 33 0,-6 18-362,-3 0 0,-25 146-1,21-172-234,-6 32-619,-61 292-7088,49-262 2617,13-2-2996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1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30 6917,'10'-30'9745,"-14"31"-9459,1 1 1,0 0-1,0-1 1,0 1 0,0 0-1,0 1 1,0-1 0,0 0-1,1 1 1,0 0 0,-3 3-1,-25 28 663,2 1-1,2 2 1,1 0-1,2 2 1,2 1 0,-32 83-1,48-106-836,1 0 0,0 0 0,2 0-1,0 0 1,1 1 0,0-1 0,2 1 0,4 33 0,0-27-35,1-1 1,1 0 0,1 0 0,1 0 0,20 36 0,8-1 16,3-2 0,2-1 1,75 76-1,-39-50-51,-3-4 21,71 95-1,-127-146-47,-1 1 0,-1 0 1,-1 1-1,-2 1 0,-1 1 0,-1 0 0,-1 0 0,7 38 0,-16-54 2,0 0-1,-1 1 0,0-1 1,-1 1-1,-1-1 0,0 1 1,-1-1-1,-1 0 0,-7 26 1,2-21 33,0 1 0,-1-1 0,0-1 0,-2 0 1,0-1-1,-17 20 0,-1-4 61,-1-2-1,-2-1 1,0-2-1,-2-1 1,-73 43 0,-5-8 55,-184 71 0,286-129-198,-10 5-392,-1-1 0,0 0 1,-1-2-1,0 0 0,1-2 0,-27 3 1,47-7 271,-1 0 0,1 0 0,0 0 0,0-1 0,-1 1 0,1 0 0,0 0 0,0-1 0,0 1 0,-1-1 1,1 1-1,0-1 0,0 0 0,0 1 0,0-1 0,0 0 0,0 0 0,0 0 0,0 0 0,0 0 1,1 0-1,-1 0 0,0 0 0,0 0 0,1 0 0,-1 0 0,1 0 0,-1 0 0,1-1 0,0 1 0,-1 0 1,1 0-1,0-1 0,0 1 0,0 0 0,0 0 0,0-1 0,0-1 0,0-4-977,1 1 0,0 0 1,0-1-1,0 1 0,5-12 0,26-41-10688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1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31 308 12185,'-30'-24'2212,"50"-1"-43,7-5-561,3 6-380,10 3-264,10 0-184,14 3-160,23 0 8,14 0-388,12 0-312,8 0-648,13-1-884,3-2-788,1 3-2917,-4 3-4244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2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91 10917,'-13'-87'7581,"13"83"-6423,-2 6-155,-5 3-690,1 0 1,0 1-1,1 0 1,0 1-1,0-1 1,0 1-1,0 0 1,1 0-1,0 0 1,1 1-1,0-1 0,-3 10 1,-5 18 559,-8 50 0,18-79-749,-34 184 1810,-18 351 0,51-416-1659,6 0-1,5-1 0,48 235 1,-37-276-245,3-2 1,4 0-1,49 98 1,-66-157-63,58 103-249,-60-112 180,1 0-1,0-1 1,2 0 0,-1 0-1,1-1 1,23 17-1,-32-27 78,1 1 0,-1-1 0,1 0-1,0 0 1,-1 0 0,1 0 0,0 0-1,0-1 1,0 0 0,-1 1 0,1-1-1,0 0 1,0 0 0,0 0 0,0-1-1,0 1 1,-1-1 0,1 0 0,0 1-1,0-1 1,-1 0 0,5-3-1,-3 2-2,0 0 0,1 0 0,-1-1 0,0 0 0,-1 0-1,1 0 1,0 0 0,-1-1 0,0 0 0,0 1-1,0-1 1,4-7 0,3-12-46,-2 0 0,0 0 0,-1-1 0,-2 0 0,5-41 0,-1-125-248,-20 3 144,1-20 85,10 178 62,2 1-1,2-1 1,0 1 0,2 0-1,11-33 1,-13 49 26,0 0-1,2 1 1,-1 0 0,1 0-1,1 1 1,0 0 0,1 0-1,0 0 1,0 1 0,1 0 0,0 1-1,0 0 1,1 0 0,13-8-1,-9 9 0,0 0 0,0 0 0,1 2 0,0 0 0,0 0 0,0 1 0,0 1 0,1 1 0,-1 0 0,24 0 0,-20 3 20,0 0 0,0 1 0,0 1 0,-1 1 0,1 1 0,-1 0 0,0 1 0,27 14 0,-31-13 27,-1 0 0,0 1 0,-1 1 0,0 0 1,0 1-1,-1 0 0,-1 0 0,1 1 1,-2 1-1,1 0 0,7 15 0,-6-7 17,-1 0 0,-1 1 0,-1 0 0,0 1 0,-2 0 0,-1 0 0,0 1 0,-2-1 0,-1 1 0,0 42 0,-8 6 182,-2-1 1,-20 81-1,-9 61-1125,34-182 252,1 1 0,1 0-1,2 0 1,9 55-1,-8-77 157,0 1-1,1-1 0,0 0 1,0 0-1,1 0 0,0 0 1,1 0-1,0-1 0,0 0 0,1 0 1,12 13-1,-11-15-518,0 0 0,0 0 0,1-1 0,-1 0 0,1 0 0,0-1 0,15 7 0,42 6-8737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2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30 11573,'-17'-18'2812,"4"6"8453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3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158 505 5432,'-22'-12'568,"15"9"-311,0 0 0,1-1 0,-1-1 0,1 1 0,0-1 0,0 0 0,1 0 0,-1 0 0,1-1 0,-5-7 0,1 0 459,1 0 0,0-1 0,1 0 0,1 0-1,0-1 1,1 0 0,0 0 0,1 0 0,-2-22-1,5 29-559,1 0-1,0 0 0,1 0 1,-1 0-1,1 0 0,1 1 1,0-1-1,0 0 0,0 1 1,1-1-1,0 1 0,1 0 1,-1 0-1,1 0 0,1 1 0,-1-1 1,1 1-1,0 0 0,1 0 1,8-7-1,1 1-5,1 1-1,1 0 1,0 1 0,0 1-1,0 1 1,1 0 0,1 2-1,32-9 1,-15 8-2,0 1 0,0 1-1,63 1 1,-53 7-86,1 1 0,-1 2-1,0 2 1,0 2 0,-1 2-1,0 2 1,-1 2 0,-1 2 0,0 2-1,-2 2 1,66 44 0,-79-44-35,0 0 1,-1 2-1,-1 1 1,-2 1-1,0 1 0,36 56 1,-45-58-7,-2 0-1,0 1 1,-1 1 0,-2 0 0,-1 0-1,-1 1 1,-1 0 0,-2 0 0,3 33-1,-7-10 14,-2-1-1,-2 1 0,-2-1 0,-2 0 1,-20 72-1,-92 238 179,113-343-200,-82 209 95,29-78 0,-63 238-1,109-332-90,4 1 0,1 0-1,0 94 1,9-121-9,1 0 1,1 1 0,2-1-1,0-1 1,2 1 0,1-1-1,2 0 1,0 0-1,15 25 1,-8-23-7,1-1 0,1 0 0,2-2 0,0 0 0,2-2-1,1 0 1,39 30 0,-28-29-16,1-1 0,1-2 0,1-1 0,0-2 0,58 19 1,-41-21-9,0-2 0,1-3 1,0-2-1,1-3 0,0-2 1,0-2-1,0-3 1,0-3-1,67-11 0,-91 9 10,-1-2 0,0 0-1,-1-3 1,57-23-1,-70 24 12,2 1 0,1-2 0,-1 0 0,-1-1 0,0-1 1,-1-1-1,0-1 0,-1 0 0,19-21 0,-26 24 0,-1-1 0,-1 0 0,0 0 0,0 0 0,-1-1 0,-1 0 0,0-1-1,-1 1 1,0-1 0,-1 0 0,-1-1 0,0 1 0,-1-1 0,-1 1 0,0-1 0,0 1-1,-2-1 1,0 1 0,-4-20 0,0 8 48,-2 1-1,-1 0 1,-1 0-1,0 1 1,-2 0 0,-1 0-1,-1 1 1,-1 1-1,-34-40 1,39 51-26,0 1 0,-2 0 0,1 1 0,-1 0 0,0 0 0,-1 1 0,0 1 0,0 0 0,-1 1 0,-15-6 0,22 10 10,-1 0 0,1 0-1,-1 0 1,1 1-1,-1 0 1,0 1 0,1 0-1,-1 0 1,0 0-1,1 0 1,-1 1 0,0 1-1,1-1 1,-1 1-1,1 0 1,0 0-1,-1 1 1,1 0 0,0 0-1,1 0 1,-1 1-1,0-1 1,-6 7 0,1 2 85,0 0 1,0 1-1,1 1 1,1-1-1,0 1 1,1 1-1,0 0 1,1 0 0,-6 19-1,0 8 192,2 1-1,-8 55 1,-14 319 839,29-339-1004,8 658 808,-1-637-808,18 371 344,1 45 148,-10-46-142,-5 155 120,-30 1380 1251,20-1861-1800,2 1939-59,5-1941-4,16 537 0,-10 100 0,-10-676 0,-16 536 0,7-365 0,9-162 0,5 0 0,5-1 0,28 127 0,5-84 0,-27-104 0,-9-26 0,1 0 0,2-1 0,0 0 0,22 35 0,-16-32 0,-9-11 0,1 0 0,1-1 0,0 1 0,1-2 0,1 1 0,-1-2 0,2 1 0,0-1 0,0-1 0,1 0 0,0-1 0,1-1 0,0 0 0,29 12 0,-8-2 0,1 0 0,-8 0 0,-15-12 0,-12-6 0,0 1 0,-1-1 0,1 0 0,0 0 0,-1 0 0,1 0 0,0 1 0,-1-1 0,1 0 0,0 1 0,-1-1 0,1 0 0,-1 1 0,1-1 0,-1 1 0,1-1 0,-1 1 0,1-1 0,-1 1 0,1-1 0,-1 1 0,0 0 0,1-1 0,-1 1 0,0-1 0,0 1 0,1 0 0,-1-1 0,0 1 0,0 0 0,0 0 0,0-1 0,0 1 0,0 0 0,0-1 0,0 1 0,0 0 0,0-1 0,0 1 0,0 0 0,-1-1 0,1 1 0,0 0 0,-1 1 0,1-1 0,-1 1 0,1-1 0,-1 1 0,1-1 0,-1 1 0,0-1 0,1 0 0,-1 1 0,0-1 0,0 0 0,0 1 0,0-1 0,0 0 0,0 0 0,-1 0 0,1 0 0,0 0 0,0 0 0,-3 0 0,-31 16 0,20-11 0,-46 18 0,0-3 0,-126 26 0,88-24 0,-706 187-2705,385-97-3024,66-18-4403,171-43-1085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4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0 3728,'0'5'214,"-1"1"1,-1-1-1,1 0 0,-1 0 0,0 0 0,-4 7 0,5-10-61,-1 1 0,1-1 0,-1 0 0,0 0 0,0-1 0,0 1-1,0 0 1,0-1 0,0 1 0,-1-1 0,1 0 0,0 1 0,-1-1 0,-2 0 0,3 1 38,0-1 1,0 1 0,0 0-1,0 0 1,0 0 0,1 0-1,-1 0 1,1 0 0,-1 0-1,1 0 1,0 1 0,0-1 0,-1 3-1,-1 2 4131,3-5-3040,1-1-1195,0 0 0,-1 0 0,1 1 0,0-1 0,0 0 0,0 0 0,0 0 0,0 0 0,0 0 1,0 0-1,0 0 0,0 0 0,1 0 0,-1-1 0,0 1 0,1-1 0,-1 1 0,0 0 0,1-1 0,-1 0 0,0 1 0,1-1 0,-1 0 0,1 0 0,-1 0 0,2 0 0,49-2 579,-38 1-418,94-8 532,579-36 1099,619 49-1531,-651 27-3279,-1 14-5029,-318-20-244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5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51 124 8481,'-5'5'790,"0"0"1,0 0 0,0 1 0,1-1-1,0 1 1,0 0 0,0 0-1,1 1 1,0-1 0,0 1-1,-2 10 3416,23-7-1045,-5-7-2864,0 0 0,0-1 0,0 0 1,0-1-1,0 0 0,0-1 0,0-1 0,23-3 0,12-1 131,60-1 29,865-59-567,-485 21-4632,3-14-4637,-165 14-1510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1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47 363 9853,'-47'30'9566,"68"-43"-7665,28-7-1418,0 2 0,1 2 0,1 3 0,55-8 0,-3 0-357,257-72-1704,-119 23-2344,-59 17-1901,13-1-3731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26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5537,'0'0'5875,"2"2"-4736,3 4-753,-1 0 0,0 0-1,0 0 1,-1 1 0,0-1-1,0 1 1,0 0 0,-1 0 0,0 0-1,1 9 1,2 13 493,-1 38 0,0-8 249,14 183 1007,6 51-1231,-15-227-1135,3 1 1,29 88 0,-19-89-1598,33 66 0,-36-94-1795,33 47 1,-3-17-4521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26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2 972 10553,'-1'15'2022,"1"-20"1510,-1 3-3303,1-1 0,0 1-1,1-1 1,-1 1 0,0 0 0,1-1 0,-1 1-1,1 0 1,1-4 0,1 3-172,0 1-1,1-1 1,-1 1-1,0 0 1,1 0-1,0 0 1,-1 0-1,1 1 1,6-2-1,5-4 66,50-24 43,5-2-340,119-75-1,-171 95 131,0-1 0,0 0 0,-2-1-1,0-1 1,0 0 0,-2-1-1,0-1 1,-1-1 0,0 1 0,17-39-1,-18 27 141,-2 0 0,-1 0 0,-1-1 0,-1 0-1,3-51 1,-7 29 779,-4 0-1,-10-84 0,5 83-90,6 49 404,-2 9-371,-2 8-548,0 1 1,0 0-1,2 0 1,0 0-1,0 0 1,1 0-1,1 23 1,15 100 487,-6-78-514,10 64-734,39 133 1,58 113-5840,-92-290 3309,-3-7-1776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26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13337,'-27'30'2056,"17"-9"-215,0-3-165,3 0-268,1 52 772,9-31-1372,7 6-156,0 6-120,7 13-268,0 2-460,-4 9-220,1-5-488,-4 2-632,6 0-588,-12-8-460,2-7-2433,14 0-3976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26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1 474 11745,'0'-82'1936,"16"46"-344,-6 3-435,14 3-93,6-3-208,7-4-264,20 1-308,10-3-460,13-3-756,21 6-813,6 2-3059,3-2-3781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27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1 998 11813,'0'0'5273,"0"3"-3945,1 28-400,1-1 0,2 0-1,2 0 1,11 40 0,50 121-177,-11-34-712,-20-18-621,9 24-1424,-37-134 1367,-2-9 189,-6-31-444,-3-20 598,3 0-1,5-52 1,-1 15 48,6-81 158,6 0-1,7 0 1,45-159 0,-62 289 173,0-5 37,14-33-1,-17 50-61,0 1 0,0 0 0,0 0 0,1 0 0,0 0 0,0 1 0,1-1 0,0 1 0,0 0 0,5-4 0,-8 8-41,0 0-1,-1 0 0,1 0 0,0 0 0,0 1 0,-1-1 0,1 1 0,0-1 1,0 1-1,0 0 0,0-1 0,0 1 0,-1 0 0,1 0 0,0 1 1,0-1-1,0 0 0,0 1 0,0-1 0,0 1 0,-1-1 0,1 1 1,0 0-1,0 0 0,-1 0 0,1 0 0,-1 0 0,1 0 0,-1 0 1,1 0-1,-1 1 0,0-1 0,1 0 0,0 3 0,5 4 38,-1 0 0,0 0 0,-1 0 0,0 1 0,6 13-1,1 11 1,-1 1-1,-2-1 1,8 56-1,-6-25 51,-2-21-41,18 54-1,-26-96-56,-1 0-1,1 1 1,-1-1 0,1 0-1,-1 1 1,1-1-1,0 0 1,0 0-1,-1 0 1,1 0 0,0 0-1,0 0 1,0 0-1,0 0 1,1 0 0,-1 0-1,0 0 1,0-1-1,0 1 1,1 0 0,-1-1-1,0 1 1,0-1-1,3 1 1,-1-1-1,-1 0 0,1 0 0,0-1 0,-1 1 1,1-1-1,-1 1 0,1-1 0,-1 0 0,0 0 0,1 0 0,-1 0 0,4-3 1,5-3 1,0-2 0,-1 1 1,0-1-1,10-13 1,111-134-77,-20 20 274,-102 126-143,1 1 1,0 0 0,1 1 0,-1 0 0,2 1 0,-1 0 0,1 1 0,0 0 0,0 1 0,16-5 0,-24 8-32,0 2 0,0-1 0,0 0 0,0 1 0,0-1 0,0 1 0,0 0 0,-1 1 1,1-1-1,0 0 0,0 1 0,0 0 0,0 0 0,3 2 0,7 2 28,-2 2 1,19 10-1,-19-10-9,28 21-91,-2 1-1,-1 2 1,-2 2-1,42 47 1,-27-15-984,-33-42-36,26 28 0,-38-45 726,1 0 1,1-1 0,-1 1-1,1-2 1,0 1 0,0-1-1,0 0 1,1 0 0,8 3-1,-13-6 231,1 0-1,-1 0 0,0 0 0,1-1 0,-1 1 0,1-1 1,-1 0-1,1 0 0,-1 0 0,0 0 0,1 0 0,-1-1 1,1 0-1,-1 0 0,0 0 0,1 0 0,-1 0 0,0-1 0,0 1 1,0-1-1,0 0 0,0 0 0,0 0 0,-1 0 0,1 0 1,-1-1-1,1 1 0,-1-1 0,0 1 0,0-1 0,0 0 1,2-4-1,8-19-90,-1-1 0,-1 0-1,-1-1 1,7-38 0,13-121 21,-28 182 166,23-336 721,3-29 2678,-24 350-2855,1 0 1,11-31-1,-15 50-487,0 0-1,1 0 1,-1 1-1,1-1 1,-1 0-1,0 0 0,1 0 1,-1 1-1,1-1 1,0 0-1,-1 1 1,1-1-1,0 1 1,-1-1-1,1 0 0,0 1 1,-1 0-1,1-1 1,0 1-1,0-1 1,0 1-1,0 0 0,-1-1 1,1 1-1,0 0 1,0 0-1,0 0 1,0 0-1,0 0 0,0 0 1,-1 0-1,1 0 1,0 0-1,0 0 1,0 0-1,0 1 0,0-1 1,-1 0-1,1 1 1,0-1-1,0 1 1,0-1-1,-1 0 0,2 2 1,3 1 103,0 0 0,-1 1 0,1 0 0,-1-1 1,5 7-1,-3-2 46,0 1 1,-1 0 0,0 0-1,-1 0 1,0 0-1,0 1 1,4 16 0,-2-7 76,26 101 2204,32 244 0,-45-227-1345,45 170 0,15-81-561,-65-194-479,1 0-1,2-1 1,1-1 0,38 48-1,-47-68-122,0 0-1,1 0 1,0-1-1,1-1 1,-1 1-1,2-2 1,-1 0-1,1 0 0,1-1 1,-1 0-1,1-1 1,0-1-1,0 0 1,15 2-1,-11-3-237,0-2 0,0 0 0,-1-1 0,1 0 0,0-2 0,0 0 1,0-1-1,-1 0 0,1-2 0,30-12 0,-22 6-621,-1-1-1,-1-1 1,37-28 0,59-57-4828,-53 42 915,22-14-4219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28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1672 14929,'-14'9'2199,"18"-20"238,21-24-165,-15 25-1943,0 0 1,0 1-1,1 0 1,0 1 0,1 0-1,15-7 1,81-31 568,-93 40-778,438-139 1237,19 28-770,-459 114-573,1771-376 518,23-6-415,-1277 251 308,-16-37 302,-406 123-581,-93 40-161,0 0 0,-1-1 0,-1-1 0,22-19 0,-34 29-19,-1-1 0,1 1 0,0-1 0,-1 1 0,1-1 0,-1 0 0,1 1 0,-1-1 0,1 0 0,-1 0 1,1 1-1,-1-1 0,0 0 0,0 0 0,1 1 0,-1-1 0,0 0 0,0 0 0,0 0 0,0 0 0,0 1 0,0-1 0,0 0 0,0 0 0,0 0 0,0 0 0,0 1 0,0-1 0,-1 0 0,1 0 0,0 0 1,-1 1-1,1-1 0,-1 0 0,1 0 0,0 1 0,-1-1 0,0 0 0,1 1 0,-1-1 0,1 1 0,-1-1 0,0 1 0,-1-2 0,-2-1-205,-1 0 0,-1 0 0,1 1-1,0-1 1,-9-2 0,-2 1-558,-1 0 1,1 1-1,-1 1 0,-23 0 0,-72 4-7339,23 6-2789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0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1037 11533,'-64'13'2528,"15"-11"5953,52-6-7520,3-3-815,0 0 0,1 0 1,-1 1-1,1 0 0,1 1 1,-1-1-1,1 1 0,8-4 1,78-31 298,-85 36-390,859-282 1079,-811 269-1100,1370-477 2104,-1421 492-2129,334-131 249,-330 130-754,0 0-1,0 1 1,19-2-1,-16 3-250,-14 1 724,1 0 1,0 0-1,0 0 0,0 0 1,0 0-1,0 0 1,0 0-1,0 1 1,0-1-1,0 0 0,0 0 1,0 0-1,0 0 1,0 0-1,0 0 0,0 0 1,0 0-1,0 1 1,0-1-1,0 0 1,0 0-1,0 0 0,0 0 1,0 0-1,0 0 1,0 0-1,0 0 1,0 1-1,0-1 0,0 0 1,0 0-1,0 0 1,0 0-1,0 0 0,0 0 1,0 0-1,0 0 1,0 0-1,1 1 1,-1-1-1,0 0 0,0 0 1,0 0-1,0 0 1,0 0-1,0 0 0,0 0 1,0 0-1,0 0 1,1 0-1,-1 0 1,0 0-1,0 0 0,0 0 1,0 0-1,0 0 1,0 0-1,0 0 1,1 0-1,-1 0 0,0 0 1,0 0-1,0 0 1,0 0-1,0 0 0,0 0 1,-3 9-848,0 0 0,-1 0 1,0 0-1,-1 0 0,0-1 0,0 1 1,-1-1-1,0-1 0,0 1 0,-1-1 1,-13 11-1,4-2-1919,-23 25-5648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0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13585,'-37'69'2492,"30"-24"105,7 4-389,0 53 1316,4-45-2256,2 10-296,1 11-199,0 10-169,3 5-304,0 13-664,6 2-625,-5 4-495,5-7-720,-2-8-624,-1-13-3241,0 0-5332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0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18822,'3'51'2164,"-26"-45"-332,-11 12-352,24-6-300,3 12-288,1 3-172,9-3-443,7 22-986,4-7-383,-1-6-852,4 0-712,-4 0-3557,-10-18-5556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1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37 103 11361,'-37'-45'2996,"40"24"-3120,4 0-644,7 12-556,-1 3-2232,14 9-2045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1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10757,'30'-15'9878,"-27"15"-9469,8 1-301,-1 0 0,0 1 1,1 1-1,-1 0 0,-1 0 0,1 1 0,0 0 1,-1 0-1,13 8 0,-11-8-101,14 2-17,-21-6 9,0 0-1,1 0 1,-1 0 0,0 0 0,0-1 0,0 0-1,-1 0 1,1 0 0,0 0 0,0-1 0,0 1 0,-1-1-1,7-3 1,-3 1-6,49-27-57,-40 27-85,0 1 0,0 0 0,1 1-1,-1 0 1,1 2 0,-1 0 0,1 0 0,22 5 0,3 2-667,1-1 0,46-1-1,-83-5 838,-1 1 0,1-1 0,0 0 0,0 0 0,0-1 0,0 0 0,0 0-1,0-1 1,-1 1 0,1-1 0,-1 0 0,1-1 0,-1 1 0,0-1 0,0 0 0,0 0-1,8-8 1,-11 10 66,10-10 600,0 1 0,0 0-1,17-10 1,-27 19-663,-1 1 0,1-1 1,0 0-1,-1 1 0,1 0 0,-1-1 0,1 1 1,0 0-1,-1 0 0,1 0 0,0 0 0,-1 0 1,1 0-1,0 0 0,1 1 0,5 0 39,118 4 407,5 0-3265,-42-11-5768,-52 2 531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1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13241,'-1'3'1930,"-11"79"4119,8 28-2789,4-87-2594,1 138 1043,-15 508 660,1-437-2198,13-229-172,-1 1 0,1 0 0,0-1 0,0 1 0,1-1 0,-1 1 0,1-1 0,0 1 0,0-1 0,0 1 0,0-1 0,1 0 0,-1 0 0,1 0 0,2 4 0,-2-5-5,0 0 0,0-1 0,0 1 1,0-1-1,0 1 0,0-1 0,0 1 0,1-1 0,-1 0 1,0 0-1,1 0 0,-1-1 0,1 1 0,-1-1 0,1 1 1,3-1-1,7 0-38,1-1 1,-1 0 0,1-1-1,-1-1 1,0 0 0,15-6-1,-18 6 13,64-19-76,0 4 0,1 3 0,91-7 0,-133 20 49,1 1 0,-1 2 0,0 0 0,0 3 0,-1 1 0,1 1 0,-1 2 0,0 1 0,59 26 0,-83-31 28,0 0 1,0 1 0,0 0 0,-1 0 0,1 1 0,-1 0 0,-1 0-1,1 0 1,-1 1 0,6 9 0,-10-13 24,0 0 0,0 0 0,-1 1 0,1-1 1,-1 1-1,0-1 0,0 1 0,0 0 0,-1-1 0,1 1 0,-1 0 0,0-1 0,0 1 0,0 0 0,0 0 0,-1-1 1,1 1-1,-1 0 0,0-1 0,0 1 0,-1-1 0,1 1 0,-1-1 0,1 0 0,-1 1 0,0-1 0,-3 3 1,-8 11-68,-1-1 1,0 0-1,-1-2 1,-1 0 0,0 0-1,-20 12 1,-113 61-1729,113-68 1187,8-5-904,-50 20 1,61-29-1605,0 0 0,-23 3 0,22-5-6065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2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0 351 12185,'78'-45'5524,"-58"31"-4876,-3 2 46,0 1-1,33-16 1,-14 9-121,-1-2 0,-1-1 0,-1-2 1,-1-2-1,36-34 0,-66 57-507,-1 1 0,1 0 0,-1-1 0,1 1 0,-1-1 0,0 1 0,0-1 0,0 1 0,0-1 0,0 0 0,0 0 0,0 0 0,0 1 0,-1-1 0,1 0 0,-1 0 0,1 0 0,-1 0 0,0 0 0,0 0 1,0 0-1,0 0 0,0 0 0,0 0 0,0 0 0,-1-2 0,0 2-8,0 1-1,0-1 1,0 0 0,0 1 0,-1-1 0,1 1 0,0 0 0,-1-1-1,1 1 1,-1 0 0,1 0 0,-1 0 0,1 0 0,-1 0 0,0 0-1,0 0 1,1 0 0,-1 1 0,0-1 0,0 1 0,0 0 0,0-1-1,0 1 1,0 0 0,0 0 0,-2 0 0,-8 1 81,1 1 1,-1 0 0,1 0-1,-1 1 1,1 1-1,0 0 1,0 1 0,0 0-1,1 0 1,0 1 0,0 0-1,0 1 1,1 0-1,0 1 1,0 0 0,-9 11-1,1-1 15,2 1 0,0 0 0,1 1 0,1 1 0,1 0 0,-19 45 0,25-51-181,1 1-1,1 0 0,0 1 0,1-1 1,1 1-1,1 0 0,0-1 0,1 1 1,1 0-1,0 0 0,7 25 0,-5-29-363,1 0-1,0-1 0,1 1 0,0-1 0,1 0 0,1-1 0,0 1 0,0-1 0,1 0 0,0-1 0,1 0 0,0 0 0,1-1 0,20 15 0,-14-14-775,0 0 0,0-1 0,19 8 0,27 3-5895,-10-7-2685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2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0 332 8373,'2'-22'705,"-1"7"412,1 0-1,0 1 1,1 0 0,0-1-1,9-22 1,-11 35-970,1 0 0,-1 0 1,0 0-1,1 1 0,-1-1 0,1 0 0,-1 0 0,1 1 1,0-1-1,0 1 0,-1 0 0,1-1 0,0 1 1,1 0-1,-1 0 0,0 0 0,0 1 0,0-1 0,0 0 1,1 1-1,-1-1 0,0 1 0,1 0 0,-1 0 0,0 0 1,1 0-1,-1 0 0,0 1 0,0-1 0,1 0 0,2 2 1,6 1 7,0 1 1,0 0 0,0 1 0,14 8 0,-7-2-49,-1 0 0,-1 1 1,0 1-1,0 0 1,-2 1-1,1 1 1,-2 0-1,0 1 0,-1 1 1,-1-1-1,0 2 1,-1 0-1,-1 0 1,-1 1-1,9 29 0,-12-27-26,-2 0-1,1 21 1,3 16 286,-7-55 65,1-7-275,4-23-102,1 0 0,1 0 0,2 1 0,11-25 0,55-102-1698,-46 97 361,-26 49 1066,61-110-3976,-51 98 1294,27-33 0,13-3-5447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3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9 661 7893,'-2'6'1138,"1"1"0,-1-1 0,1 1 0,0-1 0,0 1 1,1-1-1,0 1 0,0-1 0,1 8 0,1-2-584,1 0 1,0 0-1,0 0 0,8 14 1,3 4-474,1-1 0,32 44 0,-46-73-77,0 1-1,-1 0 1,1-1-1,-1 1 0,1 0 1,0-1-1,0 1 1,-1-1-1,1 1 1,0-1-1,0 1 0,0-1 1,0 1-1,0-1 1,-1 0-1,1 1 1,0-1-1,0 0 0,0 0 1,0 0-1,0 0 1,0 0-1,2 0 0,24-10-49,-17 3-22,-1 0 0,18-15 0,13-19-78,-27 27 165,0 1 1,0 0-1,1 0 0,1 2 0,0 0 0,0 0 1,1 1-1,29-12 0,-32 18 52,0 0 0,0 1 0,1 0 0,-1 1 0,1 1 0,-1 0 0,24 2 0,4 4 97,49 11 0,-49-8-68,56 5-1,-88-13-90,0 0-1,-1-1 0,1-1 0,-1 1 0,1-1 0,-1-1 0,0 1 0,0-1 0,0-1 1,0 0-1,9-5 0,-10 5-8,-1 0 1,0 0 0,0-1-1,-1 0 1,1 0 0,-1 0-1,0 0 1,-1-1 0,1 0-1,-1 0 1,0 0 0,0-1-1,4-10 1,-1-2 34,1 1 0,0 0 1,15-21-1,-22 37 282,0 5-277,2 10-8,0-1 1,1 1-1,0-1 1,1 0 0,1 0-1,0 0 1,0-1-1,14 19 1,-15-24-45,0 1 0,1-1 1,0 0-1,0-1 0,0 1 0,1-1 1,0 0-1,-1-1 0,2 0 0,-1 0 0,0 0 1,1-1-1,0 0 0,14 3 0,-19-5-2,0-1 1,0 1-1,1-1 0,-1 0 1,0 0-1,0-1 0,1 1 1,-1 0-1,0-1 0,0 0 0,0 0 1,0 0-1,0 0 0,0 0 1,0-1-1,5-3 0,-4 2-10,0 0 0,0-1-1,-1 0 1,1 0 0,-1 0 0,0 0-1,0 0 1,0-1 0,3-6 0,0-5-26,0 0 0,-1 0 1,-1 0-1,0 0 0,1-20 1,-3 20 19,-2 1 0,1-1 0,-2 1 0,-2-16 0,4-1-34,0 22 51,0 9 12,-1 0-1,0 0 0,0 0 1,0 0-1,1 0 1,-1 0-1,0 0 0,1 0 1,-1 0-1,1 0 1,-1 0-1,1 0 1,0 1-1,-1-1 0,1 0 1,0 0-1,0 1 1,-1-1-1,1 0 1,0 1-1,0-1 0,0 1 1,0-1-1,0 1 1,0-1-1,0 1 0,0 0 1,0 0-1,1-1 1,28-1-9,1 2 3,46-5-1,-46 2-4,33 1-1,-27 4 18,-8-2 0,0 2 0,54 11 0,-74-11 5,0 1 1,0 0 0,0 0-1,0 1 1,0 1-1,-1-1 1,0 1 0,0 0-1,-1 1 1,1 0 0,-1 1-1,12 12 1,1 6 6,-9-9 18,1-1 0,1-1-1,0 0 1,1-1 0,0 0 0,1-1 0,30 18 0,-39-28-27,0 0 0,1 0 0,-1 0 1,1-1-1,-1 0 0,1-1 0,0 0 0,-1 0 0,1 0 1,0-1-1,-1 1 0,1-2 0,-1 1 0,1-1 1,-1 0-1,10-4 0,0-1-5,0-1 0,0 0 1,-1-1-1,0-1 0,17-14 0,2-8 11,47-56 0,-32 33-28,65-60 19,-55 58-2,79-100-1,-114 116 622,1 2 286,-23 36 195,2 4-966,-1 1 0,1 0 0,-1 0 0,1 0 0,-1 0 0,0 0 0,0 1 0,5 5 0,-1-2 35,17 14 64,0 1-1,-2 1 0,0 1 1,-1 0-1,27 43 0,-42-55-284,0-1-1,-1 1 0,0-1 0,-1 1 1,0 0-1,-1 1 0,-1-1 0,1 1 1,-2-1-1,1 1 0,-2 0 0,0 0 1,0-1-1,-1 1 0,0 0 0,-1-1 1,0 1-1,-1-1 0,-1 0 0,0 1 0,0-2 1,-1 1-1,-7 13 0,-2-2-706,-1 0-1,-1-1 1,-1 0-1,-33 31 1,20-28-2355,0-1 1,-64 34-1,63-39-685,-2 6-4183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4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13281,'1'0'89,"0"0"1,0 0-1,-1 1 0,1-1 0,0 0 0,0 1 0,-1-1 1,1 0-1,0 1 0,-1-1 0,1 1 0,-1-1 1,1 1-1,0-1 0,-1 1 0,1-1 0,-1 1 0,0 0 1,1-1-1,-1 1 0,1 0 0,-1-1 0,0 1 1,1 0-1,-1-1 0,0 1 0,0 1 0,-4 22 1828,-1-1-831,6 141 4212,2-59-3347,-23 362 3446,-1-27-3955,21-333-1476,5 1 0,20 113 0,-16-172 37,2 0 0,1-1 0,3-1 0,2 0 0,2-1 0,28 50 0,-34-75-20,0-1-1,0 0 1,2 0-1,1-2 1,0 0-1,1-1 1,1 0-1,1-1 1,0-2-1,1 0 1,0 0-1,1-2 1,1-1-1,33 13 1,-28-16-645,0 0 1,0-3-1,1 0 0,0-1 1,0-2-1,0-1 1,55-5-1,-37-2-1869,-1-2 0,1-2 0,-2-2 0,45-19 0,28-15-9063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4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44 232 10621,'-23'21'8508,"24"-22"-8359,0-1 1,0 0-1,0 1 0,1 0 0,-1-1 1,1 1-1,-1 0 0,1 0 1,-1 0-1,5-2 0,-2 1 89,14-9 20,0 2 1,1 0 0,0 2-1,1 0 1,31-7 0,-21 6-51,45-18 0,-4-10-190,-66 32-32,0 1 1,0-1-1,0 0 1,0 0-1,-1 0 0,0-1 1,0 0-1,0 1 1,0-1-1,5-10 0,-9 14 13,1 0 0,-1 0 0,1 0 0,-1 0 0,1 0-1,-1-1 1,0 1 0,0 0 0,0 0 0,1 0 0,-1 0 0,0-1-1,0 1 1,-1 0 0,1 0 0,0 0 0,0 0 0,0-1-1,-1 1 1,1 0 0,-1 0 0,1 0 0,-1 0 0,1 0-1,-2-2 1,0 1-2,0 1 0,0-1 0,0 1 0,0-1 0,0 1 0,0 0 0,-1 0 0,1 0 0,0 0-1,-1 0 1,-4-1 0,-1 1 10,1 0-1,-1 0 0,0 0 0,1 1 1,-1 0-1,0 1 0,0 0 0,-8 1 1,-2 4 22,-1-1 0,1 2-1,0 1 1,1 0 0,0 1 0,0 1 0,1 0 0,0 1 0,1 1 0,0 1-1,1 0 1,1 1 0,0 0 0,1 1 0,0 0 0,1 1 0,1 0 0,-15 32-1,23-43-40,0 1-1,0-1 1,1 1-1,-1 0 1,1 0-1,1-1 1,-1 1-1,1 0 1,0 0-1,0 0 1,0 0-1,1 0 0,0 0 1,1-1-1,-1 1 1,1 0-1,0-1 1,0 1-1,1-1 1,-1 0-1,1 0 1,0 0-1,6 7 0,-3-5-14,0-2 0,0 1 0,0-1 0,1 0 0,-1 0 0,1 0 0,1-1 0,-1 0 0,0-1 0,1 0 0,0 0 0,0 0 0,0-1 0,0 0 0,0-1 0,11 1 0,0-1-47,0-1-1,1-1 0,-1-1 0,0 0 0,0-1 0,0-2 0,0 1 0,-1-2 0,0-1 1,0 0-1,0-1 0,-1-1 0,19-13 0,-16 7-6,0 0 0,-2-1 0,0-1 0,0-1 0,-2 0 0,0-1 0,-1-1 0,-1 0 0,-1-1 1,11-24-1,27-68 293,-50 110 346,-2 7-356,-3 11-105,1 1 1,0-1 0,1 1-1,0-1 1,1 1 0,2 21-1,0-28-83,1 0 0,-1-1 0,1 1 1,1-1-1,-1 1 0,1-1 0,1 0 0,0 0 0,0 0 0,0 0 0,1-1 0,0 0 0,8 9 0,0-5-80,0 0 1,0-1-1,1 0 0,1-1 0,0-1 0,0 0 0,0-1 0,1-1 0,0 0 0,22 4 0,-21-6-275,1 0 1,-1-1-1,1 0 1,0-2-1,0 0 0,33-3 1,-15-4-1602,65-17 1,-82 17 314,-1 0 1,0-1 0,29-16-1,3-7-4428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4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7 224 7933,'-3'-8'465,"0"-1"138,2 2 2781,4 5-3532,-1 0 1,1 0-1,-1 0 0,1 0 0,0 1 0,0 0 1,0-1-1,5 0 0,3-2-379,1 2 0,0 0 0,22-2 0,-22 3 307,1 0 0,0-1 0,-1 0 0,20-7 0,-24 6 279,1 0 0,-1-1 0,0 0 0,0 0-1,-1-1 1,1 0 0,-1 0 0,0 0 0,0-1-1,-1 0 1,0-1 0,0 0 0,0 0 0,-1 0-1,6-10 1,-6 8-60,-4 8-132,0 0-1,-1 0 0,1-1 1,0 1-1,0 0 1,-1-1-1,1 1 0,-1-1 1,1 1-1,-1-1 0,0 1 1,1 0-1,-1-1 1,0 0-1,0 1 0,0-1 1,0 1-1,0-1 0,-1 1 1,1-1-1,0 1 0,-1-2 1,-3-15-2597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35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2879 11513,'5'-3'65,"17"-10"434,1 0 1,0 1-1,1 1 0,48-14 1,360-98 1885,215-58-1331,-298 94-766,58-7-84,2417-418 521,28 124 505,-1474 208-163,1784-354 1276,-2609 411-1853,-23-41-97,-464 139-364,-2-3 1,0-2 0,113-76 0,-163 96-93,-1 0 1,0-1-1,0-1 1,16-19-1,-26 28-51,-1-1 1,1 1-1,-1-1 0,0 1 0,1-1 1,-2 0-1,1 0 0,0 0 0,-1 0 0,0 0 1,0 0-1,0-1 0,0 1 0,-1 0 1,1 0-1,-1-1 0,0 1 0,-1 0 0,1-1 1,-1 1-1,0 0 0,-1-6 0,0 7-127,1 1 1,-1-1-1,1 0 0,-1 0 0,0 1 0,0-1 1,-1 1-1,1 0 0,0-1 0,-1 1 0,1 0 0,-1 0 1,0 1-1,0-1 0,0 1 0,-5-3 0,-1 1-1034,0 0-1,0 1 1,-1 0-1,-12-1 1,-20 1-6713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0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49 5881,'14'-18'1737,"-11"15"-21,-5-2 308,0 2-869,-5-7-229,5 1 6754,-9 27-6644,7-5-743,0-1 0,1 1 0,1 0 0,0 0 0,0 0 0,2 26 0,-2 1 250,9 369 2657,3-215-2521,0 310 277,8 226-1049,30-147-2089,24-1-3511,-29-255-3601,-27-210-44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1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1585 639 3936,'-28'-10'1357,"30"9"-1217,-1 0 0,0 0 0,0 0 1,1 1-1,-1-1 0,1 1 0,-1-1 0,0 1 1,1-1-1,-1 1 0,1 0 0,-1 0 0,9-1 7418,-14-19-6218,3 5-792,2 13-527,0 1 1,0-1 0,0 1 0,0 0-1,1-1 1,-1 1 0,0 0 0,1 0-1,-1-1 1,1 1 0,-1 0 0,3 0 0,14-10 116,1 2 1,0 1 0,0 0-1,1 1 1,23-4 0,111-17 145,-104 21-249,827-79-362,-649 70-91,258-17-322,508-44-419,-663 33 970,-256 29 214,0-2 1,95-36-1,-153 47 66,-1-1-1,30-18 1,-43 24-72,-1 0-1,1-1 1,-1 1 0,1-1-1,-1 0 1,0 0-1,1 0 1,-1 0-1,0 0 1,0-1 0,-1 1-1,1-1 1,0 1-1,-1-1 1,1 1 0,-1-1-1,0 0 1,0 0-1,0 0 1,0 1 0,-1-1-1,1 0 1,-1 0-1,0 0 1,0 0 0,0-4-1,0 6-4,-1 0 0,1-1 0,-1 1 0,1 0 0,-1 0 0,0-1 0,1 1 0,-1 0 0,0 0 0,0 0 0,0 0 0,0 0 0,0 0 0,0 0-1,0 0 1,0 0 0,0 0 0,0 1 0,-1-1 0,1 0 0,-2 0 0,-31-6 160,22 5-235,11 2 66,0 0 1,-1 0-1,1 1 0,0-1 0,0 0 0,1 0 1,-1 1-1,0-1 0,0 1 0,0-1 1,0 1-1,0 0 0,0-1 0,0 1 0,1 0 1,-1-1-1,0 1 0,1 0 0,-2 1 1,-2 3 21,-24 23 70,26-25-76,0-1 1,0 1 0,0 0-1,0-1 1,1 1-1,-1 0 1,1 0 0,0 0-1,-1 0 1,2 1 0,-1-1-1,0 0 1,0 0-1,1 1 1,0-1 0,0 0-1,0 1 1,0-1-1,0 0 1,1 1 0,1 4-1,-1-3-5,-1-1 72,-3 17 200,3-6 26,0-1-1,0 1 1,6 27-1,4 38 430,14 185 1248,39 1353 2498,-58-482-3914,5-912-1171,0 82-1088,-11-287 1488,0 0 0,2 0-1,0 0 1,1-1 0,1 1 0,1-1-1,8 25 1,-11-41 168,0-1-1,-1 0 0,1 0 1,0 0-1,0 0 1,0 0-1,0 0 1,0 0-1,0 0 0,0 0 1,0 0-1,0 0 1,1 0-1,-1-1 1,0 1-1,0-1 0,1 1 1,-1-1-1,0 1 1,1-1-1,-1 0 1,0 1-1,3-1 0,27-3-229,-26 2 267,-2 1-64,-12-10-34,7 8 80,0 0 0,0-1 0,0 1-1,0 1 1,0-1 0,-1 0 0,1 0 0,-1 1 0,1 0-1,-1-1 1,0 1 0,1 0 0,-5-1 0,-48-10-5,0 2 0,-1 2 0,-66 0 0,-371-1 568,-619 67 1,182 91-196,17 93-124,671-168-275,-659 187-1506,872-253 1206,-179 38-2008,170-41-1080,-63 2-1,27-14-5626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2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44 11525,'-31'-8'2288,"30"8"-2148,1-1 0,-1 1 0,1-1 0,-1 0 1,1 1-1,0-1 0,-1 0 0,1 1 1,0-1-1,-1 0 0,1 1 0,0-1 1,0 0-1,0 0 0,0 1 0,-1-1 0,1 0 1,0 0-1,0 1 0,0-1 0,1 0 1,-1 0-1,0 1 0,0-1 0,0 0 0,0 0 1,1 1-1,-1-1 0,1-1 175,-1-12 10148,-7 22-8215,5-5-2223,1-1 0,0 1 1,0 0-1,0 0 0,0 0 0,0-1 1,1 1-1,-1 0 0,1 0 1,-1 4-1,6 25 564,2 52 0,-2-17-569,0 28-774,7 44-2177,12 36-3178,-14-59-3844,-4-70 303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2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 8785,'0'0'67,"0"0"1,0 0-1,0-1 1,-1 1-1,1 0 1,0-1-1,0 1 0,0 0 1,0-1-1,0 1 1,0 0-1,-1-1 1,1 1-1,0-1 1,0 1-1,0 0 0,0-1 1,0 1-1,0 0 1,1-1-1,-1 1 1,0 0-1,0-1 1,0 1-1,0 0 1,0-1-1,0 1 0,1 0 1,-1-1-1,0 1 1,0 0-1,1-1 1,-1 1-1,0 0 1,0 0-1,1-1 1,-1 1-1,0 0 0,0 0 1,1 0-1,-1-1 1,0 1-1,1 0 1,15 7 2249,-5-1 983,-9-3-2378,20 26 69,-16-20-763,1 1 0,0-2 1,1 1-1,8 7 0,22 17 154,-17-13-399,1-2-1,1 0 1,0-1 0,2-1 0,39 19 0,-59-33 2,0 0 0,0 0 0,1-1 0,-1 0 0,1 0 1,-1 0-1,1-1 0,0 0 0,-1 0 0,1 0 0,-1-1 1,1 1-1,-1-1 0,1-1 0,-1 1 0,0-1 0,1 0 1,-1 0-1,0-1 0,0 1 0,0-1 0,-1 0 0,1 0 1,-1-1-1,0 1 0,1-1 0,-2 0 0,1 0 0,0-1 0,-1 1 1,5-8-1,3-8 376,-1 0 0,9-26 0,13-24 1376,-31 68-1352,-8 115-234,2-70-1444,3 45 1,-1-10-2139,1-10-3117,4-15-1488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3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1 380 8873,'3'-1'2046,"64"-36"4967,-48 26-6435,-8 6-260,-1-1 0,1 0-1,12-12 1,11-13 539,-32 29-281,-6 3-505,-2 1-45,0 0 0,0 1 0,-1-1 1,1 2-1,1-1 0,-1 1 0,0 0 1,1 0-1,0 0 0,0 1 0,-5 6 1,7-9-21,1 1 1,0-1 0,0 1 0,1 0-1,-1 0 1,0-1 0,1 1 0,0 0-1,-1 0 1,1 0 0,1 0 0,-1 1-1,0-1 1,1 0 0,-1 0 0,1 1-1,0-1 1,0 0 0,1 0 0,-1 0-1,0 1 1,1-1 0,0 0 0,0 0-1,0 0 1,0 0 0,2 3 0,0-1-36,0 0 1,0 0-1,1-1 1,0 0 0,0 1-1,0-1 1,0-1-1,1 1 1,-1-1 0,1 1-1,0-1 1,9 4-1,-4-3-46,0-1 0,0 0 0,0 0-1,0-1 1,1 0 0,16 0 0,-7-1-47,-1-2 0,0-1 0,1 0 1,-1-1-1,0-1 0,0-1 0,24-10 0,83-41 44,-115 50 132,-1 2 0,1-1 0,20-4 0,-28 9-51,0 0-1,0 1 1,0-1 0,0 1-1,0 0 1,0 0 0,0 0-1,-1 0 1,6 4 0,0-1 16,29 19 54,-32-20-100,-1 1-1,1-1 0,1 0 1,-1 0-1,0 0 0,8 2 1,5-1 1,1 0 0,-1-2 1,34 0-1,-48-2 260,-1 0-94,0 1-110,1-1 0,-1 0 1,0 1-1,0 0 1,0 0-1,1 0 1,-1 0-1,0 0 1,0 0-1,0 1 1,-1 0-1,1-1 1,0 1-1,3 3 1,-1-1 14,1 0 1,-1 0 0,1-1-1,10 5 1,0-3-21,0-1 1,1 0-1,-1 0 0,1-2 1,0 0-1,0-1 0,0-1 1,21-3-1,-9 0-90,-1-1 0,1-2-1,-1-1 1,28-11 0,-46 14 45,0 0 1,0-1-1,0-1 0,-1 1 1,0-1-1,0-1 0,-1 0 1,0 0-1,0-1 0,0 0 1,-1 0-1,-1 0 0,8-12 1,3-10-325,-2 1 1,22-63 0,-24 59-370,-7 19 12,1 1-1,0-1 0,1 2 0,1-1 0,0 1 1,19-18-1,-17 18-933,1 2 0,0-1-1,19-11 1,-13 11-2750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3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0 7429,'-7'10'507,"6"-6"-275,-1-1-1,0 0 0,0 0 0,0 0 0,-1 0 0,1 0 1,-1-1-1,1 1 0,-1-1 0,0 0 0,0 1 0,-6 2 1,-11 6 5196,22-8-4924,0 0-436,0-1 0,0 1 0,1-1 0,-1 0-1,1 0 1,-1 1 0,1-2 0,0 1 0,0 0 0,0 0 0,0-1 0,0 0 0,5 2 0,48 8 288,-28-6-208,9 2-61,78 18 171,-100-20-282,1 0 0,-1 1 1,0 0-1,0 2 0,15 9 0,-27-14 29,0-1 0,0 0 1,0 0-1,-1 1 0,1 0 0,-1-1 1,0 1-1,0 0 0,0 0 0,0 0 0,0 0 1,0 1-1,-1-1 0,0 0 0,0 1 0,1 3 1,0 4-289,-1 0 1,0-1-1,-2 22 1,1-19-793,0 0 0,3 22-1,-3-31 587,1 1 0,0-1 0,1 0 0,-1 0 0,1-1-1,-1 1 1,1 0 0,0 0 0,1-1 0,-1 1 0,1-1 0,4 5-1,17 10-4431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3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202 127 6853,'-44'-9'1776,"24"0"-156,0-3-312,7 0-208,-1-3-236,1 5-236,-1 1-452,-2-3-756,-8-9-692,14 9-2368,-3 6-2209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4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10393,'-1'8'510,"0"-1"0,0 1 0,1 0 0,0-1 0,1 1 0,-1 0 0,2-1 0,-1 1 0,1-1 0,0 1 0,4 8 0,7 29 1169,89 426 5710,20 246-4515,-102-574-2620,44 271 125,-42-304-1221,63 182 1,-53-205-764,47 90 0,-60-143-255,38 52 0,-40-64-54,2 0-1,0-1 1,23 18-1,22 12-7918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5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1118 5661,'-36'-2'1240,"34"2"-989,0 0 0,0 0 0,0 0 0,0 0 0,0 0-1,0 1 1,0-1 0,0 1 0,0-1 0,0 1 0,1 0 0,-1 0 0,0 0 0,-2 1 0,0 0 686,1-1 216,8 1-305,12 2-578,-1-1 0,0-1 1,1 0-1,0-1 1,0-1-1,17-1 0,111-18 464,-83 9-451,906-151 667,-1-27-968,230-85-148,-825 161 42,-276 78 354,162-82 1,-196 80 182,64-50-1,-118 80-324,-1-1 0,0 0-1,13-15 1,2-3 100,-20 23-110,-1-1-11,8-27 6,-9 27-53,-2 3-165,0 1 156,0-1 0,0 1 0,0 0-1,0-1 1,0 1 0,0 0-1,0 0 1,0 0 0,1 1-1,-1-1 1,0 0 0,1 1-1,-1-1 1,0 1 0,1-1 0,0 1-1,-1 0 1,1 0 0,0-1-1,0 1 1,0 0 0,-1 3-1,-7 44 602,2 1 0,-1 86 0,17 103 1155,12 957 3138,-13-321-4015,14-484-728,-19-361-161,19 198-336,-12-168-284,21 72-1,-23-106 191,0 0 0,22 44 0,-25-62 240,-1 1 0,1-1-1,1 0 1,-1-1 0,1 1 0,1-1 0,-1 0-1,1 0 1,1-1 0,-1 0 0,11 6 0,-15-10-66,-3-4 226,0 1 0,0-1 0,0 1 1,0 0-1,1 0 0,-1-1 0,1 1 1,-1 0-1,1-1 0,-1 1 0,1 0 1,0 0-1,-1 0 0,2-1 0,1-7-68,-19-4 19,-13 0 28,0 0 0,0 2-1,-1 2 1,-1 0 0,-44-6-1,-164-8 29,160 18 29,-362-19-246,-1 18 0,-757 89 1,567 39-3006,217-15-2024,252-59 1095,12 3-2011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7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0 10413,'0'0'5120,"-2"2"-3547,0-1-1292,-1 1 0,1 0 1,0-1-1,0 1 1,0 0-1,0 0 1,0 1-1,1-1 1,-1 0-1,0 1 1,1-1-1,-2 5 1,1 0-6,0-1 0,1 1 0,0 0 0,-1 11 0,-1 17-68,-2 32 43,5 114 0,2-156-1605,2 1 1,12 42 0,-10-48-628,1 0 0,1-1 0,1 0 0,12 19 0,1-7-3925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7:35:47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6309,'0'0'1489,"0"-3"161,0 1-1502,0 1 1,0 0 0,0-1 0,0 1 0,0 0-1,0 0 1,0-1 0,0 1 0,1 0 0,-1 0-1,0-1 1,1 1 0,-1 0 0,1 0 0,-1 0-1,1-1 1,0 1 0,0 0 0,-1 0-1,1 0 1,0 0 0,0 0 0,0 1 0,0-1-1,0 0 1,2-1 0,0 1-97,0 1-1,1-1 1,-1 1-1,0 0 1,1-1 0,-1 1-1,0 1 1,1-1-1,-1 0 1,5 2 0,11 3-3,0 0 1,-1 2-1,0 0 1,0 1 0,0 1-1,-1 0 1,-1 1 0,1 1-1,-2 1 1,1 0-1,13 16 1,-23-22-51,0 1 0,-1-1 0,0 1 0,-1 0 0,1 0 0,-1 1 0,-1-1 0,1 1-1,-1 0 1,-1 0 0,1 0 0,-1 0 0,-1 0 0,0 1 0,0-1 0,0 15 0,-3-9 1,0 0 0,0-1 0,-2 0 0,1 1 0,-2-1 0,0-1 0,0 1 0,-1-1 0,-12 19 0,-44 55-126,46-66-372,1-1 0,1 2 0,1 0 0,1 1 0,-17 39 0,14-19-4045,5-21 574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4.9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13 847 5853,'0'0'4235,"19"-21"9818,-25-12-10775,-6 56-2296,11-12-827,1 0 0,0 0 0,1 0 0,0 0 0,1 0 0,0 0 0,4 11 0,2 19 215,2 19 8,-2-17-130,-2 1 0,1 68 0,-9-20-57,-10 144 59,-1-154-244,-7 60 234,19-125-197,1-13-6,-1-8-38,-3-12-11,0 0-1,2 0 1,0-1 0,0 1-1,2-28 1,12-89-479,-9 109 417,19-106-583,5 1 1,5 2 0,65-163 0,-67 217 312,2 1 0,60-97 1,104-121-363,-166 251 556,41-45 0,-59 72 115,1-1-1,0 2 1,1-1-1,0 2 1,1 0-1,24-12 1,-36 20 34,0 1 1,-1 0-1,1 0 1,0 0-1,-1 0 1,1 1-1,0-1 1,0 1-1,0-1 1,0 1-1,0 0 1,0 0-1,-1 0 1,1 1-1,0-1 1,0 1-1,0 0 1,0-1-1,-1 1 1,1 0-1,0 1 1,-1-1-1,1 0 1,-1 1-1,1-1 1,2 3-1,-1 0 0,-1 0 0,1 1-1,-1-1 1,0 0 0,0 1-1,-1 0 1,1 0 0,-1 0-1,0 0 1,0 0 0,-1 0-1,2 6 1,0 17 0,0 0-1,-2 1 1,-1-1-1,-1 1 1,-5 31-1,2-23 11,1 0 0,4 51-1,1-68 2,1 0 0,1 0 0,1 0-1,1 0 1,1-1 0,0 0 0,1 0-1,12 18 1,-2-8-6,2-1-1,0-1 1,2-1-1,26 25 1,7 2-49,-17-18-11,-3 1-1,43 56 1,-74-87 66,0 1 1,-1-1-1,1 1 1,-1 0-1,-1 0 1,1 0 0,-1 1-1,0-1 1,-1 0-1,1 1 1,-1-1-1,-1 1 1,1 0-1,-1-1 1,0 1-1,-1 0 1,1-1-1,-1 1 1,-1-1 0,1 1-1,-1-1 1,0 0-1,-1 1 1,1-1-1,-1 0 1,0-1-1,-1 1 1,-6 9-1,-4 0 17,0 0-1,0-1 0,-1 0 0,-1-2 0,-1 1 0,1-2 0,-35 17 0,-42 15 40,-3-5 0,-132 35 0,137-45-72,14-5-59,-16 4-1524,-169 75 1,249-94 469,38-12-18470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5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178 631 10021,'-7'5'2412,"0"1"-1,0-1 1,0 1-1,-5 8 1,-16 27 1255,16-17-2804,-15 51-1,11-27-211,4-16-289,1 1-1,2 0 0,-6 46 0,14-73-333,-1 11 57,0 0 0,0 0 0,2 0-1,0 0 1,1 0 0,1 0 0,0-1 0,6 19 0,-4-22-65,-2-5-8,1-1 0,0 1 0,0 0 1,1-1-1,4 8 0,-7-13-13,1-1 0,-1 1-1,1 0 1,-1 0 0,1-1 0,0 1-1,0-1 1,0 1 0,0-1 0,0 0 0,0 0-1,0 0 1,0 0 0,0 0 0,1 0 0,-1-1-1,0 1 1,1-1 0,-1 1 0,0-1-1,1 0 1,-1 0 0,3 0 0,5-2-8,0 1 0,-1-2 0,1 1 0,0-1 1,-1-1-1,0 0 0,0 0 0,9-6 0,71-51-52,-55 36 41,-20 15 11,60-37-42,-39 28 26,57-21 1,-75 34 14,0 1 0,1 0 1,0 1-1,0 1 1,0 1-1,29 0 0,30 9 9,0 3 0,91 25 0,-162-34 6,9 1 102,-1 0-1,0-1 0,1-1 1,-1 0-1,1-1 0,-1-1 1,0 0-1,0-1 1,14-5-1,-24 7 232,39 1-143,-41 1-184,0-1 1,0 1 0,0 0-1,0 0 1,0 0 0,0 0-1,-1 0 1,1 0 0,0 1-1,-1-1 1,1 0 0,-1 1-1,3 2 1,-1-1 5,1 0-111,-1 1-1,1 0 0,-1 0 1,1 0-1,-1 0 0,0 0 1,-1 0-1,1 1 0,1 5 0,2-6-828,1-1 423,-1-1-1,1 0 1,0-1-1,0 1 1,0-1 0,1-1-1,-1 1 1,11-2-1,-13 0-7,0 0 0,1 0 0,-1-1 0,0 0 0,0 0 0,0-1 0,0 1 0,0-1 0,-1 0-1,1 0 1,-1-1 0,1 1 0,3-5 0,-4 3 332,2 0-218,-1 0-1,0 0 1,0 0 0,-1-1 0,1 0 0,-1 0 0,-1 0 0,1 0-1,3-9 1,1-4-137,-2 4 75,-1 0 1,7-28-1,26-140-907,-28 118 2431,3-118 1,-7 72 1150,-2-148 2494,8 181-4146,0 9-78,-10 59-119,1 12 633,1 20 61,-4 9 68,-1-1 0,-8 55 0,0 1 57,-18 156 644,6-75-3937,17-131 910,1-7-1961,0 50 0,4-39-3421,-1-15-4234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5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36 12433,'6'-15'1936,"4"3"1121,7 6-1981,3 3-268,-3 6-284,13 9-488,4 3-848,-4-3-912,-3 9-1185,13 9-1235,10 10-3153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6.2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242 55 14085,'-14'-45'2996,"12"36"4371,-4 25-3614,2 6-2021,1 41-1,-2 12-756,-70 414-838,11-82-146,14 14 9,46-397-87,-9 104 273,12-107-497,0-1 0,2 1 1,1 0-1,4 21 0,-5-38-57,0 1-1,0-1 1,1 0 0,-1 1-1,1-1 1,0 0 0,0 0-1,1 0 1,-1 0 0,1 0-1,0-1 1,0 1 0,0-1-1,0 0 1,1 0 0,-1 0-1,1 0 1,5 3-1,-4-4-488,0 0-1,0 0 0,0 0 1,0-1-1,0 1 0,0-2 1,0 1-1,0 0 0,0-1 0,6 0 1,36-7-11038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6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600 300 11573,'1'-2'255,"0"1"1,0-1-1,-1 0 0,1 0 0,-1 0 0,0 0 1,1 0-1,-1 0 0,0 0 0,0 0 1,0 0-1,-1 0 0,1 0 0,0 0 0,-1 0 1,1 0-1,-1 0 0,0 0 0,1 0 1,-1 0-1,0 0 0,0 1 0,0-1 0,-1 0 1,1 1-1,0-1 0,-1 1 0,1-1 1,-1 1-1,1 0 0,-1-1 0,1 1 1,-4-1-1,0-2 305,0 1 0,0 0 0,-1 0 0,1 1 0,-1 0 0,0 0 0,1 0 0,-1 0 1,0 1-1,0 0 0,-6 0 0,2 1-206,1 1-1,-1 0 1,0 1 0,1 0 0,0 0 0,-1 1 0,1 0-1,0 1 1,-10 5 0,4 0-18,1 0-1,0 1 1,0 0-1,-20 21 1,6 0-191,2 0-1,1 1 1,-31 55 0,31-47-145,2 2 0,2 1 0,2 1 0,2 0 0,-13 54 0,-9 39-992,38-133 832,5-5-91,4-3 231,0 1 0,-1-2 0,0 1 0,0-1 0,0 0 0,0 0 0,-1-1 0,0 0 0,0 0 1,0-1-1,5-8 0,10-15 0,21-41 1,78-185-13,-11 20 210,-74 169 43,75-129 1010,-110 196-1228,1-1-1,-1 0 1,0 0 0,1 1 0,-1-1 0,0 0 0,1 1 0,-1-1-1,1 0 1,-1 1 0,1-1 0,-1 1 0,1-1 0,0 1 0,-1-1-1,1 1 1,0-1 0,-1 1 0,1 0 0,0-1 0,-1 1 0,1 0 0,0-1-1,0 1 1,-1 0 0,1 0 0,0 0 0,0 0 0,0 0 0,0 0-1,5 8-10,-6-8 11,2 4-3,-1-1 0,1 1 0,-1 0 0,1 0 0,-1 0 0,-1 0 0,1 0 0,0 0 0,-1 0 0,0 0 0,0 7 0,-8 52 0,4-40 0,-26 167 138,-16 131-4248,34-106-8710,14-121-171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7.1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917 80 11425,'-11'-8'773,"5"4"-128,0 0 0,1-1-1,-1 0 1,1 1 0,-6-9 0,7 9-155,0 1 0,0-1 0,-1 1 0,1 0 1,-1 0-1,0 0 0,1 1 0,-1 0 0,-1 0 0,1 0 0,0 0 0,0 1 1,-1 0-1,1 0 0,-1 0 0,1 1 0,-10 0 0,0 0 23,0 1-1,0 1 1,1 0-1,-1 1 1,-22 7 0,-9 8 78,1 2 0,0 1 0,2 3 0,0 2 0,-63 50 0,25-8-253,-113 122 1,185-181-332,1 0 1,1 1 0,-1 0 0,1 0 0,-6 13-1,13-22-7,-1-1-1,1 0 0,0 1 1,0-1-1,-1 1 0,1-1 0,0 1 1,0 0-1,0-1 0,-1 1 1,1-1-1,0 1 0,0-1 1,0 1-1,0-1 0,0 1 1,0 0-1,0-1 0,0 1 1,0-1-1,1 1 0,-1-1 1,0 1-1,0-1 0,0 1 0,1-1 1,-1 1-1,0-1 0,1 1 1,-1-1-1,0 1 0,1-1 1,-1 0-1,0 1 0,1-1 1,-1 1-1,2-1 0,0 1 1,0 0 0,1 0 0,-1-1-1,0 1 1,1-1 0,-1 0 0,1 0 0,-1 0-1,5 0 1,6-2 14,0 0 1,0-1-1,18-6 1,46-23 145,79-45 1,-56 25 2,-93 49-161,143-65 17,-128 60-20,0 0 1,0 2 0,1 0-1,45-4 1,-59 9-3,-1 1 0,0 0 0,1 1 0,-1 0 0,0 0 1,0 1-1,1 0 0,-1 0 0,-1 1 0,1 0 0,0 0 0,-1 1 0,1 0 0,-1 0 0,0 1 0,0 0 0,-1 0 1,0 0-1,1 1 0,-2 0 0,7 8 0,-1 1-547,0 1-1,-1-1 1,9 22 0,21 55-5705,-10-21-3005,-1-14-2743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7.6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2 16398,'-1'-1'225,"0"1"0,0 0 0,0 0 0,0 0 1,0 0-1,0 0 0,0 0 0,1 0 1,-1 0-1,0 0 0,0 0 0,0 0 1,0 1-1,0-1 0,0 0 0,0 1 1,0-1-1,1 0 0,-1 1 0,0-1 1,0 1-1,0 0 0,0 0 0,-5 22 5462,3-4-5354,-49 288 4611,38-234-4944,3 0 0,-1 108 0,12-151 0,1 1 0,1 0 0,2-1 0,2 1 0,0-1 0,2-1 0,1 1 0,22 46 0,-26-66-28,0-1-1,0 0 1,1 0-1,1-1 1,-1 1-1,1-1 1,1-1-1,-1 1 1,1-1-1,13 8 1,-14-11-30,-1 0 1,1-1 0,0 0-1,-1-1 1,1 1 0,1-1 0,-1-1-1,0 1 1,0-1 0,1-1-1,-1 1 1,0-1 0,1 0-1,-1-1 1,12-2 0,4-2-18,-1-1 0,0-1 0,-1-1-1,0-1 1,0-1 0,25-16 0,106-85-102,-119 84 148,0 1 0,1 2 0,2 1 1,0 2-1,41-17 0,-71 37 32,1-1-1,0 1 1,-1 0 0,1 1 0,-1 0 0,1 0-1,0 0 1,-1 1 0,1 0 0,-1 0-1,1 0 1,-1 1 0,1 0 0,-1 0 0,0 1-1,6 3 1,-3-2 17,0 1 0,0 0-1,-1 1 1,0 0 0,0 0 0,0 1-1,7 8 1,44 58 75,-23-26-88,-1-7 113,2-1 0,1-2 0,63 47 0,-95-80-34,1-1 1,-1 1-1,1-1 0,-1 0 1,1-1-1,0 1 0,0-2 0,0 1 1,1-1-1,-1 0 0,0 0 0,10-1 1,-15 0-83,1 0 1,-1 0 0,0 0-1,0 0 1,1-1 0,-1 1 0,0-1-1,0 0 1,0 1 0,0-1-1,0 0 1,0 0 0,0-1-1,0 1 1,0 0 0,0-1 0,-1 1-1,1-1 1,0 1 0,-1-1-1,1 0 1,-1 1 0,0-1-1,0 0 1,0 0 0,0 0 0,0 0-1,0 0 1,0-1 0,0 1-1,-1 0 1,1 0 0,-1 0-1,0-1 1,0 1 0,0 0 0,0 0-1,0-1 1,0 1 0,0 0-1,-1-3 1,-2-8-5,-1 0 0,0 0 0,0 0 0,-1 0 0,-1 1 0,0 0 0,-1 0 0,0 1 0,0-1 0,-2 2 0,1-1 0,-1 1 0,-1 0 0,0 1 0,-16-12 0,2 3 0,-1 1 0,-1 1 0,-1 1 0,0 1 0,-56-19 0,57 24-126,-1 2-1,0 1 1,-33-4 0,35 8-2002,0 2 0,-26 2 0,44-2 1271,-19 5-2506,12 8-3675,4 5-4598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7.9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14421,'1'2'527,"0"-1"0,0 1-1,-1 0 1,1-1 0,0 1-1,-1 0 1,1 0 0,0-1-1,-1 1 1,0 0 0,1 3-1,-4 42 2784,1-17-1734,4 50-47,0-34-561,-8 88 0,2-92-617,3-38 333,5-6-392,15-12-31,-1-1-1,-1-1 0,-1-1 0,25-30 0,-22 24 6,1 1-1,38-33 1,-40 40-224,2 0-1,0 2 1,0 0 0,1 1-1,28-11 1,-43 22-42,1 0 0,-1 1 0,1 0 0,-1 0 0,0 1 0,1 0 0,-1 0 0,1 0 0,-1 1 0,0 0 0,0 0 0,0 0 0,9 6 0,-8-3 0,0 0 0,-1 1 0,0-1 0,-1 1 0,1 1 0,-1-1 0,0 1 0,0 0 0,-1 0 0,0 0 0,-1 1 0,5 10 0,29 88 147,-26-71-1133,26 58 0,-32-83 101,0 0 1,1 0 0,0-1 0,1 0 0,0 0 0,0-1-1,1 0 1,0 0 0,18 12 0,-24-19 532,-1 0 0,1 0-1,0 0 1,-1 0 0,1 0 0,0-1 0,0 1-1,0-1 1,-1 0 0,1 1 0,0-1 0,0 0-1,0 0 1,0 0 0,0 0 0,0 0 0,-1-1-1,1 1 1,0 0 0,3-2 0,6-1-1862,36-5-7292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8.1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1 336 7377,'24'-61'797,"-10"25"142,1 2 0,2 0 0,27-42 0,-37 64 565,-1 1 0,0-1 0,7-24 0,-5 13 4839,-7 29-4711,9 59 806,3 132 0,-21 71-1002,2-119-1123,-1 22-1310,-2 58-3553,12-73-6984,0-92-947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8.5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0 233 11905,'52'-24'1180,"-8"3"633,1 1 0,1 2 0,59-13 0,-36 17-759,126-27 597,-148 29-1163,-1-3 0,47-20 1,-91 34-156,-5 3-314,-1 1 1,1-1 0,0 1 0,0 0-1,0 0 1,1 0 0,-1 0-1,1 0 1,-3 6 0,-5 5-11,-20 21-59,21-26-36,1 0 0,0 1 0,0 1 0,1 0 0,0-1 0,1 2 0,-6 14 0,9-18-59,1-1-1,-1 1 1,2-1-1,-1 1 1,1-1-1,0 1 0,1 0 1,0 0-1,1 11 1,0-15 77,0-1 0,0 0 0,0 0-1,0 0 1,0 0 0,0 0 0,1 0 0,0 0 0,-1 0 0,1 0 0,0-1 0,1 1 0,-1-1 0,0 0 0,1 1-1,-1-1 1,1 0 0,0 0 0,-1-1 0,1 1 0,0-1 0,0 1 0,0-1 0,0 0 0,4 1 0,0-1 49,-1 0 0,1 0 1,-1-1-1,1 1 1,0-2-1,-1 1 0,1-1 1,-1 0-1,1 0 1,-1-1-1,1 0 0,-1 0 1,0 0-1,0-1 0,7-4 1,11-6 327,0-2 0,26-21 0,-44 32-208,32-29 696,-28 24-181,0 0 0,1 1 0,0 0 0,17-10 0,-26 17-531,1 0 0,-1 1 0,1-1 0,0 0 0,0 1 0,-1 0 0,1-1 0,0 1-1,0 0 1,0 1 0,-1-1 0,1 0 0,0 1 0,-1 0 0,1-1 0,0 1 0,-1 0 0,1 0-1,-1 1 1,1-1 0,-1 0 0,1 1 0,-1 0 0,0-1 0,0 1 0,3 3 0,6 6 73,-1 0 1,0 1-1,12 19 0,-20-28-115,107 151 482,-104-147-871,1 1 1,1-1-1,-1-1 0,1 1 1,0-1-1,0-1 0,15 9 0,-20-12 241,0-1-1,0 0 0,0 0 0,0 0 0,1 0 0,-1 0 0,0-1 0,1 1 1,-1-1-1,0 1 0,1-1 0,-1 0 0,1 0 0,-1 0 0,1 0 1,-1 0-1,0-1 0,1 1 0,-1-1 0,0 0 0,1 1 0,-1-1 0,0 0 1,0 0-1,0 0 0,1-1 0,-1 1 0,-1-1 0,1 1 0,0-1 1,0 1-1,3-5 0,5-9-75,0 0 0,0-1 0,-2 0 1,0-1-1,-1 0 0,9-30 0,20-40 651,-35 84-461,-1 1 0,1-1 0,0 1 0,0-1 0,1 1 0,-1-1 0,0 1 0,1 0 0,1-3 0,9-1-136,-8 4-7,-2 1-525,35 15-8653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8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30 100 11109,'-30'-42'2428,"40"20"-344,0 4-435,0 9-349,-3 0 832,16 21-2160,11 18-832,-21-5-852,-3-10-877,0 21-1923,10 21-3505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8.9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0 9681,'-6'11'618,"-8"2"9512,2-8-8544,7-2-1333,0 0 1,0 0-1,1 0 0,-1 1 0,1 0 0,0 0 0,0 0 0,0 0 1,0 1-1,1-1 0,0 1 0,0 0 0,-5 10 0,-1 7 408,0 1 0,-5 24-1,5-19-211,-21 89 417,-19 148-1,43-210-3142,2 86-1,2-30-5038,1-87 1542,3 7-3318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9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1 319 5813,'20'-36'1936,"17"-42"1,-33 71-1117,0 1-1,0-1 1,1 1-1,-1 1 1,1-1-1,1 1 1,9-9-1,-8 8-297,-6 6-437,0 0-1,1 0 0,-1 0 1,0 1-1,0-1 1,0 0-1,0 1 1,0-1-1,0 1 0,0-1 1,0 1-1,0-1 1,0 1-1,-1 0 1,1-1-1,0 1 0,1 1 1,-1-1 101,2 2-81,0-1 0,0 1 0,0 0 0,0 0 0,0 1 1,0-1-1,-1 1 0,0-1 0,0 1 0,0 0 0,0 0 1,0 0-1,0 4 0,13 59 549,-12-50-463,13 94 664,-12-69-379,19 78 0,-21-111-382,1 0 0,0 0 0,1 0 0,0 0 0,0-1 0,1 0 0,0 0 0,7 8 0,-9-13-68,-1-1 0,1 1 1,-1-1-1,1 0 0,0 0 1,0 0-1,0 0 0,0 0 0,1-1 1,-1 1-1,0-1 0,1 0 1,-1 0-1,1 0 0,-1-1 0,1 1 1,-1-1-1,1 0 0,-1 1 1,1-2-1,0 1 0,-1 0 1,6-2-1,35-10 78,49-19 0,-59 18-173,0 1 0,0 3 0,51-9 0,-45 14-561,1 2 0,-1 2 0,1 1 0,0 2 0,-1 2 0,0 2-1,47 14 1,-74-17-33,0-2-1,1 1 0,-1-2 0,0 1 0,1-2 0,-1 0 0,1-1 0,17-2 0,-22 1 460,0 0-1,0-1 0,0 0 1,-1 0-1,1-1 0,-1 0 1,0 0-1,0-1 0,-1 0 1,1 0-1,-1-1 1,0 0-1,8-10 0,23-30 1048,-2-1 0,-2-3 0,-2 0 0,49-107 0,-70 128 646,-1-1 1,-1 1-1,8-55 0,-17 83-1424,-1-1 0,1 0 0,-1 1 0,0-1 0,0 1 0,1-1 1,-1 1-1,0-1 0,0 1 0,0 0 0,-1 0 0,1-1 0,0 1 0,0 0 0,-1 0 1,1 0-1,-1 0 0,1 0 0,-4-1 0,3 3-37,0 0 1,-1 1-1,1-1 1,0 0-1,0 1 1,0 0-1,0-1 1,0 1-1,0 0 1,1 0-1,-1 0 0,1 0 1,-1 0-1,1 1 1,-2 3-1,-1-1 24,-2 6-3,0-1-1,0 1 0,1 0 0,1 0 1,0 0-1,0 0 0,1 1 0,0 0 1,1 0-1,1 0 0,-1 17 0,2-19-120,1-1 1,-1 0-1,2 0 0,-1 0 0,1 0 0,0 0 0,1 0 1,0-1-1,1 1 0,-1-1 0,2 0 0,-1 0 0,1 0 0,12 14 1,-12-17-7,1-1 1,-1 1 0,1-1 0,0-1-1,0 1 1,1-1 0,-1 0 0,1 0-1,0-1 1,0 1 0,0-2 0,0 1-1,0-1 1,9 1 0,-7-2-73,0 1 1,-1-1-1,1 0 0,-1-1 1,1 0-1,-1-1 0,0 0 0,1 0 1,-1 0-1,0-1 0,14-7 1,66-50-3116,3-3-3817,-54 42 1763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59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1 7381,'-3'0'310,"1"1"0,-1 0 1,1 0-1,-1 0 0,1 1 1,-1-1-1,1 0 1,0 1-1,0 0 0,-1-1 1,1 1-1,0 0 0,1 0 1,-1 0-1,0 0 0,1 1 1,-1-1-1,1 0 0,-1 1 1,1-1-1,-1 4 1,-1 5 52,0-1 0,1 1 0,0 0 1,0 13-1,-2 14 543,-82 402 2830,74-359-3254,-17 75-32,25-141-178,-1 0 0,0 0 1,-1-1-1,-1 0 0,0 0 1,0 0-1,-18 21 1,13-23 624,10-10-72,3-4-105,10-20-351,1 1 0,1 0-1,1 0 1,0 2 0,21-22 0,94-85-120,-108 107-244,173-151-2359,-66 60-1058,-84 72-1619,78-53 1,-33 36-4846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2.0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 1 8753,'-37'6'1248,"20"0"-356,0-3-156,4 9-368,3 3-240,3 0-140,0 3-176,11 12-116,2 24-188,1-5-436,7 8-2116,-4 18-1129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5:00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737 6 14705,'-31'-6'2393,"31"7"-2299,-1-1 0,1 0 0,0 0 1,-1 1-1,1-1 0,0 0 0,0 0 1,-1 1-1,1-1 0,0 0 0,0 1 1,0-1-1,0 0 0,-1 1 0,1-1 1,0 1-1,0-1 0,0 0 0,0 1 1,0-1-1,0 0 0,0 1 1,0-1-1,0 1 0,0-1 0,0 0 1,0 1-1,0-1 0,0 0 0,0 1 1,0-1-1,1 0 0,-1 1 0,0-1 1,0 0-1,0 1 0,1-1 0,-1 0 1,0 1-1,1 3 577,0 9 41,-2-1 0,0 1-1,0 0 1,-1-1 0,0 1 0,-1-1 0,-8 20 0,-2 11 481,-86 401 3245,0-4-4536,-66 167 98,-16 62 0,140-505-369,8 2 1,-15 204-1,43-268-1645,11 149 1,3-169-636,3-1 0,29 105 0,-29-146-592,29 69 0,34 26-6980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5:00.9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376 1 12565,'0'4'2193,"-4"41"1908,4 57 1,0 19-336,-33 266 1540,-27 0-4572,-39 77-596,7-41-1126,42-141-3473,39-214 2374,-7 48-3084,11-41-1534,6-17-3804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5:01.0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0 338 11913,'44'-130'2204,"-11"76"-264,4 0-251,10 12-281,7 14-320,3 10-224,13 6-168,7 12-144,13 12-148,18 12-188,2 22-240,4 11-416,0 12-552,6 16-676,-12 8-468,-18 16-3125,-16 11-4208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5:01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0 263 10929,'14'21'2216,"13"-24"-276,20-6-327,6 3-301,4-3-364,13-3-180,14 0-312,10-10-576,13-8-636,7-3-760,3-12-653,7-6-2379,0-1-3541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5:03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110 1260 12657,'-16'28'7042,"4"21"-5260,5-17-1027,-44 182 235,42-162-909,2 0-1,-1 69 0,8-116-79,0 0 1,0 0-1,1 1 1,0-1-1,0 0 1,0 0-1,0 0 1,1 0 0,0 0-1,0 0 1,0 0-1,1 0 1,4 6-1,-5-9 0,0 0 1,0 0-1,1 0 1,-1 0-1,1 0 0,0-1 1,-1 1-1,1-1 0,0 1 1,0-1-1,0 0 0,0 0 1,0 0-1,0-1 1,0 1-1,0-1 0,0 0 1,0 1-1,1-1 0,-1-1 1,0 1-1,0 0 0,0-1 1,0 0-1,3-1 0,29-8 52,-1-2 0,0-2 0,40-22 0,5-2 177,-61 31-239,0 1-1,0 1 1,0 1 0,0 1 0,1 0-1,-1 1 1,1 1 0,-1 1-1,20 2 1,-28-1-7,0 0-1,-1-1 1,1 0-1,0 0 1,0-1 0,0-1-1,0 1 1,10-5-1,0 1-7,5-3 23,0-1 0,-1-1 1,0-1-1,0-1 1,-1-1-1,-1-1 1,38-32-1,-41 32 61,89-82 774,-11 8 639,-82 77-1201,-1 1-1,1 0 0,0 1 0,1 1 1,23-9-1,-33 14-200,-1 1 0,1 0 0,1 0 0,-1 1 0,0-1 0,0 1 0,0 1 1,1-1-1,-1 1 0,0 0 0,1 1 0,8 1 0,30 10 220,77 30 0,-78-24-296,72 17 0,-100-31-39,0-1-1,0-1 1,1-1 0,-1 0-1,0-1 1,1-1 0,-1-1 0,23-4-1,-15-1 6,0 0 0,0-2 0,-1-1 0,-1 0-1,27-18 1,100-77-49,-62 41-13,-69 51 65,91-57 37,-91 60-138,1 2 0,0 0 0,1 1 0,30-7 0,-38 11-63,1 1 1,-1 1 0,1 0 0,23 2-1,-33-1 156,0 0 1,0 0-1,0 0 0,0-1 0,0 1 0,0-1 0,0 0 0,-1 0 0,1 0 0,4-2 0,9-3-71,-11 3 87,0 0 0,-1 0 0,1 0 0,0-1 0,-1 0 0,0 1-1,0-2 1,0 1 0,0 0 0,-1-1 0,6-8 0,2-3-15,-6 9 35,-1 0 1,0-1 0,0 1 0,3-10 0,11-21 94,14-17 36,-30 51-127,0 1 0,-1-1-1,0 1 1,0-1-1,0 0 1,0 1-1,0-1 1,-1 0 0,0 0-1,1 0 1,-1 1-1,-1-1 1,0-7-1,-3-2-15,4 10 12,-4 2 37,0-1-19,0 1-1,0 0 1,-1 0 0,1 1-1,0-1 1,-1 1 0,1 0-1,-1 0 1,1 1-1,0-1 1,-1 1 0,1 0-1,0 0 1,0 1 0,-1-1-1,1 1 1,0 0 0,0 0-1,1 0 1,-5 3 0,-12 8 38,0 2 0,-26 24 0,27-22 1,-37 32-164,1 3 0,4 1 0,1 3 0,-45 68 0,94-122 79,-1 0-1,1 0 1,-1 0 0,1 0-1,0 0 1,0 0-1,0 0 1,0 1-1,0-1 1,0 0 0,1 1-1,-1-1 1,1 1-1,-1-1 1,1 1-1,0-1 1,0 1 0,0-1-1,1 1 1,-1-1-1,1 1 1,-1-1-1,1 1 1,0-1 0,0 0-1,0 0 1,0 1-1,0-1 1,0 0-1,0 0 1,1 0 0,0 0-1,1 2 1,0-2-39,1 1 1,-1-1 0,1 0 0,-1 0 0,1-1-1,0 1 1,-1-1 0,1 1 0,0-1 0,0 0-1,0-1 1,0 1 0,0-1 0,0 0-1,0 0 1,0 0 0,0 0 0,0-1 0,8-1-1,286-81-4061,-251 66 3733,0-2 0,-1-2-1,-1-2 1,51-33 0,-49 24 676,104-78 2341,-83 57-883,-66 54-1703,1-1 0,-1 1 0,0-1 0,0 1-1,0 0 1,1 0 0,-1 0 0,0 0 0,0 0 0,0 1-1,-1-1 1,4 3 0,-5-4-16,25 20 133,-20-17-135,-1 1 0,1 0 0,0-1 1,0 0-1,0 0 0,0-1 0,8 3 0,6 2 2,-1-2-1,1 0 1,1-1-1,-1-1 1,0-1-1,1-1 1,-1 0-1,1-1 1,0-2-1,-1 0 1,0-1-1,1 0 1,-1-2-1,-1-1 1,1 0-1,22-11 1,-15 5 39,-2 0 1,1-2-1,-2 0 1,0-2 0,-1 0-1,0-2 1,28-30-1,-29 25 156,-1-1 1,0-1-1,-2-1 0,-1 0 0,-1-1 0,16-39 0,-16 23 65,2 1 0,44-75 1,-37 73-186,-21 35-57,1 0 0,0 0 0,9-11 1,-12 18-60,41-7-5,-41 11 34,0 0-1,0 0 1,-1 1-1,1-1 1,-1 0-1,0 1 1,1-1-1,-1 1 1,0-1 0,0 1-1,0 4 1,-1-5 86,2 12-173,-3-3 488,-13-13-63,7 0-295,1 1 0,-1 0 0,0 0 0,0 0 0,0 1 1,1 0-1,-1 1 0,0-1 0,0 1 0,0 1 0,1-1 0,-1 1 1,1 0-1,-1 1 0,-7 4 0,-8 3 32,1 2 0,-39 29 0,34-19-33,1 1 0,1 1 0,1 1 0,1 1 0,-36 58 0,47-64-22,1 1 0,1 0-1,1 1 1,1 0 0,1 0-1,-4 27 1,9-43-14,1 1 1,0 0-1,1 0 0,-1-1 1,1 1-1,0 0 0,1-1 0,0 1 1,0-1-1,0 0 0,5 10 0,-6-16-6,0 2 0,0-1 0,0 1-1,0 0 1,0-1-1,1 1 1,-1-1-1,1 0 1,-1 1-1,1-1 1,-1 0-1,1 0 1,0 0 0,0 0-1,-1 0 1,1-1-1,0 1 1,3 0-1,29 4 10,-23-6-4,0 0 1,-1-1-1,1 0 0,-1 0 1,0-1-1,0-1 0,0 0 0,10-5 1,75-46 47,-73 41-28,12-8 105,-5 3-37,1 1 1,1 1-1,45-18 0,-68 32-68,-1 0 0,1 1 0,0 0-1,0 0 1,0 1 0,0 0-1,0 0 1,0 1 0,0 0-1,0 0 1,0 1 0,0 0 0,0 1-1,-1 0 1,1 0 0,0 0-1,-1 1 1,1 0 0,-1 1 0,9 5-1,-9-4 16,0 1-1,-1 0 0,0 1 0,0-1 1,-1 1-1,0 0 0,0 1 0,0-1 1,-1 1-1,0 0 0,-1 0 0,4 12 1,3 11 156,10 64 0,-10-12-81,-3 1 1,-3 0-1,-5 1 0,-2-1 0,-5-1 1,-3 1-1,-24 85 0,18-108-106,-3-2 1,-2 0-1,-3-2 1,-3-1-1,-2-1 0,-2-1 1,-3-2-1,-1-1 1,-3-2-1,-69 67 0,85-96-10,0 0 0,-28 17 0,28-21 3,22-15-2,0 0 0,0 0 0,0 0 0,0 0 1,-1-1-1,1 1 0,0 0 0,-1-1 0,1 1 0,0-1 0,-1 1 0,1-1 0,-2 1 0,2-1 0,0-1 0,0 1 1,0 0-1,0 0 0,0-1 0,0 1 0,0 0 0,0-1 0,0 1 0,1-1 0,-1 1 0,0-1 0,0 1 0,0-1 0,1 0 0,-1 0 0,0 1 0,1-1 0,-1 0 0,1 0 0,-1 1 0,1-1 0,-1 0 0,1 0 0,-1 0 0,1 0 0,0 0 0,0 0 0,-1 0 0,1 0 0,0 0 0,0 0 0,0 0 0,0 0 1,0 0-1,0 0 0,0 0 0,1 0 0,-1 0 0,0 0 0,1-1 0,0-4 0,1 0 0,0 1 0,0-1 1,0 0-1,1 1 0,3-6 0,180-242-60,-76 111-97,390-520-1003,124-233-14,-571 808 1074,0 3 165,51-114-1,-101 190-35,0 0 0,-1 1 0,0-1 0,1-9 0,-1 7 28,-4 9-38,1 0-1,-1-1 1,1 1 0,-1 0 0,1 0-1,-1-1 1,0 1 0,0 1 0,0-1-1,1 0 1,-1 0 0,0 1 0,0-1-1,-4 0 1,4 2-12,0-1 0,-1 1 0,1 0 0,0-1-1,0 1 1,-1 0 0,1 1 0,0-1 0,0 0 0,0 0-1,1 1 1,-1-1 0,0 1 0,0 0 0,-2 3 0,-26 34 110,22-27-82,2-2-18,1 0 1,1 0-1,0 0 0,1 1 0,0-1 0,0 1 0,-2 21 0,5-28-6,-1-1-5,0 0 0,1 0 1,0 1-1,-1-1 1,1 0-1,1 1 1,-1-1-1,0 0 1,1 0-1,0 1 0,0-1 1,0 0-1,0 0 1,0 0-1,0 0 1,1 0-1,0 0 0,-1 0 1,1-1-1,0 1 1,0 0-1,1-1 1,-1 0-1,0 1 1,1-1-1,4 3 0,-2-2 2,1-1 0,0 1 0,0-1-1,0 0 1,0 0 0,0-1 0,0 1 0,1-1-1,-1-1 1,0 1 0,1-1 0,6-1-1,-1 1-2,0 0-1,0 1 0,0 0 1,-1 1-1,1 1 0,0-1 1,-1 2-1,1 0 0,-1 0 1,14 8-1,11 8 48,54 42 1,-59-41-60,7 6 26,83 63 1,-108-79-26,-1 1-1,-1 0 1,0 0 0,-1 1 0,0 0-1,15 28 1,-21-34 11,-2 1-1,1-1 1,-1 1 0,0-1-1,-1 1 1,0 0 0,0 0-1,0 0 1,-1 0 0,0-1-1,-1 1 1,0 0 0,0 0-1,-1 0 1,0-1 0,0 1 0,-1-1-1,1 1 1,-8 12 0,-1-2 11,0-1 0,0 1 0,-2-2 0,0 0 0,-1 0 0,-21 18 1,-18 9 102,-91 57-1,94-68-1439,1 2 0,-66 60 0,98-73-1564,17-20 2754,0-1-1,0 1 0,-1-1 0,1 1 0,0-1 0,0 1 0,0-1 0,0 1 0,0 0 1,-1-1-1,1 1 0,0-1 0,0 1 0,1-1 0,-1 1 0,0-1 0,0 1 0,0-1 1,0 1-1,0-1 0,0 1 0,1-1 0,-1 1 0,0-1 0,0 1 0,1-1 0,-1 1 1,0-1-1,1 1 0,-1-1 0,1 0 0,-1 1 0,0-1 0,1 0 0,-1 1 0,1-1 1,-1 0-1,1 0 0,-1 1 0,1-1 0,-1 0 0,1 0 0,-1 0 0,1 0 0,0 1 1,76 9-13359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5:03.2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88 10005,'23'-21'10949,"-23"3"-9497,3 0 1464,4 3-2632,-3 0-780,26 15-11177,-4 3 1220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3.7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0 2636,'-17'33'340,"4"-20"-408,-11-1-248,4 6-432,17 3 120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5.3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221 341 4092,'-4'12'10140,"0"0"-5344,-13 19-4945,10-19 1821,6-10-1250,-2 0-8,-22 14 812,-42 20 0,41-24-491,-38 26 1,61-36-300,28 4 253,-9-4-597,-1-1 1,1 0-1,0-1 0,30-4 1,70-18 129,-75 13-160,1238-304 494,-1170 279-395,-65 18-932,2 2 0,78-12 0,-117 25 227,-1 0 1,0-1-1,0 1 0,0-1 1,0-1-1,-1 1 0,1-1 1,0 0-1,6-5 1,27-25-6986,-10 4-2107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5.7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8 659 9933,'-1'-2'117,"0"1"-1,0 0 1,0-1 0,1 1 0,-1-1-1,1 1 1,-1-1 0,1 1 0,-1-1-1,1 1 1,0-1 0,0 1 0,0-1-1,0 1 1,0-1 0,0 0-1,0 1 1,1-1 0,-1 1 0,0-1-1,1 1 1,-1-1 0,1 1 0,1-3-1,2 0 252,0 0-1,0 0 0,0 1 0,1-1 0,-1 1 0,9-4 0,-2 0 56,42-25 1097,2 3-1,116-43 1,129-22-436,-229 74-780,1026-262 1035,-819 231-1849,-274 50 372,0 1 1,0-1-1,1 1 0,-1 0 0,0 0 0,0 0 1,0 1-1,1-1 0,-1 1 0,6 2 0,-10-3 61,1 1 0,0 0 0,0-1-1,0 1 1,-1 0 0,1 0 0,0 0-1,-1-1 1,1 1 0,-1 0-1,1 0 1,-1 0 0,1 0 0,-1 0-1,1 0 1,-1 0 0,0 0 0,0 0-1,0 0 1,1 1 0,-1-1 0,0 0-1,0 0 1,-1 0 0,1 0 0,0 0-1,0 0 1,0 0 0,-1 0-1,1 0 1,0 0 0,-1 0 0,1 0-1,-1 0 1,0 0 0,1 0 0,-2 1-1,-10 20-1763,-2-1-1,-22 28 0,34-47 1740,-5 7-399,-1 0-1,0-1 1,-1 0 0,1 0-1,-1-1 1,-1 0-1,-14 8 1,18-12 478,0 0 1,0 0-1,0-1 1,0 1-1,-1-2 0,1 1 1,-1-1-1,0 0 0,1 0 1,-1 0-1,0-1 1,0 0-1,-11-2 0,-33-8 1144,15 4 1424,-54-16 1,86 20-2363,0 2 0,-1-1 0,1 0 0,-1 1 0,1 0 1,-1 0-1,1 0 0,0 1 0,-1 0 0,1-1 0,0 2 1,-1-1-1,1 0 0,0 1 0,0 0 0,0 0 0,0 0 1,0 0-1,-3 3 0,0 0 85,1 0 0,-1 0 0,2 1 0,-1 0 0,0 0-1,1 0 1,0 0 0,1 1 0,-8 13 0,2 5 311,1-1 0,1 1 0,2 1-1,0-1 1,1 1 0,-1 40 0,9 164 1170,6-117-1603,33 154-1,47 108-4463,-38-213 356,-8-59-2681,-10-35-2309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6.0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24 10917,'-2'8'564,"1"0"-1,0-1 1,1 1 0,-1 0 0,2 0-1,-1 0 1,1 0 0,0-1-1,1 1 1,0 0 0,0-1 0,0 1-1,7 11 1,5 9 485,1-1 0,20 27 0,-31-47-878,70 109 1606,-39-57-1136,3-1 0,86 99-1,-117-150-601,0 0-1,1 0 0,0 0 0,0-1 1,0 0-1,1-1 0,0 1 1,12 3-1,-18-7-31,1-1-1,1 0 1,-1 0 0,0 0 0,0-1-1,0 1 1,0-1 0,1 0-1,-1 0 1,0-1 0,0 1 0,0-1-1,0 0 1,0 0 0,0 0 0,0-1-1,0 1 1,0-1 0,0 0 0,-1 0-1,1-1 1,4-3 0,0-1 2,-1 0 0,0 0 1,0-1-1,0 0 0,-1-1 1,-1 1-1,1-1 0,-1 0 1,-1-1-1,0 1 0,0-1 1,-1 0-1,0 0 0,0 0 1,1-20-1,-2 11 15,-2 0 0,0 0-1,-1 0 1,-1 0 0,0 0 0,-2 1-1,0-1 1,-1 1 0,-1 0 0,-1 1 0,0-1-1,-16-25 1,7 16 53,-2 1-1,0 1 1,-2 0 0,0 2-1,-2 0 1,-45-36 0,49 45-729,-2 2 0,-39-20 1,56 30-704,2 5-581,0 0 1344,1-1-63,0 0 0,-1-1 1,1 1-1,0 0 0,0 0 1,-1 0-1,2 0 0,-1 0 1,0 0-1,0 0 0,1 0 1,0 3-1,13 15-9333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6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1 263 13501,'22'-40'2256,"-17"32"-65,15 5 1628,-15 3-3599,1 0-1,0 1 1,-1 0-1,1 0 0,-1 0 1,1 1-1,-1 0 1,1 0-1,-1 0 0,0 1 1,0 0-1,0 0 1,-1 0-1,7 5 0,4 2 105,27 19 6,-1 2 0,-2 2 0,-1 1 0,-1 2 0,-2 2 0,-2 1 0,-1 2 0,34 58 0,-48-68-268,-2 0 0,-1 1 0,-1 0 0,-2 1 0,-1 0 0,6 38 0,-12-46-24,-1 1 1,-2 0-1,0 0 0,-2 0 0,-1 0 0,-1 0 1,-1 0-1,-11 45 0,-28 68 1647,40-135-1340,-3-25 197,4 15-500,1-1 1,1 0 0,-1 0 0,1 0 0,0 0 0,1 0 0,-1 0-1,6-12 1,28-56 112,-19 42-139,313-539-6797,-283 498 5367,97-133-3684,-49 74 469,-43 64 152,2 10-2398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6.7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0 5905,'-67'49'6276,"63"-41"-5058,-2 56 1370,4 87 0,6-89-2072,2 0 0,2 0 0,23 80 0,-24-121-453,0-1-1,1 0 1,1-1 0,1 1-1,1-2 1,1 0 0,0 0-1,1-1 1,1 0-1,21 19 1,-33-34-60,1 0 1,-1-1-1,0 1 0,0-1 1,1 1-1,-1-1 0,1 0 1,-1 0-1,1 0 0,-1-1 1,1 1-1,0-1 0,0 1 0,-1-1 1,1 0-1,0 0 0,-1 0 1,1 0-1,0 0 0,0-1 1,-1 1-1,1-1 0,-1 0 1,1 0-1,0 0 0,-1 0 1,0 0-1,1 0 0,-1-1 1,0 1-1,3-3 0,5-4 31,-1 1 0,0-2-1,-1 1 1,0-1-1,12-16 1,-7 4 177,-1 0 0,0 0 1,-1-1-1,12-39 0,20-97 2398,-9 28 407,-34 128-2964,1 0 0,-1 0 1,1 0-1,0 0 0,0 0 1,0 1-1,0-1 0,0 0 1,4-3-1,-5 5-34,1-1 1,-1 1-1,1-1 0,-1 1 1,1 0-1,-1-1 0,1 1 1,0 0-1,-1-1 0,1 1 1,0 0-1,-1 0 0,1 0 1,0 0-1,-1 0 0,1 0 1,0 0-1,-1 0 0,1 0 0,0 0 1,-1 0-1,2 0 0,1 2 13,0-1 0,-1 1 0,1 0 0,-1 0 0,1 0 0,-1 0-1,1 1 1,-1-1 0,0 0 0,0 1 0,0 0 0,-1-1 0,3 6-1,135 244-3475,-100-186 1238,20 31-2430,-15-33-2233,-5-15-2680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7.1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60 10489,'-12'-10'1694,"15"16"783,9 22-88,-2 30-1552,-3 0 0,-2 1 0,-4 63 0,-24 172-228,10-216 100,27-99-451,79-159 253,-11 19-244,-48 103-127,43-55-1,-60 91 21,2 0 0,0 1 0,2 1-1,0 1 1,27-19 0,-40 33-121,10-8 64,2 0 0,0 1-1,22-9 1,-36 19-49,1-1 1,0 1-1,0 0 1,0 1-1,0-1 0,0 1 1,1 1-1,-1-1 1,0 1-1,0 1 0,0-1 1,1 1-1,-1 1 1,8 1-1,-6 1 10,1 0 1,-1 0-1,0 0 1,0 1-1,-1 1 1,0 0-1,0 0 1,0 0-1,0 1 1,-1 0-1,0 0 1,-1 1-1,0 0 1,0 0-1,0 1 1,5 11-1,4 14 49,0 0-1,-3 1 0,10 40 1,-16-54-100,56 229-1388,-51-194-1156,-3 1 1,1 86 0,-9-126 596,1 0 0,4 21 0,15 32-7128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8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1 144 9821,'1'-6'559,"1"-1"0,0 1 1,0 0-1,1 1 0,0-1 1,0 0-1,0 1 0,1 0 0,0-1 1,0 1-1,8-8 7377,-3 31-6033,10 11-1486,2 0 0,0-1 0,2 0 0,1-2 0,33 27 1,-23-25-291,1-1 0,1-2 0,62 31 0,-80-47-173,1-1-1,1-1 1,-1 0-1,1-2 0,0 0 1,0-1-1,1-1 0,-1-1 1,38-2-1,-43-1 17,-1-1 1,1-1-1,-1 0 0,0-1 0,0 0 0,-1-1 0,1-1 1,-1 0-1,0-1 0,-1 0 0,0-1 0,13-11 0,-10 6 43,0 0-1,-1-2 1,-1 1-1,0-2 1,-1 0-1,-1 0 0,0-1 1,10-21-1,9-41 646,-18 43-280,-11 33-259,1 5-27,0 1-73,0 0 1,0 1-1,-1-1 0,1 1 0,-1 0 1,1-1-1,-1 1 0,0 0 0,-1 0 1,1-1-1,-1 1 0,1 0 0,-2 7 1,2-2-11,24 205 173,2 316-69,-27 4-1317,-4-471 818,-2 0 1,-4-1-1,-30 112 1,26-131 176,-2-1 0,-1 0 0,-2-1 0,-2-1 0,-1-1 1,-32 40-1,53-78 204,-28 38-220,-1-2 0,-63 60 0,92-96 209,-1 1 1,0-1-1,1 0 0,-1 0 0,0 0 0,0 0 0,1 0 1,-1 0-1,0-1 0,0 1 0,0 0 0,0-1 0,0 0 1,0 1-1,0-1 0,0 0 0,0 0 0,0 0 0,0 0 0,0-1 1,-4 0-1,5 1 3,0-1 1,0 1-1,0-1 1,0 0 0,0 0-1,0 1 1,0-1-1,0 0 1,0 0-1,0 0 1,0 0 0,1 0-1,-1 0 1,0 0-1,1 0 1,-1 0-1,1 0 1,-1-1-1,1 1 1,0 0 0,-1 0-1,1 0 1,0-1-1,0 1 1,0 0-1,0 0 1,0-1-1,0 1 1,0 0 0,0 0-1,1-1 1,-1 1-1,1-2 1,8-28-251,1-1 1,26-50-1,40-62-414,57-75 35,198-248 1,-240 353 987,6 5 1,158-139 0,-239 234-296,1 0 0,0 2 0,0 0 1,1 1-1,1 0 0,25-9 0,-33 16-30,0 1 0,0 0 0,1 0 0,0 1 0,-1 1 0,1 0 0,0 0 0,0 1 0,-1 1 0,1 0 0,0 1 0,22 5 0,-6 4 12,0 1-1,0 1 1,-1 1-1,36 25 1,39 22-24,-88-54-16,0-1 0,1 0 0,0-1 0,0-1 1,20 4-1,-34-8 5,0 0 1,0 0 0,0-1-1,0 1 1,0 0 0,1-1-1,-1 1 1,0 0 0,0-1 0,0 0-1,0 1 1,0-1 0,0 1-1,-1-1 1,1 0 0,0 0-1,0 0 1,0 0 0,0 0-1,2-2-1,-1 1 2,0 0 0,0 0-1,0-1 1,-1 1 0,1-1 0,0 1 0,-1-1 0,0 1 0,1-1 0,-1 0 0,0 0 0,0 0 0,-1 0-1,1 0 1,-1 1 0,1-1 0,-1 0 0,0 0 0,0 0 0,0 0 0,-1 0 0,1 0 0,-1 0-1,-1-5 1,-2-7-4,0 0-1,-1 1 0,-10-21 1,-1 4 2,-1 2 1,-1-1-1,-25-29 0,-73-75-1,96 111 2,1-1 0,1-1-1,1-1 1,2 0 0,0-1-1,-18-51 1,32 74-1,-1 0-1,2-1 1,-1 1 0,0-1-1,1 1 1,0-1 0,0 0-1,0 1 1,1-1-1,0 1 1,0-1 0,0 1-1,0 0 1,0-1 0,1 1-1,0 0 1,0 0 0,0 0-1,0 0 1,1 0-1,3-3 1,0-1-22,1 1 1,-1 0-1,1 1 0,1-1 1,0 1-1,-1 1 0,2 0 1,14-8-1,14-2-186,1 1 1,0 2-1,48-9 0,118-10-656,-194 30 817,-1 0 1,1 1-1,0 0 0,-1 0 0,1 1 1,0 1-1,-1 0 0,19 6 1,-26-7 44,0 0 1,0 0 0,0 0-1,0 1 1,0-1 0,0 1 0,0-1-1,-1 1 1,1 0 0,0 0-1,-1-1 1,0 1 0,1 0 0,-1 0-1,0 1 1,0-1 0,0 0 0,0 0-1,-1 0 1,1 1 0,0-1-1,-1 3 1,2 4-12,-1 1 1,-1-1-1,0 17 0,-1-26 16,-3 43 0,2-31 8,1 1-1,0 0 1,1 0-1,2 22 0,-1-30-23,0-1-1,0 0 0,0 0 0,1 0 1,-1 0-1,1 0 0,0 0 0,0-1 1,1 1-1,-1-1 0,1 1 0,0-1 0,0 0 1,0 0-1,0 0 0,0 0 0,1-1 1,5 5-1,-1-4-47,-1 1-1,1-1 1,0 0 0,0-1-1,-1 0 1,2 0 0,-1-1 0,0 1-1,0-2 1,9 1 0,6-2-295,41-7 0,-51 6 253,8-1 7,0-2 0,-1 0 0,0-1 1,0-1-1,0-1 0,-1-1 0,30-18 0,-11 1 347,-1-2 1,35-34-1,-34 24 419,-28 26-203,1 1 0,26-19 1,-34 27-356,1 0 0,1 0 1,-1 1-1,0-1 1,1 1-1,-1 0 1,1 1-1,6-3 1,-9 4-93,1 0 0,-1 0 0,1 0 0,-1 1 1,0-1-1,1 0 0,-1 1 0,1 0 0,-1-1 0,0 1 1,1 0-1,-1 0 0,0 1 0,0-1 0,0 0 1,0 1-1,0-1 0,0 1 0,2 2 0,54 51-63,5 6-1956,-46-46-759,37 24 0,-22-21-1809,4 0-2407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8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0 206 6865,'4'1'1582,"22"17"182,-13-8-1275,-1 1 1,0 1-1,0-1 1,-1 2-1,-1 0 1,0 0-1,-1 1 1,13 25-1,-10-7-197,-2 0-1,-1 0 1,-2 1 0,-1 0 0,-1 0-1,-2 0 1,-2 1 0,0-1 0,-3 1-1,0-1 1,-3 1 0,0-1 0,-2-1-1,-2 1 1,-1-1 0,-1-1 0,-2 0-1,-1 0 1,-1-1 0,-23 32 0,10-28 1056,26-34-1257,1-1 0,0 1 0,0 0 0,0 0 0,-1 0 0,1-1 0,0 1 1,0-1-1,0 1 0,0-1 0,0 1 0,0-1 0,-2-1 0,3 2-25,-2-1-22,1 0 0,0-1 0,0 1 0,-1 0 0,1-1-1,0 1 1,0 0 0,0-1 0,0 0 0,1 1 0,-1-1 0,0 1 0,1-1-1,-1 0 1,1 0 0,-1 1 0,1-1 0,0 0 0,0 0 0,0 0 0,0 1-1,0-1 1,0 0 0,0 0 0,2-2 0,8-52 330,-8 50-299,13-47 74,2 0-1,2 1 1,41-75 0,97-134-2051,-4 54-1961,-43 74-3032,-17 27-3078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9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528 279 9449,'11'-81'6223,"-11"78"-5807,-1 0-1,0 0 1,0 0 0,0 1-1,0-1 1,0 0 0,-1 0-1,1 1 1,-1-1 0,0 1-1,-2-4 1,-5-8 1029,3 12-761,-3 3-522,1 0 0,-1 0-1,1 0 1,0 1-1,-1 0 1,1 1-1,0 0 1,0 0-1,1 1 1,-1 0-1,1 0 1,-8 6 0,-10 9 22,2 1 0,-24 25 1,24-22-17,-18 22-182,3 2 0,1 1 0,-44 78-1,41-61-513,31-50 294,1 1-1,-11 32 1,15-37 129,6-11 85,0 1 0,1-1-1,-1 0 1,0 0 0,0-1-1,0 1 1,1 0 0,-1-1-1,4 0 1,11-6-7,0 0 0,-1-1-1,0 0 1,21-15 0,62-51-4,-43 31 59,-8 7 243,87-48-1,-78 51-62,-37 21-125,0 0 1,0 2-1,1 0 1,29-8-1,-42 17-62,0 0 0,0 0-1,0 1 1,-1 1 0,1-1-1,0 1 1,0 0 0,-1 1-1,1 0 1,-1 0 0,1 1-1,11 6 1,-14-8-22,5 5-77,-1-1 0,1 1-1,-1 1 1,0 0 0,0 0 0,-1 1-1,0 0 1,0 0 0,-1 1-1,8 12 1,-10-13-166,1 0 0,0 0 0,1 0 0,0-1 0,0 0 0,1 0 1,-1-1-1,1 1 0,1-2 0,-1 1 0,1-2 0,18 9 0,-23-12 171,1-1 0,0 1 0,0-1 0,-1 1 0,1-1-1,0-1 1,0 1 0,0-1 0,-1 0 0,1 0 0,0 0 0,-1-1 0,1 1 0,-1-1 0,1 0 0,-1-1 0,0 1 0,0-1-1,0 1 1,0-1 0,-1-1 0,1 1 0,-1 0 0,6-8 0,4-5 54,1-2 0,-2 0-1,-1-1 1,12-23 0,-2-6 648,20-67 0,-25 67 312,34-73-1,-27 83-586,-22 38-346,0-1 0,0 0 0,0 1 0,0-1 0,0 1 0,0 0 0,0-1 0,0 1 0,0 0-1,0 0 1,0-1 0,0 1 0,0 0 0,0 0 0,0 0 0,0 0 0,0 0 0,0 0 0,0 1 0,0-1 0,0 0 0,2 1 0,-1 0 6,3 0-52,-1 0 0,0 0-1,0 1 1,0 0 0,1-1-1,-2 2 1,1-1 0,0 0-1,0 1 1,-1 0 0,1-1-1,-1 1 1,0 1 0,0-1-1,0 0 1,3 6 0,6 8-727,-1 1-1,10 21 1,-18-33 477,6 13-1221,-2 1 1,8 25 0,-2-5-3245,0-1-2795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9.6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6 130 7017,'4'-20'1787,"11"-36"1,5 5 4676,-19 49-4292,-1 6-1327,0 35 83,-7 178 1050,-23 233-992,26 1-4599,4-375 2066,-2-18-33,0 9-1379,6-21-2636,0-13-92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49.7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231 0 5168,'31'0'1475,"-25"0"-179,-2 1-184,-2-1-1001,1 1 1,-1 0-1,0-1 0,1 1 1,-1 0-1,0 0 1,0 0-1,0 0 0,0 0 1,0 1-1,0-1 1,0 1-1,-1-1 0,1 1 1,0 0-1,-1-1 1,1 1-1,1 2 0,-2 0-8,0 0 0,0 0-1,0 0 1,0 0 0,-1 0-1,1 0 1,-1 0 0,0 0-1,0 0 1,-1 0-1,0 6 1,-3 7 34,1 0 0,-2-1 0,0 1 0,-1-1 0,-1 0 0,0-1 0,-1 0 0,-13 18 0,-12 14-324,-45 48-1,35-46-642,-7 0-1095,15-17-1734,25-18-200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0.2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 5312,'0'0'5088,"2"1"-3823,51 38 2928,-50-24-3589,-3-1-468,-1 0-1,0 0 1,0 0 0,-1 0-1,-1-1 1,-1 1 0,0-1-1,-8 21 1,-87 154-3981,98-186 3713,1-1 0,-1 1 0,0-1 0,0 1 0,1-1 0,-1 1-1,1 0 1,0-1 0,-1 1 0,1 0 0,0 0 0,0-1 0,0 1 0,0 0 0,0-1 0,0 1 0,1 0 0,-1 0 0,0-1-1,1 1 1,0 0 0,-1-1 0,1 1 0,0-1 0,0 1 0,0-1 0,0 1 0,0-1 0,0 0 0,0 1 0,0-1 0,3 2 0,2-3-661,3-6 607,0 1-1,-1-2 1,1 1 0,-1-1-1,-1 0 1,0-1 0,8-9 0,44-66 15,-50 71 218,3-10 236,0 0 1,12-32-1,-14 29 555,18-30 0,-5 1 1227,-21 51-1250,9 27 860,-6-9-1339,1 0 0,-2 0 0,0 0 1,-1 0-1,-1 1 0,1 16 0,-4 100 778,0-17-579,5 85-512,0-5-4117,2-146-1526,-3-22 139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0.3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0 6225,'-2'12'463,"0"9"2751,22-14-1444,-17-5-1668,0-1-1,0 1 1,0 0-1,-1 1 0,1-1 1,0 0-1,-1 1 1,0-1-1,0 1 1,0 0-1,0 0 0,0 0 1,1 3-1,18 45 666,-18-42-667,-1 1-1,0-1 1,0 1 0,-1-1 0,-1 1 0,0 0 0,0 0 0,-1-1 0,0 1 0,0 0 0,-1-1 0,0 1 0,-1-1 0,0 0 0,-1 0 0,-8 15 0,-1 0-237,-2-1 0,-1-1 0,-1 0 1,-32 32-1,38-43-964,-1-1 1,0 0-1,0-1 0,-15 9 1,-16 9-5287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1.2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 1 8861,'-20'10'2258,"16"-8"-276,4 9-773,-1 1 1,-1-1-1,0 1 1,-4 11-1,-3 18 396,-12 104 1900,-1 198 0,22-97-6445,10 0-8774,-7-182 1589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1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76 11949,'17'-33'2136,"-11"18"1153,1 3-2101,0-3 336,20 18-1056,-1 0-332,-5 9-376,15 15-392,-2 6-484,-4 6-440,0-2-233,-6 5-619,-4 9-1360,7 9-2429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1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2 5244,'-2'39'2734,"-10"56"0,11-90-2619,-3 15 664,1 0-1,1-1 0,1 1 1,2 29-1,-1-47-682,1-1 0,-1 0 0,0 0 0,1 0 0,-1 0 0,1 0 0,-1 0 0,1 1 0,-1-1 0,1 0 0,0 0 0,-1-1 0,1 1 0,0 0 0,1 1 0,-1-1-10,-1-1 1,1 1-1,-1-1 1,1 1-1,-1-1 1,1 1-1,-1-1 1,1 1-1,-1 0 1,1-1-1,-1 1 0,0 0 1,0-1-1,1 1 1,-1 0-1,0 0 1,0-1-1,0 3 1,5-5 655,25-16-156,0 0 0,-2-2 0,0-1 1,41-42-1,-19 18-166,-32 29-260,1 1-1,0 1 0,1 1 1,1 1-1,25-12 1,-37 20-121,-1 1 0,1 0 1,0 0-1,1 1 1,-1 0-1,0 1 0,0 0 1,1 0-1,-1 1 1,1 0-1,-1 1 0,0 0 1,1 1-1,-1 0 1,0 0-1,16 7 0,-7-1-6,-1 2-1,0 0 0,-1 0 1,0 2-1,19 17 0,-11-6 29,0 2-1,32 42 0,-41-47-239,107 136-1184,-54-84-2027,-47-53-310,34 24 0,-12-13-4976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2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1 14965,'-2'2'2083,"-7"13"-1003,0 1 0,1 0 0,1 0 0,1 1 0,0 0 0,-4 21 0,-14 111 1061,17-93-1404,-25 183-48,-1 273-1,33-451-1583,14 97-1,-10-134 519,1 0 1,1 0-1,0-1 0,2 0 0,1 0 1,23 41-1,-27-56 213,0 0-1,1 0 1,0 0-1,0-1 1,1 0 0,0 0-1,0-1 1,1 0 0,-1 0-1,1 0 1,1-1-1,-1-1 1,1 1 0,0-1-1,0-1 1,0 0 0,0 0-1,1 0 1,-1-1 0,1-1-1,0 0 1,-1 0-1,1-1 1,0 0 0,-1-1-1,1 0 1,0 0 0,-1-1-1,1 0 1,-1-1-1,17-7 1,-5-1 24,1 0 0,-2-2 0,0-1 0,0 0 0,-1-1 0,20-23 0,95-114 197,9-51 2126,-85 116-1000,-58 86-1147,1 1 0,-1-1-1,0 1 1,1-1 0,-1 0 0,1 1-1,-1-1 1,1 1 0,-1-1 0,1 1 0,-1-1-1,1 1 1,0-1 0,-1 1 0,1 0-1,0-1 1,-1 1 0,1 0 0,0 0 0,-1-1-1,1 1 1,0 0 0,0 0 0,-1 0-1,1 0 1,0 0 0,-1 0 0,1 0 0,0 0-1,0 0 1,-1 0 0,1 0 0,0 1-1,0-1 1,-1 0 0,1 0 0,0 1 0,-1-1-1,1 0 1,-1 1 0,1-1 0,0 1 0,-1-1-1,1 1 1,-1-1 0,1 1 0,-1-1-1,1 1 1,0 1 0,2 2 62,-1 0 0,1 0 0,-1 0 0,1 0 0,2 10 0,-1 2 166,0 0-1,-1 1 1,1 31 0,1 7 119,3-2-82,2-1 0,29 89 0,-32-122-259,1 0 0,0 0-1,1-1 1,1 0 0,1-1 0,0 0 0,2-1 0,0 0 0,0-1 0,21 18-1,-29-29-37,0-1-1,0 0 1,0 0-1,0 0 1,1-1-1,0 1 1,-1-1-1,1-1 1,0 1-1,0-1 1,0 0-1,0 0 1,0-1-1,0 0 1,0 0-1,0 0 0,-1-1 1,1 0-1,0 0 1,11-3-1,-10 1 0,0 0 0,0 1-1,0-2 1,-1 1 0,1-1-1,-1 0 1,0-1 0,-1 1 0,1-1-1,-1 0 1,1-1 0,-2 1-1,1-1 1,0 0 0,-1 0-1,5-11 1,-1-3-1,-1 0 0,0 0 0,-2 0 0,0-1 0,-2 1-1,0-1 1,-1 0 0,-1-1 0,-1 1 0,-1 0 0,-7-35 0,1 19-114,-1 1 0,-3 1-1,-1 0 1,-1 0 0,-33-59 0,39 81-205,-1 1 1,0 0-1,0 0 0,-14-13 0,19 22-124,-1 0 0,1 0-1,-1 0 1,0 0 0,0 1 0,0-1-1,-7-2 1,9 5-97,0-1-1,-1 0 1,1 1 0,0-1-1,-1 1 1,1 0 0,-1 0-1,1 0 1,-1 0 0,1 0-1,0 0 1,-1 1 0,1-1-1,0 1 1,-4 1 0,-14 4-9016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2.9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44 963 11821,'-30'-12'8738,"30"17"-7726,-7 97 1213,3-64-1678,2 71-1,5-65-480,14 66 1,-12-88-223,1-1 0,1 0 1,1 0-1,1 0 0,11 19 1,-13-30 43,0 0 0,1-1 1,0 1-1,0-2 1,1 1-1,0-1 1,1-1-1,0 0 1,14 9-1,-15-12 46,-1 1-1,1-1 1,0 0-1,0-1 1,1 0-1,-1-1 1,1 0-1,-1 0 1,1-1-1,0 0 1,0 0-1,-1-1 1,1-1-1,0 0 1,0 0 0,-1-1-1,1 0 1,-1-1-1,17-6 1,-9 2 22,0-1 1,-1-1 0,1-1 0,-2 0 0,1-1-1,-2-1 1,0 0 0,26-28 0,-15 9 133,0-1-1,-2-1 1,18-38 0,-30 50 16,0 0 0,-2-1 1,-1 0-1,-1 0 0,-1 0 0,5-35 1,1 2 112,-8 44-162,-3 6 2,-12 5-25,9 0-41,0 0 0,1 0 0,-1 0-1,0 0 1,0 0 0,0 0 0,0 0 0,0 1-1,0-1 1,1 1 0,-1-1 0,0 1-1,-1 1 1,1 0-34,0 0 1,1 0-1,-1 0 0,1 1 0,-1-1 1,1 1-1,0-1 0,0 1 0,0-1 1,1 1-1,-2 4 0,0 4-115,-6 15-1103,1 1-1,1 1 1,2-1-1,-2 55 1,7-80 1214,-1 0 0,1 0 0,-1 0 0,1 1 0,0-1 0,0 0 0,0 0 0,0 0 0,0 0 0,0 0 0,1-1 0,-1 1 0,0 0 0,1-1 0,0 1 1,-1-1-1,1 1 0,0-1 0,0 0 0,0 1 0,0-1 0,0 0 0,0 0 0,0-1 0,0 1 0,0 0 0,0-1 0,0 1 0,1-1 0,-1 0 0,0 1 0,3-1 0,4 0 301,0 0 0,0 0 0,0 0-1,0-1 1,0-1 0,17-4-1,33-10 1669,89-11 0,-86 18-1292,85-25 1,-128 28-588,0-1-1,0 0 0,-1-2 1,0 0-1,-1-1 0,0-1 1,0 0-1,22-22 0,-16 11-33,-1-2-1,-1 0 1,-2-2-1,0 0 1,18-36-1,-11 11-2,-2-2 0,17-59-1,-10 15 207,-5-2-1,-4-2 1,12-133-1,-10 83 581,-11 80-59,-24 249 2245,-34 211-2136,10 2-3998,35-390 3121,-12 215-4406,11-76-2549,5-38-3208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3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44 675 9241,'-1'0'179,"-1"0"1,1 0-1,-1 0 1,1 0-1,-1 0 0,1 0 1,-1 0-1,1 0 1,-1 0-1,1 0 0,-1-1 1,1 1-1,0-1 1,-1 1-1,1-1 1,0 0-1,-1 1 0,-1-3 1,1 1 239,1 0 0,-1-1 0,1 1 0,0 0 0,0-1 0,0 1 0,0-1 0,-3-11 8565,5 12-8754,0-1 0,0 0 0,1 0 0,-1 1 0,1-1 0,0 1 0,0-1 0,3-2 0,7-1-48,-1 0 0,1 1 0,24-8 1,7-3 113,10-6-159,64-37 0,-94 45-161,0-1 0,-1-1 0,-1-1 0,37-39 0,-26 18-14,-2 0 1,33-56-1,-57 85 30,-1 0 0,0-1-1,0 0 1,-1 0 0,-1 0 0,1-1 0,-2 1 0,1-1 0,-2 0-1,1 1 1,-1-1 0,-1 0 0,-1-20 0,0 29 13,1 1 0,0 0 1,-1-1-1,1 1 0,-1-1 0,1 1 0,-1 0 1,0-1-1,0 1 0,0 0 0,1 0 0,-1 0 1,0 0-1,0-1 0,-1 1 0,1 1 0,0-1 1,0 0-1,0 0 0,-1 0 0,1 1 0,0-1 1,-1 0-1,1 1 0,0-1 0,-1 1 0,1 0 1,-1-1-1,1 1 0,-1 0 0,1 0 0,-1 0 1,1 0-1,-3 0 0,-2 1 22,1 0-1,-1 0 1,1 0 0,-1 0-1,1 1 1,0 0 0,-1 0-1,-8 5 1,-5 6 30,1 0 0,0 0 0,1 2 0,1 0 0,1 1 0,0 1 0,1 0 0,0 1 0,2 0 0,0 1 0,1 1 0,-15 37 0,16-33-36,2 1 1,1 1 0,1-1-1,1 1 1,1 0-1,2 0 1,0 0 0,2 1-1,1-1 1,6 42 0,-4-55-71,0 0 0,1-1 0,0 1 0,1-1 0,0 0 0,1 0 0,1-1 0,0 0 0,0 0 0,1 0 0,16 16 0,-17-20-26,1 0 0,-1-1-1,1 0 1,0 0 0,1 0 0,0-1-1,-1-1 1,1 1 0,1-2 0,-1 1-1,1-1 1,-1 0 0,1-1 0,0 0-1,0-1 1,11 0 0,-8-1-11,0-1-1,0-1 1,0 0 0,0-1-1,0-1 1,0 0 0,-1 0 0,23-12-1,3-6-149,49-36 0,-23 13 62,39-24 25,143-85-282,-237 151 394,1 0-1,0 1 1,-1 0 0,1 1-1,0-1 1,0 2-1,-1-1 1,1 2 0,18 1-1,-7 0-133,36 3-290,-44-2 375,0-2 1,1 1 0,0-2-1,-1 0 1,1 0 0,0-1-1,-1-1 1,1-1 0,14-4-1,-9-1 18,34-20-1,-7 4 52,-43 22 18,0 1 0,1-1 0,-1 1 0,0 0 0,1 1-1,-1-1 1,0 0 0,1 1 0,-1 0 0,1 0-1,-1 0 1,1 0 0,-1 0 0,0 1 0,1 0-1,-1-1 1,0 1 0,1 1 0,-1-1 0,0 0 0,0 1-1,0-1 1,0 1 0,5 4 0,2 3 0,-1 0 0,-1 0 0,0 1 0,0 1 0,8 13 0,6 8 18,-15-24-40,-2 0-8,1-1 0,0 0 1,0-1-1,8 7 0,-12-12 24,0 1-1,0-1 1,0 0 0,0 1-1,0-1 1,1 0 0,-1 0-1,1-1 1,-1 1-1,0 0 1,1-1 0,-1 0-1,1 1 1,0-1 0,-1 0-1,1 0 1,-1-1 0,5 0-1,52-12-65,-25 4 49,2 2 0,46-3 0,-71 9 12,1 1 0,-1 1-1,0-1 1,0 2 0,0 0-1,0 0 1,0 1 0,-1 0-1,1 1 1,-1 0 0,17 10-1,-23-12-16,96 61-1885,-83-50 491,0 1 0,-1 0 0,21 23 1,-9-3-3477,2-1-2643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4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37 535 11781,'-31'-17'2471,"25"13"2021,8 4-4238,1 1-1,-1-1 0,1 0 0,-1 1 0,0 0 0,0-1 0,1 1 0,-1 0 1,0 0-1,0 0 0,0 1 0,0-1 0,0 0 0,0 1 0,0-1 0,-1 1 1,1 0-1,-1 0 0,1-1 0,-1 1 0,1 0 0,1 4 0,2 4 22,0 2 0,0-1 0,4 16 0,1 0 375,83 174 948,-82-181-1576,1-1 1,1 0-1,1 0 0,0-1 1,1-1-1,1 0 1,28 21-1,-35-31-39,1-1 0,0 0-1,0 0 1,0-1 0,0-1-1,1 0 1,0 0 0,0-1-1,0 0 1,0-1 0,18 1-1,-15-3 13,0 0 1,0-1-1,0-1 0,0 0 0,-1-1 0,1-1 1,0 0-1,16-7 0,4-6-12,-1-2 0,0-1 1,-2-2-1,0 0 0,54-54 0,-12-1-26,98-130 1,-7 5-1264,-104 134 509,79-83-2142,-118 131 1728,1 1 0,1 1 0,0 1 0,50-27 1,-66 40 413,1 0 0,0 0 0,-1 1 0,1 1 0,1-1 1,-1 1-1,0 0 0,17 0 0,16 6-5607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4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232 0 7545,'-81'16'2096,"75"-4"-176,-1 3-12,-13 9-224,3 3-227,-3-9-269,-7 18-248,17-12-252,-6 9-212,6 4-76,3-1-436,0 0-328,4 3-560,3-3-572,3-18-525,4 10-2475,10 14-3485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4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0 8857,'0'0'2396,"-10"15"-1632,-1 3-344,15 6-432,3 16-484,3-4-408,-7 0-780,4 6-1064,6 9-861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5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16 269 9173,'-2'-3'3651,"-11"-14"5739,19 23-9281,0 1 1,0 0-1,-1 0 0,0 1 1,0-1-1,-1 1 0,0 0 0,0 1 1,-1-1-1,4 16 0,1 9-66,5 50 0,-11-68-101,-1 2 14,2 8-9,1-23 48,3-11 24,16-33 58,-1 0-59,2 1-1,2 1 1,36-43-1,-21 36-47,80-70 0,-107 105-14,1 0 1,0 2 0,1-1 0,0 2 0,1 0 0,0 1 0,0 1 0,0 1 0,1 0 0,22-4 0,-36 10 37,0-1-1,0 1 0,0 0 1,0 0-1,0 0 1,0 0-1,-1 1 1,1-1-1,0 1 1,0 0-1,0 1 1,0-1-1,-1 0 1,1 1-1,0 0 0,-1 0 1,0 0-1,1 1 1,-1-1-1,0 1 1,0-1-1,0 1 1,-1 0-1,1 0 1,-1 0-1,1 1 1,-1-1-1,0 0 0,0 1 1,-1 0-1,1-1 1,0 5-1,2 3 3,-1 0-1,0 1 0,-1-1 0,0 1 1,-1-1-1,-1 1 0,0 0 0,0-1 1,-1 1-1,-2 12 0,-45 229-132,47-248 111,1 0 1,0 0-1,0 0 1,0 0-1,1 0 1,0 0 0,0 0-1,0 0 1,0 0-1,3 5 1,2-7-100,0-3 102,-1 0 1,1-1-1,0 1 0,0-1 1,0 0-1,-1-1 0,1 1 1,0-1-1,-1 0 0,1-1 1,-1 1-1,0-1 0,0 0 1,0-1-1,0 1 0,-1-1 1,8-7-1,10-12-10,-2-1 1,0-1-1,-1-1 1,-2-1-1,-1 0 1,-1-2-1,15-39 1,25-52-1071,-55 118 1054,1 1-1,0 0 1,0 0-1,-1-1 0,1 1 1,0 0-1,0 0 1,0 0-1,0 0 1,0 0-1,0 0 0,1 0 1,-1 0-1,0 0 1,2 0-1,-3 1 16,1 0-1,0 0 1,-1 0-1,1 0 1,-1 0-1,1 0 1,0 0-1,-1 0 1,1 0-1,-1 0 1,1 0-1,-1 1 1,1-1-1,0 0 1,-1 0-1,1 1 1,-1-1-1,1 0 1,-1 1-1,1-1 1,-1 0-1,0 1 1,1-1-1,0 1 1,2 4-231,1 1 0,-2-1 0,1 0 0,0 1 0,2 8 1,-1-5-52,16 50-2138,-19-57 2063,0 4 311,1 1 304,0-2 0,0 1 0,1 0-1,0 0 1,0-1 0,0 1 0,1-1 0,6 9 0,-2-4-666,-4-5 298,1 0-1,0 0 0,0 0 1,1-1-1,-1 0 0,1 0 1,0 0-1,0-1 0,0 0 1,1 0-1,-1 0 0,7 1 1,14 4-973,40 6 0,-64-13 841,94-1 348,-55-10-861,63-1-4431,-82 8 3050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5.2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0 6233,'-21'43'2796,"11"-52"-1644,0 0 1152,20-4-2828,0 4-580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33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0 7121,'0'46'76,"0"-67"-864,-3 2-1101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34.9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 4652,'-23'18'5240,"23"-18"-5145,1 0 1,0 0 0,-1 1-1,1-1 1,-1 0 0,1 0-1,0 0 1,-1 0 0,1 0 0,0 0-1,-1 0 1,1 0 0,0-1-1,-1 1 1,1 0 0,-1 0-1,1 0 1,0-1 0,-1 1 0,2-1-1,-1 0 68,0 1-1,0-1 1,1 1-1,-1 0 0,0-1 1,1 1-1,-1 0 1,0-1-1,0 1 0,1 0 1,-1 0-1,0 0 1,1 0-1,-1 1 1,3-1-1,4 5 68,1 0 1,-1 1-1,1-1 0,-2 1 1,1 1-1,-1 0 0,0 0 1,0 0-1,-1 1 0,0 0 1,8 14-1,6 13 638,24 61 0,-16-31-214,200 421 1654,216 434-656,-203-471-1382,32-14-88,-238-384-176,270 410 195,-192-276-614,-112-182 72,1-3 247,-1 0 0,0-1 0,0 1-1,1 0 1,-1 0 0,0 0 0,0-1-1,0 1 1,1-1 0,-1 1 0,0-1-1,0 1 1,0-1 0,0 0 0,0 1-1,0-1 1,0 0 0,0 0 0,0 0-1,0 0 1,-1 0 0,1 0 0,0 0-1,0 0 1,-1 0 0,1 0 0,-1 0-1,1 0 1,-1-1 0,0 1-1,1 0 1,-1 0 0,0-1 0,0 1-1,0 0 1,0-2 0,0-5-773,0 0 0,0 0-1,-1-1 1,-3-10 0,3 11-374,-3-12-3183,1 1-2623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35.5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539 19 4228,'-10'-7'824,"17"-4"9005,-25 36-7308,-149 194 4,60-67-2527,-30 42-3624,57-76-3056,53-61 49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4:35.7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33 5801,'40'-33'1524,"-17"33"-52,-3 0-16,77 15 1736,-43 3-2356,-7 4-148,-4 11-120,4 3-132,4 12-148,2 3-676,-3 4-684,-3-7-616,0 3-2120,3 9-2513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6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478 670 5076,'-5'0'61,"-15"0"402,-1 0 1,0 1-1,1 2 0,-28 6 0,-4 2 1701,-69 6 0,-8 1 2122,126-17-4144,0-1 0,-1 0-1,1 0 1,0 0 0,0 0-1,0 0 1,0-1-1,0 1 1,1-1 0,-4-1-1,2 1 274,37-10 264,363-69 1038,11 25-1203,-234 33-309,203-25 67,1486-139 325,7 42-1601,-693 70-1453,41-4-6186,-864 51 1707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7:36:57.5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1278 4772,'-1'1'311,"0"-1"-1,-1 0 0,1 0 1,-1 0-1,1 0 0,0 0 0,-1 0 1,1-1-1,0 1 0,0 0 1,-1-1-1,1 1 0,0-1 1,0 1-1,-1-1 0,1 1 0,0-1 1,0 0-1,0 0 0,0 0 1,0 1-1,0-1 0,0 0 0,0 0 1,0 0-1,0-1 0,1 1 1,-1 0-1,0 0 0,1 0 1,-1 0-1,1-1 0,-1-1 0,0 0 310,0 0-1,1-1 1,-1 1-1,1 0 0,0 0 1,0 0-1,0 0 1,1-5-1,6-15-2060,6-2 1640,1 0-1,1 1 0,1 0 1,1 2-1,1-1 0,1 2 1,1 1-1,38-30 0,2 5-59,2 2-1,76-39 0,73-26-490,225-80 1,239-53-4133,-300 117-741,31-10-3035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18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57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94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33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621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0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59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60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53FFBD7-92AF-4CE8-BED9-031D516346D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EB3201F-BB46-41A6-A8FB-15E8CA5C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275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.png"/><Relationship Id="rId21" Type="http://schemas.openxmlformats.org/officeDocument/2006/relationships/image" Target="../media/image54.png"/><Relationship Id="rId42" Type="http://schemas.openxmlformats.org/officeDocument/2006/relationships/customXml" Target="../ink/ink65.xml"/><Relationship Id="rId63" Type="http://schemas.openxmlformats.org/officeDocument/2006/relationships/image" Target="../media/image75.png"/><Relationship Id="rId84" Type="http://schemas.openxmlformats.org/officeDocument/2006/relationships/customXml" Target="../ink/ink86.xml"/><Relationship Id="rId16" Type="http://schemas.openxmlformats.org/officeDocument/2006/relationships/customXml" Target="../ink/ink52.xml"/><Relationship Id="rId107" Type="http://schemas.openxmlformats.org/officeDocument/2006/relationships/image" Target="../media/image97.png"/><Relationship Id="rId11" Type="http://schemas.openxmlformats.org/officeDocument/2006/relationships/image" Target="../media/image49.png"/><Relationship Id="rId32" Type="http://schemas.openxmlformats.org/officeDocument/2006/relationships/customXml" Target="../ink/ink60.xml"/><Relationship Id="rId37" Type="http://schemas.openxmlformats.org/officeDocument/2006/relationships/image" Target="../media/image62.png"/><Relationship Id="rId53" Type="http://schemas.openxmlformats.org/officeDocument/2006/relationships/image" Target="../media/image70.png"/><Relationship Id="rId58" Type="http://schemas.openxmlformats.org/officeDocument/2006/relationships/customXml" Target="../ink/ink73.xml"/><Relationship Id="rId74" Type="http://schemas.openxmlformats.org/officeDocument/2006/relationships/customXml" Target="../ink/ink81.xml"/><Relationship Id="rId79" Type="http://schemas.openxmlformats.org/officeDocument/2006/relationships/image" Target="../media/image83.png"/><Relationship Id="rId102" Type="http://schemas.openxmlformats.org/officeDocument/2006/relationships/customXml" Target="../ink/ink95.xml"/><Relationship Id="rId123" Type="http://schemas.openxmlformats.org/officeDocument/2006/relationships/image" Target="../media/image105.png"/><Relationship Id="rId128" Type="http://schemas.openxmlformats.org/officeDocument/2006/relationships/customXml" Target="../ink/ink108.xml"/><Relationship Id="rId5" Type="http://schemas.openxmlformats.org/officeDocument/2006/relationships/image" Target="../media/image46.png"/><Relationship Id="rId90" Type="http://schemas.openxmlformats.org/officeDocument/2006/relationships/customXml" Target="../ink/ink89.xml"/><Relationship Id="rId95" Type="http://schemas.openxmlformats.org/officeDocument/2006/relationships/image" Target="../media/image91.png"/><Relationship Id="rId22" Type="http://schemas.openxmlformats.org/officeDocument/2006/relationships/customXml" Target="../ink/ink55.xml"/><Relationship Id="rId27" Type="http://schemas.openxmlformats.org/officeDocument/2006/relationships/image" Target="../media/image57.png"/><Relationship Id="rId43" Type="http://schemas.openxmlformats.org/officeDocument/2006/relationships/image" Target="../media/image65.png"/><Relationship Id="rId48" Type="http://schemas.openxmlformats.org/officeDocument/2006/relationships/customXml" Target="../ink/ink68.xml"/><Relationship Id="rId64" Type="http://schemas.openxmlformats.org/officeDocument/2006/relationships/customXml" Target="../ink/ink76.xml"/><Relationship Id="rId69" Type="http://schemas.openxmlformats.org/officeDocument/2006/relationships/image" Target="../media/image78.png"/><Relationship Id="rId113" Type="http://schemas.openxmlformats.org/officeDocument/2006/relationships/image" Target="../media/image100.png"/><Relationship Id="rId118" Type="http://schemas.openxmlformats.org/officeDocument/2006/relationships/customXml" Target="../ink/ink103.xml"/><Relationship Id="rId134" Type="http://schemas.openxmlformats.org/officeDocument/2006/relationships/customXml" Target="../ink/ink111.xml"/><Relationship Id="rId80" Type="http://schemas.openxmlformats.org/officeDocument/2006/relationships/customXml" Target="../ink/ink84.xml"/><Relationship Id="rId85" Type="http://schemas.openxmlformats.org/officeDocument/2006/relationships/image" Target="../media/image86.png"/><Relationship Id="rId12" Type="http://schemas.openxmlformats.org/officeDocument/2006/relationships/customXml" Target="../ink/ink50.xml"/><Relationship Id="rId17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customXml" Target="../ink/ink63.xml"/><Relationship Id="rId59" Type="http://schemas.openxmlformats.org/officeDocument/2006/relationships/image" Target="../media/image73.png"/><Relationship Id="rId103" Type="http://schemas.openxmlformats.org/officeDocument/2006/relationships/image" Target="../media/image95.png"/><Relationship Id="rId108" Type="http://schemas.openxmlformats.org/officeDocument/2006/relationships/customXml" Target="../ink/ink98.xml"/><Relationship Id="rId124" Type="http://schemas.openxmlformats.org/officeDocument/2006/relationships/customXml" Target="../ink/ink106.xml"/><Relationship Id="rId129" Type="http://schemas.openxmlformats.org/officeDocument/2006/relationships/image" Target="../media/image108.png"/><Relationship Id="rId54" Type="http://schemas.openxmlformats.org/officeDocument/2006/relationships/customXml" Target="../ink/ink71.xml"/><Relationship Id="rId70" Type="http://schemas.openxmlformats.org/officeDocument/2006/relationships/customXml" Target="../ink/ink79.xml"/><Relationship Id="rId75" Type="http://schemas.openxmlformats.org/officeDocument/2006/relationships/image" Target="../media/image81.png"/><Relationship Id="rId91" Type="http://schemas.openxmlformats.org/officeDocument/2006/relationships/image" Target="../media/image89.png"/><Relationship Id="rId96" Type="http://schemas.openxmlformats.org/officeDocument/2006/relationships/customXml" Target="../ink/ink9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.xml"/><Relationship Id="rId23" Type="http://schemas.openxmlformats.org/officeDocument/2006/relationships/image" Target="../media/image55.png"/><Relationship Id="rId28" Type="http://schemas.openxmlformats.org/officeDocument/2006/relationships/customXml" Target="../ink/ink58.xml"/><Relationship Id="rId49" Type="http://schemas.openxmlformats.org/officeDocument/2006/relationships/image" Target="../media/image68.png"/><Relationship Id="rId114" Type="http://schemas.openxmlformats.org/officeDocument/2006/relationships/customXml" Target="../ink/ink101.xml"/><Relationship Id="rId119" Type="http://schemas.openxmlformats.org/officeDocument/2006/relationships/image" Target="../media/image103.png"/><Relationship Id="rId44" Type="http://schemas.openxmlformats.org/officeDocument/2006/relationships/customXml" Target="../ink/ink66.xml"/><Relationship Id="rId60" Type="http://schemas.openxmlformats.org/officeDocument/2006/relationships/customXml" Target="../ink/ink74.xml"/><Relationship Id="rId65" Type="http://schemas.openxmlformats.org/officeDocument/2006/relationships/image" Target="../media/image76.png"/><Relationship Id="rId81" Type="http://schemas.openxmlformats.org/officeDocument/2006/relationships/image" Target="../media/image84.png"/><Relationship Id="rId86" Type="http://schemas.openxmlformats.org/officeDocument/2006/relationships/customXml" Target="../ink/ink87.xml"/><Relationship Id="rId130" Type="http://schemas.openxmlformats.org/officeDocument/2006/relationships/customXml" Target="../ink/ink109.xml"/><Relationship Id="rId135" Type="http://schemas.openxmlformats.org/officeDocument/2006/relationships/image" Target="../media/image111.png"/><Relationship Id="rId13" Type="http://schemas.openxmlformats.org/officeDocument/2006/relationships/image" Target="../media/image50.png"/><Relationship Id="rId18" Type="http://schemas.openxmlformats.org/officeDocument/2006/relationships/customXml" Target="../ink/ink53.xml"/><Relationship Id="rId39" Type="http://schemas.openxmlformats.org/officeDocument/2006/relationships/image" Target="../media/image63.png"/><Relationship Id="rId109" Type="http://schemas.openxmlformats.org/officeDocument/2006/relationships/image" Target="../media/image98.png"/><Relationship Id="rId34" Type="http://schemas.openxmlformats.org/officeDocument/2006/relationships/customXml" Target="../ink/ink61.xml"/><Relationship Id="rId50" Type="http://schemas.openxmlformats.org/officeDocument/2006/relationships/customXml" Target="../ink/ink69.xml"/><Relationship Id="rId55" Type="http://schemas.openxmlformats.org/officeDocument/2006/relationships/image" Target="../media/image71.png"/><Relationship Id="rId76" Type="http://schemas.openxmlformats.org/officeDocument/2006/relationships/customXml" Target="../ink/ink82.xml"/><Relationship Id="rId97" Type="http://schemas.openxmlformats.org/officeDocument/2006/relationships/image" Target="../media/image92.png"/><Relationship Id="rId104" Type="http://schemas.openxmlformats.org/officeDocument/2006/relationships/customXml" Target="../ink/ink96.xml"/><Relationship Id="rId120" Type="http://schemas.openxmlformats.org/officeDocument/2006/relationships/customXml" Target="../ink/ink104.xml"/><Relationship Id="rId125" Type="http://schemas.openxmlformats.org/officeDocument/2006/relationships/image" Target="../media/image106.png"/><Relationship Id="rId7" Type="http://schemas.openxmlformats.org/officeDocument/2006/relationships/image" Target="../media/image47.png"/><Relationship Id="rId71" Type="http://schemas.openxmlformats.org/officeDocument/2006/relationships/image" Target="../media/image79.png"/><Relationship Id="rId92" Type="http://schemas.openxmlformats.org/officeDocument/2006/relationships/customXml" Target="../ink/ink90.xml"/><Relationship Id="rId2" Type="http://schemas.openxmlformats.org/officeDocument/2006/relationships/customXml" Target="../ink/ink45.xml"/><Relationship Id="rId29" Type="http://schemas.openxmlformats.org/officeDocument/2006/relationships/image" Target="../media/image58.png"/><Relationship Id="rId24" Type="http://schemas.openxmlformats.org/officeDocument/2006/relationships/customXml" Target="../ink/ink56.xml"/><Relationship Id="rId40" Type="http://schemas.openxmlformats.org/officeDocument/2006/relationships/customXml" Target="../ink/ink64.xml"/><Relationship Id="rId45" Type="http://schemas.openxmlformats.org/officeDocument/2006/relationships/image" Target="../media/image66.png"/><Relationship Id="rId66" Type="http://schemas.openxmlformats.org/officeDocument/2006/relationships/customXml" Target="../ink/ink77.xml"/><Relationship Id="rId87" Type="http://schemas.openxmlformats.org/officeDocument/2006/relationships/image" Target="../media/image87.png"/><Relationship Id="rId110" Type="http://schemas.openxmlformats.org/officeDocument/2006/relationships/customXml" Target="../ink/ink99.xml"/><Relationship Id="rId115" Type="http://schemas.openxmlformats.org/officeDocument/2006/relationships/image" Target="../media/image101.png"/><Relationship Id="rId131" Type="http://schemas.openxmlformats.org/officeDocument/2006/relationships/image" Target="../media/image109.png"/><Relationship Id="rId61" Type="http://schemas.openxmlformats.org/officeDocument/2006/relationships/image" Target="../media/image74.png"/><Relationship Id="rId82" Type="http://schemas.openxmlformats.org/officeDocument/2006/relationships/customXml" Target="../ink/ink85.xml"/><Relationship Id="rId19" Type="http://schemas.openxmlformats.org/officeDocument/2006/relationships/image" Target="../media/image53.png"/><Relationship Id="rId14" Type="http://schemas.openxmlformats.org/officeDocument/2006/relationships/customXml" Target="../ink/ink51.xml"/><Relationship Id="rId30" Type="http://schemas.openxmlformats.org/officeDocument/2006/relationships/customXml" Target="../ink/ink59.xml"/><Relationship Id="rId35" Type="http://schemas.openxmlformats.org/officeDocument/2006/relationships/image" Target="../media/image61.png"/><Relationship Id="rId56" Type="http://schemas.openxmlformats.org/officeDocument/2006/relationships/customXml" Target="../ink/ink72.xml"/><Relationship Id="rId77" Type="http://schemas.openxmlformats.org/officeDocument/2006/relationships/image" Target="../media/image82.png"/><Relationship Id="rId100" Type="http://schemas.openxmlformats.org/officeDocument/2006/relationships/customXml" Target="../ink/ink94.xml"/><Relationship Id="rId105" Type="http://schemas.openxmlformats.org/officeDocument/2006/relationships/image" Target="../media/image96.png"/><Relationship Id="rId126" Type="http://schemas.openxmlformats.org/officeDocument/2006/relationships/customXml" Target="../ink/ink107.xml"/><Relationship Id="rId8" Type="http://schemas.openxmlformats.org/officeDocument/2006/relationships/customXml" Target="../ink/ink48.xml"/><Relationship Id="rId51" Type="http://schemas.openxmlformats.org/officeDocument/2006/relationships/image" Target="../media/image69.png"/><Relationship Id="rId72" Type="http://schemas.openxmlformats.org/officeDocument/2006/relationships/customXml" Target="../ink/ink80.xml"/><Relationship Id="rId93" Type="http://schemas.openxmlformats.org/officeDocument/2006/relationships/image" Target="../media/image90.png"/><Relationship Id="rId98" Type="http://schemas.openxmlformats.org/officeDocument/2006/relationships/customXml" Target="../ink/ink93.xml"/><Relationship Id="rId121" Type="http://schemas.openxmlformats.org/officeDocument/2006/relationships/image" Target="../media/image104.png"/><Relationship Id="rId3" Type="http://schemas.openxmlformats.org/officeDocument/2006/relationships/image" Target="../media/image45.png"/><Relationship Id="rId25" Type="http://schemas.openxmlformats.org/officeDocument/2006/relationships/image" Target="../media/image56.png"/><Relationship Id="rId46" Type="http://schemas.openxmlformats.org/officeDocument/2006/relationships/customXml" Target="../ink/ink67.xml"/><Relationship Id="rId67" Type="http://schemas.openxmlformats.org/officeDocument/2006/relationships/image" Target="../media/image77.png"/><Relationship Id="rId116" Type="http://schemas.openxmlformats.org/officeDocument/2006/relationships/customXml" Target="../ink/ink102.xml"/><Relationship Id="rId20" Type="http://schemas.openxmlformats.org/officeDocument/2006/relationships/customXml" Target="../ink/ink54.xml"/><Relationship Id="rId41" Type="http://schemas.openxmlformats.org/officeDocument/2006/relationships/image" Target="../media/image64.png"/><Relationship Id="rId62" Type="http://schemas.openxmlformats.org/officeDocument/2006/relationships/customXml" Target="../ink/ink75.xml"/><Relationship Id="rId83" Type="http://schemas.openxmlformats.org/officeDocument/2006/relationships/image" Target="../media/image85.png"/><Relationship Id="rId88" Type="http://schemas.openxmlformats.org/officeDocument/2006/relationships/customXml" Target="../ink/ink88.xml"/><Relationship Id="rId111" Type="http://schemas.openxmlformats.org/officeDocument/2006/relationships/image" Target="../media/image99.png"/><Relationship Id="rId132" Type="http://schemas.openxmlformats.org/officeDocument/2006/relationships/customXml" Target="../ink/ink110.xml"/><Relationship Id="rId15" Type="http://schemas.openxmlformats.org/officeDocument/2006/relationships/image" Target="../media/image51.png"/><Relationship Id="rId36" Type="http://schemas.openxmlformats.org/officeDocument/2006/relationships/customXml" Target="../ink/ink62.xml"/><Relationship Id="rId57" Type="http://schemas.openxmlformats.org/officeDocument/2006/relationships/image" Target="../media/image72.png"/><Relationship Id="rId106" Type="http://schemas.openxmlformats.org/officeDocument/2006/relationships/customXml" Target="../ink/ink97.xml"/><Relationship Id="rId127" Type="http://schemas.openxmlformats.org/officeDocument/2006/relationships/image" Target="../media/image107.png"/><Relationship Id="rId10" Type="http://schemas.openxmlformats.org/officeDocument/2006/relationships/customXml" Target="../ink/ink49.xml"/><Relationship Id="rId31" Type="http://schemas.openxmlformats.org/officeDocument/2006/relationships/image" Target="../media/image59.png"/><Relationship Id="rId52" Type="http://schemas.openxmlformats.org/officeDocument/2006/relationships/customXml" Target="../ink/ink70.xml"/><Relationship Id="rId73" Type="http://schemas.openxmlformats.org/officeDocument/2006/relationships/image" Target="../media/image80.png"/><Relationship Id="rId78" Type="http://schemas.openxmlformats.org/officeDocument/2006/relationships/customXml" Target="../ink/ink83.xml"/><Relationship Id="rId94" Type="http://schemas.openxmlformats.org/officeDocument/2006/relationships/customXml" Target="../ink/ink91.xml"/><Relationship Id="rId99" Type="http://schemas.openxmlformats.org/officeDocument/2006/relationships/image" Target="../media/image93.png"/><Relationship Id="rId101" Type="http://schemas.openxmlformats.org/officeDocument/2006/relationships/image" Target="../media/image94.png"/><Relationship Id="rId122" Type="http://schemas.openxmlformats.org/officeDocument/2006/relationships/customXml" Target="../ink/ink105.xml"/><Relationship Id="rId4" Type="http://schemas.openxmlformats.org/officeDocument/2006/relationships/customXml" Target="../ink/ink46.xml"/><Relationship Id="rId9" Type="http://schemas.openxmlformats.org/officeDocument/2006/relationships/image" Target="../media/image48.png"/><Relationship Id="rId26" Type="http://schemas.openxmlformats.org/officeDocument/2006/relationships/customXml" Target="../ink/ink57.xml"/><Relationship Id="rId47" Type="http://schemas.openxmlformats.org/officeDocument/2006/relationships/image" Target="../media/image67.png"/><Relationship Id="rId68" Type="http://schemas.openxmlformats.org/officeDocument/2006/relationships/customXml" Target="../ink/ink78.xml"/><Relationship Id="rId89" Type="http://schemas.openxmlformats.org/officeDocument/2006/relationships/image" Target="../media/image88.png"/><Relationship Id="rId112" Type="http://schemas.openxmlformats.org/officeDocument/2006/relationships/customXml" Target="../ink/ink100.xml"/><Relationship Id="rId133" Type="http://schemas.openxmlformats.org/officeDocument/2006/relationships/image" Target="../media/image11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customXml" Target="../ink/ink120.xml"/><Relationship Id="rId26" Type="http://schemas.openxmlformats.org/officeDocument/2006/relationships/customXml" Target="../ink/ink124.xml"/><Relationship Id="rId21" Type="http://schemas.openxmlformats.org/officeDocument/2006/relationships/image" Target="../media/image121.png"/><Relationship Id="rId34" Type="http://schemas.openxmlformats.org/officeDocument/2006/relationships/customXml" Target="../ink/ink128.xml"/><Relationship Id="rId7" Type="http://schemas.openxmlformats.org/officeDocument/2006/relationships/image" Target="../media/image114.png"/><Relationship Id="rId12" Type="http://schemas.openxmlformats.org/officeDocument/2006/relationships/customXml" Target="../ink/ink117.xml"/><Relationship Id="rId17" Type="http://schemas.openxmlformats.org/officeDocument/2006/relationships/image" Target="../media/image119.png"/><Relationship Id="rId25" Type="http://schemas.openxmlformats.org/officeDocument/2006/relationships/image" Target="../media/image123.png"/><Relationship Id="rId33" Type="http://schemas.openxmlformats.org/officeDocument/2006/relationships/image" Target="../media/image127.png"/><Relationship Id="rId2" Type="http://schemas.openxmlformats.org/officeDocument/2006/relationships/customXml" Target="../ink/ink112.xml"/><Relationship Id="rId16" Type="http://schemas.openxmlformats.org/officeDocument/2006/relationships/customXml" Target="../ink/ink119.xml"/><Relationship Id="rId20" Type="http://schemas.openxmlformats.org/officeDocument/2006/relationships/customXml" Target="../ink/ink121.xml"/><Relationship Id="rId29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4.xml"/><Relationship Id="rId11" Type="http://schemas.openxmlformats.org/officeDocument/2006/relationships/image" Target="../media/image116.png"/><Relationship Id="rId24" Type="http://schemas.openxmlformats.org/officeDocument/2006/relationships/customXml" Target="../ink/ink123.xml"/><Relationship Id="rId32" Type="http://schemas.openxmlformats.org/officeDocument/2006/relationships/customXml" Target="../ink/ink127.xml"/><Relationship Id="rId37" Type="http://schemas.openxmlformats.org/officeDocument/2006/relationships/image" Target="../media/image129.png"/><Relationship Id="rId5" Type="http://schemas.openxmlformats.org/officeDocument/2006/relationships/image" Target="../media/image113.png"/><Relationship Id="rId15" Type="http://schemas.openxmlformats.org/officeDocument/2006/relationships/image" Target="../media/image118.png"/><Relationship Id="rId23" Type="http://schemas.openxmlformats.org/officeDocument/2006/relationships/image" Target="../media/image122.png"/><Relationship Id="rId28" Type="http://schemas.openxmlformats.org/officeDocument/2006/relationships/customXml" Target="../ink/ink125.xml"/><Relationship Id="rId36" Type="http://schemas.openxmlformats.org/officeDocument/2006/relationships/customXml" Target="../ink/ink129.xml"/><Relationship Id="rId10" Type="http://schemas.openxmlformats.org/officeDocument/2006/relationships/customXml" Target="../ink/ink116.xml"/><Relationship Id="rId19" Type="http://schemas.openxmlformats.org/officeDocument/2006/relationships/image" Target="../media/image120.png"/><Relationship Id="rId31" Type="http://schemas.openxmlformats.org/officeDocument/2006/relationships/image" Target="../media/image126.png"/><Relationship Id="rId4" Type="http://schemas.openxmlformats.org/officeDocument/2006/relationships/customXml" Target="../ink/ink113.xml"/><Relationship Id="rId9" Type="http://schemas.openxmlformats.org/officeDocument/2006/relationships/image" Target="../media/image115.png"/><Relationship Id="rId14" Type="http://schemas.openxmlformats.org/officeDocument/2006/relationships/customXml" Target="../ink/ink118.xml"/><Relationship Id="rId22" Type="http://schemas.openxmlformats.org/officeDocument/2006/relationships/customXml" Target="../ink/ink122.xml"/><Relationship Id="rId27" Type="http://schemas.openxmlformats.org/officeDocument/2006/relationships/image" Target="../media/image124.png"/><Relationship Id="rId30" Type="http://schemas.openxmlformats.org/officeDocument/2006/relationships/customXml" Target="../ink/ink126.xml"/><Relationship Id="rId35" Type="http://schemas.openxmlformats.org/officeDocument/2006/relationships/image" Target="../media/image128.png"/><Relationship Id="rId8" Type="http://schemas.openxmlformats.org/officeDocument/2006/relationships/customXml" Target="../ink/ink115.xml"/><Relationship Id="rId3" Type="http://schemas.openxmlformats.org/officeDocument/2006/relationships/image" Target="../media/image11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customXml" Target="../ink/ink138.xml"/><Relationship Id="rId26" Type="http://schemas.openxmlformats.org/officeDocument/2006/relationships/customXml" Target="../ink/ink142.xml"/><Relationship Id="rId39" Type="http://schemas.openxmlformats.org/officeDocument/2006/relationships/image" Target="../media/image148.png"/><Relationship Id="rId21" Type="http://schemas.openxmlformats.org/officeDocument/2006/relationships/image" Target="../media/image139.png"/><Relationship Id="rId34" Type="http://schemas.openxmlformats.org/officeDocument/2006/relationships/customXml" Target="../ink/ink146.xml"/><Relationship Id="rId42" Type="http://schemas.openxmlformats.org/officeDocument/2006/relationships/customXml" Target="../ink/ink150.xml"/><Relationship Id="rId47" Type="http://schemas.openxmlformats.org/officeDocument/2006/relationships/image" Target="../media/image152.png"/><Relationship Id="rId50" Type="http://schemas.openxmlformats.org/officeDocument/2006/relationships/customXml" Target="../ink/ink154.xml"/><Relationship Id="rId55" Type="http://schemas.openxmlformats.org/officeDocument/2006/relationships/image" Target="../media/image156.png"/><Relationship Id="rId7" Type="http://schemas.openxmlformats.org/officeDocument/2006/relationships/image" Target="../media/image132.png"/><Relationship Id="rId2" Type="http://schemas.openxmlformats.org/officeDocument/2006/relationships/customXml" Target="../ink/ink130.xml"/><Relationship Id="rId16" Type="http://schemas.openxmlformats.org/officeDocument/2006/relationships/customXml" Target="../ink/ink137.xml"/><Relationship Id="rId29" Type="http://schemas.openxmlformats.org/officeDocument/2006/relationships/image" Target="../media/image143.png"/><Relationship Id="rId11" Type="http://schemas.openxmlformats.org/officeDocument/2006/relationships/image" Target="../media/image134.png"/><Relationship Id="rId24" Type="http://schemas.openxmlformats.org/officeDocument/2006/relationships/customXml" Target="../ink/ink141.xml"/><Relationship Id="rId32" Type="http://schemas.openxmlformats.org/officeDocument/2006/relationships/customXml" Target="../ink/ink145.xml"/><Relationship Id="rId37" Type="http://schemas.openxmlformats.org/officeDocument/2006/relationships/image" Target="../media/image147.png"/><Relationship Id="rId40" Type="http://schemas.openxmlformats.org/officeDocument/2006/relationships/customXml" Target="../ink/ink149.xml"/><Relationship Id="rId45" Type="http://schemas.openxmlformats.org/officeDocument/2006/relationships/image" Target="../media/image151.png"/><Relationship Id="rId53" Type="http://schemas.openxmlformats.org/officeDocument/2006/relationships/image" Target="../media/image155.png"/><Relationship Id="rId58" Type="http://schemas.openxmlformats.org/officeDocument/2006/relationships/customXml" Target="../ink/ink158.xml"/><Relationship Id="rId5" Type="http://schemas.openxmlformats.org/officeDocument/2006/relationships/image" Target="../media/image131.png"/><Relationship Id="rId61" Type="http://schemas.openxmlformats.org/officeDocument/2006/relationships/image" Target="../media/image159.png"/><Relationship Id="rId19" Type="http://schemas.openxmlformats.org/officeDocument/2006/relationships/image" Target="../media/image138.png"/><Relationship Id="rId14" Type="http://schemas.openxmlformats.org/officeDocument/2006/relationships/customXml" Target="../ink/ink136.xml"/><Relationship Id="rId22" Type="http://schemas.openxmlformats.org/officeDocument/2006/relationships/customXml" Target="../ink/ink140.xml"/><Relationship Id="rId27" Type="http://schemas.openxmlformats.org/officeDocument/2006/relationships/image" Target="../media/image142.png"/><Relationship Id="rId30" Type="http://schemas.openxmlformats.org/officeDocument/2006/relationships/customXml" Target="../ink/ink144.xml"/><Relationship Id="rId35" Type="http://schemas.openxmlformats.org/officeDocument/2006/relationships/image" Target="../media/image146.png"/><Relationship Id="rId43" Type="http://schemas.openxmlformats.org/officeDocument/2006/relationships/image" Target="../media/image150.png"/><Relationship Id="rId48" Type="http://schemas.openxmlformats.org/officeDocument/2006/relationships/customXml" Target="../ink/ink153.xml"/><Relationship Id="rId56" Type="http://schemas.openxmlformats.org/officeDocument/2006/relationships/customXml" Target="../ink/ink157.xml"/><Relationship Id="rId8" Type="http://schemas.openxmlformats.org/officeDocument/2006/relationships/customXml" Target="../ink/ink133.xml"/><Relationship Id="rId51" Type="http://schemas.openxmlformats.org/officeDocument/2006/relationships/image" Target="../media/image154.png"/><Relationship Id="rId3" Type="http://schemas.openxmlformats.org/officeDocument/2006/relationships/image" Target="../media/image130.png"/><Relationship Id="rId12" Type="http://schemas.openxmlformats.org/officeDocument/2006/relationships/customXml" Target="../ink/ink135.xml"/><Relationship Id="rId17" Type="http://schemas.openxmlformats.org/officeDocument/2006/relationships/image" Target="../media/image137.png"/><Relationship Id="rId25" Type="http://schemas.openxmlformats.org/officeDocument/2006/relationships/image" Target="../media/image141.png"/><Relationship Id="rId33" Type="http://schemas.openxmlformats.org/officeDocument/2006/relationships/image" Target="../media/image145.png"/><Relationship Id="rId38" Type="http://schemas.openxmlformats.org/officeDocument/2006/relationships/customXml" Target="../ink/ink148.xml"/><Relationship Id="rId46" Type="http://schemas.openxmlformats.org/officeDocument/2006/relationships/customXml" Target="../ink/ink152.xml"/><Relationship Id="rId59" Type="http://schemas.openxmlformats.org/officeDocument/2006/relationships/image" Target="../media/image158.png"/><Relationship Id="rId20" Type="http://schemas.openxmlformats.org/officeDocument/2006/relationships/customXml" Target="../ink/ink139.xml"/><Relationship Id="rId41" Type="http://schemas.openxmlformats.org/officeDocument/2006/relationships/image" Target="../media/image149.png"/><Relationship Id="rId54" Type="http://schemas.openxmlformats.org/officeDocument/2006/relationships/customXml" Target="../ink/ink1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2.xml"/><Relationship Id="rId15" Type="http://schemas.openxmlformats.org/officeDocument/2006/relationships/image" Target="../media/image136.png"/><Relationship Id="rId23" Type="http://schemas.openxmlformats.org/officeDocument/2006/relationships/image" Target="../media/image140.png"/><Relationship Id="rId28" Type="http://schemas.openxmlformats.org/officeDocument/2006/relationships/customXml" Target="../ink/ink143.xml"/><Relationship Id="rId36" Type="http://schemas.openxmlformats.org/officeDocument/2006/relationships/customXml" Target="../ink/ink147.xml"/><Relationship Id="rId49" Type="http://schemas.openxmlformats.org/officeDocument/2006/relationships/image" Target="../media/image153.png"/><Relationship Id="rId57" Type="http://schemas.openxmlformats.org/officeDocument/2006/relationships/image" Target="../media/image157.png"/><Relationship Id="rId10" Type="http://schemas.openxmlformats.org/officeDocument/2006/relationships/customXml" Target="../ink/ink134.xml"/><Relationship Id="rId31" Type="http://schemas.openxmlformats.org/officeDocument/2006/relationships/image" Target="../media/image144.png"/><Relationship Id="rId44" Type="http://schemas.openxmlformats.org/officeDocument/2006/relationships/customXml" Target="../ink/ink151.xml"/><Relationship Id="rId52" Type="http://schemas.openxmlformats.org/officeDocument/2006/relationships/customXml" Target="../ink/ink155.xml"/><Relationship Id="rId60" Type="http://schemas.openxmlformats.org/officeDocument/2006/relationships/customXml" Target="../ink/ink159.xml"/><Relationship Id="rId4" Type="http://schemas.openxmlformats.org/officeDocument/2006/relationships/customXml" Target="../ink/ink131.xml"/><Relationship Id="rId9" Type="http://schemas.openxmlformats.org/officeDocument/2006/relationships/image" Target="../media/image133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2.xml"/><Relationship Id="rId21" Type="http://schemas.openxmlformats.org/officeDocument/2006/relationships/image" Target="../media/image169.png"/><Relationship Id="rId42" Type="http://schemas.openxmlformats.org/officeDocument/2006/relationships/customXml" Target="../ink/ink180.xml"/><Relationship Id="rId47" Type="http://schemas.openxmlformats.org/officeDocument/2006/relationships/image" Target="../media/image182.png"/><Relationship Id="rId63" Type="http://schemas.openxmlformats.org/officeDocument/2006/relationships/image" Target="../media/image190.png"/><Relationship Id="rId68" Type="http://schemas.openxmlformats.org/officeDocument/2006/relationships/customXml" Target="../ink/ink193.xml"/><Relationship Id="rId84" Type="http://schemas.openxmlformats.org/officeDocument/2006/relationships/customXml" Target="../ink/ink201.xml"/><Relationship Id="rId89" Type="http://schemas.openxmlformats.org/officeDocument/2006/relationships/image" Target="../media/image203.png"/><Relationship Id="rId16" Type="http://schemas.openxmlformats.org/officeDocument/2006/relationships/customXml" Target="../ink/ink167.xml"/><Relationship Id="rId11" Type="http://schemas.openxmlformats.org/officeDocument/2006/relationships/image" Target="../media/image164.png"/><Relationship Id="rId32" Type="http://schemas.openxmlformats.org/officeDocument/2006/relationships/customXml" Target="../ink/ink175.xml"/><Relationship Id="rId37" Type="http://schemas.openxmlformats.org/officeDocument/2006/relationships/image" Target="../media/image177.png"/><Relationship Id="rId53" Type="http://schemas.openxmlformats.org/officeDocument/2006/relationships/image" Target="../media/image185.png"/><Relationship Id="rId58" Type="http://schemas.openxmlformats.org/officeDocument/2006/relationships/customXml" Target="../ink/ink188.xml"/><Relationship Id="rId74" Type="http://schemas.openxmlformats.org/officeDocument/2006/relationships/customXml" Target="../ink/ink196.xml"/><Relationship Id="rId79" Type="http://schemas.openxmlformats.org/officeDocument/2006/relationships/image" Target="../media/image198.png"/><Relationship Id="rId102" Type="http://schemas.openxmlformats.org/officeDocument/2006/relationships/customXml" Target="../ink/ink210.xml"/><Relationship Id="rId5" Type="http://schemas.openxmlformats.org/officeDocument/2006/relationships/image" Target="../media/image161.png"/><Relationship Id="rId90" Type="http://schemas.openxmlformats.org/officeDocument/2006/relationships/customXml" Target="../ink/ink204.xml"/><Relationship Id="rId95" Type="http://schemas.openxmlformats.org/officeDocument/2006/relationships/image" Target="../media/image206.png"/><Relationship Id="rId22" Type="http://schemas.openxmlformats.org/officeDocument/2006/relationships/customXml" Target="../ink/ink170.xml"/><Relationship Id="rId27" Type="http://schemas.openxmlformats.org/officeDocument/2006/relationships/image" Target="../media/image172.png"/><Relationship Id="rId43" Type="http://schemas.openxmlformats.org/officeDocument/2006/relationships/image" Target="../media/image180.png"/><Relationship Id="rId48" Type="http://schemas.openxmlformats.org/officeDocument/2006/relationships/customXml" Target="../ink/ink183.xml"/><Relationship Id="rId64" Type="http://schemas.openxmlformats.org/officeDocument/2006/relationships/customXml" Target="../ink/ink191.xml"/><Relationship Id="rId69" Type="http://schemas.openxmlformats.org/officeDocument/2006/relationships/image" Target="../media/image193.png"/><Relationship Id="rId80" Type="http://schemas.openxmlformats.org/officeDocument/2006/relationships/customXml" Target="../ink/ink199.xml"/><Relationship Id="rId85" Type="http://schemas.openxmlformats.org/officeDocument/2006/relationships/image" Target="../media/image201.png"/><Relationship Id="rId12" Type="http://schemas.openxmlformats.org/officeDocument/2006/relationships/customXml" Target="../ink/ink165.xml"/><Relationship Id="rId17" Type="http://schemas.openxmlformats.org/officeDocument/2006/relationships/image" Target="../media/image167.png"/><Relationship Id="rId33" Type="http://schemas.openxmlformats.org/officeDocument/2006/relationships/image" Target="../media/image175.png"/><Relationship Id="rId38" Type="http://schemas.openxmlformats.org/officeDocument/2006/relationships/customXml" Target="../ink/ink178.xml"/><Relationship Id="rId59" Type="http://schemas.openxmlformats.org/officeDocument/2006/relationships/image" Target="../media/image188.png"/><Relationship Id="rId103" Type="http://schemas.openxmlformats.org/officeDocument/2006/relationships/image" Target="../media/image210.png"/><Relationship Id="rId20" Type="http://schemas.openxmlformats.org/officeDocument/2006/relationships/customXml" Target="../ink/ink169.xml"/><Relationship Id="rId41" Type="http://schemas.openxmlformats.org/officeDocument/2006/relationships/image" Target="../media/image179.png"/><Relationship Id="rId54" Type="http://schemas.openxmlformats.org/officeDocument/2006/relationships/customXml" Target="../ink/ink186.xml"/><Relationship Id="rId62" Type="http://schemas.openxmlformats.org/officeDocument/2006/relationships/customXml" Target="../ink/ink190.xml"/><Relationship Id="rId70" Type="http://schemas.openxmlformats.org/officeDocument/2006/relationships/customXml" Target="../ink/ink194.xml"/><Relationship Id="rId75" Type="http://schemas.openxmlformats.org/officeDocument/2006/relationships/image" Target="../media/image196.png"/><Relationship Id="rId83" Type="http://schemas.openxmlformats.org/officeDocument/2006/relationships/image" Target="../media/image200.png"/><Relationship Id="rId88" Type="http://schemas.openxmlformats.org/officeDocument/2006/relationships/customXml" Target="../ink/ink203.xml"/><Relationship Id="rId91" Type="http://schemas.openxmlformats.org/officeDocument/2006/relationships/image" Target="../media/image204.png"/><Relationship Id="rId96" Type="http://schemas.openxmlformats.org/officeDocument/2006/relationships/customXml" Target="../ink/ink20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2.xml"/><Relationship Id="rId15" Type="http://schemas.openxmlformats.org/officeDocument/2006/relationships/image" Target="../media/image166.png"/><Relationship Id="rId23" Type="http://schemas.openxmlformats.org/officeDocument/2006/relationships/image" Target="../media/image170.png"/><Relationship Id="rId28" Type="http://schemas.openxmlformats.org/officeDocument/2006/relationships/customXml" Target="../ink/ink173.xml"/><Relationship Id="rId36" Type="http://schemas.openxmlformats.org/officeDocument/2006/relationships/customXml" Target="../ink/ink177.xml"/><Relationship Id="rId49" Type="http://schemas.openxmlformats.org/officeDocument/2006/relationships/image" Target="../media/image183.png"/><Relationship Id="rId57" Type="http://schemas.openxmlformats.org/officeDocument/2006/relationships/image" Target="../media/image187.png"/><Relationship Id="rId10" Type="http://schemas.openxmlformats.org/officeDocument/2006/relationships/customXml" Target="../ink/ink164.xml"/><Relationship Id="rId31" Type="http://schemas.openxmlformats.org/officeDocument/2006/relationships/image" Target="../media/image174.png"/><Relationship Id="rId44" Type="http://schemas.openxmlformats.org/officeDocument/2006/relationships/customXml" Target="../ink/ink181.xml"/><Relationship Id="rId52" Type="http://schemas.openxmlformats.org/officeDocument/2006/relationships/customXml" Target="../ink/ink185.xml"/><Relationship Id="rId60" Type="http://schemas.openxmlformats.org/officeDocument/2006/relationships/customXml" Target="../ink/ink189.xml"/><Relationship Id="rId65" Type="http://schemas.openxmlformats.org/officeDocument/2006/relationships/image" Target="../media/image191.png"/><Relationship Id="rId73" Type="http://schemas.openxmlformats.org/officeDocument/2006/relationships/image" Target="../media/image195.png"/><Relationship Id="rId78" Type="http://schemas.openxmlformats.org/officeDocument/2006/relationships/customXml" Target="../ink/ink198.xml"/><Relationship Id="rId81" Type="http://schemas.openxmlformats.org/officeDocument/2006/relationships/image" Target="../media/image199.png"/><Relationship Id="rId86" Type="http://schemas.openxmlformats.org/officeDocument/2006/relationships/customXml" Target="../ink/ink202.xml"/><Relationship Id="rId94" Type="http://schemas.openxmlformats.org/officeDocument/2006/relationships/customXml" Target="../ink/ink206.xml"/><Relationship Id="rId99" Type="http://schemas.openxmlformats.org/officeDocument/2006/relationships/image" Target="../media/image208.png"/><Relationship Id="rId101" Type="http://schemas.openxmlformats.org/officeDocument/2006/relationships/image" Target="../media/image209.png"/><Relationship Id="rId4" Type="http://schemas.openxmlformats.org/officeDocument/2006/relationships/customXml" Target="../ink/ink161.xml"/><Relationship Id="rId9" Type="http://schemas.openxmlformats.org/officeDocument/2006/relationships/image" Target="../media/image163.png"/><Relationship Id="rId13" Type="http://schemas.openxmlformats.org/officeDocument/2006/relationships/image" Target="../media/image165.png"/><Relationship Id="rId18" Type="http://schemas.openxmlformats.org/officeDocument/2006/relationships/customXml" Target="../ink/ink168.xml"/><Relationship Id="rId39" Type="http://schemas.openxmlformats.org/officeDocument/2006/relationships/image" Target="../media/image178.png"/><Relationship Id="rId34" Type="http://schemas.openxmlformats.org/officeDocument/2006/relationships/customXml" Target="../ink/ink176.xml"/><Relationship Id="rId50" Type="http://schemas.openxmlformats.org/officeDocument/2006/relationships/customXml" Target="../ink/ink184.xml"/><Relationship Id="rId55" Type="http://schemas.openxmlformats.org/officeDocument/2006/relationships/image" Target="../media/image186.png"/><Relationship Id="rId76" Type="http://schemas.openxmlformats.org/officeDocument/2006/relationships/customXml" Target="../ink/ink197.xml"/><Relationship Id="rId97" Type="http://schemas.openxmlformats.org/officeDocument/2006/relationships/image" Target="../media/image207.png"/><Relationship Id="rId104" Type="http://schemas.openxmlformats.org/officeDocument/2006/relationships/customXml" Target="../ink/ink211.xml"/><Relationship Id="rId7" Type="http://schemas.openxmlformats.org/officeDocument/2006/relationships/image" Target="../media/image162.png"/><Relationship Id="rId71" Type="http://schemas.openxmlformats.org/officeDocument/2006/relationships/image" Target="../media/image194.png"/><Relationship Id="rId92" Type="http://schemas.openxmlformats.org/officeDocument/2006/relationships/customXml" Target="../ink/ink205.xml"/><Relationship Id="rId2" Type="http://schemas.openxmlformats.org/officeDocument/2006/relationships/customXml" Target="../ink/ink160.xml"/><Relationship Id="rId29" Type="http://schemas.openxmlformats.org/officeDocument/2006/relationships/image" Target="../media/image173.png"/><Relationship Id="rId24" Type="http://schemas.openxmlformats.org/officeDocument/2006/relationships/customXml" Target="../ink/ink171.xml"/><Relationship Id="rId40" Type="http://schemas.openxmlformats.org/officeDocument/2006/relationships/customXml" Target="../ink/ink179.xml"/><Relationship Id="rId45" Type="http://schemas.openxmlformats.org/officeDocument/2006/relationships/image" Target="../media/image181.png"/><Relationship Id="rId66" Type="http://schemas.openxmlformats.org/officeDocument/2006/relationships/customXml" Target="../ink/ink192.xml"/><Relationship Id="rId87" Type="http://schemas.openxmlformats.org/officeDocument/2006/relationships/image" Target="../media/image202.png"/><Relationship Id="rId61" Type="http://schemas.openxmlformats.org/officeDocument/2006/relationships/image" Target="../media/image189.png"/><Relationship Id="rId82" Type="http://schemas.openxmlformats.org/officeDocument/2006/relationships/customXml" Target="../ink/ink200.xml"/><Relationship Id="rId19" Type="http://schemas.openxmlformats.org/officeDocument/2006/relationships/image" Target="../media/image168.png"/><Relationship Id="rId14" Type="http://schemas.openxmlformats.org/officeDocument/2006/relationships/customXml" Target="../ink/ink166.xml"/><Relationship Id="rId30" Type="http://schemas.openxmlformats.org/officeDocument/2006/relationships/customXml" Target="../ink/ink174.xml"/><Relationship Id="rId35" Type="http://schemas.openxmlformats.org/officeDocument/2006/relationships/image" Target="../media/image176.png"/><Relationship Id="rId56" Type="http://schemas.openxmlformats.org/officeDocument/2006/relationships/customXml" Target="../ink/ink187.xml"/><Relationship Id="rId77" Type="http://schemas.openxmlformats.org/officeDocument/2006/relationships/image" Target="../media/image197.png"/><Relationship Id="rId100" Type="http://schemas.openxmlformats.org/officeDocument/2006/relationships/customXml" Target="../ink/ink209.xml"/><Relationship Id="rId105" Type="http://schemas.openxmlformats.org/officeDocument/2006/relationships/image" Target="../media/image211.png"/><Relationship Id="rId8" Type="http://schemas.openxmlformats.org/officeDocument/2006/relationships/customXml" Target="../ink/ink163.xml"/><Relationship Id="rId51" Type="http://schemas.openxmlformats.org/officeDocument/2006/relationships/image" Target="../media/image184.png"/><Relationship Id="rId72" Type="http://schemas.openxmlformats.org/officeDocument/2006/relationships/customXml" Target="../ink/ink195.xml"/><Relationship Id="rId93" Type="http://schemas.openxmlformats.org/officeDocument/2006/relationships/image" Target="../media/image205.png"/><Relationship Id="rId98" Type="http://schemas.openxmlformats.org/officeDocument/2006/relationships/customXml" Target="../ink/ink208.xml"/><Relationship Id="rId3" Type="http://schemas.openxmlformats.org/officeDocument/2006/relationships/image" Target="../media/image160.png"/><Relationship Id="rId25" Type="http://schemas.openxmlformats.org/officeDocument/2006/relationships/image" Target="../media/image171.png"/><Relationship Id="rId46" Type="http://schemas.openxmlformats.org/officeDocument/2006/relationships/customXml" Target="../ink/ink182.xml"/><Relationship Id="rId67" Type="http://schemas.openxmlformats.org/officeDocument/2006/relationships/image" Target="../media/image19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D191D-8E14-5CA2-D7D4-0FF920A72171}"/>
              </a:ext>
            </a:extLst>
          </p:cNvPr>
          <p:cNvSpPr txBox="1"/>
          <p:nvPr/>
        </p:nvSpPr>
        <p:spPr>
          <a:xfrm>
            <a:off x="253722" y="33282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pull docker/getting-started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F846A-4C34-B72B-85DA-380D13D1F7F3}"/>
              </a:ext>
            </a:extLst>
          </p:cNvPr>
          <p:cNvSpPr txBox="1"/>
          <p:nvPr/>
        </p:nvSpPr>
        <p:spPr>
          <a:xfrm>
            <a:off x="253722" y="87543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run -d -p 80:80 docker/getting-started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78321F-C3F7-D012-AB5F-E960F842136E}"/>
              </a:ext>
            </a:extLst>
          </p:cNvPr>
          <p:cNvGrpSpPr/>
          <p:nvPr/>
        </p:nvGrpSpPr>
        <p:grpSpPr>
          <a:xfrm>
            <a:off x="498715" y="108020"/>
            <a:ext cx="11032200" cy="4150440"/>
            <a:chOff x="498715" y="108020"/>
            <a:chExt cx="11032200" cy="41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65BD27-23B9-F6C5-B2D2-B8B2236EE92A}"/>
                    </a:ext>
                  </a:extLst>
                </p14:cNvPr>
                <p14:cNvContentPartPr/>
                <p14:nvPr/>
              </p14:nvContentPartPr>
              <p14:xfrm>
                <a:off x="9152395" y="1136900"/>
                <a:ext cx="1251000" cy="422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65BD27-23B9-F6C5-B2D2-B8B2236EE9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3755" y="1127900"/>
                  <a:ext cx="12686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E06D8A-DB80-35A5-5229-C43F7737A864}"/>
                    </a:ext>
                  </a:extLst>
                </p14:cNvPr>
                <p14:cNvContentPartPr/>
                <p14:nvPr/>
              </p14:nvContentPartPr>
              <p14:xfrm>
                <a:off x="10483315" y="573860"/>
                <a:ext cx="840240" cy="72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E06D8A-DB80-35A5-5229-C43F7737A86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74315" y="564860"/>
                  <a:ext cx="85788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61C412-88E7-80F2-1A87-988AFF810246}"/>
                    </a:ext>
                  </a:extLst>
                </p14:cNvPr>
                <p14:cNvContentPartPr/>
                <p14:nvPr/>
              </p14:nvContentPartPr>
              <p14:xfrm>
                <a:off x="11512555" y="933860"/>
                <a:ext cx="18360" cy="13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61C412-88E7-80F2-1A87-988AFF8102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503555" y="925220"/>
                  <a:ext cx="36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AC6B72-32C9-DBAB-744B-D2CD6C415246}"/>
                    </a:ext>
                  </a:extLst>
                </p14:cNvPr>
                <p14:cNvContentPartPr/>
                <p14:nvPr/>
              </p14:nvContentPartPr>
              <p14:xfrm>
                <a:off x="647395" y="1996220"/>
                <a:ext cx="78840" cy="49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AC6B72-32C9-DBAB-744B-D2CD6C4152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8755" y="1987580"/>
                  <a:ext cx="964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01FB41-9A26-6750-56DC-E8353D8E55A0}"/>
                    </a:ext>
                  </a:extLst>
                </p14:cNvPr>
                <p14:cNvContentPartPr/>
                <p14:nvPr/>
              </p14:nvContentPartPr>
              <p14:xfrm>
                <a:off x="618235" y="1229060"/>
                <a:ext cx="74520" cy="1253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01FB41-9A26-6750-56DC-E8353D8E55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9235" y="1220060"/>
                  <a:ext cx="92160" cy="12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649796-B3B6-FA14-5CF3-53BB18F10B9C}"/>
                    </a:ext>
                  </a:extLst>
                </p14:cNvPr>
                <p14:cNvContentPartPr/>
                <p14:nvPr/>
              </p14:nvContentPartPr>
              <p14:xfrm>
                <a:off x="498715" y="1212860"/>
                <a:ext cx="257040" cy="191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649796-B3B6-FA14-5CF3-53BB18F10B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9715" y="1203860"/>
                  <a:ext cx="274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FEE835F-CBD5-E7E4-6DD3-FAFEFB3BCA29}"/>
                    </a:ext>
                  </a:extLst>
                </p14:cNvPr>
                <p14:cNvContentPartPr/>
                <p14:nvPr/>
              </p14:nvContentPartPr>
              <p14:xfrm>
                <a:off x="698875" y="1172540"/>
                <a:ext cx="315000" cy="272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FEE835F-CBD5-E7E4-6DD3-FAFEFB3BCA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9875" y="1163900"/>
                  <a:ext cx="332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612498-4E80-588C-6EA4-CCD2B95A5ED1}"/>
                    </a:ext>
                  </a:extLst>
                </p14:cNvPr>
                <p14:cNvContentPartPr/>
                <p14:nvPr/>
              </p14:nvContentPartPr>
              <p14:xfrm>
                <a:off x="857995" y="1200980"/>
                <a:ext cx="526680" cy="37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612498-4E80-588C-6EA4-CCD2B95A5E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8995" y="1191980"/>
                  <a:ext cx="544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1E2A7D-9E78-8E93-C9F0-F69EFE093E01}"/>
                    </a:ext>
                  </a:extLst>
                </p14:cNvPr>
                <p14:cNvContentPartPr/>
                <p14:nvPr/>
              </p14:nvContentPartPr>
              <p14:xfrm>
                <a:off x="1144915" y="1184420"/>
                <a:ext cx="7992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31E2A7D-9E78-8E93-C9F0-F69EFE093E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36275" y="1175780"/>
                  <a:ext cx="97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4C0CD0-C854-F007-1A17-042ECF19BDF1}"/>
                    </a:ext>
                  </a:extLst>
                </p14:cNvPr>
                <p14:cNvContentPartPr/>
                <p14:nvPr/>
              </p14:nvContentPartPr>
              <p14:xfrm>
                <a:off x="912355" y="1307180"/>
                <a:ext cx="306360" cy="1585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4C0CD0-C854-F007-1A17-042ECF19BD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3715" y="1298540"/>
                  <a:ext cx="324000" cy="16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66A606-10E9-B67E-9659-2C7CC7C4AC61}"/>
                    </a:ext>
                  </a:extLst>
                </p14:cNvPr>
                <p14:cNvContentPartPr/>
                <p14:nvPr/>
              </p14:nvContentPartPr>
              <p14:xfrm>
                <a:off x="510235" y="2719100"/>
                <a:ext cx="783000" cy="63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66A606-10E9-B67E-9659-2C7CC7C4AC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1235" y="2710100"/>
                  <a:ext cx="80064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7A2CE4-F55C-0A13-2325-97358CD39348}"/>
                    </a:ext>
                  </a:extLst>
                </p14:cNvPr>
                <p14:cNvContentPartPr/>
                <p14:nvPr/>
              </p14:nvContentPartPr>
              <p14:xfrm>
                <a:off x="1363435" y="2855900"/>
                <a:ext cx="394560" cy="159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47A2CE4-F55C-0A13-2325-97358CD393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54435" y="2846900"/>
                  <a:ext cx="412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77D6E2-F8F8-B370-DF0B-2C54C587D51C}"/>
                    </a:ext>
                  </a:extLst>
                </p14:cNvPr>
                <p14:cNvContentPartPr/>
                <p14:nvPr/>
              </p14:nvContentPartPr>
              <p14:xfrm>
                <a:off x="1562155" y="1187660"/>
                <a:ext cx="120960" cy="91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77D6E2-F8F8-B370-DF0B-2C54C587D51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53515" y="1179020"/>
                  <a:ext cx="138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7A76DA-93D8-74DC-52D9-E1BCF9547CD7}"/>
                    </a:ext>
                  </a:extLst>
                </p14:cNvPr>
                <p14:cNvContentPartPr/>
                <p14:nvPr/>
              </p14:nvContentPartPr>
              <p14:xfrm>
                <a:off x="1626955" y="1225820"/>
                <a:ext cx="1442880" cy="146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7A76DA-93D8-74DC-52D9-E1BCF9547C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17955" y="1216820"/>
                  <a:ext cx="1460520" cy="14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68A3232-0156-F8FC-511E-FD4B4AF8B5D5}"/>
                    </a:ext>
                  </a:extLst>
                </p14:cNvPr>
                <p14:cNvContentPartPr/>
                <p14:nvPr/>
              </p14:nvContentPartPr>
              <p14:xfrm>
                <a:off x="3732235" y="2138420"/>
                <a:ext cx="456480" cy="633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68A3232-0156-F8FC-511E-FD4B4AF8B5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23235" y="2129780"/>
                  <a:ext cx="4741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3B18AB-6E07-59D5-441A-8C3D94D042CC}"/>
                    </a:ext>
                  </a:extLst>
                </p14:cNvPr>
                <p14:cNvContentPartPr/>
                <p14:nvPr/>
              </p14:nvContentPartPr>
              <p14:xfrm>
                <a:off x="4336675" y="1854020"/>
                <a:ext cx="892800" cy="861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83B18AB-6E07-59D5-441A-8C3D94D042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28035" y="1845020"/>
                  <a:ext cx="91044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2DA561-1E9D-47BD-1394-C160D5C6AB9F}"/>
                    </a:ext>
                  </a:extLst>
                </p14:cNvPr>
                <p14:cNvContentPartPr/>
                <p14:nvPr/>
              </p14:nvContentPartPr>
              <p14:xfrm>
                <a:off x="4909435" y="2037620"/>
                <a:ext cx="641880" cy="244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2DA561-1E9D-47BD-1394-C160D5C6AB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00795" y="2028980"/>
                  <a:ext cx="6595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B87E26-9176-04A3-1812-82097032EF0B}"/>
                    </a:ext>
                  </a:extLst>
                </p14:cNvPr>
                <p14:cNvContentPartPr/>
                <p14:nvPr/>
              </p14:nvContentPartPr>
              <p14:xfrm>
                <a:off x="5743555" y="1252460"/>
                <a:ext cx="2301480" cy="875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B87E26-9176-04A3-1812-82097032EF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4555" y="1243460"/>
                  <a:ext cx="231912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8A66295-7D74-7757-9407-FE9631E38291}"/>
                    </a:ext>
                  </a:extLst>
                </p14:cNvPr>
                <p14:cNvContentPartPr/>
                <p14:nvPr/>
              </p14:nvContentPartPr>
              <p14:xfrm>
                <a:off x="1815235" y="1226900"/>
                <a:ext cx="2730600" cy="3031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8A66295-7D74-7757-9407-FE9631E382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06235" y="1217900"/>
                  <a:ext cx="2748240" cy="30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C4ABEC-1D67-6D85-45E1-665BF9C1AF60}"/>
                    </a:ext>
                  </a:extLst>
                </p14:cNvPr>
                <p14:cNvContentPartPr/>
                <p14:nvPr/>
              </p14:nvContentPartPr>
              <p14:xfrm>
                <a:off x="5234875" y="3544220"/>
                <a:ext cx="190800" cy="65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C4ABEC-1D67-6D85-45E1-665BF9C1AF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26235" y="3535220"/>
                  <a:ext cx="20844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F172C1-4F30-A457-2CF7-EEEE2B5CD701}"/>
                    </a:ext>
                  </a:extLst>
                </p14:cNvPr>
                <p14:cNvContentPartPr/>
                <p14:nvPr/>
              </p14:nvContentPartPr>
              <p14:xfrm>
                <a:off x="5513515" y="3608660"/>
                <a:ext cx="451800" cy="173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F172C1-4F30-A457-2CF7-EEEE2B5CD7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875" y="3599660"/>
                  <a:ext cx="469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3D5295-007E-0228-5D8B-B950BC590BEB}"/>
                    </a:ext>
                  </a:extLst>
                </p14:cNvPr>
                <p14:cNvContentPartPr/>
                <p14:nvPr/>
              </p14:nvContentPartPr>
              <p14:xfrm>
                <a:off x="6112915" y="3235700"/>
                <a:ext cx="797400" cy="354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3D5295-007E-0228-5D8B-B950BC590B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03915" y="3226700"/>
                  <a:ext cx="8150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525D3B-EA74-7CD7-F986-0404B561FE70}"/>
                    </a:ext>
                  </a:extLst>
                </p14:cNvPr>
                <p14:cNvContentPartPr/>
                <p14:nvPr/>
              </p14:nvContentPartPr>
              <p14:xfrm>
                <a:off x="6927955" y="3082340"/>
                <a:ext cx="466560" cy="429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525D3B-EA74-7CD7-F986-0404B561FE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19315" y="3073700"/>
                  <a:ext cx="4842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FE3DC2-B16C-BEEE-7094-A968FDE05D88}"/>
                    </a:ext>
                  </a:extLst>
                </p14:cNvPr>
                <p14:cNvContentPartPr/>
                <p14:nvPr/>
              </p14:nvContentPartPr>
              <p14:xfrm>
                <a:off x="1974715" y="1207460"/>
                <a:ext cx="112320" cy="92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FE3DC2-B16C-BEEE-7094-A968FDE05D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66075" y="1198460"/>
                  <a:ext cx="129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6823B0-A775-8822-2032-82453C9085FB}"/>
                    </a:ext>
                  </a:extLst>
                </p14:cNvPr>
                <p14:cNvContentPartPr/>
                <p14:nvPr/>
              </p14:nvContentPartPr>
              <p14:xfrm>
                <a:off x="2060395" y="819020"/>
                <a:ext cx="3943080" cy="67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6823B0-A775-8822-2032-82453C9085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51755" y="810020"/>
                  <a:ext cx="396072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4522BF-4F76-4B01-FB9B-DCD773401641}"/>
                    </a:ext>
                  </a:extLst>
                </p14:cNvPr>
                <p14:cNvContentPartPr/>
                <p14:nvPr/>
              </p14:nvContentPartPr>
              <p14:xfrm>
                <a:off x="6955675" y="272180"/>
                <a:ext cx="100440" cy="54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4522BF-4F76-4B01-FB9B-DCD7734016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46675" y="263540"/>
                  <a:ext cx="1180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0F001FF-F4F4-954F-14F6-12B080E8658F}"/>
                    </a:ext>
                  </a:extLst>
                </p14:cNvPr>
                <p14:cNvContentPartPr/>
                <p14:nvPr/>
              </p14:nvContentPartPr>
              <p14:xfrm>
                <a:off x="7025515" y="317180"/>
                <a:ext cx="286200" cy="349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0F001FF-F4F4-954F-14F6-12B080E865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16875" y="308540"/>
                  <a:ext cx="303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7ACD8C-C956-3FE9-B795-17581DF65C91}"/>
                    </a:ext>
                  </a:extLst>
                </p14:cNvPr>
                <p14:cNvContentPartPr/>
                <p14:nvPr/>
              </p14:nvContentPartPr>
              <p14:xfrm>
                <a:off x="7456075" y="335900"/>
                <a:ext cx="127080" cy="210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7ACD8C-C956-3FE9-B795-17581DF65C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47075" y="327260"/>
                  <a:ext cx="144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DCD584-A413-3572-4941-BEA606FE24A6}"/>
                    </a:ext>
                  </a:extLst>
                </p14:cNvPr>
                <p14:cNvContentPartPr/>
                <p14:nvPr/>
              </p14:nvContentPartPr>
              <p14:xfrm>
                <a:off x="7762075" y="286940"/>
                <a:ext cx="155160" cy="43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DCD584-A413-3572-4941-BEA606FE24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53075" y="278300"/>
                  <a:ext cx="1728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B554DF-1A8C-812B-D2FE-C3070CE80B28}"/>
                    </a:ext>
                  </a:extLst>
                </p14:cNvPr>
                <p14:cNvContentPartPr/>
                <p14:nvPr/>
              </p14:nvContentPartPr>
              <p14:xfrm>
                <a:off x="8133955" y="190460"/>
                <a:ext cx="96480" cy="45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B554DF-1A8C-812B-D2FE-C3070CE80B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25315" y="181820"/>
                  <a:ext cx="1141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4FB64D-5B2E-CC9C-4ED8-9E2804E345D9}"/>
                    </a:ext>
                  </a:extLst>
                </p14:cNvPr>
                <p14:cNvContentPartPr/>
                <p14:nvPr/>
              </p14:nvContentPartPr>
              <p14:xfrm>
                <a:off x="8083195" y="445700"/>
                <a:ext cx="340560" cy="130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4FB64D-5B2E-CC9C-4ED8-9E2804E345D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74195" y="436700"/>
                  <a:ext cx="358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109174-88F2-529E-0D8F-7F412D0F1253}"/>
                    </a:ext>
                  </a:extLst>
                </p14:cNvPr>
                <p14:cNvContentPartPr/>
                <p14:nvPr/>
              </p14:nvContentPartPr>
              <p14:xfrm>
                <a:off x="8716795" y="160580"/>
                <a:ext cx="57600" cy="657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109174-88F2-529E-0D8F-7F412D0F125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07795" y="151940"/>
                  <a:ext cx="7524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82DB69-81AE-A7A3-C39B-7AA424766DFD}"/>
                    </a:ext>
                  </a:extLst>
                </p14:cNvPr>
                <p14:cNvContentPartPr/>
                <p14:nvPr/>
              </p14:nvContentPartPr>
              <p14:xfrm>
                <a:off x="8909035" y="355340"/>
                <a:ext cx="461880" cy="249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82DB69-81AE-A7A3-C39B-7AA424766D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00395" y="346700"/>
                  <a:ext cx="479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76968B-5FA7-8638-0498-33606638B848}"/>
                    </a:ext>
                  </a:extLst>
                </p14:cNvPr>
                <p14:cNvContentPartPr/>
                <p14:nvPr/>
              </p14:nvContentPartPr>
              <p14:xfrm>
                <a:off x="9499795" y="309980"/>
                <a:ext cx="265680" cy="283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76968B-5FA7-8638-0498-33606638B84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91155" y="301340"/>
                  <a:ext cx="283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45CB6E-C37C-478A-BC53-34D9D60C0FB1}"/>
                    </a:ext>
                  </a:extLst>
                </p14:cNvPr>
                <p14:cNvContentPartPr/>
                <p14:nvPr/>
              </p14:nvContentPartPr>
              <p14:xfrm>
                <a:off x="10019995" y="108020"/>
                <a:ext cx="67680" cy="555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45CB6E-C37C-478A-BC53-34D9D60C0F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10995" y="99380"/>
                  <a:ext cx="8532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1545CF-50AF-A385-C4EF-0B9A8583DA1A}"/>
                    </a:ext>
                  </a:extLst>
                </p14:cNvPr>
                <p14:cNvContentPartPr/>
                <p14:nvPr/>
              </p14:nvContentPartPr>
              <p14:xfrm>
                <a:off x="9949795" y="278300"/>
                <a:ext cx="351360" cy="10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1545CF-50AF-A385-C4EF-0B9A8583DA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40795" y="269660"/>
                  <a:ext cx="369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A4CAD51-0338-9DDB-B666-9D400BDBB303}"/>
                    </a:ext>
                  </a:extLst>
                </p14:cNvPr>
                <p14:cNvContentPartPr/>
                <p14:nvPr/>
              </p14:nvContentPartPr>
              <p14:xfrm>
                <a:off x="2350915" y="1180100"/>
                <a:ext cx="189360" cy="62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A4CAD51-0338-9DDB-B666-9D400BDBB3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41915" y="1171460"/>
                  <a:ext cx="207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3A2BFF4-EA7A-9F5F-50C0-3CFE79DB9D87}"/>
                    </a:ext>
                  </a:extLst>
                </p14:cNvPr>
                <p14:cNvContentPartPr/>
                <p14:nvPr/>
              </p14:nvContentPartPr>
              <p14:xfrm>
                <a:off x="2438755" y="1253900"/>
                <a:ext cx="6604560" cy="1990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3A2BFF4-EA7A-9F5F-50C0-3CFE79DB9D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29755" y="1245260"/>
                  <a:ext cx="6622200" cy="20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88A2465-843D-5FB0-D3B2-1D26A2AB83C4}"/>
                    </a:ext>
                  </a:extLst>
                </p14:cNvPr>
                <p14:cNvContentPartPr/>
                <p14:nvPr/>
              </p14:nvContentPartPr>
              <p14:xfrm>
                <a:off x="9315475" y="2092700"/>
                <a:ext cx="682560" cy="1097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88A2465-843D-5FB0-D3B2-1D26A2AB83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06475" y="2084060"/>
                  <a:ext cx="700200" cy="11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9919BEC-A999-A942-EAB3-8320368286C1}"/>
                    </a:ext>
                  </a:extLst>
                </p14:cNvPr>
                <p14:cNvContentPartPr/>
                <p14:nvPr/>
              </p14:nvContentPartPr>
              <p14:xfrm>
                <a:off x="9503395" y="2344700"/>
                <a:ext cx="656280" cy="406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9919BEC-A999-A942-EAB3-8320368286C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94755" y="2335700"/>
                  <a:ext cx="6739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01785D-F4B2-4A36-3F24-DCBDAD821E06}"/>
                    </a:ext>
                  </a:extLst>
                </p14:cNvPr>
                <p14:cNvContentPartPr/>
                <p14:nvPr/>
              </p14:nvContentPartPr>
              <p14:xfrm>
                <a:off x="10254715" y="2317700"/>
                <a:ext cx="290520" cy="464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01785D-F4B2-4A36-3F24-DCBDAD821E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46075" y="2308700"/>
                  <a:ext cx="3081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8327D4C-AFAD-7D3D-C07B-E4E96C7D465E}"/>
                    </a:ext>
                  </a:extLst>
                </p14:cNvPr>
                <p14:cNvContentPartPr/>
                <p14:nvPr/>
              </p14:nvContentPartPr>
              <p14:xfrm>
                <a:off x="10679875" y="2246420"/>
                <a:ext cx="166680" cy="297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8327D4C-AFAD-7D3D-C07B-E4E96C7D46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71235" y="2237780"/>
                  <a:ext cx="184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66898B-6688-42D9-5E45-8C86D0F40C8E}"/>
                    </a:ext>
                  </a:extLst>
                </p14:cNvPr>
                <p14:cNvContentPartPr/>
                <p14:nvPr/>
              </p14:nvContentPartPr>
              <p14:xfrm>
                <a:off x="10679155" y="2399060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66898B-6688-42D9-5E45-8C86D0F40C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70515" y="23900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F5F8348-0DA8-7854-EC6B-D5FC7023DAC4}"/>
                    </a:ext>
                  </a:extLst>
                </p14:cNvPr>
                <p14:cNvContentPartPr/>
                <p14:nvPr/>
              </p14:nvContentPartPr>
              <p14:xfrm>
                <a:off x="2698675" y="1253180"/>
                <a:ext cx="2154240" cy="59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F5F8348-0DA8-7854-EC6B-D5FC7023DAC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90035" y="1244540"/>
                  <a:ext cx="2171880" cy="7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565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EAF197CA-5548-145D-E1B2-D072F1A5D2E8}"/>
              </a:ext>
            </a:extLst>
          </p:cNvPr>
          <p:cNvGrpSpPr/>
          <p:nvPr/>
        </p:nvGrpSpPr>
        <p:grpSpPr>
          <a:xfrm>
            <a:off x="1039075" y="83180"/>
            <a:ext cx="11112840" cy="6689160"/>
            <a:chOff x="1039075" y="83180"/>
            <a:chExt cx="11112840" cy="66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A55772-6E23-CB1C-1A63-6CCF677CD8BC}"/>
                    </a:ext>
                  </a:extLst>
                </p14:cNvPr>
                <p14:cNvContentPartPr/>
                <p14:nvPr/>
              </p14:nvContentPartPr>
              <p14:xfrm>
                <a:off x="8533915" y="206660"/>
                <a:ext cx="150120" cy="642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A55772-6E23-CB1C-1A63-6CCF677CD8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25275" y="198020"/>
                  <a:ext cx="16776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19E2AA-73E8-5E5C-1217-09985D4F7261}"/>
                    </a:ext>
                  </a:extLst>
                </p14:cNvPr>
                <p14:cNvContentPartPr/>
                <p14:nvPr/>
              </p14:nvContentPartPr>
              <p14:xfrm>
                <a:off x="8265355" y="83180"/>
                <a:ext cx="407880" cy="19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19E2AA-73E8-5E5C-1217-09985D4F72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56355" y="74180"/>
                  <a:ext cx="425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23412E-1566-48A6-5279-9AAB47D0FED1}"/>
                    </a:ext>
                  </a:extLst>
                </p14:cNvPr>
                <p14:cNvContentPartPr/>
                <p14:nvPr/>
              </p14:nvContentPartPr>
              <p14:xfrm>
                <a:off x="8262835" y="844940"/>
                <a:ext cx="383760" cy="19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23412E-1566-48A6-5279-9AAB47D0FE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3835" y="835940"/>
                  <a:ext cx="401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79B0A8-BAD7-A497-64D9-3557F35BFE52}"/>
                    </a:ext>
                  </a:extLst>
                </p14:cNvPr>
                <p14:cNvContentPartPr/>
                <p14:nvPr/>
              </p14:nvContentPartPr>
              <p14:xfrm>
                <a:off x="9029635" y="471980"/>
                <a:ext cx="1640160" cy="499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79B0A8-BAD7-A497-64D9-3557F35BFE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20995" y="462980"/>
                  <a:ext cx="16578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AEACB9-D8B7-C02E-8348-F6F5FFF4D2A0}"/>
                    </a:ext>
                  </a:extLst>
                </p14:cNvPr>
                <p14:cNvContentPartPr/>
                <p14:nvPr/>
              </p14:nvContentPartPr>
              <p14:xfrm>
                <a:off x="10808395" y="622460"/>
                <a:ext cx="27000" cy="1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AEACB9-D8B7-C02E-8348-F6F5FFF4D2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99395" y="613460"/>
                  <a:ext cx="44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7FB59D8-1842-F293-29B8-3810A487ABC9}"/>
                    </a:ext>
                  </a:extLst>
                </p14:cNvPr>
                <p14:cNvContentPartPr/>
                <p14:nvPr/>
              </p14:nvContentPartPr>
              <p14:xfrm>
                <a:off x="4535755" y="2480060"/>
                <a:ext cx="92880" cy="2230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7FB59D8-1842-F293-29B8-3810A487ABC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26755" y="2471060"/>
                  <a:ext cx="110520" cy="22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41A57E-D001-FE14-ED4D-4A75C7ED6CCB}"/>
                    </a:ext>
                  </a:extLst>
                </p14:cNvPr>
                <p14:cNvContentPartPr/>
                <p14:nvPr/>
              </p14:nvContentPartPr>
              <p14:xfrm>
                <a:off x="4672555" y="2364860"/>
                <a:ext cx="4402800" cy="19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41A57E-D001-FE14-ED4D-4A75C7ED6C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63555" y="2356220"/>
                  <a:ext cx="4420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696734-F8B8-164C-BFA4-BA321F40F7E0}"/>
                    </a:ext>
                  </a:extLst>
                </p14:cNvPr>
                <p14:cNvContentPartPr/>
                <p14:nvPr/>
              </p14:nvContentPartPr>
              <p14:xfrm>
                <a:off x="4596955" y="4437020"/>
                <a:ext cx="3520440" cy="38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696734-F8B8-164C-BFA4-BA321F40F7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87955" y="4428020"/>
                  <a:ext cx="35380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245750A-56E8-6699-1BF0-BCA8F2F27366}"/>
                    </a:ext>
                  </a:extLst>
                </p14:cNvPr>
                <p14:cNvContentPartPr/>
                <p14:nvPr/>
              </p14:nvContentPartPr>
              <p14:xfrm>
                <a:off x="8446075" y="2468540"/>
                <a:ext cx="115920" cy="2119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245750A-56E8-6699-1BF0-BCA8F2F2736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37075" y="2459540"/>
                  <a:ext cx="133560" cy="21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F109B3-05F9-1A73-2C7F-32BC77897A57}"/>
                    </a:ext>
                  </a:extLst>
                </p14:cNvPr>
                <p14:cNvContentPartPr/>
                <p14:nvPr/>
              </p14:nvContentPartPr>
              <p14:xfrm>
                <a:off x="8070595" y="4366460"/>
                <a:ext cx="399960" cy="29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F109B3-05F9-1A73-2C7F-32BC77897A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61955" y="4357460"/>
                  <a:ext cx="417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B40B4D-C411-73B6-9263-3483D6875B1C}"/>
                    </a:ext>
                  </a:extLst>
                </p14:cNvPr>
                <p14:cNvContentPartPr/>
                <p14:nvPr/>
              </p14:nvContentPartPr>
              <p14:xfrm>
                <a:off x="5238835" y="3174860"/>
                <a:ext cx="118440" cy="77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B40B4D-C411-73B6-9263-3483D6875B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30195" y="3165860"/>
                  <a:ext cx="13608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6E1A57-94A4-98AE-A738-7543BCDCE1F6}"/>
                    </a:ext>
                  </a:extLst>
                </p14:cNvPr>
                <p14:cNvContentPartPr/>
                <p14:nvPr/>
              </p14:nvContentPartPr>
              <p14:xfrm>
                <a:off x="5289235" y="2975780"/>
                <a:ext cx="1449720" cy="1019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6E1A57-94A4-98AE-A738-7543BCDCE1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80595" y="2966780"/>
                  <a:ext cx="146736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709514-5B22-84F8-5F21-01A579944900}"/>
                    </a:ext>
                  </a:extLst>
                </p14:cNvPr>
                <p14:cNvContentPartPr/>
                <p14:nvPr/>
              </p14:nvContentPartPr>
              <p14:xfrm>
                <a:off x="5553475" y="3395900"/>
                <a:ext cx="236520" cy="423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709514-5B22-84F8-5F21-01A57994490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44475" y="3386900"/>
                  <a:ext cx="25416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F1EAC1-EDCA-E0FC-0DF9-5BB6F014BF90}"/>
                    </a:ext>
                  </a:extLst>
                </p14:cNvPr>
                <p14:cNvContentPartPr/>
                <p14:nvPr/>
              </p14:nvContentPartPr>
              <p14:xfrm>
                <a:off x="5603155" y="3420020"/>
                <a:ext cx="460440" cy="37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F1EAC1-EDCA-E0FC-0DF9-5BB6F014BF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94155" y="3411020"/>
                  <a:ext cx="4780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D4D983B-117B-7BB5-6056-16ADA26E1198}"/>
                    </a:ext>
                  </a:extLst>
                </p14:cNvPr>
                <p14:cNvContentPartPr/>
                <p14:nvPr/>
              </p14:nvContentPartPr>
              <p14:xfrm>
                <a:off x="5947675" y="3325700"/>
                <a:ext cx="203400" cy="237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D4D983B-117B-7BB5-6056-16ADA26E11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38675" y="3317060"/>
                  <a:ext cx="22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974A18-EB5A-D41B-2F24-355FB1082363}"/>
                    </a:ext>
                  </a:extLst>
                </p14:cNvPr>
                <p14:cNvContentPartPr/>
                <p14:nvPr/>
              </p14:nvContentPartPr>
              <p14:xfrm>
                <a:off x="6198955" y="3446300"/>
                <a:ext cx="30240" cy="331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974A18-EB5A-D41B-2F24-355FB10823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89955" y="3437300"/>
                  <a:ext cx="478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EDD85E-A7FB-D87B-3314-0A6DD2DECCD6}"/>
                    </a:ext>
                  </a:extLst>
                </p14:cNvPr>
                <p14:cNvContentPartPr/>
                <p14:nvPr/>
              </p14:nvContentPartPr>
              <p14:xfrm>
                <a:off x="6252595" y="3237860"/>
                <a:ext cx="207000" cy="28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EDD85E-A7FB-D87B-3314-0A6DD2DECC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43955" y="3229220"/>
                  <a:ext cx="224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953B84-75E5-CD54-578A-8F8371DA6390}"/>
                    </a:ext>
                  </a:extLst>
                </p14:cNvPr>
                <p14:cNvContentPartPr/>
                <p14:nvPr/>
              </p14:nvContentPartPr>
              <p14:xfrm>
                <a:off x="1391155" y="3019700"/>
                <a:ext cx="74880" cy="1017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953B84-75E5-CD54-578A-8F8371DA639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82515" y="3010700"/>
                  <a:ext cx="92520" cy="10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10203D-2C87-5E9F-4586-047B692E4839}"/>
                    </a:ext>
                  </a:extLst>
                </p14:cNvPr>
                <p14:cNvContentPartPr/>
                <p14:nvPr/>
              </p14:nvContentPartPr>
              <p14:xfrm>
                <a:off x="1097035" y="2772380"/>
                <a:ext cx="2402640" cy="1280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10203D-2C87-5E9F-4586-047B692E48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8395" y="2763380"/>
                  <a:ext cx="2420280" cy="12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6F1D7F8-604E-72FD-957F-0E51502F9C3D}"/>
                    </a:ext>
                  </a:extLst>
                </p14:cNvPr>
                <p14:cNvContentPartPr/>
                <p14:nvPr/>
              </p14:nvContentPartPr>
              <p14:xfrm>
                <a:off x="4392115" y="309980"/>
                <a:ext cx="123480" cy="716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6F1D7F8-604E-72FD-957F-0E51502F9C3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83115" y="300980"/>
                  <a:ext cx="14112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5DA302-0AF6-10AF-89C1-DCE5C521D531}"/>
                    </a:ext>
                  </a:extLst>
                </p14:cNvPr>
                <p14:cNvContentPartPr/>
                <p14:nvPr/>
              </p14:nvContentPartPr>
              <p14:xfrm>
                <a:off x="4326955" y="179660"/>
                <a:ext cx="590760" cy="969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5DA302-0AF6-10AF-89C1-DCE5C521D5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18315" y="170660"/>
                  <a:ext cx="60840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65625A-B25D-84E2-C125-FB1FCF33A53E}"/>
                    </a:ext>
                  </a:extLst>
                </p14:cNvPr>
                <p14:cNvContentPartPr/>
                <p14:nvPr/>
              </p14:nvContentPartPr>
              <p14:xfrm>
                <a:off x="5164675" y="708860"/>
                <a:ext cx="267120" cy="27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65625A-B25D-84E2-C125-FB1FCF33A53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56035" y="699860"/>
                  <a:ext cx="284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7A2DDD-7EC4-B997-3943-493EE274D7DD}"/>
                    </a:ext>
                  </a:extLst>
                </p14:cNvPr>
                <p14:cNvContentPartPr/>
                <p14:nvPr/>
              </p14:nvContentPartPr>
              <p14:xfrm>
                <a:off x="5588395" y="529580"/>
                <a:ext cx="1238400" cy="435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7A2DDD-7EC4-B997-3943-493EE274D7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79755" y="520940"/>
                  <a:ext cx="12560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0DA47C-A1F3-321D-270B-3CDECF964F83}"/>
                    </a:ext>
                  </a:extLst>
                </p14:cNvPr>
                <p14:cNvContentPartPr/>
                <p14:nvPr/>
              </p14:nvContentPartPr>
              <p14:xfrm>
                <a:off x="6936235" y="642980"/>
                <a:ext cx="280080" cy="33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0DA47C-A1F3-321D-270B-3CDECF964F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27595" y="634340"/>
                  <a:ext cx="297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CB619A-FC64-3BF7-95E4-23A6A9107033}"/>
                    </a:ext>
                  </a:extLst>
                </p14:cNvPr>
                <p14:cNvContentPartPr/>
                <p14:nvPr/>
              </p14:nvContentPartPr>
              <p14:xfrm>
                <a:off x="1649275" y="1002260"/>
                <a:ext cx="495360" cy="63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CB619A-FC64-3BF7-95E4-23A6A91070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40635" y="993260"/>
                  <a:ext cx="5130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B23F28-8D00-4466-6F58-FBAFC8B33D4F}"/>
                    </a:ext>
                  </a:extLst>
                </p14:cNvPr>
                <p14:cNvContentPartPr/>
                <p14:nvPr/>
              </p14:nvContentPartPr>
              <p14:xfrm>
                <a:off x="2345875" y="1464500"/>
                <a:ext cx="5580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B23F28-8D00-4466-6F58-FBAFC8B33D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37235" y="1455860"/>
                  <a:ext cx="73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38F375-0352-5975-4705-905CDA6970C0}"/>
                    </a:ext>
                  </a:extLst>
                </p14:cNvPr>
                <p14:cNvContentPartPr/>
                <p14:nvPr/>
              </p14:nvContentPartPr>
              <p14:xfrm>
                <a:off x="2449555" y="1230140"/>
                <a:ext cx="19800" cy="16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38F375-0352-5975-4705-905CDA6970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40915" y="1221500"/>
                  <a:ext cx="37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FF3AE9-1E3E-E99B-94C1-5AE49EDAFB0D}"/>
                    </a:ext>
                  </a:extLst>
                </p14:cNvPr>
                <p14:cNvContentPartPr/>
                <p14:nvPr/>
              </p14:nvContentPartPr>
              <p14:xfrm>
                <a:off x="2515795" y="1378460"/>
                <a:ext cx="1426680" cy="297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FF3AE9-1E3E-E99B-94C1-5AE49EDAFB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07155" y="1369460"/>
                  <a:ext cx="1444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76949D-FD8A-43C2-0375-B7E43AD322B1}"/>
                    </a:ext>
                  </a:extLst>
                </p14:cNvPr>
                <p14:cNvContentPartPr/>
                <p14:nvPr/>
              </p14:nvContentPartPr>
              <p14:xfrm>
                <a:off x="4048675" y="1558820"/>
                <a:ext cx="40320" cy="1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76949D-FD8A-43C2-0375-B7E43AD322B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39675" y="1550180"/>
                  <a:ext cx="57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881B29-1B7A-DF99-CCCD-92AE6CAB8D33}"/>
                    </a:ext>
                  </a:extLst>
                </p14:cNvPr>
                <p14:cNvContentPartPr/>
                <p14:nvPr/>
              </p14:nvContentPartPr>
              <p14:xfrm>
                <a:off x="2483035" y="1729460"/>
                <a:ext cx="134280" cy="851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881B29-1B7A-DF99-CCCD-92AE6CAB8D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74395" y="1720460"/>
                  <a:ext cx="15192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34844DB-D7C8-BEE7-4EEA-E5A2A76490F0}"/>
                    </a:ext>
                  </a:extLst>
                </p14:cNvPr>
                <p14:cNvContentPartPr/>
                <p14:nvPr/>
              </p14:nvContentPartPr>
              <p14:xfrm>
                <a:off x="2215195" y="2273060"/>
                <a:ext cx="763920" cy="431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34844DB-D7C8-BEE7-4EEA-E5A2A76490F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06555" y="2264060"/>
                  <a:ext cx="7815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C976EF-B12E-0FB3-5FCD-AEEE479CC10B}"/>
                    </a:ext>
                  </a:extLst>
                </p14:cNvPr>
                <p14:cNvContentPartPr/>
                <p14:nvPr/>
              </p14:nvContentPartPr>
              <p14:xfrm>
                <a:off x="3242995" y="2342540"/>
                <a:ext cx="3960" cy="2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C976EF-B12E-0FB3-5FCD-AEEE479CC10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34355" y="2333540"/>
                  <a:ext cx="21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2477F2-7640-9B72-75CB-FF07CB3300C1}"/>
                    </a:ext>
                  </a:extLst>
                </p14:cNvPr>
                <p14:cNvContentPartPr/>
                <p14:nvPr/>
              </p14:nvContentPartPr>
              <p14:xfrm>
                <a:off x="1039075" y="5589020"/>
                <a:ext cx="107640" cy="346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2477F2-7640-9B72-75CB-FF07CB3300C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0075" y="5580380"/>
                  <a:ext cx="125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5260E1A-2637-4BBF-2155-130FE662FB46}"/>
                    </a:ext>
                  </a:extLst>
                </p14:cNvPr>
                <p14:cNvContentPartPr/>
                <p14:nvPr/>
              </p14:nvContentPartPr>
              <p14:xfrm>
                <a:off x="1514995" y="5401460"/>
                <a:ext cx="491040" cy="52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5260E1A-2637-4BBF-2155-130FE662FB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06355" y="5392820"/>
                  <a:ext cx="50868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9ECBF3-A1F1-6A18-3700-AE651BA17E8F}"/>
                    </a:ext>
                  </a:extLst>
                </p14:cNvPr>
                <p14:cNvContentPartPr/>
                <p14:nvPr/>
              </p14:nvContentPartPr>
              <p14:xfrm>
                <a:off x="2096395" y="5261420"/>
                <a:ext cx="221040" cy="45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9ECBF3-A1F1-6A18-3700-AE651BA17E8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87395" y="5252780"/>
                  <a:ext cx="2386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02EC8C-DB1A-D51E-593B-DF27B263D489}"/>
                    </a:ext>
                  </a:extLst>
                </p14:cNvPr>
                <p14:cNvContentPartPr/>
                <p14:nvPr/>
              </p14:nvContentPartPr>
              <p14:xfrm>
                <a:off x="2186755" y="5440700"/>
                <a:ext cx="171720" cy="158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02EC8C-DB1A-D51E-593B-DF27B263D4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77755" y="5432060"/>
                  <a:ext cx="189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6D69A1-0546-37EE-C1CB-546281F4F332}"/>
                    </a:ext>
                  </a:extLst>
                </p14:cNvPr>
                <p14:cNvContentPartPr/>
                <p14:nvPr/>
              </p14:nvContentPartPr>
              <p14:xfrm>
                <a:off x="2447035" y="5449340"/>
                <a:ext cx="28080" cy="29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6D69A1-0546-37EE-C1CB-546281F4F3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38395" y="5440700"/>
                  <a:ext cx="45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6EA0E76-18C5-F8BE-7CF5-EFC9DFFB749C}"/>
                    </a:ext>
                  </a:extLst>
                </p14:cNvPr>
                <p14:cNvContentPartPr/>
                <p14:nvPr/>
              </p14:nvContentPartPr>
              <p14:xfrm>
                <a:off x="2642155" y="5013740"/>
                <a:ext cx="268920" cy="50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6EA0E76-18C5-F8BE-7CF5-EFC9DFFB74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33515" y="5005100"/>
                  <a:ext cx="28656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B2A694-2D97-F01E-3CCD-EC319BDD95E0}"/>
                    </a:ext>
                  </a:extLst>
                </p14:cNvPr>
                <p14:cNvContentPartPr/>
                <p14:nvPr/>
              </p14:nvContentPartPr>
              <p14:xfrm>
                <a:off x="3147595" y="5226860"/>
                <a:ext cx="27000" cy="52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B2A694-2D97-F01E-3CCD-EC319BDD95E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38955" y="5217860"/>
                  <a:ext cx="44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6DCBF7-62ED-1EEF-2B26-E54D7559030C}"/>
                    </a:ext>
                  </a:extLst>
                </p14:cNvPr>
                <p14:cNvContentPartPr/>
                <p14:nvPr/>
              </p14:nvContentPartPr>
              <p14:xfrm>
                <a:off x="3237595" y="4864700"/>
                <a:ext cx="275040" cy="405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6DCBF7-62ED-1EEF-2B26-E54D755903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28595" y="4855700"/>
                  <a:ext cx="2926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2D379A-53C0-28BF-9399-97BEE6DB7881}"/>
                    </a:ext>
                  </a:extLst>
                </p14:cNvPr>
                <p14:cNvContentPartPr/>
                <p14:nvPr/>
              </p14:nvContentPartPr>
              <p14:xfrm>
                <a:off x="3733675" y="5157380"/>
                <a:ext cx="5040" cy="16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2D379A-53C0-28BF-9399-97BEE6DB78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25035" y="5148740"/>
                  <a:ext cx="22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B7CA18-4632-E67E-68D0-9E02BA27F28F}"/>
                    </a:ext>
                  </a:extLst>
                </p14:cNvPr>
                <p14:cNvContentPartPr/>
                <p14:nvPr/>
              </p14:nvContentPartPr>
              <p14:xfrm>
                <a:off x="3794155" y="4664900"/>
                <a:ext cx="49320" cy="578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B7CA18-4632-E67E-68D0-9E02BA27F2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85155" y="4655900"/>
                  <a:ext cx="6696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DF6220-2F72-3EA6-3470-E8230DA16D63}"/>
                    </a:ext>
                  </a:extLst>
                </p14:cNvPr>
                <p14:cNvContentPartPr/>
                <p14:nvPr/>
              </p14:nvContentPartPr>
              <p14:xfrm>
                <a:off x="4018435" y="4491380"/>
                <a:ext cx="30600" cy="7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DF6220-2F72-3EA6-3470-E8230DA16D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09435" y="4482380"/>
                  <a:ext cx="48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62FCCC-DEDC-E22A-D716-2E9A107F1AE5}"/>
                    </a:ext>
                  </a:extLst>
                </p14:cNvPr>
                <p14:cNvContentPartPr/>
                <p14:nvPr/>
              </p14:nvContentPartPr>
              <p14:xfrm>
                <a:off x="4022035" y="5041460"/>
                <a:ext cx="30600" cy="141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62FCCC-DEDC-E22A-D716-2E9A107F1AE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13035" y="5032460"/>
                  <a:ext cx="48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891DD56-44AF-A617-CAE7-E442110A6C74}"/>
                    </a:ext>
                  </a:extLst>
                </p14:cNvPr>
                <p14:cNvContentPartPr/>
                <p14:nvPr/>
              </p14:nvContentPartPr>
              <p14:xfrm>
                <a:off x="4263235" y="4540340"/>
                <a:ext cx="322200" cy="445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891DD56-44AF-A617-CAE7-E442110A6C7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54235" y="4531700"/>
                  <a:ext cx="3398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4EF6DB-C4BE-FC4F-4A72-D944F9407311}"/>
                    </a:ext>
                  </a:extLst>
                </p14:cNvPr>
                <p14:cNvContentPartPr/>
                <p14:nvPr/>
              </p14:nvContentPartPr>
              <p14:xfrm>
                <a:off x="3807475" y="5263220"/>
                <a:ext cx="695160" cy="208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4EF6DB-C4BE-FC4F-4A72-D944F94073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98475" y="5254220"/>
                  <a:ext cx="712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EB9C51-522E-7D47-43FE-124CA41207BB}"/>
                    </a:ext>
                  </a:extLst>
                </p14:cNvPr>
                <p14:cNvContentPartPr/>
                <p14:nvPr/>
              </p14:nvContentPartPr>
              <p14:xfrm>
                <a:off x="3974155" y="5364740"/>
                <a:ext cx="587160" cy="261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EB9C51-522E-7D47-43FE-124CA41207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65155" y="5356100"/>
                  <a:ext cx="604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9AE0AC-29A4-5F9B-6DBC-84546B12A257}"/>
                    </a:ext>
                  </a:extLst>
                </p14:cNvPr>
                <p14:cNvContentPartPr/>
                <p14:nvPr/>
              </p14:nvContentPartPr>
              <p14:xfrm>
                <a:off x="2791915" y="4048580"/>
                <a:ext cx="295920" cy="651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9AE0AC-29A4-5F9B-6DBC-84546B12A25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83275" y="4039580"/>
                  <a:ext cx="31356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107AAF-DE7B-9C21-83E0-11DCD7584663}"/>
                    </a:ext>
                  </a:extLst>
                </p14:cNvPr>
                <p14:cNvContentPartPr/>
                <p14:nvPr/>
              </p14:nvContentPartPr>
              <p14:xfrm>
                <a:off x="2799115" y="4642220"/>
                <a:ext cx="621720" cy="608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107AAF-DE7B-9C21-83E0-11DCD75846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90475" y="4633220"/>
                  <a:ext cx="63936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7A06E2-C375-08D7-A96F-1EEEA8C142D8}"/>
                    </a:ext>
                  </a:extLst>
                </p14:cNvPr>
                <p14:cNvContentPartPr/>
                <p14:nvPr/>
              </p14:nvContentPartPr>
              <p14:xfrm>
                <a:off x="8591875" y="2979380"/>
                <a:ext cx="1512720" cy="156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7A06E2-C375-08D7-A96F-1EEEA8C142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83235" y="2970740"/>
                  <a:ext cx="1530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D8C1E1-00B1-7B20-B978-4C64ED86A5B1}"/>
                    </a:ext>
                  </a:extLst>
                </p14:cNvPr>
                <p14:cNvContentPartPr/>
                <p14:nvPr/>
              </p14:nvContentPartPr>
              <p14:xfrm>
                <a:off x="8465515" y="2819180"/>
                <a:ext cx="468000" cy="579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D8C1E1-00B1-7B20-B978-4C64ED86A5B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56515" y="2810180"/>
                  <a:ext cx="4856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E0F635E-9840-8490-F896-F916B55150ED}"/>
                    </a:ext>
                  </a:extLst>
                </p14:cNvPr>
                <p14:cNvContentPartPr/>
                <p14:nvPr/>
              </p14:nvContentPartPr>
              <p14:xfrm>
                <a:off x="9748555" y="1837820"/>
                <a:ext cx="87120" cy="115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E0F635E-9840-8490-F896-F916B55150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39555" y="1829180"/>
                  <a:ext cx="104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960138-BE99-2AAA-2F01-233797DA5B8A}"/>
                    </a:ext>
                  </a:extLst>
                </p14:cNvPr>
                <p14:cNvContentPartPr/>
                <p14:nvPr/>
              </p14:nvContentPartPr>
              <p14:xfrm>
                <a:off x="9654595" y="1892900"/>
                <a:ext cx="949320" cy="935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960138-BE99-2AAA-2F01-233797DA5B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45955" y="1883900"/>
                  <a:ext cx="96696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B855AD-D4D3-CAA7-8671-613B83A468FE}"/>
                    </a:ext>
                  </a:extLst>
                </p14:cNvPr>
                <p14:cNvContentPartPr/>
                <p14:nvPr/>
              </p14:nvContentPartPr>
              <p14:xfrm>
                <a:off x="10541635" y="1910540"/>
                <a:ext cx="812160" cy="583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B855AD-D4D3-CAA7-8671-613B83A468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32635" y="1901900"/>
                  <a:ext cx="82980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960B02-B839-0181-C902-8270964AAE2F}"/>
                    </a:ext>
                  </a:extLst>
                </p14:cNvPr>
                <p14:cNvContentPartPr/>
                <p14:nvPr/>
              </p14:nvContentPartPr>
              <p14:xfrm>
                <a:off x="11479075" y="1468820"/>
                <a:ext cx="109800" cy="513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960B02-B839-0181-C902-8270964AAE2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70075" y="1460180"/>
                  <a:ext cx="12744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01DE6C-91B4-7805-947B-18375BCCE6CF}"/>
                    </a:ext>
                  </a:extLst>
                </p14:cNvPr>
                <p14:cNvContentPartPr/>
                <p14:nvPr/>
              </p14:nvContentPartPr>
              <p14:xfrm>
                <a:off x="11752315" y="1579700"/>
                <a:ext cx="30240" cy="298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01DE6C-91B4-7805-947B-18375BCCE6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743675" y="1570700"/>
                  <a:ext cx="478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4E61E46-F26E-46F0-587C-5752FA86EA21}"/>
                    </a:ext>
                  </a:extLst>
                </p14:cNvPr>
                <p14:cNvContentPartPr/>
                <p14:nvPr/>
              </p14:nvContentPartPr>
              <p14:xfrm>
                <a:off x="11861035" y="1633340"/>
                <a:ext cx="168120" cy="74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4E61E46-F26E-46F0-587C-5752FA86EA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852035" y="1624700"/>
                  <a:ext cx="185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828F5C-D102-583A-85E6-D64B964F4706}"/>
                    </a:ext>
                  </a:extLst>
                </p14:cNvPr>
                <p14:cNvContentPartPr/>
                <p14:nvPr/>
              </p14:nvContentPartPr>
              <p14:xfrm>
                <a:off x="12065875" y="1670780"/>
                <a:ext cx="86040" cy="133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828F5C-D102-583A-85E6-D64B964F470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056875" y="1661780"/>
                  <a:ext cx="103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256936F-7B7C-CF77-D20F-B7505F223D44}"/>
                    </a:ext>
                  </a:extLst>
                </p14:cNvPr>
                <p14:cNvContentPartPr/>
                <p14:nvPr/>
              </p14:nvContentPartPr>
              <p14:xfrm>
                <a:off x="10203595" y="2712620"/>
                <a:ext cx="1096200" cy="520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256936F-7B7C-CF77-D20F-B7505F223D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94955" y="2703620"/>
                  <a:ext cx="11138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B0F6F2-679E-4303-7400-12A279FA6C8A}"/>
                    </a:ext>
                  </a:extLst>
                </p14:cNvPr>
                <p14:cNvContentPartPr/>
                <p14:nvPr/>
              </p14:nvContentPartPr>
              <p14:xfrm>
                <a:off x="11481235" y="2202500"/>
                <a:ext cx="489600" cy="365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B0F6F2-679E-4303-7400-12A279FA6C8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72595" y="2193500"/>
                  <a:ext cx="5072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3A3D6F-163C-ABC8-1D18-1A5095EC99B9}"/>
                    </a:ext>
                  </a:extLst>
                </p14:cNvPr>
                <p14:cNvContentPartPr/>
                <p14:nvPr/>
              </p14:nvContentPartPr>
              <p14:xfrm>
                <a:off x="12063355" y="2186300"/>
                <a:ext cx="18360" cy="4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3A3D6F-163C-ABC8-1D18-1A5095EC99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054715" y="2177300"/>
                  <a:ext cx="36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25A72F6-ADF4-791D-7EA8-A81F6DC94B70}"/>
                    </a:ext>
                  </a:extLst>
                </p14:cNvPr>
                <p14:cNvContentPartPr/>
                <p14:nvPr/>
              </p14:nvContentPartPr>
              <p14:xfrm>
                <a:off x="6223075" y="5756060"/>
                <a:ext cx="92520" cy="843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25A72F6-ADF4-791D-7EA8-A81F6DC94B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14435" y="5747420"/>
                  <a:ext cx="110160" cy="8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B99AFA1-276C-E8F1-6C0C-0434D1B57A24}"/>
                    </a:ext>
                  </a:extLst>
                </p14:cNvPr>
                <p14:cNvContentPartPr/>
                <p14:nvPr/>
              </p14:nvContentPartPr>
              <p14:xfrm>
                <a:off x="6265555" y="5346020"/>
                <a:ext cx="1547640" cy="1426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B99AFA1-276C-E8F1-6C0C-0434D1B57A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56915" y="5337020"/>
                  <a:ext cx="1565280" cy="14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ED6B79-FEFA-9EBB-AD24-CE7731549FEB}"/>
                    </a:ext>
                  </a:extLst>
                </p14:cNvPr>
                <p14:cNvContentPartPr/>
                <p14:nvPr/>
              </p14:nvContentPartPr>
              <p14:xfrm>
                <a:off x="8313595" y="5385260"/>
                <a:ext cx="113760" cy="716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ED6B79-FEFA-9EBB-AD24-CE7731549F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04595" y="5376260"/>
                  <a:ext cx="13140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AB5B83F-DB9C-7F03-C0FC-33D77550EEFE}"/>
                    </a:ext>
                  </a:extLst>
                </p14:cNvPr>
                <p14:cNvContentPartPr/>
                <p14:nvPr/>
              </p14:nvContentPartPr>
              <p14:xfrm>
                <a:off x="7993915" y="4914380"/>
                <a:ext cx="1327680" cy="1436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AB5B83F-DB9C-7F03-C0FC-33D77550EE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84915" y="4905380"/>
                  <a:ext cx="1345320" cy="14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4555E2-20F7-7F98-66C3-EE3451C3584C}"/>
                    </a:ext>
                  </a:extLst>
                </p14:cNvPr>
                <p14:cNvContentPartPr/>
                <p14:nvPr/>
              </p14:nvContentPartPr>
              <p14:xfrm>
                <a:off x="8127835" y="4068020"/>
                <a:ext cx="1830600" cy="9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4555E2-20F7-7F98-66C3-EE3451C358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18835" y="4059020"/>
                  <a:ext cx="1848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B8A203-A0E2-E9DE-CDE0-C3116E979015}"/>
                    </a:ext>
                  </a:extLst>
                </p14:cNvPr>
                <p14:cNvContentPartPr/>
                <p14:nvPr/>
              </p14:nvContentPartPr>
              <p14:xfrm>
                <a:off x="7596115" y="3942020"/>
                <a:ext cx="666720" cy="367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B8A203-A0E2-E9DE-CDE0-C3116E9790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87475" y="3933380"/>
                  <a:ext cx="684360" cy="38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985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546FFB7-3422-0D25-4556-CB74136063EE}"/>
              </a:ext>
            </a:extLst>
          </p:cNvPr>
          <p:cNvGrpSpPr/>
          <p:nvPr/>
        </p:nvGrpSpPr>
        <p:grpSpPr>
          <a:xfrm>
            <a:off x="3725755" y="1274420"/>
            <a:ext cx="3098880" cy="1252800"/>
            <a:chOff x="3725755" y="1274420"/>
            <a:chExt cx="3098880" cy="12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9669601-4727-9C00-40C0-D3C456501998}"/>
                    </a:ext>
                  </a:extLst>
                </p14:cNvPr>
                <p14:cNvContentPartPr/>
                <p14:nvPr/>
              </p14:nvContentPartPr>
              <p14:xfrm>
                <a:off x="3725755" y="1433900"/>
                <a:ext cx="60840" cy="808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9669601-4727-9C00-40C0-D3C4565019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17115" y="1424900"/>
                  <a:ext cx="784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743CC8-F690-A7F2-2896-7ADD1BC594EA}"/>
                    </a:ext>
                  </a:extLst>
                </p14:cNvPr>
                <p14:cNvContentPartPr/>
                <p14:nvPr/>
              </p14:nvContentPartPr>
              <p14:xfrm>
                <a:off x="3780475" y="1281260"/>
                <a:ext cx="1428480" cy="150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743CC8-F690-A7F2-2896-7ADD1BC594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71475" y="1272260"/>
                  <a:ext cx="1446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99EA06-990E-4D0D-4765-6E36F2958A2E}"/>
                    </a:ext>
                  </a:extLst>
                </p14:cNvPr>
                <p14:cNvContentPartPr/>
                <p14:nvPr/>
              </p14:nvContentPartPr>
              <p14:xfrm>
                <a:off x="3763915" y="2137340"/>
                <a:ext cx="1417320" cy="14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99EA06-990E-4D0D-4765-6E36F2958A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54915" y="2128700"/>
                  <a:ext cx="1434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DFB4E01-6AF4-32D8-56C3-C34C29A547A7}"/>
                    </a:ext>
                  </a:extLst>
                </p14:cNvPr>
                <p14:cNvContentPartPr/>
                <p14:nvPr/>
              </p14:nvContentPartPr>
              <p14:xfrm>
                <a:off x="4951555" y="1274420"/>
                <a:ext cx="272880" cy="1252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DFB4E01-6AF4-32D8-56C3-C34C29A547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42915" y="1265780"/>
                  <a:ext cx="290520" cy="12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67527C-571A-9CE9-8EE2-206FFB930329}"/>
                    </a:ext>
                  </a:extLst>
                </p14:cNvPr>
                <p14:cNvContentPartPr/>
                <p14:nvPr/>
              </p14:nvContentPartPr>
              <p14:xfrm>
                <a:off x="5560675" y="1633700"/>
                <a:ext cx="1095120" cy="67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67527C-571A-9CE9-8EE2-206FFB9303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51675" y="1625060"/>
                  <a:ext cx="1112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81DAF3-90B7-2EE5-E8D5-A0D4622657B9}"/>
                    </a:ext>
                  </a:extLst>
                </p14:cNvPr>
                <p14:cNvContentPartPr/>
                <p14:nvPr/>
              </p14:nvContentPartPr>
              <p14:xfrm>
                <a:off x="6444475" y="1423460"/>
                <a:ext cx="380160" cy="590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81DAF3-90B7-2EE5-E8D5-A0D4622657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35475" y="1414460"/>
                  <a:ext cx="397800" cy="60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9BB8F57-F369-97F6-36A9-E4B6A50F0E57}"/>
              </a:ext>
            </a:extLst>
          </p:cNvPr>
          <p:cNvGrpSpPr/>
          <p:nvPr/>
        </p:nvGrpSpPr>
        <p:grpSpPr>
          <a:xfrm>
            <a:off x="7523395" y="516620"/>
            <a:ext cx="2880360" cy="5358600"/>
            <a:chOff x="7523395" y="516620"/>
            <a:chExt cx="2880360" cy="535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EBFC292-AE14-7009-E7FC-BF35282102BD}"/>
                    </a:ext>
                  </a:extLst>
                </p14:cNvPr>
                <p14:cNvContentPartPr/>
                <p14:nvPr/>
              </p14:nvContentPartPr>
              <p14:xfrm>
                <a:off x="7523395" y="1112060"/>
                <a:ext cx="458640" cy="83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EBFC292-AE14-7009-E7FC-BF35282102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14755" y="1103060"/>
                  <a:ext cx="47628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3756D98-FEDC-E907-2B68-2047DB2BAFC0}"/>
                    </a:ext>
                  </a:extLst>
                </p14:cNvPr>
                <p14:cNvContentPartPr/>
                <p14:nvPr/>
              </p14:nvContentPartPr>
              <p14:xfrm>
                <a:off x="8409715" y="927740"/>
                <a:ext cx="632160" cy="804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3756D98-FEDC-E907-2B68-2047DB2BAFC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00715" y="919100"/>
                  <a:ext cx="6498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4FD003-F813-FD24-BB3B-47A782ACC91B}"/>
                    </a:ext>
                  </a:extLst>
                </p14:cNvPr>
                <p14:cNvContentPartPr/>
                <p14:nvPr/>
              </p14:nvContentPartPr>
              <p14:xfrm>
                <a:off x="7867195" y="2731700"/>
                <a:ext cx="425880" cy="792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B4FD003-F813-FD24-BB3B-47A782ACC9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58555" y="2722700"/>
                  <a:ext cx="44352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7F9024-D81F-604E-8FE5-30900B0939FC}"/>
                    </a:ext>
                  </a:extLst>
                </p14:cNvPr>
                <p14:cNvContentPartPr/>
                <p14:nvPr/>
              </p14:nvContentPartPr>
              <p14:xfrm>
                <a:off x="8775835" y="2489060"/>
                <a:ext cx="513000" cy="97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7F9024-D81F-604E-8FE5-30900B0939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67195" y="2480060"/>
                  <a:ext cx="530640" cy="9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ECE41E-5FD9-DA18-0CF4-429FD967FADB}"/>
                    </a:ext>
                  </a:extLst>
                </p14:cNvPr>
                <p14:cNvContentPartPr/>
                <p14:nvPr/>
              </p14:nvContentPartPr>
              <p14:xfrm>
                <a:off x="8248795" y="4566260"/>
                <a:ext cx="356040" cy="880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ECE41E-5FD9-DA18-0CF4-429FD967FAD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40155" y="4557260"/>
                  <a:ext cx="373680" cy="89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132C23-A321-4480-DE66-3F9084260FAF}"/>
                    </a:ext>
                  </a:extLst>
                </p14:cNvPr>
                <p14:cNvContentPartPr/>
                <p14:nvPr/>
              </p14:nvContentPartPr>
              <p14:xfrm>
                <a:off x="8623195" y="4421900"/>
                <a:ext cx="430920" cy="11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132C23-A321-4480-DE66-3F9084260F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14555" y="4412900"/>
                  <a:ext cx="448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0EA6D5-155B-711F-16C7-537238D8540B}"/>
                    </a:ext>
                  </a:extLst>
                </p14:cNvPr>
                <p14:cNvContentPartPr/>
                <p14:nvPr/>
              </p14:nvContentPartPr>
              <p14:xfrm>
                <a:off x="9408715" y="4198340"/>
                <a:ext cx="510120" cy="898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0EA6D5-155B-711F-16C7-537238D854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99715" y="4189340"/>
                  <a:ext cx="527760" cy="9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FFC8B3-B291-2038-697A-D8C1272EF564}"/>
                    </a:ext>
                  </a:extLst>
                </p14:cNvPr>
                <p14:cNvContentPartPr/>
                <p14:nvPr/>
              </p14:nvContentPartPr>
              <p14:xfrm>
                <a:off x="10306555" y="4957940"/>
                <a:ext cx="1116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FFC8B3-B291-2038-697A-D8C1272EF5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97915" y="4948940"/>
                  <a:ext cx="28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538B5C-36C2-B571-7D49-C7C7F19C5DEF}"/>
                    </a:ext>
                  </a:extLst>
                </p14:cNvPr>
                <p14:cNvContentPartPr/>
                <p14:nvPr/>
              </p14:nvContentPartPr>
              <p14:xfrm>
                <a:off x="9466315" y="516620"/>
                <a:ext cx="937440" cy="535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538B5C-36C2-B571-7D49-C7C7F19C5D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57315" y="507620"/>
                  <a:ext cx="955080" cy="53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264539F-C0BD-91BE-AFD5-9C48935D226E}"/>
                    </a:ext>
                  </a:extLst>
                </p14:cNvPr>
                <p14:cNvContentPartPr/>
                <p14:nvPr/>
              </p14:nvContentPartPr>
              <p14:xfrm>
                <a:off x="8267515" y="1869500"/>
                <a:ext cx="1384560" cy="63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264539F-C0BD-91BE-AFD5-9C48935D22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58875" y="1860500"/>
                  <a:ext cx="1402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5FE3A6-3DF4-5C34-C424-753D85AC7D54}"/>
                    </a:ext>
                  </a:extLst>
                </p14:cNvPr>
                <p14:cNvContentPartPr/>
                <p14:nvPr/>
              </p14:nvContentPartPr>
              <p14:xfrm>
                <a:off x="8457955" y="3907460"/>
                <a:ext cx="933480" cy="81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5FE3A6-3DF4-5C34-C424-753D85AC7D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49315" y="3898460"/>
                  <a:ext cx="951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F50364-3DC3-7FAF-6B52-7741F42C1E98}"/>
                    </a:ext>
                  </a:extLst>
                </p14:cNvPr>
                <p14:cNvContentPartPr/>
                <p14:nvPr/>
              </p14:nvContentPartPr>
              <p14:xfrm>
                <a:off x="9141955" y="5157380"/>
                <a:ext cx="50688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F50364-3DC3-7FAF-6B52-7741F42C1E9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32955" y="5148740"/>
                  <a:ext cx="52452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723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B523CDA-F147-268F-3502-7E977ED1E158}"/>
              </a:ext>
            </a:extLst>
          </p:cNvPr>
          <p:cNvGrpSpPr/>
          <p:nvPr/>
        </p:nvGrpSpPr>
        <p:grpSpPr>
          <a:xfrm>
            <a:off x="833515" y="503300"/>
            <a:ext cx="2239920" cy="1335960"/>
            <a:chOff x="833515" y="503300"/>
            <a:chExt cx="2239920" cy="13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B1FBC7F-07A5-65C1-7611-D6F202D97F16}"/>
                    </a:ext>
                  </a:extLst>
                </p14:cNvPr>
                <p14:cNvContentPartPr/>
                <p14:nvPr/>
              </p14:nvContentPartPr>
              <p14:xfrm>
                <a:off x="1049515" y="790580"/>
                <a:ext cx="127080" cy="522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B1FBC7F-07A5-65C1-7611-D6F202D97F1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0875" y="781940"/>
                  <a:ext cx="1447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C2EF79-BF81-D684-3C9B-C2EDB5F75A87}"/>
                    </a:ext>
                  </a:extLst>
                </p14:cNvPr>
                <p14:cNvContentPartPr/>
                <p14:nvPr/>
              </p14:nvContentPartPr>
              <p14:xfrm>
                <a:off x="1156435" y="813260"/>
                <a:ext cx="307080" cy="438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C2EF79-BF81-D684-3C9B-C2EDB5F75A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7435" y="804620"/>
                  <a:ext cx="3247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B21E41-D641-48AE-F4FF-0C2C6ACD4B4E}"/>
                    </a:ext>
                  </a:extLst>
                </p14:cNvPr>
                <p14:cNvContentPartPr/>
                <p14:nvPr/>
              </p14:nvContentPartPr>
              <p14:xfrm>
                <a:off x="1635595" y="881660"/>
                <a:ext cx="51120" cy="32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B21E41-D641-48AE-F4FF-0C2C6ACD4B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6955" y="873020"/>
                  <a:ext cx="68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ED63EF-6C4B-B008-5674-2CBF5D18C5EF}"/>
                    </a:ext>
                  </a:extLst>
                </p14:cNvPr>
                <p14:cNvContentPartPr/>
                <p14:nvPr/>
              </p14:nvContentPartPr>
              <p14:xfrm>
                <a:off x="1476475" y="765740"/>
                <a:ext cx="230760" cy="170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ED63EF-6C4B-B008-5674-2CBF5D18C5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7835" y="756740"/>
                  <a:ext cx="248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685670-2900-3AD5-649F-332C6E5DCDEB}"/>
                    </a:ext>
                  </a:extLst>
                </p14:cNvPr>
                <p14:cNvContentPartPr/>
                <p14:nvPr/>
              </p14:nvContentPartPr>
              <p14:xfrm>
                <a:off x="1900915" y="503300"/>
                <a:ext cx="1172520" cy="680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685670-2900-3AD5-649F-332C6E5DCD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92275" y="494660"/>
                  <a:ext cx="119016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3D81C8-8684-773F-A4BE-A18E42108CA2}"/>
                    </a:ext>
                  </a:extLst>
                </p14:cNvPr>
                <p14:cNvContentPartPr/>
                <p14:nvPr/>
              </p14:nvContentPartPr>
              <p14:xfrm>
                <a:off x="833515" y="1234100"/>
                <a:ext cx="2169000" cy="605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3D81C8-8684-773F-A4BE-A18E42108C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4875" y="1225460"/>
                  <a:ext cx="2186640" cy="62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91E630-15D5-C7F5-214D-98D398D822B0}"/>
              </a:ext>
            </a:extLst>
          </p:cNvPr>
          <p:cNvGrpSpPr/>
          <p:nvPr/>
        </p:nvGrpSpPr>
        <p:grpSpPr>
          <a:xfrm>
            <a:off x="4740595" y="438860"/>
            <a:ext cx="6832440" cy="2174400"/>
            <a:chOff x="4740595" y="438860"/>
            <a:chExt cx="6832440" cy="21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B0D28D-02E3-8F3A-60F4-280CBBDDEA24}"/>
                    </a:ext>
                  </a:extLst>
                </p14:cNvPr>
                <p14:cNvContentPartPr/>
                <p14:nvPr/>
              </p14:nvContentPartPr>
              <p14:xfrm>
                <a:off x="4740595" y="1063100"/>
                <a:ext cx="1062360" cy="379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B0D28D-02E3-8F3A-60F4-280CBBDDEA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31955" y="1054460"/>
                  <a:ext cx="10800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36DB7A-CB02-66E0-8156-CF1A0945165E}"/>
                    </a:ext>
                  </a:extLst>
                </p14:cNvPr>
                <p14:cNvContentPartPr/>
                <p14:nvPr/>
              </p14:nvContentPartPr>
              <p14:xfrm>
                <a:off x="5284555" y="1407980"/>
                <a:ext cx="46080" cy="484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36DB7A-CB02-66E0-8156-CF1A094516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75555" y="1399340"/>
                  <a:ext cx="6372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B67CE2-C782-58B7-571E-DCB5792ECAB9}"/>
                    </a:ext>
                  </a:extLst>
                </p14:cNvPr>
                <p14:cNvContentPartPr/>
                <p14:nvPr/>
              </p14:nvContentPartPr>
              <p14:xfrm>
                <a:off x="5752195" y="1759700"/>
                <a:ext cx="29160" cy="13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B67CE2-C782-58B7-571E-DCB5792ECA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3555" y="1751060"/>
                  <a:ext cx="46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FE259C-20EC-8083-4BE2-A6745562E819}"/>
                    </a:ext>
                  </a:extLst>
                </p14:cNvPr>
                <p14:cNvContentPartPr/>
                <p14:nvPr/>
              </p14:nvContentPartPr>
              <p14:xfrm>
                <a:off x="5822395" y="1463420"/>
                <a:ext cx="23400" cy="37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FE259C-20EC-8083-4BE2-A6745562E8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13395" y="1454780"/>
                  <a:ext cx="4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DA6457-2C9C-3A7A-632E-B5E8328B3BD8}"/>
                    </a:ext>
                  </a:extLst>
                </p14:cNvPr>
                <p14:cNvContentPartPr/>
                <p14:nvPr/>
              </p14:nvContentPartPr>
              <p14:xfrm>
                <a:off x="5987275" y="1671860"/>
                <a:ext cx="447840" cy="47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DA6457-2C9C-3A7A-632E-B5E8328B3B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78635" y="1663220"/>
                  <a:ext cx="465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A4188E-5C6A-20BB-434E-877420D2149A}"/>
                    </a:ext>
                  </a:extLst>
                </p14:cNvPr>
                <p14:cNvContentPartPr/>
                <p14:nvPr/>
              </p14:nvContentPartPr>
              <p14:xfrm>
                <a:off x="7065475" y="1026020"/>
                <a:ext cx="378000" cy="64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A4188E-5C6A-20BB-434E-877420D2149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56475" y="1017380"/>
                  <a:ext cx="3956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43918B-E17C-D578-DB93-4D3A4DC5707B}"/>
                    </a:ext>
                  </a:extLst>
                </p14:cNvPr>
                <p14:cNvContentPartPr/>
                <p14:nvPr/>
              </p14:nvContentPartPr>
              <p14:xfrm>
                <a:off x="7655155" y="1281980"/>
                <a:ext cx="158400" cy="275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43918B-E17C-D578-DB93-4D3A4DC570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46155" y="1273340"/>
                  <a:ext cx="176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E3FB35-DE0D-77B1-01CA-666E5F77A497}"/>
                    </a:ext>
                  </a:extLst>
                </p14:cNvPr>
                <p14:cNvContentPartPr/>
                <p14:nvPr/>
              </p14:nvContentPartPr>
              <p14:xfrm>
                <a:off x="7872235" y="1176860"/>
                <a:ext cx="259560" cy="22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E3FB35-DE0D-77B1-01CA-666E5F77A4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63235" y="1168220"/>
                  <a:ext cx="277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BF4660-AEDC-9FCE-CE7F-0CCAFC83F15B}"/>
                    </a:ext>
                  </a:extLst>
                </p14:cNvPr>
                <p14:cNvContentPartPr/>
                <p14:nvPr/>
              </p14:nvContentPartPr>
              <p14:xfrm>
                <a:off x="8214955" y="967340"/>
                <a:ext cx="1091160" cy="34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BF4660-AEDC-9FCE-CE7F-0CCAFC83F1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6315" y="958700"/>
                  <a:ext cx="11088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EA7A38-C0AC-93C0-E71B-F749B2DFB218}"/>
                    </a:ext>
                  </a:extLst>
                </p14:cNvPr>
                <p14:cNvContentPartPr/>
                <p14:nvPr/>
              </p14:nvContentPartPr>
              <p14:xfrm>
                <a:off x="10152835" y="438860"/>
                <a:ext cx="403560" cy="844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EA7A38-C0AC-93C0-E71B-F749B2DFB2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44195" y="430220"/>
                  <a:ext cx="42120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EC1A66-45CF-F444-AB12-258A0B2978D0}"/>
                    </a:ext>
                  </a:extLst>
                </p14:cNvPr>
                <p14:cNvContentPartPr/>
                <p14:nvPr/>
              </p14:nvContentPartPr>
              <p14:xfrm>
                <a:off x="10696075" y="809300"/>
                <a:ext cx="487440" cy="166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EC1A66-45CF-F444-AB12-258A0B2978D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87435" y="800300"/>
                  <a:ext cx="505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DDAC043-BE47-F4B6-074B-C61EE053447D}"/>
                    </a:ext>
                  </a:extLst>
                </p14:cNvPr>
                <p14:cNvContentPartPr/>
                <p14:nvPr/>
              </p14:nvContentPartPr>
              <p14:xfrm>
                <a:off x="11460715" y="652700"/>
                <a:ext cx="112320" cy="80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DDAC043-BE47-F4B6-074B-C61EE05344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51715" y="644060"/>
                  <a:ext cx="129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6D2860-94ED-F775-01D2-5D68E64B0CB4}"/>
                    </a:ext>
                  </a:extLst>
                </p14:cNvPr>
                <p14:cNvContentPartPr/>
                <p14:nvPr/>
              </p14:nvContentPartPr>
              <p14:xfrm>
                <a:off x="6043075" y="1576460"/>
                <a:ext cx="4961880" cy="1036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6D2860-94ED-F775-01D2-5D68E64B0C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34075" y="1567460"/>
                  <a:ext cx="4979520" cy="10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FD67CE-6634-1331-924F-BFB6A35E6095}"/>
              </a:ext>
            </a:extLst>
          </p:cNvPr>
          <p:cNvGrpSpPr/>
          <p:nvPr/>
        </p:nvGrpSpPr>
        <p:grpSpPr>
          <a:xfrm>
            <a:off x="7211275" y="2319860"/>
            <a:ext cx="2050200" cy="1979640"/>
            <a:chOff x="7211275" y="2319860"/>
            <a:chExt cx="2050200" cy="19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0D4FA7-FF99-70CA-5053-6A2C2FD089A2}"/>
                    </a:ext>
                  </a:extLst>
                </p14:cNvPr>
                <p14:cNvContentPartPr/>
                <p14:nvPr/>
              </p14:nvContentPartPr>
              <p14:xfrm>
                <a:off x="7753075" y="2733140"/>
                <a:ext cx="81000" cy="130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0D4FA7-FF99-70CA-5053-6A2C2FD089A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44075" y="2724500"/>
                  <a:ext cx="98640" cy="13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C5B0FB-78FE-B0C9-EF9C-E53993324C8C}"/>
                    </a:ext>
                  </a:extLst>
                </p14:cNvPr>
                <p14:cNvContentPartPr/>
                <p14:nvPr/>
              </p14:nvContentPartPr>
              <p14:xfrm>
                <a:off x="7211275" y="2563940"/>
                <a:ext cx="1935720" cy="1735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C5B0FB-78FE-B0C9-EF9C-E53993324C8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02635" y="2555300"/>
                  <a:ext cx="1953360" cy="175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6DF3F1-09B3-A04D-D5AB-C9ABD38E80DA}"/>
                    </a:ext>
                  </a:extLst>
                </p14:cNvPr>
                <p14:cNvContentPartPr/>
                <p14:nvPr/>
              </p14:nvContentPartPr>
              <p14:xfrm>
                <a:off x="7914355" y="2428940"/>
                <a:ext cx="27000" cy="287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6DF3F1-09B3-A04D-D5AB-C9ABD38E80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05355" y="2419940"/>
                  <a:ext cx="44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845699-F69C-03D5-11CE-5B71836D51F3}"/>
                    </a:ext>
                  </a:extLst>
                </p14:cNvPr>
                <p14:cNvContentPartPr/>
                <p14:nvPr/>
              </p14:nvContentPartPr>
              <p14:xfrm>
                <a:off x="7965475" y="2419940"/>
                <a:ext cx="198720" cy="17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845699-F69C-03D5-11CE-5B71836D51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56475" y="2411300"/>
                  <a:ext cx="216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CF73D1-FA55-8FF8-BA43-F7FB6AF49E22}"/>
                    </a:ext>
                  </a:extLst>
                </p14:cNvPr>
                <p14:cNvContentPartPr/>
                <p14:nvPr/>
              </p14:nvContentPartPr>
              <p14:xfrm>
                <a:off x="8325475" y="2334980"/>
                <a:ext cx="590040" cy="180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CF73D1-FA55-8FF8-BA43-F7FB6AF49E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16835" y="2325980"/>
                  <a:ext cx="607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48A586-4683-6274-C688-56E7C3EE84F1}"/>
                    </a:ext>
                  </a:extLst>
                </p14:cNvPr>
                <p14:cNvContentPartPr/>
                <p14:nvPr/>
              </p14:nvContentPartPr>
              <p14:xfrm>
                <a:off x="8982475" y="2319860"/>
                <a:ext cx="172800" cy="157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48A586-4683-6274-C688-56E7C3EE84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73835" y="2310860"/>
                  <a:ext cx="190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918198-AD84-58B9-EE15-93D33A36D13B}"/>
                    </a:ext>
                  </a:extLst>
                </p14:cNvPr>
                <p14:cNvContentPartPr/>
                <p14:nvPr/>
              </p14:nvContentPartPr>
              <p14:xfrm>
                <a:off x="9188755" y="2403380"/>
                <a:ext cx="72720" cy="46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918198-AD84-58B9-EE15-93D33A36D13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80115" y="2394380"/>
                  <a:ext cx="9036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E7AAA3-B7C2-94BB-0DF9-BAEFF60C9F3D}"/>
              </a:ext>
            </a:extLst>
          </p:cNvPr>
          <p:cNvGrpSpPr/>
          <p:nvPr/>
        </p:nvGrpSpPr>
        <p:grpSpPr>
          <a:xfrm>
            <a:off x="5065315" y="2723060"/>
            <a:ext cx="1777680" cy="1511640"/>
            <a:chOff x="5065315" y="2723060"/>
            <a:chExt cx="1777680" cy="15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DC2D42-77E4-0AB4-F55B-AB51172528CE}"/>
                    </a:ext>
                  </a:extLst>
                </p14:cNvPr>
                <p14:cNvContentPartPr/>
                <p14:nvPr/>
              </p14:nvContentPartPr>
              <p14:xfrm>
                <a:off x="5065315" y="3215180"/>
                <a:ext cx="284760" cy="1019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DC2D42-77E4-0AB4-F55B-AB51172528C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56315" y="3206180"/>
                  <a:ext cx="302400" cy="10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33852D-DE91-0573-5780-60C952488FED}"/>
                    </a:ext>
                  </a:extLst>
                </p14:cNvPr>
                <p14:cNvContentPartPr/>
                <p14:nvPr/>
              </p14:nvContentPartPr>
              <p14:xfrm>
                <a:off x="5160355" y="2766980"/>
                <a:ext cx="1682640" cy="1396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33852D-DE91-0573-5780-60C952488F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51355" y="2757980"/>
                  <a:ext cx="1700280" cy="14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C69CEE-22D3-F379-43FE-EA290E3D5E70}"/>
                    </a:ext>
                  </a:extLst>
                </p14:cNvPr>
                <p14:cNvContentPartPr/>
                <p14:nvPr/>
              </p14:nvContentPartPr>
              <p14:xfrm>
                <a:off x="5306875" y="2852660"/>
                <a:ext cx="34560" cy="22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C69CEE-22D3-F379-43FE-EA290E3D5E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98235" y="2843660"/>
                  <a:ext cx="52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C4926F-390A-7E5B-370D-5BD368EBD480}"/>
                    </a:ext>
                  </a:extLst>
                </p14:cNvPr>
                <p14:cNvContentPartPr/>
                <p14:nvPr/>
              </p14:nvContentPartPr>
              <p14:xfrm>
                <a:off x="5397595" y="2723060"/>
                <a:ext cx="119880" cy="263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C4926F-390A-7E5B-370D-5BD368EBD4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88955" y="2714060"/>
                  <a:ext cx="13752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688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500FAF-A2F8-D3A7-3879-9133C6E1A75B}"/>
              </a:ext>
            </a:extLst>
          </p:cNvPr>
          <p:cNvSpPr txBox="1"/>
          <p:nvPr/>
        </p:nvSpPr>
        <p:spPr>
          <a:xfrm>
            <a:off x="685801" y="19214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build -t welcome-app 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4B7196-F55D-5BF0-201F-6927FCAFCB70}"/>
              </a:ext>
            </a:extLst>
          </p:cNvPr>
          <p:cNvGrpSpPr/>
          <p:nvPr/>
        </p:nvGrpSpPr>
        <p:grpSpPr>
          <a:xfrm>
            <a:off x="4537195" y="1419140"/>
            <a:ext cx="1974240" cy="965160"/>
            <a:chOff x="4537195" y="1419140"/>
            <a:chExt cx="1974240" cy="96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0E4CD8-AED5-D4FE-A6F2-6B996E076A58}"/>
                    </a:ext>
                  </a:extLst>
                </p14:cNvPr>
                <p14:cNvContentPartPr/>
                <p14:nvPr/>
              </p14:nvContentPartPr>
              <p14:xfrm>
                <a:off x="4537195" y="1740260"/>
                <a:ext cx="467640" cy="644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0E4CD8-AED5-D4FE-A6F2-6B996E076A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28555" y="1731260"/>
                  <a:ext cx="4852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13A2F3-758E-03C6-4E30-FB6687F756DA}"/>
                    </a:ext>
                  </a:extLst>
                </p14:cNvPr>
                <p14:cNvContentPartPr/>
                <p14:nvPr/>
              </p14:nvContentPartPr>
              <p14:xfrm>
                <a:off x="5116795" y="1800740"/>
                <a:ext cx="579960" cy="467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13A2F3-758E-03C6-4E30-FB6687F756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8155" y="1792100"/>
                  <a:ext cx="5976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321ABA-6D2F-B583-5192-C83F18526789}"/>
                    </a:ext>
                  </a:extLst>
                </p14:cNvPr>
                <p14:cNvContentPartPr/>
                <p14:nvPr/>
              </p14:nvContentPartPr>
              <p14:xfrm>
                <a:off x="5741395" y="1419140"/>
                <a:ext cx="101520" cy="48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321ABA-6D2F-B583-5192-C83F185267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32755" y="1410140"/>
                  <a:ext cx="119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006904-2A68-F0D4-5BA3-DBB92ABB8997}"/>
                    </a:ext>
                  </a:extLst>
                </p14:cNvPr>
                <p14:cNvContentPartPr/>
                <p14:nvPr/>
              </p14:nvContentPartPr>
              <p14:xfrm>
                <a:off x="6060715" y="1531820"/>
                <a:ext cx="87480" cy="669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006904-2A68-F0D4-5BA3-DBB92ABB899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51715" y="1523180"/>
                  <a:ext cx="10512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1982EF-36DC-4B20-421D-2F320FCC94DC}"/>
                    </a:ext>
                  </a:extLst>
                </p14:cNvPr>
                <p14:cNvContentPartPr/>
                <p14:nvPr/>
              </p14:nvContentPartPr>
              <p14:xfrm>
                <a:off x="6293635" y="1703900"/>
                <a:ext cx="217800" cy="349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1982EF-36DC-4B20-421D-2F320FCC94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84995" y="1695260"/>
                  <a:ext cx="235440" cy="3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B41CC4D-C4FE-7CAE-1FA8-1DF115E71B27}"/>
                  </a:ext>
                </a:extLst>
              </p14:cNvPr>
              <p14:cNvContentPartPr/>
              <p14:nvPr/>
            </p14:nvContentPartPr>
            <p14:xfrm>
              <a:off x="7315315" y="1533620"/>
              <a:ext cx="385920" cy="233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B41CC4D-C4FE-7CAE-1FA8-1DF115E71B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06315" y="1524620"/>
                <a:ext cx="40356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475DA90-1274-5364-EDC8-AF5628F91589}"/>
              </a:ext>
            </a:extLst>
          </p:cNvPr>
          <p:cNvGrpSpPr/>
          <p:nvPr/>
        </p:nvGrpSpPr>
        <p:grpSpPr>
          <a:xfrm>
            <a:off x="8114515" y="802460"/>
            <a:ext cx="3312360" cy="799920"/>
            <a:chOff x="8114515" y="802460"/>
            <a:chExt cx="3312360" cy="79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2BD263-63A3-3552-EED3-D88211467B67}"/>
                    </a:ext>
                  </a:extLst>
                </p14:cNvPr>
                <p14:cNvContentPartPr/>
                <p14:nvPr/>
              </p14:nvContentPartPr>
              <p14:xfrm>
                <a:off x="8114515" y="1171100"/>
                <a:ext cx="541800" cy="431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2BD263-63A3-3552-EED3-D88211467B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05875" y="1162460"/>
                  <a:ext cx="5594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AE75876-DC83-E866-BDD9-8B5D04A4EFEA}"/>
                    </a:ext>
                  </a:extLst>
                </p14:cNvPr>
                <p14:cNvContentPartPr/>
                <p14:nvPr/>
              </p14:nvContentPartPr>
              <p14:xfrm>
                <a:off x="8824795" y="1363700"/>
                <a:ext cx="287280" cy="20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AE75876-DC83-E866-BDD9-8B5D04A4EF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15795" y="1354700"/>
                  <a:ext cx="304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960029-FF3C-A2C1-614B-41A7CCB85988}"/>
                    </a:ext>
                  </a:extLst>
                </p14:cNvPr>
                <p14:cNvContentPartPr/>
                <p14:nvPr/>
              </p14:nvContentPartPr>
              <p14:xfrm>
                <a:off x="9403315" y="963020"/>
                <a:ext cx="64440" cy="47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960029-FF3C-A2C1-614B-41A7CCB859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94675" y="954380"/>
                  <a:ext cx="820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242902-4AD5-9055-84DC-3251E8B63CD7}"/>
                    </a:ext>
                  </a:extLst>
                </p14:cNvPr>
                <p14:cNvContentPartPr/>
                <p14:nvPr/>
              </p14:nvContentPartPr>
              <p14:xfrm>
                <a:off x="9360115" y="1188740"/>
                <a:ext cx="550080" cy="169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242902-4AD5-9055-84DC-3251E8B63C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51115" y="1180100"/>
                  <a:ext cx="567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317F3C0-60CA-0141-6B02-AA66394C0060}"/>
                    </a:ext>
                  </a:extLst>
                </p14:cNvPr>
                <p14:cNvContentPartPr/>
                <p14:nvPr/>
              </p14:nvContentPartPr>
              <p14:xfrm>
                <a:off x="10011355" y="915500"/>
                <a:ext cx="53280" cy="6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317F3C0-60CA-0141-6B02-AA66394C00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02355" y="906500"/>
                  <a:ext cx="70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BCD9C0-8A0F-0C4A-4086-22E82EDDFEED}"/>
                    </a:ext>
                  </a:extLst>
                </p14:cNvPr>
                <p14:cNvContentPartPr/>
                <p14:nvPr/>
              </p14:nvContentPartPr>
              <p14:xfrm>
                <a:off x="10071835" y="982820"/>
                <a:ext cx="82080" cy="345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BCD9C0-8A0F-0C4A-4086-22E82EDDFE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63195" y="973820"/>
                  <a:ext cx="997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F2D1D8-39C4-1D6B-8AC8-48AE142991EA}"/>
                    </a:ext>
                  </a:extLst>
                </p14:cNvPr>
                <p14:cNvContentPartPr/>
                <p14:nvPr/>
              </p14:nvContentPartPr>
              <p14:xfrm>
                <a:off x="10275235" y="906140"/>
                <a:ext cx="704520" cy="243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F2D1D8-39C4-1D6B-8AC8-48AE142991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66595" y="897140"/>
                  <a:ext cx="722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6E6A66-2080-881B-2C5E-7C68A3BF2807}"/>
                    </a:ext>
                  </a:extLst>
                </p14:cNvPr>
                <p14:cNvContentPartPr/>
                <p14:nvPr/>
              </p14:nvContentPartPr>
              <p14:xfrm>
                <a:off x="11128795" y="802460"/>
                <a:ext cx="298080" cy="351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6E6A66-2080-881B-2C5E-7C68A3BF28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20155" y="793820"/>
                  <a:ext cx="315720" cy="368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F300962-2240-6FEB-9E26-839E71883FE0}"/>
              </a:ext>
            </a:extLst>
          </p:cNvPr>
          <p:cNvSpPr txBox="1"/>
          <p:nvPr/>
        </p:nvSpPr>
        <p:spPr>
          <a:xfrm>
            <a:off x="277394" y="543886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run -p 5000:5000 welcome-app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D467E73-42F1-7A60-4E92-6D21C4762E3C}"/>
                  </a:ext>
                </a:extLst>
              </p14:cNvPr>
              <p14:cNvContentPartPr/>
              <p14:nvPr/>
            </p14:nvContentPartPr>
            <p14:xfrm>
              <a:off x="3628915" y="3847668"/>
              <a:ext cx="38880" cy="123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D467E73-42F1-7A60-4E92-6D21C4762E3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9915" y="3839028"/>
                <a:ext cx="5652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7652209-B332-4725-BFA4-E69E5FDB6779}"/>
              </a:ext>
            </a:extLst>
          </p:cNvPr>
          <p:cNvGrpSpPr/>
          <p:nvPr/>
        </p:nvGrpSpPr>
        <p:grpSpPr>
          <a:xfrm>
            <a:off x="4274035" y="2711540"/>
            <a:ext cx="7816320" cy="3392608"/>
            <a:chOff x="4274035" y="2711540"/>
            <a:chExt cx="7816320" cy="339260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BD4113-0B27-E347-D723-D307CA78B764}"/>
                    </a:ext>
                  </a:extLst>
                </p14:cNvPr>
                <p14:cNvContentPartPr/>
                <p14:nvPr/>
              </p14:nvContentPartPr>
              <p14:xfrm>
                <a:off x="5024275" y="2799740"/>
                <a:ext cx="265320" cy="1449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BD4113-0B27-E347-D723-D307CA78B7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15635" y="2790740"/>
                  <a:ext cx="282960" cy="14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34BB6C-3D78-82F5-1874-C1C8508AFD76}"/>
                    </a:ext>
                  </a:extLst>
                </p14:cNvPr>
                <p14:cNvContentPartPr/>
                <p14:nvPr/>
              </p14:nvContentPartPr>
              <p14:xfrm>
                <a:off x="6163315" y="2971820"/>
                <a:ext cx="135360" cy="911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34BB6C-3D78-82F5-1874-C1C8508AFD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54675" y="2963180"/>
                  <a:ext cx="15300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0969AB5-E27F-F2E2-CDBB-A19313836FD0}"/>
                    </a:ext>
                  </a:extLst>
                </p14:cNvPr>
                <p14:cNvContentPartPr/>
                <p14:nvPr/>
              </p14:nvContentPartPr>
              <p14:xfrm>
                <a:off x="6188875" y="2711540"/>
                <a:ext cx="484920" cy="221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0969AB5-E27F-F2E2-CDBB-A19313836FD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79875" y="2702540"/>
                  <a:ext cx="5025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3B7D3C-5B7B-7AA5-B31C-99270A772F0F}"/>
                    </a:ext>
                  </a:extLst>
                </p14:cNvPr>
                <p14:cNvContentPartPr/>
                <p14:nvPr/>
              </p14:nvContentPartPr>
              <p14:xfrm>
                <a:off x="6151435" y="3842300"/>
                <a:ext cx="371880" cy="102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3B7D3C-5B7B-7AA5-B31C-99270A772F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42435" y="3833300"/>
                  <a:ext cx="389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A480BF2-6DE5-A28C-6932-8BB67BCB8056}"/>
                    </a:ext>
                  </a:extLst>
                </p14:cNvPr>
                <p14:cNvContentPartPr/>
                <p14:nvPr/>
              </p14:nvContentPartPr>
              <p14:xfrm>
                <a:off x="6875395" y="2937260"/>
                <a:ext cx="2210400" cy="889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A480BF2-6DE5-A28C-6932-8BB67BCB80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66395" y="2928260"/>
                  <a:ext cx="222804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0F941FA-F1BA-4B4C-6C19-0F4A9AFF641B}"/>
                    </a:ext>
                  </a:extLst>
                </p14:cNvPr>
                <p14:cNvContentPartPr/>
                <p14:nvPr/>
              </p14:nvContentPartPr>
              <p14:xfrm>
                <a:off x="9433555" y="3119420"/>
                <a:ext cx="34200" cy="31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0F941FA-F1BA-4B4C-6C19-0F4A9AFF64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24915" y="3110780"/>
                  <a:ext cx="51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D0E4BF-9403-5CED-3224-4DFE4207931C}"/>
                    </a:ext>
                  </a:extLst>
                </p14:cNvPr>
                <p14:cNvContentPartPr/>
                <p14:nvPr/>
              </p14:nvContentPartPr>
              <p14:xfrm>
                <a:off x="5952355" y="5774028"/>
                <a:ext cx="28080" cy="3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D0E4BF-9403-5CED-3224-4DFE420793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43715" y="5765028"/>
                  <a:ext cx="45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474C1C-A34E-AF3D-F9FD-F9BE6B0E712F}"/>
                    </a:ext>
                  </a:extLst>
                </p14:cNvPr>
                <p14:cNvContentPartPr/>
                <p14:nvPr/>
              </p14:nvContentPartPr>
              <p14:xfrm>
                <a:off x="4274035" y="5538588"/>
                <a:ext cx="729720" cy="189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474C1C-A34E-AF3D-F9FD-F9BE6B0E71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5035" y="5529588"/>
                  <a:ext cx="74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7E5617-E061-A739-2356-23C1CCFB5B42}"/>
                    </a:ext>
                  </a:extLst>
                </p14:cNvPr>
                <p14:cNvContentPartPr/>
                <p14:nvPr/>
              </p14:nvContentPartPr>
              <p14:xfrm>
                <a:off x="5062435" y="4898868"/>
                <a:ext cx="771480" cy="653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7E5617-E061-A739-2356-23C1CCFB5B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53795" y="4890228"/>
                  <a:ext cx="78912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417A5F-CBB6-69EB-07B8-C754EB0A3DD4}"/>
                    </a:ext>
                  </a:extLst>
                </p14:cNvPr>
                <p14:cNvContentPartPr/>
                <p14:nvPr/>
              </p14:nvContentPartPr>
              <p14:xfrm>
                <a:off x="5964235" y="5154468"/>
                <a:ext cx="225360" cy="258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417A5F-CBB6-69EB-07B8-C754EB0A3D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55235" y="5145468"/>
                  <a:ext cx="243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76C466B-E1F1-8622-3216-376972351772}"/>
                    </a:ext>
                  </a:extLst>
                </p14:cNvPr>
                <p14:cNvContentPartPr/>
                <p14:nvPr/>
              </p14:nvContentPartPr>
              <p14:xfrm>
                <a:off x="6493795" y="4831908"/>
                <a:ext cx="481320" cy="474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76C466B-E1F1-8622-3216-3769723517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85155" y="4823268"/>
                  <a:ext cx="4989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4819B1-B7CB-E170-9914-EAF9335F521A}"/>
                    </a:ext>
                  </a:extLst>
                </p14:cNvPr>
                <p14:cNvContentPartPr/>
                <p14:nvPr/>
              </p14:nvContentPartPr>
              <p14:xfrm>
                <a:off x="7087795" y="4730028"/>
                <a:ext cx="310680" cy="310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4819B1-B7CB-E170-9914-EAF9335F52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78795" y="4721028"/>
                  <a:ext cx="3283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3DA7D3-9FC5-03AF-F979-1E5FAD90E59C}"/>
                    </a:ext>
                  </a:extLst>
                </p14:cNvPr>
                <p14:cNvContentPartPr/>
                <p14:nvPr/>
              </p14:nvContentPartPr>
              <p14:xfrm>
                <a:off x="7577395" y="4726068"/>
                <a:ext cx="356760" cy="35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3DA7D3-9FC5-03AF-F979-1E5FAD90E5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68395" y="4717068"/>
                  <a:ext cx="3744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AB9C23-2245-67E5-A52B-E75D56FF4557}"/>
                    </a:ext>
                  </a:extLst>
                </p14:cNvPr>
                <p14:cNvContentPartPr/>
                <p14:nvPr/>
              </p14:nvContentPartPr>
              <p14:xfrm>
                <a:off x="8449675" y="4339788"/>
                <a:ext cx="1339920" cy="840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AB9C23-2245-67E5-A52B-E75D56FF45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41035" y="4331148"/>
                  <a:ext cx="135756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7D0F2D-1D4B-7207-B445-7D964140A49C}"/>
                    </a:ext>
                  </a:extLst>
                </p14:cNvPr>
                <p14:cNvContentPartPr/>
                <p14:nvPr/>
              </p14:nvContentPartPr>
              <p14:xfrm>
                <a:off x="9943675" y="4010388"/>
                <a:ext cx="230760" cy="398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7D0F2D-1D4B-7207-B445-7D964140A4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34675" y="4001748"/>
                  <a:ext cx="2484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8DB25B-E89D-BFE4-3A00-1328ADEF8D52}"/>
                    </a:ext>
                  </a:extLst>
                </p14:cNvPr>
                <p14:cNvContentPartPr/>
                <p14:nvPr/>
              </p14:nvContentPartPr>
              <p14:xfrm>
                <a:off x="10529035" y="3853788"/>
                <a:ext cx="548640" cy="257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8DB25B-E89D-BFE4-3A00-1328ADEF8D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20035" y="3844788"/>
                  <a:ext cx="5662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81C597C-D787-6A42-0BD8-2244B918C422}"/>
                    </a:ext>
                  </a:extLst>
                </p14:cNvPr>
                <p14:cNvContentPartPr/>
                <p14:nvPr/>
              </p14:nvContentPartPr>
              <p14:xfrm>
                <a:off x="11123395" y="3702228"/>
                <a:ext cx="16560" cy="519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81C597C-D787-6A42-0BD8-2244B918C4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14755" y="3693588"/>
                  <a:ext cx="342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7150044-EF63-FA34-062D-2A7516D48051}"/>
                    </a:ext>
                  </a:extLst>
                </p14:cNvPr>
                <p14:cNvContentPartPr/>
                <p14:nvPr/>
              </p14:nvContentPartPr>
              <p14:xfrm>
                <a:off x="11174875" y="3883668"/>
                <a:ext cx="114480" cy="190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7150044-EF63-FA34-062D-2A7516D480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165875" y="3874668"/>
                  <a:ext cx="132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6BFF6AE-51E6-EB05-8203-18D79E13AF1B}"/>
                    </a:ext>
                  </a:extLst>
                </p14:cNvPr>
                <p14:cNvContentPartPr/>
                <p14:nvPr/>
              </p14:nvContentPartPr>
              <p14:xfrm>
                <a:off x="11253715" y="3858468"/>
                <a:ext cx="117720" cy="329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6BFF6AE-51E6-EB05-8203-18D79E13AF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45075" y="3849828"/>
                  <a:ext cx="135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092AD8-34B8-9A15-7226-A5C6BFA7DD6E}"/>
                    </a:ext>
                  </a:extLst>
                </p14:cNvPr>
                <p14:cNvContentPartPr/>
                <p14:nvPr/>
              </p14:nvContentPartPr>
              <p14:xfrm>
                <a:off x="11376115" y="3891228"/>
                <a:ext cx="92880" cy="192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092AD8-34B8-9A15-7226-A5C6BFA7DD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67475" y="3882228"/>
                  <a:ext cx="110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1442317-93F8-62A1-DFE3-97F6C19ACCFB}"/>
                    </a:ext>
                  </a:extLst>
                </p14:cNvPr>
                <p14:cNvContentPartPr/>
                <p14:nvPr/>
              </p14:nvContentPartPr>
              <p14:xfrm>
                <a:off x="7818955" y="5568828"/>
                <a:ext cx="31680" cy="420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1442317-93F8-62A1-DFE3-97F6C19ACC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10315" y="5560188"/>
                  <a:ext cx="493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255A47-9DC5-C4C0-ACE5-6FAD07339951}"/>
                    </a:ext>
                  </a:extLst>
                </p14:cNvPr>
                <p14:cNvContentPartPr/>
                <p14:nvPr/>
              </p14:nvContentPartPr>
              <p14:xfrm>
                <a:off x="7965115" y="5208468"/>
                <a:ext cx="112320" cy="110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255A47-9DC5-C4C0-ACE5-6FAD0733995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56115" y="5199828"/>
                  <a:ext cx="129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01FEC2-241B-0432-945C-B5605628B35C}"/>
                    </a:ext>
                  </a:extLst>
                </p14:cNvPr>
                <p14:cNvContentPartPr/>
                <p14:nvPr/>
              </p14:nvContentPartPr>
              <p14:xfrm>
                <a:off x="8163475" y="5680068"/>
                <a:ext cx="403560" cy="19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01FEC2-241B-0432-945C-B5605628B35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54475" y="5671068"/>
                  <a:ext cx="421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280E477-392A-A29C-0453-82DD4692587B}"/>
                    </a:ext>
                  </a:extLst>
                </p14:cNvPr>
                <p14:cNvContentPartPr/>
                <p14:nvPr/>
              </p14:nvContentPartPr>
              <p14:xfrm>
                <a:off x="8961235" y="5192268"/>
                <a:ext cx="504720" cy="619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280E477-392A-A29C-0453-82DD4692587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52595" y="5183628"/>
                  <a:ext cx="52236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0B71CC-74AA-F5F8-7262-6101284E3978}"/>
                    </a:ext>
                  </a:extLst>
                </p14:cNvPr>
                <p14:cNvContentPartPr/>
                <p14:nvPr/>
              </p14:nvContentPartPr>
              <p14:xfrm>
                <a:off x="9713275" y="5028108"/>
                <a:ext cx="637200" cy="587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0B71CC-74AA-F5F8-7262-6101284E397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04635" y="5019468"/>
                  <a:ext cx="65484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B041E6-9916-E78E-6455-8A0CB6A56EA6}"/>
                    </a:ext>
                  </a:extLst>
                </p14:cNvPr>
                <p14:cNvContentPartPr/>
                <p14:nvPr/>
              </p14:nvContentPartPr>
              <p14:xfrm>
                <a:off x="10899835" y="5172108"/>
                <a:ext cx="908280" cy="296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B041E6-9916-E78E-6455-8A0CB6A56E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91195" y="5163468"/>
                  <a:ext cx="9259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24D0CFA-CE51-4DC1-AF31-76A6CF80320A}"/>
                    </a:ext>
                  </a:extLst>
                </p14:cNvPr>
                <p14:cNvContentPartPr/>
                <p14:nvPr/>
              </p14:nvContentPartPr>
              <p14:xfrm>
                <a:off x="10639555" y="5721468"/>
                <a:ext cx="627480" cy="379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24D0CFA-CE51-4DC1-AF31-76A6CF8032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30555" y="5712828"/>
                  <a:ext cx="645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FB6A38-EA9D-54D2-E693-A34EB6B53102}"/>
                    </a:ext>
                  </a:extLst>
                </p14:cNvPr>
                <p14:cNvContentPartPr/>
                <p14:nvPr/>
              </p14:nvContentPartPr>
              <p14:xfrm>
                <a:off x="11210875" y="5932428"/>
                <a:ext cx="83520" cy="171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FB6A38-EA9D-54D2-E693-A34EB6B531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02235" y="5923428"/>
                  <a:ext cx="101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6ABDA5-60AF-03EF-814F-4C8D5C6FC2CC}"/>
                    </a:ext>
                  </a:extLst>
                </p14:cNvPr>
                <p14:cNvContentPartPr/>
                <p14:nvPr/>
              </p14:nvContentPartPr>
              <p14:xfrm>
                <a:off x="11489515" y="5603748"/>
                <a:ext cx="16200" cy="94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6ABDA5-60AF-03EF-814F-4C8D5C6FC2C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480515" y="5594748"/>
                  <a:ext cx="33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BADB133-E4A1-7D05-A0E0-EFA8C75C739E}"/>
                    </a:ext>
                  </a:extLst>
                </p14:cNvPr>
                <p14:cNvContentPartPr/>
                <p14:nvPr/>
              </p14:nvContentPartPr>
              <p14:xfrm>
                <a:off x="11470795" y="5769708"/>
                <a:ext cx="567720" cy="18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BADB133-E4A1-7D05-A0E0-EFA8C75C73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462155" y="5761068"/>
                  <a:ext cx="585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E49B0B-2287-8B44-2AB8-365588AACFC6}"/>
                    </a:ext>
                  </a:extLst>
                </p14:cNvPr>
                <p14:cNvContentPartPr/>
                <p14:nvPr/>
              </p14:nvContentPartPr>
              <p14:xfrm>
                <a:off x="12075595" y="5855388"/>
                <a:ext cx="14760" cy="15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E49B0B-2287-8B44-2AB8-365588AACF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066595" y="5846388"/>
                  <a:ext cx="324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54B17C3-A465-03F0-A2DF-456013504578}"/>
              </a:ext>
            </a:extLst>
          </p:cNvPr>
          <p:cNvGrpSpPr/>
          <p:nvPr/>
        </p:nvGrpSpPr>
        <p:grpSpPr>
          <a:xfrm>
            <a:off x="1277035" y="469460"/>
            <a:ext cx="3004560" cy="1288440"/>
            <a:chOff x="1277035" y="469460"/>
            <a:chExt cx="3004560" cy="12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CDA472-DD70-CFE5-A672-3F68866A7175}"/>
                    </a:ext>
                  </a:extLst>
                </p14:cNvPr>
                <p14:cNvContentPartPr/>
                <p14:nvPr/>
              </p14:nvContentPartPr>
              <p14:xfrm>
                <a:off x="2686075" y="1656083"/>
                <a:ext cx="1440" cy="16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CDA472-DD70-CFE5-A672-3F68866A71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77075" y="1647083"/>
                  <a:ext cx="19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528703-88BA-49E0-C93E-D81ACC010DD3}"/>
                    </a:ext>
                  </a:extLst>
                </p14:cNvPr>
                <p14:cNvContentPartPr/>
                <p14:nvPr/>
              </p14:nvContentPartPr>
              <p14:xfrm>
                <a:off x="3598675" y="572420"/>
                <a:ext cx="682920" cy="1185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528703-88BA-49E0-C93E-D81ACC010D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90035" y="563780"/>
                  <a:ext cx="700560" cy="12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172A7D-47ED-458F-2879-514C7132C5AD}"/>
                    </a:ext>
                  </a:extLst>
                </p14:cNvPr>
                <p14:cNvContentPartPr/>
                <p14:nvPr/>
              </p14:nvContentPartPr>
              <p14:xfrm>
                <a:off x="3434875" y="489980"/>
                <a:ext cx="194400" cy="276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172A7D-47ED-458F-2879-514C7132C5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25875" y="481340"/>
                  <a:ext cx="212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7DADC5C-B52A-7751-8A9F-3616C2D0755B}"/>
                    </a:ext>
                  </a:extLst>
                </p14:cNvPr>
                <p14:cNvContentPartPr/>
                <p14:nvPr/>
              </p14:nvContentPartPr>
              <p14:xfrm>
                <a:off x="3736195" y="469460"/>
                <a:ext cx="241560" cy="157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7DADC5C-B52A-7751-8A9F-3616C2D0755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27555" y="460460"/>
                  <a:ext cx="259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EB8BD83-D943-DB14-0EEB-408951C4FCE1}"/>
                    </a:ext>
                  </a:extLst>
                </p14:cNvPr>
                <p14:cNvContentPartPr/>
                <p14:nvPr/>
              </p14:nvContentPartPr>
              <p14:xfrm>
                <a:off x="1277035" y="792708"/>
                <a:ext cx="2830680" cy="263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EB8BD83-D943-DB14-0EEB-408951C4FC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68395" y="784068"/>
                  <a:ext cx="284832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9BD0211-2CFE-747A-CDCC-F591A8A9604C}"/>
                  </a:ext>
                </a:extLst>
              </p14:cNvPr>
              <p14:cNvContentPartPr/>
              <p14:nvPr/>
            </p14:nvContentPartPr>
            <p14:xfrm>
              <a:off x="2275315" y="5988948"/>
              <a:ext cx="922320" cy="460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9BD0211-2CFE-747A-CDCC-F591A8A9604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266315" y="5979948"/>
                <a:ext cx="939960" cy="47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095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55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83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27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2026-03-11T07:09:41Z</dcterms:created>
  <dcterms:modified xsi:type="dcterms:W3CDTF">2026-03-12T07:45:41Z</dcterms:modified>
</cp:coreProperties>
</file>