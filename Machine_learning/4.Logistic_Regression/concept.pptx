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6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49 7757,'0'-2'222,"0"0"1,0 1 0,-1-1-1,1 0 1,0 0 0,-1 1-1,1-1 1,-1 0-1,1 1 1,-1-1 0,0 1-1,0-1 1,0 1 0,0-1-1,0 1 1,0-1-1,0 1 1,0 0 0,0 0-1,-1-1 1,1 1 0,0 0-1,-1 0 1,1 0 0,-1 1-1,0-1 1,1 0-1,-1 0 1,1 1 0,-1-1-1,0 1 1,0 0 0,1-1-1,-1 1 1,-2 0-1,1 0 1328,-20-3 651,19 2-1859,0 0-98,0 1 0,0-1 1,-1 1-1,1 0 0,-1 0 0,1 0 0,0 1 1,-1 0-1,1-1 0,0 2 0,0-1 1,0 0-1,0 1 0,0 0 0,0 0 1,0 0-1,0 0 0,1 0 0,-1 1 1,1 0-1,0 0 0,-1 0 0,1 0 1,1 0-1,-1 1 0,0-1 0,1 1 1,0 0-1,0-1 0,0 1 0,0 0 0,1 0 1,-1 1-1,1-1 0,0 0 0,0 0 1,1 1-1,-1-1 0,1 7 0,3 69 514,15 81 0,-9-98-219,-2 1 1,-5 121-1,-38 217-539,-24 365 0,59-625 0,25 229 0,-9-263 0,43 164 0,-26-162 0,-22-92 0,-9-18 0,0 0 0,0 0 0,-1 0 0,1 0 0,0 0 0,0 0 0,-1 0 0,1 0 0,0 0 0,0 0 0,-1 0 0,1 0 0,0-1 0,0 1 0,-1 0 0,1-1 0,0 1 0,-1 0 0,2-2 0,20-13 0,-18 6 0,-3 4 0,10-23 0,2 5 0,-3 13 0,4 5 0,-10 4 0,3 1 0,16 9 0,-19-6 0,18 8 0,2-5 0,-1 0 0,1-2 0,0 0 0,0-2 0,1-1 0,35-2 0,17-5 0,126-23 0,78-36 0,-69 14 0,406-71 0,-609 119 0,-1 0 0,30-1 0,5 4-188,-39 0-906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6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114 433 9413,'-2'-1'457,"-1"0"1,1 0-1,0-1 1,-1 1-1,1 0 1,0-1-1,0 0 0,0 1 1,0-1-1,0 0 1,0 0-1,1 0 1,-1 0-1,1-1 0,-1 1 1,1 0-1,0-1 1,0 1-1,-1-3 1,2 4 21,0 0-1,-1 0 1,1 0 0,0 0 0,0 0 0,-1 1 0,1-1 0,-1 0 0,1 0 0,-1 0-1,1 1 1,-1-1 0,1 0 0,-1 1 0,0-1 0,1 0 0,-1 1 0,0-1 0,-1 0-1,1 1-356,1 0-1,-1 0 0,0 0 0,1 0 0,-1 0 0,0 0 0,1 0 0,-1 0 0,0 0 1,1 0-1,-1 0 0,0 0 0,1 1 0,-1-1 0,1 0 0,-1 0 0,0 1 0,1-1 1,-1 1-1,1-1 0,-1 1 0,-1 1-23,0 0 0,0 0 0,0 0 1,0 1-1,0-1 0,1 1 0,-1-1 0,1 1 1,0 0-1,0-1 0,0 1 0,-1 5 0,-8 45 17,3 1-1,2 1 1,2-1-1,3 1 1,12 97-1,-6-125-114,0 0 0,2 0 0,1-1 0,14 30 0,-17-44 0,-1-1 0,2 0 0,0 0 0,0-1 0,1 1 0,0-2 0,1 1 0,0-1 0,0-1 0,21 15 0,-24-20 0,0 0 0,0-1 0,0 0 0,0 0 0,1-1 0,-1 0 0,0 0 0,1 0 0,-1-1 0,1 0 0,-1 0 0,1 0 0,-1-1 0,0 0 0,1-1 0,-1 1 0,0-1 0,0 0 0,0-1 0,0 1 0,7-5 0,0-1 0,-1-1 0,-1 0 0,0-1 0,0 0 0,-1-1 0,0 0 0,-1 0 0,0-1 0,0 0 0,-2-1 0,1 0 0,-2 0 0,8-22 0,-1-1 0,-2 0 0,-1 0 0,-3-1 0,5-44 0,-8 32 0,-2 0 0,-2 0 0,-2 1 0,-12-71 0,8 87 0,-2 0 0,0 1 0,-3 0 0,0 0 0,-2 1 0,-1 1 0,-28-44 0,35 63-220,0 0 1,-1 1-1,0 0 1,-1 0-1,0 1 1,0 0-1,-1 0 1,0 1-1,0 0 1,-17-7-1,18 10-13,1 1-1,-1 0 1,0 0-1,0 1 0,0 0 1,-1 1-1,1 0 1,0 1-1,-1-1 1,1 2-1,0-1 1,0 1-1,-1 1 1,-9 2-1,6 0-1116,0 0-1,1 0 1,-18 10 0,25-11 294,0 0 1,1 0 0,-1 0-1,1 0 1,0 1-1,-6 7 1,-13 26-10021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922 109 7481,'-3'-4'565,"-1"-1"1,1 1-1,-1 0 1,0 0 0,0 0-1,0 0 1,-1 1-1,1 0 1,-1 0-1,-8-5 1,-55-20 3428,48 20-3359,5 2-52,0 1 0,-1 1 0,1 0 0,-1 1 0,0 1 0,0 0 0,0 1 0,0 1 0,0 1 0,0 0 0,-24 5 0,20-1-198,0 0 0,1 2 0,0 0 0,0 2 0,0 0 0,1 1 0,1 0 0,-22 18 0,17-11-225,2 2-1,0 0 0,1 1 1,1 1-1,1 0 0,1 1 1,0 1-1,2 1 0,1 0 1,1 1-1,1 0 0,1 1 1,-10 42-1,17-54-174,1 0 0,1 0 0,0 0 0,1 0 0,1 0 0,0 0 0,0 0 0,2 0 0,0-1 0,0 1 1,1-1-1,1 1 0,0-1 0,1-1 0,0 1 0,11 14 0,-11-17-45,1-2 0,0 1 0,0-1 0,1 0 1,0 0-1,1-1 0,0 0 0,0 0 0,0-1 0,1-1 0,0 0 0,0 0 0,0 0 1,1-1-1,-1-1 0,1 0 0,0-1 0,0 0 0,0 0 0,19 0 0,-13-2 8,0-1-1,0-1 1,0 0-1,0-1 1,-1-1-1,0-1 1,1 0-1,-2-1 1,24-12-1,-19 7 70,-1-2-1,0 0 1,-1-2-1,-1 0 1,0 0-1,22-28 1,152-219 3201,-139 185-2771,-52 76-447,0 1 0,1-1 0,-1 1 0,0-1 0,0 1 0,0-1 0,1 0 0,-1 1 0,0 0 0,1-1 0,-1 1 0,0-1 0,1 1 0,-1-1 0,0 1 0,1 0 0,-1-1 0,1 1 0,-1 0 0,1-1 0,-1 1 0,1 0 0,-1 0 0,1-1 0,-1 1 0,1 0 0,-1 0 0,1 0 0,-1 0 0,1 0 0,0 0 0,-1 0 0,1 0 0,-1 0 0,1 0 0,-1 0 0,1 0 0,-1 0 0,2 1 0,5 14 0,-7-13 0,6 14 0,-1 0 0,0 1 0,-2-1 0,0 1 0,0 0 0,-2 0 0,0 21 0,-16 124 0,8-101 0,-19 121 0,-71 256 0,-86 166 0,182-602 0,-124 350 0,82-252 0,-78 132 0,103-204 0,-1-1 0,0-1 0,-2-1 0,-26 24 0,32-34 0,-1-1 0,0-1 0,-2 0 0,1-2 0,-1 0 0,-1 0 0,-23 8 0,38-18 0,1 0 0,-1 0 0,1 0 0,-1 0 0,1-1 0,-1 1 0,0-1 0,1 0 0,-1 0 0,0 0 0,0-1 0,1 0 0,-1 1 0,1-1 0,-1 0 0,1-1 0,-1 1 0,1 0 0,0-1 0,-1 0 0,1 0 0,0 0 0,-4-4 0,3 2 0,-1 0 0,1-1 0,0 0 0,0 0 0,1 0 0,0 0 0,0 0 0,0-1 0,0 0 0,1 1 0,0-1 0,-2-10 0,0-6 0,2 1 0,0-1 0,2 0 0,0 0 0,2 0 0,0 0 0,8-29 0,0 10 0,2 0 0,32-73 0,4 17-557,5 3-1,3 2 1,5 3-1,3 2 1,139-144-1,-46 81-1219,332-247 0,-89 100 1512,-273 190 1398,0 0 807,-76 75-515,-51 41-1269,-2 16-75,-2 0 0,0-1 1,-13 43-1,7-33-411,-9 65 1,15-52-513,-3 15-3220,3 107 0,10-79-5159,5-48 469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7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37 11333,'-13'-37'6613,"29"55"-8414,15 16 33,-8-7-2364,7 6-3129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21 592 9989,'-2'-4'509,"-1"-1"1,1 1-1,-1-1 0,1 1 1,1-1-1,-1 0 0,1 0 1,-1 0-1,1 0 1,1 0-1,-1 0 0,1 0 1,0 0-1,0 0 0,1 0 1,-1 0-1,1-1 1,0 2-1,0-1 0,1 0 1,2-6-1,1-4 318,1 0 1,0 1-1,2 0 0,-1 0 1,19-24-1,38-48 1916,59-68 489,-111 141-3160,1-2 0,0 0 0,2 1-1,0 0 1,0 1-1,25-15 1,-35 26-67,0-1 0,0 1 0,0 0 0,0 0 0,0 1 0,0 0 0,1 0 0,-1 0 0,0 0 0,1 1 0,-1 0 0,0 0 0,1 0 0,-1 1 1,1 0-1,-1 0 0,0 0 0,0 1 0,0-1 0,0 1 0,0 0 0,0 1 0,0-1 0,0 1 0,5 4 0,4 5-5,0-1 0,-1 2 0,0 0 0,-1 0 0,0 2 0,-1-1 0,-1 1 0,14 27 0,-10-15 0,-1 2 0,-1-1 0,-2 2 0,9 38 0,-14-40 0,-1 0 0,-1 1 0,-1-1 0,-2 1 0,-1-1 0,-1 0 0,-1 1 0,-2-1 0,-13 45 0,6-38 0,-1-1 0,-1-1 0,-2 0 0,-1-2 0,-2 1 0,-1-2 0,-26 30 0,-81 74-4435,3-4-2433,124-130 6696,-1 0 1,1 0 0,0 0-1,0 1 1,0-1-1,-1 0 1,1 0-1,0 0 1,0 0-1,0 0 1,-1 1-1,1-1 1,0 0-1,0 0 1,0 0 0,0 1-1,-1-1 1,1 0-1,0 0 1,0 1-1,0-1 1,0 0-1,0 0 1,0 0-1,0 1 1,0-1-1,0 0 1,0 0 0,0 1-1,0-1 1,0 0-1,0 0 1,0 1-1,0-1 1,0 0-1,0 0 1,0 1-1,0-1 1,0 0-1,1 1 1,22-7-11279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1 15085,'-51'7'3141,"51"-7"-3073,0 0 0,-1 0 0,1 0 0,0 0 1,-1 0-1,1 0 0,0 0 0,0 0 0,-1 0 0,1 0 0,0 0 0,-1 0 0,1 0 0,0 0 0,-1 0 0,1 0 0,0 0 0,-1 0 0,1 0 0,0 0 0,-1 1 0,1-1 0,0 0 0,0 0 0,-1 0 0,1 0 0,0 1 0,0-1 0,-1 0 0,1 0 0,0 1 1,0-1-1,0 0 0,0 0 0,-1 1 0,1-1 0,0 0 0,0 1 0,0-1 0,0 0 0,0 1 0,0-1 0,-10 368 8688,10-198-5897,-25 115-2865,3-53-595,19-164-1058,-1 62-3450,7-45-4347,1-38-3496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42 229 14865,'-9'-2'609,"-19"-6"1643,28 8-2169,-1-1 0,1 1 0,-1-1 1,1 0-1,0 1 0,-1-1 1,1 1-1,0-1 0,-1 0 0,1 1 1,0-1-1,0 0 0,0 0 1,0 1-1,0-1 0,0 0 0,0 1 1,0-1-1,0 0 0,0 0 1,0 1-1,0-1 0,0 0 1,0 1-1,1-1 0,-1 0 0,0 1 1,1-1-1,-1 0 0,0 1 1,1-1-1,-1 1 0,1-1 0,-1 1 1,1-1-1,-1 1 0,1-1 1,0 0-1,6-7 564,0 0 0,1 1 0,0 0 0,0 0 0,0 1 0,1 0 0,0 0 0,0 1 0,16-7 0,10-2 511,51-12 0,-70 22-934,80-20 190,1 5 0,1 4 0,165-5 0,-125 21-39,0 6 1,144 25 0,-215-21-376,90 26 0,-137-31 0,0 2 0,0-1 0,0 2 0,-1 1 0,0 0 0,-1 2 0,0 0 0,22 20 0,-31-24-34,-1 2 1,0-1-1,-1 1 0,1 0 1,-2 1-1,0 0 0,0 0 1,-1 0-1,0 0 0,-1 1 1,0 0-1,-1 0 0,0 0 1,-1 0-1,-1 1 0,0-1 1,0 0-1,-1 1 0,-1-1 1,-3 22-1,-6 15-410,-2-1 0,-3 0 0,-38 86 0,16-41-387,10-34-2517,8-18-402,6-1-3604,11-16-4663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11881,'0'0'6457,"13"12"-5625,1 3-392,-4-9-604,16 9-916,-9-6-953,7 12-2759,13 15-3765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9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 13845,'0'0'6581,"0"3"-3568,-1 8-2241,0 1 0,0-1 1,-2 0-1,1 1 0,-1-1 0,-6 14 0,-35 67 3151,-3-8-3923,9-19 0,-43 105 0,73-149 0,1 1 0,0-1 0,2 1 0,0 0 0,2 0 0,1 1 0,0-1 0,2 0 0,3 36 0,-2-48 0,1 0 0,0-1 0,1 1 0,0 0 0,0-1 0,1 0 0,1 0 0,-1 0 0,1 0 0,1-1 0,0 0 0,0 0 0,0 0 0,1-1 0,0 0 0,1 0 0,-1 0 0,1-1 0,1-1 0,-1 1 0,1-1 0,0-1 0,0 0 0,0 0 0,1-1 0,-1 0 0,20 4 0,9-1-809,0-2-1,1-1 1,0-2-1,-1-2 1,66-9 0,193-50-9860,-145 22-3589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0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178 633 11225,'1'-3'2625,"8"-15"1565,-9 18-4053,0 0-1,1 0 0,-1-1 1,0 1-1,0 0 0,0 0 1,0 0-1,1 0 1,-1 0-1,0 0 0,0-1 1,0 1-1,1 0 0,-1 0 1,0 0-1,0 0 1,0 0-1,1 0 0,-1 0 1,0 0-1,0 0 0,0 0 1,1 0-1,-1 0 1,0 0-1,0 0 0,0 0 1,1 0-1,-1 0 0,0 0 1,0 0-1,1 1 0,-1-1 1,0 0-1,0 0 1,0 0-1,0 0 0,1 0 1,-1 1-1,15 32 6173,-11-22-6976,3 15 950,0 0 0,-2 1 1,-1 0-1,0 0 0,-3 1 1,0-1-1,-3 28 0,-32 191 1081,-7-53-1364,-83 237 0,122-424 0,1 0 0,-2-1 0,1 1 0,-1 0 0,0-1 0,0 0 0,0 1 0,-6 5 0,9-11 0,-1 1 0,1-1 0,0 0 0,0 0 0,0 1 0,0-1 0,0 0 0,0 0 0,0 0 0,-1 1 0,1-1 0,0 0 0,0 0 0,0 0 0,-1 0 0,1 1 0,0-1 0,0 0 0,0 0 0,-1 0 0,1 0 0,0 0 0,0 0 0,-1 0 0,1 0 0,0 0 0,0 0 0,0 1 0,-1-1 0,1 0 0,0 0 0,0-1 0,-1 1 0,1 0 0,0 0 0,0 0 0,-1 0 0,1 0 0,0 0 0,0 0 0,-1 0 0,1 0 0,0 0 0,0-1 0,0 1 0,-1 0 0,1 0 0,0 0 0,0 0 0,0-1 0,0 1 0,-1 0 0,1 0 0,0 0 0,0-1 0,0 1 0,0 0 0,0 0 0,0-1 0,0 1 0,0 0 0,-2-17 0,2 15 0,-1-85 0,4 1 0,4 1 0,4-1 0,3 1 0,30-97 0,-1 43 0,6 2 0,85-166 0,-95 226 0,97-142 0,-112 186 0,2 1 0,2 1 0,0 2 0,2 0 0,1 2 0,46-30 0,-60 46 0,1 0 0,0 2 0,0 0 0,1 1 0,0 1 0,1 1 0,0 1 0,0 0 0,0 2 0,0 0 0,1 1 0,-1 1 0,31 2 0,-37 2 0,1 0 0,-1 1 0,1 1 0,-1 0 0,0 1 0,-1 1 0,0 0 0,0 0 0,21 17 0,-23-17 0,0 1 1,0 1-1,0 0 1,-1 1 0,0 0 0,-1 0-1,0 1 1,0 0 0,-1 1 0,-1-1-1,0 2 1,0-1 0,-2 1 0,1 0-1,-2 0 1,0 1 0,0-1 0,-1 1-1,-1 0 1,0 0 0,0 16-1,-2-9-5,-1 0-1,-1 0 0,-1-1 0,-1 1 0,0-1 0,-2 1 0,0-1 0,-2-1 0,0 0 0,-1 0 0,0 0 0,-17 23 0,2-11-314,-1-1 0,-1-1 0,-2-1 0,-31 24 0,-133 86-1985,104-84 1461,-3-5-1,-2-4 1,-144 49 0,211-86 839,0 0-1,0-1 1,-1-2-1,1-1 1,-1-1 0,-1-1-1,1-1 1,0-2-1,-30-4 1,91 14 567,0 2 1,0 1-1,57 29 1,-30-13-326,360 145-1145,17-41-5841,-298-102 254,-2-5-4225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0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1 701 11161,'139'-30'4142,"-120"25"-2742,34-15-1,11-3 258,-43 18-1294,178-52 1756,-158 43-1757,-1-1 1,65-36-1,-93 44-264,0-1-1,0 0 1,0-1-1,-1 0 1,-1-1-1,0 0 1,0-1-1,-1 0 1,11-15-1,-16 18-68,1 0-1,-1 0 1,-1-1 0,1 1-1,-2-1 1,1 1-1,-1-1 1,0 0 0,-1 0-1,0 0 1,-1 0-1,1 0 1,-2 0 0,1 0-1,-4-14 1,1 11-2,0 0-1,-1 0 1,0 0 0,-1 1-1,-1-1 1,0 1-1,0 1 1,-1-1 0,0 1-1,-1 0 1,0 1 0,-1 0-1,-16-14 1,17 17 34,0 0 1,0 0-1,0 1 1,-1 0-1,0 1 1,0 0-1,0 0 1,-1 1-1,0 0 1,1 1-1,-1 0 1,0 0-1,0 1 1,0 0-1,0 1 0,0 0 1,-17 3-1,8 1 99,0 1-1,0 1 0,1 0 1,0 1-1,0 2 0,1 0 1,0 0-1,0 2 0,-18 14 0,16-9-44,1 1 0,0 0 0,2 1-1,0 1 1,0 1 0,2 0-1,-13 24 1,16-23-67,1 0 0,1 0 0,1 1 0,1 0 0,1 0 0,1 1 0,-4 37 0,7-43-49,2 1 0,0 0 1,1 0-1,1-1 0,1 1 0,0-1 1,1 0-1,1 0 0,0 0 0,12 22 1,-6-19-183,1 0 1,1-1-1,1-1 1,1 0 0,1-1-1,0-1 1,1 0-1,0-1 1,2-1 0,-1-1-1,39 20 1,-6-7-350,1-2 0,1-3 0,89 24 0,-94-33 250,1-2 1,0-2 0,0-2-1,0-2 1,1-3 0,0-1-1,82-13 1,-94 7 238,-1-3-1,0-1 1,0-1 0,-1-2-1,-1-2 1,0-1 0,-1-2-1,-1-1 1,0-2-1,42-35 1,-22 10 215,-2-3 0,50-59 0,-75 75 23,-1 0 0,-2-2 1,-1 0-1,32-74 0,-51 103-165,-1 0 0,0 0 0,-1 0 0,1 0 0,-1-1 0,0 1 0,-1 0 0,0-1-1,0 1 1,-1-11 0,1 15-6,-1-1-1,0 1 1,1 0 0,-1 0-1,0 0 1,0 0 0,0 0-1,-1 0 1,1 0-1,0 0 1,-1 0 0,1 0-1,-1 0 1,0 1-1,1-1 1,-1 1 0,0-1-1,0 1 1,0 0-1,0 0 1,0 0 0,0 0-1,-1 0 1,1 0-1,0 0 1,0 1 0,-1-1-1,1 1 1,0 0-1,-1 0 1,1 0 0,-5 0-1,-7 1 32,-1 1-1,1 0 1,0 0-1,0 2 1,0 0 0,0 0-1,1 2 1,0-1-1,-15 10 1,-19 12 118,-47 38 1,55-37-114,-105 78-5,119-84-113,0 1 1,1 0-1,-24 33 0,46-55 44,1 1-1,-1 0 1,1 0-1,0 0 1,-1 0 0,1 0-1,0 0 1,0 0-1,1 0 1,-1 0 0,0 1-1,1-1 1,-1 0-1,1 4 1,0-6 11,0 1 1,0 0-1,1 0 0,-1 0 0,0-1 1,0 1-1,1 0 0,-1 0 0,1-1 1,-1 1-1,1 0 0,-1-1 1,1 1-1,-1 0 0,1-1 0,0 1 1,-1-1-1,1 1 0,0-1 0,0 1 1,-1-1-1,1 0 0,0 1 1,0-1-1,0 1 0,6 0 12,-1 0 0,1 0-1,-1-1 1,0 1 0,1-2-1,-1 1 1,9-2 0,18-4-15,-2-2 1,1-2 0,-1 0 0,-1-2 0,31-17-1,-6 4 191,74-43 837,-88 44-289,47-20 0,-81 41-654,-1 1 1,1-1 0,0 1-1,0 0 1,0 1 0,0 0-1,0 0 1,0 1 0,1-1-1,-1 1 1,0 1 0,0 0-1,0 0 1,0 0 0,0 1-1,0 0 1,0 0 0,-1 0-1,12 7 1,-12-5 3,0 1 1,-1-1-1,0 1 1,0 0-1,0 1 0,0-1 1,-1 1-1,0 0 1,0 0-1,-1 0 0,0 0 1,0 1-1,0-1 1,1 9-1,2 6 144,-1 0 0,0 1 0,0 26 1,-2 10-96,-2 0 1,-3 0 0,-11 69 0,-44 174 356,20-120-378,-51 249-109,34-173-16,-14 17-688,49-215 324,-2 0-1,-45 84 0,58-128 352,0-1-1,-1 0 1,0-1-1,-1 0 1,-1 0-1,0-1 1,-1 0-1,0-1 0,0-1 1,-1 0-1,-1 0 1,0-1-1,0-1 1,-29 12-1,40-19 74,0 0 0,0 0-1,0-1 1,0 1 0,1-1-1,-1 1 1,0-1 0,0 0-1,0 0 1,0-1 0,0 1 0,0-1-1,0 1 1,0-1 0,1 0-1,-1 0 1,0 0 0,1 0-1,-1 0 1,0-1 0,1 1 0,0-1-1,-1 0 1,1 0 0,0 0-1,0 0 1,0 0 0,0 0 0,-2-3-1,1-1 26,-1 1 0,1-1 0,0 0-1,0 0 1,0-1 0,1 1 0,0 0-1,1-1 1,-1 1 0,1-1 0,0-9-1,1-9-63,2 0 0,1 1-1,1 0 1,0-1 0,2 1-1,1 1 1,13-30 0,-1 9-11,3 1 1,48-74-1,3 19-37,4 4-1,5 3 0,128-112 1,291-195-7791,-439 351 5824,66-42-5418,-7 16-4925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1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0 305 13861,'42'-3'2275,"-33"2"-1524,0-1 1,1 2-1,-1 0 1,1 0-1,-1 0 1,0 1 0,12 3-1,14 7-35,0 1-1,-1 3 1,-1 0-1,0 2 1,-1 1-1,-1 2 1,38 32-1,-45-32-549,-1 0 0,-1 2 0,0 1 0,-2 0 0,-1 2 0,-1 0 0,-1 1-1,-2 0 1,17 37 0,-26-47-108,-1 0 0,0 1 0,-1 0 0,-1-1 0,0 1 0,0 34 0,-3-40-37,-1 0-1,0 0 1,0 0-1,-1 0 1,-1 0 0,0-1-1,0 1 1,-1-1-1,0 0 1,-1 0 0,-11 17-1,-3-3 29,-2-1-1,0-1 1,-2 0-1,0-2 1,-1-1 0,-52 31-1,70-47 35,0 1 1,-1-1-1,0 0 0,1-1 0,-9 2 0,13-3-35,0 0-1,0-1 1,0 0 0,0 1-1,0-1 1,0 0-1,-1 0 1,1 0-1,0-1 1,0 1-1,0 0 1,0-1 0,0 1-1,0-1 1,0 0-1,0 0 1,0 0-1,-3-1 1,4 1-22,0 0 1,1 0 0,-1 1-1,0-1 1,0 0-1,0 0 1,1 0-1,-1 0 1,0 0 0,1 0-1,-1 0 1,1 0-1,-1 0 1,1-1-1,0 1 1,-1 0-1,1 0 1,0 0 0,0-2-1,5-26 178,-3 23-171,10-32-11,2 1-1,1 0 1,34-59 0,76-101-110,-107 170 53,48-63-1790,4 2 0,3 4 0,4 3 0,140-113-1,-173 157-1555,3 3-1,73-42 1,-18 25-7024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2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148 676 11925,'5'-3'836,"0"1"0,0-1 0,0 0 0,0-1 0,6-5 0,13-9 1123,7 0-405,-14 9-534,-1-1 0,18-13 0,-29 18-743,0 1 0,-1 0 1,1-1-1,-1 0 0,0 0 0,-1 0 0,1-1 1,-1 1-1,0-1 0,3-8 0,-3 9-164,0-1 1,-1 0-1,0 0 0,-1 0 1,1 0-1,-1 0 0,0 0 1,-1 0-1,1 0 0,-1 0 1,0 0-1,-1-1 0,0 1 0,0 0 1,0 0-1,0 0 0,-1 0 1,0 0-1,-5-9 0,6 13-103,-1 1-1,1-1 0,-1 1 0,0-1 0,1 1 1,-1 0-1,0-1 0,0 1 0,0 0 0,0 0 1,0 0-1,0 1 0,0-1 0,0 0 1,0 1-1,0-1 0,0 1 0,0 0 0,-1 0 1,1 0-1,0 0 0,0 0 0,0 0 1,0 0-1,-1 1 0,1-1 0,-3 2 0,-6 1 13,1 0 0,-1 0 0,1 1 0,-11 6 0,5 1 0,1 0 0,0 1 0,1 1 0,0 0 0,1 1 0,1 0 0,0 1 0,-19 32 0,18-27-1,2 1 0,0 1 0,1 0 0,1 0 1,1 1-1,1 0 0,1 1 0,1-1 0,1 1 0,-1 45 0,5-56-17,1 0 0,0 0 0,0 0 0,2 0 0,-1 0 0,2 0 0,0-1-1,0 1 1,1-1 0,1 0 0,0-1 0,0 1 0,1-1 0,1 0 0,0-1-1,0 0 1,1 0 0,0-1 0,1 0 0,0 0 0,14 9 0,-3-6-72,1 0 1,0-2-1,1 0 1,-1-2-1,2 0 1,-1-2 0,1 0-1,0-2 1,0 0-1,26-1 1,-4-2-183,0-2 1,0-2 0,0-2-1,62-15 1,-80 12 204,-1-1 1,0-1-1,-1-1 1,0-2-1,-1 0 1,0-2-1,-1-1 0,-1 0 1,-1-2-1,0-1 1,-1 0-1,-1-2 1,-1 0-1,-1-1 0,0-1 1,-2-1-1,23-46 1,66-154 376,-51 104 1,81-133 1,-126 238-321,12-19 75,28-33 0,-43 58-67,1 1 0,1 0 1,0 1-1,0 0 1,0 0-1,1 1 0,-1 0 1,20-9-1,-23 13-17,0 0 0,0 0 1,0 1-1,0 0 0,1 0 0,-1 0 0,0 0 0,1 1 1,-1 0-1,1 0 0,-1 0 0,1 1 0,-1 0 1,0 0-1,0 0 0,1 1 0,-1 0 0,0 0 1,0 0-1,0 0 0,-1 1 0,8 5 0,-2-1 19,-2 1-1,1 0 0,-1 1 0,0-1 1,-1 2-1,0-1 0,0 1 0,9 20 1,-3-1-1,-2 0 0,-1 0 0,-2 1 1,0 1-1,-2-1 0,-2 1 0,0 0 1,-2 0-1,-3 41 0,-3-11-15,-3-1 1,-3 0-1,-30 107 0,14-89-82,-59 124 1,43-127 65,41-73 74,4-6-75,153-295 340,-111 204-42,4 1 0,91-130 0,-129 209-234,1 1 0,1 0 0,0 0 0,1 2 0,0 0 0,1 0 0,0 1 0,1 1 0,1 1 0,23-10 0,-26 13-26,0 1-1,0 1 1,0 1-1,1 0 0,0 1 1,-1 0-1,1 1 1,0 1-1,0 1 1,0 0-1,-1 0 1,1 2-1,26 7 0,1 4 61,0 3-1,-1 2 0,0 1 0,-2 2 0,-1 2 0,0 1 0,-2 2 0,-1 2 0,-2 1 0,33 37 1,-50-48-95,-1 0 0,-1 1 1,-1 0-1,-1 1 1,-1 1-1,0 0 0,-2 0 1,9 34-1,-14-44-12,-2 1 0,0 0-1,0 0 1,-1-1 0,-1 1 0,0 0-1,0 0 1,-2 0 0,1 0 0,-2 0-1,0 0 1,0-1 0,-1 0 0,-1 1-1,0-1 1,-1-1 0,-9 16 0,0-7-33,0 0 0,-2-1 0,0-1 0,-1-1 0,-1-1 0,-1 0 0,0-1 0,0-1 0,-32 15 0,-26 8-113,-110 38 0,155-63 136,-71 25-89,552-270-194,-18-37 52,-10 26 625,-417 243-329,0-1-1,0 0 1,1 1-1,-1 0 1,0 0-1,1 0 1,-1 0-1,1 1 1,-1-1-1,1 1 1,0 0-1,-1 0 1,1 0 0,-1 0-1,1 1 1,-1 0-1,1-1 1,-1 1-1,1 1 1,-1-1-1,0 0 1,0 1-1,1-1 1,-1 1-1,0 0 1,4 4-1,-2-2 35,-1 1-1,-1-1 1,1 1-1,0 0 1,-1 0 0,0 0-1,0 0 1,-1 0-1,0 1 1,1-1-1,-2 1 1,1 0-1,-1-1 1,2 11-1,-2 10 42,0-1 1,-1 1-1,-2 0 0,-9 48 0,-35 101-714,-1 5-6910,44-166 6032,-2 9-1981,6-8-2277,10 0-5305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2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46 11529,'-6'-33'2488,"19"21"4469,14 18-6081,67 60-912,-61-30-1464,1 3-872,6 9-2965,0 13-4284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2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55 152 15213,'-3'4'274,"0"1"168,-1-1 0,1 1 0,1 0 0,-1-1 0,1 1 0,0 1 0,0-1 0,0 0 0,0 0 0,1 1 0,0-1 0,0 1 0,1 10 0,-13 167 9173,8-90-9146,1-28-208,2 0-1,8 72 1,-4-119-243,1-1-1,0 0 0,1 0 1,0 0-1,2-1 1,0 0-1,1 0 0,0 0 1,1-1-1,1 0 0,1 0 1,20 24-1,-21-32-17,-1 1 0,2-2 0,-1 1 0,1-1 0,0 0 0,0-1 0,0 0 0,21 6 0,-22-9 0,1 0 0,-1-1 0,0 0 0,1 0 0,-1-1 0,0 0 0,1-1 0,-1 0 0,0-1 0,1 0 0,9-3 0,-10 3 0,6-2 0,-2-1 0,1 0 0,0-1 0,-1-1 0,0 0 0,-1 0 0,0-1 0,0-1 0,0 0 0,-1-1 0,-1 0 0,0 0 0,17-23 0,-12 12 0,-1-1 0,-1 0 0,-1-1 0,0 0 0,-2-1 0,13-49 0,-15 44 0,-2-1 0,-1 0 0,-2 0 0,-1 0 0,-1 0 0,-2 0 0,0 0 0,-2 0 0,-2 0 0,-1 1 0,-1-1 0,-1 1 0,-1 1 0,-2 0 0,-1 0 0,-1 1 0,-2 0 0,-17-24 0,21 34-272,-2 0 0,0 1-1,0 0 1,-2 1 0,0 0 0,0 2-1,-1 0 1,-20-12 0,34 23-86,0 1-1,-1 0 1,1 0 0,0 1 0,-1-1 0,1 0-1,-1 1 1,0-1 0,1 1 0,-1 0 0,1 0 0,-1 0-1,1 0 1,-1 0 0,0 1 0,1-1 0,-1 1-1,-3 1 1,5-2-189,-1 1-1,0 0 1,0 0-1,1 0 1,-1 0 0,1 1-1,-1-1 1,1 0-1,-1 0 1,1 1-1,0-1 1,0 1-1,0 0 1,0-1 0,0 1-1,-1 1 1,-9 30-10674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3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17098,'1'-1'162,"0"0"1,-1-1 0,1 1-1,0 0 1,0 0 0,0 0-1,0 0 1,0 0 0,0 1-1,0-1 1,0 0 0,0 0-1,0 1 1,0-1 0,1 1-1,-1-1 1,0 1 0,1-1-1,-1 1 1,0 0 0,0-1-1,3 1 1,-1 0-3,0 0 0,0 1 0,0-1 1,1 1-1,-1 0 0,0 0 0,0 0 0,0 0 1,4 2-1,-1 1 22,0-1 0,0 1 0,-1-1 0,0 2 0,0-1 0,0 1 0,0-1 0,-1 1 1,7 10-1,-2 1 120,-1 1 1,-1 0 0,0 1 0,-2 0 0,8 35 0,3 96 426,-14-119-611,-1 12-16,-1 1 0,-3-1 0,-12 65 0,7-59-109,-12 112-178,19-156 179,18-17 263,68-64 546,-58 50-598,1 2 1,57-40 0,-59 51-116,0 1 1,1 1 0,0 1 0,0 1 0,1 2 0,48-8-1,-32 10 226,1 1 0,0 2 0,71 6 0,-81 0-145,0 2-1,0 2 0,-1 1 1,1 1-1,-2 2 1,0 2-1,0 0 0,-1 3 1,-1 0-1,-1 2 1,0 2-1,30 25 0,-42-30-200,-2 0 1,0 2-1,0 0 0,-2 0 0,0 1 0,-1 1 0,-1 1 0,0-1 1,-2 2-1,0 0 0,-2 0 0,0 0 0,-1 1 0,-1 0 0,-2 1 1,0-1-1,-1 1 0,-1 0 0,-1 0 0,-3 26 0,0-20-1122,-1 0 0,-2 0-1,-1-1 1,-17 50-1,18-63-1687,0 0-1,-3 26 1,4 34-12193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1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97 130 7197,'12'-20'1797,"-10"15"-204,0-1-1,0 1 1,0-1 0,0 1 0,-1-1 0,1-7-1,-1-4-740,-2 14-398,0 1 1,0 0-1,-1 0 1,1 0-1,0 0 1,-1 0-1,1 0 1,-1 0 0,0 0-1,0 0 1,0 1-1,0-1 1,-3-1-1,-2-3 1003,2-4-528,12 9 395,14 10 375,-20-5-1699,0 0 0,0 1 0,0-1 0,-1 1 0,0 0 0,0-1 0,0 1 0,0-1 0,-1 1 0,-1 6 0,0 9 0,-49 350 0,4-64 0,39-226 0,3 0 0,3 1 0,4-1 0,13 81 0,-9-128 0,1 0 0,1-1 0,3 0 0,0-1 0,18 36 0,-18-47 0,1-1 0,0 0 0,2 0 0,0-1 0,1-1 0,0 0 0,2-1 0,27 21 0,-23-23-552,1 0 1,0-2-1,1 0 0,0-2 0,1 0 1,0-2-1,28 7 0,1-4-2940,0-2-1,74 2 1,14-7-11400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2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175 878 13365,'-17'13'3235,"15"-12"-2993,1 0 1,-1 1-1,0-1 0,1 0 0,-1 1 0,1-1 1,-1 1-1,1-1 0,-1 1 0,1 0 1,0 0-1,0-1 0,0 1 0,0 0 1,0 0-1,1 0 0,-1 0 0,1 0 0,-1 0 1,1 1-1,0-1 0,-1 0 0,1 0 1,0 0-1,0 0 0,1 0 0,-1 0 1,1 3-1,0 39 1303,-1 0 0,-10 66 0,-24 90 2818,27-166-4219,-7 41-144,-22 125 0,33-174 0,-1 0 0,-15 46 0,13-59 0,4-14 0,2-13 0,0 14 0,20-168 0,-3 38 0,103-517 0,-84 497 0,73-191 0,-97 309 0,2 0 0,2 1 0,1 0 0,1 2 0,1 0 0,32-35 0,-43 54 0,1 1 0,1 1 0,0 0 0,0 0 0,1 1 0,-1 0 0,2 1 0,22-10 0,-26 13 0,1 1 0,0 0 0,-1 0 0,1 1 0,0 0 0,0 1 0,0 0 0,0 0 0,0 1 0,0 0 0,0 1 0,0-1 0,16 7 0,-13-3 1,0 1 0,0 0 0,-1 1 0,0 0 0,-1 0 0,1 1 0,-1 1 0,-1 0 0,0 0 1,0 1-1,-1 0 0,0 0 0,0 1 0,-1 0 0,-1 0 0,0 1 0,-1 0 0,0 0 0,4 14 0,-2-4-11,-2 0 1,0 0-1,-1 1 1,-2 0-1,0 0 1,-1 0-1,-1 0 1,-2 0-1,0 0 1,-6 24-1,-13 26-788,-2-2 1,-36 72-1,12-27-485,32-81 859,8-20 174,0 1 0,1 1 0,1-1 0,1 1 0,-4 24 0,8-35 195,0-1 0,0 0 0,0 1 0,1-1 0,0 0-1,0 0 1,0 1 0,0-1 0,1 0 0,0 0-1,0-1 1,1 1 0,-1 0 0,1-1 0,0 1 0,0-1-1,1 0 1,-1 0 0,1 0 0,0-1 0,0 1 0,6 4-1,24 13-213,1-1-1,1-2 1,0-1-1,67 20 1,-21-6 37,-39-16 171,-1 3 1,0 2-1,-1 1 1,-2 3-1,46 33 1,-79-52 85,-1 0 0,0 0 1,0 0-1,0 1 1,0 0-1,-1 0 1,0 0-1,0 0 1,-1 1-1,1 0 1,-1-1-1,2 11 1,-4-12 35,0 0 1,0 0 0,-1 0-1,0 0 1,0 0 0,0 0-1,0 0 1,-1 0 0,0 0 0,0 0-1,-1 0 1,1 0 0,-1 0-1,0 0 1,0-1 0,-1 1 0,1-1-1,-6 8 1,-8 7 176,0-1-1,-2 0 1,0-2 0,-1 0-1,0-1 1,-1 0 0,-37 18-1,-3-2 261,-99 36 1,-29-7-243,-277 51 1,443-107-1103,-1 0 0,-37 0 0,57-4 432,0 0 0,-1-1 1,1 1-1,0-1 0,-1 0 0,1 0 1,0 0-1,0 0 0,0 0 0,-5-4 1,7 5-25,0-1 0,0 0 0,0 1 0,0-1 1,0 0-1,1 0 0,-1 1 0,0-1 0,0 0 0,1 0 1,-1 0-1,1 0 0,-1 0 0,1 0 0,-1 0 1,1 0-1,-1-2 0,9-11-10394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2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 17382,'0'-1'146,"0"0"0,0 1 0,0-1-1,1 1 1,-1-1 0,0 0 0,0 1 0,0-1 0,1 1 0,-1-1 0,0 1 0,1-1 0,-1 1 0,1-1 0,-1 1 0,0-1 0,1 1 0,-1 0 0,1-1 0,-1 1 0,1-1 0,-1 1 0,1 0 0,-1 0 0,1-1 0,0 1 0,-1 0 0,1 0 0,-1 0 0,1-1 0,0 1 0,-1 0 0,1 0 0,-1 0 0,1 0 0,0 0-1,-1 0 1,1 1 0,0-1 0,22 20 6756,-14-10-5659,-5-6-1147,0 1-1,0 0 1,-1 0 0,0 0 0,0 0 0,-1 1-1,1-1 1,-1 1 0,0-1 0,-1 1-1,1 0 1,-1 0 0,0 0 0,-1 0 0,1 0-1,-2 10 1,-1 9-395,-1 0-1,-12 44 1,6-31-729,-2 33-3737,10-22-5056,2-26-3676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2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87 152 14429,'-61'-68'3261,"52"56"-593,-1-2-480,4-3 2136,6-3-3723,0 0-798,16 26-2043,19 8-108,-4 3-840,7 9-2613,4 8-4912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3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 15665,'-24'9'2955,"19"-7"1559,22 28 448,3 14-4443,-2 1 0,-2 1 0,-2 1 0,-3 0 0,-1 0 0,-2 1 0,-3 0 0,0 81 0,-5-117-519,1-4 0,-1 1 0,0-1 0,-1 0 0,0 0 0,0 0 0,0 0 0,-1 0 0,-5 13 0,36-81 0,2 3 0,2 0 0,4 2 0,1 2 0,66-70 0,-96 115 0,1 0 0,1 0 0,0 1 0,0 0 0,0 1 0,0 0 0,1 0 0,0 1 0,23-7 0,-28 11 0,-1 0 0,1 0 0,0 0 0,-1 1 0,1 0 0,0 0 0,0 0 0,-1 1 0,1-1 0,0 1 0,-1 1 0,1-1 0,-1 1 0,1 0 0,-1 0 0,0 1 0,0 0 0,0 0 0,0 0 0,0 0 0,-1 1 0,8 6 0,-3 0 0,-1 0 0,0 1 0,0 0 0,-1 0 0,-1 0 0,0 1 0,5 14 0,26 93 0,-19-56 0,-16-59-2,10 37-942,1-1 0,3 0 1,31 58-1,-41-87 676,1-1 0,-1-1 0,2 1 0,-1-1 1,1-1-1,1 1 0,-1-1 0,1-1 0,1 0 0,-1 0 1,1-1-1,1 0 0,-1 0 0,1-1 0,0-1 1,0 0-1,21 5 0,-15-6-376,-1-1 1,1 0 0,-1-2-1,1 0 1,-1 0-1,1-2 1,-1 0 0,0-1-1,0 0 1,0-2-1,0 0 1,24-10-1,-28 8 467,0 0-1,0 0 1,0-1-1,-1 0 1,0-1-1,-1-1 1,1 1-1,-2-2 1,13-15-1,-9 6 604,0 0 0,-1 0 1,-1-1-1,0 0 0,11-37 0,-17 38 337,-1 1 1,0-1 0,-1 0-1,-1 0 1,-1 0 0,-1 0-1,-2-20 1,1 26-215,-1 1 1,0-1 0,-1 1 0,0 0-1,-1 0 1,0 0 0,-1 0-1,-1 1 1,0-1 0,0 1 0,-1 1-1,-1-1 1,0 1 0,0 1 0,-1 0-1,-1 0 1,-15-13 0,20 20-536,1 1-1,-1 0 1,0-1 0,1 2 0,-1-1 0,0 0 0,0 1-1,0 0 1,0 0 0,-1 1 0,1-1 0,0 1 0,0 0 0,0 1-1,-6 0 1,2 1-19,0-1-1,0 2 1,0-1-1,0 1 1,0 1-1,1 0 1,-10 5-1,1 3 6,0 0 0,1 2 0,1 0 0,0 0 0,1 2 0,0-1 0,2 2 0,0 0 0,0 0 0,-10 23 0,20-36 0,0 0 0,1 0 0,-1 0 0,1 0 0,0 0 0,-2 7 0,3-9 0,0-1 0,0 0 0,0 0 0,0 1 0,0-1 0,0 0 0,1 1 0,-1-1 0,0 0 0,1 0 0,-1 0 0,1 1 0,-1-1 0,1 0 0,0 0 0,-1 0 0,1 0 0,0 0 0,0 0 0,0 0 0,0 0 0,0 0 0,0-1 0,0 1 0,0 0 0,0 0 0,0-1 0,1 1 0,4 1 0,-1 0 0,1 0 0,-1-1 0,1 0 0,0 0 0,0 0 0,-1-1 0,12 0 0,48-8 0,-48 6 0,16-3-202,0 2 0,1 2 0,-1 0 0,67 10 0,-83-7 39,-1 2 0,0 0 0,0 1 1,0 0-1,-1 2 0,0-1 0,0 2 1,0 0-1,-1 1 0,0 0 0,22 21 0,-28-22-357,32 32-5221,-16-8-3526,-1 3-2024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3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13889,'54'7'2024,"-51"-6"-1819,0-1 0,-1 1-1,1 0 1,-1 0 0,1 0 0,-1 0 0,1 0 0,-1 1 0,1-1 0,-1 1-1,0-1 1,0 1 0,0 0 0,0 0 0,0 0 0,0 0 0,-1 0 0,1 0-1,-1 1 1,1-1 0,-1 1 0,0-1 0,0 1 0,0-1 0,1 4 0,12 22 788,86 90 2301,-68-84-2466,-2 2 0,43 65 0,-57-73-595,-1 1 0,-1 1 0,-2 0 0,-1 0 0,-1 1 0,-2 0 0,6 40 1,-11-48-139,-2 0 1,0-1 0,-1 1 0,-1 0 0,-2 0-1,0 0 1,-1-1 0,-1 0 0,-1 0 0,-17 40 0,22-60-32,0 0 0,0 1-1,0-1 1,0 0 0,0 0 0,-1 0 0,1-1 0,-1 1 0,1 0 0,-1 0 0,0-1 0,1 1 0,-1-1 0,-2 2 0,4-3-53,-1 0 0,1 0-1,0 0 1,-1 0-1,1 0 1,0 0-1,-1 0 1,1 0-1,0 0 1,-1 0-1,1 0 1,0 0-1,0 0 1,-1 0-1,1 0 1,0 0 0,-1 0-1,1 0 1,0-1-1,-1 1 1,1 0-1,0 0 1,0 0-1,-1-1 1,1 1-1,0 0 1,0 0-1,-1 0 1,1-1 0,-5-16 177,4-5-130,1 0 1,1-1 0,1 1 0,1 0-1,0 0 1,10-30 0,6-7-144,28-60 1,-28 77-696,1 1 1,3 1 0,1 1 0,1 1-1,3 2 1,37-41 0,-36 49-1646,1 0 1,0 2 0,2 2-1,43-26 1,16 2-9651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4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10 12977,'9'-9'3192,"-16"13"1114,-13 14-871,20-15-3272,0 0 0,0 0 1,1 0-1,-1 0 1,1 0-1,-1 0 0,1 0 1,0 0-1,0 0 1,1 0-1,-1-1 1,3 6-1,0-1 107,3 7 69,1 0-1,0 0 0,1-1 1,0 0-1,15 15 0,61 52 514,-42-41-505,-6-5-215,2-2 0,46 29 0,-66-48-134,1-2-1,1 0 1,0-1 0,1-1 0,0-1 0,37 9-1,-49-16 0,-1 0 0,1-1 0,-1 0-1,1-1 1,-1 1 0,1-2-1,-1 0 1,1 0 0,-1 0-1,0-1 1,0-1 0,-1 1 0,1-1-1,-1-1 1,1 0 0,14-11-1,-5 0 174,-1-1-1,-1-1 1,0-1-1,14-21 1,34-39 1884,-62 80-2046,-4 9-6,-7 15-4,9-22 2,-38 133 0,12-37 0,-156 581 0,177-662 0,-81 413 0,41-187 0,37-204 0,-2 0 0,-23 58 0,31-93-10,0 0 0,-1 0 0,1 0 0,-1-1 0,0 1 0,0-1 0,-1 1-1,1-1 1,-1 0 0,0 0 0,0 0 0,0-1 0,-1 0 0,1 0 0,-1 0 0,0 0 0,-6 3 0,4-4-24,0-1 1,0 1 0,0-1-1,0 0 1,0-1-1,0 1 1,0-2 0,0 1-1,0-1 1,0 0-1,-13-3 1,0-3-34,0 0-1,1-1 1,0-1 0,1-1-1,0-1 1,1 0 0,0-2-1,-18-15 1,23 17 90,0-1 1,0 0 0,2 0-1,-1-1 1,2 0-1,-1-1 1,2 0-1,0 0 1,1-1 0,0 0-1,1 0 1,1-1-1,0 1 1,1-1-1,1 0 1,1-1 0,0 1-1,1 0 1,1-1-1,0 1 1,1-1-1,1 1 1,0 0-1,2 0 1,8-28 0,-2 16-151,1 1 1,2 1 0,0 0-1,2 0 1,1 2 0,22-28 0,-11 20-415,1 2 0,1 1 1,63-46-1,-50 46-634,83-44-1,138-54-3551,-39 42-2931,-32 26-3767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5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57 11049,'-3'-4'765,"-1"-1"1,1 1-1,-1 0 1,0 0-1,0 0 1,0 1-1,-1-1 1,1 1-1,-1 0 1,0 0-1,0 1 1,0-1-1,0 1 1,0 0-1,0 0 1,-1 1-1,1 0 1,-10-1-1,10 2-361,1 0-1,-1 1 1,0-1 0,1 1 0,-1 0-1,0 1 1,1-1 0,0 1 0,-1 0-1,1 0 1,0 0 0,-6 5-1,3-1-225,0-1-1,1 2 1,0-1-1,0 1 0,0 0 1,1 0-1,0 0 0,0 1 1,-4 10-1,-8 12-25,-11 15-152,2 0 0,2 2 0,3 1 0,1 0 0,3 2 0,1 0 0,3 1 0,2 0 0,3 0 0,-4 90 0,12-121 0,-1 33 0,3-1 0,11 74 0,-10-110 0,1 1 0,1-1 0,0 0 0,1 0 0,0-1 0,2 0 0,0 0 0,0 0 0,2-1 0,0 0 0,18 19 0,-12-17-229,1-1 1,0 0-1,1-2 1,0 0-1,1-1 1,1-1-1,0 0 1,0-2-1,1 0 0,1-2 1,28 7-1,-14-7-558,1-1 1,1-3-1,-1-1 0,0-1 0,1-2 0,37-6 0,36-9-7205,8-8-5548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6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196 17 16430,'-50'-17'3399,"41"17"3669,15 11-5314,-5-8-1595,1 0 0,-1-1 0,0 1 1,0 0-1,0 0 0,-1 0 0,1 0 0,-1 0 0,1-1 0,-1 1 0,0 0 0,0 5 0,-8 39 1509,3-21-1288,-66 436-380,7-25 0,62-400 0,1-1 0,7 71 0,-5-95 0,1-1 0,0 1 0,1-1 0,0 1 0,1-1 0,0 0 0,1 0 0,0-1 0,0 0 0,1 1 0,1-2 0,0 1 0,8 8 0,-11-15-1,0 0 0,0 0 0,1 0 1,-1-1-1,1 1 0,0-1 0,-1 0 0,1-1 0,0 1 1,0-1-1,0 0 0,0 0 0,1-1 0,-1 1 0,0-1 1,0 0-1,0-1 0,0 1 0,0-1 0,0 0 0,8-3 1,3-1-32,0 0 1,-1-1 0,0-1-1,0 0 1,22-16 0,-4-1-183,-1-2 1,-2-1-1,-1-1 1,-1-1-1,-1-2 1,-2-1-1,29-48 1,-53 78 205,0 0 0,1 0 0,-2 1 0,1-1 0,0 0 0,0 0 0,-1 0 0,1-1 0,-1 1 0,1 0 0,-1 0 0,0 0 0,0 0 0,0 0 0,0 0 1,-1-4-1,1 5 6,0 1 0,-1-1 1,1 0-1,-1 0 1,1 0-1,-1 1 0,0-1 1,1 0-1,-1 0 0,0 1 1,1-1-1,-1 1 1,0-1-1,0 1 0,1-1 1,-1 1-1,0-1 1,0 1-1,0-1 0,0 1 1,0 0-1,0 0 1,0 0-1,1-1 0,-1 1 1,0 0-1,0 0 0,0 0 1,0 0-1,0 1 1,0-1-1,0 0 0,-1 0 1,-11 3 3,1 1 1,-1-1-1,1 2 1,0 0-1,0 0 1,1 1-1,-13 9 1,-72 55-85,88-63-41,0-1-1,1 1 0,0 1 0,0-1 0,-5 10 0,10-16 33,1 1 0,0 0 0,0 0 0,0 0 0,0 0 0,0 0 0,0 0-1,0 0 1,0 0 0,1 0 0,-1 0 0,1 0 0,0 1 0,0-1 0,-1 0-1,1 0 1,1 0 0,-1 1 0,0-1 0,0 0 0,1 0 0,-1 0 0,1 0-1,0 0 1,0 0 0,0 0 0,0 0 0,2 3 0,-1-3 36,-1-1-1,1 0 1,0 1 0,0-1 0,-1 0 0,1 0-1,0 0 1,0-1 0,0 1 0,0 0-1,0-1 1,1 1 0,-1-1 0,0 0 0,0 0-1,0 0 1,0 0 0,3 0 0,48-8-191,-29 3 38,48-6 29,-23 3 1098,83-4-1,67 23 416,-179-12-1187,0-1 0,0-1 1,0 0-1,0-1 1,-1-1-1,0-1 0,0-1 1,0-1-1,-1 0 1,0-2-1,30-20 0,5-10 581,-2-2 1,57-60-1,-64 60-619,-39 37-109,0 1 0,1 0 0,-1 0 0,1 0 0,0 1 0,0 0 0,1 0 0,-1 1 0,1 0 0,-1 0 0,1 0 0,0 1 0,-1 0 0,1 0 0,0 1 0,0-1 0,0 2 0,-1-1 0,1 1 0,0 0 0,0 0 0,-1 1 0,1 0 0,-1 0 0,10 5 0,-1-1 0,0 2 0,0 0 0,-1 1 0,0 0 0,0 1 0,-1 0 0,-1 2 0,1-1 0,13 18 0,-13-12 0,0 1 0,-1 0 0,-1 1 0,0 0 0,-2 1 0,0 0 0,-1 0 0,-1 1 0,-1 0 0,-1 0 0,-1 0 0,-1 1 0,1 33 0,-4-54 0,0 0 0,0 0 0,0 0 0,0-1 0,0 1 0,0 0 0,0 0 0,0 0 0,0 0 0,0-1 0,0 1 0,1 0 0,-1 0 0,0 0 0,1-1 0,-1 1 0,0 0 0,1 0 0,0 0 0,1-1 0,0 0 0,0 0 0,0 0 0,0 0 0,0-1 0,0 1 0,0-1 0,0 1 0,0-1 0,0 0 0,0 0 0,-1 0 0,1 0 0,1-1 0,28-19 0,-17 10 0,0-1 0,0-1 0,12-16 0,26-27 0,90-78 0,-108 102 0,0 3 0,2 0 0,60-34 0,-76 51 0,1 1 0,0 2 0,0 0 0,1 1 0,0 1 0,0 1 0,0 1 0,42-4 0,-57 9 0,0 1 0,0-1 0,0 1 0,0 1 0,0-1 0,0 1 0,-1 0 0,1 1 0,0-1 0,-1 1 0,0 1 0,0-1 0,0 1 0,0 0 0,0 1 0,-1-1 0,0 1 0,0 0 0,0 0 0,0 1 0,-1-1 0,5 9 0,-3-4 0,-1 0 0,0 1 0,-1-1 0,0 1 0,0 0 0,-1 0 0,-1 1 0,0-1 0,0 0 0,-1 21 0,-2-15 0,0 0 0,-1 0 0,-1 0 0,-1-1 0,0 1 0,-11 26 0,1-14 0,-1 0 0,-1-1 0,-1 0 0,-1-1 0,-2-2 0,-1 0 0,-26 25 0,20-22 0,17-22 0,8-10 0,4-8 0,1 4 0,0 1 0,1 0 0,0 0 0,0 0 0,0 1 0,1-1 0,0 1 0,1 0 0,7-6 0,62-49 0,-69 56 0,82-60 0,3 4 0,2 4 0,2 4 0,3 4 0,1 5 0,146-44 0,-233 84 0,1 1 0,0 0 0,0 1 0,0 1 0,0 0 0,0 1 0,24 2 0,-32-1 0,-1 0 0,0 0 0,1 0 0,-1 0 0,0 1 0,1 0 0,-1 0 0,0 0 0,0 0 0,-1 0 0,1 1 0,0 0 0,-1 0 0,1 0 0,-1 0 0,0 0 0,0 1 0,-1-1 0,1 1 0,-1 0 0,1 0 0,-1 0 0,0 0 0,-1 0 0,3 6 0,-1 7 0,-1 0 0,0 0 0,-1 1 0,-1-1 0,0 0 0,-4 18 0,2-7 0,-1-3 0,-2 0 0,-13 46 0,10-44 0,7-22-1104,0 1 0,0-1 1,0 1-1,1-1 0,0 11 0,0-5-1354,25-17-18244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6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12729,'35'-11'4257,"-29"-3"-2625,29 14 1092,-16 14-2600,13 17-872,3-11-1176,0 3-44,9 14-2989,14 6-3928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7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632 842 13841,'4'-10'924,"1"0"0,0 1 0,1-1 0,0 1 0,1 0 0,-1 1 0,2 0 0,-1 0 0,17-13 0,43-38 1636,103-100 1461,-144 131-3434,-2 0-1,-1-2 1,-2 0-1,23-43 1,33-93-387,-10 19-228,-56 127 28,-21 47 0,-4 8 0,-69 218 0,-88 241 0,-190 378 0,342-826 0,-71 193 0,77-200 0,3 1 0,1 1 0,2-1 0,-3 46 0,10-72 0,0 1 0,1 0 0,0-1 0,1 1 0,1-1 0,0 0 0,1 0 0,8 21 0,-9-30 0,-1 0 0,1 0 0,-1 0 0,1 0 0,1-1 0,-1 1 0,1-1 0,-1 0 0,1 0 0,0 0 0,1 0 0,-1-1 0,1 0 0,-1 0 0,1 0 0,0 0 0,0-1 0,1 0 0,-1 0 0,0 0 0,1-1 0,-1 0 0,0 0 0,11 1 0,-5-3-54,0 1 1,-1-1-1,1-1 1,0 0-1,0 0 1,-1-1-1,1-1 0,-1 0 1,0 0-1,0-1 1,-1 0-1,1 0 1,13-11-1,-12 7-33,-1 0 0,1-1 1,-2 0-1,1 0 0,-1-1 0,-1-1 0,0 1 1,-1-1-1,0-1 0,6-14 0,-11 21 39,0-1-1,0 0 1,-1 0-1,0-1 1,0 1-1,-1 0 1,0 0-1,0 0 1,-1 0-1,0 0 1,0-1-1,-1 1 1,0 0-1,0 1 1,0-1 0,-1 0-1,0 1 1,-7-13-1,-3 0-9,0 0-1,0 1 1,-2 1 0,-28-28-1,3 10 117,-1 1 0,-85-51-1,-101-39 390,56 33-72,157 83-326,1 0-1,0 0 1,1-2 0,-1 1-1,2-2 1,-12-11 0,21 19-49,-1 0 1,0 0 0,1-1 0,0 1 0,0-1-1,0 0 1,0 1 0,0-1 0,1 0 0,0 0 0,0 0-1,0 0 1,0 0 0,0 0 0,1 0 0,0 0 0,0-1-1,0 1 1,0 0 0,1 0 0,-1 0 0,1 0-1,0 0 1,1 0 0,-1 0 0,0 0 0,4-4 0,3-5-41,1 0 1,0 1-1,1 0 1,0 1 0,1 0-1,0 0 1,1 1 0,0 1-1,1 0 1,19-11 0,18-6-115,76-29-1,-117 52 147,744-232 418,-718 225-260,-12 4-52,0 1-1,1 0 0,35-1 0,-50 6-103,-1 0-1,0 0 0,0 1 0,0 0 0,0 0 0,0 1 0,0 0 1,0 1-1,0 0 0,-1 0 0,1 0 0,-1 1 0,13 9 1,-4 0-1427,0 1 0,-1 1 0,23 29 0,11 24-10424,-25-31 1118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7.2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 12117,'0'0'2024,"16"-17"-360,-3 3-311,3 8-389,-4 1-684,17 5-2349,0 0-35,-4 5-1992,10 15-3053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7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306 136 11733,'-27'-33'3310,"8"9"3729,-23-39 1,41 62-6981,0 0 0,0 0 1,0 0-1,0-1 0,0 1 0,0 0 0,0 0 0,0 1 1,0-1-1,-1 0 0,1 0 0,0 0 0,-1 1 1,1-1-1,0 1 0,-1-1 0,1 1 0,-1 0 1,1-1-1,-1 1 0,1 0 0,0 0 0,-1 0 0,1 0 1,-1 0-1,1 0 0,-1 1 0,1-1 0,-1 0 1,1 1-1,0-1 0,-1 1 0,1 0 0,-1-1 0,1 1 1,0 0-1,-2 1 0,-3 2 174,-1 0-1,0 1 1,1-1 0,0 2-1,-9 8 1,2 2-233,1 1 0,0-1 0,2 2 0,0 0 0,0 0 0,2 1 0,1 0 0,-10 37 0,10-28 0,2 0 0,1 0 0,1 1 0,1 0 0,4 49 0,0-61 0,0 1 0,1-1 0,1 0 0,0-1 0,2 1 0,-1-1 0,15 27 0,-16-37 0,-1 1 0,1-2 0,1 1 0,-1 0 0,1-1 0,0 0 0,0 0 0,0 0 0,1-1 0,0 0 0,0 0 0,0 0 0,0-1 0,1 0 0,-1 0 0,1 0 0,0-1 0,-1 0 0,1-1 0,0 1 0,10 0 0,-4-2 0,0 0 0,-1-1 0,1-1 0,0 0 0,-1 0 0,1-1 0,-1-1 0,0 0 0,0-1 0,0 0 0,0-1 0,18-12 0,-15 8 0,0-1 0,-1-1 0,0 0 0,-1-1 0,-1 0 0,0-1 0,-1 0 0,13-21 0,-6-7 0,-8 10 0,-11 25 0,-2 3 0,3 3 1,0 0 0,0 0-1,0 1 1,0-1 0,0 0 0,-1 0 0,1 0-1,0 0 1,-1 0 0,1 0 0,-1 1 0,1-1-1,-1 0 1,1 0 0,-1 1 0,1-1 0,-1 0-1,0 1 1,1-1 0,-1 1 0,0-1 0,-1 0-1,-8 2-53,9-1 12,-4 0-113,0 1-1,1 0 1,-1 0-1,0 0 1,0 1-1,1 0 1,-1 0-1,1 0 1,0 0-1,-1 0 1,-3 4 0,5-4-14,1-1 1,0 1-1,-1 0 0,1 0 1,0 0-1,0 0 1,0 0-1,0 1 1,0-1-1,1 1 1,-1-1-1,1 1 1,0-1-1,-1 1 1,1 0-1,0 0 1,1-1-1,-2 6 1,2-2-154,0-1 0,0 1 0,0-1 0,1 1 0,0-1 0,0 1 0,1-1 1,-1 0-1,5 10 0,-4-12 252,1 0 0,-1 0 0,1 0-1,-1 0 1,1-1 0,0 1 0,0-1 0,0 1 0,0-1 0,1 0 0,-1 0 0,1-1 0,-1 1 0,7 1-1,10 4 301,-1 1-1,0 1 1,32 19-1,-46-25-224,1 0 1,0 0-1,0-1 0,0 1 1,0-1-1,0-1 0,12 3 1,-7-2-115,-1-1-25,0 0 0,-1 0 0,1-1-1,0-1 1,0 0 0,0 0 0,0 0 0,15-6 0,9-3-732,34-17 1,-43 18 622,0-2 0,0-1 0,-1-2 0,-1 0 0,0-1 0,-1-1 0,-1-1 1,0-1-1,27-31 0,-21 13 847,-2 0 0,-1-1 0,27-61 1,-30 51 374,-9 19 332,0 1-1,31-46 1,-42 71-1237,0 0 1,0 1-1,0-1 0,0 0 1,0 1-1,1-1 0,-1 1 1,1 0-1,-1-1 1,1 1-1,-1 0 0,1 0 1,0 0-1,0 0 1,-1 0-1,1 1 0,0-1 1,0 0-1,0 1 1,0-1-1,0 1 0,0 0 1,0 0-1,0 0 0,0 0 1,0 0-1,0 0 1,0 0-1,0 1 0,0-1 1,0 1-1,-1-1 1,1 1-1,0 0 0,0-1 1,0 1-1,2 2 1,0 0 28,-1 0 0,1 0 0,-1 1 1,0-1-1,0 1 0,0 0 0,0-1 0,-1 1 1,0 1-1,1-1 0,-1 0 0,-1 0 1,1 1-1,1 7 0,0 6 126,-1-1 0,-1 1 1,0 0-1,-2 0 0,0 0 0,-6 30 0,-33 106-1121,22-92-1094,7-29 181,-2 10-3154,11-12-3661,3-8-2443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8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59 14561,'0'0'9,"-1"-2"222,-1 0 0,1 1 1,0-1-1,0 0 0,0 0 1,0 1-1,0-1 0,0 0 1,1 0-1,-1 0 0,0 0 1,1-3-1,0 4-98,1 0 1,0 0-1,0 0 0,0 0 1,0 0-1,1 0 0,-1 1 0,0-1 1,0 0-1,0 1 0,1-1 1,-1 1-1,0 0 0,0-1 1,1 1-1,-1 0 0,0 0 1,1 0-1,-1 0 0,0 0 1,1 0-1,1 0 0,23-2 176,267-16 6521,-248 17-5833,1 3 0,-1 2 0,0 1 0,66 17 0,-103-19-997,0-1 0,0 1 0,-1 0 0,1 1 0,-1-1 0,1 1 0,7 7 0,-12-9 0,0 1 0,-1-1 0,0 1 0,1 0 0,-1-1 0,0 1 0,0 0 0,-1 0 0,1 0 0,-1 1 0,1-1 0,-1 0 0,0 1 0,0-1 0,-1 0 0,1 1 0,-1-1 0,1 1 0,-1-1 0,0 5 0,-1 9-1102,-1-1 1,-1 1-1,0-1 1,-1 0-1,0 0 0,-2-1 1,-6 16-1,10-27 66,0-1 1,1 1-1,-1 0 0,1 0 1,0-1-1,1 1 0,-1 0 1,0 0-1,1 7 0,5 4-9577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8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3340,'29'-12'8310,"-20"-16"-11828,-8 25 1244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8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83 11657,'13'-18'970,"-7"11"1066,-1-1 1,-1 0-1,1 0 0,2-9 0,-6 16-1855,-1 0 0,0 0 0,1 0-1,-1 0 1,1 0 0,-1 1 0,1-1 0,0 0-1,-1 0 1,1 1 0,0-1 0,0 0 0,0 1-1,-1-1 1,1 0 0,0 1 0,0-1 0,0 1-1,0 0 1,0-1 0,0 1 0,0 0 0,0-1-1,0 1 1,0 0 0,0 0 0,0 0 0,0 0-1,0 0 1,1 0 0,-1 0-69,0 0-1,-1 0 1,1 1 0,0-1-1,-1 0 1,1 0 0,0 0-1,-1 1 1,1-1-1,0 0 1,-1 1 0,1-1-1,-1 0 1,1 1 0,-1-1-1,1 1 1,-1-1 0,1 1-1,-1-1 1,1 1 0,-1-1-1,1 1 1,-1 0-1,0-1 1,0 1 0,1-1-1,-1 1 1,0 0 0,0-1-1,1 1 1,-1 0 0,0-1-1,0 1 1,0 0-1,0 0 1,0-1 0,0 1-1,-1 0 1,-1 4-112,0-1 0,-1 0 0,1 0 0,-1 0 0,0 0 0,-6 4 0,-1 4 0,-37 43 0,-63 54 0,6-6 0,88-86 0,12-14 0,1 0 0,-1 0 0,1 0 0,0 1 0,1 0 0,-1-1 0,1 1 0,-1 0 0,1 0 0,0 1 0,-1 4 0,12-29-1352,18-32-1,11-19-2674,-28 53-217,-1 6-2488,3-2-5343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9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29 202 9301,'-2'-1'12489,"-12"-13"-9339,14 14-3043,0 0 0,0 0 0,0-1 1,0 1-1,0 0 0,0-1 0,0 1 1,0 0-1,0-1 0,0 1 0,0 0 0,0-1 1,0 1-1,0 0 0,0-1 0,0 1 1,0 0-1,0 0 0,1-1 0,-1 1 1,0 0-1,0-1 0,0 1 0,1 0 0,-1 0 1,0 0-1,0-1 0,0 1 0,1 0 1,-1 0-1,1-1 0,3-1 303,1 0 0,0 0 0,0 0 0,0 1 0,8-2 0,-9 3-678,4-3 514,0 1 0,1-2 0,14-6-1,-22 8-173,1 0-1,-1 0 1,0 0 0,1 0-1,-1 1 1,0-2-1,0 1 1,0 0 0,-1 0-1,1 0 1,0 0-1,-1 0 1,1-1-1,-1 1 1,0-5 0,-1 2-72,0-1 1,-1 0-1,1 1 1,-1-1 0,0 1-1,-1 0 1,1-1 0,-1 1-1,0 0 1,-1 1-1,1-1 1,-1 1 0,0-1-1,0 1 1,0 0-1,0 0 1,-1 1 0,0-1-1,0 1 1,0 0-1,-9-4 1,13 6-202,0 1 0,0-1 0,0 1 0,0-1-1,0 1 1,0 0 0,0-1 0,0 1 0,0 0 0,0-1 0,0 1 0,0 0 0,0 0 0,0 0-1,0 0 1,0 0 0,0 0 0,0 0 0,0 1 0,0-1 0,0 0 0,0 0 0,0 1 0,0-1-1,0 1 1,0-1 0,0 1 0,0-1 0,0 1 0,1 0 0,-1-1 0,0 1 0,0 0-1,1-1 1,-1 1 0,0 0 0,1 0 0,-1 0 0,1 0 0,-1 0 0,1 0 0,0 0 0,-1 0-1,1 0 1,0 0 0,-1 0 0,1 0 0,0 0 0,0 0 0,0 0 0,0 0 0,0 0 0,0 0-1,0 0 1,1 0 0,-1 0 0,0 0 0,1 2 0,11 28-6518,3 1-4418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9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7 13405,'12'-7'2078,"-17"10"-231,4-2-1464,0-1 0,0 1 0,0 0 0,-1 0 0,1 0 0,0-1 0,0 1 0,0 1 0,1-1 0,-1 0 0,0 0 0,0 0 0,0 0 0,1 0 0,-1 1 0,0 2 0,0 9 72,0 0 0,-1 1 0,0-1 0,-1 0 0,-1 0 0,-5 13 1,-40 81 3661,9-20-2494,24-50-1623,9-22 0,0 0 0,1 1 0,1 0 0,0 0 0,1 0 0,1 0 0,-1 19 0,6-16 0,11-7 0,5-4 0,-12-7 0,0-1 0,1 0 0,-1 0 0,0 0 0,0-1 0,0 1 0,0-2 0,-1 1 0,1-1 0,0 0 0,0 0 0,-1 0 0,1-1 0,-1 0 0,0 0 0,0 0 0,0-1 0,0 1 0,-1-1 0,9-9 0,-3 2 0,-1 0 0,0-1 0,0 0 0,-2 0 0,1-1 0,-1 0 0,8-23 0,-9 18 0,-1-1 0,-1 0 0,0 1 0,-2-1 0,0-1 0,-1-31 0,-2 39 0,0-1 0,0 1 0,-1 0 0,-1 0 0,0 0 0,-1 0 0,0 0 0,-1 1 0,0 0 0,-1 0 0,-9-15 0,2 11 0,8 13 0,1 1 0,14 18 6,15 13-35,-14-16-184,0 1 0,-1 1 0,-1 0 0,0 0 0,-1 1-1,7 22 1,-8-18-102,2-2 0,0 1-1,23 34 1,-29-50 298,0 0 0,1-1 1,0 1-1,-1-1 0,1 0 1,0 0-1,1-1 0,-1 1 1,0-1-1,1 0 0,-1 0 1,1 0-1,0 0 0,0-1 0,0 0 1,0 0-1,-1-1 0,1 1 1,0-1-1,0 0 0,0 0 1,8-2-1,11-1 79,-2-2-1,1-1 1,35-13 0,-36 12 47,182-73 909,-115 44-389,-80 33-562,0-1-1,1 2 0,0-1 0,0 1 1,-1 1-1,1 0 0,0 0 1,0 1-1,19 2 0,-26-2-52,0 1 0,0-1 0,0 1 1,0 0-1,0 0 0,0 0 0,-1 0 0,1 1 0,0-1 0,-1 1 0,1-1 0,-1 1 1,1 0-1,-1 0 0,0 0 0,0 1 0,0-1 0,0 0 0,0 1 0,0-1 0,-1 1 1,1 0-1,-1-1 0,0 1 0,0 0 0,0 0 0,0 0 0,0 0 0,-1 0 0,1 0 1,-1 0-1,0 0 0,0 0 0,0 6 0,-17 117-1835,12-101 1007,0 0-1,2 1 1,1 0-1,1-1 1,1 1-1,4 30 1,-3-52-26,-1 0 0,1-1 0,0 1 0,1 0 0,-1-1 0,1 1 1,-1-1-1,1 0 0,0 0 0,0 0 0,1 0 0,2 4 0,30 31-10502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9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14 12713,'-3'17'7257,"-10"-34"-9585,0 3 511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2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27 12865,'-13'-9'2275,"-2"0"412,5 1 3275,-3 35-393,13-20-5102,1-1 1,1 1-1,-1 0 0,5 10 0,4 21 606,-4 27-1073,-2 0 0,-7 98 0,-32 129 0,26-226-1539,3 0 1,5 119-1,10-142-10429,-3-20-1231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2.5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66 12057,'-20'-6'824,"16"6"-568,0-1-1,1 0 0,-1 0 1,1-1-1,-1 1 0,1-1 1,0 1-1,0-1 0,0 0 0,-1 0 1,2-1-1,-1 1 0,0-1 1,0 1-1,-3-6 0,-24-19 13347,35 28-12664,13 4-790,0 0 0,0 2 0,-1 0 0,20 10 1,70 44 329,-72-39-436,515 345-42,-460-304 0,-56-40 0,59 42 0,104 95 0,-172-138 0,-2 2 0,0 1 0,-2 0 0,-1 1 0,-1 2 0,-1 0 0,-1 1 0,23 58 0,-35-73 0,-1 1 0,0 0 0,-1 0 0,-1 0 0,-1 1 0,0-1 0,0 0 0,-2 0 0,0 1 0,-1-1 0,0 0 0,-1 0 0,-1 0 0,-1 0 0,0-1 0,0 0 0,-2 0 0,0 0 0,0-1 0,-1 0 0,-12 15 0,-4 2 0,-2-1 0,0-2 0,-2-1 0,-1 0 0,-1-3 0,-1 0 0,-48 25 0,0-5-375,-99 37 0,-90 19-1218,162-61 947,60-24-1738,-92 18-1,18-14-8667,95-15 79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3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705 461 12105,'-16'-1'1860,"0"0"0,1 0 0,-1 2 1,0 0-1,-30 6 0,27-3-508,1 1 1,-27 12-1,-9 7-559,1 3-1,2 1 0,-51 38 1,74-45-468,1 1-1,1 1 1,1 2 0,0 0 0,2 2 0,-28 42 0,25-21-310,25-45-20,-1 1-1,1-1 1,1 0 0,-1 1-1,0-1 1,1 1-1,0-1 1,-1 1 0,1-1-1,1 1 1,-1-1 0,0 0-1,2 5 1,-2-6-19,1-1 0,0 0 0,-1 0 0,1 0 0,0 0 0,-1 0 0,1 0 0,0 0 0,0 0 0,0 0 0,0-1 0,0 1 0,0 0 0,0 0 0,0-1 0,0 1 0,0-1 0,0 1 0,3 0 0,31 4-238,-17-5 164,-1-2 0,21-3 0,21-9 37,0-4 0,-2-1 1,61-30-1,19-7 621,-104 44-440,0 1 0,1 1 0,35-4 0,-57 12-97,0 1 0,0 1 0,0 0 0,0 0 0,0 1 0,0 1 0,0 0 0,0 0 0,0 2 0,-1-1 0,1 1 0,14 8 0,47 32-880,-54-32 266,0 0 1,0-1-1,1-1 1,42 15-1,-50-21-82,1-1 0,0 0 0,-1-1-1,1 0 1,0-1 0,0 0 0,0-1 0,0 0-1,0-1 1,23-5 0,-30 4 493,3 0-52,0 0 0,0 0-1,0-1 1,0-1 0,-1 0 0,1 0 0,-1 0-1,0-1 1,0 0 0,0-1 0,10-10 0,-4-2 326,-2-1 0,0-1 1,-1 1-1,-1-2 0,0 0 0,7-26 1,31-137 1781,-41 151-1627,37-252 4678,-40 251-4085,20-119 3917,-60 510-3891,31-239-842,1-84-56,2 1 1,2-1-1,1 1 0,2-1 0,9 48 0,-9-71-121,17 54-3127,-3-37-2137,-15-26 4537,-1-1 0,1 1 0,0 0 1,0-1-1,0 1 0,0-1 0,0 0 0,0 1 1,0-1-1,3 1 0,11-2-10252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3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20 100 12965,'-16'-5'2134,"13"4"-5,7 2-48,15 4-706,-8-2-847,1-1 0,0 1 0,0-2 0,0 0 0,19-1 0,384-46 3035,-138 11-2853,18 7 79,-289 28-752,0-1 0,0 2 0,0-1-1,1 1 1,-1-1 0,6 3 0,3 0 22,-15-2-54,1 0 1,-1-1 0,1 1 0,-1 0-1,0 0 1,0 0 0,1 0 0,-1 0-1,0 0 1,0-1 0,0 1-1,0 0 1,0 0 0,0 0 0,0 0-1,0 0 1,0 0 0,-1 0 0,1-1-1,0 1 1,-1 1 0,-2 4 2,1 0 0,-2 0 0,1 0 0,-1 0 0,1 0 0,-2-1 0,1 0 0,-1 0 0,1 0 0,-1-1 0,0 1 0,-7 3 0,-3 5-8,-31 27 37,-47 46-211,90-83 165,7-4 51,16-2 298,-1-2 0,-1 0 0,30-12 0,-33 10-84,0 2 0,1-1 1,0 2-1,0 0 0,0 1 0,0 1 1,23-1-1,-36 3-256,0 0 0,0 0 0,0 0 0,0 1 0,0-1 0,0 1 0,0 0 0,0 0 0,0 0 0,0 0 0,0 0 0,0 1 0,-1 0 0,1-1 0,-1 1 0,1 0 0,-1 0 0,0 0 0,0 0 0,1 1 0,-1-1 0,-1 1 0,1-1 0,0 1 0,-1 0 0,1-1 0,-1 1 0,0 0 0,0 0 0,1 3 0,-1 1 0,0-1 0,-1 1 0,0-1 0,0 1 0,0-1 0,-1 1 0,0-1 0,0 0 0,0 1 0,-1-1 0,0 0 0,0 0 0,-4 7 0,-49 86-5766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4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175 735 8165,'26'-3'2150,"-21"3"-166,-8 3 1188,-23 6 9380,84-68-10745,-40 43-1396,0-1 0,-2-1 0,0 0-1,-1-1 1,16-27 0,-6-5-332,-2-2-1,-3-1 1,-2-1 0,-2 0-1,9-63 1,-22 103-79,-1 0 0,0 0 0,-1 0 0,0 0 0,-1 0 0,-1 0 0,-4-23 0,5 37 0,0 0 0,0 0 0,0 0 0,-1 1 0,1-1 0,0 0 0,0 0 0,-1 0 0,1 0 0,-1 0 0,1 0 0,-1 0 0,1 1 0,-1-1 0,1 0 0,-1 0 0,0 1 0,1-1 0,-1 0 0,0 1 0,1-1 0,-1 1 0,0-1 0,0 1 0,0-1 0,0 1 0,0 0 0,1-1 0,-1 1 0,0 0 0,0 0 0,0 0 0,0-1 0,0 1 0,0 0 0,0 0 0,0 0 0,0 1 0,0-1 0,0 0 0,0 0 0,0 0 0,0 1 0,1-1 0,-1 0 0,0 1 0,0-1 0,0 1 0,0-1 0,1 1 0,-1 0 0,0-1 0,0 1 0,1-1 0,-2 2 0,-3 3 0,0 0 0,0 0 0,0 0 0,1 1 0,0-1 0,-4 8 0,0 3 0,0 0 0,2 1 0,0 0 0,1 0 0,1 1 0,0 0 0,1-1 0,1 1 0,1 0 0,1 0 0,0 0 0,1 0 0,1 0 0,6 25 0,-1-14 0,1-1 0,1 1 0,2-2 0,1 1 0,1-2 0,1 0 0,2 0 0,18 23 0,-10-18 0,0-2 0,2 0 0,31 25 0,34 35 0,-75-74-56,-2 1-1,1 1 1,-2 0 0,-1 1-1,13 23 1,-22-36 39,-1 0 0,0-1 0,0 1 0,0 0-1,-1 1 1,0-1 0,0 0 0,0 0 0,-1 0 0,1 1 0,-1-1 0,0 0 0,-1 0-1,0 1 1,1-1 0,-2 0 0,1 0 0,0 0 0,-1 0 0,0 0 0,0 0-1,-1-1 1,1 1 0,-1 0 0,0-1 0,-7 8 0,-5 2-42,0 0 0,-1 0-1,0-2 1,-1 0 0,-1-1 0,0 0 0,-28 11 0,0-3-74,-93 25 0,-66-2-1367,163-34 945,7-2-1243,-58 4-1,24-14-4466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5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255 842 10857,'20'-8'389,"-3"2"845,0 0 1,-1-1 0,0-1-1,25-17 1,-32 19-608,-1 0-1,0-1 1,0 0 0,-1 0 0,0-1-1,8-11 1,-12 15-416,-1 0 0,0 0 1,0-1-1,-1 1 0,1 0 0,-1-1 0,0 1 1,0 0-1,0-1 0,0 0 0,-1 1 0,0-1 1,0 1-1,0-1 0,-1 0 0,1 1 0,-3-7 1,-3-14 846,-16-38-1,19 54-782,-1 0 0,-1 0 0,1 1-1,-1 0 1,-1 0 0,1 0 0,-12-12-1,12 18-149,1-1-1,0 1 0,0 0 1,-1 1-1,1-1 0,-1 1 1,0-1-1,1 1 0,-1 1 1,0-1-1,1 1 0,-1 0 0,0 0 1,0 0-1,0 0 0,1 1 1,-1 0-1,0 0 0,1 0 1,-1 1-1,-4 2 0,-4 2-113,1 0 0,0 1-1,0 1 1,1 0 0,0 0-1,0 1 1,1 1-1,0 0 1,1 0 0,0 1-1,0 0 1,-7 13 0,-4 10-18,0 2 0,3 0 0,-14 39 0,22-54 7,2 2 0,0-1 0,2 1 0,0-1 0,2 2 0,0-1 0,1 31 0,3-44 0,-1-1 0,2 1 0,-1-1 0,1 0 0,1 1 0,-1-1 0,2 0 0,-1-1 0,1 1 0,1 0 0,-1-1 0,1 0 0,1 0 0,0-1 0,0 1 0,0-1 0,1-1 0,0 1 0,0-1 0,13 8 0,-4-5 0,0 0 0,0-2 0,1 0 0,1 0 0,-1-2 0,1 0 0,0-1 0,0-1 0,0-1 0,21 0 0,14-1 0,0-3 0,63-11 0,-76 6-81,-1-1-1,0-2 1,0-1 0,-1-2-1,0-2 1,-1-2-1,-1-1 1,0-2 0,-2-1-1,0-2 1,-2-1 0,-1-1-1,0-2 1,-2-2-1,-1 0 1,-2-2 0,-1 0-1,-1-2 1,-2-1 0,-1-1-1,23-53 1,-2-15 425,55-198 0,-89 272-187,-2-1 1,0 0-1,-2 0 1,-1-1-1,-2 1 1,-2-32-1,-2 49-157,-2 12 0,-5 13 0,9-10 0,-10 14 0,1 0 0,1 0 0,0 1 0,2 0 0,0 0 0,-7 25 0,-23 120 0,33-140 0,-9 44 0,4-1 0,2 2 0,3-1 0,3 1 0,13 117 0,-10-171-714,1-1 0,0 1 0,0-1 0,8 18 0,-9-25 289,0-1 0,1 1 0,-1-1 0,1 1 0,0-1 0,1 0 0,-1 0 0,1-1 0,-1 1 0,1-1 0,0 1 1,0-1-1,1-1 0,4 4 0,12 5-6004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5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64 183 16610,'-63'20'9100,"79"-28"-6835,31 2 1087,10 3-2176,1 0-912,21 0-264,10-2 0,16-7-140,12-2-1328,13-3-236,0-12-440,-9 1-613,-7 2-459,-18 0-3101,-11 3-5720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8.7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127 268 7153,'10'-9'1430,"-1"0"1,0-1-1,-1 0 1,0-1-1,0 0 1,-1 0-1,10-23 1,-10 18 205,1 0-1,0 1 1,1 0-1,1 1 1,0 0-1,19-19 1,-19 20-133,-9 12-606,6-11-576,-50 51-321,6 3 0,2 1 0,2 2 0,-32 58 0,51-78 0,1 2 0,1-1 0,1 2 0,2-1 0,0 2 0,2-1 0,-5 49 0,11-65 0,1 0 0,0 0 0,0-1 0,1 1 0,1 0 0,0-1 0,1 1 0,0-1 0,1 0 0,0 0 0,1 0 0,0 0 0,0-1 0,1 1 0,1-2 0,0 1 0,0-1 0,1 0 0,0 0 0,0-1 0,1 0 0,14 10 0,-4-6 0,1 0 0,-1-2 0,2 0 0,0-1 0,0-1 0,0-1 0,1-1 0,0 0 0,0-2 0,44 3 0,-18-5 0,-1-2 0,0-3 0,0-1 0,0-2 0,52-14 0,-79 15 0,1-1 0,-1-1 0,0-1 0,-1-1 0,0 0 0,0-1 0,-1-1 0,-1-1 0,0-1 0,0 0 0,-1-1 0,-1-1 0,25-31 0,-34 37 0,0 0 0,-1 0 0,-1 0 0,1-1 0,-1 0 0,-1 0 0,0 0 0,0 0 0,-1-1 0,1-17 0,-2 12 0,-1 1 0,-1 0 0,-1 0 0,0 0 0,-1 0 0,-9-27 0,2 15 0,-1 1 0,-2 0 0,0 1 0,-2 1 0,-1 0 0,0 1 0,-33-34 0,29 37-5,-1 0 0,0 2 0,-2 0 0,0 2-1,-1 1 1,-1 0 0,0 2 0,0 1 0,-33-11 0,41 17-31,0 1 0,0 1 0,0 1 0,-1 0 0,1 1 0,-1 1 0,0 1 0,1 0 0,-1 1 0,0 1 0,1 1 0,0 0 0,-1 2 0,1 0 0,-31 13 0,41-14-243,1 0 1,-1 0 0,1 0 0,0 1 0,1-1-1,-1 1 1,-5 7 0,-9 11-2187,-31 46 0,47-63 1721,0 1 0,0 0 0,1 1 0,0-1 1,0 0-1,1 1 0,0 0 0,0-1 0,1 1 0,-1 0 1,1 15-1,1-10-1225,-1 44-9136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9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307 29 14933,'-12'-9'3264,"9"6"-1831,-1 0 1,0 1-1,1-1 0,-1 1 0,0 0 1,-6-3-1,9 10 414,-9 44-1373,3 1-1,-1 71 1,12 106 592,-1-97-863,-27 843-203,-70-383-680,30-242-590,38-218-1536,-2 19-2457,24-119 985,0 37 1,6-15-6932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9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1 10349,'-2'2'604,"-1"0"1,0 0-1,1 1 0,-1 0 1,1-1-1,0 1 1,0 0-1,0 0 0,0 0 1,1 0-1,-1 1 0,1-1 1,0 0-1,-2 5 0,-8 58 1559,5-27-356,-32 274 4447,33-250-5539,-8 117 560,11 184 0,14-184-3359,12-2-3323,-24-176 5165,0 0 1,0 0 0,1 0 0,-1 0-1,0 0 1,1 0 0,-1 0 0,1-1-1,0 1 1,-1 0 0,1 0 0,0-1-1,0 1 1,0 0 0,1-1 0,-1 1-1,0-1 1,0 1 0,1-1 0,-1 0-1,1 0 1,-1 0 0,1 1 0,0-1-1,-1-1 1,4 2 0,-3-2-116,0 0 0,0 0 1,0 0-1,0-1 0,0 1 0,0 0 1,0-1-1,-1 0 0,1 0 0,0 1 1,0-1-1,0 0 0,-1 0 1,1 0-1,-1-1 0,1 1 0,-1 0 1,1-1-1,-1 1 0,0-1 0,1 1 1,0-4-1,15-22-7352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9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350 127 8425,'-20'-31'1082,"-8"-21"5820,11 17-2948,15 33-2230,25-2-150,-21 3-1520,0 1 0,1-1 0,-1 1-1,0-1 1,1 1 0,-1 0 0,0 0 0,1 0 0,-1 0 0,0 1 0,0-1 0,1 1 0,-1-1 0,0 1 0,5 2 0,4 1 66,-1 1 1,1 1 0,-1 0 0,0 0-1,0 1 1,-1 0 0,1 1 0,-2 0-1,12 13 1,-16-16-69,0 0 0,-1 1 0,1-1 0,-1 1 0,0 0 0,0 0 0,-1 0 0,0 0 0,0 1 0,0-1 0,-1 1 0,0-1 0,0 1 0,-1-1 0,0 1 0,0-1 0,0 1 0,-1-1-1,-2 10 1,-1-1 31,-1-1 0,0 1 0,-1-1 0,-1 0-1,0 0 1,-1-1 0,-1 0 0,0-1-1,0 1 1,-18 16 0,-12 7 75,-76 55 0,30-25-547,50-36-582,-36 29-1883,25-24-8765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0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1 227 10517,'0'0'6721,"2"1"-4589,8 1-1241,-1 1 0,1-1 0,0-1 0,0 0 0,-1 0 0,1-1 0,18-1 0,73-16-223,-46 6 162,103-19-25,48-8-19,-205 38-787,1-1 0,-1 1 1,0-1-1,0 1 0,1-1 0,-1 0 0,0 0 0,0 1 0,0-1 0,0 0 0,0 0 0,0 0 0,0 0 0,-1 0 0,2-2 0,-2 2-53,1 1 0,-1-1 0,0 1 0,1-1 0,-1 0 0,1 1 1,-1-1-1,0 1 0,1 0 0,-1-1 0,1 1 0,-1-1 0,1 1 0,0 0 0,-1-1 0,1 1 0,-1 0 0,1 0 0,-1-1 0,2 1 0,-5-22-2216,1 8 1684,0 6-1656,1 1 0,0-1 0,1 0 0,-1 0 0,2-14 0,5 2-6905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2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190 597 6717,'-23'-20'12281,"24"19"-12153,0 0 0,0 0-1,-1 0 1,1-1-1,-1 1 1,1 0-1,-1 0 1,1 0 0,-1-1-1,0 1 1,0 0-1,1 0 1,-1-1-1,0 1 1,0 0 0,0-1-1,0 1 1,-1 0-1,1 0 1,0-1-1,0 1 1,-1 0 0,1 0-1,-1-1 1,1 1-1,-1 0 1,0-1-1,0 0 251,0 0-1,0 1 1,1-1-1,-1 0 0,1 0 1,-1 0-1,1 0 1,0 1-1,0-1 0,0 0 1,0-3-1,-4 7-143,0-1 0,-1 0 0,1 1-1,-1-2 1,-8 2 0,10-2 851,-1 13-296,4-12-769,0-1 32,0 1 1,0 0 0,0-1-1,0 1 1,-1-1 0,1 1 0,0 0-1,0-1 1,0 1 0,-1-1-1,1 1 1,0-1 0,-1 1-1,1 0 1,-1-1 0,1 0-1,-1 1 1,1-1 0,-1 1 0,1-1-1,-1 1 1,1-1 0,-1 0-1,1 1 1,-1-1 0,0 0-1,1 0 1,-1 0 0,1 1 0,-1-1-1,0 0 1,1 0 0,-1 0-1,0 0 1,1 0 0,-1 0-1,0 0 1,1 0 0,-1 0 0,1 0-1,-1-1 1,0 1 0,1 0-1,-2-1 1,-15 1-53,15 1 0,0 0 0,0 1 0,0-1 0,1 0 0,-1 1 0,0-1 0,1 1 0,-1-1 0,1 1 0,0 0 0,-1 0 0,1-1 0,0 1 0,0 0 0,0 0 0,1 0 0,-2 3 0,-8 39 0,2 49 0,-4 27 0,-3 10 0,6-44 0,7-72 0,1 1 0,1-1 0,0 0 0,3 16 0,3 72 0,-6-98 0,1-5 0,3-14 0,3-28 0,-4-92 0,27-322 0,21 195 0,-39 217 0,3 1 0,1 0 0,38-70 0,-50 106 0,1 0 0,1 0 0,-1 0 0,1 1 0,0 0 0,1 0 0,0 0 0,0 1 0,11-7 0,-16 12 0,-1-1 0,1 1 0,-1 1 0,1-1 0,-1 0 0,1 0 0,0 1 0,-1-1 0,1 0 0,0 1 0,0 0 0,0-1 0,-1 1 0,1 0 0,0 0 0,0 0 0,0 0 0,0 1 0,-1-1 0,1 0 0,0 1 0,0-1 0,-1 1 0,1-1 0,0 1 0,-1 0 0,1 0 0,-1 0 0,1 0 0,-1 0 0,1 0 0,-1 0 0,0 1 0,1-1 0,1 3 0,1 1 0,0 1 0,-1 0 0,1 0 0,-1 0 0,0 0 0,-1 0 0,4 11 0,-3-1 0,0 0 0,0 1 0,-2-1 0,0 32 0,-12 68 0,3-44 0,7-64 0,-2 34 0,1 1 0,3 43 0,0-74 0,1-1 0,-1 1 0,2-1 0,-1 0 0,2 0 0,-1 0 0,2 0 0,-1 0 0,1-1 0,1 0 0,0 0 0,12 15 0,-1-8-86,0 0 0,2-2 0,0 0 0,1-1 0,0 0 0,1-2 1,26 12-1,168 57-1032,-107-43 837,-91-31 230,4-1-23,-1 2-1,0 1 1,0 0 0,-1 1-1,23 18 1,-40-27 81,-1 1 0,1-1-1,-1 1 1,1 0 0,-1 0 0,0 0-1,0 0 1,0 0 0,0 0 0,0 0-1,0 0 1,-1 0 0,1 1 0,-1-1 0,1 0-1,-1 0 1,0 1 0,0-1 0,0 0-1,0 0 1,-1 4 0,1-2 20,-1-1 0,0 1 0,0-1 0,0 1-1,0-1 1,-1 0 0,1 0 0,-1 1 0,0-1 0,0 0 0,0 0 0,-4 3 0,-10 7 90,-2 0-1,1-2 1,-2 0 0,1-1-1,-29 11 1,10-4 40,-249 107 646,189-84-916,37-20-1091,56-19 511,23-16-1119,143-93-1098,-39 29 2143,18-14 2352,4 6-1,3 6 1,4 7-1,176-59 1,-326 132-1585,19-7 0,1 2 0,37-7 0,-55 12 0,0 0 0,0 1 0,0-1 0,0 1 0,0 0 0,1 0 0,-1 0 0,0 1 0,0-1 0,0 1 0,0 0 0,0 1 0,0-1 0,0 0 0,0 1 0,-1 0 0,1 0 0,0 0 0,-1 1 0,0-1 0,6 6 0,-7-5 6,0 0 1,-1 0-1,0 0 1,1 0-1,-1 0 1,0 0-1,0 1 0,-1-1 1,1 0-1,-1 1 1,1-1-1,-1 0 1,-1 5-1,-6 47-296,5-43 43,-5 58-6084,8-20-4129,5-7-2085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2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64 109 10857,'-32'-34'2324,"16"19"-364,0-2 865,16 0-1337,3 3-1524,20 8-2428,-4 0 39,12 9-1755,14 11-3185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3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1 281 11277,'0'0'16724,"3"2"-15641,7 2-826,0 1 0,-1 0 0,0 0 0,0 1 0,0 0 0,-1 1 0,0 0 0,0 0 0,-1 1 0,0 0 0,0 0 0,-1 1 0,10 17 0,-5-2-235,-1 0 0,-1 0 0,11 49 0,-9-32-25,-5-26 3,-6-14 0,1-1 0,-1 1 0,0-1 0,1 0 0,-1 1 0,0-1 0,1 0 0,-1 1 0,1-1 0,-1 0 0,1 1 0,-1-1 0,1 0 0,-1 0 0,1 1 0,-1-1 0,1 0 0,-1 0 0,1 0 0,-1 0 0,1 0 0,-1 0 0,1 1 0,-1-1 0,1-1 0,-1 1 0,1 0 0,-1 0 0,1 0 0,-1 0 0,1 0 0,-1 0 0,1-1 0,-1 1 0,1 0 0,-1 0 0,1-1 0,-1 1 0,1 0 0,-1-1 0,1 1 0,-1 0 0,0-1 0,1 1 0,-1-1 0,0 1 0,1 0 0,-1-1 0,0 1 0,0-1 0,0 1 0,1-1 0,-1 0 0,1-1 0,13-15-40,-1-1 1,0 0-1,-1-1 0,10-25 1,20-30-76,-40 71 114,90-127 148,-78 112-119,1 1 0,1 0 0,1 2-1,0 0 1,20-13 0,-30 24-28,0-1 0,0 1 0,1 1 0,0 0 0,-1 0 0,1 0 0,0 1 0,0 0 0,1 1 0,-1 0 0,0 0 0,0 1 0,1-1 0,-1 2 0,0-1 0,1 2 0,-1-1 0,0 1 0,0 0 0,0 0 0,0 1 0,-1 0 0,10 6 0,13 7 0,-2 3 0,0 0 0,-1 2 0,33 32 0,-27-24 0,10 9 0,1-1 0,1-3 0,2-1 0,60 30 0,-102-60 0,0-1 0,1 0 0,-1 0 0,1 0 0,-1-1 0,1 0 0,-1 0 0,1 0 0,0-1 0,-1 0 0,1 0 0,0 0 0,0-1 0,-1 1 0,1-1 0,-1-1 0,1 1 0,-1-1 0,1 0 0,-1 0 0,0-1 0,0 0 0,0 0 0,0 0 0,-1 0 0,1-1 0,-1 1 0,0-1 0,0 0 0,0-1 0,0 1 0,-1-1 0,0 1 0,0-1 0,0 0 0,0 0 0,2-9 0,2-6-74,-1 1 1,-1-1-1,0 1 1,-2-1-1,0 0 1,-1-25-1,-8-122-536,6 157 543,-1 0 0,-1 0-1,0 0 1,0 0 0,-6-15-1,7 24 47,1-1-1,-1 0 1,0 0 0,0 0-1,0 0 1,-1 1 0,1-1-1,0 0 1,0 1-1,-1-1 1,1 1 0,-1-1-1,0 1 1,1 0 0,-1 0-1,0 0 1,0 0-1,0 0 1,1 0 0,-1 0-1,0 1 1,0-1 0,0 0-1,0 1 1,-1 0-1,1 0 1,0-1 0,0 1-1,0 0 1,0 1 0,0-1-1,0 0 1,-4 2-1,1-1-117,1 1 0,-1-1 0,1 1 0,-1 0 0,1 1 0,0-1 0,0 1 0,0 0 0,0 0 0,0 0 0,1 0 0,0 1 0,-1 0-1,1-1 1,0 1 0,1 0 0,-1 0 0,1 1 0,0-1 0,0 1 0,0-1 0,0 1 0,-1 8 0,0-3-34,-4 9-550,2 1 0,-4 21 1,8-37 679,0 1 0,1-1 0,-1 0 1,1 0-1,0 1 0,0-1 1,1 0-1,-1 0 0,1 0 0,0 1 1,0-1-1,1 0 0,-1 0 0,1 0 1,0-1-1,3 8 0,-1-8 435,-1 0-1,1 0 0,0 0 1,0 0-1,0 0 0,0-1 1,0 1-1,8 2 0,-8-4-226,0 1-1,0 0 0,0 1 1,1-1-1,-2 1 1,1 0-1,0 0 1,3 3-1,9 13 379,-4-4-914,1-1-1,18 16 1,-26-26-961,1 0 1,-1 0 0,1 0-1,0-1 1,11 5 0,-9-7-5312,19-1-4279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3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13745,'0'0'2148,"1"2"123,45 88 4175,7-4-3492,-29-50-2566,-2 1 0,-1 1 0,-2 0-1,27 78 1,-36-80-203,-2 2-1,6 65 0,-13-85-143,-1 0 0,0 0 0,-2 0 0,0 0 0,-1 0 0,-1-1 0,0 1 0,-9 18 0,9-24-20,3-8-7,-1 0 1,1 0 0,-1 1 0,0-2 0,0 1 0,0 0 0,0 0 0,-1-1 0,1 1 0,-1-1 0,0 0 0,-6 5-1,7-8-11,1-1-1,0 0 1,0 0-1,0 0 1,-1 0-1,1 0 1,0 0-1,0 0 0,0 0 1,1 0-1,-1-1 1,-1-1-1,2 3 0,-2-2-9,1 0 1,0-1-1,-1 1 0,1-1 1,0 1-1,0-1 1,1 0-1,-1 1 0,0-1 1,1 0-1,0 0 1,-1 1-1,1-1 0,1-5 1,8-41-249,-6 36 141,8-27-788,3 1 1,0 1 0,34-61-1,-27 57-67,0 3-465,1 1 0,2 1 0,39-46 0,44-35-7168,-62 74 294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3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1 11329,'-4'4'484,"1"-1"1,-1 1-1,0-1 1,1 0-1,-1 0 0,-1 0 1,1 0-1,0-1 0,-1 0 1,1 0-1,-1 0 1,0 0-1,-8 1 0,9-2-183,0 0-1,0 1 0,0-1 1,0 1-1,1 0 0,-1 0 1,0 0-1,1 0 1,0 0-1,-1 1 0,1 0 1,0 0-1,0 0 0,0 0 1,1 0-1,-1 0 0,1 1 1,0-1-1,-3 7 0,3-4-61,0 1 0,0 0-1,1-1 1,0 1 0,0 0-1,0 0 1,1 0-1,0 0 1,1-1 0,-1 1-1,3 7 1,0 3-56,2-1 0,0 1 0,1-1-1,0 0 1,2-1 0,-1 0 0,2 0 0,20 26 0,-8-17-530,2-1 0,0-2 0,2 0 0,0-1 0,52 30 0,-36-28-277,1-2 1,0-2-1,65 19 1,-97-34 575,0-1 0,0 0 0,1 0 0,-1-1 0,0 0 0,1-1 0,-1 0 0,0-1 0,1 0 0,-1 0 0,0-1 0,14-4 0,-17 2 167,1 1 0,0-1 1,-1 0-1,0 0 0,0-1 0,0 0 0,0 0 0,-1-1 0,0 0 0,0 0 0,-1 0 0,1-1 0,-1 0 0,-1 0 0,7-13 0,54-134 3852,-25 54-872,-38 95-3077,0 0 1,0 0 0,1 1-1,0-1 1,-1 1 0,2 0-1,-1-1 1,0 1 0,1 1-1,0-1 1,0 1 0,0-1-1,0 1 1,0 0 0,9-4-1,-9 6-22,0 0 1,0 0-1,0 0 0,0 1 0,1-1 0,-1 1 0,0 0 0,0 0 0,0 1 1,0-1-1,0 1 0,0 0 0,0 0 0,0 0 0,0 0 0,0 1 0,0 0 1,0 0-1,-1 0 0,1 0 0,2 3 0,13 9 0,-1 1 0,0 0 0,-1 2 0,-1 0 0,-1 1 0,16 24 0,-1 2 0,39 82 0,-40-66 0,-3 1 0,-3 1 0,-2 1 0,15 85 0,-29-110 0,-2 0 0,-2 0 0,-1 0 0,-3 0 0,0 1 0,-3-1 0,-1 0 0,-19 71 0,10-66 0,-1-1 0,-3-1 0,-1 0 0,-28 43 0,28-55 0,-1-1 0,-1-1 0,-2-1 0,-1-1 0,-52 43 0,52-49-19,-56 40-194,72-54 191,-1 0 1,0-1-1,0 0 1,0 0-1,-1-1 1,1 0-1,-18 3 1,25-6 25,1 0 1,-1 1-1,0-1 0,1 0 1,-1 0-1,1-1 1,-1 1-1,1 0 0,-1 0 1,1-1-1,-1 1 0,1-1 1,-1 1-1,1-1 0,-1 0 1,1 0-1,0 1 1,0-1-1,-1 0 0,1 0 1,0 0-1,0 0 0,0 0 1,0-1-1,0 1 0,0 0 1,0 0-1,0-1 1,1 1-1,-1-1 0,0 1 1,1 0-1,-1-1 0,1 1 1,0-1-1,-1 0 0,1 1 1,0-1-1,0 1 1,0-1-1,0 1 0,0-1 1,1-2-1,-1-6 31,1-1 1,1 1-1,0-1 0,0 1 1,5-11-1,8-18-45,1 1 1,37-62-1,55-64-306,-89 137 206,50-69-1772,4 4 0,100-97 0,68-32-8907,-95 103-2104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4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17 10397,'-3'-1'2500,"-6"-2"-815,-1 0-1,1 0 1,-1 1-1,-10-2 1,16 4-1376,0 0 1,1 0-1,-1 0 1,0 0-1,1 1 1,-1 0-1,1-1 1,-1 1-1,1 1 1,-1-1-1,1 0 1,0 1-1,-1 0 1,1-1-1,-5 5 1,-4 4 334,1 1 0,1 0 0,0 0 0,-15 24 0,-32 57 1331,41-63-1495,-43 75-207,5 2 1,-68 192-1,112-268-273,1 1 0,1-1 0,2 2 0,0-1 0,3 1 0,0 32 0,3-55 0,0 1 0,1-1 0,0 1 0,1-1 0,0 0 0,1 0 0,-1 0 0,2 0 0,-1 0 0,1 0 0,1-1 0,0 0 0,0 0 0,0 0 0,1-1 0,0 1 0,1-1 0,-1-1 0,1 1 0,1-1 0,-1 0 0,1-1 0,0 0 0,11 5 0,1-1-78,1-2 0,0 0 0,1-1 0,-1-1 0,1-1 0,0-1 0,0-1 0,1-1 0,-1-1 0,40-5 0,-13-2-161,-1-2 1,0-2-1,84-32 0,-82 21 175,0-2-1,-1-3 1,-2-1 0,0-2-1,-3-3 1,0-1 0,-2-2-1,-2-2 1,46-56 0,-70 73 54,25-41 0,-39 59 12,0 1 0,-1-1 0,0 0 1,1 1-1,-1-1 0,0 0 0,0 0 1,-1 0-1,1 0 0,-1 0 0,1 0 0,-1 0 1,0 0-1,0 0 0,-1-6 0,0 7-3,1 1-1,-1 0 0,0-1 0,1 1 0,-1 0 1,0 0-1,0 0 0,0 0 0,0 0 1,0-1-1,0 2 0,-1-1 0,1 0 0,0 0 1,0 0-1,-1 0 0,1 1 0,0-1 1,-1 1-1,1-1 0,0 1 0,-1 0 0,1-1 1,-1 1-1,1 0 0,-1 0 0,1 0 1,-1 0-1,1 0 0,-1 0 0,-1 1 0,-12 1-101,0 0 0,0 1 0,0 1 0,0 1 0,0 0 0,1 1 0,0 0 0,0 1 0,1 1 0,-19 13 0,-4 6-1593,0 3 1,-40 42 0,75-71 1643,0-1 1,0 1 0,0 0-1,0 0 1,0 0 0,0 0-1,0 0 1,1 0 0,-1 0-1,0 0 1,0 0 0,1 1-1,-1-1 1,1 0 0,-1 0-1,1 1 1,0-1 0,-1 0-1,1 0 1,0 1 0,0-1 0,0 0-1,0 1 1,0-1 0,0 1-1,0-1 1,1 3 0,1-3 50,-1 1 1,1 0 0,-1-1 0,1 1 0,0-1 0,0 0-1,0 1 1,0-1 0,0 0 0,0 0 0,0 0 0,0-1 0,1 1-1,-1 0 1,4 0 0,22 3 318,-1-2-1,1 0 0,0-2 1,31-3-1,4 0-92,-21 2-728,0-1 1,0-3 0,-1-2 0,59-16 0,-59 10-1321,-1-1 1,0-3-1,-1-1 0,43-27 1,-33 12-2148,-4-6-1874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4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1 197 8209,'12'-90'1434,"-11"85"-1184,0 0 0,0 1 0,0-1 1,0 1-1,1-1 0,0 1 0,0 0 0,0-1 0,0 1 1,1 0-1,-1 0 0,1 1 0,6-7 0,11-16 2765,-19 25-2894,-1 0-1,1 0 0,0 0 1,0 0-1,0 0 1,0 0-1,0 0 1,0 1-1,0-1 1,0 0-1,0 0 0,0 1 1,1-1-1,-1 1 1,0-1-1,0 1 1,1-1-1,-1 1 1,0 0-1,0 0 1,1 0-1,-1-1 0,0 1 1,1 1-1,-1-1 1,0 0-1,1 0 1,-1 0-1,0 1 1,1-1-1,-1 0 0,2 2 1,1-1 23,0 1 0,0 0 1,0 0-1,-1 0 0,1 1 0,0-1 1,-1 1-1,0 0 0,4 4 0,1 3 111,0 0-1,-2 1 0,1 0 0,-1 0 1,-1 0-1,0 1 0,6 20 0,17 93 546,-15-58-876,-2-16-468,24 95-2533,-26-115-1004,16 32 0,-3-16-5487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5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1 571 9457,'12'-10'738,"1"1"0,0 0 0,0 1-1,1 0 1,0 1 0,1 0 0,15-4 0,111-26 1516,-122 32-2128,492-113 1484,-449 100-1436,0-2-1,-2-3 0,0-2 0,-2-3 0,60-40 0,-105 60-42,-1-1 0,0 0 0,-1-1 0,0 0 1,-1-1-1,12-16 0,-20 25 735,-19 12-477,0 1-1,0 0 1,1 1-1,1 1 0,0 0 1,1 2-1,1-1 1,-13 19-1,23-30-366,0 1 0,1 0 0,-1 0 0,1 0 0,0 0 0,1 0 1,-1 0-1,1 0 0,0 0 0,0 1 0,0-1 0,0 1 0,1-1 0,-1 0 0,1 1 0,1-1 0,-1 1 0,0-1 0,1 1 0,0-1 0,2 6 1,-1-6-89,1 0 1,-1 1 0,1-1 0,0 0-1,0 0 1,1 0 0,-1-1 0,1 1-1,0-1 1,-1 0 0,2 0 0,-1 0-1,0-1 1,0 1 0,1-1 0,0 0 0,8 2-1,5 1-258,0 0 1,1-2-1,-1 0 0,1-1 0,29-1 0,93-12-1068,-116 8 1238,0 0 0,0-2 0,0-1 0,0-2 0,-1 0 0,0-1 0,-1-1 0,0-1 0,0-2 0,36-26 0,-56 37 158,59-53 246,-55 48-164,-1 0-1,0 0 0,-1-1 0,1 1 1,-1-1-1,-1 0 0,0-1 0,5-11 1,-8 16-10,1-1 0,-1 1 0,0-1 1,-1 1-1,1-1 0,-1 0 1,0 0-1,0 1 0,0-1 1,0 0-1,-1 1 0,0-1 0,0 1 1,-3-9-1,2 10-8,1 0 0,-1 0 0,0 1 0,0-1 0,0 1 0,0-1 0,-1 1 0,1 0 0,-1 0 1,1 0-1,-1 0 0,0 0 0,0 1 0,0-1 0,0 1 0,0 0 0,0 0 0,0 0 0,0 0 0,0 0 0,-5 0 0,-2 0 8,0 1-1,0 0 1,1 0-1,-1 1 1,0 0 0,1 1-1,-1 0 1,0 0-1,1 1 1,0 0-1,0 1 1,0 0 0,0 1-1,1 0 1,-1 0-1,1 0 1,-8 9-1,5-5-50,1 0 0,0 1 0,0 1 0,1 0-1,1 0 1,0 1 0,1-1 0,0 2-1,0-1 1,1 1 0,-6 20 0,11-30-31,0 1 1,1 0 0,-1 0-1,1 0 1,-1-1 0,1 1-1,0 0 1,0 0 0,1 0-1,-1 0 1,1-1 0,0 1-1,0 0 1,0-1 0,1 1-1,2 5 1,-1-4-13,1 0 0,0 0 1,-1 0-1,2 0 0,-1-1 0,0 0 1,1 0-1,0 0 0,8 4 0,0 0 89,1-1-1,0-1 1,1 0 0,-1-1-1,1-1 1,0 0-1,16 2 1,8-3 937,-30-3-795,1 1 0,-1 0 0,0 0 0,1 1 1,-1 0-1,0 1 0,0 0 0,0 0 1,14 8-1,-3 3-43,0 1-1,0 0 1,-1 2-1,-1 0 1,-1 1-1,-1 1 1,21 31 0,-14-16-56,-1 2 0,-2 0 1,29 75-1,-41-86-176,0-1 0,-2 1-1,-1 0 1,-1 1 0,-1-1 0,-1 1-1,-1-1 1,-1 1 0,-2 0 0,0-1-1,-2 1 1,-1-1 0,-1 0 0,-1-1-1,-1 1 1,-1-1 0,-1-1-1,-1 1 1,-1-2 0,-15 22 0,-5 1-315,-2-1 0,-72 72 1,78-89 297,-1-2 0,-2-1 0,0-1 0,-61 32 0,92-54 73,-1-1 1,0 1-1,0-1 0,0 0 1,0 1-1,1-1 0,-1 0 1,0 1-1,0-1 0,0 0 1,0 0-1,0 0 0,0 0 0,0 0 1,0 0-1,0 0 0,0 0 1,0 0-1,-1-1 0,2 1 2,0 0 0,-1-1 0,1 1-1,-1-1 1,1 1 0,-1-1 0,1 1-1,0-1 1,-1 1 0,1-1 0,0 1-1,0-1 1,-1 1 0,1-1-1,0 1 1,0-1 0,0 1 0,0-1-1,0 0 1,0 1 0,0-1 0,0 0-1,0-3-32,0-1-1,1 1 1,0 0-1,0-1 1,0 1-1,3-7 1,11-19-347,1 1 0,40-54 0,-31 48 173,125-178-665,149-220 182,104-267 1173,-398 690-486,1-2 89,-1 1 1,2-1-1,12-17 1,-18 28-69,-1 1 0,1-1 0,-1 0 0,1 0 0,0 0 0,-1 0 0,1 0 0,0 1 0,0-1 0,-1 0 0,1 0 0,0 1 0,0-1 0,0 1 0,0-1 0,0 1 0,0-1 0,0 1 0,0 0 0,0-1 0,0 1 0,0 0 0,0 0 0,1 0 0,-1 0 1,0 0-1,0 0 0,0 0 0,0 0 0,0 0 0,0 0 0,0 1 0,0-1 0,0 1 0,0-1 0,0 0 0,0 1 0,0-1 0,0 1 0,0 0 0,0-1 0,0 1 0,-1 0 0,1 0 0,0-1 0,0 1 0,-1 0 0,1 0 0,-1 0 0,1 0 0,-1 0 0,1 0 0,-1 0 0,1 1 0,10 22 96,-1 0-1,-2 1 1,10 40-1,0 0 14,-7-28-303,3-1-1,30 60 1,-36-82-38,0-1 0,1 1 0,0-2 0,1 1 0,1-1 0,0-1 0,0 0 0,1 0 0,16 10 0,-26-21 188,0-1 1,-1 1 0,1 0 0,0-1 0,0 1 0,-1-1 0,1 1 0,0-1 0,-1 0 0,1 0 0,-1 0 0,1 1 0,-1-2 0,1 1 0,-1 0 0,3-3 0,-4 1 21,1 0 1,-1 0-1,0-1 0,0 1 1,0 0-1,-1 0 0,1-1 0,-1 1 1,1 0-1,-1 0 0,0 0 1,0 0-1,-1 0 0,1 0 0,-4-5 1,5 7 6,-11-18 7,-1 0 0,0 1 0,-2 0 0,0 1 1,0 1-1,-2 0 0,0 1 0,-1 1 0,0 0 0,-1 1 0,-1 1 0,-21-10 0,-2 1-112,0 2 0,-2 2 0,0 1 0,-76-15 0,90 25-708,-35-3 1,33 9-2040,-1 3-3396,5 2-2665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16 13637,'-1'0'73,"1"0"0,0 0-1,-1 0 1,1-1 0,0 1-1,-1 0 1,1 0 0,0-1-1,0 1 1,-1 0 0,1 0-1,0-1 1,0 1 0,-1 0-1,1-1 1,0 1 0,0-1-1,0 1 1,0 0 0,0-1-1,-1 1 1,1 0 0,0-1-1,0 1 1,0-1 0,0 1 0,0 0-1,0-1 1,0 1 0,0-1-1,1 1 1,-1-1 0,13-3 1600,-7 3-1277,0 1-1,0 1 1,-1-1-1,1 1 0,8 2 1,19 6 458,-6-2-362,1 1 0,-1 1 1,-1 1-1,48 26 0,-52-22-388,-1 1-1,-1 1 1,0 1 0,-1 0-1,-1 2 1,-1 0 0,0 1 0,-2 1-1,15 23 1,-22-29-83,-1 0 0,0 0 1,-1 0-1,-1 0 0,0 1 0,-1 0 0,-1 0 0,0 1 1,-1-1-1,-1 0 0,0 1 0,-2-1 0,0 1 1,0-1-1,-6 21 0,-4 1 165,-2 0 0,-2-1 0,-1-1 0,-31 50 0,47-85-169,-2 1 327,2-5-3,3-10-209,1 0 0,0 0-1,0 0 1,1 1 0,11-20 0,42-61 145,-21 36-117,158-223 472,-182 264-573,-1 2 0,16-14 1,-22 22-68,0 2-1,0-1 1,0 1 0,0 0-1,1 0 1,-1 0 0,1 1-1,10-3 1,-12 5-107,0 0 1,-1 0-1,1 0 0,0 1 1,0 0-1,0 0 1,0 0-1,0 1 0,0 0 1,-1 0-1,1 0 0,0 0 1,-1 1-1,1 0 1,0 0-1,-1 0 0,0 0 1,0 1-1,0-1 0,0 1 1,0 0-1,0 1 1,-1-1-1,1 1 0,5 7 1,0 1-1325,0 0 0,13 25 0,8 26-7682,-19-32 155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0 263 8665,'10'-103'2180,"2"75"-400,-2-1-316,-4 18-288,7-9-204,0 3-491,31-15 31,-19 24-1212,4 2-493,6 0-347,22 3-2448,-13 9-2837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7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301 520 6785,'0'0'155,"0"0"0,0 0 1,0-1-1,1 1 0,-1 0 1,0-1-1,0 1 1,0-1-1,0 1 0,0 0 1,0-1-1,1 1 0,-1 0 1,0-1-1,0 1 1,0-1-1,0 1 0,0 0 1,0-1-1,-1 1 0,1 0 1,0-1-1,0 1 1,0-1-1,0 1 0,0 0 1,0-1-1,-1 1 0,1 0 1,0-1-1,0 1 1,-1 0-1,1 0 0,0-1 1,0 1-1,-1 0 0,1 0 1,0-1-1,-1 1 0,1 0 1,0 0-1,-1 0 1,1 0-1,0-1 0,-1 1 1,1 0-1,0 0 0,-1 0 1,1 0-1,-1 0 1,1 0-1,0 0 0,-1 0 1,1 0-1,0 0 0,-1 0 1,1 0-1,-1 0 1,1 0-1,0 1 0,-1-1 1,1 0-1,0 0 0,-1 0 1,0 1-1,11-16 3769,-1 4-4576,4 1 1135,-2-1 0,1 0 0,-2-1 0,0 0 0,10-15 0,-18 22-335,1 1 0,-1-1 0,0 0 1,-1 1-1,1-1 0,-1 0 0,0 0 0,0 0 0,0 0 1,-1 0-1,0 0 0,0-1 0,0 1 0,-1 0 1,1 0-1,-1 0 0,-1 0 0,1 0 0,-3-6 0,3 8-70,0 0-1,-1 0 0,1 1 0,-1-1 1,1 0-1,-1 0 0,0 1 1,0-1-1,0 1 0,0 0 0,-1 0 1,1 0-1,-1 0 0,1 0 0,-1 0 1,0 0-1,1 1 0,-6-2 1,3 1 10,0 1 0,0 0 1,-1 0-1,1 0 1,0 1-1,-1 0 1,1 0-1,0 0 1,-1 1-1,-6 1 1,0 1 33,1 0 0,0 0 0,-1 2 0,2-1 1,-1 1-1,0 1 0,1 0 0,0 1 0,-15 13 0,9-4-35,0 1-1,1 0 0,2 1 1,-1 1-1,2 0 0,1 1 0,0 1 1,2-1-1,0 1 0,1 1 1,-8 40-1,13-48-110,1 0 0,1 0 1,0 0-1,1 0 0,0 0 0,2 1 1,-1-1-1,8 26 0,-6-30-55,1 1 0,1-1 0,-1 0 0,2 0 0,-1 0 0,1-1 0,1 0 0,0 0 0,0 0 0,1-1 0,0 0 0,11 8 0,-10-9-89,1 0 0,0-1 1,0 0-1,0-1 0,0 0 0,1-1 0,0 0 1,0 0-1,0-2 0,0 1 0,1-1 0,-1-1 1,1 0-1,-1 0 0,1-1 0,22-4 0,-20 2 76,1-1 0,-1-1 0,0-1 0,-1 0 0,1-1 0,-1 0 0,0-1 0,0 0 0,-1-1 0,0 0 0,-1-1 0,0-1 0,12-12 0,-4 2 243,-1-1-1,-1 0 1,0-2 0,-2 0-1,-1 0 1,-1-2 0,0 0-1,11-37 1,20-71 826,99-258 1938,-141 388-2876,-1-1 0,1 1-1,0-1 1,0 1-1,0 0 1,1 0 0,-1 0-1,1 0 1,-1 1-1,1-1 1,5-3 0,-6 5-22,0 0 1,0 0 0,0 0 0,0 1 0,0-1 0,1 1 0,-1-1 0,0 1 0,0 0 0,0 0 0,0 0 0,1 0 0,-1 0-1,0 0 1,0 0 0,0 1 0,0-1 0,1 1 0,-1 0 0,4 2 0,-3-2 9,0 1 0,0 1 0,0-1 1,0 0-1,0 1 0,-1-1 0,1 1 0,-1 0 0,1 0 0,-1 0 1,0 0-1,3 6 0,16 44 224,-18-45-235,7 21 51,-2 0 0,-2 0 1,0 0-1,-2 1 0,-1 0 1,-2 0-1,0 0 0,-6 40 0,0-31-294,-2 0 0,-2-1-1,-1 1 1,-2-2 0,-31 67-1,36-89-89,-3 6-662,0 0 0,-1 0 0,-1-2-1,-1 1 1,-20 22 0,20-29-116,-35 41-8349,33-34-2279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89 12417,'-16'-32'4469,"19"15"-3657,0 0-628,13 14-2373,6-5-451,-9 5-1152,3-6-2485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7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29 10417,'-11'-23'2496,"9"18"1603,1 7-2306,-1 3-1309,0 0 1,1 0-1,0 1 0,0-1 1,0 0-1,0 0 0,1 1 1,0-1-1,0 0 0,1 6 1,13 56 1291,-6-33-788,6 40 186,-4 0 0,-3 0 0,-4 1 0,-6 79 0,1-38-1174,5 0 0,5 0 0,5-1 0,50 204 0,0-77 0,61 271 0,-66-101-143,-54-351-13,-3-1 0,-3 1 0,-2 0 0,-22 108 0,22-148-332,-2-1 0,0 1 0,-1-2 0,-1 1 0,-1-1 0,0 0 0,-2-1 0,0 0 0,-1 0-1,-1-2 1,0 1 0,-2-2 0,1 0 0,-2 0 0,0-2 0,-1 0 0,-29 18 0,13-14-1479,-1-2 1,0-1-1,-1-2 1,-57 13 0,-42-2-8277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8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138 120 7013,'-1'-11'1166,"-1"-1"0,0 1 0,-1 0 0,0 0 0,-1 0 0,0 0 0,-1 0 0,-12-20 2418,1 43-650,12-6-2624,1 0 0,-1-1 0,1 1 0,0 0 0,1 0 0,0 1 1,0-1-1,-1 7 0,-8 59 1252,6-35-856,-15 129 264,7 1 0,7 0-1,8 1 1,31 234 0,-18-299-1804,5-2-1,51 161 1,-52-211 253,1-1-1,2-1 0,3-1 1,2-1-1,2-1 1,64 78-1,-50-78-1614,3-2 0,1-2 1,2-2-1,95 60 0,63 12-9977,-206-111 12116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2.1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300 918 11985,'0'-1'138,"0"0"1,0 0-1,-1 0 0,1 0 1,-1 1-1,1-1 0,-1 0 1,1 0-1,-1 0 0,1 1 1,-1-1-1,0 0 0,1 1 1,-1-1-1,0 1 0,1-1 1,-1 1-1,0-1 0,0 1 1,0-1-1,1 1 0,-1 0 1,0-1-1,0 1 0,0 0 1,0 0-1,0 0 0,0 0 1,0 0-1,0 0 0,1 0 1,-1 0-1,0 0 0,0 0 1,0 0-1,0 0 0,0 1 1,0-1-1,-12 3 14422,13 17-13733,-3 5-827,-4-21 0,5-4 0,-17 20 0,19-20 0,0 0 0,0 0 0,0 0 0,0-1 0,0 1 0,0 0 0,0 0 0,0 0 0,0-1 0,0 1 0,0 0 0,0 0 0,0 0 0,0 0 0,0-1 0,0 1 0,0 0 0,0 0 0,0 0 0,0 0 0,-1-1 0,1 1 0,0 0 0,0 0 0,0 0 0,0 0 0,0 0 0,0-1 0,-1 1 0,1 0 0,0 0 0,0 0 0,0 0 0,0 0 0,-1 0 0,1 0 0,0 0 0,0 0 0,0 0 0,-1 0 0,1-1 0,0 1 0,0 0 0,0 0 0,0 0 0,-1 0 0,1 1 0,0-1 0,0 0 0,0 0 0,-1 0 0,1 0 0,0 0 0,0 0 0,0 0 0,0 0 0,-1 0 0,1 0 0,0 0 0,0 1 0,0-1 0,0 0 0,0 0 0,-1 0 0,1 0 0,0 0 0,0 1 0,0-1 0,-1-17 0,1 16 0,2-28 0,9-47 0,0 6 0,7-222 0,-14 183 0,-2 63 0,19-210 0,-19 243 0,-1 0 0,0 0 0,-2-17 0,1 30 0,0 0 0,0 1 0,0-1 0,-1 0 0,1 1 0,0-1 0,-1 0 0,1 0 0,0 1 0,0-1 0,-1 0 0,1 0 0,0 0 0,-1 1 0,1-1 0,0 0 0,-1 0 0,1 0 0,-1 0 0,1 0 0,0 0 0,-1 0 0,1 0 0,-1 1 0,1-2 0,0 1 0,-1 0 0,1 0 0,0 0 0,-1 0 0,1 0 0,-1 0 0,1 0 0,0 0 0,-1 0 0,1-1 0,0 1 0,-1 0 0,1 0 0,0-1 0,-1 1 0,1 0 0,0 0 0,0-1 0,-1 1 0,1 0 0,0-1 0,0 1 0,-1 0 0,1-1 0,0 1 0,0 0 0,0-1 0,0 1 0,0 0 0,0-1 0,0 1 0,-1-1 0,1 1 0,0 0 0,0-1 0,0 1 0,1-1 0,-3 3 0,-14 15 0,1 0 0,1 1 0,0 1 0,1 0 0,2 1 0,-15 32 0,10-21 0,14-27 0,-12 20 0,1 2 0,1-1 0,1 1 0,2 1 0,1 0 0,1 0 0,1 1 0,-3 33 0,-1 108 0,10-142 0,1 0 0,1-1 0,2 0 0,0 0 0,2 0 0,1 0 0,19 47 0,-20-58 0,16 40 0,3-2 0,37 62 0,73 91 0,-33-54 0,-102-151 0,21 31 0,0 1 0,-3 1 0,0 1 0,20 60 0,-35-84 0,-1-1 0,0 0 0,-1 0 0,0 1 0,0-1 0,-1 1 0,-1-1 0,1 1 0,-4 15 0,1-18 0,1 0 0,-1-1 0,-1 1 0,1 0 0,-1-1 0,-1 0 0,1 0 0,-1 0 0,0 0 0,-1-1 0,1 0 0,-1 0 0,-10 7 0,-14 9 0,-1-1 0,0-2 0,-2-1 0,0-2 0,-1-1 0,0-2 0,-46 12 0,71-23-229,-1 0 0,1 0 0,0-1 1,-1 0-1,1-1 0,-1 0 0,1 0 0,-17-3 0,22 2 62,-1-1-1,1 1 0,0-1 0,0 0 1,0 0-1,0 0 0,0 0 0,0-1 1,1 1-1,-1-1 0,1 0 0,-1 0 1,1-1-1,0 1 0,1-1 0,-1 1 1,0-1-1,1 0 0,0 0 0,-2-5 0,0 0-1455,1-1 0,0 0-1,0 0 1,1 0 0,0 0-1,0-19 1,4-24-11214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2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32 172 13925,'-25'-90'3219,"23"86"-2402,1 0 0,0-1 0,0 1 0,0-1 0,1 1-1,-1-1 1,1 0 0,0 1 0,0-1 0,1 1 0,1-9-1,1-6 4117,8 39-4045,-5-3-888,-1 1 0,-1-1 0,0 1 0,1 22 0,3 80 0,-6-59 0,9 168 50,5 74-36,23-7-429,-36-283-1460,0-1 0,1 1 0,0 0 0,11 19 0,-15-31 1299,1 1 0,0-1 0,0 1 0,0-1-1,0 0 1,0 1 0,0-1 0,1 0 0,-1 0-1,0 0 1,1 0 0,1 1 0,22 8-11991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2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36 269 15149,'-35'-5'3353,"41"-10"-449,0 4-272,10 2-544,10-8-471,18 0-353,16 3-228,13-3-196,19-3-536,13-3-520,3 6-832,16-6-416,0 3-613,-10 0-847,-12 3-564,-4 5-2445,-9 1-5120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4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315 1056 9293,'15'-4'2169,"-14"1"1166,-25-1 4072,3 1-4337,-23-7 1110,32 6-3892,1 1-1,0 1 1,-1 0 0,-15 0-1,3 2 21,10-1-130,-1 1 0,0 0 0,1 2 0,-1-1 0,-25 8 0,13-4-474,22-8-1257,12-4 940,4 0 454,-9 5 51,12-23 946,7-12 1552,-21 37-2390,0 0 0,0 0 0,0-1 0,0 1 0,0 0 0,0 0 0,0 0 0,0 0 0,0 0 0,0 0 0,1 0 0,-1 0 0,0 0 0,0-1 0,0 1 0,0 0 0,0 0 0,0 0 0,0 0 0,0 0 0,1 0 0,-1 0 0,0 0 0,0 0 0,0 0 0,0 0 0,0 0 0,0 0 0,0 0 0,1 0 0,-1 0 0,0 0 0,0 0 0,0 0 0,0 0 0,0 0 0,0 0 0,1 0 0,-1 0 0,0 0 0,0 0 0,0 1 0,0-1 0,0 0 0,0 0 0,0 0 0,0 0 0,0 0 0,0 0 0,1 0 0,-1 0 0,0 0 0,0 1 0,0-1 0,0 0 0,1 11 0,-2 12 0,-5 16 0,2-19 0,0 0 0,2 0 0,0 1 0,2-1 0,0 0 0,4 25 0,-1-29 0,0-1 0,1 0 0,1 0 0,1-1 0,0 0 0,1 0 0,0 0 0,1-1 0,1 0 0,11 14 0,-13-20 0,0 0 0,0 0 0,0-1 0,1 0 0,0 0 0,1-1 0,-1 0 0,1-1 0,0 0 0,0 0 0,0-1 0,1 0 0,-1 0 0,1-1 0,0-1 0,-1 1 0,12-1 0,-2-2 0,1 0 0,-1-1 0,1-1 0,-1-1 0,0 0 0,0-2 0,0 0 0,-1-1 0,0-1 0,0-1 0,19-12 0,21-18 0,96-82 0,-93 69 0,-33 28 0,-10 13 0,-17 11 0,0 0 0,0 0 0,0 0 0,0 0 0,0 0 0,0 0 0,0 1 0,0-1 0,0 0 0,0 1 0,0-1 0,0 1 0,0-1 0,0 1 0,0-1 0,0 1 0,0-1 0,0 1 0,-1 0 0,1 0 0,0-1 0,-1 1 0,1 0 0,0 0 0,-1 0 0,1 0 0,-1 0 0,1 0 0,-1 0 0,1 0 0,-1 2 0,10 41 0,-7-26 0,2 1 0,0-1 0,2 0 0,0 0 0,0-1 0,2 0 0,10 17 0,-13-25 0,0-1 0,1 1 0,-1-1 0,2-1 0,-1 1 0,1-1 0,0 0 0,0-1 0,1 0 0,0-1 0,0 1 0,19 7 0,-2-6 0,1-1 0,0 0 0,0-2 0,0-1 0,0-2 0,0 0 0,0-2 0,0-1 0,1-1 0,-2-1 0,1-2 0,48-16 0,-60 17 0,-1-2 0,0 0 0,0-1 0,-1-1 0,0 0 0,0 0 0,-1-1 0,0-1 0,-1 0 0,0 0 0,-1-2 0,0 1 0,-1-1 0,-1 0 0,0-1 0,0 0 0,-2 0 0,1-1 0,-2 1 0,0-1 0,-1-1 0,4-30 0,-7 40 0,0 1 0,-1-1 0,0 0 0,-1 0 0,1 1 0,-1-1 0,-2-9 0,2 13 0,1 0 0,-1 0 0,0 0 0,0 1 0,0-1 0,0 0 0,-1 0 0,1 0 0,0 1 0,-1-1 0,1 1 0,-1-1 0,1 1 0,-1-1 0,0 1 0,0 0 0,0 0 0,1 0 0,-1 0 0,0 0 0,0 0 0,0 1 0,-1-1 0,-2 0 0,-7 0 0,-1 0 0,0 0 0,1 2 0,-1-1 0,0 2 0,0 0 0,1 0 0,-1 1 0,1 1 0,0 0 0,0 0 0,0 1 0,1 1 0,-14 8 0,-1 3 0,1 0 0,1 2 0,1 0 0,-38 42 0,59-58-10,0-1 0,0 0-1,0 1 1,0-1 0,1 1 0,-1-1 0,1 1-1,-1 0 1,1-1 0,0 1 0,0 0 0,1 0 0,-2 4-1,2-6-6,0 1-1,0 0 0,0-1 1,1 1-1,-1-1 0,0 1 1,1 0-1,-1-1 0,1 1 1,-1-1-1,1 1 1,0-1-1,0 1 0,-1-1 1,1 1-1,0-1 0,0 0 1,2 2-1,0-1-17,0 0 1,0 1-1,0-2 0,1 1 0,-1 0 1,1 0-1,-1-1 0,1 0 1,0 0-1,-1 0 0,1 0 1,0-1-1,0 1 0,0-1 0,-1 0 1,1 0-1,0 0 0,0-1 1,3 0-1,6-1-87,-1-1 0,0-1 0,0 0 0,-1 0 0,1-1 1,-1-1-1,0 0 0,0-1 0,-1 1 0,14-13 0,-12 8 72,0-2 0,0 0 0,-1 0-1,0-1 1,-2 0 0,1-1 0,11-26 0,-5 3 14,-2 0 0,-1 0 1,14-74-1,51-557 1155,-59 470-98,-19 185-824,-3 11 112,-10 20 102,6-2-411,-1 0 0,2 1 0,0 0 0,1 0 0,1 0 0,-4 24 0,-7 109 0,12-111 0,-4 40 0,3 0 0,4 0 0,13 112 0,-8-163 0,1 0 0,1-1 0,1 0 0,1-1 0,22 43 0,-22-52 0,0 0 0,2-1 0,0-1 0,0 0 0,2 0 0,-1-1 0,2-1 0,0 0 0,24 16 0,-29-23-9,0 0 0,0 0 0,0-1 0,0 0 0,1 0 0,-1-1 0,1 0 0,0-1 0,0 0 0,0-1 0,0 0 0,0-1 0,0 1 0,0-2 0,0 0 0,0 0 0,0-1 0,0 0 0,0 0-1,-1-1 1,1-1 0,-1 0 0,0 0 0,0 0 0,0-1 0,0-1 0,11-9 0,-1-1-218,31-34 0,-36 35 116,1 0-1,1 0 1,18-13-1,-31 28 95,0 1-1,0-1 1,-1 0-1,1 1 0,0 0 1,0 0-1,-1-1 1,1 2-1,0-1 1,-1 0-1,4 2 0,-6-3 17,98 70-126,-82-61 131,1 0-1,0-1 1,1-1 0,0-1-1,0 0 1,34 6 0,-46-11 38,1-1 0,0 1 0,0-1 0,-1 0 1,1 0-1,0-1 0,0 0 0,-1 0 1,1-1-1,-1 0 0,1 0 0,-1 0 0,0-1 1,1 0-1,-2 0 0,1-1 0,0 1 1,-1-1-1,1-1 0,-1 1 0,0-1 0,8-9 1,-7 5-1,-1 1 0,0-1 1,0 0-1,0 0 1,-1-1-1,4-14 0,-3 9-9,1-1 1,0 1-1,1 0 0,1 0 0,12-16 0,-20 30-33,0 1 0,0-1 0,1 1 0,-1-1 0,0 1 0,1-1 0,-1 1 0,1-1 0,-1 1 0,0-1 0,1 1 0,-1-1 0,1 1 0,-1 0 0,1-1 0,-1 1 0,1 0 0,0 0 0,-1-1 0,1 1 0,-1 0 0,1 0 0,0 0 0,-1 0 0,1 0 0,0-1 0,-1 1 0,1 0 0,-1 0 0,1 1 0,0-1 0,0 0 0,1 1 0,-1 0 0,0 0 0,0 0 0,0 0 0,0 0 0,0 0 0,0 1 0,0-1 0,0 0 0,0 1 0,-1-1 0,2 3 0,13 49 0,-15-52 0,4 26 0,-1 0 0,-1 46 0,0 13 0,57 495 0,-53-511 0,-3 98 0,-4-147 0,-2 64 0,-18 114 0,11-140 0,-2-1 0,-3 0 0,-33 82 0,38-116 0,-1 0 0,-2-1 0,0-1 0,-1 0 0,-1 0 0,-2-2 0,0 0 0,0-1 0,-2 0 0,-30 22 0,26-25 0,-1 0 0,-1-2 0,0-1 0,-1 0 0,-39 11 0,49-18 0,0-2 0,-1-1 0,1 0 0,-1-1 0,0 0 0,1-1 0,-1-1 0,0-1 0,0-1 0,-26-5 0,39 6 0,0-1 0,0 1 0,0-1 0,0 0 0,0 0 0,0 0 0,0 0 0,0-1 0,1 0 0,-1 0 0,1 0 0,0 0 0,0 0 0,-4-6 0,3 3 0,0-1 0,1 0 0,-1 0 0,1 0 0,1 0 0,-1 0 0,-2-14 0,3 2 0,0 0 0,1 0 0,1 0 0,0 0 0,2 0 0,3-20 0,5-5 0,2-1 0,1 2 0,37-78 0,80-116 0,-70 146-1342,3 3 0,4 3 0,4 2 0,93-83 0,-34 50-4403,268-182 0,-340 260-5838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6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43 208 9621,'5'-35'1173,"-3"25"-554,0 0 1,-1 0 0,0 0-1,-1 0 1,0 0-1,-2-13 1,1 21-124,1-1 1,1 0-1,-1 0 1,0 0 0,1 0-1,-1 0 1,1 0-1,0 1 1,0-1-1,0 0 1,0 0 0,0 1-1,1-1 1,-1 1-1,4-5 1,32-31 6578,-33 34-6294,-3 5-685,0-1 1,0 1-1,-1-1 1,1 1-1,0-1 1,0 1-1,-1-1 1,1 1-1,0 0 1,-1-1-1,1 1 1,-1 0-1,1 0 1,-1 0-1,1-1 1,-1 1-1,1 1 1,-1-2-63,3 8-29,-1-1 1,0 0-1,-1 1 1,1-1-1,-1 1 1,-1 0-1,1-1 1,-1 1-1,-1 0 1,1-1-1,-1 1 1,-4 13-1,0 12-12,-42 245 7,-1 6 0,25 49 0,22-260 0,3-2 0,19 118 0,-19-176 0,1 0 0,1 0 0,0 0 0,0 0 0,8 13 0,-10-23 0,-1 0 0,1-1 0,0 1 0,0 0 0,0-1 0,0 1 0,1-1 0,-1 0 0,1 0 0,-1 0 0,6 3 0,-6-4 0,0-1 0,0 1 0,0 0 0,0-1 0,0 0 0,0 1 0,0-1 0,0 0 0,0 0 0,0 0 0,0 0 0,1-1 0,-1 1 0,0 0 0,0-1 0,0 0 0,0 1 0,0-1 0,0 0 0,1-1 0,10-5 0,-1-1 0,0-1 0,0 1 0,-1-2 0,0 1 0,-1-2 0,14-17 0,57-91 0,-37 50 0,-2 6 0,46-64 0,-73 107 0,1 1 0,1 1 0,1 1 0,23-18 0,-35 31 0,0 0 0,0 0 0,0 0 0,1 1 0,0 0 0,-1 1 0,1-1 0,0 1 0,0 0 0,0 1 0,1 0 0,-1 0 0,0 0 0,11 1 0,-7 2 0,0-1 0,0 2 0,0-1 0,0 2 0,-1-1 0,1 1 0,-1 1 0,15 9 0,6 6 0,-2 1 0,-1 2 0,0 1 0,39 46 0,-36-36 0,92 94 0,-118-124 0,1 0 0,-1-1 0,0 1 0,1-1 0,0 0 0,0 0 0,0-1 0,0 0 0,0 0 0,0 0 0,0-1 0,1 0 0,-1 0 0,1 0 0,-1-1 0,12-1 0,-13 0 0,-1 0 0,0-1 0,1 1 0,-1-1 0,0 0 0,0-1 0,0 1 0,-1-1 0,1 1 0,0-1 0,-1 0 0,0-1 0,0 1 0,0 0 0,4-6 0,0 0 0,38-43 0,-36 39 0,1 1 0,0 0 0,1 1 0,0 0 0,1 1 0,17-12 0,-26 20 0,1 1 0,-1-1 0,1 1 0,0 0 0,0 0 0,0 0 0,0 0 0,-1 1 0,1 0 0,0-1 0,0 1 0,0 1 0,0-1 0,0 1 0,0-1 0,0 1 0,5 2 0,9 4 0,-1 0 0,25 13 0,-22-9 0,10 4 0,1 0 0,0-2 0,36 9 0,-59-21 0,1 1 0,0-1 0,-1-1 0,1 0 0,0 0 0,0-1 0,-1 0 0,1 0 0,8-3 0,1-1 0,0 0 0,33-17 0,-42 17 0,-1 0 0,1 0 0,-1-1 0,-1 0 0,1-1 0,-1 1 0,-1-1 0,1-1 0,-1 1 0,0-1 0,-1 0 0,1-1 0,-2 1 0,1-1 0,-1 0 0,-1 0 0,0-1 0,0 1 0,-1-1 0,0 1 0,0-1 0,-1 0 0,0 0 0,-2-17 0,1 16 0,-1-1 0,0 0 0,-1 1 0,-1-1 0,0 1 0,0 0 0,-1 0 0,0 0 0,-1 0 0,0 1 0,-1 0 0,0 0 0,-1 0 0,0 1 0,0 0 0,-1 0 0,0 1 0,-1 0 0,1 0 0,-16-9 0,7 8-502,-1 0 1,0 1-1,0 2 0,-1-1 0,0 2 1,0 1-1,0 0 0,-1 1 1,1 1-1,-1 1 0,-36 3 0,39-1-296,-1 1-1,1 1 0,0 1 0,0 0 0,0 1 0,0 1 0,1 0 0,0 2 0,0 0 0,0 0 0,1 2 0,1-1 0,-20 18 0,8 1-11778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6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25 186 14605,'-3'2'569,"1"0"0,0 0 0,0 0-1,0 1 1,1-1 0,-1 1 0,0-1-1,1 1 1,0 0 0,-1-1 0,1 1-1,0 0 1,1 0 0,-1 0 0,0 0-1,1 0 1,-1 6 0,10 18 636,22 36 1011,-9-17-1493,1-1 0,54 75 0,-75-118-730,0 0 0,0 1 0,1-2-1,-1 1 1,0 0 0,1 0-1,-1-1 1,1 1 0,0-1-1,-1 0 1,1 1 0,0-1-1,0-1 1,0 1 0,0 0-1,0-1 1,0 1 0,0-1-1,0 0 1,0 0 0,0 0-1,0-1 1,0 1 0,0-1 0,3 0-1,7-3-7,0-1 0,0 0 0,-1 0 0,14-8 0,-11 4 13,53-26-54,-34 16 114,2 2 0,0 1 1,42-12-1,-57 22 4,-10 4-38,0-1 1,-1 0-1,1 0 1,-1-1-1,0 0 0,0-1 1,0 0-1,-1-1 0,18-13 1,-16 8 4,-2 3 25,0-1 0,0-1-1,-1 1 1,0-2 0,7-12-1,-7 10 143,-1 0 1,0 0-1,-1-1 0,0 0 1,-1 0-1,-1 0 0,0-1 1,1-14-1,-1 1-196,-2 24 0,-1 3 0,-1 1 0,0-1 0,0 0 0,1 1 0,-1-1 0,0 0 0,1 0 0,-1 1 0,1-1 0,-1 1 0,1-1 0,-1 0 0,1 1 0,-1-1 0,1 1 0,0-1 0,0 0 0,4-1 0,-2 2 0,33 2 0,-30-1 0,-4 0 0,0-1 0,0 0 0,-1 0 0,1 0 0,0 0 0,0 0 0,0 0 0,0 0 0,-1-1 0,1 1 0,0 0 0,0-1 0,-1 0 0,1 1 0,2-3 0,8-4 0,-1-6 0,-11 7 0,-1 5 0,0-1 0,1 1 0,0-1 0,-1 1 0,1-1 0,0 0 0,0 1 0,0-1 0,0 1 0,0-1 0,0 1 0,0-1 0,0 1 0,1-1 0,0-2 0,5-7 0,6 2 0,2 7 0,0 0 0,0 2 0,1-1 0,-1 2 0,0 0 0,28 6 0,-34-6 0,-1 1 0,0-1 0,0 2 0,0-1 0,0 1 0,0 0 0,0 0 0,-1 1 0,1 0 0,-1 0 0,0 0 0,0 1 0,0 0 0,-1 0 0,6 8 0,-5-5 0,0 0 0,-1 1 0,-1 0 0,1 0 0,-1 1 0,-1-1 0,0 1 0,0 0 0,-1 0 0,2 16 0,-1 13 0,-2 50 0,-1 14 0,0-98 0,0-4 0,0 1 0,0-1 0,0 0 0,0 0 0,0 0 0,0 1 0,0-1 0,0 0 0,0 0 0,1 0 0,-1 0 0,0 1 0,1-1 0,-1 0 0,1 0 0,-1 0 0,1 0 0,0 0 0,-1 0 0,1 0 0,0 0 0,0 0 0,0-1 0,-1 1 0,1 0 0,0 0 0,0-1 0,0 1 0,0 0 0,0-1 0,2 1 0,-3-1 0,4 2 0,-1-1 0,1 0 0,-1 0 0,1 0 0,0 0 0,-1-1 0,1 1 0,0-1 0,0 0 0,-1 0 0,1 0 0,0-1 0,0 1 0,-1-1 0,1 0 0,-1 0 0,1 0 0,6-4 0,37-24 0,-1-3 0,64-57 0,-29 13 0,-66 69 0,-14 7 0,-1 0 0,1 0 0,0 0 0,0-1 0,-1 1 0,1 0 0,0 0 0,0 0 0,-1 0 0,1 1 0,0-1 0,0 0 0,-1 0 0,1 0 0,0 1 0,-1-1 0,1 0 0,0 0 0,-1 1 0,1-1 0,0 1 0,-1-1 0,1 1 0,-1-1 0,1 1 0,-1-1 0,1 1 0,-1-1 0,1 1 0,-1 0 0,1-1 0,-1 1 0,0 0 0,1-1 0,-1 1 0,0 0 0,0-1 0,0 1 0,1 0 0,-1 0 0,0-1 0,0 1 0,0 0 0,0 0 0,0-1 0,0 1 0,-1 0 0,1 0 0,0 0 0,-14 40 0,10-33 0,-9 21 0,-2-1 0,-1-1 0,-32 43 0,-19 32 0,63-95-182,-2 2-749,1 1-1,0 0 1,0 0 0,-2 11-1,6-20 811,1 0 0,-1 0 0,1 0-1,0 0 1,-1 0 0,1 1 0,0-1 0,0 0-1,0 0 1,0 0 0,0 0 0,0 0-1,0 1 1,0-1 0,0 0 0,0 0-1,1 0 1,-1 0 0,1 0 0,-1 0-1,0 0 1,1 0 0,0 0 0,-1 0 0,1 0-1,0 0 1,-1 0 0,1 0 0,0 0-1,0-1 1,0 1 0,0 0 0,0-1-1,0 1 1,0 0 0,0-1 0,0 1-1,0-1 1,0 0 0,0 1 0,0-1 0,0 0-1,0 0 1,0 1 0,1-1 0,-1 0-1,0 0 1,0 0 0,2-1 0,28-5-6993,21-5-4655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7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54 12457,'-41'-8'2376,"18"2"6001,11-2-8781,-1-4-1160,4 4-1376,-1-4-2521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9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142 129 10985,'-3'-3'465,"1"1"0,-1-1 0,1 0 0,0 0 0,0 1 0,0-2 0,0 1 0,1 0 0,-1 0 0,1 0 0,-1-1 0,1 1 0,0-1 0,0-4 0,-8-21 5183,9 26-5118,-1 0 0,0 0-1,1 0 1,0 0 0,0 0-1,0 0 1,0 0 0,0 0 0,1 0-1,-1-1 1,1 1 0,0 0-1,1-3 1,-1 3 538,-2 7-490,-19 67-488,-5 13-87,-15 99 1,29-103-4,3 2 0,4-1 0,4 1 0,11 95 0,0-70-433,19 115-2505,-24-192 2209,2-1 1,1 1 0,1-2-1,1 1 1,20 35 0,-1-22-7446,2-4-5694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9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41 14789,'-74'-19'3034,"74"19"-2930,0 0 0,0 0-1,0 0 1,0 0 0,0 0 0,0-1 0,0 1 0,0 0-1,0 0 1,1 0 0,-1 0 0,0 0 0,0 0 0,0 0-1,0-1 1,0 1 0,0 0 0,0 0 0,0 0 0,0 0-1,0 0 1,0 0 0,0-1 0,0 1 0,0 0 0,0 0-1,0 0 1,0 0 0,0 0 0,0 0 0,0 0 0,0-1-1,0 1 1,0 0 0,0 0 0,-1 0 0,1 0 0,0 0-1,0 0 1,0 0 0,0 0 0,0-1 0,0 1 0,0 0-1,0 0 1,21-4 1045,-10 2-111,7-2-185,1 1-1,-1 1 1,0 1 0,36 2-1,-4 4-571,0 3-1,-1 2 1,0 2-1,-1 2 1,0 2-1,-1 2 0,80 45 1,-114-56-246,-1 1 0,0 0 1,-1 1-1,0 0 0,0 1 1,-1 0-1,-1 1 0,1 0 0,-2 1 1,1-1-1,-2 2 0,9 17 0,-12-21-29,-1-1 0,0 1 0,-1 0 0,0 0 0,0 1 0,-1-1 0,0 0 0,-1 1 0,0-1 0,0 0 1,-1 1-1,0-1 0,-1 0 0,0 0 0,-1 0 0,1 0 0,-2 0 0,1 0 0,-1-1 0,-6 9 0,-7 9 9,-1-1 1,0 0 0,-2-2 0,-1-1 0,-31 27 0,-130 92-208,139-110 37,-203 155-2843,85-60-2767,145-115 3738,2 2 1,-1 0-1,2 0 1,-16 20 0,16-10-7721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0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437 297 14165,'-8'-3'720,"-1"1"-1,0 0 1,0 1-1,0 0 0,0 0 1,0 1-1,0 0 1,0 0-1,0 1 0,0 0 1,-15 5-1,11-2-194,0 0-1,1 2 0,-1 0 1,1 0-1,1 1 1,-1 0-1,-12 11 0,4 0-435,0 1-1,1 0 0,1 2 0,1 0 0,1 1 0,1 1 0,-18 33 0,-7 41-2001,39-95 1859,0-1 1,1 1-1,-1 0 1,0-1-1,0 1 1,1 0-1,0 0 1,-1 0-1,1-1 0,0 1 1,-1 0-1,1 0 1,0 0-1,1 0 1,-1 0-1,1 3 1,-1-4 38,1-1 0,-1 1 0,1 0 1,-1-1-1,1 1 0,-1 0 0,1-1 1,-1 1-1,1-1 0,0 1 0,-1-1 1,1 1-1,0-1 0,0 0 0,-1 1 0,1-1 1,0 0-1,0 0 0,0 1 0,-1-1 1,1 0-1,0 0 0,0 0 0,0 0 1,0 0-1,-1 0 0,1 0 0,0 0 1,0 0-1,0-1 0,0 1 0,-1 0 1,2-1-1,62-19-251,64-30 0,-73 26 373,112-30-1,-147 49-42,-1 2-1,1 0 0,-1 1 1,1 1-1,0 1 0,-1 1 1,1 1-1,-1 0 0,1 1 1,19 7-1,-6 2 24,0 2 0,-1 1 1,44 27-1,15 8-38,-67-36-118,-15-9 22,0 0-1,0-1 0,0 0 1,10 3-1,-15-6 39,0 0 0,-1-1-1,1 1 1,-1-1-1,1 0 1,0 0 0,-1 0-1,1 0 1,0-1 0,-1 1-1,1-1 1,-1 0-1,1 0 1,-1-1 0,6-2-1,-2 0 166,1-1-1,0-1 1,-1 1-1,0-1 1,0-1-1,-1 1 1,0-1 0,0 0-1,0-1 1,-1 1-1,0-1 1,-1 0-1,6-12 1,64-191 3475,-53 145-2768,10-43-276,-19 61-315,2 0 0,28-61 0,-31 94-272,-10 15 0,0-1 0,0 1 0,0 0 0,-1 0 0,1 0 0,0 0 0,0 0 0,0 0 0,0 0 0,-1 0 0,1 0 0,0 0 0,0 1 0,0-1 0,-1 0 0,1 0 0,0 1 0,0-1 0,-1 1 0,1-1 0,0 1 0,-1-1 0,1 1 0,0-1 0,-1 1 0,1-1 0,-1 1 0,1 0 0,0 0 0,12 25 0,19 136 0,-7-29 0,-24-130 0,-1 0 0,1 0 0,0-1 0,0 1 0,0-1 0,1 1 0,-1-1 0,0 1 0,1-1 0,0 0 0,-1 1 0,1-1 0,0 0 0,0 0 0,0-1 0,1 1 0,-1 0 0,0-1 0,1 1 0,-1-1 0,1 0 0,-1 1 0,1-1 0,0-1 0,-1 1 0,1 0 0,0-1 0,4 1 0,6 0 0,1-1 0,-1-1 0,1 0 0,24-6 0,-12 2 0,11 1 0,1 1 0,44 3 0,-74 0 0,0 1 0,0 0 0,0 0 0,0 1 0,0 0 0,0 0 0,0 1 0,-1 0 0,1 0 0,-1 1 0,0-1 0,0 2 0,0-1 0,7 8 0,-10-8 0,0 0 0,-1 0 0,1 0 0,-1 1 0,0-1 0,0 1 0,-1 0 0,0 0 0,0 0 0,0 0 0,0 0 0,-1 1 0,0-1 0,0 0 0,0 1 0,0-1 0,-1 0 0,0 1 0,0-1 0,-2 10 0,-1-2-55,0 0 0,-1-1 0,0 0 0,-1 1 0,0-2 0,-1 1 0,0-1 0,-1 1 0,-14 17 0,-9 5-545,-50 47-1,48-52 30,-39 48-1,22-18-6720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0.6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890 29 16502,'-32'-23'3051,"26"18"2459,4 29-4372,-1 1 0,-2-1 0,0 0-1,-1 0 1,-16 37 0,4-6-261,-225 703-877,161-497 0,-90 271 0,90-293-1762,-68 181-5724,112-321-310,15-13-4943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0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234 6 16942,'-18'-6'3426,"11"11"-67,7-2-2737,0 0-1,0 0 1,0 0 0,0 0-1,1 0 1,-1 0-1,3 5 1,2 17 167,-4 13-182,-2 0-1,-1 1 1,-1-1 0,-16 66 0,5-33-363,-60 287-1008,4-27-903,55-237 654,-5 147 1,21-158-3728,4-30-2403,6-2-6301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45 700 13469,'-28'-100'2156,"12"20"-35,19 26-145,6 5-252,1-8-332,12 0-292,16-9-252,19 6-268,10 6-540,9 8-328,7 12-160,3 6-276,12 13-384,-6 15-512,-3 15-280,-13 7-504,-6 16-2585,-13 10-3952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0 265 7913,'2'1'368,"0"-1"1,0 0-1,0 0 1,0 0-1,-1 0 1,1 0-1,0 0 1,0 0-1,0 0 1,0-1-1,-1 1 1,1-1-1,0 0 1,0 1-1,-1-1 1,1 0-1,-1 0 1,1 0 0,2-2-1,23-10 1541,40-5-1194,126-17 0,-104 22-1191,-38 5 106,219-42-1854,-217 37 2114,-1-2 1,100-44-1,-109 36 1649,-33 15-63,-28 12-880,6 1-522,1 0-1,-1 1 1,1 0-1,1 1 1,-1 0-1,-17 17 0,-57 64-373,20-19-844,-23 21-585,87-88 1839,2-2-33,-1 1-1,1-1 1,0 0-1,0 1 1,0-1-1,0 1 1,-1-1-1,1 1 0,0-1 1,0 1-1,-1 0 1,1-1-1,-1 1 1,1 0-1,1 1 1,-2-1-27,1 0 1,0 0-1,0 0 1,-1 0 0,1 0-1,0-1 1,0 1-1,0 0 1,0 0 0,0-1-1,0 1 1,1-1-1,-1 1 1,1 0 0,8-2 155,-1 1 1,1-2 0,-1 1 0,0-1-1,1-1 1,-1 1 0,0-2 0,12-5-1,1 0 195,24-8 740,1 1 0,74-13 0,-95 25-829,1 1 0,-1 1 0,1 1 1,-1 2-1,1 1 0,35 7 0,-26-2-78,304 48-1866,-328-54 1550,-1 0 1,1-1-1,0-1 0,-1 0 0,1 0 1,0-1-1,-1-1 0,0 0 1,1 0-1,15-8 0,-25 10 66,3-2 51,0 1 1,0-1 0,-1 0-1,0 0 1,1-1 0,-1 1-1,-1-1 1,1 0 0,0 0-1,3-6 1,3-2 250,-7 9-98,0-1 0,-1 1 0,1-1 0,-1 0 0,0 0 0,0 0 0,0 0 0,0 0-1,-1 0 1,2-5 0,4-11 425,3-2 1157,2 1 0,21-31 0,-32 52-1756,0 0 1,0 0-1,0 1 1,0-1-1,0 0 1,-1 0-1,1 0 0,0 1 1,0-1-1,0 0 1,0 1-1,0-1 1,-1 1-1,1-1 1,0 1-1,0-1 1,-1 1-1,2 0 1,-2 0-15,3 1-163,0 2 1,-1-1-1,1 0 0,-1 0 1,0 1-1,0-1 0,0 1 0,0 0 1,-1 0-1,0-1 0,1 1 1,-1 0-1,-1 0 0,1 0 1,0 0-1,-1 1 0,0-1 0,0 7 1,0-5-176,0 0 0,0 0 0,1 0 0,0 0 0,0-1 0,1 1 0,0 0 0,3 8 0,-1-9-546,-1 0 0,1 0 0,0 0 0,1 0 0,6 5 1,6 5-6567,0-4-3447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8285,'22'-43'1352,"-6"9"-336,-10 22-372,16-2-452,1 3-472,2 5-640,3 0-2148,-5 3-1169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0 12173,'2'6'561,"1"9"1695,-3-15-2162,-1 0 0,1 0 0,0 1 0,-1-1 0,1 0 0,0 0 0,-1 0 0,1 0 0,0 0 0,-1 0 0,1 0 0,-1 0 0,1 0 1,0 0-1,-1 0 0,1 0 0,0 0 0,-1 0 0,1 0 0,-1 0 0,1 0 0,0-1 0,-1 1 0,1 0 0,0 0 0,-1 0 0,1-1 0,0 1 0,-1 0 0,1 0 1,0-1-1,-1 0 0,0 1 60,0 0 0,0 0 0,0 0 1,0 0-1,0 0 0,0 0 1,0 0-1,0 0 0,0 0 0,0 0 1,0 0-1,0 1 0,0-1 1,1 0-1,-1 1 0,0-1 0,0 1 1,0-1-1,0 1 0,0-1 0,1 1 1,-1-1-1,0 1 0,0 0 1,1 0-1,-1-1 0,0 1 0,1 0 1,-1 0-1,1 0 0,-1 0 0,1-1 1,0 1-1,-1 0 0,1 0 1,0 0-1,-1 1 0,-15 46 2518,15-42-2210,-13 54 1874,-8 88 0,8-46-1331,-9 61-1005,-30 163 0,-51 140-558,84-370-3111,6-1-5536,7-7-7146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2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3 166 15921,'-3'-14'3053,"10"-3"-445,-1-1 3853,-3 1-5117,0 0 396,-6-3-1872,0 3-1276,-7-6-5129,7 0-260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3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9 8273,'-63'-7'1975,"50"5"5524,-9 5-5698,21-3-1746,0 0-1,-1 0 1,1 1 0,0-1 0,-1 0-1,1 1 1,0-1 0,0 1 0,-1-1 0,1 1-1,0-1 1,0 1 0,0 0 0,0 0-1,0-1 1,0 1 0,0 0 0,0 0 0,0 0-1,1 0 1,-1 0 0,0 0 0,0 1-1,1-1 1,-1 0 0,1 0 0,-1 0 0,1 1-1,0-1 1,-1 0 0,1 0 0,0 1-1,0-1 1,0 0 0,0 1 0,0-1 0,0 2-1,2 1-3,0 0-1,0 0 0,0-1 0,1 1 1,-1-1-1,1 1 0,0-1 1,0 0-1,0 0 0,1 0 0,-1 0 1,1-1-1,-1 1 0,6 1 0,-9-4-48,21 12 83,1-1 1,1 0-1,0-2 1,0-1-1,1-1 1,-1-1-1,28 3 1,-26-4-50,97 17-153,140 7 0,133-17-1493,438-51-8675,-521 9 2293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3.4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1 218 12805,'25'-14'3008,"-2"8"-1967,15-2-153,9-7-180,20 1-176,19-3-112,25 0-396,13-3-280,18 0-296,24 0-612,24-3-661,23 3-2727,15-3-3541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7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356 256 9813,'0'0'183,"1"0"0,-1 0 0,1 0 0,-1 0 0,1 1 0,-1-1 0,1 0 0,0-1 0,-1 1 0,1 0 0,-1 0 0,1 0 0,-1 0 0,1 0 0,-1 0 0,1-1 0,-1 1 1,1 0-1,-1 0 0,1-1 0,-1 1 0,0-3 3259,-11 5-2114,2 2-1034,0 0 0,1 0 1,0 2-1,0-1 1,0 1-1,1 0 0,0 0 1,0 1-1,0 0 1,-7 10-1,-22 21 257,19-24-429,1 2 1,1 0-1,1 1 1,0 0-1,1 1 0,1 1 1,0 0-1,2 0 1,0 1-1,2 0 1,-11 35-1,17-46-137,1 0 0,0-1 1,1 1-1,0 0 0,0 0 0,1 0 0,0-1 0,1 1 0,0 0 0,0-1 1,1 1-1,6 15 0,-5-18-12,-1 1 1,1-1-1,0 0 1,1 0-1,0 0 1,-1 0-1,2-1 1,-1 0 0,1 0-1,0 0 1,0-1-1,0 0 1,0 0-1,1 0 1,0-1-1,-1 0 1,1 0-1,0-1 1,1 0-1,-1 0 1,0-1-1,1 0 1,-1 0-1,0 0 1,1-1-1,-1 0 1,1-1-1,-1 0 1,1 0-1,-1-1 1,0 1-1,0-1 1,0-1-1,0 0 1,0 0-1,0 0 1,-1-1 0,13-8-1,-5 1 42,0-1 0,0-1 0,-1 0 0,-1 0 0,0-2 0,-1 1 0,-1-1 0,0-1 0,-1 0 0,0 0 0,-2-1 0,9-26 0,-10 24 20,-1-1-1,0 1 0,-2-1 1,0 0-1,-2 0 1,0 0-1,-1 0 1,-1 0-1,-1 0 1,-1 0-1,-7-27 1,2 17 9,-2 0 1,-1 1-1,-2 1 0,0 0 1,-31-46-1,37 64-71,-1 1 0,0-1 0,-1 1 0,1 1 0,-2-1 0,1 2 0,-18-11 0,20 14-75,0 0 0,-1 1 0,1 0 0,-1 0 0,0 1 0,0 0 0,0 0 0,0 1 0,0 0 0,0 0 0,0 1 0,-13 1 0,10 1-402,1 0 0,-1 1 0,1 1-1,-1-1 1,1 2 0,0-1 0,1 1-1,-1 1 1,-9 7 0,7-4-1067,1-1 0,0 2 0,-14 15 0,-9 22-6094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7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290 20 13213,'0'0'2004,"-7"-11"-199,-2 2 4231,-17 12-5080,1 0-356,9 8 0,-6 12-140,3 3-580,0-1-380,-3 1-360,-1 3-796,-2-1-564,-4-2-468,1 0-2545,9 11-4180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7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566 1 9705,'0'0'3576,"-3"31"-1968,-7 18-208,-2-4-47,-7 7-309,-4 8-264,-11 11-140,-8 6-148,-5 3-292,-4 9-460,-6 11-500,-4-3-880,-5 3-1105,-7 6-1727,6-3-3465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8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2575 111 5328,'-4'-7'192,"0"0"0,-1 0 0,0 1 0,0-1 0,0 1-1,-1 0 1,0 1 0,0 0 0,0 0 0,-1 0-1,0 0 1,0 1 0,0 0 0,0 1 0,-1-1-1,0 2 1,1-1 0,-15-2 0,-16-1 371,0 2 0,0 1 1,-1 2-1,1 2 0,-1 1 1,1 2-1,0 2 0,0 1 1,-72 25-1,28-1-18,2 3 0,1 3 1,-98 64-1,-57 56 378,-282 246 1,185-106-463,245-210-125,-120 156-1,180-207-258,1 1-1,2 1 0,2 1 0,2 1 1,1 1-1,2 1 0,-14 58 0,23-72-42,2 1 1,1 0-1,2 0 0,0 1 0,2-1 0,1 0 0,2 0 1,1 0-1,1 0 0,1 0 0,1-1 0,14 32 1,-4-22-15,3 0 1,1-2 0,1 0-1,3-1 1,0-2 0,2 0 0,2-2-1,0-1 1,55 42 0,-15-20 0,3-4-1,1-2 1,137 62 0,-78-53-122,3-6 0,1-5 1,2-6-1,259 35 0,-291-62-18,-1-4 0,1-4 0,0-5 0,0-5 1,196-38-1,-234 29 67,0-3 0,-2-3 0,0-2 1,-2-3-1,-1-4 0,-1-2 1,-2-2-1,-1-3 0,101-86 0,-119 85 73,-2-2 0,-1-1 0,-2-2-1,-2-1 1,-2-2 0,-2-1 0,31-69-1,-43 76 68,-2-1 0,-2-1-1,-2 0 1,-1-1 0,-3 0-1,-1-1 1,-2 0 0,-3 0 0,-4-77-1,-5 70-1,-1-1 1,-3 2-1,-2-1 0,-2 2 0,-3 0 1,-1 0-1,-3 2 0,-2 1 0,-2 1 0,-2 1 1,-2 1-1,-2 2 0,-1 1 0,-67-63 0,63 71-266,-1 2 0,-1 1 0,-2 2-1,-1 2 1,-1 2 0,-87-35-1,90 45-470,-1 1-1,-1 2 1,0 3-1,0 1 0,-1 1 1,1 3-1,-1 1 1,-60 7-1,-31 14-3926,8 11-2446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9.0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 6161,'9'-11'-1825,"17"8"473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1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253 331 6261,'-4'-3'659,"1"0"1,-1 0-1,1-1 1,0 1-1,0-1 1,0 1-1,1-1 1,-1 0 0,1 0-1,0 0 1,0-1-1,1 1 1,-1 0-1,-1-9 1,3 10-425,-1 0 1,1 0 0,0 0-1,0 0 1,0 0-1,0 0 1,1 0-1,0 0 1,-1 0 0,1 0-1,0 0 1,0 0-1,0 0 1,1 0 0,2-3-1,9-12 31,1 1 1,1 0-1,1 1 0,0 1 1,1 0-1,1 1 0,0 1 0,0 1 1,2 0-1,-1 2 0,2 0 0,-1 1 1,1 1-1,0 1 0,1 1 0,0 1 1,0 1-1,42-2 0,-54 5-217,-1 1-1,1 1 1,0 0-1,-1 0 0,1 1 1,-1 0-1,1 1 1,-1 0-1,0 0 0,0 1 1,12 7-1,-16-8-32,0 0 1,-1 1-1,1 0 0,-1 0 0,0 0 0,0 1 0,0 0 0,0-1 0,-1 1 0,0 0 0,0 1 0,0-1 0,-1 0 1,1 1-1,-2-1 0,1 1 0,0 0 0,-1 0 0,1 9 0,-1 1 3,-2 0 0,1 0 0,-2 0 0,0 0 0,-1 0 0,0 0 0,-1-1-1,-12 29 1,-7 6 0,-35 57 0,58-106-19,-46 73 20,-69 86 0,-68 60-35,5-8 96,124-141 79,-48 83 1,99-149-116,0-1 0,1 1 0,0 0 0,0 0 0,0 0 0,0-1 0,1 2 0,0-1 0,0 0 1,0 0-1,1 10 0,0-12-29,1 0 0,-1-1 0,1 1 0,0 0 1,0 0-1,0-1 0,0 1 0,0-1 0,1 1 1,-1-1-1,1 0 0,0 1 0,-1-1 0,1 0 1,0 0-1,0 0 0,1 0 0,-1-1 0,0 1 1,1 0-1,-1-1 0,4 2 0,1 0 9,1 0-1,0 0 0,0-1 1,-1 0-1,1 0 1,1-1-1,-1 0 1,9-1-1,72-4 55,-61 1-90,426-52-2415,-126-12-2584,-90 11-2493,-74 16-2295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2.6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37 7545,'9'-36'5455,"-25"44"-3761,10 1 5038,-6 51-3633,-3 29-712,-65 481 3037,71-512-5182,-22 94-73,15-77-1412,-10 105 0,24-152 314,-2 90-2351,11-60-885,-5-48 2177,1 0 1,0-1 0,7 16 0,11 13-8967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2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1 255 8793,'42'-94'7613,"-36"86"-7347,0 1 1,0 0 0,0 1 0,1 0 0,0 0 0,0 0 0,1 1 0,-1 0 0,1 0 0,0 1 0,1 0 0,9-3 0,18-6 222,54-13 1,-90 26-488,64-14-75,1 2-1,101-6 1,-123 17-1343,0 1-1,0 3 1,0 1-1,80 19 1,-115-21 574,0 0 0,0 1 0,0 0 0,8 5 1,21 21-5521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3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163 306 7809,'-91'-14'6720,"87"13"-6404,0 0 0,0 0 0,0 0 0,0-1 0,1 0 1,-1 1-1,1-1 0,-1-1 0,1 1 0,0 0 0,0-1 0,0 0 1,0 0-1,0 0 0,1 0 0,-1 0 0,1 0 0,-2-4 0,2 5-241,1 0-1,0 0 1,0-1-1,1 1 0,-1 0 1,0 0-1,1-1 0,-1 1 1,1-1-1,0 1 0,0 0 1,0-1-1,0 1 0,0 0 1,0-1-1,1 1 0,-1 0 1,1-1-1,0 1 0,0 0 1,-1 0-1,1-1 0,1 1 1,-1 0-1,0 0 0,0 0 1,1 0-1,-1 1 0,1-1 1,0 0-1,0 1 0,2-3 1,19-12-410,1 0 1,1 2-1,0 0 1,1 2-1,0 1 1,52-14-1,174-27-9050,-150 39 1107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3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507 121 7461,'-11'-12'1223,"0"1"0,-1 1 0,0 0 0,-1 1 0,0 0 0,-1 1 0,-20-10 1,16 11-676,1 1 0,-1 1 0,0 0 0,0 2 0,-1 0 0,-18-1 0,29 4-492,0 0 1,0 0-1,1 1 1,-1 0 0,0 1-1,0-1 1,1 2-1,-1-1 1,1 1-1,-1 0 1,1 0 0,0 1-1,0 0 1,1 0-1,-1 1 1,-8 8-1,1 1-342,0 1 0,1 0 1,0 0-1,2 2 0,0-1 0,-12 24 0,22-38 205,0 0 0,0 0 0,0 0 0,0 0 1,0 0-1,1 1 0,-1-1 0,1 0 0,-1 1 0,1-1 1,0 1-1,0-1 0,0 0 0,0 1 0,0-1 0,1 0 1,-1 1-1,1-1 0,0 0 0,-1 1 0,1-1 0,0 0 1,2 3-1,-1-3 5,1 1 0,-1 0 0,1 0 0,0-1 0,0 1 1,0-1-1,0 0 0,1 0 0,-1 0 0,1-1 0,-1 1 0,1-1 1,3 1-1,7 2-46,0-1 0,1-1 1,-1 0-1,0-1 0,0 0 0,26-3 0,75-19 1507,150-46-1,-175 42-798,1 0-207,91-39 1,-161 57 372,0 1-1,29-4 1,-48 13-488,-1 0 0,0 0-1,1 0 1,-1-1 0,0 1 0,0 0 0,-1 1-1,2 4 1,-2 2 106,0 1-1,-1-1 1,-3 17-1,3-17-301,-1 1-1,1 0 0,1-1 1,1 21-1,0-21-429,1 0-1,0-1 0,0 1 1,1-1-1,0 0 0,1 0 1,5 12-1,-7-18-69,1 0-1,-1 1 1,1-1-1,-1 0 1,1 0 0,0-1-1,0 1 1,0 0-1,5 2 1,-4-3-268,-1-1 1,1 1-1,0 0 1,0-1 0,0 0-1,0 0 1,0 0-1,1-1 1,-1 1-1,6-1 1,37 0-8143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3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 6081,'-35'2'9044,"47"18"-7515,4 18-249,-6 2-268,-4 8-192,4 24-148,-7 5-124,-9 11 44,-4 9-356,-6 4-528,-6 1-988,0 1-1004,-7 0-3061,-3 0-4284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5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208 428 4916,'-1'0'282,"1"0"0,-1-1 0,0 1-1,1-1 1,-1 1 0,0 0-1,1-1 1,-1 1 0,1-1-1,-1 1 1,0-1 0,1 0 0,-1 1-1,1-1 1,0 0 0,-1 1-1,1-1 1,0 0 0,-1 1-1,1-1 1,0 0 0,0 0-1,-1 1 1,1-1 0,0 0 0,0 0-1,0 1 1,0-1 0,0 0-1,0 0 1,0 1 0,1-1-1,-1 0 1,0 0 0,0 1 0,0-1-1,1 0 1,0-1 0,3-6 10,-3 7-532,0-1 1658,-2-1-169,-2-12-240,0 0 292,1-1 0,-2-25 0,4 35-1138,1 0 0,-1 0 0,1 0 0,0 0-1,1 0 1,-1 0 0,1 1 0,0-1-1,1 1 1,4-10 0,2 2-15,1 0 1,0 0-1,1 1 1,0 1-1,1-1 0,0 2 1,1 0-1,0 0 1,15-7-1,9-4 32,1 3-1,50-18 1,-68 29-140,-1 1-1,1 1 1,1 0 0,-1 2-1,0 0 1,1 2 0,22 0-1,-39 1-36,0 0 1,-1 1-1,1-1 0,-1 1 0,1-1 0,-1 1 0,0 0 1,1 1-1,-1-1 0,0 1 0,0-1 0,0 1 0,0 0 1,0 0-1,0 0 0,0 1 0,-1-1 0,1 1 0,-1-1 1,1 1-1,1 3 0,-2-2 0,-1 0 1,1 0-1,-1 0 0,1 0 0,-2 0 1,1 0-1,0 1 0,-1-1 1,1 0-1,-1 0 0,0 1 1,-1-1-1,1 0 0,-1 1 1,0-1-1,0 0 0,-3 8 1,-9 20-28,-2 0 1,-2-1-1,-19 29 1,15-28-287,2 2 1,-22 53-1,33-67 74,1 0 0,1 1-1,-6 41 1,11-54 179,0 0 0,1 0 0,1 0 0,-1-1 0,1 1 1,1 0-1,-1 0 0,1-1 0,1 1 0,-1-1 0,1 0 0,1 0 0,-1 0 0,7 9 1,1-1-57,0-1 1,1-1-1,0 0 1,1 0 0,1-1-1,0-1 1,25 16 0,9 0-90,58 25 1,8 2 121,-109-51 143,0 1 0,0-1 1,0 1-1,-1-1 0,1 1 0,-1 1 0,0-1 0,7 10 0,-10-12-14,0 0 0,-1 0-1,1 0 1,0 0 0,-1 0 0,1 1-1,-1-1 1,0 0 0,0 0 0,0 1-1,0-1 1,0 0 0,0 0 0,-1 1-1,1-1 1,-1 0 0,0 0 0,1 0-1,-1 0 1,0 0 0,-2 3 0,-23 36 564,15-29-439,-1-1 0,-1 0 0,0-1 1,0 0-1,-1-1 0,-1-1 0,1 0 1,-22 9-1,15-8-48,-121 52 657,-241 69 0,105-41-5931,271-87 4358,-15 6-1439,8-1-4731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6.2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0 11177,'-1'2'4830,"-2"1"-4102,1 1 0,0-1-1,0 0 1,0 1-1,1-1 1,-1 1 0,1 0-1,-1 5 1,-1 7 448,1 0 0,0 22 1,-2 12 740,-18 66-488,-6-2 1,-48 130-1,32-108-952,23-69-3014,-17 107-1,33-144 1472,2 0-1,1 1 1,2-1 0,0 0-1,3 1 1,6 34 0,1-30-5519,4 2-4074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6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57 324 10673,'-31'-72'2240,"21"61"-244,1-12-259,2 0-241,7-5-344,0 2-244,13 0-152,15-11-164,4 11-196,9 9-224,10 3-324,10 0-480,12 8-656,12 6-820,-5 3-449,-1 8-1911,0 9-3461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6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2 221 6649,'0'-1'83,"0"0"0,-1 1 1,1-1-1,0 0 0,0 0 1,-1 0-1,1 0 1,0 1-1,0-1 0,0 0 1,0 0-1,0 0 0,0 0 1,0 1-1,1-1 1,-1 0-1,0 0 0,0 0 1,1 0-1,-1 1 0,0-1 1,1 0-1,-1 0 1,1 1-1,-1-1 0,1 0 1,-1 1-1,1-1 0,-1 0 1,1 1-1,0-1 0,-1 1 1,1-1-1,0 1 1,0 0-1,-1-1 0,1 1 1,0 0-1,0-1 0,1 1 1,47-19 1298,-33 14-1026,307-78 1557,-79 25 500,-221 51-1522,-1 1 0,1 1 0,41-4 0,-61 9-33,-15 18-299,3-7-431,0 0-1,-1 0 1,-11 10 0,13-15-334,1 1 1,0 0 0,1 0 0,0 1 0,0 0-1,0 0 1,1 0 0,-7 16 0,10-19-44,0-1-1,0 1 1,1 0 0,-1 0 0,1 0-1,0 0 1,1 0 0,-1 0 0,1 0-1,0 0 1,1 6 0,0-9 149,0 1 1,0-1-1,0 1 1,0-1-1,0 1 1,1-1-1,-1 0 1,1 0-1,0 0 0,0 0 1,0 0-1,0 0 1,0 0-1,0-1 1,0 1-1,0 0 1,1-1-1,-1 0 1,1 0-1,-1 0 0,1 0 1,4 1-1,8 1 84,1 0 0,-1-1 0,1-1 0,-1 0-1,1-2 1,0 1 0,17-5 0,10 2 131,120-12 265,185-40-1,-267 40-344,-35 8-37,155-35-16,49-26 1004,-82 16 3480,-165 51-4349,0 0-1,1 1 1,-1-1 0,1 0-1,-1 1 1,1 0 0,-1 0-1,1 0 1,0 0-1,-1 1 1,1-1 0,-1 1-1,1 0 1,-1 0-1,0 0 1,1 0 0,3 3-1,22 7-547,-15-9-604,1 0 0,0-1-1,-1-1 1,1 0 0,0-1-1,21-4 1,-4 1-2315,27-4-5444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0 100 6573,'23'-11'2340,"-17"-3"-160,0-6 1288,-2 5-2048,2-2 1309,-12 6-6906,-4-1-3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7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26 7033,'16'-26'10479,"-9"38"-8351,-6-9-2009,0 0 1,1-1-1,-2 1 1,1 0-1,0 0 1,0 0-1,-1 0 1,0-1-1,1 1 1,-1 0 0,0 0-1,-1 0 1,1 0-1,0 0 1,-1 0-1,-1 3 1,-18 49 923,16-46-844,-58 116 1108,-85 129 0,74-133-1009,66-109-270,-2 2-59,0 0 1,1 1-1,1 1 0,0-1 1,1 1-1,1 0 1,-4 18-1,9-32 8,0-1-1,-1 1 1,1-1 0,0 1-1,0-1 1,0 0-1,0 1 1,0-1 0,1 1-1,-1-1 1,0 1 0,1-1-1,-1 0 1,1 1-1,-1-1 1,1 0 0,0 1-1,0-1 1,-1 0 0,1 0-1,0 0 1,0 1-1,0-1 1,0 0 0,0 0-1,0-1 1,1 1 0,-1 0-1,0 0 1,0 0-1,1-1 1,-1 1 0,0-1-1,1 1 1,-1-1 0,1 0-1,-1 1 1,1-1-1,-1 0 1,0 0 0,3 0-1,7 0-89,0 0-1,0-1 1,0 0 0,16-5-1,-20 5 79,228-66-1334,-109 28 877,432-138 1647,-553 175-1036,1 0 352,0 0 1,1 0-1,-1 0 0,12-1 0,-17 3-385,0 0-1,0 0 1,0 0 0,0 0-1,0 0 1,-1 0-1,1 0 1,0 0 0,0 0-1,0 0 1,0 1-1,0-1 1,0 0 0,0 1-1,-1-1 1,1 1-1,0-1 1,0 1 0,-1-1-1,1 1 1,0 0-1,-1-1 1,1 1 0,0 0-1,-1-1 1,1 1-1,-1 0 1,1 0 0,-1 0-1,1-1 1,-1 1-1,0 0 1,0 0 0,1 0-1,-1 0 1,0 0-1,0 0 1,0 0 0,0-1-1,0 1 1,0 2-1,-2 10 281,-1 0 0,0 0-1,0 0 1,-2 0 0,1-1-1,-2 0 1,-11 20 0,-3 10 86,3-4-751,2 0 0,2 1 0,1 1 0,2 0 0,2 1 0,-5 59 0,13-85-858,1 0 1,0 0-1,1 0 0,6 23 0,14 25-7626,3-9-4340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371 0 11305,'-41'33'3170,"34"-28"-2589,1-1 0,0 1-1,0 0 1,0 1 0,0-1 0,1 1-1,0 0 1,0 0 0,-4 8 0,-8 22 3152,-14 43 1,6-14-1013,-49 149-956,18-46-1234,41-127-1951,1 1-1,3 0 1,-9 57-1,17-76 195,1-1 0,2 1 0,0 0 0,1-1 0,1 1 0,1 0-1,1-1 1,9 28 0,13 13-11840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0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102 421 13421,'-41'-100'2576,"38"85"189,-7-5-401,0 3-276,-2-6-348,-1 3-244,7-3-335,-1 3-233,7-2-216,0 2-296,4 0-372,-4 0-304,12 0-828,-2 0-305,-4 5-919,0 1-828,1 0-3225,-4-3-5804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2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595 102 5989,'22'-66'9461,"-28"35"-5205,1 28-3360,-3 2-619,0 0 0,1 1 0,-1 1-1,0-1 1,0 1 0,0 1 0,0 0 0,1 0 0,-1 0 0,1 1 0,-9 4 0,-2 3 258,0 0 0,2 2 0,-24 19 0,12-8-127,1 2-1,2 1 1,-28 36-1,40-45-291,1 1-1,1 0 1,0 0 0,1 1-1,2 1 1,-14 40 0,20-48-87,0 0 0,0 0 0,1 1 0,1-1 0,0 0 0,1 1 0,0-1 1,0 0-1,2 0 0,-1 0 0,2 0 0,0 0 0,0 0 0,1-1 0,0 0 0,1 0 1,0 0-1,14 18 0,12 9 9,0-1 1,3-2 0,55 44-1,-37-32-21,-36-32-14,2 1 5,0 1-1,-2 1 1,0 0 0,19 27-1,-33-40-6,0-1-1,-1 1 0,1-1 1,-1 1-1,1 0 0,-2 0 1,1 0-1,0 0 0,-1 0 0,0 1 1,0-1-1,-1 0 0,1 0 1,-1 1-1,0-1 0,-1 0 1,1 1-1,-1-1 0,0 0 1,0 0-1,-1 1 0,1-1 0,-1 0 1,0-1-1,-1 1 0,-3 6 1,-3 0 7,0 1 0,-1-2 0,0 1 0,0-1 0,-1-1 0,-22 15 1,-80 41-35,111-63 23,-82 41-2317,-147 56 0,223-96 1642,0-1 0,-1 1-1,1-2 1,-1 1 0,0-1 0,-9 0 0,-10-6-6554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2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54 258 14813,'-16'-20'2905,"-3"0"-397,10 6-392,-1-1-408,20 1-340,57-23 521,-17 20-1257,20 0-392,25 2-908,10 1-349,16 0-819,9-6-864,7 0-720,28 11-2109,25-2-4496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3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4 13529,'18'-2'3416,"-13"1"203,-6 11-1087,-2 1-1741,1 0 0,1 0 0,0 1 0,0-1 0,2 1-1,1 16 1,0 20 748,-15 324 1454,-32-1-5743,19-195-2381,13-58-5215,12-63-1607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3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375 87 15213,'-1'-3'305,"0"0"-1,0 0 0,0 0 0,0 0 0,0 0 0,-1 0 0,1 0 0,-1 0 1,0 0-1,0 1 0,0-1 0,-4-3 0,6 5-153,0 0 1,0 0-1,0 0 0,0 0 0,0 1 0,0-1 1,1 0-1,-1 0 0,0 0 0,0 0 1,1 0-1,-1 0 0,1 0 0,-1 0 0,1 0 1,-1 1-1,1-1 0,1-1 0,-2 1 100,2-1-135,-1 0 1,1 0-1,0 0 1,-1 0-1,1 1 1,0-1-1,0 0 1,0 1-1,1-1 1,-1 1-1,0 0 1,1 0-1,-1 0 1,0 0-1,1 0 0,-1 0 1,1 1-1,0-1 1,-1 1-1,1 0 1,-1 0-1,1-1 1,0 2-1,-1-1 1,1 0-1,-1 1 1,1-1-1,-1 1 1,1 0-1,3 1 1,6 2-3,0 1-1,0 0 1,-1 0 0,0 1 0,12 9-1,-6-3-20,0 1 0,-1 0 0,-1 1 0,0 1 0,-1 0 0,-1 1 0,0 1 0,-1 0 0,12 23 0,-19-30-75,0 1 1,0-1-1,-1 1 1,-1 0-1,0 0 1,-1 0-1,0 0 1,0 0-1,-1 1 1,-1-1 0,1 0-1,-2 1 1,0-1-1,0 0 1,-1 1-1,-1-1 1,0 0-1,-7 17 1,-2-2 2,-2 1 1,-1-2-1,-2 0 0,0 0 1,-1-2-1,-22 22 1,-137 117-291,90-86-420,6-5-446,-96 91-7126,158-136 2590,10-5-3336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4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518 269 12105,'-7'3'229,"-5"3"303,1-1 1,-1-1-1,0 0 0,0-1 1,-1 0-1,-19 1 1,-3-1 460,-1 1 0,1 2 1,0 1-1,-48 18 0,72-22-901,0 2 0,1-1 0,-1 2-1,1-1 1,1 1 0,-1 1 0,1 0-1,0 0 1,0 1 0,1 0 0,0 0-1,1 1 1,-1 0 0,2 1 0,-1-1-1,1 1 1,-8 21 0,10-21-124,0 0 0,1 1 0,0-1 0,1 1 1,0-1-1,1 1 0,0 0 0,1 15 0,1-23 21,-1 0-1,1 1 1,0-1-1,0 0 1,0 0-1,0 0 1,0 0-1,1 0 0,-1-1 1,1 1-1,0 0 1,0-1-1,0 1 1,0-1-1,0 1 1,1-1-1,-1 0 1,1 0-1,-1 0 0,1-1 1,0 1-1,-1 0 1,1-1-1,0 0 1,0 0-1,0 0 1,1 0-1,-1 0 1,0 0-1,0-1 0,0 0 1,5 1-1,13 0-10,-1-1-1,1 0 1,0-2-1,28-5 1,83-25 72,-7 1 266,-75 21-185,-15 2 39,2 2 0,-1 1 0,66 0 0,-77 5-82,132 10 291,-130-9-325,0-1-1,0-1 0,0-1 0,0-1 0,33-9 0,-46 8 55,-1-1 1,-1-1-1,1 0 0,-1-1 0,0 0 1,0 0-1,-1-2 0,17-14 1,-20 16 66,-2 2-14,-1-1 0,1 0 0,-1 0 0,0-1 0,-1 0 0,0 1 0,7-15 0,15-50 529,-19 53-430,15-65 573,-20 70-683,0 0-1,2 0 1,-1 1-1,2 0 1,0-1 0,0 1-1,1 1 1,0-1-1,9-11 1,-12 20-129,-1 0 0,1 1 1,-1-1-1,1 0 0,0 1 1,0 0-1,0 0 1,0 0-1,1 0 0,-1 0 1,1 1-1,-1-1 0,1 1 1,-1 0-1,1 0 0,7-1 1,-5 2-5,1 0-1,-1 0 1,1 1 0,-1 0 0,1 0 0,-1 0-1,1 1 1,-1 0 0,6 3 0,6 3 2,0 1-1,-1 1 1,0 1 0,-1 0-1,23 22 1,-27-22-7,-1 0-1,0 1 0,0 0 1,-1 1-1,-1 1 1,0-1-1,9 20 1,-14-24-9,-1 0 0,1 0 0,-2 0 1,1 0-1,-1 0 0,-1 0 0,0 1 0,0-1 1,-1 1-1,0-1 0,0 0 0,-1 1 1,-4 16-1,-1-7 18,-2 0-1,0 0 1,-1 0 0,0-1-1,-2-1 1,-16 22 0,8-11 90,18-26-11,23-19-52,163-107-163,141-129-158,-91 61 2224,-197 166-1513,-37 26-437,0-1-1,0 0 0,0 1 0,0-1 0,0 1 0,0-1 1,0 1-1,0-1 0,0 1 0,0 0 0,1 0 0,-1-1 1,0 1-1,2 0 0,-2 1 0,0 0 0,0-1 0,0 1 0,-1 0 0,1 0 0,0 0 0,0 0 0,-1 0 0,1 0 0,0 0 0,-1 0 0,1 0 0,-1 0 0,1 0 0,-1 0 0,0 1 0,1-1 0,-1 0 0,0 2 0,4 28 0,-4-27 0,1 36 0,-3 1 0,-1-1 0,-1 0 0,-15 57 0,10-58-213,-1 0 0,-2-1 0,-2 0 0,-27 53-1,31-73 22,-1 0-1,-1 0 0,0-2 0,-1 1 0,-1-2 1,0 0-1,-1 0 0,-1-1 0,0-1 0,-27 16 1,16-14-1165,0-2 0,-1 0 0,-1-2 0,-34 9 0,-61 6-7450,36-11-2198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8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562 6 11661,'16'-5'1757,"-21"8"156,1-1-1289,-1 1 0,0 0 1,1 1-1,-1-1 0,-4 5 0,3 0 103,0 0 0,0 1 0,1-1 0,0 1 0,1 0-1,-5 12 1,-4 8 811,-106 182 3971,4-7-3972,81-137-1744,-79 163 646,89-173-1549,3 1 1,-17 69-1,34-114 489,-12 74-3210,15-78 2447,0 0 0,1 0 0,0 0 0,1 0 1,0 0-1,0 0 0,5 14 0,6 9-9760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1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1 358 9577,'42'-121'4036,"-39"112"-3599,0 0 1,1 0-1,0 0 1,1 0 0,0 1-1,0-1 1,0 1 0,1 1-1,14-15 1,-8 12-110,0-1 1,1 2-1,0 0 1,0 0-1,24-10 0,-5 6-104,1 1 0,0 1 0,0 2-1,67-9 1,-55 13-505,-1 2-1,88 6 1,-105-1-198,-1 2-1,0 0 0,0 2 1,0 1-1,0 1 0,31 15 1,-49-19 275,-1 0 1,-1 0 0,1 0-1,0 1 1,-1 0-1,0 0 1,0 1-1,-1-1 1,1 1-1,-1 0 1,-1 1-1,1-1 1,-1 1 0,7 14-1,-8-12-6,0 0 0,-1 1 1,0 0-1,0-1 0,-1 1 0,0 0 0,0 0 0,-2-1 1,1 1-1,-1 0 0,-4 17 0,-2-2 76,-1 1-1,-1-1 1,-1-1-1,-1 0 1,-2 0 0,0-1-1,-1 0 1,-2-2 0,0 0-1,-1 0 1,-27 24-1,-25 18 1969,-141 98-1,201-155-1646,-89 71 1478,126-81-2836,195-57-5903,-149 36 3090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399 0 7945,'-5'1'1763,"-10"0"-649,0 2 0,1 0 0,-1 1 0,1 1 0,-23 9 0,-17 11 887,-55 27 335,94-43-2123,1 0 0,0 1 1,1 0-1,0 1 0,-12 13 1,22-22-200,1 0 0,0 1 0,0-1 0,0 1 0,0-1 0,0 1 0,0 0 0,1 0 0,-1 0 0,1 0 0,0 0 0,0 0 0,0 0 0,0 0 0,0 0 0,1 0 0,0 1 0,-1-1 0,1 0 0,0 0 0,1 1 0,-1-1 0,1 0 0,-1 0 0,1 0 0,2 5 1,-1-4-68,1 1 1,0-1 0,0 1-1,1-1 1,-1 0 0,1 0 0,0-1-1,0 1 1,0-1 0,0 0-1,1 0 1,-1 0 0,1 0 0,6 2-1,6 1-106,0 0-1,1-1 1,0 0 0,0-2-1,32 3 1,96-4-210,-91-3 278,40 0 149,-1-4 1,153-30-1,-180 20 88,-1-2 0,-1-4 0,-1-2-1,86-45 1,-126 53 641,0 0 0,-1-2-1,0-1 1,-2 0 0,0-2 0,22-26-1,-41 43 761,-1 20-2528,1 0 1,1 0-1,5 20 0,-7-33 295,0 0 0,1 0 0,0 0 0,-1 0-1,1 0 1,5 7 0,13 7-7433,0-7-197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6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26 174 9657,'-26'-42'1940,"26"22"-256,7 0-424,-1 8-216,19-11-300,7 6-1356,3 9-280,6-1-504,13-5-804,7 5-1116,12 9-1613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5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38 304 5485,'-12'-8'773,"9"5"322,0-1 0,0 0 1,1 0-1,0 0 0,-1 0 0,1 0 0,0-1 0,1 1 1,-1-1-1,0-7 0,1 10 1768,3 0-2146,3-5-542,0 1 0,1 0 0,0 1 1,0 0-1,0 0 0,1 0 0,0 0 1,0 1-1,0 1 0,0-1 0,1 1 1,12-4-1,18-4-44,53-8 0,-57 13-84,325-64-3962,-119 26-4457,-101 21-829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6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361 163 5965,'28'-42'6481,"-14"19"-4456,-12 19-1546,0 1 0,0 0 0,0-1 0,-1 1 0,1-1 0,-1 0 0,0 1 0,0-1 0,0 0 0,0 0 0,0-7 0,0-1 135,-13-22 5362,7 35-5034,-9 4-714,1 2 1,0-1 0,0 1 0,1 1 0,0 1 0,0-1 0,1 2-1,0-1 1,1 2 0,0-1 0,-13 20 0,-7 11 528,2 1-1,-24 49 1,27-42-757,2 1 0,3 1 0,-20 76 0,30-86 0,2 0 0,2 0 0,1 0 0,2 1 0,4 47 0,0-72-23,1 1-1,1-1 1,1 0-1,0-1 1,1 1-1,1-1 1,0 0-1,1 0 1,11 17-1,-11-23-19,0 0-1,0 0 0,1-1 1,0 0-1,0 0 0,1-1 1,1 0-1,-1-1 0,1 0 1,0 0-1,1-1 0,-1 0 1,23 7-1,-9-6-239,0-2-1,0-1 1,0 0 0,1-2 0,0-1 0,-1-1-1,1-1 1,-1-1 0,1-1 0,-1-2 0,0 0-1,0-1 1,44-19 0,-59 21 225,-1 0-1,0 0 1,0-1-1,-1 0 1,1 0 0,-1-1-1,0 0 1,0 0-1,-1 0 1,0-1 0,0 0-1,0-1 1,7-13-1,-11 17 49,0 0 0,0 0 0,-1 1 0,0-1 0,0-1 0,0 1 0,0 0 0,-1 0 0,1 0 0,-1 0-1,0-1 1,0 1 0,-1 0 0,1 0 0,-1 0 0,0 0 0,0 0 0,0 0 0,-1 0 0,1 0 0,-1 0 0,0 0 0,0 1-1,-1-1 1,1 1 0,-1-1 0,1 1 0,-1 0 0,0 0 0,0 0 0,-6-4 0,-4-2-11,0 0-1,-1 1 1,1 0 0,-2 1 0,1 1 0,-1 0-1,0 1 1,0 1 0,-21-4 0,4 3-582,0 2 1,-1 0-1,-51 4 1,54 2-1579,-41 7 0,10 8-5885,45-9-716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7.5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63 9333,'6'-31'2474,"-7"19"758,-14-8 6148,12 52-7533,2 0 1,1-1-1,4 35 0,0 29-923,-4 4-907,-26 192 1,-22-55-2649,-10 69-2769,57-299 3826,0 1 0,1-1-1,-1 1 1,1-1 0,0 1-1,1-1 1,1 9 0,6-5-7584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7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557 8 11785,'0'0'70,"0"0"0,0 0-1,0 0 1,0 0 0,-1 0 0,1 0 0,0 0-1,0 0 1,0 0 0,0 0 0,0 0 0,0 0-1,0 0 1,-1 0 0,1 0 0,0 0 0,0 0 0,0 0-1,0 0 1,0-1 0,0 1 0,0 0 0,0 0-1,-1 0 1,1 0 0,0 0 0,0 0 0,0 0-1,0 0 1,0 0 0,0-1 0,0 1 0,0 0-1,0 0 1,0 0 0,0 0 0,0 0 0,0 0-1,0 0 1,0-1 0,0 1 0,0 0 0,0 0-1,0 0 1,0 0 0,0 0 0,0 0 0,0-1-1,0 1 1,0 0 0,0 0 0,0 0 0,0 0-1,0 0 1,0 0 0,0 0 0,1 0 0,-1-1-1,0 1 1,0 0 0,0 0 0,0 0 0,0 0-1,0 0 1,0 0 0,0 0 0,0 0 0,1 0-1,-1 0 1,1-1 55,-1 1 0,1 0-1,0-1 1,-1 1 0,1 0-1,0 0 1,-1 0 0,1 0 0,0-1-1,0 1 1,-1 0 0,1 0 0,0 0-1,0 1 1,-1-1 0,1 0-1,0 0 1,0 0 0,-1 0 0,1 1-1,0-1 1,0 1 0,0-1-72,0 0 0,-1 1 0,1-1 0,0 1 0,0-1 0,-1 1 0,1-1 1,0 1-1,-1-1 0,1 1 0,-1 0 0,1-1 0,-1 1 0,1 0 0,-1-1 0,1 1 0,-1 0 1,0 0-1,1-1 0,-1 1 0,0 0 0,1 0 0,-1 0 0,0-1 0,0 1 0,0 1 0,0 0 0,0 1 1,-1-1-1,1 0 0,-1 0 0,0 0 0,1 1 0,-1-1 0,0 0 0,0 0 0,-2 2 0,-1 3 46,-1-1 1,0 0-1,-1 0 1,1 0-1,-10 8 0,-190 127 1174,118-85-1448,-92 78 1,169-125-211,0 1 0,1-1 0,0 2 0,-12 18 0,20-27 74,0 1-1,0 0 1,0-1-1,0 1 1,0 0-1,1-1 1,-1 1 0,1 0-1,0-1 1,0 1-1,0 0 1,0 0-1,1-1 1,-1 1 0,1 0-1,-1 0 1,1-1-1,0 1 1,0-1-1,0 1 1,0-1 0,1 1-1,-1-1 1,1 0-1,-1 1 1,1-1-1,0 0 1,0 0 0,0 0-1,3 2 1,31 19-8203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8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333 58 10601,'-98'-5'4337,"70"2"-2842,0 2 0,0 0 0,-37 5 0,60-3-1391,-1 0 0,1 0 0,0 1 0,1-1 0,-1 1 0,0 0 0,0 0 1,1 1-1,-1-1 0,1 1 0,0 0 0,0 0 0,-5 5 0,7-5-120,0-1 0,0 0 0,1 1 0,0-1 0,-1 1 0,1 0 0,0-1 0,0 1 0,0 0 0,1 0 0,-1 0 0,1-1 1,-1 1-1,1 0 0,0 0 0,0 0 0,0 0 0,1 0 0,-1 0 0,1-1 0,-1 1 0,1 0 0,0 0 0,2 4 0,-1-3-54,0 0-1,1 1 0,-1-1 1,1 0-1,0-1 1,0 1-1,0-1 1,0 1-1,0-1 1,1 0-1,0 0 1,0 0-1,0-1 1,0 1-1,0-1 1,0 0-1,0 0 1,1 0-1,-1-1 1,1 0-1,-1 1 1,1-2-1,7 2 1,9-1 180,1 0 1,0-2 0,41-6-1,-27 3 131,94-3 326,18-2-126,-84 3-363,-15 2 41,56-13 0,-88 13-17,0 0 1,-1-2 0,0 1-1,0-2 1,-1 0 0,20-13-1,-35 20-86,1 0 0,0 0 0,0-1 0,-1 1 0,1-1 0,0 1 0,-1-1 0,1 1 0,0-1-1,-1 1 1,1-1 0,-1 1 0,1-1 0,-1 0 0,1 1 0,-1-1 0,0 0 0,1 0-1,-1 1 1,0-1 0,1 0 0,-1 0 0,0 0 0,0 1 0,0-1 0,0 0 0,0 0 0,0 0-1,0 1 1,0-1 0,0 0 0,0 0 0,0 0 0,0 1 0,0-1 0,-1 0 0,1 0-1,0 1 1,-1-1 0,1 0 0,-1 0 0,1 1 0,-1-1 0,1 0 0,-1 1 0,1-1 0,-1 1-1,1-1 1,-1 1 0,0-1 0,1 1 0,-1-1 0,0 1 0,0 0 0,1-1 0,-2 1 0,-1-1 10,1 1 1,-1 0-1,0-1 1,1 1 0,-1 1-1,0-1 1,1 0 0,-1 1-1,0-1 1,-2 2-1,-14 1 44,19 2 55,0-4-127,0 0 0,0 0 0,0 0 1,-1 0-1,1 0 0,0 0 0,0 1 0,0-1 0,1 0 1,-1 0-1,0 0 0,0 0 0,0 0 0,1 0 1,-1 0-1,1 0 0,-1 0 0,1 0 0,-1 0 0,1 0 1,-1-1-1,1 1 0,0 0 0,-1 0 0,2 0 1,6-1-15,9 1-44,-1-1 0,1-1 0,-1-1 0,1-1 0,20-5 0,232-98 403,-266 106-266,1 0 1,0-1-1,0 1 0,0 1 1,0-1-1,0 0 0,-1 1 1,1 0-1,0 0 0,0 0 1,4 2-1,-5-1-36,-1 0 0,1 0-1,-1 0 1,1 0 0,-1 1 0,0-1 0,0 1-1,0-1 1,0 1 0,0 0 0,-1-1 0,1 1-1,-1 0 1,0 0 0,1 4 0,13 51 291,-12-46-230,22 161-300,-25-170 180,1 0 0,0 0-1,0 0 1,0-1 0,0 1 0,0 0-1,1 0 1,-1-1 0,1 1-1,-1 0 1,1-1 0,4 5-1,-5-6 17,0-1-3,0 0-1,0 0 0,0 0 0,0 0 1,0 0-1,0 0 0,1 0 1,-1 0-1,0 0 0,0 0 0,0 0 1,0-1-1,0 1 0,0-1 0,0 1 1,0 0-1,1-2 0,-1 2-7,19-8-15,-1-1 0,1-1 1,-2-1-1,1 0 1,-2-1-1,30-27 0,38-24 36,-51 40-25,-16 10-2,0 2 0,1 0 0,22-10 0,-36 19 21,0 0 1,0 0 0,0 0-1,0 1 1,0 0 0,1 0-1,-1 1 1,0-1-1,0 1 1,1 0 0,-1 1-1,0-1 1,0 1-1,0 0 1,1 0 0,-1 1-1,0 0 1,5 2-1,-2 0 47,-1 0-1,1 1 0,-1 0 0,-1 0 0,1 1 0,-1 0 1,8 8-1,-12-10-41,1-1-1,0 1 1,-1-1 0,0 1 0,0 0-1,0 0 1,0 0 0,-1 0 0,0 0 0,1 0-1,-2 0 1,1 1 0,0-1 0,-1 0-1,0 0 1,0 9 0,-3 15-378,3-21 138,0 0 0,-1-1 0,0 1 0,0 0 0,-1-1 0,1 1-1,-1-1 1,-1 0 0,1 0 0,-1 0 0,-1 0 0,-3 6-1,2-5-434,0-1 0,0 1-1,-1-1 1,0 0 0,0 0-1,-1-1 1,-9 7 0,-36 11-5747,6-4-1493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9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82 5557,'13'-18'1900,"-1"-15"5528,0 3-1907,-6 29-4262,71 13 218,-1 3 0,121 41 0,-161-45-1315,-24-7-112,200 64 341,-155-47-720,86 45 0,-129-58 215,0 0 1,-1 0-1,0 2 1,0-1-1,-1 2 0,-1-1 1,18 21-1,-26-27 80,-1 0-1,1 0 0,-1 0 1,1 0-1,-1 0 0,-1 0 1,1 0-1,-1 1 0,1-1 1,-1 1-1,0-1 0,-1 1 1,1-1-1,-1 1 0,0 0 1,0-1-1,-1 1 1,1 0-1,-1-1 0,0 1 1,0-1-1,0 1 0,-1-1 1,0 0-1,1 0 0,-2 1 1,1-1-1,0-1 0,-5 6 1,-2 3-68,-1-2 0,0 1 1,0-1-1,-1-1 0,-1 0 1,1-1-1,-2 0 0,1 0 0,-17 6 1,-22 8-700,-57 17 1,65-25 136,-79 26-1413,-36 13-5199,77-22-1198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1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198 211 6653,'-11'-6'1844,"0"0"0,0 0 0,-1 1 0,-20-7-1,-3-1 2382,21 7-2931,8 4-490,0 0 1,1 0-1,-1-1 0,0 0 1,1 0-1,-1 0 1,1-1-1,0 0 1,1 0-1,-10-9 0,14 13-780,0-1-1,-1 1 1,1-1 0,0 1-1,-1-1 1,1 1-1,0-1 1,0 0-1,-1 1 1,1-1-1,0 1 1,0-1-1,0 0 1,0 1-1,0-1 1,0 1-1,0-1 1,0 0-1,0 1 1,0-1-1,0 1 1,0-1-1,0 0 1,1 1-1,-1-1 1,0 1 0,0-1-1,1 0 1,17-14 792,32-6 210,-48 20-1023,44-11-3,1 2 0,94-9 0,-78 12 0,-18 1 0,1 3 0,0 1 0,0 2 0,0 2 0,56 10 0,-95-10 0,1 0 0,-1 0 0,0 0 0,0 1 0,0 0 0,-1 1 0,1-1 0,-1 1 0,1 1 0,-1-1 0,0 1 0,-1 0 0,1 0 0,-1 1 0,0-1 0,-1 1 0,5 7 0,-3-1 0,0 0 0,0 1 0,-1 0 0,-1 0 0,0 0 0,-1 1 0,0-1 0,0 21 0,0 12 0,-2 1 0,-6 51 0,-18 95 0,17-150 0,-67 437 0,46-311 0,-2 91-1340,27-207 317,3 0 0,13 97 0,-11-134-671,0 0 0,12 30 0,8 0-5338,8 1-6228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1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7 200 14641,'-7'-14'8617,"20"-9"-6613,54-14 937,-10 26-2005,19 2-220,16 1-424,19-4-412,16 4-956,10-4-364,6-5-725,3 0-983,0 0-3405,0 2-6108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6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612 116 5849,'-5'-2'830,"-1"0"1,1 0 0,0 0 0,0-1 0,0 1 0,0-1 0,-5-4 0,5 4 2399,4 3-3001,0-1 1,0 1-1,0-1 0,0 1 1,0 0-1,0-1 0,0 0 1,0 1-1,0-1 0,0 0 1,0 1-1,0-1 0,0 0 1,1 0-1,-1 0 0,0 0 1,1 0-1,-1 0 0,0 0 1,1 0-1,-1 0 0,1 0 1,0 0-1,-1 0 0,1-2 1,-7-29 2654,6 29-3441,1 0 1585,-6-6-435,6 8-503,0 0 0,0 0 0,-1 0 0,1 0 0,0 1 0,-1-1 0,1 0 0,-1 0 0,1 0 0,-1 0 0,1 1 0,-1-1 0,1 0 0,-1 1 0,0-1 0,0 0 0,0 0 0,-2 0-95,2 0 33,0 1-1,0-1 1,1 1 0,-1-1 0,0 1 0,0 0 0,0-1 0,0 1 0,0 0-1,0 0 1,0-1 0,0 1 0,0 0 0,0 0 0,1 0 0,-1 0 0,0 0-1,0 0 1,0 1 0,0-1 0,0 0 0,0 0 0,0 1 0,0-1-1,0 0 1,0 1 0,1-1 0,-1 1 0,0-1 0,0 1 0,0 0 0,1-1-1,-1 1 1,0 0 0,1-1 0,-1 1 0,1 0 0,-1 0 0,1 0-1,-1 0 1,1-1 0,-1 1 0,1 0 0,0 0 0,0 0 0,-1 0 0,1 0-1,0 2 1,-54 198 3113,-158 366-2223,117-328-827,55-118-792,-8 79-2555,37-151 591,-5 54 0,14-24-5868,4-24-3430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6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25 12473,'5'-3'272,"0"0"0,0 0-1,1 0 1,-1 1 0,1 0 0,0 0 0,0 0-1,-1 1 1,1 0 0,0 0 0,0 0-1,1 1 1,-1 0 0,0 0 0,0 1-1,0-1 1,0 1 0,0 1 0,-1-1 0,11 4-1,-1 1 78,1 1-1,-1 0 1,-1 0-1,1 2 1,-2 0-1,1 0 1,-1 1-1,0 1 1,-1 0-1,-1 1 1,1 0-1,-2 1 1,0 0-1,15 27 1,-19-30-277,-1-1 1,-1 1 0,0 0-1,0 1 1,-1-1 0,0 0-1,-1 1 1,0 0 0,-1-1-1,0 1 1,-1 0 0,0 0-1,-1-1 1,0 1 0,0 0-1,-1 0 1,-1-1 0,0 0-1,0 1 1,-1-1 0,0 0-1,-1 0 1,0-1 0,-8 12-1,-1-2 9,-2-1-1,0 0 0,-2-1 1,-37 30-1,-87 49 87,130-88-159,-32 19-103,-123 82-774,128-81-341,2 2 0,-38 38 0,68-61 530,0 1-1,0 0 1,0 1 0,-5 10-1,10-15 19,0 0 0,0 0 0,1 0 0,-1 0 0,1 1 0,0-1 0,-1 5-1,5 32-8861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7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283 102 13037,'-10'-2'1058,"1"0"0,-1 0 0,0 1 0,0 1 0,0-1 0,-12 2 0,18 0-869,-1 0 0,0 0 1,1 1-1,-1-1 0,0 1 0,1 0 0,0 1 1,-1-1-1,1 1 0,0-1 0,0 1 1,1 0-1,-1 1 0,-5 6 0,-122 141-1349,129-149 930,23 18-311,-16-20 532,0 0 0,-1 0 0,1 0 0,0-1 0,-1 1 0,1-1 0,0 0 0,6-3 0,7 0-11,60-9 264,-1-3 0,0-4 0,-2-3 0,107-47 0,-171 65-136,0-1 0,-1 0 0,1 0 0,-1-1-1,0-1 1,0 0 0,-1 0 0,-1-1 0,1 0 0,13-19 0,-19 23 75,0 1 1,1 0-1,-1-1 0,1 1 0,0 1 0,0-1 0,0 1 1,1-1-1,-1 1 0,1 0 0,5-2 0,-7 4-66,0 0 1,0-1-1,1 1 0,-1 1 0,0-1 0,1 1 0,-1-1 0,1 1 1,-1 0-1,1 0 0,-1 0 0,1 1 0,-1-1 0,0 1 1,1 0-1,-1 0 0,0 0 0,0 0 0,5 3 0,-1 0-42,1 1 0,-1-1 0,0 2 0,-1-1 0,1 1 1,-1 0-1,0 0 0,-1 0 0,0 1 0,0 0 0,0 0 0,-1 1 0,0-1 0,0 1 0,-1 0 0,0 0 0,0 0 0,-1 0 0,0 0 0,0 1 0,-1-1 0,0 1 0,-1-1 0,1 1 0,-2-1 0,1 1 0,-1-1 0,-5 17 0,-6 32 2,11-53-62,10 13 31,-8-16-45,0 0-1,0 0 1,0 0 0,0 0 0,0 0 0,1 0-1,-1 0 1,0 0 0,1-1 0,-1 1 0,0 0 0,1-1-1,-1 1 1,0-1 0,1 0 0,-1 1 0,1-1-1,-1 0 1,1 0 0,-1 0 0,1 0 0,-1 0-1,1 0 1,-1 0 0,1 0 0,-1-1 0,1 1-1,-1-1 1,0 1 0,3-2 0,53-21 14,-49 19-8,117-55 461,174-78 1273,-295 136-1741,0-1 0,1 0 0,-1 1 0,0 0 0,1 0 0,-1 0 0,1 1 0,0-1 0,-1 1 0,1 0 0,-1 0 0,1 1 0,-1-1 0,1 1 0,-1 0 0,1 1 0,-1-1 0,0 1 0,1-1 0,5 5 0,-6-4 0,-1 1 0,-1 0 0,1-1 0,0 1 0,-1 0 0,1 0 0,-1 1 0,0-1 0,0 0 0,0 1 0,-1-1 0,1 1 0,-1 0 0,0-1 0,0 1 0,0 0 0,0 0 0,-1 0 0,0 0 0,1 0 0,-1 0 0,-1-1 0,0 5 0,-2 16-122,-2-1 0,-1 0 0,-15 39 0,-6 23-950,26-80 352,1 0 0,0 0 0,0 1 0,0-1 0,1 0-1,-1 0 1,1 0 0,0 1 0,1-1 0,-1 0 0,1-1 0,0 1 0,1 0 0,-1 0 0,1-1 0,-1 1 0,2-1 0,-1 0 0,0 0 0,1 0-1,-1 0 1,1-1 0,0 0 0,6 4 0,24 12-9501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7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26 11489,'3'-23'9453,"-28"21"-10197,6 2-1208,-4 8-3493,1 1-4372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04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75 182 6365,'-8'-14'1718,"7"11"1515,-4 2-1604,-14-3 680,14 3 421,-7-3-1001,11 5-1633,0-1 0,0 0 0,0-1-1,0 1 1,0 0 0,-1 0-1,1 0 1,0 0 0,0-1 0,0 1-1,0-1 1,0 1 0,0-1-1,0 1 1,1-1 0,-1 1 0,0-1-1,-2-1 1,3 0-24,-1-1 0,0 1 1,0-1-1,1 1 0,0-1 0,-1 1 0,1-1 0,0 0 1,0 1-1,0-1 0,1 1 0,-1-1 0,0 1 0,1-1 1,0 1-1,0-1 0,0 1 0,0 0 0,0-1 0,0 1 1,0 0-1,1 0 0,-1 0 0,1 0 0,-1 0 1,1 0-1,0 0 0,0 1 0,0-1 0,0 1 0,0-1 1,0 1-1,4-2 0,7-4 20,1 2 0,-1-1 0,1 2 0,27-6 0,40-5 49,1 3 1,107-1 0,169 17 6,-314-3-121,938 61 66,-2 38-74,-948-96-17,81 8 1,732 101-598,-826-109 571,17 2-61,-1 1-1,-1 2 1,61 25-1,-94-34 78,0 0-1,0 1 0,0-1 1,0 0-1,0 1 1,0-1-1,-1 1 0,1 0 1,0-1-1,0 1 0,0 0 1,-1-1-1,1 1 1,0 0-1,-1 0 0,1 0 1,-1-1-1,1 1 0,-1 0 1,1 0-1,-1 0 1,0 0-1,1 0 0,-1 0 1,0 0-1,0 0 0,0 0 1,0 1-1,0 0-18,-1 0 0,1 0 0,-1 0 0,0 0 0,0 0 0,0 0 0,0-1-1,0 1 1,0 0 0,-1-1 0,1 1 0,-3 2 0,-4 3-280,-1 0 1,1 0-1,-1-1 0,-12 6 1,12-7-621,-1 1 0,1 0 0,-13 12 1,-7 12-6542,14-10-440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0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47 7517,'1'-1'364,"-1"1"0,0-1 1,1 0-1,-1 1 0,0-1 1,1 0-1,-1 0 0,0 0 1,0 1-1,0-1 0,0 0 0,0 0 1,0 0-1,0 1 0,0-1 1,0 0-1,0 0 0,0 0 1,-1 1-1,1-1 0,0 0 1,0 0-1,-1 1 0,1-1 1,-1 0-1,1 0 0,0 1 0,-1-1 1,0 1-1,1-1 0,-1 0 1,-9-5-171,7 5 2086,2-1-1126,0 1-934,0 0-1,1 0 1,-1 0-1,0 0 0,0 0 1,0 0-1,0 1 1,0-1-1,0 0 1,0 0-1,0 1 0,0-1 1,0 1-1,0-1 1,-1 1-1,1 0 0,0-1 1,0 1-1,0 0 1,-1 0-1,1 0 0,0 0 1,-2 0-1,1 1 75,0-1-1,0 1 1,0 0 0,0 0-1,0 0 1,1 1 0,-1-1-1,0 0 1,1 1-1,-1-1 1,1 1 0,-1-1-1,1 1 1,-1 0-1,0 2 1,-6 9-294,1-1 0,0 1 0,1 1 0,1-1 0,0 1 0,1 0 0,-3 17 0,-11 106 0,11-62 0,-26 100 0,-2-6 0,-11 75 0,-60 248 0,-10 76 0,69-46 0,34 4 0,12-407 0,-25 349 0,27-462 0,-2-1 0,1 1 0,-1-1 0,1 1 0,-1-1 0,-1 1 0,1-1 0,-1 0 0,0 1 0,0-1 0,-1 0 0,1 0 0,-1-1 0,0 1 0,-1-1 0,1 1 0,-5 3 0,8-8 0,-1 1 1,1-1-1,-1 0 0,0 1 0,1-1 1,-1 0-1,0 0 0,1 1 0,-1-1 1,0 0-1,1 0 0,-1 0 1,0 0-1,1 0 0,-1 0 0,0 0 1,0 0-1,1 0 0,-1-1 0,0 1 1,1 0-1,-1 0 0,0 0 1,1-1-1,-1 1 0,1 0 0,-1-1 1,0 1-1,1-1 0,-1 1 0,1-1 1,-1 1-1,1-1 0,0 1 1,-1-1-1,1 1 0,-1-1 0,1 1 1,0-1-1,-1 0 0,1 1 0,0-1 1,0-1-1,-13-34-60,-3-102-5082,14 93-628,6-53-1,9 2-7281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2.2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4796,'0'0'13416,"3"-1"-13148,5 0-81,-1 1 1,0-1-1,0 2 0,1-1 0,-1 1 0,0 0 0,0 0 0,10 3 1,0 1 159,0-1 0,0-1 0,0 0 1,0-1-1,34-1 0,87-15 215,-68 5-306,884-30 531,-2 95-850,539 101 65,-26-44 47,-880-110-20,-310-5-7,194-19 336,-412 17-265,16-2 33,61-3 65,-53 4-69,-57 3-106,-1 0 0,36 3 0,214 7 213,-231-16-89,-29 4-11,37-11-91,-47 14-119,0 0-184,20-6 62,-38 19-142,13-11 265,-4 1-10,0-1-1,-1 1 1,1 0-1,0 0 1,0 1-1,0-1 1,0 2-1,-6 3 0,10-6-63,-4-32-883,5 1 1268,1 27-180,1 0 0,-1 0 0,0-1 0,-1 1 0,1 0 0,0 0 0,-1 0 0,0 0 0,-2-5 0,2 5 295,1 3-332,0-1 1,0 1-1,0-1 0,0 0 1,0 1-1,0-1 1,0 1-1,0-1 0,0 1 1,0-1-1,0 1 1,0-1-1,-1 1 0,1-1 1,0 1-1,0-1 1,-1 1-1,1 0 0,0-1 1,-1 1-1,1-1 1,0 1-1,-1 0 0,0-1 1,0 1 34,0 0 0,0 0 0,0 1 0,0-1-1,0 0 1,0 1 0,0-1 0,0 1 0,1-1 0,-1 1 0,0 0 0,0-1 0,0 1 0,1 0 0,-1-1 0,0 1 0,1 0 0,-1 0-1,1 0 1,-1 0 0,1-1 0,-2 3 0,-12 24 463,12-23-392,-12 27 497,1 1 0,2 1 1,1-1-1,-7 45 1,-10 138 1441,10-66-1039,-85 737 4,52-401-1134,-4 344-4541,46-621 3314,7-193 1265,-9 460-3000,11-455 2788,3 54-926,-4-70 792,1 1-1,0-1 1,0 1-1,0 0 1,1-1-1,0 0 1,-1 1-1,1-1 1,1 0-1,-1 0 1,6 7-1,7-3-4957,1-1-3286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3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83 241 4052,'-40'24'1078,"32"-20"5365,-11-3-4956,18-1-1408,0 0 0,0 0 0,1 0 0,-1 0 0,0 0 0,0 0 0,1 0 0,-1 0 0,0 0 0,0 0 0,1 1 0,-1-1 0,0 0 0,1 1 0,-1-1 0,0 0 0,1 1 0,-1-1 0,0 1 0,0 0 0,8 7 3623,16 2-455,-8-8-4018,179 12 2893,138-37 1158,-164 6-2715,442-17-196,-455 27-309,-88 4-54,296-9 6,531-14-13,-477 11-18,14-1 28,311-8-80,-1 29-12,45 13 131,-607-16-12,-35 0 106,271-32-1,-397 27-110,0 0 1,0-2-1,24-8 1,-38 11-30,1 0 1,-1 0 0,0 0 0,1 0 0,-1-1 0,0 0-1,0 0 1,-1 0 0,1 0 0,-1 0 0,1-1-1,-1 0 1,0 1 0,0-1 0,-1 0 0,1-1-1,2-6 1,-4 9-14,-1 0-1,1 0 1,-1 0-1,0 0 1,0 0-1,0 0 1,0 0-1,0 0 1,0 1-1,-1-1 1,1 0-1,-1 0 1,1 0-1,-1 0 1,0 0-1,-1-2 1,2 2-9,-3-2-200,5 7-280,1 1 419,0 0 1,0 1-1,0-1 0,1 0 1,0-1-1,-1 1 0,1-1 1,1 0-1,7 6 0,49 20-694,-15-8 323,-4 1-224,-40-20 474,-18 1-483,7-3 456,0 0 1,0-1-1,0 0 1,0 0-1,0-1 0,0 0 1,-13-5-1,-65-28-3836,73 29 3099,-35-16-4193,2 4-2995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6501,'0'0'2410,"2"3"-1355,11 6-626,-1-1 1,1 0-1,0-1 1,0-1-1,1 0 1,0 0-1,0-1 1,1-1-1,-1-1 1,1 0 0,16 1-1,22 1 42,0-2 0,0-2 1,0-3-1,0-2 0,0-3 0,81-20 0,-70 15-468,-42 10-2587,0 1-3853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7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207 269 7361,'-2'-3'407,"1"1"0,0-1 0,-1 0 0,0 0 0,0 1 0,0-1 0,0 0 0,0 1 0,0 0 0,0 0 0,-1 0 0,1 0 0,-1 0 0,0 0 0,0 0 0,1 1-1,-1-1 1,0 1 0,0 0 0,-6-1 0,-32-12 5751,-67-12 0,104 26-3103,4-2-3016,0 0 1,0 0 0,0 1-1,1-1 1,-1 0 0,0 0-1,1 1 1,0-1 0,-1 0 0,1 1-1,0-1 1,0 1 0,-1-1-1,1 1 1,0-1 0,1 1 0,-1 0-1,0-1 1,0 1 0,1 0-1,-1 0 1,0 0 0,1 0 0,2-2-1,3 1 44,-1-1 0,1 1 0,0 0-1,0 0 1,8 0 0,474-53-83,6 34 0,-303 15 0,1334-33 0,3 61 0,-1401-14 0,235 46 0,-330-47-1001,0-1 0,55 1 0,-77-6 651,0-2 1,0 1-1,0-1 1,0-1-1,0 0 1,0-1-1,0 0 0,-1 0 1,0-1-1,1-1 1,16-9-1,-26 13 126,0 0-1,1 0 1,-1 0-1,0 0 1,0 0 0,0 0-1,0 0 1,0 0-1,0-1 1,0 1 0,0 0-1,-1-1 1,1 1-1,0 0 1,-1-1-1,1 1 1,-1-1 0,0 1-1,1-1 1,-1 1-1,0-1 1,0-1 0,-8-25-7175,-5 10-2626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8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210 132 12001,'-83'-43'2190,"78"41"-1894,1-1 1,0 0 0,-1 0 0,1 0 0,1-1-1,-6-5 1,-13-12 2164,-46-18 4152,66 37-5474,3 7-11,3 6-820,1-1 1,0 0 0,1 0-1,0 0 1,1-1 0,0 0-1,13 15 1,69 57 703,-65-61-767,401 295 835,-155-126-728,-180-122-352,145 112 0,-164-120 0,73 79 0,-123-116 0,-1 1 0,-1 1 0,-1 0 0,-1 2 0,-1 0 0,14 33 0,-26-49 0,0 1 0,0-1 0,-1 1 0,0-1 0,-1 1 0,-1 0 0,1 0 0,-2 0 0,1 0 0,-2 0 0,1 0 0,-2 0 0,1 0 0,-1-1 0,-1 1 0,0 0 0,-1-1 0,0 0 0,0 0 0,-8 12 0,1-5-60,-1-1 0,-1-1 0,0 0 0,-1-1 0,0-1 0,-1 0 0,-1-1 0,0 0 0,-1-1 0,-18 8 1,-29 13-642,-98 32 0,116-47 387,-414 124-7427,365-114 4816,-29 14-3544,21 4-3804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9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543 817 11557,'0'0'10049,"-1"-2"-8698,-2-6-1510,-17-34 9103,19 40-8523,23-35 183,-20 29-604,1 1 0,0 0 0,1 0 0,-1 0 0,1 0 0,1 1 0,6-9 0,16-27 0,-11 15 0,-2 0 0,-2-2 0,0 0 0,-2 0 0,-1-1 0,8-48 0,-4-10 0,-7 60 0,-1 0 0,-2 0 0,-1 0 0,-1 0 0,-5-55 0,4 80 0,-1 0 0,0 0 0,1-1 0,-1 1 0,-1 0 0,1 0 0,0 0 0,-1 0 0,1 0 0,-1 1 0,0-1 0,0 0 0,0 1 0,-1 0 0,1-1 0,0 1 0,-5-3 0,5 4 0,-1 0 0,0 0 0,1 0 0,-1 0 0,0 1 0,0-1 0,0 1 0,1-1 0,-1 1 0,0 0 0,0 0 0,0 1 0,1-1 0,-1 0 0,0 1 0,0 0 0,1 0 0,-1 0 0,0 0 0,-4 2 0,-6 5 0,-1 0 0,1 1 0,1 0 0,0 1 0,0 0 0,1 1 0,1 0 0,0 1 0,-16 23 0,-3 12 0,-33 68 0,49-90 0,2 0 0,1 1 0,1 0 0,-9 38 0,10-23 0,2-18 0,1 0 0,2 1 0,0-1 0,1 1 0,2 0 0,4 41 0,0-35 0,2-1 0,1 0 0,1-1 0,2 0 0,0 0 0,18 30 0,8-3 0,3-1 0,74 78 0,21 28 0,-115-135 0,-2 2 0,0 0 0,-2 1 0,18 44 0,-30-64 0,-1 0 0,1 0 0,-2 0 0,1 0 0,-1 0 0,0 0 0,-1 1 0,0-1 0,0 0 0,0 1 0,-1-1 0,-1 0 0,0 0 0,0 0 0,-3 8 0,1-7 0,0 0 0,-1-1 0,0 0 0,0 0 0,-1-1 0,0 1 0,0-1 0,-1 0 0,0-1 0,0 0 0,0 0 0,-1 0 0,-9 4 0,-14 7 0,-2 0 0,0-3 0,-62 19 0,-110 16 0,130-33 0,44-8-114,-69 12-1213,91-19 1100,0 0-1,0 0 1,0-1 0,0 0-1,0-1 1,0 0-1,0 0 1,-10-4-1,18 5-65,-1-1 0,1 1 0,-1-1 0,1 0-1,0 0 1,-1 1 0,1-1 0,0 0 0,0 0-1,0 0 1,0 0 0,-1 0 0,2-1 0,-1 1-1,0 0 1,0 0 0,0-1 0,0 1 0,0-3-1,0-19-7800,7-7-4243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0.3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124 162 12561,'-1'-3'284,"1"0"-1,-1 0 1,1 1 0,-1-1 0,1 0-1,0 0 1,0 0 0,1 0-1,-1-3 1,1 3 138,-1 1 0,1-1 1,-1 0-1,0 1 0,0-1 1,-1 0-1,1 1 0,-1-5 0,0 2 423,0-1-1,1 1 0,0-1 0,0 1 0,0-1 0,1 1 1,0-1-1,0 1 0,0 0 0,1-1 0,4-9 0,-1-1 1615,0 6-2028,-1 10-136,0 10-45,-4-10-246,2 8-4,-1-1 0,-1 0 0,1 1 0,-1-1 0,0 1 0,-1-1 0,0 1 0,0-1 0,0 0 0,-4 11 0,-3 19 0,-52 391 0,25-140 0,18-131 0,7-53-4097,-1 54-8751,8-113 10005,2-20-7152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1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0 646 10733,'7'-3'1500,"1"0"1,-1 0-1,0 1 1,10-2-1,35-2 1439,56 9-3289,-50 1 1103,376 5-2145,-432-9 1380,16 0 119,-1 1 1,1 0 0,-1 2-1,1 0 1,23 7 0,-38-8 230,-3 0-12,-5 13 145,0 0 1,-1 0 0,-11 19 0,-6 16 388,22-46-837,0 0 1,0-1-1,1 1 1,-1 0-1,1 0 1,0 0-1,0-1 1,1 1-1,-1 0 1,1 0-1,-1 0 1,1-1-1,0 1 1,1 0 0,-1-1-1,3 5 1,-1-2 0,0 0 1,1 0-1,0-1 1,0 1 0,0-1-1,1 0 1,9 9-1,-10-11-46,1 1 0,0-1 0,0 0-1,0 0 1,0-1 0,0 1 0,1-1-1,-1 0 1,1-1 0,-1 1 0,7 0-1,2-1-55,0-1 0,0 0 0,20-3 1,-25 2 56,0 0 0,-1 0 0,1-1 0,-1 0 0,1 0 0,-1-1 0,0 0 0,0-1 0,0 0 0,-1 0 0,1 0 0,-1-1 0,0 0 0,10-10 1,3-1-3,-12 11 15,0-1 1,0-1-1,0 1 0,-1-1 1,0-1-1,-1 0 0,12-16 1,-17 21 17,1 1 0,-1-1 0,1 0 1,0 0-1,0 1 0,0-1 0,0 1 1,0 0-1,0-1 0,1 1 0,-1 0 1,1 0-1,0 1 0,-1-1 0,1 0 1,0 1-1,0 0 0,0 0 0,0 0 1,0 0-1,1 0 0,4 0 0,-4 1 18,1 0-1,0 0 1,0 1-1,0 0 1,0 0 0,0 0-1,-1 1 1,1-1-1,-1 1 1,1 0-1,-1 0 1,1 1-1,6 5 1,24 18 57,-14-9-9,2-1 1,37 20 0,-52-33-74,0 1 0,0-1 0,0 0 0,0-1 0,0 0 0,1 0 1,-1-1-1,1 0 0,0 0 0,-1-1 0,1 0 0,12-2 0,-11 0-2,-1 0 0,0 0 0,0-1 1,0 0-1,0 0 0,-1-1 0,1 0 0,-1-1 0,0 0 0,0 0 0,-1 0 0,1-1 0,-1 0 0,0-1 0,-1 0 0,0 0 1,10-15-1,-1-3-56,-7 11 48,0-1-1,0 1 1,-2-1-1,7-19 1,-9 20-41,-3 11 40,-3 5-18,-11 8 13,0 0 1,1 1-1,1 0 1,0 1-1,0 1 0,1 0 1,1 0-1,-10 18 1,-17 14-26,34-42 64,5 31-670,0-35 463,7-3 128,0-1 0,0-1 1,0 0-1,-1 0 0,0-1 0,0 0 0,-1 0 0,1-1 0,-2-1 1,1 1-1,-1-1 0,6-10 0,12-21 3,31-68 0,-46 88 17,8-24 26,-3 0 0,-1-1 1,-2-1-1,9-74 0,-3 19-28,-10 55 11,-2 0 0,-1-57-1,-5 100 55,-6 23 72,2-7-71,1 1-1,0 0 0,-2 26 1,3-15-3,-1 1-11,1 0 1,2 0-1,0 1 0,2-1 0,1 0 1,1 0-1,1 0 0,2-1 1,17 48-1,-17-60-28,0 0 0,1 0 0,0-1 0,1 1 0,0-2 0,1 1 0,0-2 0,1 1 0,0-1 0,1-1 0,0 0 0,0-1 0,1 0 0,15 7 0,-25-13-1,1-1 1,0 1-1,-1-1 0,1 0 1,-1 0-1,1 0 0,0 0 1,0 0-1,0-1 0,0 0 1,-1 0-1,1 0 0,0 0 1,0-1-1,0 1 0,-1-1 1,1 0-1,0 0 0,0 0 1,-1-1-1,5-1 0,0-2-37,0 0-1,-1 0 0,0-1 1,0 1-1,0-2 0,0 1 1,10-14-1,2-3-85,-9 11 4,1-1 0,-2 0 0,11-19 0,7-6 11,-26 35 114,1 2 191,-1-1 1,0 0 0,0 1 0,0-1-1,-1 0 1,1 0 0,0 0 0,-1 1-1,1-1 1,-1 0 0,1-4 0,-3 6-131,-1 0 0,1 1 0,0-1 0,0 1 1,-1-1-1,1 1 0,0 0 0,0 0 1,0 0-1,0 0 0,0 0 0,0 1 1,0-1-1,1 0 0,-1 1 0,-2 1 1,1 2 122,1 0 1,-1 0-1,1 0 1,0 0 0,0 0-1,-1 6 1,0 0-15,-3 4-19,1 1-1,1-1 1,0 1-1,1 0 1,1 0-1,1 1 1,0-1-1,1 19 1,4 33-26,-3-1 1,-3 1-1,-3-1 1,-3 1-1,-18 69 1,16-97-93,-31 73 0,-19 37-27,34-92 8,-2 0 1,-3-3 0,-66 92-1,55-87-22,29-41 25,6-6 61,-2 0-1,0-1 1,0 0-1,-1 0 1,-1-1-1,0 0 0,-17 13 1,27-23-61,0-1 1,0 1-1,1-1 1,-1 1-1,0-1 1,0 0-1,0 1 1,1-1-1,-1 0 1,0 1-1,0-1 0,0 0 1,0 0-1,0 0 1,1 0-1,-1 0 1,0 0-1,0 0 1,0 0-1,0 0 1,0 0-1,0-1 0,0 1 1,1 0-1,-1 0 1,-1-1-1,1 0 1,0 0 0,0-1 0,0 1 0,0 0 0,1 0 0,-1 0 0,0-1 0,1 1-1,-1 0 1,1 0 0,-1-1 0,1 1 0,0-1 0,-1-2 0,1-4 1,-1 0 0,1-1 0,1 1 0,2-15 0,2 2-71,1 1 0,0-1 0,2 1-1,17-32 1,50-73-1318,-47 80 724,125-186-4183,-38 85-4618,-58 82-377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2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77 651 12665,'-3'0'2225,"-4"0"-1233,5-1-786,1 1 0,-1 0 0,0-1-1,1 1 1,-1 0 0,1 0-1,-1 0 1,1 0 0,-1 1 0,0-1-1,1 0 1,-1 1 0,1-1 0,-1 1-1,1-1 1,-1 1 0,1 0-1,0 0 1,-1-1 0,1 1 0,0 0-1,0 0 1,-1 0 0,1 1-1,0-1 1,0 0 0,-1 2 0,-3 9 604,1 0 1,0 1-1,0-1 1,2 1-1,-1 0 1,2 0-1,-1 0 1,2 16-1,0-5-437,2 1-1,0-1 1,10 38-1,-9-50-338,0 0 0,1 0 0,0-1 0,1 1 0,1-1 0,12 19 0,-14-25-136,0-1 0,-1 1 0,1-1 0,1 0 0,-1 0 0,0-1 0,1 1 0,0-1 0,0 0 0,0 0 0,0-1 0,0 0 0,1 0 0,-1 0 0,1 0 0,9 1 0,-5-1-174,0-1 1,1 0 0,-1-1 0,1 0-1,11-2 1,-17 1 204,-1 0 0,0 0 0,0 0 0,0-1 0,0 0 0,0 1 0,0-2 0,0 1 1,-1 0-1,1-1 0,-1 1 0,0-1 0,1 0 0,-1 0 0,5-7 0,-3 2 25,0 1 0,-1-1 1,0 0-1,0 0 0,0-1 0,-1 1 1,0-1-1,-1 0 0,0 0 1,0 0-1,-1 0 0,0 0 1,-1 0-1,0 0 0,0 0 0,-1 0 1,-4-17-1,-6-22 125,-30-79 0,23 78 83,-14-64 1,29 95-151,0 0 1,1 0-1,1 0 1,0 0-1,1 0 1,2-1-1,4-25 1,-4 35-26,2 0 1,-1 1 0,1-1-1,0 1 1,1 0 0,0 0-1,0 1 1,1-1 0,0 1-1,0 0 1,0 1 0,1 0-1,11-9 1,13-7-163,62-35 1,268-107-89,-357 162 307,-1 0 1,1 1 0,-1 0-1,1 0 1,0 0-1,-1 0 1,1 1-1,0-1 1,-1 1-1,1 0 1,0 0-1,0 1 1,-1-1-1,6 2 1,-7-1-9,-1-1 0,1 1 0,-1 0 1,0 1-1,0-1 0,1 0 0,-1 0 0,0 1 1,0-1-1,0 0 0,0 1 0,0-1 0,-1 1 1,1-1-1,0 1 0,-1 0 0,1-1 0,-1 1 1,1 0-1,-1-1 0,0 1 0,0 0 0,0-1 1,0 1-1,0 0 0,0 0 0,0-1 1,0 1-1,-1 0 0,0 1 0,-4 28 499,-13 41 0,1-9-50,-1 12 1,-24 121 652,-37 146 290,50-226-1093,-22 77-144,-40 180 282,75-290-389,4 0 0,-2 129 0,14-180-262,-1-16-222,1 1 1,0 0-1,1 0 1,8 32-1,-8-49 303,-1 0 0,1 0-1,0 1 1,0-1-1,0 0 1,0 0-1,0 0 1,0 0 0,1 0-1,-1 0 1,0 0-1,0-1 1,-1 1-1,1 0 1,0 0 0,0-1-1,0 1 1,1-1-1,-1 1-119,1-1 124,1 0-1,-1 1 1,0-1-1,0 0 1,0 0-1,0 0 1,0 0-1,0 0 1,-1-1-1,1 1 1,0-1 0,-1 1-1,1-1 1,0 0-1,-1 1 1,0-1-1,0 0 1,1 0-1,-1 0 1,0 0-1,1-3 1,1-5-137,0 0-1,-1 0 1,3-16 0,-1 3-115,26-211-1291,-6 29 1285,-16 165 341,1 1-1,1 0 1,19-43-1,-19 58-186,0 1 0,2 0 0,0 1 0,2 0 0,0 1 0,1 1 0,2 0 0,0 1 0,34-30 0,-47 46 21,13-11-1048,1 0 0,0 2 0,1 0-1,20-9 1,67-23-10697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0 12941,'1'0'98,"0"0"1,0 1-1,0-1 0,0 0 1,0 0-1,0 1 0,0-1 1,0 0-1,0 1 0,0-1 1,0 1-1,0 0 0,0-1 1,-1 1-1,1-1 0,0 1 0,0 0 1,-1 0-1,1-1 0,0 1 1,-1 0-1,1 0 0,-1 0 1,1 0-1,-1 0 0,1 1 1,-2 0 291,1 1 1,-1-1 0,1 1 0,-1-1 0,0 1-1,0-1 1,0 0 0,0 0 0,-2 4 0,-13 27 1941,7-7-1084,2 1 0,1 1 1,-5 40-1,0 93 514,2-13-692,-67 539-183,76-682-903,0 0 1,0-1-1,0 1 0,0 0 0,1-1 0,0 1 1,2 6-1,2 18-195,-1-31 104,6-2 56,0 0-1,-1-1 1,1 0 0,-1-1-1,0 0 1,-1 0 0,0-1-1,0 0 1,0 0-1,8-12 1,70-96-519,-65 84 502,-4 7 7,97-131-252,-91 127 325,1 2 0,1 1 0,39-31 0,-56 50 4,-1 1-1,1 0 1,0 1-1,0-1 1,0 2-1,0-1 1,1 1-1,0 0 1,0 1-1,0 0 1,-1 1-1,2 0 0,-1 0 1,0 1-1,15 1 1,-9 1 4,-1 1 0,1 0 0,-1 1 0,1 1 0,-2 1 0,1 0 0,0 0 0,22 16 0,20 18 34,-2 2 0,82 83 0,-99-92-297,1-2 0,1-2 0,1-1 0,67 34 1,-95-54 258,-1 0 0,0 1 0,0 0 0,-1 1 1,17 19-1,-15-15 88,0-1 0,27 21 0,-33-31-104,0 1 0,0-1 0,1 0 1,-1 0-1,1-1 0,0 0 0,-1 0 0,1-1 0,0 0 0,0 0 1,0-1-1,0 1 0,0-2 0,0 1 0,0-1 0,0 0 0,0 0 1,0-1-1,0 0 0,-1 0 0,11-4 0,-6 1-42,0-1 0,1 0-1,-2 0 1,1-1 0,-1-1 0,0 0 0,0 0-1,-1 0 1,-1-2 0,1 1 0,9-14 0,-11 10 4,0 1-1,-1-1 1,0-1 0,0 1 0,-2-1 0,5-22 0,-7 29 19,-1-1 0,0 0 0,0 0 0,-1 0 1,0 0-1,0 0 0,-1 0 0,0 0 0,0 0 0,-1 0 0,0 1 0,0-1 0,-6-12 0,7 19 15,0-1 0,0 0 0,0 1 0,0-1 1,0 0-1,-1 1 0,1 0 0,0-1 0,-1 1 0,1 0 0,-1-1 0,1 1 0,-1 0 0,0 0 0,0 1 0,1-1 1,-1 0-1,0 0 0,0 1 0,0-1 0,0 1 0,0 0 0,0-1 0,1 1 0,-1 0 0,0 0 0,0 0 0,-4 1 1,-2 1-81,1 0 0,-1 1 0,0 0 0,1 0 1,-11 7-1,-1 0-489,18-9 510,0-1 1,0 1-1,0 0 0,0 0 1,0 0-1,1 0 1,-1 0-1,0 0 0,1 0 1,-1 0-1,0 0 1,1 0-1,0 0 0,-1 0 1,1 0-1,0 1 1,-1-1-1,1 0 0,0 0 1,0 0-1,0 1 1,0-1-1,0 0 0,0 0 1,0 0-1,1 1 1,-1-1-1,0 0 0,1 0 1,-1 0-1,1 0 1,-1 0-1,1 0 0,-1 0 1,1 0-1,1 1 1,-1-1 33,1 0 0,-1 0 1,0 0-1,1 0 1,0 0-1,-1-1 0,1 1 1,-1 0-1,1-1 1,0 0-1,0 1 0,-1-1 1,1 0-1,0 0 1,-1 0-1,1 0 1,0 0-1,0 0 0,-1 0 1,1-1-1,3 0 1,46-16-374,-25 7 255,120-30-228,-79 16 639,-63 23 1,-2 0-204,8-3-19,-9 3-35,-1 1 0,1-1 0,0 1 0,-1 0 0,1 0 0,0-1 1,0 1-1,-1 0 0,1 0 0,0 0 0,0 0 0,-1 0 0,1 0 0,0 0 0,0 0 0,-1 0 0,1 0 0,1 0 0,40 17 71,13 6-148,29 14-107,-78-34 276,1 0-1,-1 0 1,1-1 0,-1 0 0,1 0-1,0-1 1,0 1 0,0-1-1,0-1 1,9 0 0,-8 0-185,0 0 1,-1 1-1,1 0 1,-1 0-1,13 4 1,-17-4 47,0-1 1,1 1-1,-1-1 0,0 0 1,0-1-1,0 1 1,0 0-1,0-1 1,0 1-1,4-3 0,-1 2-46,-4 0 49,0-1-1,0 1 1,0-1-1,0 1 1,-1-1-1,1 0 0,0 0 1,-1 0-1,1 0 1,-1 0-1,0 0 1,0 0-1,2-4 0,29-49 105,-31 52-36,1 1 0,-1-1 0,0 0 0,0 0 0,0 1 0,0-1 0,-1 0 0,2-6 0,3-11 34,18-23 46,-21 41-91,-1 2-22,0-1 0,0 1 0,0 0 0,0 0 0,0 0 0,0 0 0,0-1 0,0 1 0,0-1 0,0 1 0,0-1 0,0 1 0,0-1 0,1-1 0,-1 2 4,-1-1-1,1 1 1,-1 0 0,1-1-1,0 1 1,-1 0 0,1-1-1,-1 1 1,1 0 0,0 0-1,-1 0 1,1-1 0,0 1-1,-1 0 1,1 0 0,0 0-1,-1 0 1,1 0 0,0 0 0,-1 0-1,1 0 1,0 1 0,-1-1-1,1 0 1,0 0 0,-1 0-1,1 1 1,0-1 0,-1 0-1,1 1 1,-1-1 0,1 1-1,0 0 1,19 14 122,0 1 0,-1 0 0,31 37-1,-48-50 9,33-1-186,-34-3 56,1 1 0,-1-1-1,1 0 1,-1 0 0,0 0 0,1 1 0,-1-2 0,0 1 0,0 0-1,0 0 1,0 0 0,0 0 0,0-1 0,1-1 0,1 0-11,1-2 1,12-10 14,-2 0-1,0-2 0,0 0 1,20-35-1,-14 10 1106,-19 40-435,4 4-529,0 0 0,0 0-1,-1 0 1,1 1 0,-1-1 0,1 1-1,-1 0 1,7 8 0,29 32 252,-36-38-375,1 0 1,-1 0-1,0 1 0,0 0 1,0 0-1,-1 0 1,0 0-1,-1 1 0,1-1 1,-1 1-1,0-1 1,-1 1-1,1 0 0,-1 0 1,-1 0-1,1 0 1,-1 0-1,0-1 0,-1 1 1,0 0-1,-2 7 1,-2-2-283,-2 0 1,0 0-1,0-1 1,-1-1-1,0 1 1,-1-1 0,0 0-1,-19 14 1,4-5-3360,5-4-4500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4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75 12577,'-29'-20'2340,"20"6"-339,-4-1 1383,7 1-4056,-1 3-1280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5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4536,'44'55'1257,"-12"-38"-509,3 3-152,70 31 528,-61-39-916,10-7-332,0 4-432,0-1-620,13-5-769,9 0 261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5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35 229 7169,'4'-14'4267,"-10"23"1623,3-3-5032,2-4 1143,-13-5 1085,0 0 2549,620-10-1774,1198-16-3861,-1778 28 0,375-12 0,-5-25 0,-395 38 0,15-2 0,-1 0 0,0-1 0,0-1 0,0 0 0,0-1 0,16-9 0,-29 14 0,-1-1 0,1 1 0,-1-1 0,1 0 0,-1 0 0,0 0 0,1 0 0,-1 0 0,0 0 0,0 0 0,0 0 0,0-1 0,0 1 0,1-2 0,-5-5 0,2 7 0,-2-24-4167,15-8-9059,-6 19 836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5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382 101 13545,'-111'-44'2887,"57"22"1692,13-3 2149,29 15-3772,30 19-1062,397 267-1697,-295-190-216,70 50 19,200 186 0,-343-277 0,52 64 0,-84-91 0,-2 1 0,0 0 0,-1 1 0,-1 0 0,0 1 0,-2 0 0,7 25 0,-13-37 0,-1 1 0,0-1 0,-1 1 0,0-1 0,-1 1 0,0 0 0,0 0 0,-1-1 0,-1 1 0,1 0 0,-6 14 0,3-11 0,-1-1 0,-1-1 0,0 1 0,-1-1 0,0 0 0,0 0 0,-18 18 0,5-9 0,-2-2 0,0 0 0,0-1 0,-2-1 0,0-1 0,-1-2 0,-39 17 0,-205 62-65,131-48-363,3 1-1106,-226 79-4427,129-25-4305,117-42-1263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 65 11837,'-5'-20'2344,"4"17"2197,-3 3-2120,-3 0-1333,5-1-938,1 1 1,-1 0-1,1 0 0,-1 0 0,0 0 1,1 0-1,-1 0 0,1 0 0,-1 0 1,1 1-1,-1-1 0,0 1 1,1-1-1,-1 1 0,1-1 0,0 1 1,-1 0-1,1 0 0,0 0 0,-1 0 1,1 0-1,0 0 0,0 0 1,0 0-1,0 0 0,0 1 0,0-1 1,0 0-1,0 1 0,0-1 0,1 1 1,-1-1-1,1 1 0,-2 2 1,-30 81 1607,3 2 1,-30 153 0,56-222-1759,1 0 0,1 0 0,1 1 0,1-1 0,0 0 0,2 1 0,0-1 0,0 0 0,2-1 0,0 1 0,1-1 0,1 0 0,10 18 0,-11-24 0,1 0 0,1 0 0,-1-1 0,2 0 0,-1 0 0,1-1 0,1 0 0,-1-1 0,2 0 0,-1 0 0,1-1 0,0-1 0,0 0 0,1 0 0,0-1 0,0-1 0,0 0 0,1 0 0,16 2 0,-5-4-40,0 0 1,0-1-1,1-2 0,-1-1 0,0 0 1,-1-2-1,1-1 0,0 0 1,-1-2-1,0-1 0,-1 0 1,0-2-1,0-1 0,27-18 0,-31 18 4,0-2 0,-2 0 0,1-1 0,-2 0 0,0-2 0,0 1-1,-2-2 1,0 0 0,-1-1 0,0 0 0,-2 0 0,0-1 0,-1-1-1,-1 0 1,-1 0 0,6-28 0,-9 29 33,-1 0-1,-1 0 1,-1 0 0,-1 0 0,0 0 0,-2 0-1,0 0 1,-1 0 0,-1 0 0,-7-21 0,5 25 1,0 1 0,-1-1 0,0 2 0,-1-1 0,-1 1 0,0 0 1,0 1-1,-2 0 0,1 0 0,-2 1 0,1 1 0,-25-17 1,16 14-117,0 1 1,-1 1-1,-1 1 1,0 1-1,0 1 1,-1 0 0,0 2-1,0 1 1,-1 1-1,-42-3 1,45 7-662,1 0 0,-1 2 0,1 0 0,0 1 1,0 1-1,0 0 0,0 2 0,1 1 0,0 0 0,0 1 0,1 1 0,-33 22 1,43-25-524,0 0 1,0 0 0,1 1 0,-9 11 0,-21 40-9290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831 32 12593,'-4'-9'1090,"-3"-4"238,6 3 2429,-1 11-3377,1 0 0,-1-1 0,1 1 0,-1 0 0,1 0 0,-1 0 1,1 0-1,0 0 0,0 0 0,0 0 0,-1 0 0,1 1 0,-1 1 1,-9 16 573,0 1 1,1 1 0,-13 41-1,-20 89 2778,14-47-2605,-155 383-1127,-43-19 0,224-463-1,-154 318-4439,135-268 2958,2 1 1,2 1 0,-19 118-1,36-170 780,0 0 0,0 0 0,1 0 0,0 0 0,0 0 1,0 0-1,0 0 0,1 0 0,0 0 0,0 0 0,0 0 0,1 0 0,3 7 0,18 13-8887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464 1 14705,'-13'22'868,"-61"117"4875,1 15 0,36-67-4050,4 1 0,-24 103 0,14-43-1064,-55 232-6933,84-302 2534,3 1-1,0 153 1,12-176-8398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36 12837,'0'-2'142,"0"0"0,1 0-1,-1-1 1,0 1 0,1 0 0,-1 0-1,1 0 1,-1 0 0,1 0 0,0 0-1,0 0 1,0 0 0,0 1 0,2-4-1,0 4 75,-1 1-1,0-1 0,1 1 0,-1 0 0,1-1 0,-1 1 1,0 0-1,1 1 0,-1-1 0,1 0 0,-1 1 0,0-1 0,4 2 1,23 3 1104,-1 2 1,34 12 0,-51-14-1162,-1-1 0,0 2 0,0-1 0,0 1 0,0 1 0,-1 0 0,0 0 0,13 14 0,-21-19-130,0-1 1,1 1-1,-1-1 1,0 1-1,0 0 1,0 0-1,0 0 1,0 0-1,-1-1 1,1 1-1,-1 0 1,1 0-1,-1 0 1,1 0-1,-1 1 1,0-1-1,0 0 1,0 0-1,0 0 1,-1 0-1,1 0 1,0 0-1,-1 0 1,0 0-1,1 0 0,-2 2 1,0 0 6,-1 0 0,1 0 0,-1 0 0,0 0 1,0 0-1,0-1 0,0 1 0,-1-1 0,-6 5 0,-15 8 17,0-2 0,-1 0 0,-1-2-1,0-1 1,-1-1 0,-29 7 0,-176 28-2054,229-45 1937,-67 11-1439,-55 9-2498,44-5-1586,21-3-3169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8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22 292 11789,'-22'-3'9189,"63"-46"-4625,23 35-3652,-1 0-196,10-1-139,16 1-333,10-6-324,5 0-629,8-3-183,2 0-532,-3-2-764,-9 2-504,-4-6-3249,-9 9-5140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9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 14573,'-17'-1'14646,"22"7"-14476,1 0-1,-2 0 1,1 1-1,0-1 1,-1 1-1,-1 0 1,1 0-1,-1 1 1,0-1-1,0 1 1,-1-1-1,0 1 1,1 11-1,0 15 400,0 63 0,-3-72-532,0 45-37,-6 184 0,2-207-1717,3 49 0,5-41-4530,18 98 1,-15-109-7610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9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 13057,'26'0'437,"-6"-1"35,0 2 0,0 0 0,0 1 0,0 1 0,0 1 1,22 8-1,85 24 2110,-106-30-2309,0 1-1,0 0 1,0 2 0,-1 0-1,0 1 1,-1 1-1,0 1 1,29 25 0,-43-33-218,0 0 0,0 1 0,0 0 0,-1 0 0,0 0 0,0 0 0,0 1 0,-1-1 0,0 1 0,0 0 0,0 0 0,-1 0 0,4 12 0,-6-14-32,0 1 1,1 0-1,-2-1 0,1 1 0,0-1 0,-1 1 0,0-1 1,0 1-1,0-1 0,-1 1 0,1-1 0,-1 0 1,0 0-1,0 0 0,-1 0 0,1 0 0,-1 0 1,0-1-1,0 1 0,-5 4 0,-10 8 34,0-1-1,-1 0 0,-1-2 1,0 0-1,-26 12 1,-115 45-288,136-60 70,-187 64-4670,177-62 2644,11-2-2873,12 3-2917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0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387 114 12097,'-18'1'730,"12"-2"-354,0 1 1,1 1-1,-1-1 1,0 1-1,1 0 1,-1 0-1,1 0 1,0 1-1,-1 0 1,-8 4-1,-23 14 1507,31-18-1684,1 0-1,-1 1 1,0 0 0,1 0-1,0 1 1,0 0 0,0-1 0,0 2-1,1-1 1,0 0 0,-5 6-1,-11 20-228,-2-1 0,-2-1 0,0-1 0,-2-1 0,-52 42 0,75-66-84,6-1 0,6 1 109,0-1 0,0 1 0,0-1-1,0-1 1,1 0 0,-1 0 0,13-2-1,69-17-38,-51 10 59,213-52 708,-194 51-355,-54 9-320,26-11 64,-7-1 0,0-1 0,-1-2 1,39-35-1,-61 51-108,11-10 166,23-20 1406,47-50-1,-48 40 83,-32 38-1310,0 3-57,2 1-247,0 0 1,0 0-1,-1 1 0,0 0 1,1-1-1,-1 1 0,0 1 0,0-1 1,-1 0-1,1 1 0,-1-1 1,1 1-1,-1 0 0,0 0 1,-1 0-1,3 7 0,18 30-37,-12-28-187,0 0 0,1-1 0,0 0 1,1-1-1,0 0 0,0 0 0,1-2 0,19 11 0,-29-18 65,37-13-31,-39 11 168,-1-1 0,0 0 0,1 0 0,-1 1 0,1-1 0,-1 0 0,0 0-1,0 0 1,0 0 0,1 0 0,-1 0 0,0 1 0,0-1 0,0 0-1,0 0 1,0 0 0,-1 0 0,1 0 0,0 0 0,0 1 0,-1-3 0,1 2 27,-3-29 550,1 21-426,1 0 0,0 0 0,0 1 0,1-1 0,0 0 0,1 0 0,0 0 0,0 0 0,1 0 0,0 0 0,1 1 0,0-1 0,0 1 0,6-11 0,-7 15-128,1 0 1,-1 1-1,1-1 1,0 1 0,0 0-1,0-1 1,1 2-1,-1-1 1,1 0-1,-1 1 1,1-1-1,0 1 1,0 0-1,0 0 1,0 1 0,0-1-1,1 1 1,4-1-1,2 0 12,0 0-1,0 1 0,-1 0 1,1 1-1,0 0 1,0 1-1,0 0 0,0 1 1,0 0-1,0 1 1,-1 0-1,0 0 0,1 1 1,-1 1-1,0 0 1,-1 0-1,1 1 1,-1 0-1,12 10 0,-6-4-45,1 1 0,-2 0 0,0 0-1,0 2 1,-2 0 0,22 32 0,-29-39-10,-1 0-1,0 1 1,-1-1 0,1 1 0,-2-1 0,1 1 0,-1 0-1,-1 0 1,0 0 0,0 1 0,-1-1 0,0 0 0,0 0 0,-1 0-1,0 0 1,-1 0 0,-3 11 0,-1-2-187,-1-1-1,-1 0 1,-1-1 0,0 1-1,-1-2 1,-1 1 0,0-1 0,-2-1-1,1 0 1,-1-1 0,-1 0-1,-1-1 1,0-1 0,0 0-1,-1-1 1,0-1 0,-1 0 0,0-1-1,0-1 1,-29 8 0,-112 8-5941,52-10-1797,12 0-3896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75 333 6857,'2'-36'2718,"-2"0"1,-2-1-1,-8-49 1,-2-52 6252,26 153-6117,-6-1-2592,-1 1 0,0-1-1,-1 2 1,-1-1 0,-1 0 0,4 18 0,12 104 1086,-18-119-1318,16 153-30,-9 0 0,-6 0 0,-8 0 0,-32 200 0,-7-114-1395,-32 296-5225,75-505 1073,6 72-1,4-37-5125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 13121,'-9'40'2108,"-1"-20"-163,-5 11 15,-1 1-252,9-4-256,-5 6-360,-1 6-152,0 0-184,-3 6-160,7 3-584,9-1-496,0-2-352,0 0-452,3-3-736,10 0-316,-1-3-3245,-2-6-4564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0 183 10769,'0'-66'2340,"3"44"-348,1 2-287,5 2-277,13-7-344,-9 19-232,9-5-172,4-1-124,5 9-200,23 3-216,-16 9-452,10 5-608,0 3-756,-4 9-464,-3 3-2829,4 5-3932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0 218 8425,'1'-3'1901,"-1"-1"-1686,1 0-1,0 1 0,-1-1 1,1 1-1,1-1 0,-1 1 1,0 0-1,1-1 1,0 1-1,0 0 0,0 0 1,0 0-1,0 0 0,1 1 1,-1-1-1,1 1 1,0-1-1,0 1 0,-1 0 1,2 0-1,-1 0 0,0 0 1,0 1-1,6-3 0,8-3-35,1 1-1,0 0 1,0 2 0,20-4-1,81-6-466,-94 12 211,-2-1 55,-1 2 0,1 0 0,0 1 0,0 2 0,28 5 0,-49-6 48,-1 1 1,1 0 0,-1 0-1,1-1 1,-1 1 0,0 0-1,1 0 1,-1 0-1,0 0 1,-1 0 0,1 1-1,0-1 1,0 4 0,0-1 1,-1 0 0,-1 0 1,1-1-1,-1 1 0,1 0 1,-2-1-1,1 1 0,0 0 1,-1-1-1,0 0 1,0 1-1,0-1 0,-6 8 1,-10 29 134,18-39-155,-1-1 1,1 1-1,-1 0 0,1 0 0,0 0 1,-1 0-1,1 0 0,0 0 0,0 0 1,1 0-1,-1 0 0,0 0 0,1-1 1,-1 1-1,1 0 0,-1 0 0,1 0 0,0-1 1,0 1-1,0 0 0,0 0 0,0-1 1,0 1-1,0-1 0,1 1 0,-1-1 1,0 0-1,1 0 0,-1 1 0,1-1 0,0 0 1,-1 0-1,1 0 0,0-1 0,0 1 1,-1 0-1,1-1 0,0 1 0,2 0 1,21-20 427,-19 11-356,1-1-1,-1 1 1,-1-1-1,6-12 1,-6 12-83,0-1 1,1 1-1,11-15 1,101-114 1965,-115 134-1678,1 0 0,-1 0 0,0-1 0,0 0 0,2-6 0,-3 8-121,-1 0 2211,1 9-2890,0 3-441,1 0 0,0-1 0,1 1 0,8 14 0,-9-18-430,0 0 0,1 0 1,0 0-1,0-1 0,0 0 0,5 4 0,4 3-5014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2.2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89 12085,'0'0'2220,"-9"-11"-31,2-1 5383,4-5-7220,0 3-612,9-3-4344,1 0-1213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52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0 3764,'-76'157'472,"137"-111"-24,28-26-12,6-14-79,16-21-57,16-22-2029,16-26 665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03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 31158,'0'6309'0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07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 24265,'12483'0'0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0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357 23 5677,'-2'7'7141,"13"-20"3030,-32-1-7707,11 12 1264,4 5-3482,0 0 0,0 1 0,0 0 0,1 0 0,-8 7 0,-21 15 168,-66 34-1523,-22 13-8537,98-54 3041,12-4-4122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0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10445,'0'0'7893,"2"2"-6296,43 42 3343,12 10-3080,-47-46-2854,0-1-1,0 0 0,0 0 1,22 8-1,-27-12-144,-1 0 0,1 0-1,-1 0 1,0 0 0,1 0 0,-1 1 0,6 8-1,1 1-8524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1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0 3440,'0'0'2657,"-7"12"-1295,7-11-1106,-1 1 0,0-1 1,-1 0-1,1 1 0,0-1 1,0 0-1,0 0 0,-1 0 1,1 0-1,-1 0 0,1-1 1,-1 1-1,1 0 0,-1-1 1,1 1-1,-1 0 0,1-1 1,-1 0-1,0 1 0,1-1 1,-1 0-1,-1 0 0,-8 2 5594,1-9-4273,-5-4 2348,-11 4-1755,23 6 1071,5 3-2514,31 26-167,2-1-1,1-1 1,48 26-1,-47-33-2394,70 26-1,-56-31-830,-13-5-1865,-12 0-3206,-5-3-3756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1 3424,'0'0'669,"3"1"16,32 6 8830,-16-1-6356,-9 1 689,-19 0 3222,0-1-4310,1 3-3597,-4 4 942,0-1 0,-1 0 1,-1 0-1,0-1 0,0-1 1,-1 0-1,0-1 1,-25 10-1,12-7-3164,-49 15 0,4-2-6671,26-6-2679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5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456 299 11633,'-21'-9'913,"11"5"253,-1-1 1,0 2-1,-13-4 1,-7-2 3689,28 7-4248,-1 1 0,0-1 0,0 1 0,0 0 0,0 0 0,-6 0 0,8 1 2345,3-4-2848,0 0 0,1-1 0,-1 1 0,1 0 0,0 0 0,0 0 0,0 0 0,1 0 1,0 1-1,-1-1 0,1 1 0,0 0 0,1 0 0,6-5 0,12-16 98,70-102 559,-86 118-681,-5 7-68,0 1 1,-1-1-1,1 1 0,-1-1 1,1 1-1,-1-1 1,1 1-1,-1-1 1,1 0-1,-1 1 0,0-1 1,1 0-1,-1 1 1,0-1-1,1 0 1,-1 1-1,0-1 0,0 0 1,0 0-1,0 1 1,0-1-1,0 0 1,0 1-1,0-1 0,0 0 1,0 0-1,0 1 1,0-1-1,0 0 1,-1 0-1,1 1 0,0-1 1,0 0-1,-1 1 1,1-1-1,-1 0 1,1 1-1,0-1 0,-1 1 1,1-1-1,-1 1 1,0-1-1,0 0 1,0 0-7,0 1 0,-1-1 0,1 1 1,0-1-1,-1 1 0,1-1 0,-1 1 1,1 0-1,-1 0 0,1 0 0,0 0 1,-1 0-1,1 0 0,-1 0 0,1 0 1,-1 0-1,1 1 0,-1-1 0,1 1 0,0-1 1,-3 2-1,-32 16 100,27-13-96,-10 4-11,0 2 0,0 0 0,2 1 0,-1 1 0,1 0 0,1 2 0,1 0 0,0 0 0,1 2 0,-24 35 0,33-43-10,1 0 1,0 1-1,1-1 1,0 1-1,0 0 1,1 0-1,0 0 1,1 0-1,0 0 1,1 0-1,0 0 1,0 1-1,1-1 1,0 0-1,1 0 1,0 0-1,5 12 1,6 10-76,1 0 0,2 0 0,34 50 0,-32-55 35,-1 0-1,-2 1 1,-1 1-1,15 43 1,-26-64 28,-2 0 1,1 0 0,-1 0 0,-1 0-1,1 0 1,-1 0 0,-1 1-1,0-1 1,0 0 0,0 0 0,-1 0-1,-3 8 1,1-4 9,-1-1-1,-1 0 1,0 0 0,-1 0-1,0-1 1,0 0 0,-11 11-1,-9 6-16,-1-2-1,-2-1 1,0-1-1,-38 21 1,33-24-112,26-16-322,1 0-1,0 0 0,0 1 0,0 0 0,1 1 0,0 0 0,0 0 0,-11 13 0,46-23-4230,68-19-4782,-37 4-535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6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186 1 13177,'-5'0'393,"1"0"-1,-1 0 1,0 0 0,1 1-1,-1 0 1,1 0 0,-1 0-1,1 1 1,-1-1-1,1 1 1,0 0 0,0 0-1,0 0 1,0 1 0,0 0-1,0 0 1,-6 6 0,6-5-199,-2 2 435,0 0-1,1 0 1,0 0-1,0 1 1,0 0 0,1 0-1,-4 8 1,6-9-429,-8 14 402,2 1 1,0 0 0,1 1 0,-6 37 0,9-27-846,3 0 0,3 50 0,1-45-2867,18 71-1,-4-33-5919,-8-38-688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7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45 225 10445,'-15'-10'808,"-1"0"427,3-1 6514,25-2-5509,-7 10-2108,-1 1-1,1-1 0,-1 1 0,1-1 1,0 1-1,0 1 0,0-1 0,0 1 1,0 0-1,7-1 0,60-2 371,-31 3-459,554-34-1338,-417 35 888,-174 1 395,0-1 0,0 1-1,-1-1 1,1 1 0,-1 1-1,7 1 1,10 4-42,-4-7 72,0 0 1,0-1-1,0 0 0,0-1 0,0-1 0,-1-1 1,1 0-1,19-8 0,-22 6-15,-11 4 13,-5 3 4,-11 2-16,1 1 1,0 0 0,0 0-1,0 1 1,1 1 0,0 0-1,-18 13 1,25-16-1,-1 1 1,1 0 1,-1 1-1,1-1 1,0 1-1,0 0 1,-7 10 0,11-13-8,0-1 0,0 1 0,1 0 1,-1 0-1,1 0 0,-1 0 0,1 0 1,-1 0-1,1 0 0,0 0 0,0 0 1,0 0-1,0 0 0,1 0 0,-1 0 1,0 0-1,1 0 0,-1 0 0,1 0 0,0 0 1,0 0-1,0-1 0,0 1 0,0 0 1,0-1-1,0 1 0,2 2 0,1-1-22,-1 1 0,1-1 1,0 0-1,0 0 0,0-1 0,0 1 0,1-1 0,-1 0 0,1 0 0,-1 0 0,1-1 0,0 0 0,-1 0 0,1 0 0,0 0 0,0-1 0,0 1 0,0-1 0,0-1 0,7 0 0,11-2-128,-1 0-1,-1-1 1,25-9-1,3-4-49,58-29 0,-20 7 59,-28 20 172,-56 18 40,-2 3 101,15 17 176,-14-17-194,-1 0-12,6 6-70,0 0-1,0-1 1,1 0-1,-1-1 1,1 1-1,14 7 0,-19-13-89,25 9-56,-19-6 75,-1-1-1,1 0 1,1 0 0,-1-1 0,0 0 0,1 0 0,-1-1-1,1-1 1,-1 0 0,1 0 0,-1-1 0,18-3 0,10-4 14,66-22 0,-100 29-12,18-8 57,1 0-1,-2-2 1,1 0 0,24-19 0,-41 27-32,-2 2 37,3 0-48,0-1-1,0 1 0,0-1 0,0 0 0,-1 0 0,1 0 0,-1 0 0,6-5 0,2 0 1,144-83 85,-105 74 55,-49 16-155,-1 1 1,1-1-1,-1 1 0,1-1 0,0 1 0,-1-1 0,1 1 1,-1 0-1,1 0 0,-1-1 0,0 1 0,1 0 1,-1 0-1,0 1 0,2 0 0,1 1-4,21 16 45,-19-13-57,0-1 0,1-1 1,0 1-1,0-1 0,0 0 0,10 3 0,4 0-92,1-1-1,0-2 0,0 0 0,0-1 0,37-1 0,-22-2 210,-1 2-1,49 7 0,-81-8-20,9 5 65,-10-4-127,0 0 1,-1 0-1,1 0 1,-1 1-1,1-1 0,-1 1 1,0-1-1,3 6 0,-3-6-30,-1 1 0,0-1 0,1 0 0,0 0 0,-1 0 0,1 0 0,0 0 0,0-1 0,0 1 0,0 0 0,1-1 0,-1 0 0,0 1 0,1-1 0,-1 0 0,5 1 0,87 14-1218,-68-13 1047,0 1 0,-1 1 0,0 1 0,33 14 0,-57-20 188,0 1-1,-1 0 1,1-1-1,-1 1 1,1 0-1,-1 0 1,1-1 0,-1 1-1,1 0 1,-1 0-1,0 0 1,1 0 0,-1 0-1,0-1 1,0 1-1,0 0 1,0 0 0,0 0-1,0 0 1,0 0-1,0 1 1,0 0 15,0 2 11,0 1 1,-1-1-1,1 0 1,-1 1-1,0-1 1,0 0-1,-1 0 1,1 0-1,-1 0 1,-4 7-1,-22 37 201,19-36-75,3-1-688,25-10-35,-10-2 189,-1-1 0,1-1 0,-1 1 0,0-1 0,0-1 0,0 0-1,0 0 1,-1 0 0,12-9 0,-7 5-545,0 0 0,23-9 1,-19 12 341,1 1-1,0 1 1,-1 1 0,1 1 0,0 0 0,0 1 0,0 1 0,27 4 0,-17-2-66,0-1 0,42-3 0,-7-9 709,76-21-1,-136 30-20,2 0 384,7-5 123,-10 6-752,0 0 1,0 0-1,0-1 0,0 1 0,-1 0 1,1-1-1,0 1 0,0-1 1,0 1-1,-1-1 0,1 1 0,0-1 1,0 1-1,-1-1 0,1 0 0,0 0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0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95 3676,'0'0'3972,"3"-2"-3426,9-4 1064,1 1-1,0 0 1,1 0-1,24-3 0,-36 7 1344,-2 0-2936,0 1 0,1-1 0,-1 1 0,0-1 0,0 1-1,1-1 1,-1 0 0,0 1 0,1-1 0,-1 1 0,0-1-1,1 1 1,-1-1 0,1 1 0,-1 0 0,1-1 0,-1 1-1,1-1 1,-1 1 0,1 0 0,-1 0 0,1-1 0,-1 1-1,1 0 1,0 0 0,-1 0 0,2-1 0,4-2 1092,-15-5-705,-10-11 35,9 7-4382,26 8-1834,-12 3 4159,17-3-5678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5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 4124,'-5'6'500,"-4"5"-83,7-3 3519,2-9-3784,0 0-1,0 0 0,0-1 0,0 1 1,0 0-1,-1-1 0,1 1 0,0 0 0,-1 0 1,1-1-1,-1 1 0,1 0 0,-1 0 0,1 0 1,-1 0-1,-1-2 0,1 3-43,1-1 0,-1 1 0,1-1 0,-1 1 0,0 0 0,1 0 0,-1-1 0,1 1 0,-1 0 1,0 0-1,1 0 0,-1 0 0,0 0 0,1 0 0,-1 0 0,0 0 0,1 0 0,-1 0 0,0 0 0,1 0 0,-1 0 0,1 0 0,-1 1 0,0-1 0,1 0 0,-2 1 0,1 0 244,-1-1 1,1 1-1,-1 0 0,1 0 0,0-1 0,0 1 0,-1 0 0,1 0 0,0 0 1,0 1-1,0-1 0,0 0 0,0 0 0,0 1 0,0-1 0,0 2 1,1-2-280,0-1 0,-1 1 1,1 0-1,0 0 1,0 0-1,0-1 0,0 1 1,1 0-1,-1 0 1,0 0-1,0-1 1,0 1-1,1 0 0,-1 0 1,0-1-1,1 1 1,-1 0-1,0 0 0,1-1 1,-1 1-1,2 1 1,1 0-31,0 1 0,0-1 1,0 1-1,1-1 0,-1 0 1,0 0-1,1 0 0,0-1 1,-1 1-1,7 1 0,27 5 197,1-2 1,0-1-1,51 0 0,118-11-207,-183 4-70,-19 2-287,39-6 212,-41 6-551,-1-1 0,1 0-1,0 0 1,-1-1 0,1 1-1,-1 0 1,1-1 0,2-2-1,-5 4 577,1 0 0,-1-1-1,0 1 1,0 0 0,1 0-1,-1 0 1,0 0 0,0-1 0,1 1-1,-1 0 1,0 0 0,0 0-1,0-1 1,0 1 0,1 0-1,-1 0 1,0-1 0,0 1 0,0 0-1,0 0 1,0-1 0,0 1-1,0 0 1,0 0 0,0-1-1,1 1 1,-1 0 0,0-1-1,0 1 1,-1 0 0,1 0 0,0-1-1,0 1 1,0 0 0,0-1-1,0 1 1,-11-5-3405,9 4 2866,-17-4-6136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6.3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140 129 6009,'-19'-22'9171,"19"18"-7551,-1 0-1404,-12-64 9745,2 38-4699,10 33-4812,-13 145-353,3-30-116,-39 177-9086,38-229 1284,5-2-5036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7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8061,'-7'43'2152,"14"-15"-372,-4 1-64,-16 88 2317,10-74-3217,-4 3-132,1 5-152,0 1-108,-1-1-264,4 1-328,-3-4-652,0-2-392,2 0-536,1-1-529,-6-2-1795,9 0-3005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7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6997,'2'-3'238,"-1"0"0,1 0 1,0 0-1,0 1 1,0-1-1,0 0 1,0 1-1,1 0 0,-1-1 1,1 1-1,0 0 1,-1 0-1,1 0 1,0 1-1,0-1 0,0 1 1,1 0-1,-1-1 1,0 1-1,0 1 1,1-1-1,3 0 0,5 2 78,0 0-1,0 1 0,0 0 1,0 1-1,-1 0 0,23 11 1,-31-13-285,1 1 0,-1 1 0,1-1 0,-1 0 0,0 1 0,0 0 0,0-1 0,0 1 0,0 0 0,-1 1 0,1-1 0,-1 0 0,0 1 0,0-1 0,0 1 0,-1 0 0,1 0 0,-1 0 0,0-1 0,0 1 0,0 0 0,0 0 0,-1 1 0,0 5 0,0 0 0,-1 0 0,0-1-1,-1 1 1,0 0-1,0-1 1,-1 0 0,-7 16-1,-4 3-296,-19 28 0,-13 26-1143,31-51 676,6-14-173,1 0 0,1 0 0,1 1 0,-6 22 0,12-37-549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8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0 199 4052,'5'0'232,"-1"-1"-1,1 0 0,-1 0 1,1 0-1,-1 0 0,8-4 1,-3 2 107,-6 2 527,0 0-645,6 1-115,0-1 1,0 1-1,0 0 1,0 1-1,10 2 1,-16-2-17,12 56 107,-14-36-166,-1-16-7,0 15 136,2-1 112,-1-16 659,2-3-563,1 1-254,0-1 0,-1-1 0,1 1 0,0 0 0,0-1 0,-1 0 0,1 0 0,0 0 0,-1 0 0,1-1 0,-1 1 0,1-1 0,-1 0 0,0 0 0,0 0-1,0 0 1,0-1 0,0 1 0,0-1 0,-1 0 0,1 0 0,3-5 0,11-15 106,-1-2 0,-1 1 0,-1-2 0,-1 0 0,15-44 0,-26 65-233,31-51-1003,-32 55 993,0 0 0,0-1 0,-1 1 0,1 0-1,1 0 1,-1 0 0,0 0 0,0 0-1,0 0 1,0 0 0,1 0 0,-1 1-1,0-1 1,1 1 0,-1-1 0,1 0 0,-1 1-1,1 0 1,-1-1 0,1 1 0,-1 0-1,1 0 1,-1 0 0,1 0 0,-1 0-1,1 0 1,-1 1 0,1-1 0,-1 0 0,1 1-1,-1-1 1,0 1 0,1-1 0,-1 1-1,0 0 1,3 1 0,0 0-51,1 1 1,-1-1-1,0 1 1,0 0-1,0 1 0,0-1 1,-1 1-1,1 0 1,3 4-1,16 33-1391,-21-38 925,-26-17-4044,22 13 4086,4 0 844,3 0-202,-1 0-1,1 0 1,0 0-1,0 0 1,-1 1-1,1 0 1,0 0-1,0 0 1,-1 1-1,9 1 0,-11-2-132,1 0 235,-1 0-47,5-3 114,-6 3-373,0 0 1,-1 0-1,1 0 1,0 0 0,0 0-1,-1 0 1,1 0-1,0 0 1,-1 0 0,1-1-1,-1 1 1,1 0-1,0-1 1,-1 1 0,1 0-1,-1-1 1,1 1-1,0-1 1,-1 1-1,1-1 1,-1 1 0,0-1-1,1 1 1,-1-1-1,1 1 1,-1-1 0,0 1-1,1-1 1,-1 0-1,0 1 1,0-1-1,1 0 1,-1 1 0,0-1-1,0 0 1,0 1-1,0-1 1,0 0 0,0 0-1,0 1 1,0-1-1,0 0 1,0 1 0,-1-1-1,1-1 1,-4-10-957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3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68 132 4748,'-11'3'2397,"10"-4"-2094,1 1 0,-1 0 0,1 0 0,0 0 0,-1-1 0,1 1 1,0 0-1,0 0 0,-1-1 0,1 1 0,0 0 0,0 0 1,-1-1-1,1 1 0,0 0 0,0-1 0,0 1 0,-1 0 0,1-1 1,0 1-1,0 0 0,0-1 0,0 1 0,0-1 0,0 1 0,0 0 1,0-1-1,0 1 0,0-1 0,2-16 9061,1 5-6490,-1 5-3962,-23 5 2066,20 2-932,1 0 0,-1 0 0,1 0 0,-1 0 0,1 0 0,-1 0 0,1 0-1,-1 0 1,1-1 0,-1 1 0,1 0 0,-1 0 0,1 0 0,0 0 0,-1-1 0,1 1 0,-1 0 0,1 0-1,0-1 1,-1 1 0,1 0 0,0-1 0,-1 1 0,1-1 0,0 1 0,-1 0 0,1-1 0,0 1-1,0-1 1,-1 1 0,1 0 0,0-1 0,0 1 0,0-1 0,0 1 0,0-1 0,0 1 0,0-1-1,0 1 1,0-1 0,0 1 0,0-1 0,0 1 0,0-1 0,0 1 0,0-1 0,0 1 0,0 0 0,1-1-1,-1 1 1,0-1 0,0 1 0,1-1 0,-1 1 0,0 0 0,0-1 0,1 1 0,0-1 0,28-30 175,-13 15-28,-15 14 24,18-15-167,-48 189 960,6-39-2381,2-7-1176,12-72-1494,5-35 578,1-1 0,-1 26 0,8 10-7972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4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84 7241,'-2'-17'1961,"1"14"59,-2 3-78,0 0-1487,1 0 0,-1 0 0,0-1 0,0 1 0,1 0 0,-1-1 0,0 0 0,1 1 0,-1-1 0,1 0 0,-1 0 0,1-1 0,-1 1 0,1 0 0,0-1 0,0 0 0,-1 1 0,1-1 0,0 0 0,1 0 0,-1 0 0,-3-4 0,-2-1 924,-1 1 1,1 0 0,-16-8-1,21 13 97,1 3-1349,-1 0-1,0 1 1,1-1 0,-1 1 0,1-1-1,0 1 1,0 0 0,0 0 0,0-1 0,0 1-1,1 0 1,-1 0 0,1 0 0,0 0-1,0 4 1,-1 0-51,-24 155-110,0-10-3828,22-129 2760,-8 78-4844,10-32-1331,6 1-4245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3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74 10857,'0'-2'2120,"1"-2"-1740,0 1-1,0 0 1,0-1 0,1 1 0,-1 0 0,1 0 0,0 0 0,0 0 0,0 0 0,0 0 0,0 0 0,1 1 0,-1-1 0,1 1 0,0-1 0,-1 1 0,1 0 0,0 0 0,4-1 0,0 0-131,-1 1-1,1-1 1,0 1-1,0 1 1,0-1-1,0 1 1,0 1-1,0-1 1,10 2-1,-7-1-195,0 1-1,0 0 1,0 1 0,0 0-1,0 0 1,0 1 0,-1 0-1,0 1 1,1 0 0,-1 1-1,-1 0 1,1 0 0,14 12-1,-21-13-31,1-1-1,-1 1 1,0 0-1,0 0 1,0 0-1,0 0 1,-1 0-1,1 0 1,-1 1-1,0-1 1,-1 0-1,1 1 1,0 6-1,-1 0 11,-1 0 0,1 0 0,-1-1 0,-4 13 0,1-8 81,-1 0-1,0-1 1,-2 1-1,1-2 1,-14 21-1,-49 62 1071,64-89-1085,-132 157 2774,134-161-2725,1 0 1,0 0 0,-1 0-1,1 0 1,1 1 0,-1-1-1,-1 5 1,2-7-99,1 0 1,0 0-1,0 0 0,0-1 1,-1 1-1,1 0 0,0 0 1,0 0-1,0 0 0,1 0 1,-1 0-1,0 0 0,0 0 1,0-1-1,1 1 0,-1 0 1,0 0-1,1 0 0,-1 0 1,1-1-1,0 2 0,2 0 21,-1 0 0,1 0 0,0-1 0,1 1 0,-1-1-1,0 0 1,0 0 0,1 0 0,-1 0 0,0 0 0,1-1 0,-1 0-1,1 1 1,-1-1 0,4-1 0,67-1 89,116-18 0,-84 7-577,106-17-2202,-14 2-3113,-67 17-3699,-63 12-2089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5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23 11433,'0'0'13,"3"11"4613,-4-12-4230,0 0 0,1 0 0,-1 0-1,0 0 1,1 0 0,-1 0 0,0 0 0,0 0-1,0 1 1,0-1 0,0 0 0,0 1-1,0-1 1,0 0 0,-2 0 0,11-6 644,-8 6-1006,1 0 0,-1 1 0,0-1 0,1 0 0,-1 0 0,1 1 0,-1-1 0,1 1 0,-1-1 0,1 0 0,0 1 0,-1-1 0,1 1 0,0-1 0,-1 1 0,1 0 0,0-1 0,-1 1 0,1 0 0,0-1-1,0 1 1,0 0 0,-1 0 0,1 0 0,0 0 0,0 0 0,0-1 0,1 2 0,10 0 65,0 1 1,1 0-1,-1 1 0,0 0 0,0 1 0,20 9 0,-27-10-87,0 0-1,0 0 1,-1 0-1,1 0 1,-1 0-1,0 1 1,0 0-1,0 0 1,0 0-1,-1 1 1,1-1-1,-1 1 1,-1 0-1,1 0 0,0 0 1,-1 0-1,0 0 1,2 11-1,-2-9-10,0-1 0,0 1 0,1-1-1,-1 1 1,1-1 0,1 0 0,-1 0-1,10 11 1,41 39-423,-41-45 217,-1 1-1,0 1 1,20 26 0,-31-37 201,0 0 0,0-1 0,-1 1 0,1 0 0,0-1 0,-1 1 0,1 0 0,-1 0 0,0 0 0,1 0 0,-1-1 0,0 1 1,0 0-1,0 0 0,0 0 0,-1 0 0,1 0 0,-1 2 0,-1 0-5,0 0-1,1 0 1,-2 0 0,1 0 0,0-1 0,-1 1 0,1-1 0,-4 4 0,-5 3-30,0-1 1,0 1 0,-1-2-1,-16 10 1,-22 9-900,-1-3-1,0-2 1,-100 27 0,108-32-7062,22-8-1020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5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21 10073,'-1'0'279,"-1"1"0,1-1 1,0 0-1,0 0 0,0 0 1,-1 0-1,1 0 0,0 0 0,0 0 1,-1 0-1,1 0 0,0-1 1,0 1-1,0 0 0,-1-1 0,1 1 1,0-1-1,0 1 0,0-1 1,0 0-1,0 1 0,0-1 0,0 0 1,0 0-1,0 0 0,1 0 1,-1 1-1,-1-3 0,-4-3 510,4 4 1228,-1 2-1650,1 1 1,0 0-1,0 0 1,0 0-1,0 0 1,1 0-1,-1 0 1,0 0-1,0 1 1,1-1-1,-1 0 0,0 1 1,1 0-1,0-1 1,-1 1-1,1 0 1,0 0-1,0 0 1,0 0-1,-1 2 1,-7 33 971,1 0 0,-3 59 0,9-83-1284,-24 158-4261,15-118-272,3 0 0,-3 99 0,14-86-7665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6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58 11669,'0'0'4341,"-1"3"-2169,-2 6-1305,1 0 0,0 0 0,0 1 1,1-1-1,0 0 0,0 0 0,1 1 0,0-1 0,2 13 0,0-16-769,-1 0 0,1-1 0,0 1 0,0-1 0,1 1 0,-1-1 0,1 0 0,0 0 0,1 0 0,-1 0 1,1-1-1,0 0 0,0 1 0,1-1 0,-1-1 0,7 5 0,-1-2-187,0 0 1,0-1-1,0-1 1,1 1-1,0-2 1,0 0-1,13 3 1,8-1-641,40 2 0,-51-6 433,1-1 0,0-1-1,0-1 1,-1 0 0,35-10 0,-45 9 240,1-1-1,-1 0 1,0-1-1,-1 0 1,1-1 0,-1 0-1,0 0 1,-1-1-1,1 0 1,-1-1-1,-1 0 1,10-11 0,-11 10 110,3-2 333,-1 0 1,0-1-1,-1 0 1,0-1 0,-1 0-1,0 0 1,-1-1-1,5-16 1,-8 22 91,-1 0-1,1 0 1,1 1 0,0-1-1,7-10 1,-9 15 933,9 32-325,-11-16-1085,-1 0 0,0 0 0,-1-1 0,-6 23 0,-5 32-1587,12-56 606,-1 1 0,-1-1 0,0 0 0,-8 18 0,-6 23-3413,4 5-2720,-2 1-4687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6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26 7645,'8'-25'2429,"-10"24"-449,-6 14 889,7-11-626,-2-4 1113,-23-5 7012,23 30-9897,2 1 0,0 23 0,0 21-7,-13 44-2290,6-54-2052,2 1 0,3-1 0,6 90 0,6-76-8567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8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53 149 9653,'-1'-4'709,"-1"0"0,0 0 0,1 0-1,0 0 1,0 0 0,0 0 0,0 0 0,1 0 0,0-1 0,0-7 0,0 9-301,1 0 1,-1-1 0,0 1 0,-1 0-1,1 0 1,0 0 0,-1 0 0,0-1 0,0 1-1,0 0 1,0 0 0,0 0 0,-1 1-1,-2-5 1,0 1 678,0 0-1,0 0 1,1 0-1,-6-13 1,8 16 1325,-2 26-1189,1-2-1201,1 0 0,1 0 1,1 0-1,1 0 0,5 21 0,2 29-38,20 164-7146,-22-196 1683,13 48-1,-3-23-6182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7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29 12481,'1'-2'1965,"14"-24"8683,-5 35-9155,-9-8-1418,0 1 0,0-1 0,-1 1 0,1-1-1,0 1 1,-1-1 0,1 1 0,-1 0 0,1-1 0,-1 1 0,0 0-1,0-1 1,1 1 0,-1 0 0,0-1 0,-1 1 0,1 0 0,0-1-1,0 1 1,-1 0 0,0 2 0,-18 40 961,12-28-771,-9 19 600,-22 36 1,22-45-534,2 1 1,-18 47 0,30-69-312,0 1 1,0 0 0,0 0 0,1 0 0,0 0 0,0 0 0,0 0 0,1 0 0,0 0-1,0 0 1,1 0 0,-1 0 0,1 0 0,1 0 0,-1 0 0,1-1 0,0 1 0,0 0-1,1-1 1,-1 1 0,1-1 0,4 6 0,6 0-43,-1 0 0,2 0 0,-1-2 0,1 0 0,0 0 0,1-1 0,22 8 0,-17-6-42,-12-7-69,-1 1 0,1 0 0,-1 0 0,0 1 0,0 0 0,0 0 0,-1 1 0,11 11 0,-18-15 80,1-1 0,-1 0 0,0 0 0,0 1 0,1-1 1,-1 0-1,0 0 0,0 0 0,0 0 0,0 0 0,0 0 0,-1-1 0,0 2 0,2-2 10,-5 3-287,0 0 0,0 0 0,0-1 0,0 0 0,-1 0 0,1-1 0,0 1-1,-1-1 1,0 0 0,1 0 0,-8-1 0,-62-1-3485,65 1 3347,-27-3-2246,10 0-3987,2-2-3252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7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55 11401,'-34'14'11725,"40"-31"-10245,-3 3-300,19 8-268,23 0-211,-4 1-325,10 2-588,9-3-629,4 3-447,9-3-1008,0 4-904,0 2-2725,9 2-5104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8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12 12657,'-9'-11'2356,"24"11"7121,-40 19-6408,17-5-2650,0 0 0,1 1-1,1 0 1,0 0 0,1 0 0,-6 30-1,-1 1-2,6-27-327,1 1-1,1 0 1,1 0 0,1 0-1,1 0 1,0 0 0,2 0-1,4 31 1,-4-44-118,1 1-1,-1 0 1,2-1 0,-1 1-1,1-1 1,0 0 0,0 0-1,1 0 1,0 0 0,1 0-1,-1-1 1,1 0-1,0 0 1,1 0 0,-1-1-1,1 0 1,0 0 0,1 0-1,-1 0 1,1-1 0,0-1-1,0 1 1,0-1 0,14 4-1,-9-3-45,0-1 0,1-1 0,-1 0 0,1 0 0,0-2-1,-1 1 1,1-2 0,0 0 0,-1 0 0,1-1 0,0-1 0,-1 0 0,0 0 0,23-11-1,-35 13 72,0 0-1,0 0 0,-1 0 1,1 0-1,0 0 0,0 0 1,0 0-1,-1 0 1,1 0-1,0 0 0,-1 0 1,1 0-1,-1 0 0,0 0 1,1 0-1,-1 1 0,0-2 1,0 1-4,-1-2 5,-1 0-1,0 0 1,1 1-1,-1-1 1,0 1 0,-1-1-1,1 1 1,0 0-1,-1 0 1,1 1 0,-1-1-1,1 1 1,-1-1-1,0 1 1,1 0 0,-1 1-1,-5-2 1,-12 0-285,-41 0-1,56 2 154,-29-1-896,-23 2-1275,17 1-2341,20 2-2129,9 4-4459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8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41 11549,'-1'-4'2387,"0"1"-1381,-4-16 847,3 5 3978,-15 23-2623,15-8-3054,1 0 0,-1 1 0,0-1 0,1 1 1,-1 0-1,1-1 0,-1 1 0,1 0 0,0 0 1,-1 0-1,1 0 0,0 0 0,0 0 0,1 0 1,-1 1-1,0-1 0,1 0 0,-1 4 0,-1 48 1204,3-35-908,10 226 1571,8-83-4987,-11-55-2216,-7-35-2277,-1-62 5882,2 56-10847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9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1 119 12269,'23'-16'697,"-14"10"-234,-1 1-1,1 0 1,0 0-1,0 1 1,12-5-1,32-14 2317,-29 12-815,46-16 0,-63 25-1740,0 0-1,1 1 1,-1 0-1,0 0 1,0 1 0,1 0-1,-1 0 1,0 0 0,0 1-1,1 0 1,10 3 0,-16-2-157,1-1 0,0 0 0,-1 1 0,1 0 1,-1 0-1,0-1 0,0 1 0,1 0 0,-1 1 0,0-1 1,-1 0-1,1 1 0,0-1 0,-1 1 0,1-1 0,-1 1 1,0 0-1,0 0 0,0-1 0,0 1 0,0 0 0,-1 0 1,1 0-1,-1 0 0,0 0 0,0 3 0,0 6 36,0 1 0,-1-1 0,0 0 0,-1 0 0,-3 12 0,0 6-440,1 1 0,1 0-1,2 0 1,1 0 0,2 0 0,6 40-1,-4-45-878,2 29-4728,-4-22 137,2-12-3444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9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23 303 13005,'-22'17'2168,"35"-31"141,2 3 11,5-1-340,-1 4-420,12-7-288,26-10-228,-3 5-264,10 0-332,9 0-764,6-6-388,4-3-708,-1-2-812,-2-6-684,9 5-2845,-4 12-4832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9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5589,'0'0'6797,"0"-3"-5344,0-3-1361,2-11 2914,2 17-1323,4 9-920,26 36 744,110 164 618,39 73-2967,-154-240-341,-10-16-821,29 31 1,3-7-4934,-20-24-125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9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623 71 5809,'-1'-3'280,"0"1"0,0-1 0,0 0 1,-1 1-1,1-1 0,-1 1 0,1 0 1,-1 0-1,0-1 0,0 1 1,0 0-1,0 0 0,0 1 0,-1-1 1,1 0-1,0 1 0,-1-1 0,-3 0 1,5 1-86,0 0 0,0 0 0,1 1 0,-1-1 1,0 0-1,1 0 0,-1 0 0,1 0 0,-1 0 0,1 0 1,-1 0-1,1 0 0,-1 0 0,1 0 0,0-2 0,0 3-116,0-1-1,-1 1 1,1-1-1,0 0 0,0 1 1,0-1-1,0 1 0,0-1 1,-1 1-1,1-1 1,0 1-1,0-1 0,-1 1 1,1-1-1,0 1 1,-1-1-1,1 1 0,0-1 1,-1 1-1,1 0 0,-1-1 1,1 1-1,-1 0 1,1-1-1,-1 1 0,1 0 1,-1-1-1,0 1 1,-14 3 221,0 2 0,0-1 1,0 2-1,1 0 0,0 0 1,0 2-1,1-1 0,-1 2 1,2 0-1,-18 16 0,-5 7-194,1 2-1,-34 44 0,-59 88-2699,48-52-3845,28-35-1693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31 4728,'-24'9'1467,"39"-25"867,-12 14-753,-27-8 246,16 8 1325,-9-7-2138,39 10 62,11 2-1097,130 7-1324,-86-4-249,-55-5 17,0 0 1,0 2-1,34 8 1,-21 0-3353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4620,'25'0'4001,"-6"-6"-3865,4 3-12,-8 6-124,5-3-336,2 0-576,0 0-1293,13 0-239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4 4624,'-36'-1'1658,"-19"-2"2444,45 5-387,24 3 1552,64 13-4647,1-4-1,86 4 1,158-6-2919,-261-12 1336,189-7-7565,-166 9 2077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30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15 3264,'0'0'2793,"-16"-6"-4622,0-3 601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3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10180 27542,'10179'-10179'0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4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47 5236,'-4'-17'11049,"15"9"-10490,-8 5-509,1 1 0,0 0 0,0 0 0,1 0 0,-1 1 0,0-1 0,1 1 0,-1 0 0,9 0-1,49-2-70,-34 3-49,85-2-1964,176 21 1,-283-18 1966,0 0 0,0 0 0,0 0 0,-1 1 0,1 0 0,-1 0 0,1 0 0,-1 1 0,0 0 1,9 6-1,-12-7 51,0-1 0,0 1 1,-1 0-1,1 0 1,-1 0-1,1 1 0,-1-1 1,0 0-1,0 0 1,0 1-1,0-1 0,0 1 1,0-1-1,-1 1 1,1-1-1,-1 1 0,0-1 1,0 1-1,0 0 1,0-1-1,0 1 0,0-1 1,-1 1-1,1-1 1,-1 1-1,0-1 0,-1 5 1,-12 28-2,-2-1 0,-1-1 0,-30 46 1,-78 89-1543,41-69-2757,45-56 1230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4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3 5845,'-1'0'183,"1"-1"0,0 1 1,0 0-1,-1 0 1,1 0-1,0-1 0,-1 1 1,1 0-1,0 0 1,-1 0-1,1 0 0,-1 0 1,1 0-1,0 0 1,-1 0-1,1 0 0,0 0 1,-1 0-1,1 0 1,-1 0-1,1 0 0,0 0 1,-1 0-1,1 0 1,0 0-1,-1 0 0,1 0 1,0 1-1,-1-1 1,1 0-1,0 0 0,-1 1 1,1-1-1,0 0 1,0 0-1,-1 1 0,-6 18 1422,2 33-2229,5-47 1089,-3 65 35,1 28 84,-5 0 1,-26 135-1,28-214-445,2-7 101,-1 1-1,2-1 1,0 1-1,0-1 1,1 1-1,1 0 1,0 0-1,0 0 1,4 13-1,-4-26-230,0 1 0,0-1 0,0 1 0,0-1 0,1 1-1,-1-1 1,0 1 0,0-1 0,1 1 0,-1-1 0,1 0 0,-1 1 0,0-1 0,1 0 0,-1 1-1,1-1 1,-1 0 0,0 1 0,1-1 0,-1 0 0,1 0 0,-1 1 0,1-1 0,-1 0 0,1 0-1,-1 0 1,1 0 0,-1 0 0,1 0 0,0 0 0,-1 0 0,1 0 0,-1 0 0,1 0 0,27-10 56,37-32-502,-50 31 182,26-17-507,255-172-7963,-172 121 2648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7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217 628 14193,'-3'0'1880,"1"0"-1618,0 0 1,0 0 0,1 1-1,-1-1 1,0 0-1,1 1 1,-1 0 0,0-1-1,1 1 1,-1 0-1,1-1 1,-1 1 0,1 0-1,0 0 1,-1 0-1,1 1 1,0-1 0,-1 0-1,1 0 1,0 1-1,0-1 1,-1 3 0,0 2 24,1 0 0,-1 0 0,1 0 0,0 1 0,1-1 0,0 8 0,-4 27-397,-1 1 0,-21 79 0,-38 81-2814,27-90 554,3-15 79,33-93 2315,4-7 332,8-16-58,0-1 1,-1 1 0,-1-2-1,0 0 1,-2 0-1,6-28 1,2-1-18,81-308 922,-19 59-251,-52 218-465,57-125-1,-76 193-445,1-1 1,0 2-1,1-1 0,1 1 0,0 0 1,0 1-1,16-14 0,-20 20-29,0 1-1,0 0 1,1 1-1,-1-1 1,1 1-1,0 1 1,0-1-1,0 1 1,0 0-1,0 0 1,1 0-1,-1 1 1,0 0-1,1 0 1,-1 1-1,1 0 1,-1 0-1,1 0 1,9 3-1,-8-2-6,-1 1 0,1 0 0,0 0 0,-1 1-1,1 0 1,-1 0 0,0 1 0,0 0 0,0 0 0,-1 1 0,1 0 0,-1 0-1,0 0 1,-1 1 0,1 0 0,-1 0 0,0 0 0,0 1 0,-1 0-1,0 0 1,0 0 0,5 15 0,-2 6 0,-1 0-1,-1 0 1,-1 1 0,0 35 0,-2-23 2,9 47 0,-8-75-15,0 1 1,1-1-1,0 0 1,1 0-1,0-1 1,1 0 0,12 17-1,26 32-35,-18-26-12,26 46 0,-50-78 51,0 0 0,-1 0-1,1 0 1,-1 1-1,0-1 1,0 0 0,0 1-1,-1-1 1,1 1-1,-1-1 1,0 1 0,0-1-1,0 1 1,0-1-1,-1 1 1,-1 6 0,0-5 6,0 0 1,0 0-1,0-1 1,-1 1-1,0 0 1,0-1-1,0 0 1,-1 0-1,1 0 1,-6 4-1,-10 7-117,0-1-1,-1 0 1,-1-2-1,-24 11 1,19-10-318,-62 38-2736,36-15-3992,39-23-1051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1 409 8549,'64'-10'2415,"0"-3"0,67-22 0,-32 7-1065,-84 25-1126,-1-1 1,0-1-1,0 0 0,-1-1 0,1 0 1,-2-1-1,1-1 0,-1 0 0,0-1 0,0 0 1,-1 0-1,0-1 0,-1-1 0,0 0 0,-1-1 1,13-19-1,-22 28-169,1 0 1,-1 0-1,0 0 1,0 0-1,0 0 1,0 0-1,-1 0 0,1 0 1,-1 0-1,0 0 1,1 0-1,-2 1 1,-1-6-1,2 7-40,0 0 0,1 0 1,-1 0-1,0 0 0,0 0 1,0 0-1,-1 0 0,1 0 0,0 0 1,0 0-1,0 1 0,-1-1 0,1 1 1,0-1-1,-1 1 0,1-1 0,0 1 1,-1 0-1,1-1 0,-1 1 0,-1 0 1,-1 0 4,0 1 1,1-1 0,-1 1 0,1 0-1,-1 0 1,1 0 0,-1 0 0,-4 3 0,0 1 8,0 0 0,0 0 0,1 0 0,-1 1 0,-12 14 0,16-15-21,0 1 0,0-1 0,0 1 0,0 0 0,1 1 0,0-1 0,1 1 1,-1-1-1,1 1 0,0 0 0,1-1 0,0 1 0,-1 12 0,2-16-7,0 1-1,0-1 1,1 1 0,-1-1 0,1 0-1,0 1 1,0-1 0,0 0-1,0 0 1,1 0 0,-1 0-1,1 0 1,0 0 0,0 0-1,0 0 1,0 0 0,0-1-1,1 1 1,-1-1 0,1 0 0,0 0-1,-1 0 1,1 0 0,0 0-1,0-1 1,0 1 0,1-1-1,-1 0 1,5 2 0,0-1 5,0 0 0,-1-1 0,1 0 0,0 0 0,1-1 0,-1 0 0,0 0 0,0-1-1,0 0 1,0 0 0,-1-1 0,1 0 0,0-1 0,-1 1 0,13-7 0,-11 4 51,0 0 0,-1-1 1,1 0-1,-1-1 0,0 0 0,-1 0 0,0 0 0,0-1 0,0 0 0,-1 0 0,10-19 0,20-36 633,19-40 1277,-53 99-1889,0-1-1,1 1 1,-1 0-1,1 0 1,0 0-1,0 0 1,0 0-1,1 1 1,0-1-1,-1 1 1,1 0-1,0 0 1,0 1-1,5-3 0,-6 4-56,-1 0 0,1 0 0,0 0 0,-1 0 0,1 1 0,0 0 0,0-1 0,-1 1 0,1 0 0,0 0 0,0 1 0,-1-1 0,1 0 0,0 1 0,0 0 0,-1 0 0,1-1 0,-1 2 0,1-1 0,3 2 0,0 0 16,3 1-7,0 1 0,0 1 0,0-1 0,0 1 0,-1 1 0,0 0 0,-1 0 0,1 0 0,-1 1 0,-1 0 0,1 0 1,-1 1-1,-1 0 0,6 12 0,-7-13-19,-1-1 0,0 1 1,0 0-1,-1 0 0,0 0 1,0 1-1,-1-1 0,0 0 1,-1 1-1,0-1 0,0 1 1,0-1-1,-1 0 0,-1 1 1,1-1-1,-1 0 0,-6 15 1,-1-7-7,-1 0 0,0-1 0,-1 0 0,-1 0 0,0-2 1,-25 23-1,17-17-989,-31 39 1,21-21-3266,50-38-244,-8-2 2566,0-1 0,0 0 0,18-9 0,13-11-5003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8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12677,'-1'2'220,"0"0"0,0 0-1,0 0 1,0-1 0,0 1-1,-1 0 1,1-1 0,-1 1 0,1-1-1,-1 1 1,1-1 0,-1 0 0,0 0-1,1 1 1,-1-1 0,0 0-1,0-1 1,0 1 0,-3 1 0,5-2-195,-1 0 91,-1 1 1,1-1-1,0 1 0,0-1 1,-1 1-1,1 0 0,0 0 1,0-1-1,0 1 1,0 0-1,0 0 0,0 0 1,0 0-1,0 0 0,1 1 1,-1-1-1,0 0 1,0 0-1,1 0 0,-1 1 1,1-1-1,-1 0 0,1 2 1,-4 11 628,1 0 1,0 0 0,1 1-1,1-1 1,0 0 0,1 1-1,2 19 1,28 190 2123,-2-75-4006,-26-141 965,5 31-2074,4 57 0,-10-80 491,-1 1 0,-1-1 0,-4 23 0,0-9-3356,4-8-2697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16 275 12153,'-9'-14'2036,"2"0"-380,14-3-351,12-12-253,3 9-536,19-3-576,4 0-884,9-5-653,15-7-867,17 1-1480,16-3-2781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9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457 456 9333,'-5'1'755,"0"0"1,0 0 0,0-1-1,0 0 1,0 0-1,0 0 1,0-1-1,-1 1 1,1-1-1,0-1 1,0 1 0,-7-4-1,9 4 343,12-22 534,-4 11-1329,0 1-1,1 0 1,1 0-1,-1 0 1,2 1-1,10-12 1,-7 8 269,-1 1 0,13-24 0,3-12 655,-2-1-1,-2-1 1,19-71-1,-87 404 144,16-76-700,-64 176-583,-24-7-19,-40 139-642,133-426 3,14-52-425,0 1 0,2 0 0,2 1 0,-3 62-1,17-122-458,-1-16 1151,-2 1 0,-2-1 0,-1 0 0,-2 0 0,-8-52-1,-6-1 68,-32-105-1,41 175 236,0 0 2,0-1 0,2 1 0,-4-34-1,8 49-1,0 0-1,0 0 1,0 0-1,1 0 0,0 1 1,0-1-1,1 0 1,-1 0-1,1 0 0,0 1 1,1-1-1,0 1 1,0 0-1,0 0 0,0 0 1,1 0-1,6-8 0,5 0 4,1 1-1,0 0 0,0 1 0,1 0 1,0 2-1,32-14 0,2 4-20,62-14-1,-23 10 89,0 4-1,2 5 1,106-4-1,-187 18 108,0 0 0,0 1 0,0 0 0,-1 1 0,1 0 0,-1 1 0,14 4 0,-22-6-101,0 0 0,0 0-1,0 0 1,0 0 0,0 0 0,0 1 0,-1-1 0,1 1-1,0-1 1,-1 1 0,1 0 0,-1-1 0,1 1-1,-1 0 1,0 0 0,2 3 0,-3-2-35,0-1 0,1 0 0,-1 0 0,0 0 0,0 1 0,0-1 0,-1 0 0,1 0 0,0 0 0,-1 1 0,0-1 0,1 0 0,-1 0 0,0 0 0,0 0 0,0 0 0,0 0 0,-1 0 0,1-1 0,-3 4 0,-8 13-225,1 1 0,-13 30 0,-2 9-5029,24-47 464,6 2 2483,-2-7 259,2 20-6800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9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6681,'15'-2'401,"0"1"0,0 1 1,0 0-1,0 1 0,0 0 1,-1 1-1,1 1 1,0 1-1,-1 0 0,0 1 1,0 0-1,0 1 0,0 1 1,-1 0-1,24 17 1,-34-22 198,7 7 972,-9-8-1460,-1 0-1,1 0 0,0 0 1,-1 0-1,1 0 1,0 1-1,-1-1 0,0 0 1,1 0-1,-1 0 0,0 1 1,0-1-1,1 0 0,-1 1 1,0-1-1,0 0 0,0 0 1,-1 1-1,1-1 1,0 0-1,0 0 0,-1 1 1,0 1-1,-14 39 1313,5-15-1088,-27 179 911,19-87-4148,16-106 1423,0-1-1,1 1 0,1-1 0,2 24 0,3 4-6197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12453,'69'-31'2000,"-34"17"-308,-3-3-359,6 2-233,0 1-324,10 0-368,6-6-520,9 2-740,17 4-1064,-1 0-3061,7 5-3944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1 980 6313,'0'0'2048,"2"3"-61,0-1-1575,0 0 1,0 1-1,0-1 0,0 0 0,0 0 0,1-1 0,-1 1 0,1 0 1,-1-1-1,1 0 0,0 1 0,-1-1 0,5 1 0,-2-2-73,-1 1-1,1-1 0,-1-1 1,1 1-1,-1-1 1,1 0-1,-1 0 0,1 0 1,-1 0-1,7-4 0,2 0 67,-1-1-1,1 0 0,-1-2 0,0 1 0,0-1 0,-1-1 0,-1 0 0,1-1 0,-1 0 0,-1 0 0,0-1 0,0 0 0,-1-1 0,10-19 0,-1-4-12,-1-1 0,-3 0 1,0-1-1,7-45 0,1-7-162,94-350 297,-109 410-517,-4 20-5,0 0 0,0 0 0,1 0 0,7-14 1,-9 20 14,-2 8 20,-34 152 282,-13 161 0,44-281-316,1 0-1,2 0 1,2 0 0,2 0-1,11 64 1,-10-87-90,-1 0 0,1-1 0,1 1 0,1-1 0,0 0 0,0 0 0,2-1 1,-1 0-1,1 0 0,1 0 0,0-1 0,1-1 0,0 0 0,1 0 0,0-1 0,0 0 0,21 12 1,-12-11-109,0-1 1,0-1-1,1 0 1,0-2-1,1 0 1,-1-2 0,1 0-1,0-2 1,37 1-1,6-6-58,123-23-1,-10 0 1244,-159 25-969,1 2-1,-1 0 1,1 2-1,-1 0 1,0 1-1,0 0 1,-1 2-1,31 13 1,-23-10-684,-18-6 99,0 0-1,0-1 0,0-1 0,0 1 0,1-1 0,-1 0 1,0-1-1,1 0 0,-1-1 0,0 1 0,0-1 0,1-1 1,-1 0-1,10-3 0,-11 2 3,-2 2 44,0 0 1,0-1-1,0 0 0,0 0 1,-1-1-1,6-3 0,-9 5 387,1 0 0,-1-1 0,0 1-1,1-1 1,-1 1 0,0-1 0,0 1 0,0-1-1,-1 0 1,1 0 0,0 0 0,-1 1 0,1-1-1,-1 0 1,1 0 0,-1 0 0,0 0-1,0 0 1,0-3 0,-5-149-4970,7 113 2321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0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4868,'132'-38'9823,"-76"17"-5342,59-33 0,-37 17-1851,-76 36-2680,0 0-1,1 0 1,-1 0 0,0 0 0,0 1-1,1-1 1,-1 1 0,1-1-1,-1 1 1,0 0 0,1 0 0,-1 0-1,0 0 1,1 1 0,-1-1-1,0 1 1,4 0 0,-2 1-80,0 1 0,1-1 0,-1 1 0,0 0-1,-1 0 1,6 6 0,12 9-383,3-1-152,0-1 0,2-1 0,-1-2-1,2 0 1,30 10 0,143 31-4367,-59-31 2413,-88-15 3876,-64-3 266,10-4-1427,1 0 1,-1-1-1,0 1 0,0-1 0,0 1 0,0-1 1,0 1-1,0-1 0,0 0 0,0 1 1,0-1-1,-1 0 0,1 0 0,0 0 0,0 0 1,0 0-1,0 0 0,-2 0 0,-31-7 978,31 6-735,0 0-790,-26-8-6915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7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1199 103 7333,'-42'-21'1444,"3"1"1975,-54-20-1,77 35-3024,1 1 1,-1 0-1,0 1 0,0 1 0,0 0 0,0 1 1,-20 1-1,1 3 17,1 1 1,-59 15-1,78-15-318,1 1 0,-1 0 0,1 1 0,0 1 0,1 0 0,-1 1 0,1 0 0,-16 14 0,27-20-75,-1 0 0,1 1 0,-1 0 0,1-1 0,0 1 0,0 0 1,0 0-1,0 1 0,1-1 0,-1 0 0,1 0 0,0 1 0,0-1 1,0 1-1,0-1 0,1 1 0,-1-1 0,1 1 0,0-1 0,0 1 1,0 0-1,1-1 0,-1 1 0,1-1 0,0 1 0,0-1 0,0 1 1,0-1-1,1 0 0,-1 0 0,4 5 0,6 10 9,1-2 1,0 0-1,1 0 0,22 20 1,-12-12 19,0 1-31,-1 1 1,-1 1-1,-2 0 1,-1 2-1,-1 0 1,-1 1-1,-2 1 1,-1 0-1,-1 0 1,-2 2-1,-1-1 1,-1 1-1,-2 0 1,-2 1-1,1 34 1,-6-22-42,-2-1 0,-1 1 0,-3-1 1,-1 0-1,-3-1 0,-1 0 0,-3-1 1,-1 0-1,-2-1 0,-2-1 0,-2-1 0,-29 41 1,9-20-35,-4-2 0,-2-3 0,-66 62 1,-178 134-25,270-234 97,-9 6 230,1 2 1,-40 45-1,73-73-214,0-1 0,0 2 0,0-1 0,0 0 0,1 1 0,-1-1 0,0 1 0,4-1 0,10-4 3,132-80 114,-109 60-128,1 1 1,2 3-1,64-25 0,-100 44-19,-1 1-1,1 1 1,-1 0-1,1 0 1,0 0-1,-1 0 1,1 1-1,0 0 1,0 1-1,-1 0 1,1 0-1,0 0 1,9 3-1,-11-2 8,0 1 1,0-1-1,-1 1 0,1 0 0,-1 0 0,1 0 0,-1 1 0,0-1 0,0 1 1,0 0-1,-1 0 0,0 0 0,1 1 0,-1 0 0,-1-1 0,5 10 0,0 5 31,0 1 0,-1 0 1,-1 0-1,-2 0 0,1 1 0,-2-1 0,-1 1 0,-2 36 0,-6 15 66,-19 82-1,11-71-59,2-6 1,2 1 0,1 115-1,10-167-37,2 0-1,1 0 1,1 0-1,1 0 1,1-1-1,2 0 1,0 0-1,1-1 1,2 0-1,1-1 1,18 30-1,-11-27-272,1 0 0,2-1-1,0-2 1,1 0 0,1-1-1,2-1 1,0-2 0,1 0-1,0-2 1,2-1 0,0-1-1,1-2 1,53 17-1,-29-14-2964,0-2-1,58 7 1,-31-12-3783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296 237 6649,'-1'-2'166,"0"0"1,1 0-1,-1 0 1,1 0-1,0 0 1,-1 0-1,1 0 1,0-1-1,0 1 1,0 0-1,1 0 0,-1 0 1,1 0-1,-1 0 1,1 0-1,-1 0 1,1 0-1,0 0 1,0 0-1,0 0 1,0 0-1,0 1 1,1-1-1,-1 0 1,3-2-1,6-7 733,0 1-1,20-16 1,-14 12-296,-1 0-282,1 1 0,1 1 1,0 0-1,0 2 0,1-1 0,0 2 0,1 1 0,0 0 1,0 1-1,39-8 0,-52 14-300,-1 0 0,1 1-1,-1-1 1,1 1 0,-1 0 0,1 1-1,-1-1 1,1 1 0,-1 0 0,0 0 0,1 1-1,-1 0 1,0 0 0,0 0 0,0 0-1,0 1 1,-1 0 0,1 0 0,-1 0 0,1 0-1,-1 1 1,0 0 0,0 0 0,-1 0-1,1 0 1,-1 1 0,5 7 0,-3-2 18,0 1 0,-1 0 0,0 0-1,-1 0 1,0 0 0,-1 0 0,0 1 0,-1-1 0,0 1 0,-1 0 0,0-1 0,-2 13-1,-9 38 211,-2 0 0,-3-1 0,-28 69-1,-16 59 322,42-123-409,3 0 0,-10 120 0,24-164-140,0 0 1,2-1-1,1 1 1,1 0-1,0 0 1,2-1-1,0 0 0,2 0 1,0 0-1,1-1 1,1 0-1,20 32 1,-20-40-8,0 0 0,1-1 0,1 0 1,-1 0-1,2-1 0,-1-1 1,1 0-1,1 0 0,24 12 1,-14-11 1,0 0 1,1-1-1,0-2 1,0 0-1,28 3 1,-38-8 0,1-1 0,-1 0 0,0-1 0,1-1 0,-1 0 1,0-1-1,1-1 0,-1 0 0,0-1 0,22-9 1,-25 9 58,0-2 1,0 1-1,-1-2 1,1 1-1,-2-2 1,1 1-1,-1-1 1,0-1 0,0 1-1,-1-1 1,0-1-1,10-16 1,-16 22 30,-1-1 0,1 0 0,0 1 0,-1-1 0,0 0 1,0 0-1,-1 0 0,1 0 0,-1 0 0,0 0 0,-1 0 0,1 0 1,-1 0-1,0 0 0,0 0 0,0 0 0,-1 1 0,0-1 0,1 0 0,-2 1 1,1-1-1,-1 1 0,1 0 0,-1 0 0,0 0 0,-1 0 0,1 0 1,-7-4-1,6 5-5,-1 1-1,0 0 1,0 1 0,0-1 0,-1 1 0,1 0 0,0 0-1,0 0 1,-1 1 0,1 0 0,0 0 0,-1 1 0,1-1-1,0 1 1,0 0 0,-1 0 0,1 1 0,-7 3 0,-3 1 129,0 0 1,0 2 0,1-1 0,-23 18 0,19-10-51,2 0 0,0 1 0,0 1 0,2 0 0,0 1 0,1 0 0,1 2 0,0-1 0,-13 35 0,8-13 100,2 2 0,1 0 1,-13 82-1,18-57-157,4 1-1,2-1 1,8 86 0,37 203 345,-32-287-451,-2-17-65,-2 2-1,-2-1 1,-3 0 0,-7 63 0,3-97 26,0 1 1,-1-2-1,-1 1 1,-1 0 0,-1-1-1,-1 0 1,0-1-1,-1 0 1,-1 0-1,-1-1 1,-1 0 0,0-1-1,-1 0 1,-19 18-1,9-14-91,-1 0-1,-1-2 0,-1-1 0,-28 14 0,-115 46-1790,157-72 1664,-14 6-719,-1-2 0,0-1 0,0-2 0,-1 0 0,-35 2 0,33-6-2731,0-2 0,-44-4-1,25-3-6028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1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94 4372,'0'0'988,"-1"-2"-161,0 0-660,-1 0-1,2 1 1,-1-1-1,0 0 1,0 0 0,1 0-1,-1 0 1,1 0-1,-1 0 1,1 0-1,0 0 1,0 0 0,0 0-1,0-1 1,0 1-1,0 0 1,1 0-1,-1 0 1,1 0-1,-1 0 1,4-5 4503,-5 6-4628,1 1 0,0-1-1,-1 0 1,1 1-1,0-1 1,-1 0 0,1 1-1,-1-1 1,1 1 0,-1-1-1,1 1 1,-1-1-1,1 1 1,-1-1 0,0 1-1,1-1 1,-1 1 0,0 0-1,1-1 1,-1 1 0,0 0-1,1 0 1,-2-1-1,-2-1 773,19-1-488,107-12-63,0 6 1,154 8-1,-257 2-401,-16 0 70,-21 23-1099,7-18 977,1-1 0,-1 0 1,0-1-1,0 0 0,-1-1 0,1 0 1,-1-1-1,1 0 0,-20 0 0,-25-3-42,-82-12 0,80 1 234,41 8 87,-1 0 0,-35-2 1,50 6 86,0-1-81,-26-6 158,26 6 412,9 1-566,253-7-62,16 0-5703,-250 7 2851,-2 0-864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7 233 4396,'-1'0'558,"0"-1"-1,1 0 1,-1 0 0,1 0-1,-1 0 1,1 0-1,-1 0 1,1 0-1,-1 0 1,1 0-1,0 0 1,0 0-1,0 0 1,-1-2-1,7-13 2679,-4 13-2882,0 0 0,1 0 0,0 0 0,-1 1 0,1-1 1,8-5 3611,-17 53-3283,4-36-543,1 1 0,-1-1 0,1 18 0,2-13-76,11 132 450,-10-126-490,2 0 1,1 0 0,0-1-1,2 0 1,10 23 0,-9-26-4,0 0 0,1 0 0,1-1 1,1-1-1,19 23 0,-26-33-13,0 0 0,0-1-1,1 1 1,-1-1 0,1 0 0,0 0 0,0-1 0,0 1-1,0-1 1,0 0 0,0-1 0,1 1 0,-1-1 0,1 0 0,-1 0-1,1-1 1,-1 1 0,1-1 0,-1-1 0,1 1 0,-1-1-1,8-1 1,-3-1-3,0-1 1,0 0-1,-1 0 0,1-1 0,-1-1 0,0 1 0,-1-1 0,1-1 1,-1 1-1,-1-2 0,13-13 0,-7 5-20,0 0 0,-2 0-1,0-2 1,-1 1 0,9-23 0,-2-5-2,-3 0 1,-1-2-1,10-80 0,-21 113 10,-1 1 0,-1 0 0,0 0 0,0 0 0,-2 0 0,0 0 0,0 0 0,-1 0 0,0 0 0,-1 1 0,-7-14 0,9 20 6,-1 1 0,0-1 1,0 1-1,0 0 0,-1 0 0,0 0 0,0 0 1,0 0-1,0 1 0,-1 0 0,0 0 0,0 0 0,0 0 1,0 1-1,-1 0 0,1 0 0,-1 1 0,0-1 1,1 1-1,-1 0 0,-1 1 0,1 0 0,0-1 1,0 2-1,-7-1 0,-4 2-47,-1 1 0,1 1 0,0 1 0,0 0 0,0 1 0,1 1-1,0 0 1,0 1 0,0 1 0,1 0 0,0 2 0,-14 11 0,22-17-247,0 0 0,1 0 1,0 1-1,0 0 0,0 0 0,1 0 0,0 1 0,0 0 1,0 0-1,1 0 0,-1 1 0,2 0 0,-6 11 0,6-10-813,-6 25-1676,13-6-3242,2-13-480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58 8761,'3'-14'2184,"3"-1"7845,-15 1-10037,2 0-320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3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43 4644,'0'0'7847,"-8"-20"-5407,5 12 2410,2 7-4768,1 0 0,-1 0 1,1 0-1,-1 0 0,0 0 0,1 1 0,-1-1 0,0 0 0,1 0 1,-1 1-1,0-1 0,0 0 0,0 1 0,0-1 0,0 1 0,0-1 1,0 1-1,0-1 0,0 1 0,0 0 0,0 0 0,0-1 0,0 1 1,0 0-1,0 0 0,0 0 0,0 0 0,-2 0 0,1 2-28,0-1-1,-1 0 1,1 1 0,0-1-1,0 1 1,0-1 0,0 1-1,0 0 1,1 0-1,-1 0 1,1 0 0,-1 0-1,1 0 1,-2 3-1,-1 1-28,1 0-1,0 0 1,0 1-1,0-1 1,1 1-1,0-1 0,0 1 1,1 0-1,0 0 1,0 0-1,0 0 1,1 0-1,0 0 1,1-1-1,-1 1 0,1 0 1,1 0-1,-1 0 1,1 0-1,0-1 1,1 1-1,-1-1 0,1 0 1,5 8-1,6 7-4,2-1 0,0 0 0,1-1 0,1 0 0,23 17 0,11 9 14,-22-20-70,44 47 1,-71-69 32,0 1 0,0 0 0,-1-1 0,0 1 0,0 0 0,0 0 0,0 1 0,-1-1 0,1 0 0,-1 1 0,0-1 0,-1 0 0,1 1 0,-1-1 0,1 1 0,-2-1 0,1 1 0,0-1 0,-1 1 0,0-1 0,0 1 0,0-1 0,0 0 0,-1 1 0,0-1 0,1 0 0,-2 0 0,-4 7 0,-1 0-112,0 0 1,-1 0-1,0-1 1,-1 0-1,0 0 1,0-1-1,-1-1 1,-13 9-1,-33 17-3506,56-34 3343,-1 0 0,1 0 0,0 0 1,-1-1-1,1 1 0,0 0 0,0-1 1,-1 1-1,1-1 0,0 1 0,0-1 1,0 0-1,0 0 0,0 1 0,0-1 1,0 0-1,0 0 0,0 0 0,0 0 1,0 0-1,-1-2 0,-2-20-3686,7-12-1899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3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27 228 6109,'-2'0'262,"1"0"1,0-1-1,-1 1 1,1 0 0,0-1-1,-1 1 1,1-1-1,0 0 1,0 1 0,0-1-1,-1 0 1,1 0 0,0 0-1,0 0 1,0 0-1,0 0 1,0 0 0,1 0-1,-1 0 1,0 0 0,1-1-1,-1 1 1,0 0-1,0-3 1,1 2-55,1 0 0,0 0-1,-1-1 1,1 1 0,0 0 0,0 0 0,0 0-1,0 0 1,0 0 0,1 0 0,-1 0 0,1 1-1,-1-1 1,1 0 0,2-1 0,7-6 95,-1 0 1,1 1-1,1 1 1,-1 0-1,15-6 1,4-4 32,108-52 238,-91 51-3034,0 4-3937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1512 265 4420,'-36'5'450,"28"-3"-268,-1-1 1,1 0 0,-1 0-1,0-1 1,1 0 0,-1-1 0,0 0-1,1 0 1,-10-3 0,-18-1 587,1 1 0,-1 1 0,0 2 0,0 2 1,-40 5-1,31-1-390,0 2 1,0 2 0,1 2 0,0 1-1,1 3 1,0 1 0,1 3-1,1 1 1,1 2 0,1 1-1,1 2 1,1 2 0,-34 33 0,20-9 5,2 3 1,2 1 0,3 2 0,2 2 0,3 2 0,3 2 0,2 1 0,3 2 0,3 0-1,3 2 1,4 1 0,2 1 0,-15 107 0,29-138-337,2 0 0,2 0 0,2 0 0,1 0-1,2 0 1,9 40 0,-7-53-37,1 0-1,1 0 1,2-1-1,0 0 1,2-1-1,1 0 1,0-1-1,2 0 1,28 33-1,-11-23-25,1-2 0,1-2 1,1-1-1,2-2 0,1-1 0,1-2 1,0-1-1,65 23 0,4-5-88,2-6 0,132 24 1,-152-42 74,2-4 0,-1-4-1,1-4 1,0-4 0,0-4 0,100-18 0,-87 4 27,-1-5-1,-2-5 1,0-3-1,-2-6 1,96-49-1,-139 58 28,-1-3 0,-2-3-1,-1-2 1,-2-2 0,-1-2-1,-3-2 1,64-73 0,-88 87-9,-2-1 0,-1-1 0,-2 0 1,0-2-1,-2 0 0,14-44 1,-21 49-17,-1-1 1,-2 0-1,-1-1 0,-1 1 1,-2-1-1,-1 0 1,-1 1-1,-6-48 1,-3 21-7,-4 0 1,-1 0 0,-3 1-1,-2 1 1,-3 1 0,-49-86-1,15 46-4,-5 2-1,-113-129 0,122 159-67,-3 3-1,-3 2 0,-2 3 1,-132-89-1,155 119-180,-1 2 0,-2 2 1,0 1-1,-57-16 1,66 25-157,-1 1 1,0 2-1,0 1 1,0 2-1,-1 1 1,-50 5-1,44 0-778,0 2 0,0 2-1,1 1 1,0 3 0,0 0-1,-46 24 1,-4 17-5246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3140,'34'0'893,"-27"0"3033,-9 1-3856,-25 25-347,-7 4-2474,12-18 734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21 6621,'28'14'5895,"-25"-15"-4684,12 0-459,-1 0 0,1 1 0,0 1-1,0 0 1,-1 1 0,1 0 0,0 2-1,17 5 1,-23-7-520,0-1 1,0-1-1,0 1 0,0-1 1,0-1-1,13-2 0,-19 3-160,54-15 576,-54 14-330,-4-2-290,-7-28 48,-11 30-56,14 1 31,-1 0 0,1 1 0,-1-1 0,1 1-1,-1 0 1,1 1 0,0 0 0,-1-1 0,1 1 0,-7 5 0,-51 33 873,32-19-414,20-15-346,-266 182 2708,246-164-2683,2 2 1,0 0 0,2 2 0,1 1 0,2 1 0,-34 52-1,55-77-177,1 0-1,-1-1 0,1 1 0,0 0 1,0 0-1,0 0 0,1 1 1,0-1-1,0 0 0,0 1 0,0-1 1,1 0-1,0 1 0,0-1 0,1 1 1,-1-1-1,1 0 0,1 0 0,-1 1 1,1-1-1,-1 0 0,1 0 1,1 0-1,-1 0 0,1-1 0,0 1 1,0-1-1,0 1 0,1-1 0,-1 0 1,1 0-1,0-1 0,0 1 0,0-1 1,1 0-1,-1 0 0,1 0 1,6 2-1,9 5-52,1-2 1,0 0-1,0-1 0,1-2 1,0 0-1,0-1 1,0-1-1,42 0 0,-11-4-305,0-3-1,83-15 1,-84 8-407,66-21 1,-96 24 238,0 0 1,0-2-1,-1-1 1,-1-1-1,27-19 1,17-19-3093,-25 17-3861,-24 19-2564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5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11153,'2'-2'2212,"4"-1"-700,-1-1 0,0 1 0,-1-1 1,9-9-1,-10 10-1300,0 1-1,1-1 1,-1 1 0,1 0 0,0 0-1,-1 0 1,1 0 0,0 1 0,0-1-1,0 1 1,1 0 0,-1 0 0,0 1-1,5-1 1,3-1 146,52-7 41,0 3 0,0 3 0,75 6 0,-127-3-462,301 13-3328,-103 0-5840,-102-5-1156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35 7921,'-26'-7'2117,"20"5"3242,7 1-5186,-1 0-1,0 0 0,0 0 1,0 0-1,0 0 0,0 0 0,-1 1 1,1-1-1,0 0 0,0 0 1,-1 0-1,1 0 0,0 0 0,-1 0 1,1 0-1,-1 0 0,1 1 0,-1-1 1,1 0-1,-1 0 0,0 1 1,1-1-1,-1 0 0,0 1 0,0-1 1,1 1-1,-1-1 0,0 1 1,0-1-1,0 1 0,0 0 0,0-1 1,0 1-1,0 0 0,0 0 1,1 0-1,-1-1 0,0 1 0,0 0 1,0 0-1,0 0 0,0 1 1,0-1-1,0 0 0,0 0 0,0 0 1,0 1-1,-1-1 0,-3 2 137,1 0-1,-1-1 1,1 1 0,-1 1-1,1-1 1,0 1-1,-1-1 1,-5 7-1,-17 19 509,1 0-1,2 2 1,-27 43 0,-50 107 391,93-164-1216,1 0 1,1 0-1,0 1 1,2 0 0,0 0-1,0 0 1,2 1-1,0-1 1,1 1-1,1 0 1,1-1-1,0 1 1,1-1-1,6 22 1,-7-34-62,1 0 0,0 0-1,1 0 1,-1 0 0,1-1 0,0 1 0,0-1 0,0 1 0,1-1 0,-1-1-1,1 1 1,0 0 0,0-1 0,8 6 0,-4-5-40,0 0 0,0 0 0,0-1 0,0 0 1,0-1-1,1 0 0,-1 0 0,15 1 0,-10-2 22,-1 0-1,1-2 1,0 1-1,-1-2 1,1 1-1,0-2 1,-1 0-1,0 0 1,0-1-1,0-1 1,0 0-1,17-10 1,-18 8 46,-1-1 0,-1 0 0,0-1 0,0 0 0,0-1 1,-1 1-1,-1-2 0,0 1 0,10-19 0,-9 12 40,-1 0 0,-1-1-1,0 0 1,-1 0 0,-1 0-1,2-21 1,-4 14-26,0 0 0,-2 0 0,-1 0-1,-1 0 1,-1 0 0,-1 0 0,-2 0 0,0 1 0,-17-42 0,22 62-262,-1 1 0,1 0 0,-1 0-1,1-1 1,-1 1 0,0 0 0,0 1 0,-1-1 0,1 0 0,0 1 0,-1-1 0,0 1 0,1-1-1,-1 1 1,0 0 0,0 1 0,-4-3 0,3 6-4378,-3 9 104,0 1-5155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14 11521,'-22'-3'1860,"12"-8"1669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7 9545,'0'0'172,"-1"-1"-1,1 1 1,-1-1 0,1 1 0,-1-1 0,1 1-1,-1-1 1,0 1 0,1-1 0,-1 1 0,0 0-1,1-1 1,-1 1 0,0 0 0,0 0-1,1-1 1,-1 1 0,0 0 0,0 0 0,1 0-1,-1 0 1,0 0 0,0 0 0,-1 1 0,-30 1 3834,9 0-1543,15-2-1929,-1 1 1,0 0 0,1 0 0,-1 1 0,1 0 0,-1 0 0,-15 8 0,-54 30 1848,76-39-2305,-17 10 339,0 1-1,1 1 1,1 1 0,0 0-1,1 1 1,-28 33 0,35-37-323,0 1 0,1 1 0,1-1 0,0 1 0,0 0 1,2 1-1,-1 0 0,2 0 0,0 0 0,0 0 0,-1 19 1,5-13-58,1 0 1,0 0 0,2-1 0,0 1-1,11 33 1,4 21-466,10 32-3386,-28-106 3674,-1 1-1,1 0 1,0-1-1,0 1 0,0-1 1,0 1-1,-1-1 1,1 1-1,0 0 0,0-1 1,-1 1-1,1-1 1,0 1-1,-1-1 0,1 0 1,-1 1-1,1-1 0,-1 1 1,1-1-1,0 0 1,-1 1-1,0-1 0,1 0 1,-1 1-1,1-1 1,-1 0-1,0 0 0,-14 5-2363,-16-17-6475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9961,'35'-9'6344,"-16"6"-4871,0 0-337,3 6-272,1 0-156,5 6-176,17 8-352,-4-6-560,3 6-824,1-2-852,2 2-3153,-5 3-4156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7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13 115 8897,'-1'-3'2191,"-9"-29"5168,9 29-7042,1 0-1,0 0 0,-1 0 1,1 1-1,1-1 1,-1 0-1,0 0 1,1-3-1,0 3-229,0 1 0,0-1 0,1 1 0,-1 0 0,0-1 0,1 1 0,0 0 0,-1 0 0,1 0 0,0 0 0,0 0 0,0 1 0,0-1 0,0 1 0,1-1 0,-1 1 0,0 0 0,1 0 0,-1 0 0,1 0 0,-1 0 0,1 0 0,3 0 0,9-2-261,-1 0 0,1 1 0,-1 1 0,1 1 0,0 0 0,0 0 0,19 4 0,-13 0-3046,-1 1-1,30 11 0,-15-3-6124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7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89 10089,'-6'-29'2324,"9"43"-220,0 4 3185,13-27-4641,3 0-296,0 1-512,0-4-520,3 1-952,13-12-689,-3 12-2359,6 2-3669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15 10901,'0'0'1940,"-13"-5"-380,0-4 449,-6 12-5038,4 0-847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0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7585,'-1'0'249,"0"1"0,0-1 1,1 0-1,-1 1 1,0-1-1,1 0 0,-1 1 1,0-1-1,1 1 0,-1-1 1,1 1-1,-1-1 0,1 1 1,-1 0-1,1-1 1,-1 1-1,1 0 0,0-1 1,-1 1-1,1 0 0,0-1 1,-1 1-1,1 0 0,0 0 1,0 1-1,19-2 8528,4-1-10188,44 2 1867,1 4 0,-1 3 0,-1 2 0,96 28 0,-144-32-434,8 1-33,0 2 1,29 13-1,-49-19 2,-1 0-1,1 0 1,0 1 0,-1-1-1,0 1 1,0 1 0,0-1 0,0 1-1,-1-1 1,1 1 0,-1 1 0,0-1-1,-1 0 1,5 10 0,-7-12 8,-1 1 1,1-1-1,-1 0 1,0 1-1,0-1 1,0 0 0,0 1-1,0-1 1,-1 0-1,0 0 1,1 1-1,-1-1 1,0 0-1,-1 0 1,1 0-1,-1 0 1,-2 5-1,-39 52 31,31-45-27,-18 24 264,-1-1-1,-3-2 1,0-1-1,-3-2 1,0-1-1,-2-2 1,-2-2-1,0-2 1,-2-1-1,-85 35 0,115-55-120,-194 69 1835,204-73-2107,4 1-225,0 0 1,0 0 0,0 0 0,1 0 0,-1-1-1,1 1 1,-1 0 0,1 0 0,0-1-1,3 3 1,-1-4-779,16-5-431,-4-2-7275,-5 0-1325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43 6785,'-17'27'15313,"10"-16"-13069,2-4-4138,-12 19 2402,-1-2-1,-22 24 1,32-37-384,0 0-1,1 1 1,0-1-1,0 1 1,2 1 0,0-1-1,0 1 1,1 0 0,0 0-1,1 0 1,1 1 0,0-1-1,1 1 1,0-1 0,1 1-1,3 18 1,-1-24-117,0 0 0,1-1 1,0 1-1,0-1 0,1 0 0,0 0 0,0 0 1,0 0-1,1-1 0,0 1 0,1-1 0,8 8 1,-5-7-85,-1 0 1,1 0-1,0-1 0,1 0 1,-1 0-1,1-1 1,0-1-1,14 5 1,-13-6 7,0 0 1,0-1 0,0 0 0,0-1-1,0-1 1,0 0 0,0 0 0,0-1-1,0 0 1,0-1 0,-1 0-1,1-1 1,17-6 0,-19 5 67,-1-1 0,1 1 0,-1-2 1,0 1-1,0-1 0,-1 0 0,0 0 0,0-1 0,0 0 0,-1-1 1,0 1-1,-1-1 0,1 0 0,-2-1 0,9-17 0,-10 13 50,1 0-1,-2 0 0,0-1 1,-1 1-1,0-1 1,-1 1-1,0-1 1,-4-23-1,3 27-38,-2-10 8,-1 1 0,0 0-1,-1 0 1,-1 0 0,-1 1 0,-1 0 0,0 0 0,-2 0 0,0 2 0,0-1 0,-19-21 0,24 33-146,-1 0 1,1 0-1,-1 1 0,0-1 0,0 1 1,-1 0-1,-8-3 0,7 3-101,5 2-43,-1 0 1,1 1 0,0 0 0,-1 0 0,1 0 0,-1 0 0,1 1 0,-1-1 0,0 1 0,1 0 0,-1 0 0,1 0-1,-1 0 1,-4 2 0,-24 8-7154,9 0-2017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 11877,'-10'-23'5229,"-6"29"-9686,1 0 769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12 10945,'-29'-2'2374,"23"1"-263,3-1-1436,-1 1-1,1 0 1,-1 0 0,1 0-1,-1 0 1,0 0 0,-4 0-1,-2 3-232,1 1-1,-1 0 1,0 0 0,1 1-1,0 0 1,0 0-1,-10 8 1,11-8-122,-11 8-28,1 1 1,0 1 0,1 0-1,1 1 1,0 1 0,2 0-1,-1 1 1,2 1 0,0 0 0,1 1-1,1 1 1,1-1 0,-10 29-1,15-33-239,1 0-1,0 0 0,1 1 0,1-1 0,1 1 0,0 0 1,1-1-1,0 1 0,1 0 0,1-1 0,7 27 1,5 6-342,2 0 1,29 58 0,-34-83 13,10 36-1407,-21-58 1603,-1 0-1,1-1 0,-1 1 0,1 0 0,-1-1 0,1 1 1,-1-1-1,1 1 0,-1-1 0,1 1 0,-1-1 0,0 0 1,1 1-1,-1-1 0,1 0 0,-1 1 0,0-1 0,0 0 0,1 0 1,-1 0-1,0 1 0,0-1 0,0 0-177,-2 1-19,1 0 1,0-1-1,0 1 1,0-1-1,0 0 0,-1 1 1,1-1-1,0 0 1,0 0-1,-1 0 0,1-1 1,0 1-1,0 0 1,0-1-1,-1 1 0,-2-2 1,-21-12-7351,11 5-1568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7229,'6'-17'1612,"0"28"-220,4 0-492,9-8-72,0-3-156,3 0-236,0 3-424,1 0-428,2 0-384,-3-3-844,4 0-1400,-7 3-1149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31 4588,'0'0'14586,"-1"-2"-14158,-4-24 195,4 23-409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4156,'23'-20'3829,"8"12"-2537,-21-4-1112,-1 1-336,4 2-344,-3 1-988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32 5857,'0'0'6462,"1"-3"-5444,8-25 9993,-14 29-10480,-4 2-367,-1 0 1,1 1-1,0 1 1,0 0-1,0 0 1,1 1-1,0 0 1,0 0-1,0 0 1,1 1-1,0 1 0,-7 8 1,-15 21 381,-31 51-1,47-68-430,-3 3-222,2 1 0,0 0 1,2 1-1,1 1 0,1 0 1,1 0-1,1 1 0,1 0 0,2 0 1,-4 49-1,10 15-4106,0-25-3226,-3-46 2547,-1 0-2629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0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6441,'14'-8'736,"0"0"1,1 1 0,0 1 0,0 0 0,0 1 0,1 1 0,-1 0 0,1 1 0,0 1 0,0 0-1,0 1 1,18 2 0,-12 0-906,0 1 1,0 1-1,0 1 0,0 1 0,-1 0 1,1 2-1,-1 1 0,25 13 0,-40-19-446,18 12 206,-23-13 26,0 0 0,0 0 1,-1 0-1,1 0 0,0 0 0,0 0 1,-1 0-1,1 0 0,0 0 0,-1 1 0,1-1 1,-1 0-1,1 2 0,2 11-4751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60 6005,'-18'-6'1804,"15"2"2721,29-1 1645,-13 3-7544,139-9 2944,-45 5-2107,-6-8-3371,-62 8-477,5 0-2501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6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83 4252,'0'0'1083,"-10"-18"522,8 10 7364,2 5-8720,1 0-1,-1 0 0,0-1 0,1 1 0,-2 0 0,1 0 0,0 0 0,0 0 0,-1 0 0,0 0 0,1 0 0,-1 0 0,0 0 0,-1 0 0,1 0 0,-4-5 2694,0 10-2887,-10 3 54,1 1 0,-1 0 0,2 1-1,-1 0 1,1 2 0,0-1 0,0 1-1,-11 12 1,5-2 250,1 1-1,1 0 0,1 1 0,-22 40 1,33-53-283,-10 16 205,2 0 0,1 1 0,-16 45 0,23-52-207,2-1 1,0 1-1,1 0 1,0 0-1,2 0 1,0 1-1,1-1 0,6 34 1,-4-42-58,0-1 1,1 0 0,0 0-1,0 0 1,1 0 0,0-1-1,1 0 1,0 0-1,0 0 1,0 0 0,1-1-1,0-1 1,1 1 0,12 8-1,-13-10-9,0-1-1,0 0 0,1 0 1,-1-1-1,1 0 1,0 0-1,0-1 1,0 0-1,1 0 1,-1-1-1,0 0 0,0-1 1,1 0-1,-1 0 1,1 0-1,14-4 1,-12 1-8,0-1 0,0 0 0,-1-1 0,1 0 0,-1-1 0,-1 0 0,1 0 0,-1-1 0,0-1 0,0 1 1,7-10-1,8-10-4,-2-1 0,23-35 1,-34 45-7,-1 1 0,-1-1 1,-1-1-1,0 0 1,-1 0-1,-1 0 1,-1-1-1,-1 0 1,3-29-1,-6 36 6,0 1 1,-1-1-1,-1 0 0,0 1 1,0-1-1,-2 0 0,1 1 1,-1 0-1,-1 0 0,-1 0 1,1 0-1,-2 0 0,1 1 1,-2 0-1,0 0 0,-9-11 1,-32-20-103,46 40 28,-16 1-233,16 1 178,0 0 0,0 0 1,0-1-1,0 1 0,0 1 1,0-1-1,0 0 1,0 0-1,0 1 0,0-1 1,0 1-1,0 0 0,0-1 1,0 1-1,0 0 0,0 0 1,1 0-1,-1 0 1,0 1-1,-2 2 0,-16 12-1764,5-6-929,1 2-1,1 0 1,-17 18-1,21-14-5444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8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96 119 7989,'0'0'6046,"-2"-2"-4421,-6-7-399,0 1-1,0 0 1,-1 0-1,0 1 1,-12-7-1,19 13-356,-16-7 847,17 8-1613,1 0-1,-1-1 1,1 1 0,-1 0-1,1 0 1,-1 0-1,1 0 1,0 0-1,-1 0 1,1-1-1,-1 1 1,1 0 0,0 0-1,-1-1 1,1 1-1,0 0 1,-1-1-1,1 1 1,0 0 0,0-1-1,-1 1 1,1 0-1,0-1 1,0 1-1,0-1 1,-1 1-1,1 0 1,0-1 0,0 1-1,0-1 1,0 1-1,0-1 1,0 1-1,0 0 1,0-1-1,0 0 1,14-10 657,33-4-1142,12 8-2314,64-1 1,-62 7-2098,0 3-3282,-30 1-453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8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38 8657,'0'0'6296,"-16"6"-4639,4-4 3019,34-2-4080,19 9-356,-12-9-292,6-6-500,6 1-780,13-7-752,0 1-3309,0-9-4332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6229,'4'-6'613,"0"0"0,1 1 0,0 0 0,0 0 0,0 0 1,9-5-1,5-2 24,1 1 1,23-11-1,-2 3 330,-22 9-574,1 0 0,35-10 0,-51 18-451,1 1 0,0-1 0,0 1 0,0 1 1,0-1-1,0 0 0,0 1 0,0 0 1,0 1-1,0-1 0,0 1 0,0 0 0,0 0 1,0 0-1,0 1 0,0-1 0,-1 1 0,6 3 1,-8-2-280,0-1 1,0 0-1,0 1 1,0 0-1,0-1 0,0 1 1,-1 0-1,1 0 1,-1 0-1,0 0 1,0 0-1,0 1 1,0-1-1,-1 0 1,1 0-1,-1 1 1,0 2-1,1 20-4102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1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11 7065,'0'0'13429,"-3"-1"-12700,-5-3-422,-11-1 1078,17 5-1312,1 1 0,0 0 0,-1-1 0,1 1 0,0 0 0,0 0 0,0 0 0,0 0 0,0 0 0,0 0 0,0 0 0,0 0 0,0 0 0,0 0 0,0 0 0,0 3 0,-145 218 4174,67-116-3431,-94 99 0,122-149-2112,-80 119 0,34-3-8243,85-141 3791,10-8-3424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2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722 30 9997,'0'0'103,"1"0"1,0-1-1,-1 1 0,1-1 1,-1 1-1,0-1 1,1 1-1,-1-1 0,1 1 1,-1-1-1,0 0 0,1 1 1,-1-1-1,0 1 0,0-1 1,0 0-1,1 1 1,-1-1-1,0 0 0,0 1 1,0-1-1,0 0 0,0 1 1,0-1-1,0 0 1,0 1-1,0-1 0,-1 0 1,1 1-1,0-1 0,0 1 1,0-1-1,-1 0 0,1 1 1,-1-1-1,-7-7 3973,35 27-3279,-2 0 1,0 2 0,-1 2 0,32 37 0,-49-51-754,0 0 0,-1 1-1,0 0 1,0 0 0,-1 1 0,0 0 0,-1-1 0,0 2 0,-1-1 0,0 0 0,-1 1 0,0-1 0,-1 1 0,0-1 0,0 1-1,-3 15 1,1-21-6,0 0-1,0 0 0,-1-1 1,0 1-1,0 0 0,-1-1 1,1 1-1,-1-1 0,0 0 1,-1 0-1,1 0 0,-1-1 0,0 1 1,0-1-1,-1 0 0,1 0 1,-1 0-1,-8 5 0,-7 2 179,0 0 0,-1-1 0,-34 10 0,35-12-73,-49 15 344,-99 19 0,-75 0-601,97-18-1678,119-20 695,-22 5-934,18 0-5437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2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12473,'0'0'5789,"19"-2"-3977,0 2 1888,-6-6-3032,3 0-724,-7-5-1596,4-1-756,-10-2-3621,4-3-5284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229 136 4248,'0'0'2543,"13"-3"254,-11 2-2499,0 0 1,0 0 0,-1 0-1,1 0 1,0 0-1,-1 0 1,1-1 0,-1 1-1,0 0 1,1-1 0,-1 1-1,0-1 1,0 1 0,0-1-1,0 0 1,0 0 0,0 1-1,1-5 1,-2 4-558,1 0 835,1-1 39,9-25 4186,-11 24-4463,0-27 278,0 28 16,0 0-268,-1-4-787,-5-12 2916,5 19-2397,0 0 0,0 0 0,0 0-1,0 1 1,1-1 0,-1 0-1,0 1 1,0-1 0,0 1 0,0-1-1,1 1 1,-1-1 0,0 1-1,1 0 1,-1-1 0,0 1-1,1 0 1,-1 0 0,1-1 0,-1 1-1,1 0 1,-1 0 0,1 0-1,-1 0 1,1 1 0,-6 10 111,0 0 0,1 1 1,1-1-1,0 1 0,1 0 1,-3 22-1,-5 17 213,-37 139 162,-28 231 0,61-304-594,15-115-39,26-19-447,-9-3 134,-1 1 0,-1-2 0,-1 0 1,-1-1-1,17-35 0,-6 1-514,21-65 0,42-197-308,-67 240 1053,-15 56 147,15-36-1,-19 54 98,0 7 10,1 4-36,-1 0 0,1 1 0,-2-1 0,1 1 0,-1 0 0,0-1 0,-1 1 0,0-1 0,-1 1 0,0-1 0,0 1 0,-4 8 0,-7 19 231,-28 49 1,19-41-143,-65 116 59,31-62-1217,-11 18-1892,-20 39-8397,61-103 2266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83 5505,'-10'-20'2684,"-9"17"-1516,4 3 1188,-1-11-1888,6 5 72,23-5-508,6 2-292,3 3-216,0 1-264,1 2-364,-1-3-1928,10 3-1125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52 5160,'-10'-4'826,"-1"1"0,1 0-1,-1 1 1,0 0 0,0 1-1,0 0 1,0 1 0,-17 1-1,-2-8-189,60 1-1448,1 1 0,0 2 0,51 0 0,-26 2-170,69-4-2476,-53-2 903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5380,'9'-11'8453,"-3"-9"-7961,7 0-132,9 8-440,20-5-432,2 9-352,1-7-776,5 1-1772,-2 11-1781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90 9905,'-1'-1'197,"0"0"-1,0 0 1,0 0 0,0 0-1,0 0 1,0 0 0,0 0 0,0 0-1,0 0 1,0 0 0,1-1-1,-1 1 1,0 0 0,1-1-1,-1 1 1,1 0 0,-1-1 0,1 1-1,0-1 1,0 1 0,0 0-1,0-1 1,0 1 0,0-1 0,0 1-1,0-1 1,0 1 0,1 0-1,-1-1 1,0 1 0,1-1-1,-1 1 1,1 0 0,1-2 0,0-5 473,0 2 491,24-14 175,-19 18-1329,1 0 0,0 0-1,-1 1 1,1 0 0,0 0 0,0 1 0,14 1-1,57 9-1436,-56-6 911,96 18-2761,28 4-3180,-84-20 1122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16 106 5529,'-15'9'2979,"19"-19"2643,15-11-554,-6 11-5642,1 2 778,1 1 0,0 0 0,0 1 0,1 1 0,-1 1 0,26-5 0,99-7-759,-127 15 409,165-4-2515,-36 2-903,-62 1-470,2 4-2074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8 230 8717,'-1'-2'181,"0"0"0,0 0 0,0 1 1,0-1-1,1 0 0,-1 0 0,1 0 1,-1 0-1,1 0 0,0 0 0,0 0 0,0 0 1,0 0-1,0 0 0,0-1 0,0 1 0,2-3 1,-1 0 234,1 1 0,0-1 0,0 1 0,1-1 0,-1 1 0,1 0 0,4-5 0,4-4 507,1 1-1,0 0 0,24-17 0,-19 18-877,1 1-1,0 0 0,0 1 1,1 1-1,0 1 0,0 1 0,1 0 1,0 2-1,0 0 0,21-1 0,34 0-2185,104 6-1,-110 2 599,69-2-4031,-65 4 475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4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20 5885,'21'-16'1104,"-17"12"-174,-4 11-565,0 0-1,-1-1 0,0 1 1,0 0-1,-1-1 0,0 1 0,0-1 1,0 0-1,-1 0 0,0 0 1,0 0-1,-5 6 0,-8 21 254,1 2 0,2 0 1,1 1-1,1 0 0,3 1 0,-5 42 0,9-48-479,1-1-1,2 1 0,1 0 1,4 31-1,15 60-3896,-9-86-486,2 2-2444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4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98 5865,'-13'4'315,"-11"4"115,24-8-385,-1 1-1,1-1 0,-1 1 0,0-1 0,1 1 1,-1-1-1,1 1 0,-1-1 0,1 1 0,0-1 0,-1 1 1,1 0-1,0-1 0,-1 1 0,1 0 0,0-1 1,0 1-1,-1 0 0,1-1 0,0 1 0,0 0 0,0 0 1,0-1-1,0 1 0,0 0 0,0 0 0,0 3 113,-1-1-1,0 0 1,0 0-1,-1 1 0,1-1 1,0 0-1,-1 0 1,0 0-1,0-1 0,0 1 1,-4 4-1,-1 2 270,-14 22 398,6-10-270,1 0 1,0 2-1,2 0 0,-14 33 0,16-29-271,5-16-187,1-1 0,1 1-1,-1 0 1,2 0 0,0 0 0,0 0 0,0 0-1,2 0 1,0 12 0,2-6-37,2 0 0,0 0 0,1 0 0,1-1 0,0 0 0,1 0 0,1-1 1,0 0-1,1 0 0,1-1 0,21 25 0,39 57 247,-69-95-275,0 1 0,0-1 1,0 1-1,-1 0 1,1-1-1,0 1 0,0 0 1,-1 0-1,1-1 0,-1 1 1,1 2-1,-1-3-20,0-1 0,-1 1 1,1-1-1,0 1 0,0-1 0,0 1 1,0-1-1,0 1 0,-1-1 0,1 1 1,0-1-1,0 1 0,-1-1 0,1 1 1,0-1-1,-1 1 0,1-1 0,-1 0 1,1 1-1,0-1 0,-1 0 0,1 1 1,-1-1-1,0 1 0,-3 0 23,-1 0 0,1 0-1,0 0 1,-1-1 0,1 1 0,-1-1-1,-5-1 1,9 1-32,-31-1 132,0-3 0,0 0 0,0-2 0,0-2 0,1-1 0,0-1 0,1-1 0,0-2 0,-43-25 0,67 34-114,-1 0 0,1 0 0,0 0 0,0-1 0,0 0 0,1 0-1,-9-11 1,12 13-39,0 0 0,1-1 0,-1 1 0,1-1 0,-1 1 0,1-1 0,1 0 0,-1 1 0,0-1 0,1 0 0,0 0 1,0 0-1,0 1 0,0-1 0,0 0 0,1 0 0,0 1 0,0-1 0,0 0 0,0 1 0,3-6 0,-1 1-55,3-9-126,1 0 0,1 1 0,1 0 0,0 0 0,1 1 0,23-27 0,21-15-832,84-66 0,-47 45-39,86-92-4841,-170 164 5290,25-24-3219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98 4528,'7'-16'1286,"-8"16"-1239,1-1 0,0 1-1,-1 0 1,1-1 0,-1 1 0,1 0 0,0 0 0,-1-1 0,1 1 0,-1 0 0,1 0 0,-1 0 0,1-1 0,-1 1 0,1 0 0,-1 0 0,1 0 0,-1 0 0,1 0 0,-1 0 0,1 0-1,-1 0 1,1 0 0,-1 0 0,-3 0 2363,-5-2-382,-9-2-1211,14-2 3303,4 4-4057,0-1 0,1 0 0,-1 1 0,1-1 0,0 1 0,0-1 0,0 1 0,0-1 0,0 1-1,1 0 1,-1 0 0,1-1 0,0 1 0,-1 0 0,1 0 0,0 0 0,0 1 0,0-1 0,0 0 0,0 1 0,1 0 0,-1-1 0,0 1-1,1 0 1,-1 0 0,1 0 0,-1 0 0,1 1 0,0-1 0,4 0 0,28-4-840,0 2 0,69 2 0,70 15-6410,-169-13 6889,64 7-5215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26 123 6509,'-25'6'3680,"38"-15"-2208,-1 1 1804,4-4-2512,0 4-172,9-9-131,14 0-89,-5 8-320,1 0-464,13 1-353,6-1-115,6 1-440,-3 5-480,1-3-1716,5 0-1985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4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40 3756,'-9'-6'298,"-8"-8"2579,-7 17-2642,-40 3 1416,60-6-424,-16-3 289,2 1-588,15 1 2045,0 0-1937,-8-4-992,-19-9 10142,20 11-8455,18 19-586,9 5-615,1-1 0,0-1 0,39 30 0,0 1-81,253 223-474,-91-84-6634,-180-155 4335,17 16-2538,-20-14-2166,-14-12-1262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5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32 10345,'0'-26'2504,"-4"20"507,-11 7-1513,6 0-389,-1 0 0,0 1-1,1 1 1,-1 0 0,-13 5-1,8-1-261,1 1 0,-23 16 0,1 3-342,-44 46-1,70-64-225,-38 42-657,-43 57-1,26-27-1347,-28 36-2585,34-35-3251,18-19-2937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6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5348,'0'0'7481,"1"-2"-6143,12-19 1047,-11 19-1295,-2-2-132,0-101 5840,0 103-6522,-1-1 0,1 0 0,-1 0 1,1 1-1,-1-1 0,0 0 0,0 1 0,-2-5 0,2 6 396,2 2-114,9 16-51,183 229-138,-66-109-2737,-10-12-3202,-46-36-4145,-51-58 363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6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18 8045,'-32'-17'8284,"19"25"-7471,-28 58 339,19-18-728,0 10-104,-4 10-356,-2 4-588,-17 2-904,4 3-789,-7 6-1863,4 0-3189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5416,'0'0'10825,"19"-8"-10705,0-1-400,0 3-424,4-2-420,8 2-376,20-2-2212,-9 5-2345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3 232 7405,'-3'-17'5108,"26"5"-3848,-4 1-144,9-1-228,13-5-187,7 0-145,3 3-212,9 0-164,10-4-556,9-2-441,7 6-359,-3-3-164,2 0-212,1 3-2040,-3-4-2129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7273,'0'0'7536,"6"-17"-5927,1 0 2155,9 8-3324,0-2-224,6 2-712,6 3-396,-2 1-560,-4 2-609,3-6-2595,-2 1-3641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5284,'15'-14'1409,"-11"11"1506,-5 0-1487,-5-65 10125,26 84-10190,6 13-553,-1 0 0,38 59 0,10 14-249,-73-102-561,165 210-2044,-68-63-4205,-69-88-1650,-23-42 132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8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499 121 6581,'-24'-57'3010,"4"-6"5749,-4 70-7036,13-1-1555,0 0 0,1 1-1,0 0 1,0 1 0,1 0-1,0 0 1,0 1 0,1 0 0,-7 10-1,-65 100-152,68-99-184,-83 123-3122,0 3-4332,49-68-75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9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8789,'-16'6'1920,"4"2"4265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6097,'1'0'66,"-1"0"0,1-1 0,-1 1 1,1 0-1,-1 0 0,1-1 0,-1 1 1,1 0-1,-1 0 0,1 0 0,-1 0 1,1 0-1,-1 0 0,1 0 0,-1 0 1,1 0-1,-1 0 0,1 0 1,-1 0-1,1 0 0,-1 0 0,1 1 1,-1-1-1,1 0 0,-1 0 0,1 0 1,0 1-1,13 13 1577,-12-11-1389,0-1 0,0 0 1,0 1-1,0-1 0,0 0 0,0 0 0,6 3 0,10 1 395,1-1 0,-1 0 1,1-1-1,0-1 0,0-1 0,0-1 0,38-2 0,4 1 90,931 3 2058,-650-6-2542,405-7 213,226 0-470,-893 11-1332,139 19 0,-212-19 610,0 0 0,0 1 0,0-1 1,0 2-1,11 4 0,-14-3-3643,1 11-2349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7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11029,'16'-7'1414,"-13"5"-104,-1 6 96,11 12-797,1-1-1,0 0 0,1-1 0,1 0 0,1-1 1,34 21-1,-4-3-161,88 62 243,89 66-246,-184-127-571,-1 2 1,-2 1-1,43 54 1,-71-77 40,0 0 0,-1 1 0,0 0 0,-1 1 0,0-1 0,-1 1 0,-1 1 0,6 21 0,-9-25 15,0-1-1,-1 1 1,0 0-1,-1-1 0,0 1 1,-1 0-1,0-1 1,-1 1-1,0-1 1,0 1-1,-1-1 1,-1 0-1,-4 11 0,-3-1-218,0-1-1,-1 1 0,0-2 1,-2 0-1,-25 26 0,-87 70-3452,66-64-197,8-2-2365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5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4308,'0'0'14287,"2"1"-14018,1 0-217,0 0-1,0 1 0,0-1 0,0 1 0,0-1 0,-1 1 0,1 0 1,-1 0-1,1 0 0,3 5 0,20 35 373,27 61-230,72 128 127,120 182-2667,-188-330-114,-17-28-4493,-25-37 1330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1229 3 4464,'-8'-1'420,"-1"0"-1,0 1 1,1 0-1,-1 0 1,1 1-1,-1 0 1,1 1-1,-1 0 1,1 0-1,0 1 0,0 0 1,0 1-1,0-1 1,-10 8-1,-166 119 3465,125-85-3136,-407 282 914,245-162-3444,89-37-5124,100-96 1528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6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89 5649,'2'0'120,"1"0"0,-1 0 0,0 0 0,1-1 0,-1 1 0,0-1 1,1 0-1,-1 0 0,0 0 0,4-2 0,-6 3-65,0 0 0,1-1 1,-1 1-1,1 0 0,-1-1 0,0 1 0,0-1 0,1 1 0,-1-1 1,0 1-1,0-1 0,1 1 0,-1-1 0,0 1 0,0-1 0,0 0 0,0 1 1,0-1-1,0 1 0,0-1 0,0 1 0,0-1 0,-11-20 2175,-10-25 2207,20 44-3286,0 5-843,-23 141 1166,-49 158 1,69-290-1457,-162 469 463,112-352-723,-68 152-1899,33-97-2145,61-126 279,5-3-2145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6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5641,'24'-31'1344,"-22"29"-1058,1-1 0,-1 1-1,1 0 1,0-1-1,-1 1 1,1 1 0,0-1-1,0 0 1,1 1 0,-1 0-1,0-1 1,0 1 0,1 1-1,3-2 1,5-1 358,35-10 386,2 2-1,75-8 1,-62 11-674,94-7-820,183 6 0,-152 7-1898,-62-1-1266,4 0-1829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5681,'29'-26'1140,"-23"20"2377,-6-9-2278,-1 13-1013,1-1 0,0 0 0,0 0 0,0 0 0,0 0 0,0 0 1,1 0-1,0 0 0,-1 0 0,1 0 0,2-5 0,-1 6 172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5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5300,'0'0'2549,"0"-20"-1849,3 3 52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6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3536,'-29'3'-192,"4"0"-804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35 2532,'-12'-14'460,"12"-3"64,-16 17-984,-3-3-452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2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8781 29388,'15634'-8781'0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29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27 561 3468,'0'-2'324,"1"1"0,-1-1 0,1 1 0,-1-1 0,0 1 0,0-1 0,0 1 0,0-1 0,0 0 0,0 1 0,0-1 0,0 1 0,0-1-1,-1 1 1,1-1 0,-1 1 0,1-1 0,-1 1 0,0-1 0,-1-1 0,0-1-979,1 2 2311,-3-19-1605,0 18 2891,-2 10-2670,1 0 1077,12-8-261,6-2-1294,-9 2 249,-1 0 0,0 0 0,0-1 0,0 1 0,0-1-1,0 0 1,0 0 0,0 0 0,4-4 0,21-12 65,0 10-111,1 2 1,0 0-1,1 2 1,56-1-1,1 0-55,186-15 144,-230 13-64,62-17 1,-38 7-10,130-30 21,248-16 188,-312 42-360,-81 11 106,-1 2 1,62-1-1,-73 8 192,0-2 1,0-2-1,-1-1 0,0-2 1,49-17-1,-47 13-66,0 2 0,78-8 1,89 5-50,-110 9 307,52-10 471,-86 7-660,128 1-1,80 21-88,153 8-163,-336-24 220,1-4 0,102-19 0,-29 3 439,67 9-333,-196 16-271,-1-2 71,-16-5-38,-14 3-20,1 0 46,114-25 212,84-4-177,-199 29-68,-22 13-6654,-2 0 1986,-6 1-2673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4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3452,'0'0'3417,"13"9"-3285,-4-1 64,23-11-172,15 3-128,1-5-104,3-7-384,9 4-1273,23 13 397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09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2536,'-42'194'556,"36"-122"-140,9-7-160,7 1 32,3-6-48,9-3-56,9 9-36,8 0-32,8 2-60,10-2-140,7-9-252,6 0-928,19 3 1136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1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79 4352,'-48'-34'4245,"48"32"-4198,1 1 0,-1-1 0,0 1 0,1-1 0,-1 1-1,1 0 1,-1-1 0,1 1 0,-1 0 0,1-1 0,0 1 0,0 0 0,0 0 0,0 0 0,0 0 0,0 0 0,0 0 0,0 0 0,0 0 0,0 0 0,1 0 0,-1 1-1,0-1 1,1 0 0,-1 1 0,0-1 0,1 1 0,2-1 0,47-6 179,-38 6-60,45-3-6,0 2 0,0 3 0,0 3 0,0 2 0,0 3 0,57 16 0,-19 2-249,-1 4 0,151 73 1,-157-59-1240,-1 4 1,-3 5-1,113 91 1,-105-63-1583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1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3 6953,'-38'-3'1080,"29"17"-216,-10 21-176,-4 5-76,-2 20-192,-7 11-52,-3 26-128,-3 23-380,-6 12-472,-4 13-304,-3 10-1904,-6 5-933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2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4164,'29'8'912,"22"12"21,-4-5-137,20 2-320,12 3 156,10 3-204,19 5-24,13 10-60,12 7-116,16 10 156,13 5-364,10 11-56,2 0-268,1 7-216,3-1-284,-19-14-436,-10-9-761,-6-6 169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2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544 1 5032,'-105'134'1073,"51"-54"-285,0 26-176,6 17 24,1 2-288,2 18-132,4 14-340,0 9-312,6 8-312,0 12-1401,-3 11-115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2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2668,'44'49'632,"-25"-26"-280,3 0-224,0-1-332,4 1-852,6 3 324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7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80 3224,'-46'-30'4177,"44"29"-3174,-23-18 2397,-3 4 355,5 2-2450,20 11 151,16 19-923,187 360 1882,-30 18-2485,-9-17-4109,-102-262-2633,-30-64-411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7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797 0 4876,'0'0'2641,"-2"2"-1519,-14 6 166,7-4-813,-1 1 0,1 1 0,0-1 0,1 2 0,-9 6 0,-35 42 299,2 2 0,2 2 0,3 2 0,-60 109 0,-114 284-677,174-347-1678,-36 135 1,23 0-4887,44-161 2335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29 4980,'-22'-29'2781,"0"32"-1483,20-2-1227,-1 0 0,1-1 0,0 1 0,-1 0 0,1 1 0,0-1 0,0 0 0,0 0 0,0 1 0,0-1 0,0 1 0,0 0 0,0 0 0,1 0 0,-1-1 0,1 2 0,-1-1 0,-1 3 0,-19 47 747,20-45-676,-10 29 526,2 1 0,-9 68 0,3 78 276,13-142-749,-4 71-430,5 0 0,5 1 0,27 175 0,-8-134-5025,-12-84-67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8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0 223 5881,'0'0'5024,"16"-6"-3892,0-2-144,19-1-152,29-8-140,-7 0-160,3 0-140,4 0 8,5 2-244,11-2-432,5-3-400,8-3-336,2 6-352,6-3-2348,4 0-2341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4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220 431 3904,'-10'34'1928,"-12"-39"-600,11 4-696,0 0 0,0 0 1,-19 3-1,27-2-487,-16 3 139,-10 1 1476,-41 1 1,67-5-843,6-2-656,29-10-98,1 0 1,1 2 0,36-6 0,111-13-19,-159 27-130,1151-122 354,-388 48-29,176-58-191,-913 127-298,-19 3-174,0-2 0,0 0 0,44-17 0,-62 18-253,-12 3-508,-20 1-777,9 1 1896,-17 1-2340,-51 7 0,34 2-1687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4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115 355 4272,'-20'3'1398,"0"-1"-1,0-1 0,-30-3 1,46 1 1012,23-20-1535,-9 15-792,-1-1 1,1 1-1,0 1 1,0 0 0,0 0-1,15-4 1,76-18 276,-64 18-291,414-73 293,9 37-241,-376 38-105,1238-66 149,-352 26-1167,-960 47 904,17-2-692,1 1-1,39 4 0,-63-3-832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8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6 3536,'-12'6'-888,"-1"-5"8187,23-12-6150,-8 10-938,1 19-349,-2-17 183,-1 1 0,0 0 0,1-1 0,-1 1 1,0-1-1,0 1 0,0 0 0,0-1 0,0 1 0,0 0 1,0-1-1,0 1 0,-1 2 0,-3 7 12,4-8 457,4-3-711,30 2 196,-31-1 1173,-23 14-2290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23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36 186 4228,'10'10'8620,"-17"-19"-2997,4 0-6586,3 8 984,1 1 0,-1-1 0,0 1 0,1 0 0,-1-1 0,1 1 0,-1-1 0,1 1 0,-1 0 0,1-1 0,-1 1 0,1 0 0,-1 0 0,1-1 0,-1 1 0,1 0 0,-1 0 0,1 0 0,-1 0 0,1-1 0,0 1 0,0 0 0,0 0-179,0 0 0,0 0 0,-1 0 1,1 0-1,0-1 0,0 1 0,0 0 0,0-1 0,0 1 0,-1 0 0,1-1 0,0 1 0,0-1 0,-1 1 0,1-1 0,0 0 0,-1 1 0,1-1 0,-1 0 0,1 1 0,0-2 0,7-22-490,-7 22 419,0 0-64,6-9 52,-4 5 684,-14 5-160,7 0 20,0 1 0,0 0 0,0-1 1,0 0-1,0 0 0,0 0 0,0 0 0,-6-3 0,8 3-57,-6-22-799,2 19 417,1 13 25,4-8 193,1 0 0,0 0-1,0 0 1,0 1-1,0-1 1,0 0 0,0 0-1,0 0 1,1 0-1,-1 0 1,0 0-1,0 0 1,1 0 0,-1-1-1,1 1 1,-1 0-1,1 0 1,-1 0 0,1 0-1,-1 0 1,1-1-1,0 1 1,-1 0-1,1 0 1,0-1 0,0 1-1,0-1 1,-1 1-1,1-1 1,0 1-1,0-1 1,0 1 0,0-1-1,0 0 1,2 1-1,-1-9-88,3-8-81,-5 10-3068,-3 5 3228,0-1 0,0 0 0,1 0 0,-1 0 0,0 0-1,1 0 1,0 0 0,0-1 0,0 1 0,0-1 0,0 1-1,-3-5 1,5 5-189,-1 0 0,1 1 0,0-1 0,-1 1 0,1-1 0,0 0 0,0 1 0,0-1 0,0 0 0,0 1 0,0-1 0,0 0 0,1 1 0,-1-1 0,1 1 0,-1-1-1,1 0 1,0 1 0,-1-1 0,1 1 0,0 0 0,0-1 0,0 1 0,0 0 0,0-1 0,0 1 0,1 0 0,-1 0 0,2-1 0,-1 0-498,5-3-66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7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4564,'-1'0'150,"1"0"-1,-1 0 0,1 1 0,-1-1 0,1 0 0,-1 0 0,1 1 0,-1-1 0,1 0 0,-1 1 1,1-1-1,-1 1 0,1-1 0,0 1 0,-1-1 0,1 1 0,0-1 0,-1 1 0,1-1 1,0 1-1,0-1 0,-1 1 0,1-1 0,0 1 0,0-1 0,0 1 0,0 0 0,0-1 0,0 1 1,0-1-1,0 1 0,0 0 0,0-1 0,0 1 0,0-1 0,0 1 0,0 0 0,1-1 1,-1 1-1,0-1 0,0 1 0,1 0 0,21 20 2831,-13-14-2051,-7-5 229,1-1-1054,-1 0-1,0 0 1,1 0-1,-1 0 1,0 0 0,0 0-1,0 1 1,0-1-1,0 1 1,0-1-1,0 1 1,2 3-1,19 13 884,4 1 5449,-5 8-3946,12 39-3207,-10-18 1248,-5-20-508,1-1 1,2 0 0,0-2-1,32 29 1,98 76-1393,-142-121 1139,17 12-935,0-1 0,1-1 0,50 25 0,33 0-8628,-69-30 1595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7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611 22 7573,'-2'1'182,"1"-1"0,0 0 0,-1 0 0,1 0-1,-1 0 1,1 0 0,0 0 0,-1 0 0,1 0 0,0 0 0,-1-1 0,1 1 0,0-1 0,-1 1 0,1-1 0,0 1 0,0-1 0,0 0 0,-1 1 0,1-1 0,0 0 0,0 0 0,0 0 0,0 0 0,0 0-1,1 0 1,-1 0 0,0 0 0,0 0 0,-1-3 0,2 4-54,-1-1 0,1 1 0,-1 0 0,1-1 0,-1 1 0,1 0 0,-1 0 0,0-1 0,1 1 0,-1 0 0,1 0 0,-1 0 0,0 0 0,1 0 0,-1 0 0,0 0 0,1 0-1,-1 0 1,0 0 0,1 0 0,-1 0 0,0 0 0,1 1 0,-1-1 0,0 1 0,-15 5 966,-3 9-545,0 0 0,1 2 1,1 0-1,1 0 1,1 2-1,-14 20 0,-8 8-89,-140 149-1012,103-118-2575,3 1-3429,23-22-2164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8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6933,'0'0'7138,"1"2"-5655,5 4-634,2 3-369,-1-1 0,0 1 1,0 1-1,-1-1 0,0 1 1,-1 0-1,0 0 0,0 1 1,3 12-1,60 226 1333,-35-139-1660,13 28-4017,-45-136 3382,0 1 0,0-1 0,1 0 0,-1 0 0,0 0 0,1 0-1,-1 0 1,1 0 0,0 0 0,-1 0 0,5 2 0,1 2-1550,20 18-6475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8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413 20 8669,'-22'-2'2627,"22"1"-2463,0 0 0,0 1 1,1-1-1,-1 0 0,0 1 0,0-1 0,0 0 0,0 1 0,1-1 0,-1 0 1,0 1-1,1-1 0,-1 0 0,0 1 0,1-1 0,-1 1 0,1-1 0,-1 1 0,1-1 1,-1 1-1,1-1 0,0 1 0,-1-1 0,1 1 0,-1 0 0,2-1 0,0-1 1080,-23 2 601,18 1-1749,0-1 0,0 0 1,0 1-1,0 0 1,0 0-1,0 0 0,0 0 1,0 0-1,1 1 0,-1-1 1,0 1-1,-4 3 0,-28 29 379,24-23-273,-30 36-566,-71 103 1,34-40-4187,42-58-306,9 5-2772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1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134 109 2212,'0'0'81,"0"0"0,0 0 0,0 0 0,1 0 0,-1 0 0,0 0 0,0 0 0,0 0 0,0 0 1,1 0-1,-1 0 0,0 0 0,0 0 0,0 0 0,0 0 0,1 0 0,-1 0 0,0 0 0,0 1 0,0-1 0,0 0 0,1 0 0,-1 0 0,0 0 0,0 0 0,0 0 0,0 0 0,0 0 0,0 1 0,1-1 0,-1 0 0,0 0 0,0 0 0,0 0 0,0 1 0,0-1 0,0 0 0,0 0 0,0 0 0,0 0 0,0 1 0,0-1 1,0 0-1,0 0 0,0 0 0,0 0 0,0 1 0,0-1 0,0 0 0,0 0 0,0 0 0,0 0 0,0 1 0,0-1 0,0 0 0,0 0 0,0 0 0,0 1 0,-4 14-377,3-8 3322,-2-8-2600,-46-26 1246,47 26-1609,-1 1-21,-2-1-31,-29 0 14,-4 1-79,41 9 46,-3-8 24,0 0-1,0 0 1,0 0-1,0 0 1,0 0 0,0-1-1,1 1 1,-1 0-1,0 0 1,0 0-1,1 0 1,-1 0-1,1-1 1,-1 1 0,1 0-1,-1 0 1,1-1-1,0 2 1,67 17 1174,-65-19-675,0 0-447,29 3 16,-29-3 428,1 0-196,5 0-217,-2 1 31,1-1 0,-1 0 0,1-1 0,-1 0 0,0 0 0,1-1 0,-1 1 0,0-2 0,0 1 0,11-6 0,110-57 1096,-52 30-804,-73 33-420,1 1 1,-1 0 0,0 0 0,0 0 0,1 0 0,-1 0-1,0 1 1,1 0 0,-1-1 0,1 1 0,-1 1 0,7 0-1,42 13 19,-18-3-69,-2-7 86,1-1 0,-1-1 0,1-2 0,48-5 0,-71 4-22,100-10 205,-63 4-218,-1 3 0,1 2 0,62 4 0,8 22-83,-89-16 122,1-2-1,-1-1 1,52 3-1,-35-8-86,90-3 136,-111 1-143,47 4 1,-13 1 26,7-4 336,0-2 0,126-24-1,-127 14-158,-40 9-123,0-1 1,-1-1-1,38-14 1,-54 18-26,0 0 1,1 1-1,0 0 1,-1 0-1,1 1 1,-1-1-1,1 2 0,10 1 1,-3-1 29,-10-1-18,14 0-35,43 4-9,-7-1 63,1 2 1,-1 3 0,54 14-1,-94-20 5,-11-3-39,0 1 0,0-1 0,0 1 0,0-1 0,0 1 0,0 0 0,0 1 0,7 0 0,61 7-45,-69-8 96,22-34 45,-24 34-113,-1-1 1,0 1-1,0 0 1,1-1 0,-1 1-1,0-1 1,0 1-1,0 0 1,0-1 0,0 1-1,0 0 1,0-1-1,1 1 1,-1-1 0,0 1-1,0 0 1,0-1-1,-1 1 1,1-1 0,0 1-1,0 0 1,0-1-1,0 1 1,0-1 0,0 1-1,0 0 1,-1-1-1,1 1 1,0 0 0,0-1-1,-1 1 1,1 0-1,0-1 1,0 1 0,-1 0-1,1 0 1,0-1-1,-1 1 1,1 0 0,0 0-1,-1-1 1,-23 1-355,-27 15-527,7 0 176,0-2-1,-60 10 1,-51 14 489,108-24-26,0-1-1,-1-3 1,-63 5-1,-151-11-801,26-22-120,201 16 749,32 2 418,-21-2-305,-1 1 0,0 1-1,-49 5 1,36 3 86,-146 32-639,100-17-749,-1-5 0,-88 7-1,134-19-181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475 372 3756,'-2'-2'32,"-5"-1"263,1 0 0,0-1-1,0 0 1,0 0 0,1-1 0,-1 0-1,1 0 1,0 0 0,-7-10-1,5 6-236,0 0-1,-1 1 0,0-1 1,0 1-1,0 1 0,-1 0 1,-1 0-1,1 1 0,-1 0 1,0 0-1,0 1 0,-1 1 1,1 0-1,-15-4 0,4 3-21,1 1 0,-1 1-1,0 1 1,0 1 0,0 1 0,-40 4-1,56-3-31,0 0-1,0 0 1,0 0 0,0 0-1,1 1 1,-1 0-1,0 0 1,1 0-1,0 1 1,-1-1 0,1 1-1,0 0 1,0 0-1,-4 6 1,8-7-8,1 0 1,0 0 0,0 0-1,0 0 1,0 0 0,0 0-1,0 0 1,0 0 0,1-1-1,-1 1 1,0 0 0,1-1-1,0 1 1,2 1 0,8 6 11,0-1 1,1-1 0,0 0-1,0-1 1,27 10 0,-33-14 1,1 0 1,0-1 0,0 0-1,0 0 1,0-1-1,0 0 1,0 0 0,0 0-1,0-1 1,0-1-1,0 1 1,14-6 0,-12 3-19,13-4 78,0-1-1,0-1 1,26-17-1,-47 26 243,8-4-13,-9 4-231,0 1 1,0 0-1,0 0 1,0-1-1,0 1 0,0 0 1,0-1-1,0 1 1,0-1-1,0 1 1,0-1-1,-1 0 1,1 1-1,0-1 0,1-1 1,2-6 123,1 0-1,0 0 1,0 1 0,1 0 0,0 0-1,0 0 1,1 0 0,13-10 0,67-40 748,-83 55-896,17-10 69,1 2-1,0 0 1,1 1-1,0 1 0,1 2 1,33-6-1,149-8 99,-185 18-191,202 4 30,-189-1-38,580 44-229,-608-44 216,48 2-26,1-2-1,74-9 1,109-25 6,-174 22 18,-42 7-1,0 1 1,0 0 0,1 2 0,-1 0 0,0 2 0,0 0-1,25 5 1,-3 9 9,-20-17 29,34-9 0,-47 9-49,43-13-123,-51 13-88,25 11-3804,-47-6 1327,-6 3-738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51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14 135 4320,'-13'-5'1642,"21"6"-992,5 0 1679,1-1 3691,-7 7-5634,-6-6-376,-1 0 0,0 0 0,1-1-1,-1 1 1,1 0 0,-1 0 0,1-1 0,-1 1 0,1-1 0,-1 1 0,1 0 0,0-1 0,-1 1 0,1-1 0,0 1 0,-1-1 0,1 0 0,0 1 0,0-1 0,-1 0-1,3 1 1,20 0 227,45 9 0,-42-6-236,0 0 0,30 0-1,37-7-1223,132-21-1,93-35-1794,-173 30 1302,0 0-882,7-2-680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51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3368,'28'-29'84,"-34"18"-1112,28 5 312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26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76 3812,'28'3'7168,"-61"-10"-4413,30 9-2636,1-1 1,-1 1-1,1 0 1,0 1-1,0-1 1,0 0 0,0 1-1,1-1 1,-1 1-1,1-1 1,-1 1 0,1 0-1,0-1 1,0 1-1,0 0 1,-1 3-1,2-3 342,3-2-449,29 12-594,-28-29 457,-2 9 368,-15 7-142,11 1-107,0-1 1,0 1-1,0 0 1,0 0-1,0 0 1,0 0-1,0 0 1,0 0-1,0 0 1,0 0 0,1 1-1,-1-1 1,1 1-1,-1 0 1,1-1-1,-3 4 1,1-1 21,1-2 91,8 29-113,-5-28 129,20-5-42,25-9-25,-43 10-13,-3-1-46,2-6 37,-1 6-49,0 0 0,-1 0 0,1 0 0,-1 0 0,0 0 0,0 0 0,1 1 0,-1-1 0,-1 0 0,1 0 0,0 0 0,0 0 0,-1 0-1,0-4 1,-5-6 7,5 10-4,-1 4-26,-4 3 23,-5 6 74,2 25-12,9-33 128,2-5-171,22-17-59,-22 17 104,0 0-895,3-4-688,5-7 4979,1-2 1907,-5 7-4545,-5 6-807,14-16-61,-14 16 210,10-28-2631,5 5-2600,-3 10-1070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27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47 113 4932,'20'-22'4822,"-21"16"-1396,-11 5-2101,-4 1 2994,37-12-4209,-32 25 629,10-34-1873,1 16 196,-2 7 839,0 0 0,1 1 0,-2-1-1,1 0 1,0 0 0,0 0 0,-1 0 0,-3 2 0,-5-26-645,10 20 124,2-1-1108,0 1 1506,0 0 1,-1 1 0,1-1 0,0 0 0,-1 1-1,0-1 1,1 0 0,-1 0 0,0 1 0,0-1-1,0 0 1,0 0 0,0 1 0,0-1-1,-1 0 1,1 0 0,-1 1 0,1-1 0,-1 0-1,1 1 1,-1-1 0,0 1 0,0-1 0,0 1-1,0-1 1,0 1 0,0-1 0,0 1 0,0 0-1,-1 0 1,-1-2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30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167 113 4988,'0'0'7789,"-25"-16"753,25 17-8549,-22 10 1435,22-10-1409,0-1 1,0 1 0,-1 0 0,1 0 0,0 0 0,0 0 0,0 0 0,0 0 0,0 0 0,0 0 0,0 0 0,0 0-1,1 0 1,-1 0 0,0 0 0,1 0 0,-1 0 0,0 0 0,1-1 0,-1 1 0,1 0 0,-1 0 0,2 1-1,-1-1 168,7-34-208,-16 4 121,-30 21 42,37 8-133,0 0 0,0 0-1,0 0 1,0 0 0,0 0-1,0 0 1,0 0 0,0 0-1,1 0 1,-1 0 0,0 1-1,0-1 1,0 0 0,0 1-1,0-1 1,0 0 0,1 1-1,-2 0 1,-2 2 26,-2-2-9,1 1 0,0 0 0,0 0 0,0 0 0,0 1 0,0 0 0,-5 4 0,8-6 115,0 1-128,0 0 0,1 0 0,-1-1 1,1 1-1,0 0 0,-1 0 0,1 0 0,0 0 0,0 1 0,0-1 0,0 0 0,-1 5 0,4-5-24,1 0 0,-1 0 0,0 0 0,1 0 0,-1-1 0,1 1 0,-1-1 0,1 1 0,0-1 0,-1 0 0,1 0 0,0 0 0,0 0 0,0-1 0,0 1 0,0-1 0,0 0 0,0 0 0,0 0 0,0 0 0,4-1 0,7-2-82,0 0 1,0 0 0,17-8 0,-26 9 61,-1 1 15,0-1-1,-1 0 1,1 0 0,0 0-1,-1 0 1,0-1-1,0 1 1,0-1-1,5-5 1,2-2-41,-8 9 154,-49 6-268,43-4 157,-36 34 6,38-33 130,27-18-22,21-29-44,-44 43-85,-2 1 26,1 0 0,-1 0 1,0 0-1,0 1 0,0-1 0,0 0 0,1 0 0,-1 0 0,0 0 1,1 1-1,-1-1 0,1 0 0,-1 0 0,1 1 0,-1-1 0,1 0 0,-1 1 1,1-1-1,1 0 0,1-5-40,-18 3 16,11 3 34,0 0 0,-1 0 0,1 1 0,0 0 1,0 0-1,0 0 0,0 0 0,0 1 0,0-1 0,0 1 1,0 0-1,-5 4 0,-9 4 197,16-9-165,1 1 0,-1 0 0,1 0 1,-1 0-1,1 0 0,0 0 0,0 0 1,0 0-1,0 0 0,-1 4 1,7 20 16,-4-26-48,1 1 1,-1-1-1,0 0 0,0 0 0,1 0 0,-1 0 1,0 0-1,0 0 0,1-1 0,-1 1 0,0 0 0,0-1 1,2 0-1,-2 1-1,3-1-13,3 0 2,-1-1-1,1 1 0,-1-1 1,1 0-1,6-4 0,-11 4 6,0 1-1,0 0 0,0-1 1,0 1-1,-1-1 0,1 1 0,-1-1 1,1 0-1,-1 0 0,0 0 0,0 1 1,0-1-1,0 0 0,0-1 0,0 1 1,0 0-1,-1 0 0,1 0 0,0-3 1,-1 3-2,0 0 0,0 0 0,0 0 0,0 1 0,0-1 0,0 0 0,0 0 1,-1 1-1,1-1 0,-1 0 0,1 1 0,-1-1 0,0 0 0,0 1 0,0-1 0,0 1 1,0-1-1,0 1 0,0-1 0,0 1 0,-2-2 0,-1-1 4,3 2-6,-27-16-9,18 24 33,7-4-2,-1 0 0,1 0 1,0 0-1,0 1 0,0-1 0,0 1 1,0 0-1,0 0 0,1 0 0,0 0 1,-1 0-1,1 0 0,0 1 0,1-1 1,-4 8-1,-13 37 185,17-44-183,-3 23 188,62-58-174,-55 28-59,-1 0 0,1 0-1,-1 0 1,1-1 0,-1 1-1,0 0 1,-1-1-1,1 0 1,-1 1 0,2-5-1,-1 4-26,-2 3 9,0 1-1,0-1 1,1 1-1,-1-1 1,0 1 0,0-1-1,1 1 1,-1-1 0,0 1-1,0-1 1,0 1-1,0-1 1,0 1 0,0-1-1,0 1 1,0-1 0,0 1-1,0-1 1,0 1-1,0-1 1,0 1 0,0-1-1,0 1 1,-1-1 0,1 1-1,0-1 1,0 1-1,-1-1 1,1 1 0,0 0-1,-1-1 1,1 1-1,0-1 1,-1 1 0,0-1-1,-18-1-2237,15 2 2258,1 0-1656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32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15 4732,'7'-15'5679,"-5"41"-943,-1-25-4666,-1-1 0,1 1-1,-1-1 1,1 1 0,0-1 0,-1 0-1,1 1 1,0-1 0,-1 0-1,1 1 1,0-1 0,-1 0-1,1 0 1,0 0 0,-1 1-1,1-1 1,0 0 0,0 0 0,-1 0-1,1 0 1,1 0 0,-1-1 176,0 1 0,0 0 0,0 0 1,0 0-1,0 1 0,0-1 0,0 0 1,-1 0-1,1 0 0,0 1 0,0-1 0,0 0 1,0 1-1,-1-1 0,1 1 0,1 1 1,4 19 2508,-2-5-2051,0-1 0,10 23 0,-13-34-691,1 0-1,0 0 1,1-1-1,-1 1 1,0-1-1,1 1 1,0-1-1,0 0 1,0 0-1,0 0 1,1 0-1,-1 0 1,1-1-1,5 3 1,-8-4-22,0 0 1,0-1 0,0 1 0,0 0 0,0-1-1,1 1 1,-1-1 0,0 0 0,0 1-1,0-1 1,1 0 0,-1 0 0,0 0 0,0 0-1,0 0 1,1 0 0,-1 0 0,0 0-1,0 0 1,1-1 0,-1 1 0,0 0 0,0-1-1,0 1 1,0-1 0,0 1 0,0-1-1,0 0 1,0 1 0,0-1 0,0 0 0,0 0-1,0 0 1,0 0 0,0 0 0,-1 0-1,1 0 1,0-1 0,-3-18-58,1 12 60,0 1 0,0-1 0,0 1 0,-1-1 0,0 1 0,-1 0 0,1 0 0,-1 0 0,-1 0 1,1 1-1,-1-1 0,-9-11 0,11 16 99,1 2-96,1-1 1,-1 1-1,1 0 1,-1-1-1,1 1 0,-1-1 1,1 0-1,-1 1 1,1-1-1,0 1 1,-1-1-1,1 0 0,0 1 1,-1-1-1,1 1 1,0-1-1,0 0 0,0 0 1,-1 0-1,1 0 4,0 0-1,0 1 1,0-1 0,0 0-1,-1 0 1,1 1-1,0-1 1,0 0 0,-1 1-1,1-1 1,-1 0 0,1 1-1,0-1 1,-1 0-1,1 1 1,-1-1 0,0 1-1,1-1 1,-1 1-1,1-1 1,-1 1 0,0-1-1,1 1 1,-1 0-1,-1-1 1,-2 2 35,0 0 1,-1 0-1,1 0 1,0 1-1,0 0 1,0 0-1,0 0 1,0 0-1,0 0 1,1 1-1,-1 0 1,1 0-1,0 0 1,0 0-1,0 0 1,0 0-1,0 1 1,1 0-1,-1-1 1,1 1-1,-3 7 1,2-5-7,0-1-1,1 1 1,0 0 0,0 0 0,0 0-1,0 0 1,1 1 0,0-1 0,1 0-1,-1 1 1,2 8 0,-1-11-17,1 0-1,0 0 1,0 0 0,1 0 0,-1 0-1,1 0 1,0-1 0,0 1-1,0-1 1,0 1 0,1-1 0,-1 0-1,1 0 1,0 0 0,0 0-1,0 0 1,0-1 0,5 3-1,-6-3 30,17 2-119,-16-4 85,0 1 0,0-1 1,0 1-1,0-1 0,0 0 0,1 0 0,-1 0 0,0-1 0,0 1 0,5-2 1,4-1-33,-10 2 19,-1-1-1,0 1 1,1-1-1,-1 0 1,0 0-1,0 0 1,0 1-1,0-1 1,0 0 0,0 0-1,0-4 1,0 4-13,0-2-21,0 0 0,-1 0-1,1-1 1,-1 1 0,0 0 0,0 0 0,-1-1 0,1 1 0,-1 0 0,0 0 0,0 0-1,0-1 1,-1 1 0,-3-7 0,3 7-21,-1 0 0,0 0-1,0 0 1,0 1 0,0-1 0,-5-3 0,-3-4-32,8 10 82,1 1 1,0 0-1,-1 0 0,1 0 0,0 0 0,-1 0 0,1 0 0,0 0 0,-1 1 1,1-1-1,0 1 0,-4 1 0,3-1-3,0 0 18,1 0 0,-1 0 0,0 0 0,0 0 0,1 1 0,-1-1 0,1 1 0,-1 0-1,1 0 1,0 0 0,0 0 0,0 0 0,0 0 0,0 0 0,0 1 0,-2 2 0,0 4 103,0 0-1,0-1 0,-3 17 1,5-17-22,-1-1-1,1 1 1,-2-1 0,-5 12 0,8-17-61,0 0 1,0 1 0,0-1-1,1 1 1,-1-1 0,0 1-1,1-1 1,0 1 0,-1 5-1,1-2 43,-1-3 108,8 5-97,-7-7-74,0 0-1,1 0 0,-1 0 0,1 0 1,-1 0-1,1-1 0,-1 1 0,1 0 1,-1 0-1,1-1 0,-1 1 0,1 0 1,0-1-1,0 1 0,-1 0 0,1-1 1,0 1-1,0-1 0,0 0 1,-1 1-1,1-1 0,0 1 0,0-1 1,2 0-1,3-4 19,4-3-69,0 0-1,0 0 0,8-10 1,-14 14-7,-1-1 0,0 0 1,-1 0-1,1 0 0,-1 0 1,1 0-1,-1 0 0,0-1 0,-1 1 1,1-1-1,0-6 0,-2-40-489,0 47 447,-1 2 17,-15-25-92,14 25 134,-1 3 64,2-1-24,-3 1 38,1-1 0,0 1 0,0 0 0,0 0 0,0 0 0,0 1 0,0-1 0,0 1 1,1-1-1,-1 1 0,1 0 0,-1 0 0,1 0 0,-1 0 0,1 1 0,-3 3 0,-5 8 115,7-10-101,0 0-1,0 0 1,0 0 0,1 0 0,0 1 0,-3 6 0,5-9 127,0 1-106,2 28-43,-1-28 28,3-3-6,6-2-118,1 1-1,-1-1 0,20-7 0,-27 8 35,0 0-1,0 0 1,0-1-1,0 0 0,0 1 1,-1-1-1,1 0 0,0 0 1,-1 0-1,1-1 0,-1 1 1,0-1-1,0 1 0,0-1 1,0 0-1,0 0 0,1-5 1,-1 4-13,-1-1 1,1 1 0,-1-1-1,-1 1 1,1-1-1,-1-5 1,2-7-47,-2 14 77,0 1 0,-1-1 1,1 1-1,0-1 1,-1 0-1,0 1 0,1-1 1,-1 1-1,0 0 0,0-1 1,-2-2-1,1 1-4,1 1 44,-7-4-162,7 6 129,1 1-1,0-1 1,-1 1 0,1-1 0,-1 0 0,1 1 0,-1-1 0,1 1 0,-1-1 0,1 1 0,-1 0 0,1-1 0,-1 1 0,0 0 0,1-1-1,-1 1 1,0 0 0,1-1 0,-1 1 0,0 0 0,1 0 0,-1 0 0,0 0 0,0 0 0,-1 0 0,0 2 6,-1 0 1,1 0-1,0 0 1,-1 1-1,1-1 1,0 1-1,0-1 1,0 1-1,1 0 1,-1-1-1,1 1 1,0 0-1,-1 0 1,1 0-1,0 1 1,1-1-1,-1 0 0,1 0 1,-1 0-1,1 0 1,0 1-1,0-1 1,0 0-1,1 0 1,0 5-1,0-4 27,0-1 0,0 0 0,0 1 0,0-1 0,0 0 0,1 0 0,-1 0 0,1 0-1,0 0 1,0 0 0,0-1 0,4 5 0,-4-9-26,0 1 0,1 0 0,-1-1 0,0 0-1,-1 0 1,1 1 0,0-1 0,0 0 0,-1-1 0,3-2 0,1-3 10,-3 6-8,0 0-1,-1 0 0,1 0 0,-1-1 0,1 1 0,-1-1 1,0 1-1,0-1 0,0 1 0,0-1 0,0-4 0,-2-6-23,-6 12-29,-15 22-25,19-19 72,1 1-1,-1-1-1,1 1 1,0 0-1,0-1 1,0 1 0,1 0-1,-1 1 1,1-1 0,0 0-1,-2 5 1,2-5 20,14 3 84,-11-5-98,0 0 1,-1-1-1,1 1 1,0-1-1,0 1 1,0-1-1,0 0 1,0 0-1,-1 0 0,1 0 1,0 0-1,0 0 1,0 0-1,0-1 1,0 1-1,-1-1 1,1 1-1,0-1 1,2-1-1,-1 1-6,0 0 23,4-9 13,-7 10-34,1-1-1,0 1 1,0 0-1,-1-1 1,1 1-1,-1-1 1,1 0 0,0 1-1,-1-1 1,1 0-1,-1 1 1,0-1-1,1 0 1,-1 1-1,1-1 1,-1 0-1,0 0 1,0 1-1,1-1 1,-1 0-1,0 0 1,0 0 0,0 1-1,0-1 1,0-1-1,-9-16-27,-9-13-61,15 31 80,0 0-1,0 0 1,0 1-1,0 0 1,0-1-1,0 1 1,0 0 0,0 1-1,0-1 1,-4 3-1,-31 40-23,37-42 69,1-1-42,-1 0 0,1-1-1,0 1 1,0 0 0,0 0-1,0 0 1,0 0 0,0 0-1,0-1 1,0 1 0,1 0-1,-1 0 1,0 0 0,0 0-1,1-1 1,-1 1 0,1 0-1,-1 0 1,0-1 0,1 1-1,-1 0 1,1 0 0,0-1-1,-1 1 1,1-1 0,0 1-1,-1-1 1,1 1 0,0-1-1,-1 1 1,1-1 0,0 1-1,0-1 1,0 0 0,-1 0-1,1 1 1,0-1 0,0 0-1,0 0 1,0 0 0,-1 0-1,1 0 1,0 0 0,0 0-1,0 0 1,0 0 0,0 0-1,-1-1 1,1 1 0,1 0-1,2-2-27,-1 1 0,1-1 0,-1 1 0,0-1-1,0 0 1,1 0 0,-1-1 0,0 1 0,-1 0 0,4-4 0,-4 4-55,-2 0 7,0 1 1,1-1-1,0 0 0,-1 1 1,1-1-1,0 1 1,0-1-1,0 1 1,0-1-1,0 1 1,0 0-1,0-1 0,1 1 1,-1 0-1,0 0 1,1 0-1,-1 0 1,1 0-1,-1 0 1,1 1-1,0-1 0,2-1 1,3-3-1968,-23 2 1158,0 2 47,13 0-199,-25-5-5750,21 3 2251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32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32 5581,'0'-1'90,"1"1"0,0 0 0,0 0 0,-1 0 0,1-1 0,0 1 1,-1 0-1,1-1 0,0 1 0,-1-1 0,1 1 0,0 0 0,-1-1 1,1 0-1,-1 1 0,1-1 0,-1 1 0,1-1 0,-1 0 0,1 1 1,-1-2-1,-12-8 2084,7 8 526,-16 4-1953,1-1 4737,18-1-5070,0 0-360,0 0 0,1 0 0,-1 1 0,1-1 0,-1 0 0,1 1 0,-1-1 0,1 1 0,-1-1 0,1 1 0,0 0 0,-3 1 0,4-1-6,0 0-1,1 0 0,-1 0 1,1 0-1,-1 0 0,1 0 1,-1 0-1,1 0 0,0 0 1,-1 0-1,1 0 0,0-1 1,0 1-1,0 0 0,-1 0 1,1-1-1,2 2 0,-1-1 52,6-8-150,-7 7 111,0-1-1,-1 1 1,1 0-1,0-1 0,0 1 1,-1-1-1,1 1 1,-1-1-1,1 1 0,-1-1 1,1 1-1,0-1 1,-1 1-1,0-1 0,1 0 1,-1 1-1,1-1 0,-1 0 1,0 0-1,1 0 1,-4-3 167,-13-9-795,15 13 437,0 0-1,0 0 1,0 0-1,0 0 0,0 1 1,0-1-1,1 0 1,-1 1-1,0-1 0,0 1 1,0-1-1,0 0 1,1 1-1,-1 0 0,0-1 1,0 1-1,1-1 1,-1 1-1,1 0 0,-1 0 1,0-1-1,0 3 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2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4948,'13'-7'2053,"-13"7"-1956,0-1-1,0 1 1,0 0 0,0 0-1,1 0 1,-1 0-1,0 0 1,0 0-1,0-1 1,0 1 0,1 0-1,-1 0 1,0 0-1,0 0 1,0 0-1,1 0 1,-1 0 0,0 0-1,0 0 1,1 0-1,-1 0 1,0 0-1,0 0 1,0 0 0,1 0-1,-1 0 1,0 0-1,0 0 1,0 0-1,1 0 1,-1 0 0,0 0-1,0 0 1,0 1-1,1-1 1,-1 0-1,0 0 1,0 0 0,0 0-1,0 0 1,0 1-1,1-1 1,-1 0-1,0 0 1,0 0-1,0 0 1,0 1 0,0-1-1,-2 14 2189,-1 7-504,3-18-1588,1-1-1,-1 0 0,1 0 0,-1-1 0,1 1 0,0 0 1,0 0-1,0 0 0,0 0 0,0-1 0,1 1 0,-1 0 1,0-1-1,1 1 0,-1-1 0,1 0 0,0 1 1,-1-1-1,1 0 0,0 0 0,0 0 0,-1 0 0,1 0 1,0-1-1,0 1 0,0 0 0,0-1 0,0 0 0,4 1 1,6 0-72,0-1 1,0-1 0,-1 0-1,16-3 1,-9 2 188,29-8-693,-1-1 0,0-3 0,0-1 0,57-29 0,-52 22-2143,-5 5-3209,-9 7-3588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3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261 250 6989,'0'0'62,"0"0"0,0 1 0,-1-1 0,1 0 0,0 0 0,0 1 0,0-1 1,0 0-1,0 0 0,0 1 0,0-1 0,-1 0 0,1 0 0,0 1 0,0-1 0,0 0 1,-1 0-1,1 0 0,0 0 0,0 1 0,-1-1 0,1 0 0,0 0 0,0 0 1,-1 0-1,1 0 0,0 0 0,0 1 0,-1-1 0,1 0 0,0 0 0,0 0 0,-1 0 1,1 0-1,0 0 0,-1 0 0,1 0 0,0 0 0,0-1 0,-1 1 0,1 0 0,0 0 1,0 0-1,-1 0 0,1 0 0,0 0 0,0 0 0,-1-1 0,1 1 0,0 0 1,-1 0-1,-2-17 3121,2 7-2976,1 7 2482,1 1-1953,5-9-876,-1 0 5094,-13 18-2362,3 0-2467,0 0-1,1 1 1,0-1 0,0 1-1,1 0 1,0 0-1,0 0 1,1 0-1,0 1 1,-1 12 0,-4 16 31,0-14-79,1 1-1,2 0 1,-3 26-1,7-39-81,-1 0-1,2 0 0,-1 0 0,2 0 0,-1 0 0,2-1 1,-1 1-1,1-1 0,6 14 0,-6-17-84,0 0 1,1-1-1,0 1 1,0 0-1,1-1 0,0 0 1,0 0-1,0 0 0,1-1 1,10 8-1,-13-11 54,0 0 0,1 0-1,-1-1 1,1 1 0,-1-1 0,1 0-1,0 0 1,0 0 0,0 0-1,-1-1 1,1 0 0,0 0-1,0 0 1,0 0 0,0 0 0,0-1-1,-1 1 1,1-1 0,0 0-1,0 0 1,-1-1 0,1 1 0,3-3-1,1-1 18,-1 0-1,0-1 0,0 0 1,0-1-1,-1 1 1,0-1-1,10-15 1,-10 15-5,5-9 0,0-1-1,-2 0 1,0 0-1,10-28 1,20-74 212,-30 84-34,-7 25-20,-1 0 0,0 0 0,-1 0-1,0 0 1,0 0 0,-1-1 0,-1 1 0,0 0 0,0 0-1,-1 1 1,0-1 0,-9-18 0,7 17-71,-1-1 0,0 1 0,0 0 0,-2 1 0,1-1 1,-1 1-1,-1 1 0,1 0 0,-2 0 0,1 0 0,-1 1 0,-1 1 0,1 0 1,-1 0-1,0 1 0,-1 1 0,0 0 0,-16-5 0,17 7-47,0 0 0,0 1 1,0 0-1,0 1 0,0 1 0,-1 0 0,1 0 0,-16 3 1,21-2-16,1 1 1,-1 0 0,1 0 0,0 0 0,0 0-1,0 1 1,0 0 0,0 0 0,0 0 0,1 1 0,0 0-1,-1-1 1,1 1 0,1 1 0,-1-1 0,0 1 0,1-1-1,-4 9 1,-1 4-11,1 0-1,1 1 1,0 0-1,1 0 1,-4 28-1,4-18 35,-14 43 1,7-36-8,1-1 0,2 1 0,-8 64 0,17-94-32,0 0 0,0 1 0,0-1 0,1 0 0,0 0 0,0 0 0,0-1 0,1 1 0,0 0 0,0 0 0,0-1 0,0 1 0,1-1 0,0 1 0,-1-1 0,2 0 0,-1 0 0,0-1 0,1 1 0,0-1 0,0 1-1,0-1 1,0 0 0,0-1 0,5 3 0,6 3-187,0-1 0,1-1 0,0 0 0,0-1 0,0-1 0,24 3 0,-29-6 100,-1 0 1,1 0-1,-1-1 1,1-1-1,-1 0 1,1 0-1,-1-1 1,0-1-1,0 1 0,13-6 1,-9 1-18,0 0 1,0 0 0,-1-1-1,0-1 1,-1 0 0,17-16-1,-10 6 20,-1-1 1,0-1-1,-2-1 0,0 0 0,-2-1 0,0-1 1,16-41-1,-24 49 128,-1 0 1,-1 0 0,-1-1-1,0 0 1,-1 0 0,-1 0-1,0 1 1,-1-1 0,-1 0-1,-1 0 1,-4-19 0,3 28 42,0 1 1,-1-1 0,0 1-1,-9-14 1,-6-15 97,17 35-164,1-1 1,-1 1 0,1-1 0,-1 1 0,0 0 0,0 0 0,1-1 0,-1 1 0,0 0 0,0 1 0,0-1 0,0 0 0,0 0-1,0 1 1,-1 0 0,1-1 0,-3 1 0,-24-1-356,1 2-1,0 1 0,0 1 1,-48 12-1,-11 1-3344,38-7-4071,25-5-202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0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5404,'0'1'116,"0"-1"0,1 1-1,-1 0 1,0 0-1,0-1 1,0 1 0,1 0-1,-1-1 1,0 1 0,1-1-1,-1 1 1,0 0-1,1-1 1,-1 1 0,1-1-1,-1 1 1,1-1-1,-1 1 1,1-1 0,-1 1-1,1-1 1,0 0-1,-1 1 1,1-1 0,0 0-1,-1 0 1,1 1-1,0-1 1,1 0 0,21-9 4023,-13 3-3143,3 1-952,-10 4 189,-1 0-62,21-18 3497,-20 20-3488,29 4 172,-29-5 326,-3 2-389,-3 12-38,0-3 112,0 0 0,1 1 0,1-1 0,-1 1 0,2-1 0,0 1 0,2 13 0,1 9 212,-3-23-290,1 1 0,1-2 0,5 23 0,4-1 213,-5-17-278,-1 1-1,0-1 1,-1 1-1,2 26 1,-3 43-136,-5 1-1,-20 139 1,22-217-389,-1 0 0,2 0 0,-1-1 0,1 1 0,3 14 0,-1-5-664,-2-14-287,-2-5-1104,1-1 1666,-1 0 1,0 1-1,0-1 0,0 1 1,0-1-1,0 1 0,-4-5 1,-1-6-3053,1-7-3900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1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6 4604,'0'0'1533,"3"0"-187,26-6 13826,-27 8-14904,0 1-136,0 0 0,-1 0 1,1 0-1,0 1 1,-1-1-1,0 0 0,0 1 1,0-1-1,0 0 0,0 1 1,-1-1-1,1 1 0,-1-1 1,0 1-1,0 0 1,-1-1-1,0 6 0,-2 8 533,-2-1 0,-9 26 0,-2 10 314,12-28-728,1 0 1,1 1 0,1-1 0,1 1-1,1-1 1,1 1 0,7 32 0,-5-32-24,-2 0 0,0 1 0,-2-1 0,-3 29 0,-19 99 931,20-142-1091,-8 33-21,7-32-35,0 1 0,1-1 0,0 1 0,0 23 0,2-26-12,0 0 0,1 0 0,0-1 0,4 14 0,4 24 0,-4 15 0,-5-49 0,0 1 0,1 0 0,1-1 0,0 1 0,8 22 0,0-9 0,-1 1 0,-1 0 0,-2 0 0,4 35 0,-8-53 0,-1 0 0,-1 0 0,1 0 0,-3 13 0,-3 20 0,-10 35 0,9-32 0,6-10 0,0 5 0,5-2 0,-6-32 0,1 0 0,6 26 0,-3-11 0,0 0 0,-1 1 0,-1-1 0,-4 44 0,3 48 0,3-45 0,-5-31 0,6 7 0,-3-30 0,-1-11 0,0 0 0,0 0 0,1 0 0,-1-1 0,1 1 0,0 0 0,0-1 0,0 1 0,3 5 0,-1-2 0,-1 1 0,1 0 0,-1 0 0,-1 0 0,0 0 0,1 12 0,4 24 0,-3-21 0,0 1 0,-2 0 0,0 0 0,-2 0 0,-4 32 0,2-26 0,1-8 0,0-1 0,-1 1 0,-1 0 0,-2-1 0,0 0 0,-12 28 0,-7 13 0,-16 50 0,36-96 0,-1-1 0,2 1 0,0 0 0,1 0 0,-2 27 0,2 84 0,4-86 0,-1-21 0,0 39 0,7 62 0,-6-115 0,7 19 0,-5-19 0,-3-5-53,1 1 1,-1-1-1,1 0 1,-1 0-1,1 1 1,0-1-1,-1 0 1,1 0-1,0 0 1,0 0-1,0 0 1,0 0-1,0 0 1,0 0-1,0 0 1,0-1-1,2 2 1,-2-2-53,0 0 1,0 1-1,0-1 1,-1 0-1,1 0 1,0 0 0,0-1-1,0 1 1,0 0-1,-1 0 1,1 0-1,0-1 1,0 1-1,0 0 1,-1-1-1,1 1 1,0-1-1,0 1 1,-1-1-1,1 1 1,0-1-1,5-5-983,-1 0 0,0-1 0,0 1 0,7-14 0,-2 5-246,-8 12 142,0-1 1,0 0 0,0 1 0,0-1-1,-1 0 1,1 0 0,1-6 0,2-10-9044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2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9 6521,'-11'18'11839,"6"-2"-4615,4-14-6897,1 0 0,0-1-1,0 1 1,0 0 0,0-1 0,0 1-1,0 0 1,0-1 0,1 1 0,-1 0-1,1-1 1,-1 1 0,1 0 0,1 1-1,-1 0-367,1-1 0,0 0 0,0 0-1,0 0 1,0 0 0,0 0 0,1 0-1,-1 0 1,0-1 0,1 1 0,-1-1 0,1 0-1,4 2 1,17 4 2291,9-2-2083,0-1 1,0-1-1,63-4 1,102-19-292,-153 14 158,204-33-4391,-242 38 3649,0-1 1,-1 1 0,1-1 0,0-1 0,-1 1 0,1-1-1,-1 0 1,0-1 0,0 0 0,0 1 0,0-2 0,-1 1 0,8-9-1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2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 9117,'20'-23'7018,"-5"6"6746,-2 29-11371,-7-8-2353,-1 1-1,1 0 1,-1 0-1,-1 0 1,1 1-1,-1 0 1,0 0-1,0 0 0,-1 0 1,0 0-1,0 1 1,4 12-1,0 8-60,-2-1 0,3 32 0,6 23-198,12 16-5008,-5-31-5527,-6-21-2804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3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934 45 7485,'-29'-11'1046,"19"7"-537,0 1 0,0-1 0,0 1-1,-1 1 1,0 0 0,1 1 0,-1 0 0,0 0 0,0 1 0,1 1 0,-19 2 0,-5 2 517,10-2-150,0 1 1,0 2 0,-40 13-1,34-7-440,0 0-1,1 2 0,1 2 0,0 0 0,1 2 1,1 0-1,1 2 0,1 1 0,0 2 0,-26 31 1,17-15 169,1 2 1,2 2-1,2 0 1,2 2-1,-38 92 1,52-105-411,1 1 0,2 0 0,1 0 0,2 1 0,1 0 0,2 0 0,1 0 0,2 1-1,1-1 1,6 34 0,-1-30-129,2-2 0,1 1-1,1-1 1,3-1 0,1 0-1,1-1 1,2 0 0,1-1-1,2-1 1,1-1 0,1-1-1,2-1 1,1-1 0,1-1-1,58 46 1,-36-40-382,1-1 1,1-3-1,2-1 0,0-3 0,2-3 0,1-2 1,0-2-1,1-2 0,1-3 0,0-3 0,1-2 1,0-2-1,85-4 0,-104-4 122,-1-1 0,0-2 0,-1-2 0,1-2 0,-1-1 0,-1-1 0,0-3 0,0 0 0,-2-3 0,0-1 1,-1-1-1,38-29 0,-50 32 155,0-1 0,-2-2 1,0 0-1,-1 0 1,0-2-1,-2 0 0,-1-1 1,0-1-1,-2 0 1,-1-1-1,0 0 0,-2-1 1,-1 0-1,-1-1 1,-1 0-1,-1 0 0,-2 0 1,2-34-1,-5 20 46,-2 1 1,-3 0-1,0 0 0,-13-49 0,1 29 28,-2 1 0,-27-58 0,31 86-2,-1 1-1,-1 0 0,-30-38 1,-153-183 262,178 226-274,0 1 0,-2 0 0,-1 1-1,-1 2 1,-1 1 0,-50-29 0,51 33-11,-14-8-16,-1 1 1,-1 3 0,-1 1 0,-1 2-1,-66-15 1,88 26-332,0 1-1,0 1 1,-1 1-1,1 1 1,-1 1 0,1 1-1,-1 1 1,1 0-1,-1 2 1,1 1 0,1 0-1,-1 1 1,-32 16-1,42-17-478,1 1 0,0 1 0,0 0-1,1 0 1,0 1 0,0 0-1,0 1 1,1 0 0,-9 13 0,-19 36-7114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8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214 117 13429,'0'-1'140,"0"1"0,1 0 0,-1 0 0,0-1 0,0 1 0,0 0 0,0-1 0,0 1 1,0 0-1,0-1 0,0 1 0,0 0 0,0 0 0,0-1 0,0 1 0,0 0 0,0-1 0,0 1 0,0 0 0,-1-1 0,1 1 0,0 0 0,0 0 0,0-1 0,0 1 0,-1 0 0,1 0 0,0-1 0,0 1 0,0 0 0,-1 0 0,1 0 0,0-1 0,0 1 0,-1 0 0,1 0 0,0 0 0,0 0 0,-1 0 1,1 0-1,0-1 0,-1 1 0,1 0 0,0 0 0,-1 0 0,-21-9 6447,11 4-6152,-5 34 3447,-14 35-3550,3 1 0,3 2 0,2 0 0,4 1 0,-17 116 0,33-160-332,1-1 0,2 0 0,0 1 0,1-1 0,1 0 0,2 0 0,0 0 0,1 0 0,1-1 0,1 0 0,2-1 0,14 27 0,-14-31 0,1 0 0,0-1 0,1-1 0,0 0 0,2-1 0,0 0 0,0-1 0,1 0 0,0-2 0,2 1 0,-1-2 0,1 0 0,0-1 0,1-1 0,20 6 0,-12-6 0,1-2 0,0-1 0,0-2 0,0 0 0,0-2 0,0-1 0,0-1 0,0-1 0,0-1 0,44-12 0,-52 9 0,0 0 0,-1-1 0,0-1 0,-1 0 0,1-2 0,27-19 0,-34 20 0,0-1 0,0 1 0,-2-2 0,1 1 0,-1-1 0,0-1 0,-1 0 0,-1 0 0,12-26 0,-12 20 0,-1-1 0,-1-1 0,0 1 0,-2-1 0,0 0 0,-1 0 0,-1 0 0,-1 0 0,-1 0 0,-5-29 0,-5-13 0,-4 2 0,-21-62 0,19 73 0,-2-1 0,-46-83 0,52 111 0,-1 0 0,-1 0 0,-1 2 0,-1 0 0,-1 0 0,0 2 0,-34-26 0,42 37-123,0 1 0,0 0 0,-1 0 0,0 1 0,0 0 0,-1 1 1,1 1-1,-1 0 0,0 0 0,1 1 0,-1 0 0,0 1 0,-1 1 0,1 0 0,0 1 0,0 0 0,0 0 0,1 1 0,-1 1 0,0 0 1,-11 5-1,3 0-217,0 2 1,1 0 0,0 1 0,0 0-1,1 2 1,1 0 0,0 1 0,1 1 0,0 0-1,-23 31 1,31-34-368,0 0 0,1 0 0,0 1 0,1 0 1,0 0-1,1 1 0,-4 17 0,6-18-953,1-1 0,0 1 0,1 0 0,0 24 0,11 14-7732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8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0 15005,'-12'15'3121,"-11"-13"-429,1 1-188,13 9-208,-10 11 637,6-6-1901,-3 6-280,-3 17-364,6-9-472,4 6-660,2-3-716,4 4-725,3-1-1127,7 6-3449,2 5-6432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8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12 15837,'0'0'310,"0"-1"-1,0 1 0,-1-1 0,1 0 0,0 1 0,0-1 0,0 1 0,-1-1 1,1 1-1,0-1 0,-1 1 0,1-1 0,0 1 0,-1-1 0,1 1 0,-1 0 0,1-1 1,-1 1-1,1-1 0,-1 1 0,1 0 0,-1 0 0,1-1 0,-1 1 0,1 0 1,-1 0-1,0 0 0,0-1 0,1 20 4445,16 41-1871,-15-54-2596,7 28-274,-1 0 0,-2 1-1,1 56 1,-11 108-22,3-167 8,2-25-6,-4 184-5477,6-157 2803,1 0 0,1-1 1,16 56-1,1-23-10888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9.4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4053 220 8057,'-104'-80'3966,"82"69"-3094,1 0-1,-2 1 1,1 1 0,-1 1-1,-1 2 1,-25-5 0,26 5-435,-89-18 896,-1 6-1,0 4 0,-1 5 0,-130 7 1,80 11-344,1 7 0,-209 49 0,254-35-596,1 5 1,1 4-1,3 6 0,1 5 0,3 5 0,2 4 0,3 5 1,3 5-1,-110 96 0,79-49-234,6 6 0,-219 273 0,267-289-126,5 3 1,5 4-1,4 2 1,-78 203-1,113-238-33,-22 109 0,40-136 0,3 1 0,2 0 0,1 67 0,6-88 0,1 0 0,2 0 0,1 0 0,2 0 0,1 0 0,15 38 0,-13-47 0,1 0 0,1-1 0,1-1 0,1 0 0,1 0 0,1-2 0,1 0 0,36 33 0,-24-29 0,2-1 1,0-2-1,1-1 1,1-1-1,46 18 1,-4-8-8,116 30 0,-75-33-362,1-5 0,154 8 1,239-22-1499,-257-19 911,0-10 0,421-94 0,-466 63 684,-2-8 0,-4-10 0,302-150 1,-356 140 252,239-176 0,-325 211 116,-2-2 1,-2-4-1,98-112 1,-106 97 148,-2-1 0,76-146 0,-91 146-52,-3-1 0,-2-1 0,-4-1 0,-3-2-1,-3 0 1,-3-1 0,-4 0 0,2-77 0,-12 113-92,-2 0 0,-2 0 0,-1 0 0,-2 1 0,-2-1 0,-1 1 1,-2 1-1,-16-37 0,14 43-39,-2 1 0,-1 1 0,-1 1-1,-2 0 1,0 1 0,-2 1 0,-1 1 0,0 0 0,-46-34 0,23 26-24,-2 3 0,-2 1 1,0 2-1,-2 2 0,0 3 0,-2 2 1,-71-16-1,-4 8-65,0 5 1,-132-4-1,107 18-834,1 6 0,-255 31-1,58 39-3781,246-38-381,-129 54 1,95-21-5174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56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12 5509,'-7'15'5296,"7"-22"3508,1-13-6631,-20 66-870,18-40-1235,0 0 1,0 1 0,0-1 0,1 0-1,0 0 1,1 1 0,-1-1-1,1 0 1,0 0 0,3 8-1,2 30 180,16-50-258,-19 6 21,-1-1 0,1 0 0,-1 0 0,1-1 0,-1 1 0,0 0 0,1-1 0,-1 0 0,0 1 0,0-1 0,0 0 0,0 0-1,0 0 1,-1 0 0,1 0 0,-1-1 0,1 1 0,-1 0 0,0-1 0,2-5 0,-1 1 168,0-1 0,0 0 0,-1 0 0,0 0 0,-1-14 0,1 21-160,-1 0 0,0 1 0,0-1 0,0 0 0,0 0 0,-1 0 0,1 0 0,0 0 0,0 0 0,-1 0 0,1 0 0,0 0 1,-1 0-1,1 0 0,-1 0 0,1 1 0,-1-1 0,1 0 0,-1 0 0,0 1 0,1-1 0,-1 0 0,0 1 0,0-1 0,1 1 0,-3-2 0,1 2 1,0-1 1,0 1-1,1 0 0,-1-1 0,0 1 0,0 0 0,0 0 0,0 0 0,0 1 0,0-1 0,0 0 0,-3 2 0,0-1-3,1 1 1,-1 0-1,1 0 0,-1 0 0,1 1 1,0-1-1,0 1 0,0 0 1,0 0-1,-4 5 0,-3 7 55,7-11-84,1 1 0,0-1 0,0 1-1,0-1 1,1 1 0,-1 0 0,1 0 0,-2 9 0,3-11-14,5 4-130,-4-5 130,1-1 0,0 1 1,-1-1-1,1 1 0,0-1 0,0 1 0,0-1 0,0 0 0,0 1 0,0-1 0,0 0 1,0 0-1,0 0 0,1 0 0,-1 0 0,0 0 0,1 0 0,-1 0 0,1 0 1,-1-1-1,1 1 0,-1-1 0,3 1 0,11 4-87,-12-4 9,29 1-178,-29-2 256,-35-2-398,29 2 407,-22-23-126,24 4-714,0 16 573,1 0 0,0 0 0,-1 0 0,1-1 0,0 1 0,1 0 0,-1 0 1,1 0-1,-1-1 0,1 1 0,0 0 0,0 0 0,0 0 0,1 0 0,-1 0 0,1 1 0,-1-1 0,1 0 0,3-3 0,24-14-8194,-11 11 2078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57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0 11341,'-3'2'1141,"1"1"-1,0-1 1,0 1-1,0 0 1,0 0-1,0 0 1,1-1-1,-1 2 1,1-1-1,0 0 1,-1 4-1,0-1-356,1 1 0,0 0 0,0 0 0,1 13 0,1-2-430,2 0 0,7 33 0,-2-24-41,2 1-1,0-1 0,2-1 0,19 33 1,-2-13-1493,45 55 0,-59-83 60,1 0 1,0-2 0,2 0-1,23 18 1,-34-29 509,0 0 0,1 0 0,-1-1 0,1 0 0,0 0 0,0-1 0,0 0 0,0 0 0,1-1 0,-1 0 1,1 0-1,0-1 0,-1-1 0,16 1 0,-20-2 485,1-1 1,-1 1-1,1-1 1,-1 0-1,1 0 1,-1 0 0,0 0-1,0-1 1,0 0-1,0 0 1,-1 0-1,1 0 1,-1 0-1,0-1 1,0 1 0,0-1-1,0 0 1,-1 0-1,4-7 1,-1 2 204,0-1 1,-1 0-1,-1-1 1,1 1-1,-2-1 1,1 1-1,1-18 1,-1-17 530,1 13 610,-2 1 0,-1 0 0,-1-1 0,-2 1 0,-6-33 0,7 62-1096,1 0-1,-1 0 1,0 0-1,0 0 0,0 0 1,0 0-1,0 0 1,0 0-1,0 0 1,0 0-1,-1 1 0,1-1 1,-1 0-1,1 1 1,-1 0-1,0-1 1,0 1-1,0 0 1,1 0-1,-1 0 0,0 0 1,0 0-1,0 0 1,-1 1-1,1-1 1,0 1-1,0-1 0,0 1 1,0 0-1,0 0 1,-1 0-1,1 0 1,-3 0-1,-4 1 129,1 1-1,0 0 1,0 0-1,0 0 1,0 1-1,-14 7 1,11-3-114,0-1 1,1 1 0,0 1-1,0 0 1,1 0 0,0 1-1,-14 19 1,-1 6-1038,-21 39 1,-14 19-4526,24-40-1195,5 6-4235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59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9 8817,'2'-1'953,"-4"1"-5,-8 4-3087,4-15-3456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1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116 183 3268,'0'0'5361,"1"-2"-5115,14-27 10163,-15 26-10454,1-7 60,1-4 45,-2 14-59,1-1 0,-1 1 0,0 0 0,1 0 0,-1-1 0,0 1 0,1 0 0,-1 0 0,0 0-1,1 0 1,-1 0 0,1 0 0,-1 0 0,0 0 0,1 0 0,-1 0 0,0 0 0,1 0-1,-1 0 1,1 0 0,-1 0 0,0 0 0,1 0 0,-1 0 0,0 0 0,1 0 0,-1 1 0,0-1-1,1 0 1,-1 0 0,0 0 0,1 1 0,-1-1 0,0 0 0,0 1 0,1-1 0,-1 1-1,2 0 0,-1-1 0,1 1 0,-1 0 0,0-1 0,1 1 0,0-1 0,-1 0 0,1 1 0,-1-1 0,1 0 0,-1 0 0,1 0 0,0 0 0,-1 0 0,1 0 0,-1 0 0,1-1 0,-1 1 0,1 0 0,-1-1 0,1 0 0,-1 1 0,1-1 0,-1 0-1,0 0 1,1 1 0,-1-1 0,0 0 0,0 0 0,1 0 0,-1-1 0,0 1 0,0 0 0,1-3 0,-1 3 9,0-1-1,0 1 1,-1-1 0,1 0-1,0 1 1,-1-1-1,1 0 1,-1 1 0,0-1-1,0 0 1,0 0-1,1 1 1,-2-1 0,1 0-1,0 0 1,0 1-1,0-1 1,-1 0 0,1 0-1,-1 1 1,0-3-1,-1-1-7,-1 0-1,1 0 1,-1 1-1,1-1 1,-7-6-1,8 9 28,-3 2-11,-36 5-155,37-4 143,0 0-1,1 0 1,-1 0 0,0 1 0,1-1 0,-1 1-1,1 0 1,-1 0 0,1 0 0,0 0-1,-2 2 1,-2 2 8,-3 3 8,1 1 1,0 0-1,0 0 1,1 1 0,1 0-1,-1 0 1,2 1-1,-5 13 1,5-14-28,4-10 6,0 1 0,1 0 1,-1 0-1,0 0 0,1 0 0,-1-1 1,1 1-1,0 0 0,0 0 0,0 0 0,0 0 1,0 0-1,0 0 0,0 0 0,1 0 1,-1 0-1,0 0 0,1 0 0,0 0 1,0-1-1,-1 1 0,1 0 0,0 0 1,2 2-1,0 1 3,-1-3 5,0-2 1,3-1-3,0 0 0,0 0-1,0-1 1,-1 1-1,1-1 1,0 0 0,7-4-1,-8 2-8,0 0 1,0 0-1,0 0 0,0 0 1,0-1-1,-1 1 0,0-1 0,0 0 1,0 0-1,-1 0 0,1 0 1,-1 0-1,0-1 0,-1 1 0,2-10 1,1-7 24,-2-1 0,-1-36 0,-1 59-20,0-1 1,0 0 0,0 1 0,1-1 0,-2 0 0,1 1-1,0-1 1,0 0 0,0 1 0,0-1 0,0 0 0,0 1-1,-1-1 1,1 0 0,0 1 0,-1-1 0,1 1-1,0-1 1,-1 1 0,1-1 0,-1 1 0,1-1 0,0 1-1,-1-1 1,1 1 0,-1-1 0,0 1 0,1 0 0,-1-1-1,1 1 1,-1 0 0,0 0 0,1-1 0,-1 1-1,1 0 1,-1 0 0,0 0 0,1 0 0,-1 0 0,0 0-1,1 0 1,-1 0 0,0 0 0,1 0 0,-1 0-1,0 0 1,1 0 0,-1 1 0,0-1 0,1 0 0,-1 0-1,1 1 1,-1-1 0,0 0 0,1 1 0,-1 0-1,-7 4 7,1 1-1,0 0 1,1 0-1,-1 1 0,1-1 1,0 1-1,1 1 0,0-1 1,0 1-1,-6 14 1,-2 6-9,8-18-18,0 0 1,1 0-1,1 1 0,-5 20 0,7-24 22,0 0-1,1 0 0,0 1 0,1-1 1,-1 0-1,1 0 0,4 14 0,-4-20-2,-1 1 0,1-1 0,-1 1 0,1-1 0,0 0 0,0 1 0,0-1-1,0 0 1,0 0 0,0 1 0,0-1 0,0 0 0,1 0 0,-1 0-1,0 0 1,1-1 0,-1 1 0,0 0 0,1 0 0,-1-1 0,1 1-1,-1-1 1,1 0 0,-1 1 0,1-1 0,0 0 0,-1 0 0,1 0-1,-1 0 1,1 0 0,0 0 0,-1 0 0,1 0 0,-1-1 0,1 1-1,-1-1 1,1 1 0,-1-1 0,3-1 0,1 0 0,0 0 0,1-1 0,-1 1 0,0-1 1,0-1-1,-1 1 0,1-1 0,7-7 0,-6 1-3,0 0-1,0-1 1,-1 1 0,-1-1-1,0-1 1,0 1 0,-1-1-1,-1 1 1,0-1-1,0 0 1,-1 0 0,-1 0-1,-1-16 1,-5-67-17,6 93 18,-3 2-19,-10 2 12,-9 6-8,17 1 12,4-6 3,-6 6-7,1 0 0,0 1 0,1-1 0,1 1-1,-1 0 1,1 1 0,1-1 0,0 0 0,0 1 0,1 0-1,1 0 1,-1 19 0,2-28 7,0-1 0,0 1-1,0-1 1,0 1 0,0-1 0,1 1 0,-1-1-1,0 1 1,1-1 0,0 1 0,-1-1 0,1 1-1,0-1 1,0 0 0,-1 0 0,1 1-1,0-1 1,0 0 0,0 0 0,1 0 0,-1 0-1,0 0 1,0 0 0,0 0 0,1-1-1,-1 1 1,0 0 0,1-1 0,1 1 0,2 1-10,1-1 1,-1 0-1,0 0 1,1-1-1,9 0 1,-9 0-40,-4-1 57,1 0-1,0 0 1,-1 0-1,1 0 0,-1 0 1,1-1-1,-1 1 0,0-1 1,4-3-1,-2 2 11,-2 1-23,1 0-1,-1 0 0,1 0 1,-1-1-1,1 1 0,-1-1 1,0 1-1,0-1 0,0 0 1,-1 0-1,1 0 1,-1 0-1,0 0 0,2-5 1,-1 2 54,-1 4-43,-1 0 0,0 0-1,0 0 1,0 0-1,0-1 1,0 1-1,-1 0 1,1 0-1,-1 0 1,1 0-1,-1 0 1,0 1 0,1-1-1,-1 0 1,-2-2-1,0 4-16,-1 0 1,0 0-1,0 0 0,0 0 0,0 1 1,0 0-1,0 0 0,0 0 1,0 0-1,1 1 0,-1-1 0,0 1 1,1 0-1,-1 0 0,1 0 0,0 1 1,0-1-1,0 1 0,-5 5 0,-6 7-130,2 0-1,0 1 1,1 0-1,0 1 1,2 0-1,-13 29 0,21-43 21,0 1-69,-1 15 49,2-19 140,0 0 0,0 1 0,0-1 0,-1 0 0,1 0 0,0 1-1,0-1 1,0 0 0,0 1 0,0-1 0,1 0 0,-1 0 0,0 1-1,0-1 1,0 0 0,0 0 0,0 1 0,0-1 0,0 0 0,0 0-1,1 1 1,-1-1 0,0 0 0,0 0 0,0 0 0,1 1 0,-1-1-1,0 0 1,0 0 0,0 0 0,1 0 0,-1 0 0,0 1 0,0-1-1,1 0 1,-1 0 0,0 0 0,0 0 0,1 0 0,-1 0 0,0 0 0,0 0-1,1 0 1,-1 0 0,0 0 0,1 0 0,-1 0 0,0 0 0,0 0-1,1 0 1,-1 0 0,0 0 0,0-1 0,1 1 0,1-1-2,5-2 5,1 0 0,-1-1 0,0 0 1,0 0-1,0-1 0,-1 0 0,0 0 0,0-1 0,7-7 1,-5 2 14,-5 7-5,1 0 0,-1-1-1,0 1 1,0-1 0,0 0 0,-1 0 0,1 0 0,-1-1-1,-1 1 1,1 0 0,-1-1 0,1 1 0,-2-1-1,1-7 1,3-21-2319,-24 37-1003,0 3-501,9 2-1933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2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7853,'0'0'5048,"1"2"-4238,11 9-185,0 1 0,1-2-1,0 0 1,0-1 0,24 13 0,27 19 179,172 161 411,-182-153-1946,10 1-1783,-16-18-4164,-12-8 106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2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496 0 10801,'0'0'5140,"-48"20"-2819,32 3-1493,-6 12-204,0-7-136,0 6-88,0 6-68,-4 3-176,-6 6-40,1-1-376,-1 4-408,-9-1-600,-1 1-516,-5-4-529,-1 1-1995,4-3-3313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2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0 10121,'0'1'90,"0"1"0,-1-1 1,1 0-1,-1 0 0,1 0 0,-1 0 1,1 0-1,-1 0 0,1-1 0,-1 1 1,0 0-1,0 0 0,1 0 0,-1-1 0,0 1 1,-1 1-1,-14-7 1843,10 3-1482,10 24 2073,10 61-457,2 90 0,-7-63-1398,6 172-16,-12-211-1919,-6 80 0,-13-4-7337,7-96 703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3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64 8677,'-10'14'9061,"29"-28"-8373,16-4-204,6 10-272,10 5-540,9 0-668,13-3-509,4-8-451,8 8-2168,4 1-3105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3.8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1038 4556,'-10'-12'644,"7"9"-308,1 0 1,-1-1-1,0 2 0,0-1 0,0 0 0,0 0 0,-1 1 0,1 0 0,-1 0 0,1 0 0,-6-2 1,5 2 123,1 1 1,0 0 0,-1-1-1,1 1 1,0-1 0,0 0-1,0 0 1,0 0 0,0-1-1,1 1 1,-4-4 0,-13-10 2315,17 14-896,33-31-201,-11 23-1521,0 1 0,1 1 0,0 1 0,1 1-1,32-6 1,1 0-19,185-49 170,317-84 9,-10-40-351,266-214-2081,-690 339-1416,-120 59 1790,-8 8-3055,1 0 3047,-15 19-4118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4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5320,'0'0'4717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6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24 3736,'0'0'2325,"-6"-12"-2457,-4 1-264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2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18 13753,'-43'-14'2532,"35"11"-81,6 3-2097,0 0-1,1 1 0,-1-1 1,0 1-1,1-1 0,-1 1 0,1 0 1,-1 0-1,0 0 0,1-1 1,0 2-1,-1-1 0,1 0 1,0 0-1,-1 0 0,1 0 0,0 1 1,-1 1-1,-1 34 1813,3 74 1,0 9-1201,-54 368-352,46-449-840,0-7-266,3 1 0,0-1 0,2 1 0,1 33-1,2-64 457,0 1 1,0-1-1,1 1 0,-1-1 0,0 1 0,1-1 0,0 0 0,0 1 1,0-1-1,0 0 0,0 0 0,0 1 0,2 1 0,-2-3 21,0 0-1,0 0 0,1 0 1,-1 0-1,0-1 0,1 1 1,-1 0-1,1-1 0,-1 1 0,1-1 1,-1 0-1,1 1 0,-1-1 1,1 0-1,-1 0 0,1 0 1,-1 0-1,1 0 0,-1 0 1,1-1-1,-1 1 0,4-1 1,113-30-222,-60 15 389,71-10 0,218 2 294,-210 19-103,-130 5-285,1-1 0,-1 0-1,1 0 1,-1 0 0,1-1-1,-1 0 1,0-1 0,0 1-1,0-1 1,0-1 0,0 1-1,-1-1 1,0-1-1,1 1 1,-1-1 0,-1 0-1,1 0 1,5-7 0,-6 4 76,1-1 0,-2 0 0,1 0 0,-1 0 0,0 0 0,-1 0 0,0-1 0,-1 0 0,1 1 0,-2-1 0,0 0 0,0 0 1,-1-19-1,-2-11 147,-2 0 0,-2 0 1,-17-62-1,8 52-546,-27-94-2464,37 121 2088,1 1 1,1-1-1,1 0 0,1-31 1,5 26-4259,1 12-1335,4-4-6219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3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7 14101,'-3'0'434,"-34"-6"6091,37 6-6430,-1 0 0,0 0-1,1 0 1,-1 0-1,1-1 1,-1 1-1,1 0 1,-1 0 0,0 0-1,1 1 1,-1-1-1,1 0 1,-1 0-1,1 0 1,-1 0 0,0 0-1,1 1 1,-1-1-1,1 0 1,-1 0 0,1 1-1,-1-1 1,1 1-1,0-1 1,-1 0-1,1 1 1,-1-1 0,1 1-1,0-1 1,-1 1-1,1-1 1,0 1-1,0-1 1,-1 1 0,1-1-1,0 1 1,0-1-1,0 1 1,-1-1-1,1 1 1,0 0 0,0-1-1,0 1 1,0-1-1,0 1 1,0-1 0,0 1-1,1 0 1,-1-1-1,0 1 1,0 0-1,4 17 842,-1 0 0,-1 0 0,0 0-1,-1 0 1,-3 26 0,1-10-429,-7 221-55,3 104-237,5-354-215,0-1 0,0 0 0,1 0 0,0 1 0,0-1 0,0 0 0,0 0 0,0 0 0,1 0 0,0 0 0,0 0 0,3 5 0,-3-7 0,0-1 0,-1 0 0,1 1 0,0-1 0,0 0 0,-1 0 0,1-1 0,0 1 0,0 0 0,0-1 0,0 1 0,0-1 0,0 1 0,1-1 0,-1 0 0,0 0 0,0 0 0,0 0 0,0 0 0,0-1 0,0 1 0,0-1 0,0 1 0,0-1 0,0 0 0,4-2 0,89-39 0,-69 28 0,1 2 0,0 1 0,0 1 0,37-8 0,-52 17 0,1-1 0,-1 2 0,1 0 0,0 0 0,-1 1 0,1 1 0,-1 0 0,14 4 0,14 7 0,43 19 0,-40-14 0,-26-11-4,-10-3-28,0-1 0,0 0 0,1 0 0,0-1 1,-1 0-1,1 0 0,0-1 0,0 0 0,0-1 0,0 1 1,0-1-1,15-3 0,-9 1-122,-8 1 99,0 1 0,0-2 0,-1 1 0,1-1 0,0 0 0,-1 0 0,1 0 0,-1-1-1,0 0 1,0 0 0,9-7 0,4-7-5,-1 0 0,-1-1 0,0-1 0,-1-1 0,-2 0 1,0-1-1,13-28 0,30-46 151,-51 90-71,0 0-1,0 0 1,0 0-1,10-5 1,-12 8-16,-1 0 10,1 1 10,-1 0 0,1 0-1,0 0 1,0 0 0,-1 0-1,1 1 1,0-1 0,0 1-1,3-1 1,-3 3-5,-1-1-1,1 1 1,0 0 0,-1-1-1,0 1 1,1 0 0,-1 0 0,0 1-1,0-1 1,0 0 0,0 1-1,-1-1 1,1 1 0,0 0 0,-1-1-1,0 1 1,0 0 0,0 0-1,1 5 1,1 5 132,-2 0 0,1 0 1,-2 20-1,0-21-79,0 0 0,1 0 1,3 16-1,-2-24-72,-1 0 1,1 0-1,0-1 0,0 1 1,1 0-1,-1-1 0,1 1 1,-1-1-1,1 0 0,0 0 1,0 0-1,1 0 0,-1-1 1,1 1-1,-1-1 0,1 0 1,0 0-1,0 0 0,0 0 0,0-1 1,5 2-1,8 2-9,-1-2 0,1 0 0,30 2 0,-27-4-137,-1-2 0,0 0 0,1-1 0,-1-1 0,0 0 0,0-2 0,-1 0 0,1-1 0,-1-1 0,-1-1 0,1 0 0,-1-1 0,-1-1 0,25-19 0,-27 14 149,0 0-1,-1-2 1,-1 1-1,-1-1 0,0-1 1,-1 0-1,11-31 1,-5 17 601,-14 28-467,-1 0 0,1-1 0,-1 1 0,1 0 0,-1-1 0,1-7 0,10-44 499,-6 41-636,-6 15 0,0 0 0,0-1 0,0 1 0,0-1 0,0 1 0,1 0 0,-1-1 0,0 1 0,0 0 0,1 0 0,-1-1 0,0 1 0,0 0 0,1 0 0,-1-1 0,0 1 0,0 0 0,1 0 0,-1-1 0,0 1 0,1 0 0,-1 0 0,0 0 0,1 0 0,-1 0 0,1 0 0,-1 0 0,0 0 0,1-1 0,-1 1 0,0 0 0,1 1 0,-1-1 0,0 0 0,1 0 0,-1 0 0,1 0 0,-1 0 0,0 0 0,1 0 0,-1 0 0,0 1 0,1-1 0,-1 0 0,0 0 0,0 0 0,1 1 0,-1-1 0,0 0 0,1 0 0,-1 1 0,0-1 0,0 0 0,0 1 0,1-1 0,-1 0 0,0 1 0,0-1 0,0 0 0,0 1 0,0 0 0,10 17 0,-6 1 0,-2 0 0,0 0 0,-1 0 0,-1 0 0,-5 37 0,1 19 0,16 269 0,1 1 0,-25 317 0,-44-5 0,19-457 0,31-176 0,-1-1 0,-1 0 0,-2 0 0,0-1 0,-1 0 0,-18 26 0,27-46 0,0 1 0,0 1 0,0-1 0,0 0 0,-1 0 0,1 0 0,-1 0 0,0 0 0,0 0 0,0-1 0,0 0 0,0 1 0,-1-1 0,1 0 0,-1-1 0,1 1 0,-1-1 0,0 1 0,1-1 0,-1 0 0,0-1 0,0 1 0,0 0 0,0-1 0,-7 0 0,2-1 0,0 0 0,-1-1 0,1 0 0,0 0 0,0-1 0,0 0 0,0-1 0,0 1 0,1-2 0,-1 1 0,1-1 0,1-1 0,-1 0 0,1 0 0,0 0 0,-7-8 0,-5-12 0,1 0 0,1-1 0,1 0 0,2-2 0,1 0 0,1 0 0,1-1 0,2 0 0,1-1 0,-5-46 0,6 19 0,3 1 0,2-1 0,3 0 0,16-107 0,-12 132-121,3 1 1,0 0-1,2 1 1,1 0-1,2 0 0,1 1 1,1 1-1,2 0 0,1 2 1,1 0-1,29-33 1,-30 40-892,0 2 0,1 0 1,34-25-1,160-96-10296,-186 124 6981,1 1 0,49-17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4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40 14901,'-48'-40'12634,"40"66"-9401,7-16-3013,0 0 0,1 0 0,1 1 0,0-1-1,0 0 1,1 0 0,4 15 0,3 18 20,46 426-240,-47-328 0,-15 190 0,1-238 0,5 0 0,12 127 0,-10-209 0,1-1 0,0 0 0,0 0 0,1 0 0,5 13 0,-7-22 0,0 0 0,-1 1 0,1-1 1,0 0-1,0 0 0,0 0 0,0 0 0,0 0 0,1 0 0,-1-1 0,0 1 1,0 0-1,0 0 0,1-1 0,-1 1 0,0-1 0,1 1 0,-1-1 1,0 0-1,1 0 0,-1 1 0,1-1 0,-1 0 0,1 0 0,-1 0 0,0 0 1,1-1-1,-1 1 0,1 0 0,-1-1 0,0 1 0,1-1 0,-1 1 1,0-1-1,0 1 0,2-2 0,4-1-4,-1-1 1,0 1-1,0-1 1,0 0 0,0-1-1,5-4 1,29-36-375,51-70 0,31-37-124,-108 137 454,1 1 0,0 1 0,1 0 0,1 1 1,0 1-1,0 0 0,26-11 0,-29 18 27,0 1 1,0 0-1,1 1 0,-1 1 1,0 0-1,1 1 0,-1 0 1,0 1-1,15 3 1,-13-2 4,41 7-40,-46-7 66,0 1 1,0-2 0,0 1-1,1-1 1,-1-1-1,0 0 1,0-1-1,1 0 1,-1-1-1,0 0 1,18-6 0,-18 4 67,1-1 1,-1-1 0,-1 0 0,1-1-1,-1 0 1,0 0 0,-1-1 0,1 0-1,-2-1 1,1 0 0,-1 0 0,-1-1-1,1 0 1,-2-1 0,1 1 0,-2-1-1,1 0 1,-1-1 0,-1 1 0,0-1-1,-1 0 1,3-21 0,-3-11-66,-3 1 0,-7-65 0,3 67-78,2-1 0,5-72 0,-3 109-203,1 1-1,0-1 1,0 1-1,0 0 1,1 0-1,-1-1 1,1 1 0,0 0-1,1 0 1,-1 0-1,0 1 1,1-1 0,0 1-1,5-6 1,-5 6-496,0 1-1,0 0 1,1 0 0,-1 0 0,1 0 0,-1 0-1,1 1 1,-1 0 0,1 0 0,0 0 0,0 0-1,-1 0 1,1 1 0,0-1 0,0 1 0,6 1-1,26 7-11844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4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359 189 11129,'6'-1'531,"1"-1"0,-1 0 0,0 0 0,0-1-1,-1 0 1,1 0 0,0 0 0,-1-1 0,0 1 0,0-1 0,0-1 0,0 1 0,-1-1 0,7-8-1,29-32 3116,-40 44-3554,1 0-1,-1 0 0,0 0 1,1 1-1,-1-1 1,0 0-1,0 0 1,0 0-1,1 0 0,-1 0 1,0 0-1,0 1 1,0-1-1,0 0 1,-1 0-1,1 0 1,0 0-1,0 0 0,0 0 1,-1 1-1,1-1 1,-1-1-1,0 0 218,1-1-199,0 0 0,-1 0 0,0 0 0,1 0 0,-1 0 0,0 1 0,-1-1 0,1 0 0,0 1 0,-1-1 0,1 1 0,-1-1 0,0 1 0,0 0 0,0-1 0,0 1 0,0 0 0,0 1 0,-1-1 0,1 0 0,-1 1 0,1-1 0,-1 1 0,1 0 0,-1-1 0,0 1 0,0 1 1,0-1-1,1 0 0,-1 1 0,0-1 0,0 1 0,0 0 0,0 0 0,0 0 0,-5 1 0,-4 1 333,1 0 0,-1 1 1,0 0-1,0 1 0,1 0 0,0 1 1,-20 11-1,0 2-443,1 2 0,1 1 0,1 1 0,-26 26 0,41-34 0,1 0 0,0 1 0,1 0 0,0 0 0,1 1 0,1 1 0,1 0 0,0 0 0,-8 28 0,13-34 0,0 1 0,1 0 0,0-1 0,1 1 0,0 0 0,1 0 0,1 0 0,0 0 0,0 0 0,1 0 0,0 0 0,1-1 0,1 1 0,0-1 0,8 17 0,-4-15 0,0 0 0,1 0 0,0 0 0,1-1 0,1 0 0,0-1 0,0-1 0,1 1 0,1-2 0,-1 0 0,21 11 0,-8-7-250,1-2 0,0-1 1,0-1-1,1-1 0,0-1 0,49 5 1,-18-7-944,1-2-1,69-6 1,-79 0-353,139-7-8588,-73 4-2641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5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953 137 10825,'-11'-5'455,"-33"-22"2604,14 0 1792,24 20-4426,0 1-1,-1-1 0,1 1 1,-1 0-1,0 1 0,0 0 0,-1 0 1,0 0-1,0 1 0,0 0 0,0 1 1,-1 0-1,1 0 0,-1 1 0,1 0 1,-1 0-1,0 1 0,0 0 1,0 1-1,0 0 0,0 0 0,0 1 1,0 0-1,0 1 0,1 0 0,-1 0 1,0 1-1,1 0 0,0 0 0,-1 1 1,-7 5-1,-13 10-424,1 1 0,1 1 0,-43 42 0,-61 87 0,-44 94 0,151-204 0,1 0 0,3 2 0,1 0 0,-19 66 0,34-92 0,0 1 0,1 0 0,1 1 0,0-1 0,1 0 0,1 0 0,1 1 0,0-1 0,2 0 0,0 0 0,5 18 0,-4-23 0,0-1 0,1 0 0,1 0 0,-1 0 0,2-1 0,-1 1 0,1-2 0,1 1 0,0-1 0,0 0 0,1-1 0,0 0 0,0 0 0,1-1 0,0 0 0,17 8 0,0-3-73,0-1 0,1-1 0,0-1 0,1-2-1,0-1 1,0-1 0,0-1 0,0-2 0,35-2 0,-9-2-163,1-4-1,-1-1 1,106-30 0,-118 24 28,1-3 0,-2-1 0,0-2 0,66-42 0,-83 45 141,0-2 1,-2 0 0,0-1-1,-2-2 1,0 0-1,-1-1 1,-1-1 0,21-33-1,-37 50 60,0 1 0,0-1 0,-1 0 0,1 0 0,1-10 0,-3 14 3,-1 1 1,0-1-1,1 0 1,-1 1-1,0-1 0,0 1 1,0-1-1,0 0 1,0 1-1,0-1 1,-1 1-1,1-1 1,-1 1-1,1-1 0,-1 1 1,1-1-1,-1 1 1,0-1-1,0 1 1,1 0-1,-1-1 1,0 1-1,0 0 1,0 0-1,-1 0 0,1 0 1,-2-2-1,-3 2 2,0-1 0,0 1-1,0 0 1,0 1 0,-1-1-1,1 1 1,0 1-1,0-1 1,0 1 0,-8 2-1,3-1-18,0 0-1,0 1 1,0 0-1,0 0 1,0 2-1,1-1 1,0 1-1,-11 7 1,-81 48-826,86-49 398,0 0-1,1 1 1,-23 22 0,13-10-307,19-18 448,0 0 1,0 1-1,0 0 0,-7 13 0,12-19 287,2 0 6,-1-1-1,1 1 1,0 0-1,-1-1 1,1 1-1,0 0 1,0-1-1,-1 1 1,1-1-1,0 1 1,0-1-1,0 0 1,0 1-1,-1-1 1,1 0-1,0 0 1,0 1-1,0-1 1,1 0-1,-2 0 2,6 1 187,0 0 0,0-1 0,0 1 0,0-1 0,0 0 0,0-1 0,0 0-1,-1 0 1,1 0 0,9-3 0,-6 1 459,1 1 0,-1 0 0,17 0 0,-14 1-193,0 2 0,0 0-1,22 4 1,-29-4-372,0 1 0,0 0-1,0 0 1,0 0 0,0 1 0,0 0-1,-1 0 1,1 0 0,-1 0 0,0 1-1,4 5 1,7 6-297,13 15-2272,36 28 0,-50-47-1493,0 0 0,31 15 0,0-6-6596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0 13089,'-3'1'320,"1"0"-1,0-1 0,-1 1 1,1 0-1,0 0 1,0 0-1,0 0 0,0 1 1,0-1-1,0 1 1,0-1-1,0 1 1,1-1-1,-1 1 0,0 0 1,1 0-1,0 0 1,-1 0-1,1 0 0,0 0 1,0 0-1,0 1 1,-1 3-1,-2 7 607,1 0 0,0 0-1,0 18 1,-2 3-825,4-28 25,-1-1-1,0 1 1,0 0 0,0-1 0,-1 1 0,0-1-1,-4 6 1,6-9 10,-1 0 0,1 0-1,-1-1 1,1 1 0,-1 0 0,0-1-1,0 1 1,0-1 0,0 1 0,0-1-1,0 0 1,0 0 0,0 0 0,0 0-1,-1 0 1,1 0 0,0-1 0,-1 1-1,1-1 1,-3 0 0,-36-2 2450,37 2-1196,8-18-1015,5 3-375,-6 13 0,1 1 0,-1 0 0,1-1 0,0 1 0,-1 0 0,1 1 0,0-1 0,0 1 0,0-1 0,-1 1 0,1 0 0,0 1 0,0-1 0,0 1 0,-1-1 0,1 1 0,0 0 0,-1 1 0,1-1 0,-1 0 0,1 1 0,-1 0 0,4 3 0,5 2 0,0 0 0,0 1 0,-1 1 0,0 0 0,10 11 0,-11-10-3,-1 0 1,0 0-1,-1 0 1,0 1-1,0 1 1,-2-1-1,1 1 0,-1 0 1,-1 1-1,0-1 1,-1 1-1,0 0 0,-1 0 1,2 19-1,-4-7-258,-2 1 0,0 0-1,-7 37 1,7-60 552,2-15-247,0 0 0,1 1 0,1-1 0,0 1 0,0-1 1,1 1-1,0 0 0,1 0 0,11-17 0,4-4 132,43-51 0,-47 63-176,1 0 0,1 2 0,1 0 0,1 1 0,0 1 0,1 1 0,1 1 0,0 0 0,0 2 0,2 1 0,-1 0 0,29-7 0,-46 16-8,0 1 0,0-1 1,0 1-1,0 1 0,0-1 0,1 1 0,-1 0 0,0 0 1,0 1-1,0 0 0,0 0 0,0 0 0,0 1 0,0 0 1,0 0-1,-1 0 0,1 1 0,5 3 0,-5-1-29,0 0 1,-1 0-1,1 0 0,-1 1 0,0 0 0,0 0 0,-1 0 1,0 1-1,0-1 0,-1 1 0,1 0 0,-1 0 0,-1 0 0,3 8 1,4 26-2042,-1 0 0,4 70 0,5 29-9590,0-74 488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20314,'0'0'2860,"-3"20"-324,0 0-363,12 55 2359,-2-24-4180,2-8-352,1 3 0,9-3 0,0 0-1892,3-3-736,0-6-977,0 0-3631,4 3-7186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 17246,'-12'45'3536,"2"-27"-492,4 10-572,-4 12-563,7-23-381,0 18-304,-3 13-296,2-8-408,1-3-684,6 3-632,7-5-884,-7-15-476,-6 3-1069,3 17 509,6-23-3693,1 8-5868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74 314 17310,'-48'-28'7544,"35"16"-4235,1 1 1295,15-6-4604,10-6 0,18 6 0,7-3 0,13-6 0,6 6 0,13-8 0,10-7-1204,15 1-1444,16 8-5841,10 9-8953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7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26 12745,'-28'-25'17238,"29"26"-15307,6 6-1869,-1 1 0,0-1 0,0 1 0,0 0 0,-1 1 0,-1-1 0,0 1 0,0 0 0,0 0 0,2 11 0,0 4-19,-1-1 0,-1 0-1,1 28 1,-5 132-43,1 12 0,0-185 0,0 0 1,0-1-1,1 1 0,0 0 0,1-1 1,0 0-1,0 1 0,6 8 1,-8-15-2,1 0 1,0 0-1,0 0 1,1 0-1,-1-1 0,1 1 1,-1-1-1,1 1 1,0-1-1,0 0 1,0 0-1,0 0 1,0 0-1,0-1 1,1 1-1,-1-1 1,0 0-1,1 0 1,-1 0-1,1-1 0,-1 1 1,1-1-1,0 1 1,5-2-1,3 0-44,0-1 0,0 0 0,0-1 0,0 0 1,0-1-1,0-1 0,17-9 0,74-48-15,-97 58 90,52-34 80,64-31 1,-100 59-85,0 0-1,1 1 1,1 1-1,-1 2 1,1 0-1,37-3 1,166 9-272,-57 4-207,-139-5 60,0-1-1,0-1 0,0-2 0,-1-1 1,35-13-1,-49 14 494,-1-2-1,0 0 1,0 0 0,-1-2-1,0 1 1,0-2-1,-1 0 1,0-1 0,-1 0-1,22-25 1,-27 25 198,0 0 1,0 0-1,6-16 1,-8 16-107,1 0 1,0 0 0,8-10 0,2 4-193,-8 16 0,-3 1 0,1-1 0,0 0 0,0 1 0,0-1 0,0 1 0,0 0 0,0 1 0,0 0 0,0-1 0,0 2 0,0-1 0,0 1 0,-1 0 0,9 4 0,11 6 0,38 24 0,-43-23 0,2 1 0,-1 0 0,-1 2 0,-1 1 0,0 0 0,-1 1 0,-1 1 0,16 23 0,-30-37 0,1 0 0,-1 0 0,0 0 0,0 1 0,-1-1 0,1 1 0,-1 0 0,0-1 0,-1 1 0,1 0 0,-1 0 0,-1 0 0,1 0 0,-1 0 0,0 0 0,0 0 0,-1 1 0,-1 9 0,-1-9 0,1 0 0,-1 0 0,0-1 0,-1 1 0,0-1 0,0 1 0,0-1 0,-1-1 0,1 1 0,-2 0 0,1-1 0,0 0 0,-1 0 0,0-1 0,-7 5 0,-9 3-418,-1 0 0,0-1 0,-1-1 0,0-1 0,-1-2 0,-28 6 0,-3-2-2407,-95 4 0,132-13-5054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7.6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1 191 15661,'49'-1'4685,"88"-15"-1,43-24-1239,-147 31-3193,-14 5-165,0-1 0,0-1 0,-1-1 0,0 0 0,30-18 0,-46 25-77,-1-1 0,0 1 0,0-1 0,0 1-1,0-1 1,-1 0 0,1 1 0,0-1 0,0 0 0,0 0-1,0 0 1,-1 0 0,1 0 0,0 1 0,-1-1 0,1 0-1,-1-1 1,1 1 0,-1 0 0,0 0 0,1 0 0,-1 0-1,0 0 1,0 0 0,0 0 0,0-1 0,0 1-1,0 0 1,0 0 0,0 0 0,0 0 0,0 0 0,-1-1-1,1 1 1,0 0 0,-1 0 0,1 0 0,-1 0 0,1 0-1,-1 0 1,0 0 0,1 0 0,-1 0 0,0 1 0,0-1-1,1 0 1,-1 0 0,0 1 0,0-1 0,0 0-1,0 1 1,0-1 0,-1 0 0,-4-2 186,1 0-1,0 0 1,-1 1 0,0 0 0,0 0 0,1 0-1,-1 0 1,0 1 0,-8-1 0,-3 3-154,-1 0 1,1 2 0,0 0 0,0 0 0,0 2-1,1 0 1,0 1 0,0 0 0,0 1 0,0 1 0,1 1-1,1 0 1,-1 1 0,2 0 0,-1 1 0,1 1-1,-15 18 1,17-18-21,1 1-1,1 0 1,0 0-1,1 0 1,0 1 0,1 1-1,1-1 1,-8 25-1,11-27-16,1-1 0,0 1 0,1-1 0,0 1 0,1-1 0,0 1 0,0 0 0,1-1 0,1 1 0,0-1 0,1 1 0,5 14 0,-5-19-51,1 0-1,0 0 1,0-1 0,0 0 0,1 1-1,0-1 1,0-1 0,1 1 0,-1-1-1,1 0 1,0 0 0,1-1-1,-1 0 1,1 0 0,0 0 0,0-1-1,0 0 1,0 0 0,1-1 0,13 3-1,7 0-535,1 0 0,0-2 0,0-2 0,36-1 0,117-9-11854,-76 1-1029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3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56 204 14205,'-3'-13'488,"0"2"241,1 0 1,0 0-1,0 0 1,1-18-1,1 24-136,0 0 0,1 0 0,0 0-1,0 1 1,1-1 0,-1 0 0,1 0 0,4-7 0,-3 7 268,0 0 0,1 1 0,0-1 0,0 1 0,0-1 1,8-5-1,-2 1 1045,-8 7-1864,-1 1-1,1-1 0,0 0 1,0 1-1,0-1 0,1 1 1,-1 0-1,0 0 0,0 0 1,1 0-1,-1 0 1,1 0-1,-1 0 0,1 1 1,4-1-1,-6 1-24,1 0 0,-1 1 1,0-1-1,1 1 0,-1-1 0,1 1 0,-1-1 1,0 1-1,0 0 0,1-1 0,-1 1 0,0 0 1,0 0-1,0 0 0,0 0 0,0 0 1,0 0-1,0 0 0,1 2 0,2 4 5,-1 0-1,0 0 1,0 1-1,-1-1 1,0 1-1,3 14 1,-2 9-22,0 0 0,-2 0 0,-6 58 0,-21 94 0,-37 129 31,23-129-126,-19 222 1,57-375-2051,3 40 0,0-57-429,0-1 0,2 1 0,3 12 1,9 19-12467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16778,'-7'14'3596,"23"-11"-356,0 2-516,-10 10-623,4-1-425,3 3-332,6 9-288,-13-12-804,10 6-620,16 14-1184,-13-19-552,-13 2-921,4 3-975,-4 0-2421,10 8-5892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32 129 13905,'-16'-63'3333,"6"54"-621,7-8-592,0 3 744,25 2-2556,1 1-824,15 8-648,19 9-1000,-19 5-892,6 12-2421,10 6-4404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9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33 16273,'-47'-15'3389,"37"13"-221,34-13 6090,-5 48-8933,30 69-1,-26-50-294,-22-49-30,1 0 0,-1 0 0,1-1 0,0 1 0,-1-1 0,1 1 0,0-1 0,1 1 0,-1-1 0,0 0 0,1 0 0,3 2 0,-6-3 0,1-1 0,0 1 0,-1 0 0,1-1 0,0 1 0,-1-1 0,1 1 0,0-1 0,0 1 0,0-1 0,0 0 0,0 1 0,0-1 0,-1 0 0,1 0 0,0 0 0,0 1 0,0-1 0,0 0 0,0 0 0,0 0 0,0-1 0,0 1 0,0 0 0,0 0 0,0 0 0,0-1 0,-1 1 0,1 0 0,0-1 0,1 0 0,1-1 0,8-2 0,-1 0 0,0-1 0,0-1 0,0 0 0,-1 0 0,0-1 0,16-14 0,25-18 0,-40 33 0,-2 0 0,1 0 0,1 1 0,-1 1 0,12-5 0,-17 8 0,-1 0 0,1 0 0,0 1 0,0-1 0,0 1 0,1 0 0,-1 0 0,0 1 0,0-1 0,0 1 0,0 0 0,-1 0 0,1 0 0,5 2 0,10 6 0,-1 0 0,0 1 0,0 1 0,29 24 0,59 63 0,-58-52 0,-36-35-883,1 0-1,0-1 1,16 9-1,1-3-5413,55 21 1,-48-23-7360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9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0 208 14761,'6'-4'772,"1"0"0,-1 0 0,1 1 0,0 0-1,0 0 1,0 1 0,0-1 0,0 2 0,1-1 0,9 0-1,32 0 977,-9 1-915,0-2 0,-1-1 0,49-12 0,-77 13-739,0 1 0,-1-1 0,1-1 1,-1 0-1,0-1 0,-1 0 0,1 0 0,-1-1 0,16-12 0,-24 15-76,0 0 1,0 0-1,-1 0 0,1 1 0,-1-1 1,0 0-1,0 0 0,0 0 0,0 0 1,-1 0-1,1 1 0,-2-5 1,2 7-10,0-3 17,0 0 1,-1 1 0,0-1 0,1 0-1,-1 1 1,0-1 0,0 1 0,-1-1-1,1 1 1,0 0 0,-1 0-1,1-1 1,-1 1 0,0 0 0,0 0-1,0 1 1,0-1 0,0 0 0,-4-2-1,3 3 54,-1-1-1,1 1 1,0 0-1,-1 1 1,1-1 0,-1 1-1,1 0 1,-1-1-1,1 1 1,0 1-1,-1-1 1,1 0-1,-6 2 1,-3 2 120,1 0 0,-1 0 0,1 1 0,-1 1 0,1 0 0,1 0 0,-13 11 0,5-3-200,2 2 0,0 0 0,1 0 0,-21 32 0,9-7 0,-23 47 0,45-79 0,0 2 0,1-1 0,0 0 0,1 1 0,0-1 0,1 1 0,0 0 0,0 0 0,1 0 0,1 21 0,1-26 0,-1 0 0,1-1 0,1 1 0,-1 0 0,1-1 0,0 0 0,0 1 0,1-1 0,0 0 0,0 0 0,0 0 0,0 0 0,1-1 0,-1 1 0,1-1 0,1 0 0,-1 0 0,0-1 0,1 1 0,0-1 0,0 0 0,6 3 0,7 2 0,0-1 0,1-1 0,0-1 0,0 0 0,0-2 0,0 0 0,1-1 0,-1-1 0,1-1 0,25-2 0,0-4 0,0-1 0,0-2 0,56-19 0,-41 8-245,-1-3 0,81-44 0,-105 47 106,-1-1 0,-1-2 0,-1-1 0,57-55 0,-85 74 162,21-26 339,-24 29-58,-17-6 237,12 8-531,0 0 1,0 0-1,0 1 0,0-1 1,0 1-1,0-1 0,0 1 0,0 1 1,0-1-1,1 0 0,-1 1 1,0 0-1,-4 3 0,-50 35 44,45-31-52,-164 134-1440,174-141 1272,0 0 1,1 0 0,-1 0-1,1 1 1,0-1 0,0 1-1,0-1 1,0 1-1,0 0 1,0 0 0,1 0-1,-1 0 1,1 0 0,0 0-1,0 0 1,-1 6-1,2-8 124,0 0-1,0 0 1,0 0-1,0 0 1,0-1-1,1 1 0,-1 0 1,0 0-1,0 0 1,1 0-1,-1-1 1,1 1-1,-1 0 0,0 0 1,1-1-1,-1 1 1,1 0-1,0-1 0,-1 1 1,1 0-1,0-1 1,1 2-1,0-2 4,-1 1-1,1 0 1,0 0 0,1-1-1,-1 1 1,0-1 0,0 0-1,0 0 1,0 1 0,0-1-1,0-1 1,0 1-1,3-1 1,105-21 783,-84 15-494,0 1 0,0 1 0,0 1 1,1 1-1,-1 1 0,49 4 0,-72-1-313,87 14-4654,-26 2-5641,-19 1-1002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9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23 18822,'-1'-1'92,"1"1"0,0-1 0,0 1 1,0-1-1,-1 0 0,1 1 0,0-1 0,0 1 1,0-1-1,0 0 0,0 1 0,0-1 1,0 1-1,0-1 0,0 0 0,0 1 0,0-1 1,0 1-1,1-1 0,-1 0 0,0 1 0,0-1 1,1 1-1,-1-1 0,0 1 0,1-1 1,-1 1-1,0-1 0,1 1 0,-1-1 0,1 1 1,-1 0-1,1-1 0,0 0 0,1 1 298,0-1 0,0 1 0,0-1-1,0 1 1,0 0 0,0 0 0,1 0-1,-1 0 1,0 0 0,0 1 0,2 0-1,6 1 820,-1 0-1,1 2 0,-1-1 0,14 8 0,0 3-1208,0 2 0,-1 1 0,-1 0 0,30 33 0,65 92 0,-101-121 0,-1 0 0,0 2 0,-2 0 0,12 29 0,-19-38 0,-1 0 0,0 1 0,0-1 0,-2 1 0,0-1 0,0 1 0,-2 0 0,-1 28 0,-2-23 0,0 0 0,-1 0 0,-1-1 0,-1 1 0,0-1 0,-2 0 0,0 0 0,-1-1 0,-1 0 0,-1-1 0,0 0 0,-23 25 0,22-33 0,12-8 0,0-1 0,0 0 0,0 0 0,0 0 0,0 1 0,-1-1 0,1 0 0,0 0 0,0 1 0,-1-1 0,1 0 0,0 0 0,0 0 0,-1 0 0,1 0 0,0 1 0,0-1 0,-1 0 0,1 0 0,0 0 0,0 0 0,-1 0 0,1 0 0,0 0 0,-1 0 0,1 0 0,0 0 0,0 0 0,-1 0 0,1 0 0,0 0 0,-1 0 0,1 0 0,0 0 0,0-1 0,-1 1 0,1 0 0,0 0 0,0 0 0,-1 0 0,1 0 0,0-1 0,0 1 0,0 0 0,-1 0 0,1-1 0,0 1 0,0 0 0,0 0 0,0-1 0,-1 1 0,1 0 0,0 0 0,0-1 0,1-13 0,-1 13 0,2-9 0,0 0 0,1 0 0,0 0 0,1 0 0,0 1 0,1-1 0,0 1 0,0 0 0,7-8 0,65-77 0,-59 73 0,35-37-347,2 3 1,3 2-1,2 2 0,2 4 1,124-73-1,-28 37-4531,-135 73 2604,1 1-1,0 1 1,0 1 0,49-7-1,-1 7-9178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2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7281,'12'-17'1196,"4"11"-432,0 1-540,0 7-488,6 4-944,0 8-1092,20 18-409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0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21 535 11085,'-19'-5'2691,"19"5"-2574,0 0-1,0 0 0,0 0 0,0 0 1,-1 1-1,1-1 0,0 0 0,0 0 1,0 0-1,0 1 0,0-1 0,0 0 1,0 0-1,0 0 0,0 1 1,0-1-1,0 0 0,0 0 0,0 0 1,0 1-1,0-1 0,0 0 0,0 0 1,0 1-1,0-1 0,0 0 0,0 0 1,0 0-1,0 1 0,0-1 1,0 0-1,0 0 0,1 0 0,-1 1 1,0-1-1,0 0 0,0 0 0,0 0 1,1 1-1,25 30 4895,-24-29-5309,19 18 1940,1-1-1,48 33 1,-21-18-645,-6-2-355,223 180 1756,-229-179-2268,-2 2 0,-2 1 0,-1 2 0,50 78 0,-72-98-173,0 1-1,-2 0 0,0 0 0,-1 1 1,-1 0-1,-1 1 0,0-1 1,2 38-1,-6-47 31,-1 1-1,0-1 1,0 0-1,-1 1 1,-1-1 0,0 0-1,-1 0 1,0 0 0,0 0-1,-1-1 1,-1 0-1,1 1 1,-2-1 0,0-1-1,0 1 1,0-1 0,-13 13-1,18-21 22,0 1-1,0-1 0,0 0 1,0 0-1,0 0 0,0 0 1,-1-1-1,1 1 1,0 0-1,-1 0 0,1-1 1,0 1-1,-1-1 0,1 1 1,-1-1-1,1 0 1,-1 1-1,1-1 0,-1 0 1,1 0-1,-1 0 0,1 0 1,-1 0-1,1 0 0,-1-1 1,1 1-1,0 0 1,-1-1-1,1 1 0,-1-1 1,1 0-1,0 1 0,-1-1 1,1 0-1,0 0 1,0 0-1,0 0 0,-1 0 1,1 0-1,0 0 0,0 0 1,-1-2-1,-2-3 35,0 0-1,0 0 1,1 0-1,0 0 1,0 0-1,0-1 1,-2-10-1,2-1-41,0 0 0,1-1 0,1 1 0,0-1 0,2 1 0,5-36 0,4 1 0,18-56 0,2 13-943,4 1 0,4 3-1,4 1 1,4 2 0,4 1 0,4 4-1,4 1 1,3 4 0,3 2 0,103-95-1,-48 74-6327,2 15-4865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1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256 621 11777,'30'-54'4179,"-25"43"-3518,0 0 0,1 1-1,0-1 1,12-14 0,34-29 745,38-45-241,-81 88-1038,-1-1 0,0 0 0,0-1 0,-2 0 0,0 0 0,9-27 0,-14 36-70,-1 0 1,0-1-1,0 1 0,0-1 0,-1 1 0,1 0 1,-1-1-1,0 1 0,-1 0 0,1 0 0,-1-1 1,1 1-1,-1 0 0,0 0 0,-1 1 1,1-1-1,-1 0 0,0 1 0,0 0 0,0 0 1,0-1-1,0 2 0,-1-1 0,1 0 0,-1 1 1,-6-4-1,-3 1 181,0 1-1,0 0 1,-1 1 0,1 1 0,-1 0 0,1 1-1,-1 0 1,0 1 0,0 1 0,1 0 0,-1 0-1,0 2 1,1 0 0,0 0 0,-25 10 0,21-6-56,-1 1 1,2 1-1,-1 0 0,1 1 1,0 0-1,1 2 1,1-1-1,-1 2 0,2 0 1,0 1-1,-13 18 1,22-27-147,0 1-1,0-1 1,1 1 0,-1 0 0,1 0 0,1 0-1,-1 0 1,1 0 0,0 0 0,1 1 0,0-1-1,0 1 1,0 0 0,1-1 0,-1 1 0,2-1-1,-1 1 1,1 0 0,0-1 0,0 1-1,1-1 1,0 0 0,0 1 0,0-1 0,1 0-1,0 0 1,0 0 0,4 5 0,4 2-15,1 0 0,0-1 0,0-1 0,1 0 0,1 0 0,0-2 0,0 0 0,1 0 0,0-1 0,0-1 0,1 0 0,18 4-1,14 3-306,2-2 0,90 10 0,-71-15-144,0-4 0,0-2 0,1-4 0,110-17 0,-138 12 333,-1-1-1,0-2 1,-1-2 0,0-2-1,-1-1 1,-1-2-1,0-2 1,59-42 0,-83 50 209,0 0 1,-1 0 0,-1-1 0,0-1 0,0 0 0,-2-1-1,0 0 1,0 0 0,11-28 0,-16 31-39,-1 1 1,0-1-1,0 0 0,-1 0 1,-1 0-1,0 0 0,-1 0 1,0-1-1,-1 1 0,0 0 1,-1-1-1,-1 1 0,0 0 1,-6-22-1,7 29-56,-1 0-1,0 0 1,-1 0-1,1 0 0,-1 0 1,0 1-1,0-1 1,0 1-1,0 0 1,-1 0-1,0 0 1,0 0-1,0 1 1,0-1-1,-1 1 1,1 0-1,-1 0 1,0 1-1,0-1 1,0 1-1,0 0 1,0 1-1,0-1 1,0 1-1,-1 0 1,1 0-1,0 1 1,-1 0-1,1 0 0,-10 1 1,3 0-10,1 1 0,-1 1 0,0 0-1,1 0 1,0 2 0,0-1 0,0 1 0,0 1 0,1 0 0,0 0 0,0 1-1,1 0 1,-10 10 0,9-6-187,0 0 0,1 2 0,0-1 0,1 1 0,0 0 0,1 0-1,1 1 1,0 0 0,1 0 0,0 1 0,1-1 0,1 1 0,1 0 0,0 0 0,0 0 0,2 1 0,0-1-1,0 0 1,2 0 0,0 0 0,0 0 0,2 0 0,0-1 0,0 1 0,1-1 0,1 0 0,1 0 0,0-1 0,0 0-1,14 18 1,-19-28 143,1 1 1,0-1-1,0 0 0,0 1 0,0-1 0,0-1 1,1 1-1,-1 0 0,1-1 0,0 0 0,-1 0 0,1 0 1,0 0-1,0 0 0,1-1 0,-1 0 0,0 0 0,0 0 1,1 0-1,-1-1 0,0 0 0,1 1 0,-1-2 1,1 1-1,7-2 0,-2-1 204,-1-1 0,0 0-1,-1 0 1,1-1 0,-1 0 0,0 0 0,0-1 0,0 0-1,-1 0 1,0-1 0,0 0 0,9-12 0,6-12 1194,36-66 0,-17 26-132,19-34 699,-55 106-1687,-1 3-228,0 0-1,0 0 1,0 1 0,-1 0 0,0 0 0,1 0 0,-2 0 0,1 0 0,-1 0 0,0 1 0,0-1 0,0 1 0,-1 0 0,2 11 0,1 12 58,-2 53 0,-1-53-62,-1 151-378,-7 0-1,-40 233 1,-112 386-3287,121-651 3158,30-122 578,0-1 1,-20 39-1,28-64-74,0 1 1,0 0-1,0-1 1,0 1 0,0-1-1,-1 1 1,1-1-1,0 1 1,0-1-1,-1 1 1,1-1-1,0 1 1,-1-1-1,1 0 1,0 1 0,-1-1-1,1 1 1,-1-1-1,1 0 1,0 1-1,-1-1 1,1 0-1,-1 0 1,1 1-1,-1-1 1,1 0 0,-1 0-1,0 0 1,1 0-1,-1 1 1,1-1-1,-1 0 1,1 0-1,-1 0 1,1 0-1,-1 0 1,0-1 0,1 1-1,-1 0 1,1 0-1,-1 0 1,1 0-1,-1-1 1,1 1-1,-1 0 1,1 0-1,-1-1 1,1 1 0,-1 0-1,1-1 1,0 1-1,-1 0 1,1-1-1,0 1 1,-1-1-1,1 1 1,0-1-1,-1 1 1,1-1 0,0 1-1,-1-1 1,-10-31 313,10 18-195,0-1 0,0 1 0,1-1 0,1 1 0,4-25 0,23-77 381,-14 59-350,16-58-17,4 1-1,5 1 1,56-110 0,-57 148-2175,75-108-1,-71 126-2002,2 1 0,64-61 0,-38 52-7315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1.8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14653,'12'-5'486,"0"1"-1,0 1 1,0 0-1,0 0 0,0 1 1,1 1-1,-1 0 1,1 1-1,-1 0 1,1 1-1,-1 1 0,0 0 1,24 6-1,-26-5-348,28 5 365,0 3 0,-1 1-1,0 1 1,52 28 0,-63-26-416,1 1 1,-2 1-1,0 1 0,-2 2 1,0 0-1,-1 2 1,36 45-1,-46-51-101,-1 0 0,0 1 0,-2 0 0,0 1 0,-1 0 0,0 0 0,-2 1 0,0 0 0,-1 0 0,-1 1 0,-1-1 0,-1 1 0,0 23 0,-4-6 11,-1 0 1,-2-1-1,-1 0 1,-2 0 0,-2 0-1,-1-1 1,-2-1-1,-31 61 1,28-66 655,-2 0 0,-1-2 0,-1 0 0,-1-1 0,-45 42 0,66-68-591,-1 1 0,0 0 0,0 0 0,1 0 0,-1-1 0,0 1 0,0 0 0,0-1 0,0 1 0,1-1 0,-1 1 0,0-1 0,0 0 1,0 1-1,0-1 0,0 0 0,0 0 0,0 1 0,0-1 0,-1 0 0,1 0 0,0 0 0,0 0 0,0 0 0,0-1 0,0 1 0,0 0 0,0 0 0,0-1 1,0 1-1,0 0 0,0-1 0,-1 0 0,1-1 5,-1 0 1,1 1-1,0-1 0,0 0 1,0 0-1,0 0 1,0 1-1,0-1 1,1 0-1,-1 0 0,1 0 1,-1 0-1,1-1 1,0 1-1,0 0 0,0 0 1,0-3-1,1-9 59,1 0 0,1 0 0,0 1 0,1-1 1,0 0-1,8-16 0,45-82 13,-42 85-186,24-40-1232,3 1 1,3 2-1,79-87 1,-71 95-4833,105-84 1,-58 67-6258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2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42 461 12369,'1'-4'374,"0"1"-1,-1-1 1,0 0 0,1 1-1,-1-1 1,-1 1-1,1-5 1,-1 5-68,1-1 1,0 0-1,0 1 1,0-1-1,0 0 1,1 1-1,-1-1 1,2-5-1,13-27 1610,2 1 0,37-60 0,-31 58-898,-17 23-647,0 1 0,-1-1 0,-1 0-1,0-1 1,-1 1 0,-1-1 0,0 1-1,-1-1 1,-1-17 0,1 31-351,-1 0 0,0 0 0,0-1 0,0 1 0,0 0 0,0 0 0,0 0 0,0 0 0,-1 0 0,1 0 0,0 0 0,0 0 0,-1 0 0,1 0 0,-1 0 0,1 0 0,-1 0 0,1 0 0,-1 0 0,1 1 0,-1-1 0,0 0 0,0 0 0,1 0 0,-1 1 0,-1-2 0,0 2-6,1 0 0,0 0 0,-1 0 1,1 0-1,0 0 0,-1 0 0,1 1 1,0-1-1,-1 0 0,1 1 1,0-1-1,0 1 0,0-1 0,-1 1 1,1 0-1,0-1 0,-1 2 0,-6 4 36,1 0 0,0 0 0,1 0 0,-11 13 0,2 5 3,1 1-1,1 1 1,1 0 0,1 1 0,1 0-1,2 1 1,1-1 0,1 2 0,1-1-1,1 0 1,2 1 0,1 0-1,5 56 1,-2-68-42,1-1-1,1 1 1,1-1-1,0 0 1,9 21 0,-9-28-13,0 0 0,0-1 1,0 1-1,1-1 0,0 0 1,1 0-1,0-1 1,0 0-1,16 12 0,-19-17-2,0 1 0,0-1-1,0 0 1,1 0 0,-1 0 0,1 0-1,0-1 1,-1 0 0,1 0-1,0 0 1,0-1 0,0 0-1,-1 1 1,1-2 0,0 1-1,0 0 1,0-1 0,-1 0-1,1 0 1,0-1 0,-1 1-1,1-1 1,-1 0 0,1 0-1,-1-1 1,0 1 0,0-1-1,0 0 1,6-5 0,4-5 38,0-1 0,-1 0 0,0 0 0,-1-2 0,-1 1 0,10-19 0,5-16 376,37-97-1,-48 105-187,2 1-1,1 1 0,2 1 1,35-50-1,-47 78-222,0 0-1,1 1 0,1 0 0,20-16 0,-25 22-1,0 1 0,0 0-1,0 1 1,0-1-1,0 1 1,1 0-1,-1 0 1,1 0-1,0 1 1,-1 0-1,1 0 1,0 1 0,0-1-1,11 2 1,-12-1-4,1 1 1,-1-1-1,1 1 1,-1 1-1,1-1 1,-1 1-1,0 0 1,0 0-1,0 0 1,0 1-1,0 0 1,0 0-1,-1 0 1,1 0-1,-1 1 1,0 0-1,0-1 1,0 2-1,-1-1 1,0 0-1,1 1 1,-1 0-1,-1-1 1,1 1-1,-1 0 1,0 1-1,2 7 1,2 13-24,-1 0 0,-1 1 0,-2-1 0,-1 1 1,-1 0-1,-5 44 0,-3-18 10,-2 0-1,-22 68 1,-21 31 730,92-189-598,100-109-111,312-279-413,-391 379 154,-59 45 255,0 0 0,0 1 0,0-1 1,0 0-1,0 1 0,0-1 0,0 1 0,0 0 0,0-1 1,0 1-1,0 0 0,0-1 0,0 1 0,0 0 0,1 0 1,-1 0-1,0 0 0,0 0 0,0 0 0,0 0 0,0 1 1,0-1-1,1 0 0,-1 1 0,0-1 0,0 0 0,0 1 1,0 0-1,0-1 0,0 1 0,0-1 0,-1 1 0,1 0 1,0 0-1,0 0 0,0-1 0,-1 1 0,1 0 0,0 0 1,-1 0-1,1 0 0,-1 0 0,1 2 0,4 5-10,-1 1-1,0 0 1,5 18-1,-7-23 12,5 27-215,-2 0 0,-1 1 0,-1-1 0,-1 1 0,-4 42 0,1-16-350,-11 67-935,12-121 1373,7-27-135,1 0 315,1 0 0,1 0 0,1 1 0,1 0 0,1 1 0,1 1 0,0 0 0,2 0 0,0 2 0,1 0 0,36-29 0,-35 33 27,0 1 1,1 0-1,1 2 1,0 0-1,0 1 1,1 1-1,0 1 1,1 1-1,0 1 1,0 1-1,0 0 1,1 2-1,27-1 1,-42 4-39,0 0 0,0 1 0,0 0 0,0 0-1,0 0 1,0 1 0,0 1 0,-1-1 0,11 6 0,-14-6-19,-1 0-1,0 0 0,1 1 1,-1 0-1,0 0 1,0 0-1,-1 0 1,1 0-1,0 0 0,-1 1 1,0-1-1,0 1 1,0-1-1,0 1 0,-1 0 1,1 0-1,-1 0 1,0 0-1,0 0 0,0 8 1,3 86-420,-4-64-1527,1-1 0,7 41 0,3-42-1782,6-3-4885,-5-12-636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3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32 111 13417,'-32'-20'8066,"33"23"-6658,15 110 2851,-11-69-3719,1-1-1,21 71 1,-16-79-440,2 0 1,2-1 0,1-1-1,30 48 1,-38-70-120,0 0 0,1-1 0,0 0 0,0-1 1,1 0-1,22 15 0,-25-20 4,0 1 1,1-2-1,-1 1 1,1-1-1,0 0 1,0-1-1,0 0 0,1 0 1,-1-1-1,0 0 1,1 0-1,8-1 1,-8-1 20,0 0 1,-1-1 0,0 1 0,1-2 0,-1 1 0,0-1-1,0 0 1,0-1 0,-1 0 0,1 0 0,-1-1-1,0 0 1,0 0 0,0-1 0,-1 1 0,0-1 0,0-1-1,0 1 1,-1-1 0,0 0 0,5-11 0,-1 2 49,-1 0 0,-1 0 0,0-1 0,-2 0 0,1 0 0,-2-1 0,-1 1 0,0-1 0,0-24 0,-3 26-25,-1 1 1,-1 0 0,-1 0-1,0 0 1,-1 0 0,0 0-1,-1 1 1,-1 0-1,0 0 1,-14-22 0,-10-12-795,-56-66 0,53 72-838,2 7-2612,9 17-5351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3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9117,'13'13'7116,"-3"15"-4794,3 4-1339,48 53 650,-12-18-899,-46-62-721,1-1 1,0-1-1,1 1 0,-1 0 1,0-1-1,1 0 1,0 0-1,0 0 1,0-1-1,0 0 0,0 0 1,0 0-1,10 2 1,-10-3-75,1-1 0,0 1 1,-1-1-1,1 0 0,-1 0 1,1-1-1,0 1 0,-1-1 1,9-3-1,53-21-658,-20 7-87,-11 7-36,1 1 1,0 1-1,63-5 0,-75 13 411,0 1-1,0 1 1,0 1-1,0 1 1,0 1-1,40 12 1,14 13-895,85 44 0,-102-43 1422,0-2-1,111 31 0,-161-56 357,-1-1-1,0-1 0,0 0 0,1 0 0,-1-1 0,1-1 1,-1 0-1,0 0 0,12-3 0,-19 1-202,1 1-1,0-1 0,-1 0 1,0 0-1,0 0 1,0-1-1,0 0 1,0 1-1,-1-1 1,0-1-1,0 1 1,0 0-1,0-1 1,0 1-1,-1-1 0,3-7 1,2-1 404,-1-1 28,0 0 0,-1-1 0,6-28 0,-5 20-277,-3 14-511,-1 0 0,-1 1 0,1-1 0,-1-15 0,-2 5-3193,-2 0-4669,0 3-968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5.3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16802,'23'11'5480,"-30"6"-2564,23 89 3721,-6-55-5705,-7 6-932,3 6 0,1 6 0,2 2 0,-6 6 0,-6-2 0,0-1 0,3-2-468,3 2-2372,-3-6-637,-9-2-4123,2 0-7798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5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 0 15065,'-7'3'710,"1"1"0,-1-1-1,1 1 1,-1 0 0,1 0-1,0 1 1,0 0 0,1 0-1,0 0 1,0 1-1,0 0 1,0 0 0,1 0-1,0 0 1,0 1 0,1-1-1,-4 11 1,-5 14 911,3 0 0,-12 56-1,15-56-1635,-13 69 21,4 1 0,5 0 0,4 1 1,5-1-1,4 1 0,5-1 0,4 0 1,4 0-1,5-2 0,4 0 0,4-2 1,63 141-1,-61-173-6,3-2 0,3-2 0,2-1 0,3-2 0,3-2 0,76 76 0,-87-100 0,2-1 0,1-1 0,1-2 0,1-2 0,2-2 0,0-1 0,1-2 0,2-2 0,0-2 0,87 21 0,-96-32-245,1-1 0,1-2 0,-1-2 0,0-1 0,0-1 0,1-3 1,-2-1-1,1-1 0,0-2 0,-1-2 0,-1-1 0,0-1 0,0-2 0,-1-2 0,-1-1 0,-1-1 0,0-2 0,-2-1 0,0-1 0,-1-1 1,-2-2-1,0-1 0,-2-1 0,0-1 0,-3 0 0,0-2 0,28-54 0,-26 33 326,-2-1 0,-2-1 1,-3 0-1,-2-2 0,-2 1 0,-3-2 1,3-66-1,-10 47 356,-3-1 1,-3 1-1,-4 0 1,-32-136 0,27 162-232,-2 0 1,-2 2 0,-3 0 0,-1 1-1,-3 1 1,-1 0 0,-3 3-1,-1 0 1,-2 2 0,-1 1 0,-3 1-1,-1 2 1,-1 2 0,-2 1 0,-55-35-1,30 27-69,-2 3 1,-2 3-1,-1 3 0,-2 3 0,-111-31 0,122 45-683,0 3 0,-1 2 1,0 3-1,-1 3 0,1 2 0,-1 3 0,-81 11 0,107-6-759,1 2 0,0 1 1,-49 19-1,63-19-835,1 1 0,0 0 1,-32 24-1,-15 24-9608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6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176 261 11681,'1'-2'266,"0"0"0,-1 1 0,1-1 0,-1 0-1,1 1 1,-1-1 0,0 0 0,0 0 0,0 1 0,1-1 0,-2 0-1,1 0 1,0 1 0,0-1 0,-1 0 0,1 1 0,0-1 0,-1 0-1,0 1 1,1-1 0,-1 0 0,0 1 0,0-1 0,0 1 0,0-1-1,0 1 1,0 0 0,-1-1 0,1 1 0,0 0 0,-1 0 0,-8-5 11899,17 75-11752,5 254-413,6-9 0,-11-260 0,3 0 0,2 0 0,34 88 0,-39-124 0,1 0 0,1-1 0,1 1 0,0-2 0,1 1 0,1-2 0,1 1 0,0-2 0,1 0 0,25 20 0,-26-25 0,0 0 0,1-1 0,0 0 0,1-1 0,-1-1 0,1 0 0,1-1 0,-1-1 0,1 0 0,0-2 0,-1 1 0,1-2 0,22 0 0,-18-2 0,0-1 0,0-1 0,-1-1 0,1-1 0,-1 0 0,0-1 0,-1-2 0,1 1 0,-1-2 0,-1-1 0,0 0 0,0-1 0,-1-1 0,-1 0 0,1-1 0,-2-1 0,0 0 0,-1-1 0,0-1 0,19-31 0,-19 25 0,0 0 0,-2-1 0,0-1 0,-2 0 0,0-1 0,-2 1 0,0-1 0,-2-1 0,-1 1 0,-1-1 0,-1 0 0,-2 0 0,0 0 0,-1 1 0,-9-43 0,-1 27 0,-2 0 0,-1 2 0,-2 0 0,-2 0 0,-2 2 0,-1 0 0,-2 1 0,-28-34 0,10 21 0,-2 1 0,-1 3 0,-3 1 0,-87-62 0,96 79 0,-2 3 0,-43-21 0,59 34 0,0 2 0,-1 0 0,1 1 0,-2 2 0,-30-4 0,41 8-39,0 2 0,1 0 0,-1 1 1,0 0-1,0 2 0,1-1 0,-1 2 0,1 0 0,-23 9 0,31-10-352,0 0 0,0 0 0,1 0-1,-1 1 1,1-1 0,0 1-1,0 1 1,0-1 0,0 1 0,1 0-1,0 0 1,0 0 0,0 0 0,0 1-1,1 0 1,0 0 0,-4 11 0,5-10-722,0 0 0,1 1 0,-1-1 1,1 0-1,1 1 0,-1-1 0,1 1 0,2 11 1,13 43-11225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0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93 366 14085,'-5'1'401,"0"0"0,1 1-1,-1-1 1,0 1 0,1 0-1,-1 1 1,1-1-1,0 1 1,0 0 0,0 0-1,0 0 1,0 0 0,1 1-1,-1-1 1,1 1 0,0 0-1,0 0 1,1 0-1,-1 1 1,1-1 0,0 1-1,0-1 1,0 1 0,0 0-1,1-1 1,0 1 0,0 0-1,0 0 1,1 0 0,0 0-1,0 0 1,1 7-1,0 8 77,1-1 0,1 1-1,0 0 1,2-1-1,0 0 1,2 0 0,11 24-1,-13-31-448,2 0 0,0-1 0,0 1 0,1-2 1,0 1-1,1-1 0,0 0 0,1-1 0,0 0 0,1-1 0,-1 0 0,14 7 0,-17-13-88,-1 1 0,1-1 0,0-1 1,0 1-1,0-1 0,0-1 0,0 1 0,1-1 0,-1 0 0,0-1 0,0 0 0,0 0 0,0 0 0,0-1 0,11-4 0,-4 1 26,0-2-1,0 0 1,-1 0-1,0-1 1,0-1-1,-1 0 0,0-1 1,13-13-1,35-27 688,-58 49-619,1-1-1,-1 1 1,1 0 0,-1 0 0,1 0-1,0 0 1,0 0 0,-1 0 0,1 1 0,0-1-1,0 1 1,0 0 0,0 0 0,0 0-1,0 0 1,-1 0 0,1 1 0,0-1-1,0 1 1,4 2 0,5 1 119,0 2-1,-1 0 1,17 11 0,-3-2 63,6 2-163,127 68 167,-132-73-202,1-1 0,0-2 1,0 0-1,31 5 0,-50-13-98,1 0 0,-1 0 1,0-1-1,1 0 0,-1 0 0,0-1 1,1 0-1,-1 0 0,0-1 0,0 0 1,0-1-1,0 1 0,0-2 0,0 1 1,-1-1-1,0 0 0,1-1 0,-2 0 1,1 0-1,0 0 0,-1-1 0,0 0 1,-1 0-1,1 0 0,-1-1 0,0 0 1,-1 0-1,7-12 0,1-9-6,-1 0 0,-1-1 0,-2 0 0,0 0 0,-2-1 0,3-53-1,-2-7 816,4 0 0,3 1 0,36-118 0,-50 205-729,0 1 0,0-1 0,1 1 0,-1-1 0,1 1 0,-1 0 0,1-1 0,0 1 0,0-1 0,-1 1 0,1 0 0,0 0 0,0-1 0,0 1 0,0 0 0,1 0 0,-1 0 0,0 0 0,0 0 0,1 1 0,-1-1 0,0 0 0,1 0 0,-1 1 0,0-1 0,1 1 0,-1-1 0,1 1 0,-1 0 0,1 0 0,0 0 0,-1-1 0,1 1 0,-1 1 0,1-1 0,-1 0 0,1 0 0,-1 0 0,1 1 0,-1-1 0,1 1 0,-1-1 0,1 1 0,-1 0 0,0 0 0,1-1 0,-1 1 0,0 0 0,0 0 0,0 0 0,0 0 0,2 2 0,3 5 0,1 1 0,-1 0 0,0 1 0,-1-1 0,0 1 0,-1 0 0,0 0 0,0 1 0,2 16 0,3 15 0,2 48 0,-8-57 0,1 10-217,40 257-8247,-40-277 611,2 2-5396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23 218 16177,'-22'-3'3297,"25"-14"-253,0 3-480,13 2-612,19-5-419,105-31 331,-58 31-2836,4-1-696,0-4-1093,0 2-1311,-1 2-2137,10 7-5556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1061 12129,'-39'3'2782,"31"-3"147,3-17 2360,4 17-5148,1-1 0,-1 0 0,1 0 0,-1 0 0,1 0-1,0 0 1,-1 0 0,1 0 0,0 1 0,0-1 0,0 0 0,0 0 0,0 0 0,0 0 0,0 0 0,0 0 0,0 0 0,0 0-1,0 0 1,0 0 0,1 0 0,-1 0 0,1-1 0,17-29 831,0 1 0,34-40 0,-37 51-977,0-1-1,-1 0 0,0-1 1,-2 0-1,-1-1 1,0 0-1,9-31 1,-3-18 27,-4 0 1,-2-1 0,-4-1-1,-2 1 1,-9-121 0,-3 94 122,4 63 214,3 28 175,0 11 341,12 120-253,28 127 0,-25-167-531,-3-28-91,3 1 0,2-2 0,2 0 0,38 74 0,-55-123-86,1 1 0,0 0 0,0-1 0,1 0 0,-1 0 0,1 0 0,0 0 0,1-1 0,-1 1 0,1-1 0,0 0 0,0-1 0,0 1 0,0-1 0,1 0 0,-1 0-1,1 0 1,0-1 0,0 0 0,0 0 0,0-1 0,0 0 0,0 0 0,0 0 0,1 0 0,-1-1 0,0 0 0,0-1 0,11-1 0,-4-1 98,-1 0 0,0-1-1,0 0 1,-1-1 0,1 0 0,-1-1 0,0 0-1,-1-1 1,1 0 0,-1-1 0,0 0 0,11-13-1,62-46 2417,-82 67-2428,-1-1 0,0 1 0,1-1 0,-1 1 0,0-1 0,1 1 0,-1 0 0,1-1 0,-1 1 0,1 0 0,-1-1 0,1 1 0,-1 0 0,1 0 0,-1-1 0,1 1 0,-1 0 0,1 0 0,-1 0 0,1 0 0,0 0 0,-1 0 0,1 0 0,-1 0 0,1 0 0,-1 0 0,1 0 0,0 0 0,-1 0 0,1 0 0,-1 0 0,1 1 0,0-1 0,3 8 0,-4-8 0,4 9 0,0 0 0,0 0 0,-1 0 0,0 1 0,-1-1 0,0 1 0,1 15 0,1 2 0,1 5-557,0-3-3134,12 44 0,-14-64 2592,1 0 0,0 0 0,0 0 0,1 0 0,0 0 0,0-1 0,1 0 0,11 11 0,-5-7-10854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3 14137,'-6'-3'2140,"19"9"681,31 2-1897,-21-2-2284,-4 0-1197,19 8-2155,25 6-3697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8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36 258 12761,'-9'-16'1252,"0"-1"289,1 2 7459,16 2-8054,0 1 0,1 0 1,0 0-1,1 1 0,0 0 1,20-15-1,-19 18-760,-1-1 0,-1-1 0,1 1 0,-2-1 1,1-1-1,-1 0 0,10-19 0,-19 29-179,1 0-1,-1 0 1,0 0 0,0 0-1,0 1 1,0-1 0,-1 0-1,1 1 1,0-1 0,0 1-1,0-1 1,-1 1 0,1-1-1,-2 1 1,3 0-7,-3-1 0,0 0 0,0 0 0,0 1 0,-1-1 0,1 1 0,0 0 0,-1 0 0,1 0 0,0 0 0,0 1 0,-1 0 0,1-1 0,0 1 0,0 0 0,0 0 0,0 1 0,0-1 0,0 1 0,-5 3 0,1 0 0,-1 1 0,2-1 0,-1 2 0,1-1 0,0 1 0,-7 9 0,8-9-66,1 0-1,-1 1 1,2-1-1,-1 1 1,1 0 0,0 0-1,0 0 1,1 1 0,0-1-1,1 1 1,0-1-1,0 1 1,1-1 0,0 1-1,0 0 1,1-1-1,0 1 1,1-1 0,0 0-1,0 1 1,1-1-1,0 0 1,0 0 0,1 0-1,0-1 1,0 1 0,8 9-1,-4-5-144,1-1 0,0-1 0,1 0 0,-1 0 0,2-1 0,0 0 0,0 0 0,0-2 0,1 1 0,0-1 0,1-1 0,0 0 0,0-1 0,0-1 0,0 0 0,18 3 0,36 1-8056,-51-7 4792,28 5-9120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8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80 12929,'-2'-4'548,"0"0"0,1 0 0,-1 0 0,1 0 1,0 0-1,0 0 0,1-1 0,-1 1 0,1-9 0,0 12-328,1-1 0,-1 1 0,1-1 0,-1 1-1,1-1 1,0 1 0,0-1 0,0 1 0,0 0 0,0-1 0,0 1 0,0 0 0,0 0 0,0 0 0,1 0-1,-1 0 1,0 0 0,1 0 0,-1 0 0,0 1 0,1-1 0,-1 0 0,1 1 0,0-1 0,-1 1-1,1 0 1,-1 0 0,1-1 0,0 1 0,2 0 0,8 0 70,0 0 0,0 0 0,0 2 0,-1-1 0,1 1 0,0 1 1,-1 0-1,1 1 0,-1 0 0,0 0 0,20 13 0,9 7 293,61 48-1,-96-68-526,32 26 37,-2 1 1,-1 2-1,-1 1 1,42 58 0,-56-65-283,-1 0 0,-1 1 0,-2 1 0,0 1 0,-2 0 0,-2 0 0,11 44 0,-19-61 77,-1 0 0,-1 0-1,0 0 1,-1 0 0,0 0-1,-4 19 1,3-25 38,0 1 0,-1-1 0,0 0 0,0 0 0,-1 0 0,0 0 0,0 0 1,-1-1-1,0 1 0,0-1 0,0 0 0,-7 7 0,10-12 30,0 1 1,0-1-1,-1 1 1,1-1-1,0 0 1,-1 0-1,1 1 1,-1-1-1,1 0 1,-1 0-1,0-1 1,1 1-1,-1 0 1,0 0-1,1-1 1,-1 1-1,0-1 1,0 0-1,0 1 1,1-1-1,-1 0 1,0 0-1,0 0 0,0 0 1,-3-1-1,3 0-76,0-1-1,0 1 0,0-1 0,1 0 0,-1 1 1,0-1-1,1 0 0,-1 0 0,1 0 0,0 0 0,0 0 1,0 0-1,0 0 0,0-1 0,0 1 0,-1-4 1,-1-6-658,1 0 0,0 1 0,1-1 0,0 0 0,1 0 0,1-18 0,13-17-5120,8-8-3727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8.6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92 568 14105,'-2'-17'1151,"1"14"-803,0-1 0,0 1 0,1-1 0,0 0 0,0 1 0,0-1 0,0 0 0,0 1 0,1-1 0,-1 0 0,1 1 0,0-1-1,0 1 1,1-1 0,1-4 0,20-27 1819,0 1 0,2 0 0,2 2 0,41-39 0,-21 22-1058,-7 4-1109,-1-2 0,36-58 0,-73 100 0,-2 4 0,1 0 0,-1 0 0,1-1 0,-1 1 0,1 0 0,-1 0 0,1 0 0,0 0 0,0 0 0,0 0 0,0 0 0,-1 0 0,1 0 0,1 0 0,-1 0 0,0 0 0,0 1 0,0-1 0,0 1 0,2-2 0,-1 1 0,0 0 0,0-1 0,0 1 0,1 0 0,-1 0 0,0 1 0,0-1 0,1 0 0,-1 1 0,0-1 0,1 1 0,-1 0 0,1 0 0,-1 0 0,0 0 0,1 0 0,-1 0 0,4 1 0,-2 1 0,1 0 0,0 0 0,-1 0 0,1 0 0,-1 1 0,0-1 0,0 1 0,6 5 0,2 4 0,0 0 0,0 1 0,-2 1 0,13 19 0,-12-16 0,0 1 0,-2 0 0,0 0 0,-1 1 0,-1 0 0,-1 0 0,-1 1 0,0 0 0,-1 0 0,-2 0 0,0 0 0,-1 1 0,0-1 0,-2 0 0,-1 1 0,0-1 0,-2 0 0,0 0 0,-1-1 0,-12 31 0,3-18 0,0-1 0,-2-1 0,-2 0 0,0-1 0,-2-1 0,-1-1 0,-2-1 0,0-1 0,-1-1 0,-51 39 0,32-32-1430,-2-1 0,-1-2-1,-1-2 1,-2-2 0,-74 25 0,75-34-6519,24-6-5304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9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177 193 14625,'-35'12'773,"8"-3"1116,-54 11-1,79-20-1447,-1 1 0,0 0-1,0 0 1,1 0 0,-1 0-1,1 0 1,-1 1 0,1-1 0,-4 3-1,6-4-368,0 1 0,-1-1 0,1 0 0,0 1-1,-1-1 1,1 0 0,0 1 0,-1-1-1,1 0 1,0 1 0,0-1 0,-1 1 0,1-1-1,0 1 1,0-1 0,0 1 0,0-1 0,0 1-1,-1-1 1,1 1 0,0-1 0,0 0 0,0 1-1,0-1 1,0 1 0,1-1 0,-1 1 0,0-1-1,0 1 1,0-1 0,0 1 0,0-1-1,1 1 1,-1-1 0,0 0 0,0 1 0,1-1-1,-1 1 1,0-1 0,1 0 0,-1 1 0,0-1-1,1 0 1,-1 1 0,1-1 0,-1 0 0,0 0-1,1 1 1,-1-1 0,1 0 0,-1 0 0,1 0-1,0 0 1,14 6 441,1-1 0,0 0 0,0-2 0,1 0 0,-1 0-1,1-2 1,20 0 0,-12 0-172,520 2 355,0-34-528,617-94-168,-1153 124 0,69-11 0,-2-3 0,91-30 0,-164 44 6,0-1 0,1 1 0,-1-1 0,0 1 1,0-1-1,0 0 0,-1 0 0,1-1 0,0 1 0,-1-1 0,1 1 0,-1-1 0,2-3 1,-4 6-14,1-1 1,-1 0 0,0 1 0,1-1-1,-1 0 1,0 1 0,0-1 0,0 0-1,0 0 1,0 1 0,0-1 0,0 0 0,0 0-1,0 1 1,0-1 0,0 0 0,0 1-1,0-1 1,-1 0 0,1 0 0,0 1-1,0-1 1,-1 0 0,1 1 0,-1-2-1,-1 0-34,0 1 0,0-1-1,0 1 1,0-1 0,0 1-1,-1 0 1,1 0 0,0 0-1,-1 0 1,1 0 0,0 0-1,-4 0 1,-7-1-1762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9.8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16522,'0'0'6178,"0"3"-3302,-16 296 4315,16-293-7191,6 310 0,-1-226 0,27 135 0,-27-203-1092,1 0-1,17 40 1,-14-43-964,1 0 0,1-1 0,0 0 0,1 0 0,28 29 0,3-8-12114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0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1 177 15269,'40'-26'3021,"-39"25"-2829,1 0 1,-1 0 0,0 0-1,0 0 1,0 0-1,0 0 1,-1 0 0,1 0-1,0 0 1,0-1 0,-1 1-1,1 0 1,-1 0-1,1-3 1,7-9 1857,0 6-1572,0 0-1,1 1 0,-1 0 1,2 0-1,-1 1 0,0 0 0,1 1 1,0 0-1,16-5 0,102-19 1404,-109 24-1638,45-7 201,-1 3 0,1 2 1,0 3-1,113 10 0,-160-5-456,1 1 1,-1 0-1,1 2 0,-1 0 0,0 0 1,18 11-1,-29-14-29,-1 1 1,0 0-1,-1 0 1,1 1-1,0-1 1,-1 1-1,0 0 1,0 0-1,0 1 1,0-1-1,-1 1 1,0 0-1,0 0 1,0 0-1,0 0 1,-1 0-1,0 1 0,0-1 1,-1 1-1,1-1 1,-1 1-1,1 8 1,-2 0-149,-1 0 0,0-1-1,-1 1 1,0-1 0,-1 0 0,0 0 0,-11 26 0,-48 87-1356,42-88 1155,15-30 328,-96 197-1511,79-153 1066,2 0 0,-14 59 0,31-97 436,-1 0 0,0-1-1,0 1 1,-2-1 0,1 0 0,-2-1 0,0 1-1,0-1 1,-1 0 0,0-1 0,-1 0 0,-19 18 0,-9 0-735,-2-2 1,-49 27 0,32-21-2637,26-12-2287,11-8-3504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0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34 760 16117,'26'-21'777,"-6"3"511,2 2-1,45-27 1,150-67 3621,-84 44-3996,4-13-382,-135 77-527,1 0 1,0 0-1,0-1 0,-1 1 1,1-1-1,-1 1 1,0-1-1,0 0 0,0 0 1,2-4-1,-3 6 0,-1 0 1,0 0-1,0 1 0,1-1 0,-1 0 1,0 0-1,0 0 0,0 1 0,0-1 1,0 0-1,0 0 0,0 0 0,0 1 1,0-1-1,-1 0 0,1 0 0,0 0 1,0 1-1,-1-1 0,1 0 1,-1 1-1,1-1 0,0 0 0,-1 1 1,1-1-1,-1 0 0,0 1 0,1-1 1,-1 1-1,1-1 0,-1 1 0,0-1 1,1 1-1,-1-1 0,0 1 0,0 0 1,1-1-1,-1 1 0,0 0 1,0 0-1,0 0 0,1-1 0,-1 1 1,-1 0-1,-9-2 106,-1 0 1,0 1-1,0 0 1,1 1 0,-21 2-1,-65 13 780,60-9-455,5 0-162,1 1 0,1 2 0,-1 1 0,2 1 0,-1 1 0,-32 20 0,45-22-146,1 0-1,1 1 1,0 1-1,0 0 1,1 1-1,1 0 1,0 1-1,1 1 1,0 0-1,1 0 1,-15 30-1,23-37-126,-1-1 0,2 1 0,-1-1 0,1 1 0,0 0 0,1 0 0,0 0 0,0 0 0,1 0 0,0 0 0,0 0 0,1 0 0,0 0 0,1 0 0,-1 0 0,1-1 0,1 1 0,-1 0 0,2-1 0,-1 0 0,1 0 0,7 12 0,-2-7 0,0-1 0,1-1 0,0 0 0,0 0 0,1-1 0,0 0 0,1-1 0,-1 0 0,2 0 0,-1-2 0,1 0 0,17 6 0,1-3-87,0-1-1,1-1 1,0-2-1,1-1 1,-1-2 0,0-1-1,1-2 1,-1-1 0,1-1-1,-1-2 1,0-1-1,-1-1 1,1-2 0,41-18-1,-48 15 20,-1-1-1,0-1 0,-1-1 1,-1-1-1,0-1 0,-2-1 1,0 0-1,0-2 0,32-43 0,0-12 823,69-131-1,-71 110-539,-20 36-145,2 2 1,3 1-1,53-67 0,-85 121-69,-1-1 0,1 1 0,0 1 0,0-1 0,0 0 0,0 1 0,1-1 0,-1 1 0,1 0 0,-1 0 0,1 1 0,0-1 0,0 1 0,0 0 0,0-1 0,0 2 0,0-1 0,0 0 0,6 1 0,-4 1 0,0 0 0,0 0 0,0 0 0,0 1 0,-1 0 0,1 0 0,-1 1 0,1 0 0,-1-1 0,0 2 0,8 5 0,5 7 0,-1 0 0,-1 0 0,-1 2 0,0 0 0,12 20 0,-14-17 0,0 0 0,-2 1 0,0 1 0,-1 0 0,-2 0 0,0 1 0,4 27 0,-4-9 0,-3 0 0,-2 0 0,-2 47 0,-2-55 0,-2-1 0,-2 0 0,-1 1 0,-1-2 0,-2 1 0,-2-1 0,0 0 0,-2-1 0,-23 39 0,25-51 0,-1 0 0,0 0 0,-2-1 0,0 0 0,-1-2 0,-1 1 0,-1-2 0,0 0 0,-1-1 0,0-1 0,-1-1 0,0 0 0,-1-2 0,-39 16 0,46-22-218,0-1 0,-1 0 0,1 0-1,-1-2 1,1 0 0,-24 0 0,33-1 40,0-1 0,0 1-1,0-1 1,0 1 0,0-1 0,-1 0-1,2-1 1,-1 1 0,0-1 0,0 0-1,0 0 1,1 0 0,-1 0 0,1 0-1,0-1 1,-1 0 0,1 1 0,0-1-1,1-1 1,-1 1 0,0 0 0,1 0-1,0-1 1,0 0 0,-3-6 0,4 7-698,0 0-1,1 0 1,-1 0 0,0 0 0,1 0-1,0-1 1,0 1 0,0 0 0,1-6 0,12-30-13984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0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18486,'2'1'400,"0"1"1,0 0 0,0 0-1,0 0 1,0 0 0,0 0 0,-1 0-1,1 0 1,-1 1 0,1-1-1,-1 0 1,0 1 0,0 0 0,0-1-1,0 1 1,0-1 0,-1 1-1,1 0 1,-1 0 0,1-1-1,-1 1 1,0 0 0,-1 4 0,9 52 3180,-2-30-3011,29 103-57,27 103-513,-59-226 0,10 59-1216,6 74 1,-13-84-849,2-1 1,24 86-1,-13-81-5823,3-6-5387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1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22 126 19310,'-22'-5'3500,"44"-7"-472,1 1-703,8-1-489,26 4-380,4 5-560,12 0-876,22-3-848,13-2-1016,13-7-1041,2 4-1295,14-3-2497,19-3-6296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1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1334 13721,'-13'-6'5793,"13"-2"-3038,22-12-2044,2 0 96,70-70-88,-49 48-518,71-84 0,-93 97 88,-2-1-1,-2-1 1,-1 0-1,-1-2 1,-1 0-1,17-57 1,-5-15 1559,-5-1 0,16-193 0,-14 74-1553,-24 216-295,-1 10 0,-2 27 0,-2 73 0,13 139 0,-4-160 0,103 1558 0,-101-1483 0,12 100 0,-18-248-239,0-1 0,1 1 0,1 0 0,3 9 0,3-6-863,-9-10 1065,1 0 1,-1-1 0,1 1-1,-1 0 1,0 0 0,1-1-1,-1 1 1,0 0 0,1-1-1,-1 1 1,0 0 0,0-1-1,1 1 1,-1-1 0,0 1-1,0 0 1,0-1 0,0 1 0,1-1-1,-1 1 1,0 0 0,0-1-1,0 1 1,0-1 0,0 1-1,0-1 1,0 1 0,0-1-1,0 0 1,0-10-412,0 0 1,-1 0-1,0-1 0,-1 1 1,0 0-1,0 0 0,-1 0 1,-1 1-1,0-1 0,0 1 1,-1 0-1,-1 0 0,-6-11 1,-12-14-56,-1 2 0,-35-38 0,28 39 857,-1 1 0,-1 1 1,-69-44-1,-123-59 3012,222 131-3316,-16-9 317,0 0 1,0-2-1,1 0 0,0-1 0,2-1 1,-17-17-1,32 30-331,0 0-1,1 0 1,-1 0 0,1 0 0,-1-1-1,1 1 1,0 0 0,0 0 0,0-1-1,0 1 1,1-1 0,-1 1 0,1-1-1,-1 1 1,1-1 0,0 1 0,0-1-1,0 0 1,0 1 0,0-1-1,1 1 1,-1-1 0,1 1 0,0-1-1,0 1 1,0 0 0,0-1 0,0 1-1,0 0 1,0-1 0,1 1 0,-1 0-1,3-2 1,3-4 24,1 0-1,1 0 1,-1 1-1,1 0 0,1 0 1,13-7-1,55-24-266,1 2-1,149-43 0,-165 58 80,640-188 754,-688 205-296,1 1 0,-1 0 0,26 0 0,-38 3-275,0 0-1,0 1 0,0-1 1,0 0-1,0 1 1,0 0-1,0 0 1,0 0-1,-1 0 1,1 0-1,3 2 1,-5-2-44,0 0 1,1 0-1,-1 0 1,0 1 0,0-1-1,-1 0 1,1 0 0,0 1-1,0-1 1,0 0 0,-1 1-1,1-1 1,-1 0 0,1 1-1,-1-1 1,0 1 0,0-1-1,1 1 1,-1-1-1,0 1 1,0-1 0,0 1-1,-1 1 1,-2 9-12,0 0 0,-1 0 0,0 0 0,-1-1 0,0 0 0,-1 0 0,0 0 0,-11 14 0,6-9 0,1 1 0,-14 31 0,22-43-16,-2 5-457,1 0 1,0 0-1,-3 17 1,6-24 266,-1 0 0,1 0 0,0 0 1,1 0-1,-1 0 0,0 0 0,1 1 0,0-1 0,-1 0 1,1 0-1,1 0 0,-1-1 0,0 1 0,1 0 0,-1 0 1,4 4-1,-2-3-569,1 0 0,-1-1 0,1 1 1,0 0-1,0-1 0,5 3 0,20 5-5817,11-7-5770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1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14437,'26'-26'5425,"-4"32"-4357,80 45-512,-58-31-1616,-3 0-844,1 6-1061,8 11-1563,8 3-3517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2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17 15229,'-22'-17'3261,"25"37"-237,-6 20 92,-6 0-347,9 6-433,-4 8-416,4 6-808,4 9-1112,2 5 0,0 6 0,1-6 0,-4 4 0,6-7 0,1-5-1768,-1-9-1604,4 3-4725,0 6-8449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2.1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0 258 17378,'23'-72'3164,"-1"49"-348,0 3-504,16 3-555,7 0-417,9 3-484,12 0-612,17 2-712,12-2-868,7 0-869,2-9-1211,1 6-3209,0 17-6208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3.5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 1617 12149,'-6'0'-588,"-17"0"1779,-18-4 5068,39 3-5607,-1 1 1,0-1-1,1 0 0,-1 1 1,1-1-1,0 0 0,-1-1 1,-3-1-1,6 2-540,-1 1-1,0-1 1,1 0 0,-1 1-1,1-1 1,-1 1-1,1-1 1,0 0 0,-1 1-1,1-1 1,0 0-1,-1 1 1,1-1 0,0 0-1,0 0 1,-1 1 0,1-1-1,0 0 1,0 0-1,0 0 1,0 1 0,0-1-1,0 0 1,0 0-1,1 1 1,-1-1 0,0-1-1,24-70 1710,41-84 1,-32 80-1610,-4-2 0,-4-1 0,17-88 0,19-246-70,-42 61-153,-12 179-65,-4 158 13,0 36 38,-2-12 54,35 514 115,5 37-15,-37-531-139,1 0 0,1-1-1,2 0 1,0 0 0,2-1 0,16 31 0,-22-50 3,0 0 1,1 0-1,0-1 1,0 1-1,1-1 1,0-1-1,0 1 1,1-1-1,-1 0 1,1 0-1,0-1 1,1 0 0,0 0-1,-1-1 1,2 0-1,-1 0 1,0-1-1,1 0 1,-1-1-1,1 1 1,0-2-1,0 1 1,16 0-1,-2-3-68,1-1-1,-1-1 0,1-1 0,-1-1 1,0-1-1,-1-1 0,40-17 0,1-8-91,74-50 0,52-26 1006,-183 105-795,-3 1-34,-1 1 0,1-1 0,0 1 1,0 0-1,-1 0 0,1 0 0,0 0 0,0 0 0,0 0 0,0 1 1,0 0-1,1-1 0,-1 1 0,0 0 0,0 1 0,0-1 0,0 0 1,0 1-1,0 0 0,0 0 0,0 0 0,0 0 0,-1 0 0,1 0 1,0 1-1,0 0 0,2 1 0,0 0-10,2 2 0,-1-1 0,1 1 0,-1-1 0,0 2 0,0-1 0,0 1 0,-1 0 0,0 0 0,0 0 0,0 1 0,5 10 0,23 75 0,-29-76 0,1 0 0,1-1 0,0 1 0,1-1 0,0 0 0,1-1 0,1 1 0,1-2 0,11 15 0,-18-26-17,1 1 0,-1-1-1,1 0 1,0 0 0,0 0 0,-1 0-1,1-1 1,0 1 0,1-1 0,-1 0-1,0-1 1,0 1 0,0 0 0,0-1-1,1 0 1,4-1 0,9 0-433,-1-1 0,24-6 0,-39 8 363,13-4-1211,-1 0 1,1-1-1,-1 0 1,18-10-1,21-19-6978,-5-5-5013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3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12 12457,'-35'-12'9189,"73"12"-9553,23 3-1136,-14 9-1116,14 8-2457,12 8-4036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4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0 313 15445,'2'-26'3458,"0"0"-1,9-38 1,-10 62-3094,0-1 0,1 0 1,-1 1-1,1 0 0,-1-1 0,1 1 1,0 0-1,-1 0 0,1 0 1,3-3-1,0 1 345,-4 4-619,0 0 0,0 0 0,0 0-1,0 0 1,0 0 0,0 0 0,0 1 0,0-1-1,0 1 1,0-1 0,0 0 0,0 1 0,0-1-1,0 1 1,0 0 0,0-1 0,0 1 0,0 0 0,0 0-1,0 0 1,1 1 88,6 4-159,-1 1 1,0 0-1,0 1 0,-1 0 0,0 0 0,0 0 0,-1 0 1,0 1-1,0 0 0,6 18 0,1 11-40,12 54 1,-22-83 19,53 301 1,-50-286 0,-3-14 0,-1 0 0,2 0 0,0-1 0,0 1 0,1-1 0,7 15 0,-10-23 0,0 0 0,-1 1 0,1-1 0,0 0 0,0-1 0,-1 1 0,1 0 0,0 0 0,0 0 0,0 0 0,0-1 0,0 1 0,3 1 0,-2-2 0,0 0 0,0 0 0,0 1 0,0-1 0,0 0 0,0-1 0,0 1 0,0 0 0,0-1 0,0 1 0,0-1 0,0 0 0,0 1 0,0-1 0,0 0 0,0 0 0,0 0 0,-1-1 0,4-1 0,0-1 0,-1 0 0,0-1 0,1 1 0,-1-1 0,-1 0 0,5-6 0,77-157-359,-65 122 177,2 2 1,2 0 0,55-76-1,-73 114 173,-1 0 0,1 1 0,0 0 0,0 0 0,1 0 0,0 0-1,-1 1 1,1 0 0,1 1 0,-1 0 0,0 0 0,1 0 0,0 1 0,0 0 0,-1 1 0,1-1-1,0 2 1,0-1 0,10 1 0,12 2-154,-1 2-1,0 1 0,53 15 1,-59-13-42,95 31-1422,4 4-964,73 14-3508,-170-49 5755,-1-1-1,40 4 1,-62-10 441,0 1 0,0-1 0,-1 1 0,1-1 0,0 1 0,-1-1 0,1 1 0,0 0-1,-1 0 1,1 0 0,1 1 0,-2-1 8,0 0 0,1 0 1,-1 0-1,0 0 0,1-1 0,-1 1 0,1 0 0,-1-1 0,0 0 0,1 1 0,0-1 0,-1 0 0,1 1 1,2-1-1,12-1 373,-1 0 1,1 0-1,-1-2 0,1 0 1,-1 0-1,0-2 1,-1 0-1,1-1 1,14-7-1,1-4-242,0-1 0,-2-1 0,0-1 0,-2-1 0,26-27 0,-42 38-93,-1-1-1,0 0 1,0 0-1,-1-1 1,-1 0-1,0-1 1,-1 0-1,0 0 0,-1 0 1,0 0-1,-1-1 1,-1 0-1,0 0 1,2-25-1,-5 35-90,-2-63 1330,2 64-1329,0 0 1,-1 0 0,1-1-1,-1 1 1,0 0 0,0 0-1,0 0 1,0 0-1,0 0 1,-1 0 0,0 0-1,1 1 1,-1-1-1,0 0 1,0 1 0,-1 0-1,-2-4 1,2 5-54,1 1 0,0-1 0,-1 0 0,1 1 0,-1-1 0,1 1 0,-1 0 0,1 0 0,-1 0 0,1 0 0,0 0 0,-1 0 0,1 1 0,-1-1 0,1 1 0,-1 0 0,1 0 0,0 0 0,0 0 0,-1 0 0,1 0 0,0 1 0,0-1 0,0 0 0,-3 4 0,-3 2 0,0 0 0,0 1 0,0 0 0,-11 16 0,5-2 0,0 0 0,2 1 0,0 0 0,1 1 0,2 0 0,0 1 0,2 0 0,1 1 0,0-1 0,2 1 0,1 0 0,2 0 0,0 0 0,4 37 0,-2-54 5,1 0 0,0-1 0,0 1-1,1 0 1,0-1 0,0 0 0,1 0 0,0 0 0,1 0 0,0-1-1,0 1 1,0-1 0,1-1 0,9 10 0,-5-8 2,0-1 0,0 0 1,1 0-1,0-1 0,0-1 0,0 1 1,1-2-1,0 0 0,16 4 1,6-2-112,0-2 0,1-1 0,-1-1 0,1-2 0,0-2 0,53-8 0,-20-3-3253,69-23-1,0-8-5775,-17 2-4220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6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393 293 11585,'-5'-11'480,"1"0"939,0 1-1,-1 1 1,0-1-1,-11-15 1,14 22-1070,0 1-1,0 0 1,-1 0-1,1 0 1,0 0-1,-1 0 1,1 0 0,-1 1-1,0-1 1,1 1-1,-1 0 1,0-1-1,0 1 1,0 1 0,0-1-1,0 0 1,0 1-1,0-1 1,0 1-1,0 0 1,0 0 0,-4 1-1,-1 1-167,1 0 0,-1 0 0,1 1-1,-1 0 1,1 1 0,0-1 0,1 1 0,-1 1-1,1-1 1,-1 1 0,1 0 0,1 0 0,-1 1-1,1 0 1,0 0 0,0 0 0,-4 8 0,-8 13 598,1 1 0,-23 53 0,20-34-779,1 1 0,3 1 0,1 0 0,-11 88 0,22-114 0,1 0 0,1 0 0,2 0 0,0 0 0,1 0 0,1 0 0,1 0 0,2 0 0,0-1 0,1 0 0,1 0 0,19 35 0,-19-44-15,0-2 0,0 1 0,1-1 0,1-1 0,0 1 0,0-2 0,1 1 0,0-2 0,0 1 0,20 9 0,-13-9-34,0-1 0,0-1-1,0-1 1,1-1 0,0 0-1,0-1 1,20 1 0,0-3-61,-1-2 1,1-2-1,-1-1 1,0-1-1,0-3 1,0-1-1,48-17 1,-54 14-113,0-2 1,0-1 0,-2-1-1,1-2 1,-2 0 0,50-41-1,-59 40 153,0-1-1,-2-1 0,0 0 0,-1-1 0,-2-1 1,0-1-1,-1 0 0,-1-1 0,12-32 1,-16 30 70,-1 0 0,-1-1 0,-2 0 0,0 0 0,-2 0 0,-1-1 1,-1 1-1,-4-41 0,-8-20 417,-27-111-1,7 49 604,28 137-935,1-1 212,-1 0 0,-8-27 0,9 39-202,0 9 26,2 21 156,4 44 62,115 550-340,-73-402-861,-45-215 796,0-1 0,1 0 0,0 1 0,-1-1 0,1 0 0,0 0 0,1 0 0,-1 0 0,1 0 0,0 0 0,0-1 0,7 7 0,-9-9 50,1 0 1,0 0-1,0-1 0,0 1 0,-1-1 1,1 1-1,0-1 0,0 1 0,0-1 1,0 0-1,0 0 0,0 0 0,0 0 1,0 0-1,0-1 0,0 1 0,0 0 0,0-1 1,0 0-1,-1 1 0,1-1 0,0 0 1,0 0-1,-1 0 0,1 0 0,0 0 1,-1 0-1,1-1 0,-1 1 0,0 0 1,1-1-1,0-1 0,83-92-187,4-6 15,-78 90 175,0 0 1,1 2-1,1-1 1,0 1-1,0 1 1,20-9-1,-26 14 14,0 1-1,1 0 0,-1 0 1,1 1-1,-1 0 1,1 0-1,-1 1 0,1 0 1,0 0-1,-1 1 1,1 0-1,-1 0 0,1 1 1,9 3-1,10 5 26,-1 1-1,37 21 1,-46-23-11,31 17 42,56 20 0,-83-38-92,0-2 0,0 0 0,1-1 0,0-2 0,36 3 0,-39-6-85,0 0-1,-1-1 0,1 0 1,0-2-1,-1 0 0,0-1 1,0-1-1,0-1 0,0 0 1,-1-2-1,0 0 0,-1 0 1,20-14-1,-33 19 80,0 1 0,0-1 0,0 0 0,0 0 0,-1 0 0,1-1 0,3-5 0,-2 2 17,-3 5-7,-4 3 0,-1 0 35,0 0-1,1 1 1,-1-1 0,1 1 0,-1 0 0,1 0 0,0 1 0,0-1-1,0 0 1,0 1 0,0 0 0,1 0 0,-1 0 0,1 0-1,0 0 1,0 0 0,0 1 0,0-1 0,0 1 0,0 3 0,1-5 33,-1-1-1,-19 16 0,19-15-51,2-6 56,-6-58 1303,5 59-912,24 24 116,-12-12-460,1 1-1,0-2 0,0 0 1,21 11-1,-27-16-71,1 0 0,0-1-1,-1 1 1,1-1 0,0-1-1,0 1 1,0-1 0,0 0-1,0-1 1,0 0 0,12-1-1,-18 1-14,9-1-15,0-1 1,0 0 0,0-1-1,-1 0 1,11-5 0,-16 6-6,-1 0 0,0 0-1,0 0 1,0-1 0,0 1 0,-1-1 0,1 1 0,-1-1 0,1 0 0,-1 0-1,0-1 1,0 1 0,-1 0 0,1-1 0,0 1 0,-1-1 0,1-4 0,30-114-744,-31 119 738,0 0 0,1 1 0,-1-1 0,1 0 0,-1 1 0,1-1 0,0 1 0,2-3-1,2-1-31,-4 4 46,1 1 0,-1 0 0,1 0 0,-1 0 0,1 1 0,0-1 0,-1 0 0,1 1 0,0 0 0,-1 0 0,1 0 0,0 0 0,-1 0 0,4 1 0,-4-1 2,16 2-42,0 1 0,24 7 0,-37-9 51,1-1 0,-1 1 1,0-1-1,1 0 0,-1 0 0,1 0 0,-1-1 0,0 1 0,1-2 0,-1 1 0,9-4 0,-2 1-63,0-1 1,-1-1 0,17-10-1,7-9-597,54-51-1,-63 53 461,-22 19 137,0 0 1,0 1 0,0-1-1,1 1 1,-1 1-1,1-1 1,0 0 0,0 1-1,0 0 1,10-3-1,-13 6-21,0-1 0,-1 1 0,1 0 0,0-1 0,-1 1-1,1 0 1,-1 0 0,1 0 0,-1 0 0,1 1 0,-1-1-1,0 0 1,3 3 0,-3-3-4,0 1 0,0-1 0,0 0 0,0 0 0,0 0 0,1 0 0,-1 1 0,1-2 0,-1 1 0,0 0 0,1 0-1,0 0 1,-1-1 0,1 1 0,-1-1 0,1 1 0,0-1 0,-1 0 0,1 1 0,0-1 0,2 0 0,7-3-92,-1-1 1,1 0-1,-1-1 1,0 0-1,0 0 0,0-1 1,-1 0-1,1-1 1,-2 0-1,1 0 0,-1-1 1,13-15-1,-21 22 204,0 0-1,1 0 1,-1 0 0,0 0-1,0 0 1,0 0-1,0 0 1,0 0-1,0 0 1,0 0-1,-1 0 1,1 0-1,0 0 1,0 0 0,-1 0-1,1 0 1,0 0-1,-1 1 1,0-3-1,0 1 63,0-1 32,0 0-1,0 0 0,-1 0 0,1 1 1,-1-1-1,1 0 0,-1 1 0,0-1 1,0 1-1,0 0 0,0-1 0,0 1 1,-1 0-1,1 0 0,-1 0 0,1 1 0,-1-1 1,-5-2-1,3 2 46,-1 1 0,1-1-1,-1 1 1,1 0 0,-1 0 0,0 1-1,0-1 1,1 1 0,-12 2 0,9-1-22,0 0 1,0 1 0,0 0-1,0 0 1,0 1 0,1 0 0,-1 0-1,1 1 1,0 0 0,0 0-1,0 1 1,1 0 0,-1 0-1,1 1 1,-8 8 0,12-11-103,0 0 0,0 0 0,0 1 0,1-1 0,-1 0 1,1 1-1,0-1 0,0 1 0,0-1 0,0 1 0,0-1 1,1 1-1,0-1 0,0 1 0,0 0 0,0-1 0,0 1 1,1 4-1,1-2-6,1 0 0,-1 1 0,1-1 0,0 0 0,0 0-1,1 0 1,0-1 0,7 9 0,39 43 87,-32-38-103,-1 0 0,0 1-1,-2 1 1,0 0 0,-2 1 0,0 0-1,14 36 1,-22-43-10,0-3-3,-1 1 1,-1-1 0,0 1 0,-1 0-1,0-1 1,-1 1 0,0 0 0,-2 13-1,-7 140 29,4-126-41,-2-1-1,-2 0 1,-13 39 0,5-23-29,-38 113-413,-2 9-1469,55-173 1690,-1-7-153,-9-27 305,0 0-1,3-1 0,-6-32 0,-10-35 127,16 71-61,1-1-1,1 0 1,1 0 0,-1-48 0,5 65-44,2 0 1,0 0-1,0 0 1,0 0 0,2 0-1,-1 1 1,1-1-1,1 1 1,0 0 0,0 0-1,1 0 1,1 1 0,-1-1-1,1 1 1,11-11-1,58-54-1306,155-115-1,-20 19-83,-72 26-2017,-125 129 2187,-11 13 510,-11 17-305,4-9 1114,-20 30 284,14-23-206,1 0 0,1 1 1,0 0-1,1 1 0,0 0 0,1 0 0,-9 31 0,16-44-193,-1-2-74,1 1 1,0 0 0,0-1-1,0 1 1,-1 0 0,1-1-1,0 1 1,0 0 0,0-1 0,0 1-1,0 0 1,0 0 0,0-1-1,0 1 1,1 0 0,-1-1-1,0 1 1,0-1 0,0 1 0,1 0-1,-1-1 1,0 1 0,1-1-1,-1 1 1,1 0 0,-1-1-1,1 1 1,-1-1 0,1 1 0,-1-1-1,1 0 1,-1 1 0,1-1-1,-1 0 1,1 1 0,0-1-1,-1 0 1,1 1 0,-1-1 0,1 0-1,1 0 1,24 11-6991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6.4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26 101 11449,'-16'0'2472,"7"-20"-328,18 11-359,4 0 1291,3-5-2712,0 3-520,3 2-696,0 1-852,-7-1-765,-2-2-2243,9 16-3701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5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149 163 11145,'19'-22'1684,"-15"18"3134,-5 2-3502,-3-7-1578,-4-3 5112,7 12-4645,0 0-1,0 0 1,0 1 0,0-1 0,-1 0 0,1 1-1,0-1 1,0 1 0,0 0 0,0-1 0,1 1-1,-1 0 1,0-1 0,0 1 0,0 0 0,-1 1-1,1-1 147,0 3-207,-1-1 1,1 0-1,-1 0 0,0 0 1,0 0-1,0-1 0,-4 5 0,-5 8 430,11-13-530,-1-1 0,0 0 0,0 0 0,0 0 0,0 0 0,0 0 0,0 0 0,0 0 0,0 0 0,0 0 0,0 0 1,-1-1-1,1 1 0,0 0 0,0-1 0,-1 1 0,1-1 0,0 0 0,-1 1 0,1-1 0,-1 0 0,1 0 0,0 0 0,-1 0 1,1 0-1,-1 0 0,1 0 0,0 0 0,-1 0 0,-1-2 0,-7 2 74,8 0-116,0-1 0,1 1 0,-1 0 0,1 0 0,-1-1 1,1 1-1,-1-1 0,1 1 0,-1-1 0,1 0 0,-1 0 0,1 1 0,-1-2 1,-12-6 127,7 6-279,6 2 184,0 0 0,0 0 0,0 0 0,0 0 0,0-1 0,0 1 0,0 0 0,0-1-1,0 1 1,0-1 0,0 1 0,0-1 0,0 1 0,0-1 0,1 0 0,-1 1 0,0-1-1,1 0 1,-2-1 0,7-10 475,18-7-220,-20 16-278,17-11 51,1 1 0,0 1 0,43-19 0,-40 21-33,1 1 0,-1 2-1,2 0 1,-1 1-1,0 2 1,48-3 0,-63 7-21,0 0 0,0 1 0,0 0 0,0 1 0,-1 0 0,1 0 0,0 1 1,-1 0-1,0 1 0,0 0 0,0 0 0,0 1 0,0 0 0,-1 1 0,0 0 0,-1 0 1,1 1-1,-1 0 0,0 0 0,10 15 0,-10-12-9,-1-1 0,-1 2 0,1-1 0,-2 1 0,1 0 0,-2 0 0,1 0 0,-2 0 0,3 18 0,-3-11 0,-2 0 0,0-1 0,-1 1 0,-1 0 0,-6 27 0,-7 10 0,-3-2 0,-2-1 0,-28 50 0,23-47 0,-6 9 0,15-32 0,1 1 0,1 0 0,-14 54 0,26-83 0,1 1 0,1 0 0,-1 0 0,0-1 0,1 1 0,0 0 0,0 0 0,1-1 0,-1 1 0,1 0 0,0 0 0,1-1 0,-1 1 0,4 8 0,-2-9 0,0 0 0,0 0 0,0-1 0,1 1 0,-1-1 0,1 0 0,0 0 0,0 0 0,0 0 0,0-1 0,1 0 0,-1 0 0,0 0 0,9 3 0,3-1-215,1 0 1,-1-1-1,1 0 1,-1-2-1,31 0 0,89-11-1877,-111 7 1808,23-3-1201,-1-2-1,-1-3 1,1-1-1,-2-2 1,0-2 0,51-26-1,-85 36 358,0-1 1,0 0-1,-1 0 0,0-1 0,0 0 1,15-17-1,8-18-6699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5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1329 95 11065,'-33'15'566,"-9"3"1189,-72 44 0,-5 23 2868,-169 156 0,2 52-2739,222-217-945,4 3 0,-52 91-1,78-110-297,2 2-1,3 0 1,-34 112-1,48-120-454,3 0 1,2 1-1,2 0 0,3 1 1,2 61-1,4-84-191,2 1 0,1-1 0,1 0 0,2 0 0,1-1 0,2 0 0,1 0 0,2-1 0,27 49 0,-27-58-23,2 0 1,1-1-1,0 0 1,1-2 0,2 0-1,0-1 1,0-1-1,2 0 1,0-2 0,1 0-1,1-2 1,43 20-1,-24-17-343,1-3 1,0-1-1,1-2 0,0-2 0,1-2 0,-1-2 0,70-2 0,-18-7-440,1-5-1,137-31 1,-121 13 153,-1-5-1,146-64 1,196-134-951,-372 183 1410,-1-5 0,-4-2 0,-2-5 0,-2-2 0,104-115 0,-141 134 260,-1-2-1,-2-1 0,-2-1 0,-2-2 0,-2-1 0,-3-1 0,-1-1 0,-3-1 1,-3-1-1,20-99 0,-32 118 161,-2 0 0,-2-1 1,-1 1-1,-2 0 0,-1 0 1,-2 0-1,-1 1 0,-1-1 1,-3 1-1,0 1 0,-2 0 1,-2 0-1,-1 2 0,-1-1 1,-2 2-1,-1 0 0,-1 2 1,-2 0-1,0 1 0,-2 1 1,-1 1-1,-1 1 0,-1 2 1,-43-28-1,16 18-14,-1 2-1,-1 2 1,-2 3-1,0 2 1,-2 3 0,-98-19-1,71 24-157,0 3 0,-1 5 0,0 3 0,-98 9 0,132 0-508,0 2-1,0 2 0,1 3 0,-63 22 1,77-20-803,1 3 0,-38 22 1,47-22-1714,0 2 0,-49 42 0,6 12-9100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6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407 12 8549,'-22'-7'2264,"18"6"-201,-3 1 246,-66-2 3870,-25 0-1665,10 14-587,84-12-3356,8 2-347,28 15-107,1-3 0,1 0-1,55 13 1,-3 0-16,1127 418-942,-1186-435 777,40 16-186,114 62 0,-172-83 236,-1 0 0,0 1 0,0 0 0,0 0 0,-1 1 0,12 14 0,-17-18 16,1 1 0,-1-1 0,0 0 1,-1 1-1,1 0 0,0 0 1,-1-1-1,0 1 0,0 0 0,0 0 1,-1 0-1,1 0 0,-1 0 0,0 0 1,0 0-1,0 0 0,-1 0 1,1 0-1,-2 5 0,-2 1 21,1 0 0,-2 0 0,1-1 0,-1 1 0,-1-1 0,0 0 0,0-1 0,-1 0 0,0 0 0,-9 9 0,-16 11 68,-42 30-1,63-49-81,-72 48 164,-113 59 1,-101 34 62,270-137-218,-354 169 178,-213 105-20,401-194-1543,190-92 151,8-4-336,97-65-5225,-26 24-818,-8 11-2040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7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49 13009,'-19'-49'15428,"34"67"-11734,-9-9-3623,0 0 0,-1 0-1,0 1 1,0 0 0,-1 0 0,0 0 0,3 15 0,12 82 5,-12-62-83,17 130 7,-8 2 0,-8 0 0,-18 226 0,3-207-3710,20 98-9060,-7-223-533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3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933 5 13729,'-72'-2'2486,"53"0"-1526,0 1 1,0 1 0,1 1-1,-1 0 1,-20 5 0,2 6 26,0 1 0,1 2 0,0 1 1,1 2-1,1 1 0,1 2 1,-39 32-1,17-8-441,3 2-1,1 3 1,-49 64 0,76-85-403,2 2 1,-37 65 0,52-81-117,0-1 1,1 1 0,0 1-1,2-1 1,0 1 0,0 0-1,2 0 1,0 0-1,0 24 1,2-34-28,0-1 0,1 1 0,-1-1 0,1 1 0,1-1 0,-1 1 0,1-1 0,0 0 0,0 0 0,0 0 0,1 0 0,0 0 0,0 0 0,0-1 0,0 1 0,1-1 0,5 5 0,-3-4 0,0-1 0,1 0 0,-1 0 0,1 0 0,0-1 0,0 0 0,1 0 0,-1-1 0,0 0 0,1 0 0,9 0 0,6 0 0,0-1 0,0-2 0,1 0 0,-1-1 0,0-1 0,-1-2 0,30-8 0,108-48 0,-24 7 0,-129 52 0,0 0 0,0 0 0,0 1 0,13-1 0,-18 2 0,-1-1 0,0 1 0,0 0 0,1 0 0,-1 0 0,0 0 0,1 0 0,-1 1 0,0-1 0,0 0 0,1 1 0,-1-1 0,0 1 0,0-1 0,0 1 0,2 0 0,-3 3 0,1 0 0,0 0 0,-1 0 0,0 0 0,0 0 0,0-1 0,0 1 0,-1 0 0,1 0 0,-1 0 0,0 0 0,-3 6 0,2 1 0,-11 46-63,6-27-433,1 0-1,2 1 1,-2 40-1,6-69 67,1 0-1,-1 0 0,0 0 1,1 0-1,-1 0 0,1 0 1,0 0-1,-1 0 1,1 0-1,0-1 0,0 1 1,0 0-1,1 0 0,-1-1 1,3 4-1,70 79-20413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4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280 70 12361,'0'0'4215,"-2"2"-2195,-9 4-1164,1 1-1,0 0 0,0 1 1,1 0-1,0 1 0,1 0 1,-12 16-1,-48 79 903,48-71-1195,6-10-380,0 1 1,2 1-1,0 0 0,2 0 1,1 1-1,1 1 0,1-1 1,1 1-1,2 0 0,-2 37 1,6-62-161,-1 0 0,1 0 0,0 0 0,0 0 0,1 0 1,-1 0-1,0 0 0,1 0 0,-1 0 0,1 0 0,0 0 0,-1-1 1,1 1-1,0 0 0,0 0 0,0-1 0,0 1 0,1-1 0,-1 1 1,0-1-1,1 1 0,-1-1 0,1 0 0,-1 0 0,1 1 0,-1-1 1,1 0-1,0-1 0,0 1 0,-1 0 0,3 0 0,4 1 28,1-1-1,-1-1 1,0 1-1,1-1 1,-1-1-1,10-1 1,2 0-5,-5 3-19,0-1-1,-1 2 1,29 6 0,-6-1-12,7-1-8,56 0 1,-58-7-24,0-2 1,0-2 0,49-13 0,119-42 115,-196 56-81,51-17-20,130-34-43,-185 53 63,199-48-397,-178 40 186,0-1 0,-1-1 1,0-2-1,41-26 0,-69 39 211,0 0 0,0 0-1,-1 0 1,1 0 0,0 0-1,-1-1 1,1 1 0,0-1-1,-1 1 1,0-1 0,1 1-1,-1-1 1,0 0 0,0 1-1,0-1 1,0 0 0,0 0-1,0 0 1,0 0 0,-1 0-1,1 0 1,-1 0 0,0 0-1,1 0 1,-1 0 0,0 0-1,0 0 1,-1-5 0,1 7-9,0-1 0,0 0 0,0 0 0,0 1 0,-1-1 0,1 0 0,0 0 0,0 1 1,-1-1-1,1 0 0,-1 1 0,1-1 0,0 0 0,-1 1 0,1-1 0,-1 1 0,1-1 0,-1 1 0,0-1 1,1 1-1,-1-1 0,1 1 0,-1-1 0,0 1 0,0 0 0,1-1 0,-2 1 0,0 0 12,0-1-1,0 1 0,0 1 0,0-1 1,0 0-1,0 0 0,0 1 0,0-1 1,0 1-1,-4 1 0,-5 4 90,-1 0 1,-18 13-1,25-15-72,-21 13-24,5-4-32,-32 28-1,47-37-133,1 1 0,0 1 0,1-1 0,-1 1 0,1 0 0,0 0 0,0 0 0,1 0 0,0 1 0,-3 8 0,5-13 38,2 1 0,-1 0 0,0 0 0,0-1 0,1 1 0,0 0 0,-1 0 0,1-1 0,0 1 0,0-1 0,1 1 0,-1-1 0,2 3 0,-1-2-107,-2-2 180,1-1 1,-1 1 0,1-1 0,0 1 0,-1-1 0,1 1-1,0-1 1,-1 1 0,1-1 0,0 1 0,0-1 0,-1 0-1,1 0 1,0 1 0,0-1 0,-1 0 0,1 0 0,0 0-1,0 0 1,0 0 0,0 0 0,-1 0 0,2 0 0,0 0-85,3 0 58,-1 0 0,0 0 0,0 0 1,0-1-1,1 0 0,-1 0 0,0 0 0,0 0 0,0 0 0,0-1 0,0 0 0,-1 0 1,1 0-1,0 0 0,-1 0 0,5-5 0,7-5 88,-1-1 0,16-20 0,-24 26 77,5-8 274,0 0 0,0-1 0,-2 0 0,12-26 0,12-23 887,1 6-468,80-125 2380,-111 181-3172,-1 0 0,1-1 0,0 1 0,0 1 0,0-1 0,0 0 0,1 1 0,-1-1 0,1 1 0,0 0 0,-1 0 0,1 1 0,0-1 0,0 1 0,4-2 0,-6 3 0,0 0 0,-1 0 0,1 0 0,-1 0 0,1 0 0,0 0 0,-1 0 0,1 0 0,-1 1 0,1-1 0,-1 1 0,1-1 0,-1 1 0,1-1 0,-1 1 0,1 0 0,-1 0 0,0 0 0,0 0 0,1 0 0,-1 0 0,0 0 0,0 0 0,0 0 0,0 1 0,0-1 0,0 0 0,0 1 0,-1-1 0,1 0 0,0 1 0,-1-1 0,1 1 0,-1 0 0,0-1 0,1 1 0,-1-1 0,0 1 0,0-1 0,0 3 0,1 21-723,-1 1 0,-2 0-1,0 0 1,-8 33 0,7-44 124,-8 67-11798,13-39-774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4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907 118 5485,'-16'-14'1590,"16"13"-1472,0 1 1,0-1-1,0 1 0,0-1 0,0 0 0,-1 1 0,1-1 1,0 1-1,0-1 0,1 1 0,-1-1 0,0 1 0,0-1 0,0 1 1,0-1-1,0 0 0,1 1 0,-1-1 0,0 1 0,0-1 0,1 1 1,-1 0-1,0-1 0,1 1 0,-1-1 0,0 1 0,1-1 0,11-12 1334,-11 12-1145,71-73 16896,-73 75-16964,-1 0 0,1 1 0,-1-1 0,1 1 1,0-1-1,0 1 0,0 0 0,0-1 0,0 1 1,-1 2-1,-1 1 92,-29 49-66,-120 180-70,-247 228-195,261-311 0,111-122 0,-11 11 0,2 2 0,2 0 0,-52 87 0,83-123 0,0 0 0,0 1 0,1-1 0,-1 1 0,2-1 0,-1 1 0,1 0 0,-1 0 0,2 0 0,-1-1 0,2 15 0,-1-17 0,1 0 0,0 0 0,1-1 0,-1 1 0,1 0 0,-1-1 0,1 1 0,0 0 0,0-1 0,1 0 0,-1 0 0,1 0 0,0 0 0,0 0 0,0 0 0,0-1 0,0 1 0,0-1 0,1 0 0,-1 0 0,6 2 0,5 3 0,0-2 0,1 0 0,-1 0 0,1-1 0,28 3 0,79-2 0,-94-5 0,381-23 0,-2-34 0,-300 41 0,-20 3-6,246-41-222,-233 33-174,122-42-1,-211 59-415,0-1 0,0 0 0,16-11-1,6-7-5336,-21 14 2381,-10 4-2294,-5-12-3406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5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174 117 15341,'-9'-6'1476,"-12"-7"385,7 10 5991,4-23-1659,7 66-6176,-2 0-1,-17 70 1,8-45-23,-4 17 6,-1 5 0,3 0 0,-7 150 0,23-211 0,1 1 0,1 0 0,1-1 0,2 1 0,11 40 0,-13-60 0,-1 1 0,1-1 0,0 0 0,1 0 0,-1 0 0,2-1 0,-1 1 0,1-1 0,-1 0 0,2 0 0,-1-1 0,1 1 0,0-1 0,0 0 0,0-1 0,1 0 0,-1 0 0,1 0 0,0-1 0,0 0 0,0 0 0,1 0 0,11 1 0,-4-2 0,1-1 0,0 0 0,0-1 0,0-1 0,0-1 0,0 0 0,0-1 0,-1-1 0,0 0 0,1-1 0,-2-1 0,1 0 0,0-1 0,25-18 0,-6 3 0,-2-3 0,-1 0 0,-1-2 0,47-55 0,-55 56 0,-2-2 0,0 0 0,-2-1 0,-2-1 0,0 0 0,-2-1 0,-2-1 0,-1 0 0,-1 0 0,-1-1 0,5-49 0,-12 58 0,0 1 0,-2 0 0,-1-1 0,-1 1 0,-1-1 0,0 1 0,-12-35 0,9 40 0,-1 0 0,0 1 0,-2 0 0,0 1 0,-1 0 0,0 0 0,-1 1 0,-1 1 0,-1-1 0,-16-14 0,17 20-262,0 0 0,-1 1 0,1 1 0,-1 0 0,-1 1 0,1 0 0,-1 1 1,0 0-1,-1 1 0,1 1 0,-1 0 0,1 1 0,-1 1 0,0 0 0,0 1 0,1 1 0,-1 0 0,0 1 0,1 0 0,-22 7 0,26-5-800,0 0 0,0 0-1,1 1 1,0 0-1,0 1 1,0 0-1,0 0 1,1 1-1,0 0 1,-7 8-1,-35 36-11532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8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0 12669,'0'0'7288,"-3"2"-5414,0 0-1510,-1 0-1,1 1 1,0 0-1,0-1 1,0 1-1,0 0 0,0 1 1,1-1-1,-1 1 1,1-1-1,0 1 1,-3 6-1,-17 54 1838,17-43-1536,-46 199 2655,19-106-3306,-86 349 3,106-395-18,3 2 0,3-1-1,2 1 1,12 128 0,-5-173-139,1-1 0,1 1 0,1-1 0,2 0 0,0-1 0,14 28 0,-14-36-96,1 0 1,0 0-1,1-2 0,0 1 0,2-1 0,-1-1 1,1 0-1,1 0 0,0-1 0,15 9 0,-6-7-1138,0 0 0,1-2 0,29 11 0,35 4-5411,34-6-7143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9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1042 11737,'-1'0'122,"0"1"0,1 0-1,-1-1 1,0 1 0,0-1 0,0 1 0,0-1-1,0 1 1,-1-1 0,1 0 0,0 0 0,0 0-1,0 1 1,0-1 0,0 0 0,0 0 0,0 0-1,0 0 1,0-1 0,-1 1 0,1 0 0,0 0-1,0-1 1,0 1 0,0-1 0,0 1 0,0-1-1,0 1 1,0-1 0,0 1 0,1-1 0,-1 0-1,0 0 1,0 1 0,0-1 0,1 0 0,-1 0-1,1 0 1,-1 0 0,-2-4 3342,3 4-3384,-1 1 0,1-1 0,0 0-1,-1 0 1,1 0 0,-1 0 0,1 0-1,-1 1 1,1-1 0,-1 0 0,0 1 0,1-1-1,-1 0 1,0 1 0,0-1 0,-1 0-1,1 0-53,1 1 0,-1-1-1,0 1 1,0-1-1,1 1 1,-1-1 0,0 0-1,1 1 1,-1-1-1,1 0 1,-1 0 0,1 1-1,-1-1 1,1 0-1,-1 0 1,1-1 0,1-1 43,0 0 0,0 0 0,1 0 0,0 0 1,-1 0-1,1 0 0,0 0 0,5-4 0,1-4 63,57-85 604,70-109 494,-98 144-610,40-92 0,-53 85 85,-3 0-1,14-78 1,-13 52 329,-20 86-878,0 0 0,-1-1 0,0 1 0,0-15 0,-1 16-71,-1 7-71,1-1-1,0 1 1,-1-1-1,1 1 1,0-1-1,-1 1 1,1-1-1,-1 1 1,1-1 0,-1 1-1,1 0 1,-1-1-1,1 1 1,-1 0-1,1 0 1,-1-1-1,1 1 1,-1 0-1,0 0 1,1 0-1,-1-1 1,1 1 0,-1 0-1,0 0 1,1 0-1,-1 0 1,0 0-1,1 0 1,-1 1-1,1-1 1,-2 0-1,2 0 16,-5 1 4,1 0-1,0 0 1,0 1-1,1-1 1,-1 1-1,0 0 1,0 0 0,1 1-1,-1-1 1,1 0-1,0 1 1,0 0-1,0 0 1,0 0 0,-3 5-1,-10 12 98,-17 29-1,20-29-69,-11 17-54,1 2-1,2 0 0,2 1 1,2 0-1,1 2 1,2 0-1,3 1 0,1 0 1,1 0-1,-2 64 1,11-89-140,1 0 1,2 0 0,-1 0-1,2-1 1,0 1 0,1-1-1,1 0 1,1 0 0,0-1 0,1 0-1,1 0 1,1 0 0,0-2-1,15 19 1,18 15-508,2-2 0,83 66-1,-105-93 583,-5-5-34,16 13-86,-2 2 0,0 0 0,-2 2-1,30 40 1,-54-62 165,0 0 0,0 0 0,-1 0 0,0 1 0,-1-1 0,0 1-1,0 0 1,-1 0 0,0 1 0,-1-1 0,0 0 0,-1 1 0,0 0 0,-1-1 0,0 1-1,-1 0 1,0-1 0,0 1 0,-1-1 0,0 0 0,-1 1 0,-6 13 0,-6 8 10,-2-1 1,-1-1-1,-1 0 1,-1-2-1,-49 52 1,-138 113 238,197-184-224,-93 81 295,97-85-314,10-7-101,88-63-510,110-103 0,-9 7 847,-78 74 1422,217-123 1,-318 203-1467,1 0 1,-1 0-1,25-6 1,-35 12-139,0 0 1,0 0-1,0 1 1,0-1-1,-1 1 1,1 0-1,0 1 1,0-1-1,5 1 1,-8 0-28,1-1-1,0 1 1,-1 0 0,1 0 0,0-1 0,-1 1 0,1 0 0,-1 0 0,1 1 0,-1-1 0,1 0 0,-1 0 0,0 1 0,0-1 0,0 1 0,0-1 0,0 1 0,0-1 0,0 1-1,1 2 1,-1 2-140,0 0-1,-1 1 1,1-1 0,-1 1-1,-1-1 1,1 0-1,-1 1 1,0-1-1,0 0 1,-3 8-1,-4 28-1812,7 13-1681,-1 0-1729,-1-18-972,-1-6-2364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9.6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32 9537,'9'-32'4904,"-15"44"-4084,-26 8-840,-3-3-900,7-6-516,2 3-2312,4 9-2405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0.2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1213 109 12853,'-6'-41'2700,"5"39"-2354,0-1 0,0 0 0,-1 1 0,1 0 1,-1-1-1,1 1 0,-1 0 0,0 0 0,1 0 1,-1 0-1,0 0 0,-1 0 0,1 1 0,0-1 0,0 1 1,-1-1-1,-4-1 0,-44-16 3391,44 17-3089,-2-1-319,-1 1 0,0 1 0,1-1-1,-1 2 1,0-1 0,0 1 0,0 1 0,0 0 0,1 0-1,-18 5 1,8 0-50,0 1 0,0 0 0,1 1-1,-22 13 1,15-5-111,1 2 1,0 0-1,1 1 0,2 1 1,-24 28-1,7-3-496,-52 82 1,81-111 35,0 0 0,1 1 1,1 0-1,0 0 0,1 1 0,1-1 1,1 2-1,0-1 0,1 0 0,1 1 1,1-1-1,1 1 0,0-1 0,4 22 0,-3-33 115,1 0 0,-1 0 0,1 0 0,0 0-1,1-1 1,0 1 0,0 0 0,0-1-1,1 0 1,6 8 0,-8-11 100,1 0 0,-1-1 0,1 1 0,0 0 0,0-1 0,1 0 0,-1 0 0,0 0 0,1 0 0,-1 0 0,1 0 0,0-1 0,-1 0 0,1 0 0,0 0 0,0 0 0,0-1 0,0 1 0,0-1 0,7 0-1,-1-2 78,0 1 0,0-1 0,-1-1 0,1 1 0,0-2 0,-1 1-1,0-1 1,0-1 0,0 0 0,0 0 0,-1-1 0,0 0-1,9-8 1,7-10 845,-1 0-1,32-47 1,4-4 1119,-51 66-1757,-3 2 103,1 1 1,0-1-1,0 1 1,0 1-1,14-10 1,-18 14-258,-1 0 1,1 0 0,0 1-1,-1-1 1,1 0 0,0 1-1,0 0 1,-1-1 0,1 1-1,0 0 1,0 0 0,0 0 0,-1 0-1,1 0 1,0 0 0,0 1-1,0-1 1,-1 0 0,1 1-1,0 0 1,-1-1 0,1 1-1,0 0 1,-1 0 0,1 0-1,-1 0 1,1 0 0,-1 0-1,0 0 1,1 1 0,-1-1 0,0 0-1,0 1 1,1 1 0,5 7-15,0 1 1,0 0-1,-1 1 0,-1-1 1,0 1-1,0 0 1,-2 1-1,1-1 1,-1 1-1,1 17 0,1 23 99,-2 64 0,-3-66-116,1 82-22,-7 1 0,-5-1 0,-6-1 0,-5 0 0,-50 159 0,57-247 0,-28 60 0,-82 138 0,112-218 0,0 0 0,-2-1 0,-1-1 0,0-1 0,-2 0 0,-28 26 0,36-38 0,-13 13 0,0-2 0,-1-1 0,-2 0 0,1-2 0,-2-1 0,0-2 0,-50 20 0,57-27 0,1-1 0,-2-1 0,1-1 0,0-1 0,-1 0 0,0-2 0,0 0 0,1-2 0,-1 0 0,0-1 0,1-1 0,-27-7 0,41 8 0,0 0 0,-1 0 0,1-1 0,0 0 0,0 0 0,0 0 0,0-1 0,1 0 0,0 0 0,0 0 0,0-1 0,0 1 0,0-1 0,-5-9 0,7 10 0,0-1 0,1-1 0,0 1 0,-1 0 0,2-1 0,-1 1 0,1-1 0,0 1 0,0-1 0,0 1 0,1-1 0,0 0 0,0 1 0,0-1 0,1 0 0,0 1 0,2-8 0,4-13-134,2 0 0,1 1 0,2 0-1,0 1 1,1 0 0,23-30 0,109-125-1341,-141 175 1449,889-964-12305,-714 774 4701,-101 112 248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1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90 7857,'0'0'3843,"3"-4"-1870,10-15 9241,-22 10-10030,6 6-584,1 0-1,-1 0 1,1 1-1,-1-1 1,0 1 0,0 0-1,-1 0 1,-3-2 0,5 3-584,22-15-18,-17 14 2,0 1 0,0-1 0,-1 1 1,1-1-1,0 1 0,0 0 1,0 0-1,1 0 0,3 0 0,-1 0 6,-3 0-18,22 20 12,-20-7 3,1 1-1,-2 0 1,0 0-1,0 0 0,-1 1 1,-1-1-1,1 20 1,-2-28 1,8 122-64,-6-70-422,13 76 0,-13-117 379,-1 0-1,0 0 1,-1 1-1,-1-1 1,-1 0-1,-1 0 1,-4 24-1,5-35 235,1-9-37,1-10-65,1 0 0,0 0 1,1 0-1,1 0 0,0 0 0,1 1 0,0 0 0,1 0 0,12-19 0,9-11 12,43-53 0,-55 76-42,1 1-1,1 1 0,0 0 1,2 1-1,0 0 1,1 2-1,0 1 1,1 0-1,1 1 0,34-14 1,-50 25-29,-1 0 0,1 0 1,0 0-1,0 1 0,0 0 1,0 0-1,-1 1 0,1-1 1,0 1-1,0 1 0,0-1 1,0 1-1,0 0 0,0 0 1,0 1-1,0 0 0,-1 0 1,1 0-1,-1 0 0,0 1 1,1 0-1,-1 0 0,0 1 1,6 6-1,4 5-194,-2 0 1,0 1-1,-1 1 0,-1 0 1,15 31-1,-17-32 25,-9-16 193,0 1 0,1 0 0,-1 0 0,0 0-1,1 0 1,-1-1 0,1 1 0,-1 0 0,1 0 0,-1-1 0,1 1 0,-1 0 0,1-1 0,0 1-1,-1-1 1,1 1 0,0-1 0,0 1 0,-1-1 0,1 1 0,0-1 0,0 0 0,0 1 0,-1-1-1,1 0 1,0 0 0,0 0 0,0 0 0,0 0 0,0 0 0,1 0 0,1-1-4,0-1 0,0 0 1,0-1-1,0 1 0,0 0 0,0-1 1,-1 0-1,5-4 0,35-45 53,-22 26-52,27-26-1,-39 45 3,0-1-1,1 1 1,0 1-1,0-1 1,0 2 0,1-1-1,13-5 1,-20 10-5,-1 1 0,0-1 0,1 0 0,-1 1 0,0-1 0,1 1-1,-1 0 1,1 0 0,-1 0 0,0 0 0,1 0 0,-1 0 0,1 1 0,-1-1 0,0 1 0,1-1 0,-1 1 0,0 0 0,0 0 0,1 0 0,-1 1 0,0-1 0,0 0 0,0 1 0,0-1-1,-1 1 1,1 0 0,0-1 0,-1 1 0,1 0 0,-1 0 0,3 4 0,-1 0-74,0 0 0,0 0 0,-1 0 0,0 1 0,0-1 0,0 1 0,-1-1-1,0 1 1,0 0 0,-1-1 0,0 10 0,9 92-1928,16-121 1937,-13 7 180,0-2 0,-1 0-1,0 0 1,0-1 0,12-13-1,-20 18-60,1 0-1,0 1 0,0-1 1,0 1-1,0 0 1,1 0-1,-1 1 0,1-1 1,0 1-1,-1 0 0,1 0 1,0 0-1,0 1 0,0 0 1,1 0-1,-1 0 1,0 1-1,0-1 0,0 1 1,1 0-1,7 2 0,-1 1-57,0 0-1,-1 1 0,1 0 1,-1 0-1,0 2 0,0-1 1,0 1-1,12 10 0,-2-2-370,0-1 1,32 14-1,-43-22 248,0-1-1,0-1 1,0 0 0,0 0 0,0-1 0,0 0 0,1-1 0,13 0-1,-17-2 140,-1 0 0,1 0 0,0-1 0,-1 1 0,1-2 0,-1 1 0,0-1 0,1 0 0,-1 0 0,-1-1-1,1 1 1,0-1 0,-1-1 0,0 1 0,0-1 0,0 0 0,7-10 0,-9 11 122,0 0 1,0-1 0,0 1-1,-1-1 1,1 0-1,-1 0 1,-1 0-1,1 0 1,-1 0 0,0 0-1,0-1 1,0 1-1,0 0 1,-1 0-1,0-1 1,-1 1 0,1 0-1,-1-1 1,0 1-1,0 0 1,0 0-1,-4-9 1,-3-1 44,0 1 0,-1-1 0,0 1 0,-1 1 0,-1 0 0,0 0 0,-17-14-1,23 24-818,0 0-1,0 0 0,-1 0 0,0 0 0,1 1 0,-8-2 0,-8-4-4176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1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305 0 12961,'-10'12'357,"2"-4"612,1 1 1,0-1-1,1 1 0,0 0 1,0 0-1,1 1 0,0 0 1,-4 14-1,-50 146 4900,-10 7-4210,14-60-5257,36-78-663,-1 0-3490,6-11-3225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1.9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296 1 12345,'-32'5'1432,"-3"13"-488,-6-4-568,3-3-680,6 4-788,-6 13-1148,-6-2-1136,9 5-1725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851 788 13009,'-86'16'4679,"48"-10"-2828,0 2 0,-49 17 0,49-9-1391,0 1-1,2 2 0,0 2 0,1 1 1,1 2-1,1 1 0,-34 33 0,30-21-458,1 1 0,2 2 0,2 2 0,2 1 0,-31 57-1,51-81-211,1 1-1,1 0 1,-10 33-1,15-43 46,1 1 0,0-1 0,1 1 0,0 0 0,1 0 0,0 0 0,0-1 0,1 1 0,3 13 0,-4-23 134,1 1 0,-1 0 0,0-1 0,1 1 1,-1 0-1,1-1 0,-1 1 0,1 0 0,0-1 0,0 1 0,0-1 0,-1 1 0,2-1 0,-1 0 0,0 1 0,0-1 0,0 0 0,1 0 0,-1 0 0,0 0 0,1 0 0,-1 0 1,1 0-1,-1 0 0,1 0 0,0-1 0,-1 1 0,1-1 0,0 1 0,-1-1 0,1 0 0,0 0 0,-1 0 0,1 1 0,0-2 0,0 1 0,-1 0 0,1 0 0,0 0 0,-1-1 1,1 1-1,0-1 0,-1 0 0,4-1 0,7-4-40,1 0 1,0-2-1,-1 1 1,-1-1-1,1-1 1,-1 0-1,-1-1 1,11-12-1,72-98-112,-74 93 177,349-554 1264,-271 421-292,42-99 1064,-81 145-417,75-109 1,-130 218-1532,20-24 602,-22 29-661,-1-1-1,1 1 1,-1-1 0,1 1-1,-1 0 1,1-1 0,-1 1-1,1 0 1,-1-1 0,1 1-1,-1 0 1,1 0 0,-1-1-1,1 1 1,0 0-1,-1 0 1,1 0 0,-1 0-1,1 0 1,0 0 0,-1 0-1,1 0 1,-1 0 0,1 0-1,0 0 1,-1 0-1,1 0 1,-1 1 0,1-1-1,-1 0 1,1 0 0,-1 1-1,1-1 1,-1 0 0,1 1-1,-1-1 1,1 0 0,-1 1-1,1-1 1,-1 1-1,1-1 1,-1 1 0,0-1-1,1 1 1,-1-1 0,0 1-1,0-1 1,1 1 0,-1 0-1,0-1 1,0 2 0,2 3 46,0 0 0,-1 0 1,0 1-1,0-1 0,0 1 1,-1-1-1,0 1 1,0-1-1,0 1 0,-2 6 1,-15 62 300,11-53-290,-26 97-1,-73 297-2603,32-84-4017,39-177-2032,7-41-3587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3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1651 9869,'-47'43'1316,"45"-42"-1216,1 0 0,0 0 0,-1 0 0,1 0 0,0 0 0,0 1 0,0-1 0,0 0 0,0 1 0,0-1 0,0 0 0,0 1 0,0-1 0,1 1 0,-1-1 0,1 1 0,-1 0-1,1-1 1,0 1 0,-1 0 0,1 2 0,0 0 248,0-1 317,4-4-530,1-1 1,-1 0-1,0 0 1,0 0-1,1-1 1,-1 1-1,-1-1 1,1 0-1,0 0 1,4-6-1,-4 6-33,34-36 405,-2-2-1,-1-2 0,30-49 0,-55 78-335,49-75 1175,83-174-1,19-109 96,-39 46 17,-53 139 1,-49 130-854,-6 18 21,1 0-1,26-47 1,-41 85-607,0 0 0,1 1 1,-1-1-1,0 1 0,0-1 1,1 0-1,-1 1 0,1-1 1,-1 1-1,0-1 0,1 1 0,-1-1 1,1 1-1,-1-1 0,1 1 1,-1 0-1,1-1 0,-1 1 1,1 0-1,0-1 0,-1 1 0,1 0 1,-1 0-1,1 0 0,0-1 1,-1 1-1,1 0 0,0 0 1,-1 0-1,1 0 0,0 0 0,-1 0 1,1 0-1,0 0 0,-1 0 1,1 1-1,-1-1 0,1 0 1,0 0-1,-1 1 0,1-1 0,-1 0 1,1 0-1,0 1 0,-1-1 1,1 1-1,-1-1 0,0 1 1,1-1-1,-1 1 0,1-1 0,0 1 1,1 2 32,0 1 0,0-1 0,0 0 0,0 1 0,0-1 0,-1 1 0,2 5 0,1 16 89,-1-1-1,-1 1 0,-2-1 1,0 1-1,-2 0 1,-5 32-1,2-18 24,-128 706 1335,-63-12-1918,136-520-322,-19 152-3047,70-314 3030,4-27 156,3-12 3,-1-1 0,2 1 0,-1 0 0,1-1 0,1 1 0,0 0 0,4 22 0,-4-33 432,0 1 1,1-1 0,-1 1-1,0-1 1,1 1 0,-1-1 0,1 1-1,0-1 1,-1 0 0,1 1 0,0-1-1,0 0 1,0 0 0,0 1 0,0-1-1,0 0 1,0 0 0,0 0-1,0 0 1,1 0 0,-1 0 0,3 1-1,-3-2 31,1 0-1,0 0 0,-1 0 0,1 0 1,0 0-1,-1 0 0,1-1 0,0 1 1,-1-1-1,1 1 0,0-1 0,-1 1 0,1-1 1,-1 0-1,1 0 0,-1 0 0,2-1 1,5-4-344,0-1 1,0-1 0,-1 1-1,0-1 1,10-15-1,-3 4 172,-1-1-1,-1-1 0,-1 0 1,0-1-1,9-29 1,-18 44 380,0 1 0,-1-1 0,0 1 0,0-1 0,0 0 0,-1 1 0,0-1 0,0 0 1,0 1-1,-1-1 0,0 0 0,-1 1 0,1-1 0,-1 1 0,0-1 0,-1 1 0,0 0 0,0 0 1,0 0-1,-1 1 0,1-1 0,-1 1 0,-10-10 0,-8-3 503,0 0 0,-2 2 0,0 1 0,0 1 0,-43-17 0,31 13 734,-66-40 1,98 56-1257,1 0-1,-1-1 1,0 0 0,1 0 0,-1 0 0,1 0 0,0-1 0,0 1 0,0-1 0,1 0 0,-1 0 0,1 0 0,0 0 0,0 0-1,0 0 1,1-1 0,-1 1 0,1 0 0,0-1 0,0 1 0,1-1 0,-1 0 0,1 1 0,0-1 0,1 1 0,-1-1 0,1 0-1,-1 1 1,1-1 0,1 1 0,2-8 0,2 1-42,0-1 0,1 1 0,0 0 0,0 1 1,1 0-1,1 0 0,0 0 0,0 1 0,13-9 0,106-69-217,-95 66 160,401-239-292,54-35 1194,-463 279-679,185-113 1688,-208 127-1582,-9 19 175,-34 63-132,29-59-264,0 1-1,1 1 0,-9 29 1,18-44-63,0 0 0,0 0 0,1 1 0,0-1 0,1 0 0,0 1 0,0-1 0,0 1 0,1-1 0,1 0 0,-1 1 0,1-1 0,6 14 0,-5-14-44,1 0-1,-1 0 0,2-1 0,-1 1 1,1-1-1,0 0 0,1 0 0,-1 0 1,9 6-1,-10-10 8,0 0 0,0 0 0,0-1 0,0 0 0,0 0 0,0 0 0,0 0 0,1-1 0,-1 1 0,1-1 0,-1 0 0,1-1 0,-1 1 0,1-1 0,0 0 0,-1 0 0,1 0 0,-1-1 0,7-1 0,-4 1-15,0-1 0,0 0 1,0 0-1,0 0 0,12-7 0,-5 0 7,-1-1 0,0 0 0,14-15 0,130-138-55,-101 96 357,73-81 551,-105 124-284,2 0-1,0 1 0,45-29 1,-67 50-368,1-1 1,0 1-1,-1 0 0,1 0 1,0 0-1,0 0 0,8-1 1,-12 3-118,0 0 0,1 0 1,-1 0-1,1 0 0,-1 0 0,0 0 1,1 0-1,-1 0 0,0 0 1,1 1-1,-1-1 0,0 1 0,1-1 1,-1 1-1,0-1 0,0 1 1,0 0-1,1-1 0,-1 1 0,0 0 1,0 0-1,0 0 0,0 0 1,0 0-1,-1 0 0,1 0 0,0 0 1,0 0-1,-1 1 0,1-1 1,-1 0-1,2 2 0,-1 6 21,-1-1 0,1 1 0,-1-1 0,-1 1-1,0-1 1,0 1 0,0-1 0,-4 11 0,4-14-39,-13 43-815,-2 0-1,-2-1 1,-46 83-1,-7 20-5394,36-78-1489,26-51 427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3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271 538 9913,'-22'10'1719,"1"2"1,0 0-1,1 1 0,1 1 1,-28 25-1,38-30-1491,1 1 1,0 0-1,0 0 0,0 0 1,2 1-1,-1 0 0,1 0 1,1 1-1,0 0 0,1 0 1,0 0-1,-3 15 0,-28 138-368,35-162 106,3-5-28,17-17 135,-1-1-1,-1 0 1,0-1-1,-2-1 1,23-41-1,12-14 672,3-1 361,-22 30 525,61-71 0,-92 118-1590,0-1 0,0 1 0,1 0 0,-1-1 1,0 1-1,1 0 0,-1 0 0,0-1 0,1 1 0,0 0 0,-1 1 0,1-1 0,-1 0 0,1 0 0,0 1 0,0-1 0,-1 1 0,1-1 0,0 1 0,0 0 0,0 0 0,-1 0 0,1 0 0,2 0 0,-2 1-14,0 0-1,0 0 1,-1 0-1,1 1 1,-1-1-1,1 0 0,-1 1 1,1-1-1,-1 1 1,0 0-1,0-1 1,0 1-1,0 0 0,0 0 1,0 0-1,0-1 1,0 5-1,4 8 41,-2 1 0,0 0 0,-1 0 0,1 21-1,-2 26 60,0-17-243,1 1 1,2 0-1,11 46 1,-13-81-99,1 0 0,0 0 0,1 0 0,0 0 0,1-1 0,0 1 0,0-1 0,1-1 0,1 1 0,-1-1 0,12 12 0,-15-18 124,0 0 1,1-1-1,0 1 1,-1-1-1,1 0 0,0 0 1,0 0-1,0 0 1,0-1-1,1 1 1,-1-1-1,0 0 1,1 0-1,-1-1 0,0 0 1,1 1-1,-1-1 1,1-1-1,-1 1 1,0-1-1,1 1 0,-1-1 1,0-1-1,1 1 1,-1 0-1,0-1 1,0 0-1,0 0 0,0 0 1,-1-1-1,1 1 1,4-5-1,7-6-65,0-1 1,-1-1-1,-1 0 0,0-1 0,21-34 0,42-95 27,135-345 1352,-199 457-929,1 0-1,34-58 1,-33 67-213,-11 18-61,0 0 0,0 1 0,1-1-1,0 1 1,6-7 0,-8 10-16,0 0 0,1 1 0,-1-1 0,1 0 1,-1 1-1,1 0 0,0 0 0,-1 0 0,1 0 0,0 0 1,0 0-1,0 1 0,-1-1 0,1 1 0,0 0 1,3 0-1,10 0 7,-13 0 8,0 0-24,26 10 14,-26-9 2312,-3-1-2310,-1 0 0,0 0-1,1 0 1,-1 0 0,1 0 0,-1-1 0,0 1-1,1 0 1,-1-1 0,1 1 0,-1 0 0,1-1-1,-1 1 1,1 0 0,-1-1 0,1 1 0,-1-1 0,1 1-1,0-1 1,-1 1 0,1-1 0,0 1 0,-1-1-1,1 0 1,-1 0 25,1 0 1,-1 0-1,1 0 0,-1 0 0,1 1 0,-1-1 0,0 0 1,1 1-1,-1-1 0,0 0 0,0 1 0,0-1 0,1 1 1,-1-1-1,0 1 0,0-1 0,0 1 0,0 0 0,-1-1 1,-2 2-4,0 0 0,1 0 1,-1 1-1,0-1 0,1 1 1,0 0-1,-1 0 0,1 0 1,0 0-1,0 0 0,0 1 1,0 0-1,-2 2 0,-35 47 281,27-33-208,-57 76 117,5 2-1,4 4 0,-52 117 0,106-202-363,0 0 1,2 0-1,0 0 0,1 1 0,1-1 1,0 1-1,1 0 0,1 30 0,1-41 11,1 0 0,0 0 0,0 0-1,0 0 1,1-1 0,0 1 0,0 0 0,0-1-1,1 1 1,0-1 0,0 0 0,0 0 0,1 0-1,0 0 1,0 0 0,0-1 0,0 0-1,1 0 1,-1 0 0,1 0 0,0-1 0,0 0-1,0 0 1,1 0 0,-1-1 0,1 1 0,10 2-1,3-1-395,0-1 0,0 0-1,0-1 1,0-1 0,0-1-1,1-1 1,-1-1 0,0 0-1,0-1 1,0-1 0,-1-1-1,33-14 1,-3 0-1887,-2-4 0,0-1 0,67-47 0,-46 23-3805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5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989 1 15673,'-25'22'518,"-15"15"1112,-2-2-1,-77 50 1,68-49 1276,-82 74 1,101-82-2099,-48 44 941,-126 148 1,47-11-5029,93-106-1072,47-68 125,2-2-3653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7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11833,'10'-4'1045,"-12"2"-258,-6-3 3494,41-2-1973,-23 6-2174,0 1 1,-1 0 0,1 1-1,-1 0 1,1 1-1,-1-1 1,1 2-1,-1 0 1,0 0-1,0 0 1,16 10 0,-21-11-136,0 1 1,0-1 0,-1 1 0,1 0 0,-1 1 0,0-1 0,0 0 0,0 1 0,0 0 0,0 0-1,-1 0 1,0 0 0,1 0 0,-2 0 0,1 0 0,0 1 0,-1-1 0,0 1 0,0-1 0,0 1-1,-1 0 1,1-1 0,-1 1 0,0 0 0,-2 8 0,-2 12-992,-2 0 1,0-1-1,-2 0 1,-15 34-1,-12 0-5970,24-30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9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 7169,'0'0'3368,"-10"11"-3144,1-2-380,-4-1-748,-3 1-1968,-3 5-973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5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216 146 6869,'16'-24'1584,"-16"23"-1434,0 0 0,0 0 0,0 0 0,0 0 0,0 0 0,0 0 0,0 0 0,0 0 0,-1 0 0,1 0 0,0 0 0,-1 0 0,1 1 0,-1-1 0,1 0 0,-1 0 0,1 0 0,-1 0 0,0 1 0,1-1 0,-1 0 0,-1 0 0,-2-5 687,6 2-442,0 0-1,1 0 1,-1 0 0,1 1 0,0-1 0,0 1-1,0-1 1,0 1 0,1 0 0,5-4 0,1-1 1139,15-17 1452,-10 6 2230,-29 44-4276,0 0 0,2 1 0,1 0 0,1 1 0,-10 45 0,-2-1-645,-8 34-290,4 2-1,-17 144 0,-24 270-11126,64-499 8339,-2 1-1,-8 26 0,10-41 1580,-10 40-7902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6.0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6 455 10261,'0'0'105,"-1"0"0,1 0 1,0 0-1,0 0 0,-1 0 0,1 0 1,0 0-1,0 0 0,0 0 0,-1 0 0,1 0 1,0 0-1,0 0 0,0 0 0,0-1 1,-1 1-1,1 0 0,0 0 0,0 0 0,0 0 1,0 0-1,-1 0 0,1-1 0,0 1 1,0 0-1,0 0 0,0 0 0,0-1 1,0 1-1,0 0 0,0 0 0,0 0 0,0-1 1,-1 1-1,1 0 0,0 0 0,0 0 1,0-1-1,0 1 0,0 0 0,0 0 0,0 0 1,1-1-1,-1 1 0,0 0 0,0 0 1,0 0-1,0-1 0,0 1 0,0 0 1,0 0-1,0 0 0,0 0 0,1-1 0,-1 1 1,0 0-1,0 0 0,0 0 0,0 0 1,1-1-1,18-13 2137,28-10-1349,38-18-141,115-73 0,-44 22-3055,-83 47 230,-48 29 895,2 1 1,37-18 0,31-9 5212,-93 42-1323,0 2-2521,0 0-1,-1 0 1,1 0 0,-1 0-1,1 0 1,-1 1 0,0-1-1,0 1 1,1-1 0,-1 1-1,0-1 1,0 1 0,0-1-1,-1 1 1,1 0 0,0 0-1,-1-1 1,2 3 0,-2-1-42,0-1 0,-1 0 1,1 0-1,0 0 0,-1 0 1,1 1-1,-1-1 0,1 0 1,-1 0-1,0 0 0,0 0 0,-2 3 1,-2 5 272,-80 163 2478,79-161-3075,1 0 0,1 0 0,-6 19 0,8-19-444,-2-1 0,0 0 0,0 0 0,-11 19 0,-2-5-1516,11-17 140,1-1 0,0 1 1,0 0-1,-6 15 1,6-1-8163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6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25 8393,'7'-2'117,"12"-5"625,-19 7-724,0-1 0,0 1 1,0-1-1,0 0 0,0 1 1,0-1-1,0 1 0,0-1 1,0 1-1,0-1 0,0 1 1,0-1-1,0 0 0,-1 1 1,1-1-1,0 1 1,0-1-1,-1 1 0,1-1 1,0 1-1,-1 0 0,1-1 1,0 1-1,-1-1 0,1 1 1,-1 0-1,1-1 0,-1 1 1,1 0-1,-1-1 0,1 1 1,-1 0-1,0 0-33,0 0-1,0 0 1,0 1 0,0-1-1,1 1 1,-1-1 0,0 1-1,0-1 1,0 1-1,1-1 1,-1 1 0,0 0-1,1-1 1,-1 1 0,1 0-1,-1 0 1,0 0 0,1 0-4,-10 14-311,0 1 1,2 1-1,0 0 0,0 0 1,2 0-1,0 1 0,-5 27 1,-15 45 1838,-40 51 1393,3-6-663,0 16-768,61-143-1455,0 0 0,0 0-1,1 0 1,0 0 0,1 1 0,0-1-1,0 0 1,1 0 0,0 0 0,0 1-1,1-1 1,0-1 0,1 1 0,-1 0-1,5 8 1,-6-14 5,0-1 0,0 1-1,0-1 1,1 0 0,-1 1 0,0-1-1,0 0 1,1 0 0,-1 0 0,1 0 0,-1 0-1,1 0 1,-1 0 0,1-1 0,-1 1-1,1 0 1,0-1 0,0 0 0,-1 1-1,1-1 1,0 0 0,-1 0 0,1 0-1,0 0 1,0 0 0,-1 0 0,1 0 0,0-1-1,0 1 1,-1 0 0,1-1 0,0 0-1,-1 1 1,1-1 0,-1 0 0,3-1-1,-1 0 141,1 0-1,-1-1 0,1 1 0,-1-1 1,0 0-1,0 0 0,0 0 0,0 0 1,-1 0-1,1-1 0,-1 1 0,0-1 1,0 0-1,0 1 0,1-6 0,-1 1 65,-1 0-1,1 0 0,-2 0 0,1 1 0,-1-1 1,0 0-1,-1 0 0,0 0 0,0 0 0,-4-12 1,-4-6 551,-21-44 1,6 14 529,-56-114 295,79 168-1845,0 0 0,0 0 1,0 0-1,0 0 0,0 0 0,0 0 1,-1 0-1,1 0 0,-1 0 0,1 1 1,-1-1-1,0 1 0,-2-3 0,-1 7-3605,7 9 739,11 13-1691,8-4-2599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6.8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0 7381,'24'8'2056,"-19"-7"1442,-11 6-1554,-15 21-156,2 0 0,-31 63 0,42-75-1575,-7 16-109,-12 33 0,25-56-191,-1-1 1,1 1-1,0-1 0,1 1 0,0 0 0,0 0 0,1 0 1,0-1-1,2 13 0,-1-21 81,0 0 0,0 0 1,1 0-1,-1 0 0,0 0 1,0 0-1,0 0 0,1 0 1,-1 0-1,0-1 0,0 1 1,0-1-1,3 0 0,13-6 38,0-1 0,-1-1-1,0 0 1,29-22-1,-28 19 80,0 0 0,1 1-1,21-9 1,-33 17-138,1 1-1,0 0 0,0 0 1,-1 0-1,1 1 1,0 0-1,1 0 1,-1 1-1,0 0 0,0 0 1,0 1-1,0 0 1,0 0-1,0 0 1,0 1-1,7 3 0,-12-4 38,0 0 0,0-1 0,0 1 0,0 0 0,0-1 0,0 0-1,0 1 1,0-1 0,0 0 0,0 0 0,0 0 0,0 0-1,0 0 1,0-1 0,1 1 0,-1-1 0,0 1 0,0-1 0,0 0-1,-1 0 1,1 0 0,0 0 0,0 0 0,0 0 0,-1 0-1,1-1 1,-1 1 0,1-1 0,-1 1 0,1-1 0,-1 0-1,0 1 1,0-1 0,0 0 0,0 0 0,0 0 0,1-2 0,9-29 2538,-8 22 408,-11 25-1989,3-3-1061,1-1-1,0 0 1,1 1-1,0 0 1,0 0-1,2 0 0,-1 0 1,1 17-1,1-18-833,1-1-1,0 1 0,1 0 0,0-1 0,1 1 1,5 12-1,-8-20 65,4 7 261,11-3-14288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7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1172 1 12397,'-14'2'696,"11"-1"-465,0-1-1,0 0 1,0 1-1,0 0 1,0-1-1,0 1 1,0 0-1,0 1 1,0-1-1,0 0 1,0 1-1,1 0 1,-1 0-1,1-1 1,-1 1-1,1 1 1,0-1-1,0 0 1,0 1-1,0-1 1,0 1-1,0-1 1,1 1-1,-1 0 1,-1 4-1,-4 12 826,0-1-1,1 2 0,1-1 0,1 1 1,1-1-1,-2 40 0,11 48 134,-1 102-42,-7-178-1047,-1 0 0,-1-1 0,-2 0 1,-18 57-1,10-52-63,-2 0 0,-1-1-1,-2-1 1,-1-1 0,-1 0-1,-41 44 1,4-15-842,-123 103 0,114-113-726,-94 55 0,-80 28-5839,146-83 1273,41-21-2347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7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86 132 13301,'0'0'6757,"-3"-17"-5197,-4 3 140,-2 3-1636,-1-1-256,1-2-588,2 2-824,-5-8-724,2 0-3185,-9 9-4468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9.3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792 181 12721,'0'0'6981,"-9"9"-4097,5-4-2410,0 0 0,0 1-1,1-1 1,0 1 0,0 0 0,1 0 0,0 0-1,0 0 1,0 0 0,0 1 0,1-1 0,0 13-1,0 2 796,2 1 0,6 33 1,-7-51-1153,5 26-76,-2 1-1,-1 41 0,-2-61-42,-1 0 0,-1 0 0,0 0-1,-1 0 1,0 0 0,0-1 0,-1 1 0,-1-1-1,0 0 1,-6 10 0,-22 27 2,-3-2 0,-1-1 0,-3-3 0,-46 40 0,55-52 0,7-10 0,-1 0 0,0-1 0,-2-2 0,0-1 0,0-1 0,-2-1 0,1-2 0,-49 13 0,72-22 0,-1-1 0,1 0 0,-1-1 0,0 1 0,1-1 0,-1 0 0,1 0 0,-1-1 0,0 0 0,1 0 0,-1 0 0,1-1 0,0 1 0,-10-5 0,8 2 0,-1-1 0,0 0 0,1 0 0,0 0 0,0-1 0,0 0 0,-10-13 0,15 16 0,0 0 0,0 0 0,1 0 0,-1 0 0,1 0 0,0 0 0,0 0 0,0-1 0,0 1 0,1 0 0,-1-1 0,1 1 0,0-1 0,0-3 0,6-41 0,-3 40 0,-1 0 0,2 0 0,-1 0 0,1 0 0,0 1 0,0-1 0,7-7 0,1-3 0,10-16 0,1 0 0,1 2 0,2 1 0,48-43 0,-10 20 0,2 3 0,2 3 0,3 3 0,88-43 0,-22 25 0,206-65 0,-209 90 0,1 5 0,2 7 0,1 5 0,0 6 0,162 4 0,-229 11-3432,86 0-13589,-137 0 7691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35 12945,'19'-6'2172,"-38"6"-223,-3 0 3075,3-14-9528,3-1-713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45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3503 5340,'0'0'10585,"1"2"-10324,0 0-1,0 0 0,1 0 1,-1 0-1,1 0 0,-1 0 0,1-1 1,-1 1-1,1-1 0,4 4 0,33-5 202,-34 0 283,-2 0-667,9-1 8,0 2 0,0 0 0,15 2 0,-24-2-60,1 0 21,25 9 8,-27-9-37,2-1-36,36 10 42,-36-9 22,0-1 46,112 12 864,-112-12-854,-1 0 24,29 5 46,-29-5-102,16 6 10,45 10 325,-37-9-213,1 0 0,41 4-1,-47-8-167,1 1-1,-1 2 0,0 0 0,0 2 1,-1 0-1,40 22 0,-48-23-10,0 0 1,1-1-1,0 0 0,0-1 0,0-1 0,0 0 1,1-1-1,0 0 0,-1-1 0,24-1 0,23 3 24,-41-2-6,-1-1 0,34-2 1,-36 0 24,0 2 1,0-1-1,32 7 1,15 1 39,-6-4-17,-17-1-47,1-2 1,41-3 0,418-82-17,-492 82-13,277-42 36,-186 31-72,-39 4 33,73 0 0,-105 7 5,-1-1 0,1-2 0,-1-1 0,0-1 0,28-11 0,58-14 103,-87 25-29,43-19 0,-26 9-55,220-57 134,-214 63-179,165-44 134,-167 39-37,0-2 0,-2-2 0,64-38 0,-90 45 81,0-1-1,0-1 1,-2 0-1,0-2 1,16-18-1,71-98 921,-82 102-845,-2 0 1,-1-2-1,31-67 0,1-39 162,-17 46-316,5-12-65,50-73 95,-74 150-41,2 0 0,2 1 0,0 2-1,26-26 1,-1 10-52,3 2 1,55-34-1,-77 55-4,83-49-34,62-50 35,37-42-7,-135 94-50,-38 34 58,42-31 0,44-37-24,6-4-41,-55 51 59,-2-4-1,-3-3 1,76-85-1,-91 90-16,1 2 0,3 2 0,3 3-1,1 2 1,2 3 0,2 3 0,106-47-1,-132 68-11,48-21 17,0 3 0,100-26 0,-134 49-15,479-100-30,-243 61 96,-213 36-34,50-7-41,2 5 0,-1 5-1,247 8 1,-293 8 20,90 8 40,-21-10 61,-67-2 426,-79 0-425,102-23 254,-102 23-333,16-2 14,22-4-7,7 3-88,-45 4 86,0 0-16,0 1 0,1-1 0,-1 0 0,0 1-1,1-1 1,-1-1 0,5 0 0,-1 1-3,-4 0 15,17-1-2,-2-3-14,-15 3-18,19 1 31,30-6-1,-49 6-4,-37-9-1799,-41-35-50,68 42 1693,1 0 0,-1 0-1,0 0 1,0 1 0,1 0-1,-1 0 1,0 1 0,0 0 0,0 0-1,-11 2 1,14-2 102,-114 23-1832,44-12 476,71-11 1118,-1 0 13,-30 7-99,31-6 240,-1-1-116,-28 1 152,16 1-56,-1-2 0,-26-2 0,-21 2 79,32-2-400,0 2-1,-53 6 0,67-3-38,1 0 0,0 1 0,0 1 0,0 1 1,1 0-1,-24 13 0,-25 17-718,63-34 1124,-5 3-34,6-4 141,1 0-1,-1 0 1,0 0 0,0-1-1,1 1 1,-1 0 0,0 0 0,0-1-1,0 1 1,0-1 0,0 1-1,0-1 1,0 1 0,0-1 0,0 0-1,0 1 1,0-1 0,0 0-1,-1 0 1,-74-10 299,48 1-232,26 7-64,-1 1-1,0 0 1,0 0-1,0 0 1,0 0-1,0 1 1,0-1-1,0 1 1,-1-1-1,1 1 1,0 0-1,-3 1 1,-103 14-52,52-6 125,46-9-45,1 2 0,0-1 0,-1 1 0,-12 5 1,-4 2 0,-40 7-1,-16 5-15,65-15 135,0 0 0,-1-2 0,0 0 0,0-1 0,-24 0 0,38-3-56,2 0-5,-16 0-52,1 0 0,0 1 0,-1 1 0,-22 5 0,34-5-24,0 0 0,0-1 0,0 0 0,-13-1 0,0 1-25,-95 14 4,51 3-7,61-17-11,0 0 27,-57 13-393,45-9 345,0-2-1,0 0 1,-28 3-1,-4 1-46,21-2 67,-26-1-3628,49-3 3602,-16-7 288,8 3-68,-1 0 0,0 1 0,0 0 0,-1 1 0,1 0 0,0 1 0,0 1 1,0 0-1,-19 4 0,-33 0 436,60-5-532,0 0-39,-80 8 196,80-7-248,-17 7 15,-83 46 43,74-36-27,-56 22 0,56-27-2,16-7-43,0-1 0,-20 6 0,14-6 29,1 2-1,0 0 1,1 1 0,0 1 0,0 1-1,1 1 1,-23 17 0,-90 81 89,115-96-126,-5 5 72,-27 30-1,-23 32 14,52-58 28,-35 34 0,33-36-62,-54 65 308,51-60-154,7-9-105,0 1 0,1 0 0,1 1 0,1 0 0,1 1 0,0 1 0,-17 39 0,26-52-44,0 1-1,0-1 1,-1 0 0,0-1-1,0 1 1,0-1-1,-1 1 1,0-2-1,-9 9 1,-2 1 14,-37 22 1,44-30-31,7-6-16,-21 10-52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0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144 164 9801,'45'-32'4031,"-44"31"-3847,-1-1 1,0 1-1,0 0 1,0 0-1,0 0 0,0 0 1,0 0-1,0 0 1,0 0-1,0 0 0,-1 0 1,1 0-1,0 0 0,-1 0 1,1 0-1,0 0 1,-2-2-1,2 2 365,-2-9 811,1 1 0,0-1 0,0 0 0,1 1 0,1-1 0,-1 0 0,2 1 0,2-11 0,-4 17 251,9-6-395,-9 9-1216,0 0 0,0 0 0,0 0 0,0 0 0,0 0 0,0 0 0,0 1 0,0-1 0,0 0 0,0 0 0,0 0 0,1 0 0,-1 0 0,0 0 0,0 0 0,0 0 0,0 1 0,0-1 0,0 0 0,0 0 0,0 0 0,0 0 0,0 0 0,0 0 0,0 0 0,1 0 0,-1 0 0,0 0 0,0 0 0,0 0 0,0 0 0,0 0 0,0 0 0,0 0 0,1 0 0,-1 0 0,0 0 0,0 0 0,0 0 0,0 0 0,0 0 0,0 0 0,0 0 0,1 0 0,-1 0 0,0 0 0,0 0 0,0 0 0,0 0 0,0 0 0,0 0 0,0 0 0,0 0 0,1 0 0,-1 0 0,0 0 0,0 0 0,0-1 0,0 1 0,0 0 0,0 0 0,0 15 0,-1-9 0,0 71 0,-8 100 0,-74 395 0,-4 36 0,74-462 0,6 1 0,14 171 0,-6-307 0,0 8 0,1 0 0,6 24 0,-8-40 0,1 0 0,-1 0 0,1-1 0,0 1 0,0 0 0,0-1 0,0 1 0,1 0 0,-1-1 0,1 0 0,-1 1 0,1-1 0,0 0 0,0 0 0,0 0 0,0 0 0,0 0 0,0 0 0,1 0 0,-1-1 0,1 1 0,-1-1 0,4 1 0,-2-2 0,0-1 0,0 1 0,-1-1 0,1-1 0,0 1 0,0 0 0,-1-1 0,1 0 0,-1 1 0,1-1 0,-1-1 0,0 1 0,0 0 0,0-1 0,4-4 0,3-5 0,0 0 0,0-1 0,-2 0 0,1-1 0,-2 1 0,0-2 0,9-27 0,-4 14 0,22-52 0,54-92 0,-73 146 0,1 2 0,1 0 0,1 1 0,1 1 0,2 1 0,-1 0 0,39-28 0,-47 42 0,-1 0 0,1 0 0,0 1 0,0 0 0,1 1 0,-1 0 0,1 1 0,1 1 0,-1 0 0,0 1 0,1 0 0,20 1 0,3 7 0,-24 0 0,-1 0 0,1 0 0,11 8 0,169 131 0,-178-134 0,-2 2 0,1-1 0,-2 2 0,0 0 0,0 0 0,-1 1 0,-1 1 0,12 23 0,-8-13 0,17 34 0,-2 0 0,-3 2 0,-3 1 0,-3 1 0,17 91 0,-32-126-185,-1-2-1169,2-1 0,0 1-1,18 43 1,-22-64 886,1 0 1,0 0-1,0 0 0,1 0 0,0-1 0,0 1 0,0-1 0,1 0 0,-1-1 0,1 1 1,0-1-1,1 0 0,-1 0 0,1 0 0,-1-1 0,1 0 0,0 0 0,1 0 0,-1-1 0,9 3 1,26-1-13889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1.6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254 593 10513,'-15'-52'3381,"6"-29"6451,8 60-6858,0 20-2821,1 1 1,0-1-1,0 0 1,0 1-1,0-1 1,0 0-1,-1 1 1,1-1-1,0 0 1,0 1-1,1-1 1,-1 0-1,0 1 1,0-1-1,0 0 1,0 1-1,1-1 1,-1 0-1,0 1 1,1-1 0,-1 0-1,0 1 1,1-1-1,0 0-51,-1 0-1,1 0 0,-1 1 1,1-1-1,-1 0 1,1 0-1,-1 1 1,0-1-1,0 0 1,1 0-1,-1 0 1,0 1-1,0-1 1,0 0-1,0 0 1,0 0-1,0 0 1,0 0-1,0 1 0,0-3 1,-2 26 48,-8 42 0,0-14-198,-45 197 48,25-133 0,11-34 0,-71 344 0,81-361 0,3 1 0,2-1 0,4 1 0,12 108 0,-9-154 0,0-1 0,2 0 0,0 0 0,1 0 0,0 0 0,2-1 0,0 0 0,18 27 0,-21-37 0,0 0 0,1-1 0,0 1 0,0-1 0,0-1 0,0 1 0,1-1 0,0 0 0,0 0 0,0-1 0,1 0 0,0 0 0,0-1 0,0 0 0,0-1 0,0 1 0,0-1 0,1-1 0,-1 0 0,0 0 0,11-1 0,-5-1 1,0 0-1,1-2 1,-1 0-1,-1 0 1,1-1 0,0-1-1,-1 0 1,0-1 0,0-1-1,-1 0 1,0 0-1,0-1 1,0-1 0,-1 0-1,-1-1 1,16-16-1,4-10-13,-2-1 0,-1-1 0,39-75 0,-36 54-287,-3-1 0,-2-1-1,-4-2 1,-1 0 0,19-120 0,-26 79-16,-4 0 1,-10-207-1,-4 250 284,-2 1-1,-3 0 1,-27-89-1,22 105 143,-1 1 0,-2 1-1,-1 0 1,-3 2 0,-34-49-1,45 74 14,-1 0 0,0 2 0,-1-1 0,-1 2 0,0 0-1,-1 0 1,0 1 0,-17-9 0,27 18-101,1-1 0,0 1 0,-1 0 0,0 1 0,1-1 0,-1 1 0,0 0 0,0 0 0,0 0 0,0 1 0,0 0 0,0 0 0,0 0 0,0 0 0,0 1 0,-9 2 0,8-1 7,1 1 0,0-1 0,0 1 0,0 0 0,0 1 0,0-1-1,0 1 1,1 0 0,0 0 0,0 0 0,0 1 0,-4 5 0,-2 7 22,0-1-1,1 1 1,1 1 0,1-1 0,1 1-1,0 1 1,-3 21 0,3-8-51,3 1 0,0 0 0,3 0 0,0 0 0,7 43 0,4-4 0,27 93 0,-19-98 0,4-2 0,60 125 0,-64-155 0,0-2 0,3 0 0,1-1 0,1-1 0,1-1 0,53 47 0,-63-65-414,0-1-1,1-1 1,0 0-1,0 0 1,1-2-1,0 0 1,0-1-1,1-1 1,0-1-1,31 6 1,-28-9-303,0 0 0,1-2 0,-1 0-1,0-2 1,1 0 0,-1-1 0,0-1 0,0-1 0,22-8 0,33-17-6206,3-8-4207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3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105 122 7557,'0'0'3489,"-1"-2"-2013,0 1-1293,0-1-1,0 1 1,0 0-1,0 0 0,0-1 1,0 1-1,1-1 0,-1 1 1,0-1-1,1 1 0,0-1 1,-1 1-1,1-1 1,0 1-1,0-1 0,0 0 1,0 1-1,0-1 0,0 1 1,0-1-1,0 0 0,1 1 1,-1-1-1,1 1 1,-1-1-1,1 1 0,-1-1 1,1 1-1,0 0 0,2-4 3324,-14 1-1984,-6-4 6826,17 6-8307,0 0 0,0 0 0,1 0 0,-1 0 0,0 0 1,1 0-1,-1 0 0,1 1 0,0-1 0,0 0 0,0 0 0,0 1 0,0-1 1,0 0-1,0 1 0,0-1 0,0 1 0,1 0 0,-1-1 0,1 1 0,-1 0 1,1 0-1,0 0 0,-1 0 0,1 0 0,0 0 0,0 0 0,0 0 0,-1 1 1,1-1-1,0 1 0,0 0 0,2-1 0,6-2-41,-1 1 0,1-1 0,0 2 0,-1-1 0,1 1 0,0 1 0,0 0 0,0 0 0,0 1 0,-1 0 0,1 1 0,0 0 0,-1 0 0,1 1 0,-1 1 0,0-1 0,0 1 0,0 1 0,-1 0 0,1 0 0,-1 1 0,0 0 0,-1 0 0,1 0 0,-1 1 0,-1 1 0,1-1 0,-1 1 0,0 0 0,-1 0 0,0 1 0,0-1 0,-1 1 0,5 15 0,-3 1 0,-1 1 0,0-1 0,-2 1 0,-1 0 0,-2 0 0,0 0 0,-1 0 0,-2 0 0,-1-1 0,-11 43 0,-1-16 0,-1 0 0,-3 0 0,-2-2 0,-30 49 0,-13 4 0,-108 131 0,148-200 0,14-22 0,11-12 0,0 0 0,0 0 0,0 0 0,0 0 0,0 0 0,0 0 0,0 0 0,0-1 0,0 1 0,0 0 0,-1 0 0,1 0 0,0 0 0,0 0 0,0 0 0,0 0 0,0 0 0,0 0 0,0 0 0,0 0 0,0 0 0,0 0 0,0 0 0,0 0 0,0 0 0,-1 0 0,1 0 0,0 0 0,0 0 0,0 0 0,0 0 0,0 0 0,0 0 0,0 0 0,0 0 0,0 0 0,0 0 0,0 1 0,0-1 0,0 0 0,0 0 0,-1 0 0,1 0 0,0 0 0,0 0 0,0 0 0,0 0 0,0 0 0,0 0 0,0 0 0,4-10 0,10-15 0,29-30 0,66-64 0,-43 48 0,6-1 0,150-118 0,-210 180 0,0 1 0,1 0 0,1 1 0,-1 1 0,1 0 0,1 1 0,25-8 0,-35 12 0,0 1 0,0 1 0,0-1 0,0 1 0,0-1 0,0 1 0,0 1 0,0-1 0,0 1 0,0 0 0,0 0 0,0 0 0,0 1 0,-1 0 0,1 0 0,0 0 0,-1 0 0,1 1 0,-1 0 0,0-1 0,0 2 0,0-1 0,0 0 0,-1 1 0,0 0 0,1 0 0,2 5 0,2 3 0,0 2 0,-1-1 0,-1 1 0,0 0 0,-1 0 0,0 1 0,3 20 0,11 112 0,-10-59 0,-7-74 0,0 12 0,2 0 0,1 0 0,1 0 0,1-1 0,1 0 0,19 40 0,-26-61-184,1-1 0,0 1-1,0-1 1,0 0 0,1 0 0,-1 0 0,1 0 0,0 0-1,-1-1 1,1 1 0,0-1 0,1 1 0,-1-1 0,0 0-1,1-1 1,-1 1 0,1 0 0,-1-1 0,1 0 0,0 0-1,0 0 1,-1 0 0,1-1 0,0 1 0,0-1 0,0 0-1,0 0 1,0-1 0,7 0 0,4-2-1053,30-7-3152,-14 3-1648,8-7-6558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3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348 43 14885,'-50'-15'1214,"28"8"-256,0 1 0,0 1 0,-1 1 0,-29-1 0,47 5-793,0-1-1,-1 1 0,1 1 1,0-1-1,0 1 1,0 0-1,0 0 1,0 0-1,0 1 0,0 0 1,0 0-1,1 0 1,-1 1-1,1-1 0,-8 7 1,6-4 198,1 0 0,1 0 1,-1 1-1,1-1 1,0 1-1,0 1 0,0-1 1,1 0-1,0 1 0,-3 8 1,0 8 511,1 1 0,0-1 0,2 1 0,1 0 0,1 43 0,4 7-875,4-1 0,17 72 0,47 145 0,-31-161 0,6-2 0,67 132 0,-90-214-1147,2-1 1,1-1-1,3-2 0,1 0 1,47 48-1,-56-69 96,0 0-1,1-2 1,0 0 0,2-2-1,0 0 1,1-2 0,0 0-1,1-2 1,1-1-1,52 14 1,0-11-10287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3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556 47 9509,'-6'-11'746,"5"9"-524,-1-1-1,1 1 1,0 0-1,-1 0 1,1 0-1,-1-1 1,1 2-1,-1-1 1,0 0-1,0 0 0,0 0 1,0 1-1,0-1 1,0 1-1,-1 0 1,1 0-1,0-1 1,-4 0-1,3 2 3344,3 14-2752,1 1-1,1-1 1,1 0-1,0 0 1,1 0-1,6 16 1,40 79 680,-39-88-1039,-1 0-248,139 288 2267,-22 14-787,-105-249-1311,-2 1 0,14 110-1,-29-131-216,-1 1 0,-4 0-1,-1 0 1,-12 70-1,6-88-95,-1 1-1,-2-1 0,-2-1 0,-1 0 1,-2-1-1,-2-1 0,-1 0 0,-1-1 1,-2-1-1,-44 52 0,36-51-265,-1-2-1,-2-2 1,-1-1 0,-2-1-1,0-2 1,-2-1 0,0-2-1,-1-2 1,-51 19 0,-63 14-1925,133-48 1160,1-1 1,-1 0-1,1-1 1,-1-1-1,0-1 1,-23-1-1,13-7-6073,15 1-4594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4.0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1 120 13325,'44'-60'2036,"-22"43"-303,4 3-333,-14 2-392,1 7-252,6-4-284,0 6-556,99 52-4833,-77-18 329,7 9-3569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4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81 13589,'13'-52'10981,"12"61"-9301,20-3-395,-4-6-561,13 0-600,10-3-1172,6-6-985,9-5-1339,10 3-3109,3 5-5984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6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11 850 13781,'2'-13'1411,"0"0"0,-1 0-1,-1-1 1,0 1 0,-2-14-1,1 14 2097,4 3-2585,1-5 4662,7 33-5075,-8-11-509,0 1 0,0-1 0,-1 1 0,0 0 0,0 0 0,-1 0 0,1 12 0,-3 64 0,0-32 0,1-12 0,-8 181 0,3-181 0,-27 342 0,30-328 0,4 1 0,1-1 0,3 0 0,26 105 0,-29-149 0,0 1 0,1-1 0,1 1 0,-1-1 0,2 0 0,-1-1 0,1 1 0,1-1 0,0-1 0,8 9 0,-11-13 0,0-1 0,0 1 0,1-1 0,-1 0 0,1-1 0,0 1 0,0-1 0,0 0 0,0 0 0,0 0 0,0-1 0,1 1 0,-1-2 0,1 1 0,-1 0 0,0-1 0,1 0 0,-1 0 0,1-1 0,-1 1 0,1-1 0,6-2 0,2-2 0,-1 0 0,1-1 0,-1-1 0,0 0 0,0 0 0,-1-2 0,0 1 0,-1-1 0,0-1 0,0 0 0,15-19 0,-6 4 0,-2 0 0,0-1 0,-2 0 0,20-45 0,-13 19 0,-3-1 0,-2-1 0,-2-1 0,-3-1 0,8-68 0,-4-82 0,-10-1 0,-8 0 0,-32-233 0,23 356 0,-5 1 0,-37-124 0,51 205 0,0-1 0,0 1 0,0 0 0,0-1 0,0 1 0,0 0 0,-1 0 0,1 0 0,-1 0 0,1 0 0,-1 1 0,0-1 0,0 0 0,1 1 0,-1-1 0,-4-1 0,4 2 0,1 1 0,-1 0 0,1-1 0,-1 1 0,0 0 0,1 0 0,-1 0 0,0 0 0,1 0 0,-1 0 0,0 0 0,1 1 0,-1-1 0,0 0 0,1 1 0,-1 0 0,-2 1 0,-1 1 0,0 0 0,1 0 0,-1 1 0,1-1 0,0 1 0,0 0 0,0 0 0,1 1 0,-1-1 0,-2 7 0,-23 46 0,-40 118 0,-2 68 0,46-154 0,-63 294 0,79-325 0,3-1 0,3 1 0,2 0 0,11 101 0,-7-139 4,0-1 0,2 0 0,0 0 0,1 0 0,1-1 0,1 0-1,13 23 1,-15-31-14,0-1-1,1 0 1,0 0 0,1-1-1,0 0 1,0 0-1,1-1 1,0 0-1,0 0 1,0-1-1,1-1 1,0 1 0,0-1-1,14 4 1,-1-3-375,1 0 1,1-2 0,-1 0 0,1-2-1,0 0 1,-1-2 0,1-1-1,27-4 1,-4-2-1225,-1-3-1,0-1 1,57-22-1,8-15-5753,-3-8-5035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7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210 162 12805,'0'0'147,"-1"-1"0,1 0 0,0 0 0,-1 1 0,1-1 0,-1 0 0,1 1 0,-1-1 0,1 1 0,-1-1 0,0 0 0,1 1 0,-1-1 0,0 1 0,1 0 0,-1-1 0,0 1 0,0-1 0,1 1 0,-1 0 0,0 0 0,0 0 0,0-1 0,1 1 0,-1 0 0,0 0 0,0 0 0,0 0 0,1 0 0,-1 0 0,0 0 0,0 1 0,0-1 0,0 0 0,0 1 0,-1-1 151,0 1 1,1-1-1,-1 1 0,0 0 0,1-1 1,-1 1-1,0 0 0,1 0 1,0 0-1,-1 0 0,1 1 0,-1-1 1,1 0-1,0 0 0,0 1 1,0-1-1,-2 4 0,-2 7 474,1 0 0,1 0 0,0 1 0,1-1 0,-2 20 0,2 69 3581,2-74-4037,0-1-316,1 1 0,2-1 0,1-1 0,13 51 0,-14-66 0,0-1 0,0 0 0,1 0 0,0-1 0,1 1 0,-1-1 0,2 0 0,-1 0 0,1 0 0,1-1 0,-1 0 0,1 0 0,0-1 0,1 0 0,-1 0 0,15 7 0,-17-11 0,0 0 0,1-1 0,0 0 0,-1 0 0,1-1 0,0 0 0,-1 0 0,1 0 0,0-1 0,-1 1 0,1-1 0,0-1 0,-1 1 0,1-1 0,-1 0 0,0 0 0,0-1 0,0 1 0,0-1 0,0 0 0,5-5 0,0 0 0,-1-1 0,0 0 0,-1 0 0,0-1 0,-1 0 0,0-1 0,0 1 0,-1-1 0,-1 0 0,0-1 0,0 0 0,-1 1 0,-1-1 0,0-1 0,3-21 0,-4 15 0,0-1 0,-2 1 0,0-1 0,-1 0 0,-1 1 0,-1-1 0,0 1 0,-2 0 0,-8-26 0,6 28-40,-1 0-1,0 0 1,-1 0 0,-1 1 0,0 1-1,-2 0 1,1 0 0,-2 1-1,0 1 1,0 0 0,-1 0-1,-1 2 1,0-1 0,-1 2 0,0 0-1,-1 1 1,1 1 0,-2 1-1,1 0 1,-1 1 0,0 1 0,-23-4-1,33 9-548,0-1 0,0 2 0,0-1 0,0 1 0,1 0 0,-1 1 0,0 0 0,1 0 0,-1 1 0,-10 5 0,15-7 318,1 0-74,1-1 0,-1 1 1,1 0-1,-1-1 0,1 1 1,0 0-1,-1 0 0,1 0 1,0 0-1,0 0 0,-1 1 1,1-1-1,0 0 0,0 0 1,0 1-1,1-1 0,-1 1 1,0-1-1,0 1 0,1-1 1,-1 1-1,1-1 1,-1 1-1,1-1 0,0 4 1,-2 2-1423,-5 33-9611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7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13 203 16514,'-13'3'6736,"23"-17"-3504,82-29 2873,-29 31-5925,17 4-180,12-1 0,9-2 0,7-6 0,10 2 0,-4 1 0,7 0-228,-13-1-2176,-13-2-729,-12 6-891,-14 8-2745,-8 0-6456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7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 21482,'40'7'7339,"-36"-6"-4798,-2 2-1327,6 9-1197,-1 1 0,0 0 0,-1 0 0,-1 1 0,0 0 0,-1-1 0,0 2 0,-1-1 1,-1 0-1,0 1 0,-1-1 0,0 1 0,-3 20 0,-3 23-41,-24 113 0,27-164 24,-50 200-1151,23-96-1674,11-21-6505,9-5-7147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8.5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257 539 12385,'1'-39'2143,"-6"-44"-1,0 23 2789,5 46-2718,1 0-1,0 0 0,6-24 1,-4 23-629,0 31-852,-3 27-732,-3 0 0,-15 81 0,13-91 0,-100 406 0,53-243 0,25-83 0,-19 159 0,42-224 0,1 0 0,3 0 0,2 0 0,2-1 0,1 1 0,15 52 0,-16-86 0,0 0 0,1 0 0,0-1 0,1 0 0,1 0 0,0 0 0,1-1 0,0 0 0,1-1 0,0 1 0,1-2 0,0 1 0,1-2 0,0 1 0,0-1 0,1-1 0,0 0 0,1-1 0,0 0 0,0-1 0,0 0 0,1-1 0,-1-1 0,21 4 0,-13-4 0,1 0 0,-1-2 0,1-1 0,0 0 0,0-1 0,-1-2 0,1 0 0,-1-1 0,1-2 0,30-9 0,-26 4 0,1-1 0,-2-1 0,0-2 0,0 0 0,-2-1 0,1-2 0,29-27 0,-22 14 0,-1-2 0,-2-1 0,-1-1 0,-1-1 0,-2-2 0,-2 0 0,-2-1 0,-1-2 0,-1 0 0,17-63 0,-23 50 0,-1-1 0,-4 0 0,-1 0 0,-4-1 0,-1 0 0,-8-67 0,-9 1 0,-51-200 0,48 247 0,-4 1 0,-50-110 0,57 152 0,0 0 0,-2 1 0,-1 1 0,-2 1 0,-1 0 0,-1 2 0,-50-45 0,62 62 0,-1 0 0,0 2 0,0-1 0,0 1 0,-1 1 0,0 0 0,0 1 0,-18-4 0,22 6 0,0 2 0,-1-1 0,1 2 0,0-1 0,-1 1 0,1 0 0,0 1 0,-1 0 0,1 1 0,0 0 0,0 0 0,0 1 0,-15 6 0,8 0 0,0 1 0,1 0 0,0 2 0,1-1 0,0 2 0,0 0 0,1 0 0,1 1 0,1 1 0,0 0 0,-9 17 0,-5 13 0,1 1 0,-31 87 0,41-92-105,1 1-1,3 1 1,1 0-1,2 1 1,2 0-1,2 0 1,2 0-1,2 0 1,7 49-1,-4-65 8,1-1 1,2 1-1,0-1 1,2 0-1,1-1 0,1 0 1,1-1-1,2 0 0,0-1 1,2-1-1,0 0 1,1-1-1,2-1 0,0 0 1,31 24-1,-21-23-378,1-1 0,2-1 0,0-2-1,1-1 1,0-1 0,1-2 0,1-2 0,1-1-1,62 11 1,-43-14-1682,105 1-1,59-21-6048,-86-4-1673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8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9 16077,'-11'-8'7271,"9"21"1138,1-4-7399,-18 145-1010,0-20 0,11-58-1278,4-39-1203,0 1-1,3 51 1,9-18-5434,2-1-5231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0 131 12985,'11'-14'843,"-9"11"-511,1 0-1,-1 0 0,0-1 1,1 1-1,-1 0 0,-1-1 1,1 0-1,0 0 0,-1 1 1,0-1-1,0 0 0,0 0 1,0-6-1,3-2 3222,10 0-2470,-9 9-409,5-2-201,1 0 1,0 0 0,0 1-1,1 1 1,-1 0 0,1 0-1,0 1 1,0 0 0,0 1-1,-1 1 1,1 0 0,0 0-1,0 2 1,0-1 0,0 1-1,22 7 1,-12-2-431,-1 1 0,0 1 0,0 1 0,0 1 0,-2 1 1,1 0-1,-1 2 0,-1 0 0,-1 1 0,0 0 0,-1 2 0,0 0 0,-2 0 0,0 2 0,13 22 0,-17-24-29,-1 0 0,0 1 0,-2 0 0,0 1 0,-1 0-1,-1 0 1,0 0 0,-2 0 0,0 1 0,-1-1-1,-1 1 1,-1 0 0,-1 0 0,-1-1 0,0 1-1,-2-1 1,-10 37 0,1-24-14,0 0 0,-3-1 0,0-1 0,-2-1 0,-1 0 0,-29 33 0,12-21 0,-3-1 0,0-2 0,-54 39 0,-101 53 0,175-123 0,18-7 0,0 1 0,1-1 0,-1 0 0,0 0 0,1 0 0,-1 0 0,0 0 0,1 0 0,-1 0 0,0-1 0,1 1 0,-1 0 0,0 0 0,1 0 0,-1-1 0,0 1 0,1 0 0,-1-1 0,0 1 0,1 0 0,-1-1 0,1 1 0,-1-1 0,1 1 0,-1-1 0,1 1 0,0-1 0,-1 1 0,1-1 0,-1 0 0,1 1 0,0-1 0,0 0 0,-1 1 0,1-1 0,0 0 0,0 1 0,0-1 0,0 0 0,0 1 0,0-1 0,0 0 0,0 1 0,0-1 0,0-1 0,1-1 0,0 0 0,0 0 0,0 0 0,0 0 0,1 0 0,-1 0 0,1 0 0,0 1 0,2-4 0,24-23 0,1 2 0,1 0 0,59-39 0,-47 36 0,260-182 0,-224 163 0,168-78 0,-230 120 0,1 1 0,0 0 0,1 1 0,-1 1 0,34-4 0,-45 8 0,-1-1 0,1 1 0,0 1 0,0-1 0,0 1 0,-1 0 0,1 0 0,0 1 0,-1-1 0,1 1 0,-1 1 0,0-1 0,0 1 0,0 0 0,0 0 0,0 0 0,0 1 0,-1-1 0,0 1 0,1 0 0,4 8 0,-3-4 0,-1 1 0,0 0 0,0 1 0,-1-1 0,0 1 0,-1 0 0,0-1 0,0 2 0,0 9 0,19 95 0,-7-27 0,38 125 0,-45-190 0,1-1 0,1 0 0,1-1 0,0 0 0,2-1 0,1-1 0,0 0 0,1 0 0,1-1 0,1-1 0,0-1 0,1-1 0,1 0 0,1-1 0,0-1 0,0-1 0,1-1 0,33 13 0,-18-13-1204,0-1 1,0-2-1,0-1 1,59 2-1,-26-7-4388,108-13 0,-79 0-6989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5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2 8405,'-8'-1'9220,"19"10"-4175,-3-5-6736,5-1 1842,0-1 0,0-1-1,0 0 1,0 0 0,20-3 0,6 1 22,96 1 171,364-6-876,-116-2-2629,-127 8-2346,-161 0 1880,2 0-2963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5.9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 8141,'0'0'9247,"-1"2"-7913,-16 41 387,2 0 1,-18 85-1,-4 98-3846,25-140-712,10-68 249,0 0 0,1 27 0,3-5-5588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6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1 220 6913,'0'-1'0,"9"-23"1265,0-1 0,2 2 1,1-1-1,16-23 0,-24 41-1000,0 0 0,0 1-1,1-1 1,0 1 0,-1 1-1,2-1 1,-1 1 0,0-1 0,1 1-1,0 1 1,0-1 0,0 1 0,0 0-1,1 1 1,-1-1 0,1 1-1,-1 1 1,1-1 0,0 1 0,0 0-1,0 1 1,9-1 0,0 3-137,1 1-1,-1 0 1,0 1 0,0 1 0,0 0-1,0 1 1,-1 1 0,0 0 0,0 1-1,-1 1 1,0 0 0,16 14 0,-20-13-84,1-1 0,-1 1 0,0 1 0,-1 0 0,0 0 0,-1 1 0,0 0 0,-1 0 0,-1 1 0,1 0 0,-2 0 0,0 1 0,-1-1 0,6 29 0,-5 8 16,-1 1 0,-4 56 0,0-99-54,-2 39-9,-1-1 0,-10 47-1,10-78-15,-1 0-1,0 0 0,-1 0 0,-1-1 1,0 0-1,-1 0 0,-1 0 0,0-1 1,-1 0-1,-13 15 0,-6 1-123,-2-1 0,-58 43 1,-73 35-2720,95-65-627,53-30-1086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6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0 683 8537,'98'6'4530,"122"-9"1,-177 1-3845,0-2 0,0-2 0,64-18 0,-58 3 67,-46 19-697,0 0 1,-1 0-1,1 0 0,0 0 0,0-1 0,-1 1 1,0-1-1,1 1 0,-1-1 0,0 0 0,0 0 1,0 0-1,2-5 0,-4 6-30,0 0 0,1 0 1,-1 0-1,0 0 0,0 1 0,0-1 0,0 0 0,-1 0 1,1 0-1,-1 0 0,1 0 0,-1 0 0,1 1 0,-1-1 1,0 0-1,0 0 0,0 1 0,-2-4 0,0 0-25,2 5 6,0-1 0,-1 1 0,1 0-1,0 0 1,0 0 0,-1 0 0,1 0 0,0 0 0,0 0-1,-1 0 1,1 0 0,0 1 0,0-1 0,0 0 0,-1 1-1,-1 0 1,2 0 5,-5 1-2,1 0 0,-1 1 0,0 0 1,1 0-1,-1 0 0,1 1 0,0-1 0,0 1 0,1 1 0,-1-1 0,1 1 0,0-1 0,0 1 1,1 0-1,-1 1 0,1-1 0,0 1 0,-3 7 0,4-8-19,-1 0 0,1 0 0,0 0 0,1 0 0,-1 0 0,1 0 0,0 1 0,0-1-1,1 0 1,-1 1 0,1-1 0,1 0 0,-1 1 0,1-1 0,-1 0 0,2 1 0,-1-1 0,0 0 0,1 0 0,0 0 0,0 0-1,4 6 1,-1-6-35,-1 0-1,1 0 0,-1 0 0,1-1 0,1 1 0,-1-1 0,1-1 0,-1 1 0,1-1 1,0 0-1,0 0 0,1-1 0,-1 1 0,9 1 0,-6-3 8,1 0-1,-1 0 1,1-1-1,-1 0 1,1 0-1,-1-1 1,0-1-1,1 1 1,11-5-1,-4 0 101,0 0 0,-1-1 0,0-1 0,0-1 0,-1 0-1,0-1 1,-1-1 0,0 0 0,-1-1 0,20-20 0,-6-1 983,-1-1 1,-1-1-1,33-62 1,-18 25 1544,-40 71-2567,1 1-1,-1 0 1,0-1 0,1 1-1,-1 0 1,1 0-1,-1 0 1,1-1 0,-1 1-1,0 0 1,1 0 0,-1 0-1,1 0 1,-1 0-1,1 0 1,-1 0 0,1 0-1,-1 0 1,1 0 0,-1 0-1,1 0 1,-1 0 0,1 0-1,-1 1 1,1-1-1,-1 0 1,0 0 0,1 0-1,-1 1 1,1-1 0,-1 0-1,0 1 1,1-1 0,0 1-1,11 9 219,-8-2-183,-1-1-1,0 1 0,-1 0 0,0 1 0,0-1 0,-1 0 0,0 1 0,0-1 0,-1 0 1,-1 13-1,1-11-15,-2 65 156,-15 93 0,13-138-323,-2-1-1,-1-1 1,-1 1 0,-2-1 0,0 0 0,-2-1 0,-25 42 0,5-26-2897,31-40 1836,0-6-1962,1 0 2876,0 0-1,0-1 1,0 1-1,0 0 1,0 0 0,1 0-1,-1 0 1,1 0-1,0 0 1,0 0 0,0 0-1,0 0 1,1 1-1,1-4 1,30-40-2265,-15 24 1256,31-46-1280,76-94-960,-39 67 3238,67-82 1269,-87 96 1484,63-103 0,-69 93 353,2-12 1547,-62 102-4192,1 0 0,0-1 0,-1 1 0,1 0 0,0 0 1,0 0-1,0-1 0,0 1 0,0 0 0,0 0 0,0 0 0,0 0 0,2-1 0,-2 2-124,-1 0 0,0 0 1,1 0-1,-1 1 0,0-1 1,1 0-1,-1 0 0,0 0 1,1 0-1,-1 1 0,0-1 1,1 0-1,-1 0 0,0 1 1,0-1-1,0 0 0,1 1 0,-1-1 1,0 0-1,0 0 0,0 1 1,0-1-1,1 1 0,-1-1 1,0 0-1,0 1 0,0-1 1,0 0-1,0 1 0,0-1 1,0 0-1,0 1 0,0 47 1613,0-40-1646,-13 137 1750,7-90-2446,0 108 1,8-139-119,9 110-4123,-7-112 87,12 42-1,-1-28-4861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7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14 9237,'-6'-14'7713,"31"14"-6525,-3 3-328,17-3-156,21 3-360,-3 0-536,7 0-696,-4-1-788,0 1-705,7-3-1927,9 6-3309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7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220 560 9341,'0'-1'193,"1"0"0,0 0-1,0 0 1,-1 0 0,1 0 0,0 1 0,0-1 0,0 0 0,0 0 0,0 1 0,0-1-1,0 0 1,0 1 0,0-1 0,0 1 0,0-1 0,0 1 0,0 0 0,1-1-1,-1 1 1,0 0 0,0 0 0,2 0 0,0 0 1634,-2-9-1199,1 1 0,0-1 0,0 1 1,0 0-1,1 0 0,0 0 0,5-8 0,1-6-65,1-3 94,4-9 344,-2 0 0,-1 0 0,6-38 0,27-175 2914,-44 243-3690,-1 9 52,-70 277 796,3-16-839,9-15-113,-125 646-590,180-835-244,4-50 410,1-14 97,5-4 116,13-23-193,-15 19 220,-1 0 0,-1 0 0,2-18 0,18-172-483,12-90 246,-33 280 281,1-1 1,0 1 0,1 0 0,0 0-1,0 0 1,1 1 0,0-1 0,1 1-1,0 0 1,1 0 0,0 0 0,0 1-1,1 0 1,-1 0 0,2 1 0,-1 0-1,1 0 1,0 1 0,1 0 0,0 0-1,0 1 1,0 0 0,17-7 0,0 2-36,-1 2 0,1 0 1,1 1-1,0 2 0,-1 1 1,52-2-1,-73 6 50,0 1-1,0-1 0,0 1 0,0 0 1,0 0-1,0 1 0,0-1 1,0 1-1,-1 0 0,1 0 1,8 6-1,-12-7 4,0 0 1,1 0-1,-1 0 1,0 0-1,0 0 1,0 0-1,0 1 1,0-1-1,-1 0 1,1 0-1,0 1 1,-1-1-1,1 1 1,-1-1-1,1 0 1,-1 1-1,1-1 1,-1 1-1,0-1 0,0 1 1,0-1-1,0 1 1,0-1-1,0 1 1,0-1-1,-1 1 1,1-1-1,0 1 1,-1-1-1,1 1 1,-1-1-1,0 0 1,1 1-1,-1-1 1,0 0-1,0 1 1,0-1-1,0 0 1,0 0-1,0 0 1,0 0-1,-2 1 1,-77 73-612,11-11-2707,26-16-3494,35-33 1343,14 1-3169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7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6 2520,'55'-5'1170,"-52"5"-751,1 0-76,36 0 279,-37 0 2530,-35 12 27,25-10-2808,0 2-1,0-1 1,0 1 0,1-1-1,0 2 1,-1-1 0,2 1-1,-1 0 1,0 0 0,1 1-1,0-1 1,-5 9-1,-15 22 546,1 1-1,2 0 1,1 2-1,-22 61 1,2 34-2661,12 5-6471,20-92 360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8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69 7949,'67'-20'2020,"-29"14"-440,9-5-320,-2 2-256,-4 3-256,7 3-520,9-5-644,10 5-464,6 3-356,3-3-2348,-6 6-2105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8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83 9217,'25'-17'6820,"-37"6"-5215,2-4 1411,4 1-2424,-1 3-128,-5 2-3652,-1 3 611,-3 6-2083,0 3-3645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5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1033 40 4684,'44'-20'10901,"-28"0"-6816,-30 173-1557,12-139-2394,-28 161 1114,9-62-473,-84 429 2182,-32 218-1213,122-619-1455,-4 18-98,-41 499 336,56-328-319,-11 177 200,-2-388-30,-54 197 0,9-87-191,3 76 25,42-81-4,11-114-77,-2 33-9,2-20 114,-28 159 0,14-180-236,-68 400 0,80-431 0,-76 438 0,69-445 0,-27 91 0,-37 132 0,72-250 0,2-1 0,0 63 0,1-23 0,0-37 0,2-13 0,0 0 0,3 32 0,-1-47 0,1 0 0,-1 0 0,-1 0 0,0 0 0,0 0 0,-1 0 0,-1 0 0,1-1 0,-6 11 0,-2 17 0,46-170-10002,-17 66 2490,12-5-4757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7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25 3528,'0'0'1562,"-12"-25"6009,-14 36-2920,27-8-3753,0 1-772,1 0 1,0 0-1,1-1 0,-1 1 1,0-1-1,1 1 1,0-1-1,0 0 0,0 0 1,0 0-1,1 0 1,-1-1-1,1 1 1,-1-1-1,1 0 0,0 0 1,0-1-1,0 1 1,0-1-1,6 2 1,29 8 217,-1-2 0,2-1 1,-1-2-1,66 1 0,-45-4-148,639 23 658,4-29-685,-699 3-168,1518-28 168,-313 5-156,-214 19-42,-921 4 30,1492 27 43,-538-5-36,-191-29 11,-704 4-18,283-12 40,-129 3-80,-27 1 132,244-3-157,-351 15 121,402 11-106,364-3 197,-667-38 226,-104 9 28,-139 19-364,2 0-180,0 0 0,1 0 0,19 2 0,-58 3-2596,22-3 2231,1 1 0,0-2 0,-1 1 1,1 0-1,-1-1 0,-4 0 0,-17-2-5293,-2 1-3595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7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1 8249,'0'0'2069,"-2"0"-1603,0 1 0,1 1-1,-1-1 1,0 0 0,1 0 0,-1 1 0,0-1 0,1 1 0,0-1 0,-1 1 0,1-1 0,0 1 0,0 0 0,-2 3 0,2 2-190,1 0 0,0 0 0,0 0 0,0 0 0,1 0 0,0 0-1,0 0 1,1-1 0,0 1 0,0 0 0,0-1 0,1 1 0,0-1 0,7 11 0,5 4-78,1-1 1,0 0-1,1-2 1,1 0-1,1-1 1,29 21-1,137 82 44,-144-96-222,13 7-101,-25-15 6,0 1 0,-2 1 0,0 2 0,38 34 0,-59-48 89,0 1-1,0-1 1,-1 1 0,0 0 0,-1 0 0,1 0-1,-2 1 1,1-1 0,-1 1 0,0 0 0,0 0-1,-1 1 1,0-1 0,-1 0 0,0 1 0,0-1-1,0 0 1,-1 1 0,-1-1 0,0 1 0,0-1-1,-4 17 1,-1-7 95,-1 0 1,-1 0-1,-1 0 1,0-1-1,-1 0 0,-1-1 1,0 0-1,-15 15 1,-116 110 246,132-131-351,-90 73-1828,-194 124 1,128-96-6361,79-47-1309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7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 1080,'-29'-6'-368,"42"15"124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8.2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1185 95 4560,'0'-2'1229,"5"-39"4791,-6 25-5839,0 12 1698,3 1-1629,-1 0 1,1 0 0,0 1 0,0-1 0,0 0 0,0 1-1,0 0 1,4-4 0,-2 2 3808,-7 5-3240,-16 10 119,0 0 1,-28 22 0,-20 12-127,-325 156 992,122-67-2875,13 18-4418,179-94-904,18-1-4106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29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83 9157,'0'0'2438,"-12"-7"1912,11 6-4011,0 1 0,0-1 0,0 0 0,0 1 0,0-1 0,0 0 0,1 1 0,-1-1 0,0 0 0,1 0 0,-1 0 0,0 0 0,1 0 0,-1 0 0,1 0 0,-1 0 0,1 0 0,0 0 0,-1 0 0,1 0 0,0 0 0,0 0 0,0 0 0,0 0 0,0 0 0,0 0 0,0 0 0,0-1 0,1 0 0,-1-5-724,0 5 1385,1-2-579,1 1 0,0 0 0,0 1 0,0-1 0,0 0 0,1 0 0,4-4 0,14-2 806,-19 8 108,-4 3-1235,-12 13-100,0 0 1,1 0 0,0 1 0,2 1-1,0 0 1,1 0 0,0 1 0,2 1 0,0-1-1,1 2 1,-7 26 0,5-4-2,2-1 1,2 2 0,1-1-1,3 64 1,2-83 0,1 1 0,1-1 0,0 0 0,2-1 0,1 1 0,15 38 0,-16-51 0,0 1 0,1-1 0,0 0 0,0 0 0,1-1 0,0 0 0,1 0 0,0 0 0,0-1 0,1-1 0,0 1 0,0-1 0,1-1 0,20 11 0,-25-15 0,-1 0 0,1 0 0,0-1 0,0 1 0,-1-1 0,1 0 0,0-1 0,0 1 0,0-1 0,0 0 0,0 0 0,0-1 0,0 1 0,0-1 0,0 0 0,0-1 0,0 1 0,0-1 0,-1 0 0,1 0 0,-1 0 0,1-1 0,-1 1 0,0-1 0,0 0 0,7-7 0,-4 2 0,0 0 0,-1 0 0,0 0 0,0 0 0,-1-1 0,0 0 0,-1 0 0,0-1 0,0 1 0,-1-1 0,0 0 0,1-13 0,-2 7 0,-1-1 0,-1 1 0,0-1 0,-2 1 0,0-1 0,0 1 0,-2 0 0,0 0 0,-8-21 0,-1 5 0,-1 1 0,-2 0 0,-28-42 0,32 55-27,-1 2 0,-1-1 0,0 2-1,-1 0 1,-1 0 0,0 2 0,-1 0 0,-1 1 0,-35-19 0,46 28-713,-1 0 1,1 1-1,0 0 0,-1 0 1,0 0-1,-14 0 1,-11 5-3611,7 8-3787,11 9-3711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1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1 138 4064,'6'2'1444,"0"-1"-1,0 1 1,0-1-1,0 0 1,7 0-1,-3-1-813,-1-1-1,1 0 1,-1 0 0,1-1 0,-1 0-1,1-1 1,-1 0 0,11-5-1,-16 6-101,6-7 311,-5 5-632,2 0-1,-1 0 0,0 1 1,1 0-1,-1 0 1,1 0-1,0 1 0,8-2 1,-6 2-99,-6 1-137,18 0 145,28-2-37,21-2-19,80 5 1,-81 3 64,0-3 1,75-9-1,191-25 662,-203 31-666,-97 3-136,130-11 8,-91 5-14,-57 3 13,100-5 0,-113 8 8,1 0 0,0 0 0,-1 0 0,1 1-1,0-1 1,7 3 0,6 1 3,152 27-14,-10-2-3,-54-21 105,205-10 0,-233 1-132,-1 3 1,1 3-1,127 26 0,-46-3 18,94 21-306,-216-42 184,48 3 1,-14-2-47,-40-4 27,40-2 1,12 1-395,-43 0-80,-29-2-378,-1 0-1,1 0 1,13 4-1,-21-4-1756,-13-18-8282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1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 8041,'73'-3'2016,"-35"8"-436,7-5-256,2 0-152,45 0 432,-44-5-992,9 5-127,-3-3-81,0 0-228,0-3-408,-6 1-400,-7-1-369,-3-3-267,-22 6-724,3 1-1600,3-7-2121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2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49 9885,'0'0'2584,"3"-17"-296,0 2 33,-19 7 3767,7-1-3608,18 23-1580,4 4-184,3 2-131,3 20-129,-6-6-124,6 0-460,-4 3-840,1 6-465,-9 0-959,-4 3-932,0 5-2721,10 6-5316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3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41 6433,'-25'-40'20896,"47"48"-19970,-13-3-759,0 0 0,-1 0 1,0 1-1,0 0 1,0 0-1,9 11 1,12 8 135,27 21 130,207 151-2446,-139-114-3441,-47-21-5140,-48-36 1476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65 303 10477,'-7'-4'1116,"-12"-6"12398,17 11-13334,0 0-1,0 0 1,1 0 0,-1 1-1,0-1 1,0 0-1,1 1 1,-1-1 0,1 1-1,-1 0 1,1-1 0,0 1-1,0 0 1,0 0 0,-2 3-1,2 0-15,1 1-1,0-1 1,0 0-1,0 0 0,0 0 1,2 8-1,0 7 154,-2 19 524,-8 57 0,5-70-626,0 1 0,2 0 0,0 0 0,2-1 0,6 35 0,-5-49-188,1-1-1,1 1 0,0 0 1,0-1-1,1 0 1,0 0-1,1 0 0,1-1 1,-1 0-1,13 14 1,-14-19-59,0 0 0,1 0 0,-1-1 0,1 0 0,0 0 0,0 0 1,0-1-1,0 0 0,0 0 0,1-1 0,0 1 0,-1-1 0,1-1 1,0 0-1,0 0 0,0 0 0,0 0 0,0-1 0,0 0 0,9-2 1,0-1-4,1 0 0,-1-1 0,0-1 0,0-1 0,-1 0 0,1-1 0,-1 0 0,-1-1 1,0-1-1,0 0 0,0-1 0,-1-1 0,-1 0 0,0-1 0,0 0 0,-1-1 0,-1 0 1,0 0-1,-1-1 0,15-30 0,-13 16 52,0 0 1,-2 0-1,-1-1 0,-2 0 1,-1 0-1,-1-1 1,-1 0-1,-1 0 0,-2 1 1,-1-1-1,-2 0 0,-7-38 1,7 54-1,-1 0 1,0 1 0,0 0-1,-1 0 1,-1 0-1,0 0 1,-1 1-1,0 0 1,-1 0-1,-1 1 1,0 0 0,0 0-1,-1 1 1,0 1-1,0-1 1,-1 2-1,-1-1 1,1 2-1,-2-1 1,1 2 0,0-1-1,-1 2 1,-16-5-1,25 9-123,0 0 0,0 0 0,0 0 0,0 1 0,0 0 0,0 0 0,-1 0 0,1 0 0,0 1 0,0-1 0,0 1 0,-4 1 0,5-1-140,1 1 0,-1-1 1,1 0-1,0 1 0,-1-1 1,1 1-1,0 0 0,0-1 1,0 1-1,1 0 0,-1 0 1,0 1-1,1-1 0,-3 4 1,2-1-648,0 1-1,0-1 1,0 1 0,1 0 0,0 0 0,0 0 0,0 0 0,1 0 0,0 0 0,0 0 0,0 0 0,1 0-1,2 11 1,12 27-10506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46 14821,'0'0'6205,"-6"-14"-5041,0 3-252,22-1-4328,-4 4 196,14 16-10262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251 126 12981,'-3'-8'934,"0"0"1,-1 1-1,0-1 0,0 1 0,-1 0 0,1 0 0,-2 0 0,-8-9 1,-14-21 6547,27 35-5310,-11-7-771,11 9-1394,0-1 0,0 1 1,0 0-1,0 0 1,0-1-1,0 1 0,0 0 1,0 0-1,0 0 1,0 0-1,0 0 0,0 0 1,0 0-1,0 0 1,0 1-1,0-1 0,0 0 1,0 1-1,1-1 1,-1 0-1,0 1 0,0-1 1,0 1-1,0-1 1,1 1-1,-1 0 0,0-1 1,0 1-1,1 0 1,-1 0-1,0-1 0,1 1 1,-1 0-1,1 0 1,-1 0-1,0 1 0,-21 39 43,21-40-50,-7 19 0,0 0 0,1 0 0,1 1 0,1-1 0,1 1 0,0 1 0,2-1 0,0 0 0,2 1 0,0-1 0,2 1 0,0-1 0,1 0 0,2 0 0,0 0 0,11 29 0,-9-31 2,0-5-18,-1 1 0,-1 0 0,0 0 1,-1 1-1,-1-1 0,0 1 0,0 27 0,-3-39-158,-1 0 0,1 0 0,-1 0 0,0 0 0,-1 0 0,1 0 0,-1-1 0,0 1 0,1 0 0,-2-1 0,1 1 0,0-1 0,-1 0 0,1 0 0,-1 0 0,0 0 0,0 0 0,0-1 0,-4 3 1,2-2-504,0 0 0,0 0 0,0-1 0,0 0 0,0 0 0,0 0 0,-1-1 1,1 0-1,-1 0 0,1 0 0,-1 0 0,1-1 0,-7 0 0,-4-1-5667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10733,'0'-17'2076,"3"0"3101,29 23-5497,-4-6-624,1 11-393,-1 1-491,-5 2-2092,11 12-2733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5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98 8257,'22'-9'2380,"-3"0"2416,-19-11-3791,0 0-129,0 0-2241,0 0-175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8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23 659 11609,'0'0'6252,"-4"-2"-3720,-10-10 871,10 9-1220,23-11 977,133-93-2253,5 8 0,4 6 0,343-141 0,-338 172-907,-138 54 0,0 0 0,1 2 0,0 2 0,30-2 0,-52 5 0,1 1 0,0 1 0,0-1 0,-1 1 0,1 0 0,-1 1 0,1 0 0,10 4 0,-15-5 0,0 1 0,-1-1 0,1 1 0,-1 0 0,1 0 0,-1 0 0,0 0 0,1 0 0,-1 0 0,0 1 0,-1-1 0,1 1 0,0-1 0,-1 1 0,1 0 0,-1 0 0,0 0 0,0-1 0,0 1 0,0 0 0,0 0 0,-1 0 0,1 6 0,-1 6 0,-1 0 0,0 0 0,-1-1 0,0 1 0,-1 0 0,-1-1 0,0 0 0,-7 14 0,-57 112 0,50-105 0,-56 103 0,-50 101 0,92-169 0,-34 108 0,62-167 0,1 0 0,1 0 0,-2 21 0,3-30 0,1 1 0,0-1 0,0 0 0,0 1 0,0-1 0,1 0 0,-1 1 0,1-1 0,-1 0 0,1 1 0,0-1 0,0 0 0,0 0 0,0 0 0,0 1 0,0-1 0,1 0 0,-1-1 0,0 1 0,1 0 0,0 0 0,0-1 0,-1 1 0,1-1 0,0 1 0,3 0 0,3 1 0,0 0 0,1-1 0,0 0 0,-1 0 0,1-1 0,0 0 0,0-1 0,0 0 0,0 0 0,-1-1 0,1 0 0,0-1 0,0 0 0,8-3 0,22-7 0,68-34 0,-74 31 0,350-180-412,-106 50-514,-161 83-2392,-48 14-1732,-66 46 4232,0 1 0,0-1 1,0 0-1,0 0 0,-1 0 1,1 0-1,0 0 0,-1 0 1,0 0-1,1 0 0,0-4 1,5-7-9448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0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121 124 4936,'0'0'5030,"-3"0"-3762,-4 2-44,-10 1-1006,6-3 13070,12-3-13100,0 0 0,-1-1 0,1 1 0,-1 0 0,0-1 0,0 1 0,0-1 0,-1-5 0,0 7-110,-1 0 0,1 0 0,-1 1 0,0-1 1,1 0-1,-1 1 0,0-1 0,0 1 0,0 0 0,0 0 0,-1 0 1,1 0-1,0 0 0,0 0 0,-1 0 0,-1 0 0,-5-2-113,7 2 650,-33-1-351,32 2 448,22 5-340,-18-4-356,0 0 1,0-1 0,0 1 0,0-1 0,0 1 0,0-1 0,0 0-1,0 1 1,0-1 0,1 0 0,-1 0 0,0 0 0,0 0 0,0 0-1,0 0 1,1 0 0,-1 0 0,0-1 0,0 1 0,2-1 0,39-15 103,-39 15-95,15-2 79,-2 0 217,2-21 599,-16 22-908,1-3-11,18-3-3,-7 6 2,0-1 0,1 2 0,-1 0 0,22 2 0,18-1 0,514-4 0,-509 8 0,204 20 0,-211-16 0,0 2 0,-1 2 0,51 20 0,-95-29 0,-1 0 0,1 0 0,-1 1 0,0 0 0,0 1 0,8 7 0,-1 3 0,-11-12 0,-1-1 0,0-1 0,0 1 0,0-1 0,-1 1 0,1-1 0,0 1 0,-1-1 0,0 1 0,1-1 0,-1 1 0,0 0 0,0-1 0,0 1 0,0 0 0,0-1 0,0 3 0,0 6 0,0 0 0,-1 0 0,0 0 0,-1 0 0,0 0 0,-4 12 0,-24 61 0,21-62 0,-77 185 0,-207 357 0,276-535 0,-194 338 0,113-177 0,96-184-247,0-1-1,0 1 1,1 0 0,-1 0-1,1-1 1,0 1 0,0 0-1,0 7 1,0 0-706,2-11 751,0-1 0,0 0 1,-1 0-1,1 0 0,0 0 0,0 0 0,-1 0 1,1 0-1,0 0 0,0 0 0,-1 0 0,1 0 0,0 0 1,0 0-1,-1-1 0,1 1 0,0 0 0,0-1 1,-1 1-1,2-1 0,-1 1-182,11-6-3126,0 0-1,19-13 0,1-1-7939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1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483 26 12441,'25'-25'8332,"-26"25"-8105,0 0-1,1 0 0,-1 0 1,0 1-1,0-1 0,0 0 1,0 1-1,1-1 0,-1 1 1,0-1-1,0 1 0,1-1 1,-1 1-1,0 0 1,1-1-1,-1 1 0,0 0 1,1-1-1,-1 1 0,1 0 1,0 0-1,-1 0 0,1-1 1,-1 3-1,-5 21 2088,9 98 1536,-8-73-3808,-2 0 1,-3-1-1,-1 1 1,-27 68-1,3-28-213,-65 114 0,63-143-2804,-2-1 0,-58 65 0,30-39-5880,25-32-2847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1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398 302 12337,'-22'-56'3472,"16"43"-1513,0 0 0,-1 0 0,0 0 0,-11-12 0,18 24-1816,-1 0 1,0 0-1,0 0 0,0 0 1,0 0-1,0 0 1,0 0-1,0 0 1,-1 0-1,1 0 1,0 0-1,0 1 0,-1-1 1,1 1-1,-3-2 1,4 3-94,0-1 1,-1 0-1,1 0 1,-1 0 0,1 0-1,-1 0 1,1 1-1,-1-1 1,1 0-1,-1 0 1,1 1-1,0-1 1,-1 0 0,1 0-1,0 1 1,-1-1-1,1 1 1,0-1-1,-1 0 1,1 1 0,0-1-1,0 1 1,-1-1-1,1 1 1,0-1-1,0 0 1,0 1-1,0 0 1,-2 5 169,1 1-1,1-1 1,-1 0-1,2 13 1,5 56 508,3-1 0,23 90 0,-23-126-703,2-1 0,2-1 0,31 65 0,-36-85-23,0-1-1,1-1 1,1 0 0,1 0-1,-1-1 1,2 0 0,0-1-1,1 0 1,0-1 0,0-1-1,16 10 1,-18-15-12,0 0-1,1-1 1,-1 0 0,1-1-1,0 0 1,0-1 0,0-1-1,0 0 1,0 0 0,0-1-1,0-1 1,0 0 0,1 0-1,-2-1 1,1-1 0,0 0-1,0-1 1,-1 0 0,0 0-1,21-13 1,-17 9-5,-1 0 0,0-1 0,0-1-1,-1-1 1,-1 0 0,1 0 0,-2-1 0,0-1 0,0 0 0,-1 0 0,-1-1 0,0-1 0,-1 1 0,11-27 0,-13 22 2,-2-1 1,0 0 0,-1 0 0,0 0 0,-2 0 0,-1 0-1,0-1 1,-2 1 0,0 0 0,-1 0 0,-1 0 0,-1 0 0,0 1-1,-2 0 1,-9-19 0,6 16 17,-1 1-1,-1 0 1,-1 0-1,0 2 1,-2 0-1,0 0 1,-1 2-1,-1 0 1,-1 0-1,0 2 1,-1 0-1,-29-17 1,20 17-99,-1 2 1,0 1 0,0 1-1,-1 1 1,-1 2-1,0 1 1,0 1 0,-54-3-1,63 8-393,0 1 0,0 1-1,0 1 1,0 1 0,0 1-1,0 1 1,1 1 0,0 0-1,0 2 1,0 0 0,1 2 0,1 0-1,-23 16 1,29-16-943,0 1 1,-22 23 0,1 10-4464,-2 13-5467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58 14641,'-16'-20'4693,"7"5"-2549,2 1 4081,-8 11-5945,2-2-664,0 10-13486,4 7 3125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4.0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1103 9777,'25'20'3225,"-6"-26"-340,-16 6-2624,0-1-1,1 1 1,-1 0 0,0-1 0,0 2-1,1-1 1,-1 0 0,0 0-1,0 1 1,0 0 0,0 0 0,4 1-1,39 20 421,-29-13-169,15 7-97,0 2 0,-1 2 0,-1 1 1,-1 1-1,38 38 0,-49-42-318,-1 1 1,-1 1-1,-1 1 0,0 0 1,-2 1-1,-1 0 0,0 1 1,13 40-1,-21-49-74,-1 1 0,-1-1 0,0 1 1,0-1-1,-2 1 0,0 0 0,-1 0 0,0-1 0,-1 1 0,-1-1 0,0 1 0,-1-1 0,0 0 0,-1 0 0,-1-1 0,0 1 1,-1-1-1,-1-1 0,0 1 0,-10 12 0,14-21-15,0 0 1,1 1-1,-2-1 1,1-1-1,0 1 1,-1-1-1,1 0 0,-1 0 1,0 0-1,0 0 1,0-1-1,-1 0 1,1 0-1,0 0 1,-1-1-1,0 0 0,1 0 1,-1 0-1,1-1 1,-1 0-1,0 0 1,1 0-1,-1-1 1,0 1-1,1-1 0,-1-1 1,1 1-1,-1-1 1,1 0-1,0 0 1,0-1-1,0 0 1,0 1-1,0-2 0,-7-5 1,-2-7-1,0-1 0,1 0 0,1-1 1,0-1-1,2 0 0,0 0 0,1-1 0,-11-36 0,1-14 1,-13-89-1,20 77-37,3 0 0,4-1 0,4 1 0,3-1 0,15-92 1,-4 111-195,3 1 0,3 1 0,3 1 0,2 0 0,3 2 0,43-71 0,-50 101-472,1 0-1,1 1 1,2 2-1,0 0 1,2 2-1,1 0 0,55-36 1,-55 42-1833,1 1 0,47-22 0,-8 12-4321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5.0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18 671 12237,'-5'0'308,"-7"1"2252,17-9 327,6-8-1729,7-8-305,0 2-1,2 0 1,26-24-1,78-58-39,-28 25-367,64-52-145,21-20-27,-163 136-250,-1 1 0,1 1 0,26-13 0,-42 26-20,-1 0-1,1 1 1,-1-1 0,1 1 0,-1-1 0,0 1 0,1 0 0,-1 0 0,0-1 0,1 1 0,-1 0 0,0 0 0,0 0 0,0 0 0,0 1 0,0-1 0,0 0-1,0 0 1,0 0 0,0 3 0,1 0 6,-1 0 1,0 1-1,-1-1 0,1 0 0,-1 1 1,0 5-1,2 11 45,7 43 97,3 122 1,-3-10-11,1-2-148,-14 126 884,-8-157 876,13-142-1734,0-1 1,-1 1-1,1 0 0,-1-1 1,1 1-1,0-1 1,0 0-1,-1 1 1,1-1-1,0 0 0,0 1 1,-1-1-1,1 0 1,0 0-1,0 0 0,0 1 1,-1-1-1,1 0 1,0 0-1,0 0 0,0 0 1,0-1-1,-1 1 1,3 0-1,-2 0 18,6-2-2,-1 1-1,1-1 1,0 0 0,0 0 0,-1 0-1,1-1 1,-1 0 0,0-1 0,0 1-1,0-1 1,7-6 0,13-12-3,25-27 0,-26 24-38,299-259-3159,-222 198 1486,-59 50 276,43-38-1572,-33 19-5781,-40 45 902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5.3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1 9981,'-8'0'658,"0"1"0,0 0 0,1 0 0,-1 1 0,0 0 0,1 1 0,-1 0 0,1 0 0,0 0 0,0 1 0,-11 7 0,13-6-116,0-1-1,1 0 1,0 1 0,-1 0-1,2 0 1,-1 0 0,0 1-1,1-1 1,0 1 0,-4 11-1,1 1 201,0-1-1,-4 28 0,8-32-504,1 1-1,1 0 1,0-1 0,0 1-1,2 0 1,-1 0 0,2-1-1,0 1 1,0-1 0,2 0-1,-1 0 1,2 0 0,6 12-1,-1-5-44,1-1 0,1 0 0,0-1-1,1-1 1,1 0 0,1-1-1,23 20 1,-1-8-374,1-1-1,2-2 1,0-1-1,1-3 0,2-1 1,0-2-1,1-3 1,81 19-1,-64-23-1684,1-1 0,66-1 0,-54-8-3760,106-12 0,-80-4-3797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5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27 11585,'-1'-1'81,"1"1"-1,-1 0 1,1 0 0,0-1 0,-1 1-1,1 0 1,0 0 0,0-1-1,-1 1 1,1 0 0,0-1-1,0 1 1,-1 0 0,1-1-1,0 1 1,0-1 0,0 1-1,0 0 1,0-1 0,-1 1 0,1-1-1,0 1 1,0 0 0,0-1-1,0 1 1,0-1 0,0 1-1,0 0 1,0-1 0,1 1-1,-1-1 1,0 1 0,0 0-1,0-1 1,0 1 0,0-1 0,1 1-1,17-9 2466,-13 8-2085,0 0 0,0 0 0,0 1 0,0 0 0,0 0 0,0 0 0,0 1 0,5 0 0,2 4 49,0 0 0,0 1 1,0 0-1,-1 1 0,14 10 0,15 10 332,74 46 178,-3 5-1,107 100 1,-167-132-966,-3 2 0,-2 2-1,-2 2 1,-2 2 0,53 90 0,-65-90-159,-3 1 1,-1 1-1,-4 1 1,-1 2 0,-4 0-1,14 80 1,-20-72-234,-3 0 0,-4 1 0,-2 0 0,-10 98 0,3-130-134,-1-1 0,-1 0 0,-2 0 1,-2-1-1,-1-1 0,-1 1 0,-2-2 0,-2 0 1,0-1-1,-27 34 0,29-46-1287,-31 29 0,1-9-3407,-3-3-4186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6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58 647 15445,'-38'-40'3073,"28"28"-609,4-14-256,3 1-372,6-7-252,10-16-355,-1 16-265,14-8-408,2-3-400,14-8-536,5-1-728,4 4-329,6-4-699,7 4-624,-7 2-584,-3 12-2133,0 17-4412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6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1 601 11317,'19'8'2376,"-22"-28"-316,9-14-231,7 11-353,9-6-364,3-2-128,7-6-488,6-9-292,3-8-500,7-6-696,0-3-824,6-11-941,3 2-1915,3 7-3665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9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0 527 8437,'1'-3'2432,"5"-14"2596,6-15 549,-9 28-5320,-1-1-1,0 0 1,1 1 0,0 0-1,0-1 1,0 1 0,1 1-1,-1-1 1,1 0-1,0 1 1,0 0 0,0 0-1,1 0 1,4-3 0,33-13 213,1 1 1,1 3 0,0 1 0,79-14-1,36-10-326,-30-2-784,-3-6 0,136-70-1,-239 103 400,-1 0-1,0-1 0,28-25 0,-49 38 158,-4 1-108,-3 0 187,1 0 1,-1 0-1,1 1 0,-1 0 1,1 0-1,-1 0 0,1 1 1,0 0-1,0 0 0,0 0 1,-8 5-1,-14 4-8,25-10 176,0 2-84,-1 1 153,1 1-1,0-1 1,0 1 0,0 0 0,0 0 0,1 0 0,0 0 0,0 0 0,0 0 0,1 0 0,-1 0 0,1 7-1,0-6-418,-7 55 551,-3 0-1,-2-1 0,-3 0 1,-31 78-1,-6-14-182,-69 119 1,52-118-98,21-40-83,-46 113 0,90-187-141,0-1 0,1 1 0,0 0 0,-3 22 0,6-30 36,0 0-1,0 1 1,0-1-1,0 0 1,0 0-1,1 0 1,0 1-1,-1-1 1,1 0-1,0 0 1,1 0-1,-1 0 1,0 0-1,1 0 1,0 0-1,-1-1 1,1 1-1,0-1 1,4 4-1,-4-4-626,0-2 13,1 1 526,-1-1 1,0 1 0,0-1-1,1 0 1,-1 0-1,0 1 1,0-2 0,1 1-1,-1 0 1,0 0 0,0-1-1,1 0 1,-1 1-1,0-1 1,0 0 0,0 0-1,3-1 1,-3-1-621,0 1 1,0 0-1,0-1 1,0 1-1,0-1 0,0 0 1,-1 1-1,0-1 1,1 0-1,-1 0 1,0 0-1,1-6 0,4-8-7892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0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686 115 5801,'-1'0'123,"1"0"0,0 0 1,-1 0-1,1 0 0,-1-1 1,1 1-1,-1 0 0,1 0 1,-1 0-1,1 0 0,0 0 1,-1-1-1,1 1 0,-1 0 1,1 0-1,0-1 0,-1 1 1,1 0-1,0-1 0,-1 1 1,1 0-1,0-1 0,-1 1 1,1 0-1,0-1 1,0 1-1,0-1 0,-1 1 1,1 0-1,0-1 0,0 1 1,0-1-1,0 1 0,0-1 1,0 1-1,0-1 0,0 1 1,0-1-1,0 1 0,0 0 1,0-1-1,0 1 0,0-2 1,17-18 6394,-4 6-6164,-5 5 330,-7 7 527,6-10-199,-6 10-718,0 1-1,-1 0 1,1-1-1,-1 1 1,1-1-1,-1 1 1,1-1-1,-1 1 1,0-1-1,0 1 1,0-1-1,0 0 0,0 1 1,0-1-1,-1 1 1,1-1-1,0 1 1,-1-1-1,1 1 1,-1-1-1,1 1 1,-1 0-1,-1-3 1,1 2-773,0-1 2480,-1 7-1892,-11 29 33,1 2 0,-14 65-1,-11 36-35,7-61 6,-74 133-1,-62 60-896,113-179-874,-61 144 0,87-174 686,-44 113-3594,32-56-2834,15-29-3007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66 178 9141,'-19'-18'7960,"9"8"-2784,3-1-2766,7 11-2333,-1-1-1,1 1 0,0 0 0,0-1 0,0 1 1,0 0-1,-1-1 0,1 1 0,0 0 0,0 0 1,-1-1-1,1 1 0,0 0 0,0-1 0,-1 1 1,1 0-1,0 0 0,-1 0 0,1-1 0,0 1 0,-1 0 1,1 0-1,0 0 0,-1 0 0,1 0 0,-1 0 1,1 0-1,0 0 0,-1 0 0,1 0 0,0 0 1,-1 0-1,-3 7 147,1 1-1,1-1 1,-1 1 0,1 0 0,0 0 0,1 0 0,0 0-1,0 0 1,1 0 0,0 0 0,0 0 0,3 12 0,3 14 277,17 55 1,-8-35 1,-1 3-269,3-1 1,31 68 0,-39-102-216,2-1-1,0-1 0,1 0 0,2 0 0,0-2 1,0 1-1,2-2 0,28 25 0,-38-37-45,0 0 1,1-1-1,-1 0 0,1-1 0,0 1 0,0-1 1,0-1-1,0 1 0,0-1 0,1-1 0,-1 1 1,1-1-1,10 0 0,-8-1 12,0-1 1,1 0-1,-1-1 1,0 0-1,0 0 0,0-1 1,-1 0-1,1-1 0,9-5 1,-3 0 9,0-1 0,-1 0 0,-1-1 0,1 0 0,-2-2 0,0 1 0,0-1 0,-1-1 0,-1 0 1,18-31-1,-20 27-7,0-1 1,-2 1-1,0-2 1,-1 1-1,-1-1 1,-1 1-1,-1-1 1,-1 0-1,0-36 1,-2 30 3,-2 1-1,-1 0 1,-2 0 0,0 1 0,-1-1 0,-1 1-1,-19-41 1,18 48-3,-2-1 0,0 1 0,0 1-1,-2 0 1,0 1 0,0 0 0,-2 0 0,0 2-1,0 0 1,-19-13 0,20 18-8,0 0-1,0 1 1,-1 0 0,0 1-1,0 1 1,0 0 0,-1 1-1,0 0 1,0 2 0,0-1-1,0 2 1,0 0 0,0 1 0,-17 2-1,22-1-162,0 0-1,0 1 1,0 1 0,0 0-1,0 0 1,0 1-1,1 0 1,-1 1 0,1 0-1,-16 11 1,20-11-233,0-1 0,0 1 0,0 0 0,1 0 0,0 0 0,0 0 1,-6 12-1,7-12-258,1 1 1,0-1-1,0 1 0,1-1 1,-1 1-1,1 0 1,1 0-1,-1-1 1,1 1-1,0 6 0,6 21-5310,9-5-3504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2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52 115 12389,'-35'-32'3020,"31"12"-1867,1 3 127,-3 0-2873,3 0-299,12 5-9481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35 13325,'-1'-1'230,"0"0"-1,0-1 0,1 1 1,-1 0-1,0 0 1,0-1-1,1 1 0,-1 0 1,1 0-1,-1-1 0,1 1 1,0-1-1,0 1 1,-1-1-1,1 1 0,0 0 1,0-1-1,0 1 1,3-9 10177,-5 13-9617,-2 3-622,1 1 1,0-1 0,0 0-1,1 1 1,0-1-1,0 1 1,0 0 0,1 0-1,0 0 1,0 0 0,1 0-1,0 0 1,0-1 0,1 1-1,2 13 1,3 11 108,2 0-1,13 36 1,-4-26-168,0 0-1,38 61 1,59 68-999,-88-134 563,-5-8-281,-2 0 0,0 0 1,25 56-1,-43-78 141,1 0-1,-1 1 0,0-1 0,0 1 1,-1-1-1,0 0 0,0 1 0,0-1 1,-1 1-1,0-1 0,-1 1 0,1-1 1,-1 0-1,0 0 0,-1 0 0,1 0 1,-1 0-1,0 0 0,-7 8 0,8-12 81,1-1 1,-1 1-1,1-1 0,-1 0 0,0 1 0,1-1 0,-1 0 0,0 0 0,0 0 0,0-1 0,0 1 0,0 0 0,0-1 0,0 1 0,0-1 0,0 0 0,0 1 0,0-1 0,0 0 0,0 0 0,-1-1 0,1 1 0,0 0 0,0-1 0,-4-1 0,-7-5-6300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7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0 255 7829,'7'-63'1604,"-11"40"16,1 3-200,3 3-124,3 2-140,1-2-180,5 0-215,-3 0-129,7 3-112,0 2-224,6 4-264,0 2-580,6-3-512,17-2-645,-30 5-2575,20 9-3285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3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35 112 16237,'16'-23'2677,"-38"-6"-517,12 20 1156,1-5-2132,-1 3-152,16-4-2744,1 4-412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4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9045,'0'0'2910,"2"3"-1469,188 235 6998,23 35-6538,-20 38-1156,-33-51-1460,-84-135-554,14 23-2735,-22-57-4715,-54-77 1929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5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6996 8941,'-4'-3'171,"1"0"0,1 0 1,-1 0-1,0-1 0,1 1 1,-1-1-1,1 0 0,0 0 1,1 0-1,-1 0 0,1 0 1,-1 0-1,1 0 0,0 0 1,1 0-1,-1-1 0,1 1 1,0 0-1,0-1 0,0 1 1,0 0-1,2-8 0,6-18 421,0 1-1,2 0 0,1 0 1,1 1-1,21-34 1,89-130 1173,-121 191-1761,100-137 1174,203-214-1,155-96-297,-310 308-679,889-789 483,-1023 917-679,930-741 178,31 38-61,211-61-116,202-141-340,-977 608 136,-320 231 85,-4-4 0,96-115 0,-162 170-103,2 0 0,0 2 0,2 0 0,1 2 0,0 1 0,2 1 0,41-23 1,-42 29-119,-8 3 183,1 2 0,0 0 1,33-10-1,-41 16 115,-2 0 1,1-1-1,12-7 1,11-4 25,-32 15-10,-3 0-350,-5-15 624,5 16-284,0-1-1,-1 1 1,1 0-1,0 0 1,0 0-1,0 0 0,0-1 1,0 1-1,-1 0 1,1 0-1,0 0 1,0-1-1,0 1 1,0 0-1,0 0 0,0-1 1,0 1-1,0 0 1,0 0-1,0 0 1,0-1-1,0 1 1,0 0-1,0 0 1,0-1-1,0 1 0,0 0 1,0 0-1,0 0 1,0-1-1,0 1 1,1 0-1,-1 0 1,0 0-1,0-1 0,0 1 1,0 0-1,0 0 1,1 0-1,-1 0 1,0-1-1,0 1 1,0 0-1,0 0 1,1 0-1,-1 0 0,0 0 1,0 0-1,0 0 1,1 0-1,-1 0 1,0-1-1,0 1 1,1 0-1,-1 0 0,0 0 1,4 2 20,-1-1-1,1 0 1,-1 0 0,1 0 0,0-1-1,-1 1 1,1-1 0,0 0-1,0 0 1,-1 0 0,8-2 0,46-12-60,-21 4 66,225-66-132,-230 66 65,286-120 597,-258 103-139,-11 0-100,-46 25-302,8-6-697,-9 7 665,-1 1 0,0 0 0,1 0 1,-1-1-1,1 1 0,-1 0 1,0 0-1,1-1 0,-1 1 1,1 0-1,-1 0 0,1 0 1,-1 0-1,1 0 0,-1 0 1,1 0-1,-1 0 0,1 0 0,-1 0 1,1 0-1,-1 0 0,1 0 1,-1 0-1,1 0 0,-1 0 1,0 1-1,1-1 0,-1 0 0,1 0 1,-1 1-1,1-1 0,-1 0 1,0 0-1,1 1 0,-1-1 1,1 1-1,12 19-211,0 0 10,-12-18 189,1 0 49,19 17 136,-18-17 138,7 7 455,3 3-428,0 1 0,-1 0 0,0 1 0,-1 1 0,0 0 1,-1 0-1,-1 1 0,11 27 0,155 337 1708,-143-316-1796,90 179 299,84 179-40,-108-198-356,338 699-857,-411-876 533,-3-4-384,1-2 1,2 0-1,2-2 0,35 39 0,-52-67-52,36 34-1567,-2-16-2978,-23-18-1603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6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 6093 5256,'-6'4'275,"1"0"-1,-1 0 1,0-1-1,0 0 1,-1 0-1,1-1 1,-9 3-1,11-4-417,1-1-343,-1 1 492,0 0 1,0 0 0,-1 1 0,1-1 0,0 1 0,1 0-1,-1 0 1,0 1 0,0-1 0,1 1 0,0-1 0,-4 5-1,-37 44 1391,4-3 189,18-25-40,-32 44 0,15-18 624,-34 30 3099,71-77-3995,16-18 426,54-62-304,3 3 0,88-70-1,174-119-592,424-277-413,20 23-1791,-16 12-587,1325-942-2812,-81-110 5526,-1526 1126 966,-329 280-526,130-170 0,-268 307-1120,22-28 213,30-50 1,-56 81-318,-1 0 1,-1-1 0,0 0 0,-1 0-1,0 0 1,-1 0 0,-1-1 0,0 0 0,1-19-1,-4 28-137,0 1 1,0-1-1,0 0 0,-1 1 0,0-1 0,0 1 1,0-1-1,-1 1 0,1-1 0,-1 1 0,0 0 0,0 0 1,-1 0-1,1 0 0,-1 0 0,0 0 0,0 1 1,0-1-1,0 1 0,-1 0 0,1 0 0,-7-4 0,6 4-431,-1 1-1,1 0 0,-1 0 0,1 0 0,-1 1 0,0 0 1,0 0-1,0 0 0,0 0 0,0 1 0,0-1 0,0 1 1,-7 1-1,-21 10-8465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0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77 14025,'-13'4'963,"-12"3"15771,41-18-15689,6 4-1045,0 0 0,0 2 0,0 0 0,0 2 0,1 0 0,27 1 0,16-3 0,186-9 0,-115 8 0,186-5 0,-312 10 0,378-7 0,-363 11 0,-25-3 0,1 0 0,-1 0 0,1 0 0,-1 0 0,0 0 0,1 1 0,-1-1 0,0 1 0,0-1 0,1 1 0,-1-1 0,0 1 0,2 1 0,-2-1 0,-1 0 0,0 1 0,0-1 0,0 0 0,0 0 0,1 1 0,-2-1 0,1 0 0,0 0 0,0 1 0,0-1 0,0 0 0,-1 0 0,1 1 0,-1-1 0,1 0 0,-1 0 0,1 0 0,-1 0 0,-1 1 0,-15 25 0,-12 6 0,-52 44 0,-7 9 0,-443 476 0,494-522 0,-170 160 0,206-198 0,-1-1 0,1 1 0,-1-1 0,1 1 0,0 0 0,0-1 0,0 1 0,0 0 0,0 0 0,0 0 0,0 0 0,-1 3 0,2-5 0,0 1 0,0 0 0,1-1 0,-1 1 0,0 0 0,0-1 0,0 1 0,0-1 0,0 1 0,1 0 0,-1-1 0,0 1 0,1-1 0,-1 1 0,0-1 0,1 1 0,-1-1 0,0 1 0,1-1 0,-1 1 0,1-1 0,-1 0 0,1 1 0,-1-1 0,1 0 0,0 1 0,0-1 0,6 2 0,-1 0 0,1 0 0,0-1 0,0 0 0,0 0 0,0-1 0,8 0 0,344-31 0,-203 13 0,-63 8 0,245-31 0,-290 30 0,-47 11 2,0 0-1,0 0 1,0-1-1,0 1 1,0 0-1,0 0 1,0 0-1,1-1 1,-1 1-1,0-1 1,0 1 0,0-1-1,0 1 1,-1-1-1,1 0 1,0 1-1,0-1 1,0 0-1,0 0 1,-1 1-1,1-1 1,1-2 0,-5-7-113,2 10 40,-5-29-4593,4 21 3550,0-1 1,1 1-1,0-1 1,0-14-1,1 20 224,1-1 0,-1 0 0,1 1 1,0-1-1,0 1 0,0-1 0,0 1 0,4-6 0,13-17-10506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1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32 114 13725,'-3'-25'2673,"-13"30"195,3 1 4476,23-15-2751,6 1-3697,9-1-228,23-2-668,-7 2 0,4 1 0,9-4-1020,9 7-760,1-4-596,2 0-729,-2 1-455,2 5-2641,-2 9-5540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1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57 386 12357,'-8'3'624,"5"-2"-297,1-1 1,-1 1-1,0 0 1,0-1-1,1 1 0,-1-1 1,0 0-1,0 0 1,0 0-1,-3-1 1,-2-6 3245,2-16-856,8 20-2517,0 0 0,1 1 1,0 0-1,-1-1 1,1 1-1,0 0 0,0 0 1,0 1-1,0-1 0,5-1 1,2-2 153,58-28-2,2 3 0,84-24 0,-22 8-1705,227-81-6893,-276 104 2870,2 5-3152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3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405 674 11493,'-2'-3'2054,"-14"-25"1543,15 25-2021,0-17 1559,1 17-2801,0 1 0,-1 0 1,1-1-1,-1 1 1,0 0-1,0 0 0,0-1 1,0 1-1,0 0 1,0 0-1,0 0 0,-1 0 1,1 0-1,-1 0 0,1 1 1,-4-4-1,3 4 974,1 3-519,-2 9-310,0-1-1,0 1 1,1-1 0,0 1-1,0 18 1,-2 9-280,-50 186-124,32-147-83,-15 100 1,35-161 7,-5 30 0,2 0 0,1 0 0,3 1 0,6 56 0,-3-90 0,0 0 0,1 0 0,1 0 0,0-1 0,1 0 0,0 0 0,1 0 0,10 17 0,-10-22 0,0 1 0,0-1 0,0 0 0,1-1 0,0 0 0,1 0 0,-1 0 0,1-1 0,0 0 0,1 0 0,-1-1 0,1 0 0,10 3 0,-4-3-22,-1-1 0,1 0 0,0-1 0,0 0 0,0-1 0,0-1 0,0 0 0,1-1 0,-1-1 0,-1 0 0,1-1 0,0-1 0,-1 0 0,1-1-1,-1-1 1,0 0 0,-1 0 0,0-2 0,0 0 0,13-10 0,-7 4-31,-2-1 1,0-1-1,0 0 0,-2-1 0,0-1 0,-1 0 1,-1-1-1,0-1 0,-2 0 0,0 0 0,-2-1 0,13-36 1,-8 2-285,-2-1 1,-3 0-1,4-69 1,-17-174-541,-1 225 739,-4-1 0,-2 1 0,-25-82 0,28 129 175,-1-1 1,-2 1-1,-1 1 0,-1 0 1,-1 1-1,-1 0 0,-1 1 1,-1 1-1,-1 0 1,-1 2-1,-27-25 0,34 37 27,0 0 0,-1 1 0,0 1-1,0 0 1,-1 0 0,0 1 0,0 1-1,-1 1 1,-27-6 0,32 9-6,0 0-1,0 0 1,-1 1 0,1 0 0,0 1 0,-1 0-1,1 1 1,0 0 0,0 1 0,0 0 0,0 0-1,1 1 1,-1 1 0,1-1 0,0 1 0,0 1-1,1 0 1,-12 10 0,-1 3 45,2 0 0,0 1 0,1 1 0,2 1 0,-21 33 0,7-5 12,2 1 1,3 2 0,-27 76-1,40-92-96,2-1 1,2 1-1,1 1 0,2-1 0,1 1 0,2 48 1,3-67-67,1 0 1,0 0-1,2 0 1,0 0 0,1-1-1,1 0 1,0 0-1,2 0 1,12 22 0,-12-28-39,0 0 1,0 0 0,1-1 0,1-1-1,0 1 1,0-2 0,1 1 0,0-1-1,1-1 1,0 0 0,0-1 0,1 0-1,15 6 1,4-1-393,1-1 1,0-1-1,1-2 0,0-2 0,0-1 0,0-1 1,1-2-1,-1-1 0,1-2 0,43-7 0,-46 3-609,0-2-1,-1-2 1,0 0-1,-1-2 0,0-2 1,51-28-1,-8-5-4603,-3-5-3383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3.8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31 13025,'-3'3'613,"-1"-1"-1,1 0 1,-1 1-1,0-1 1,1-1-1,-1 1 0,0 0 1,-4 0-1,4-1-74,0 0 0,1 1-1,-1-1 1,1 1 0,-1-1-1,1 1 1,0 0 0,0 1-1,-1-1 1,2 0 0,-1 1-1,-3 3 1,-6 8 152,1 1-1,1 1 1,0 0-1,0 0 1,-8 22 0,15-30-484,1-1 1,-1 1 0,1 0 0,0 0 0,1 0 0,0 0-1,0 0 1,1 0 0,0 0 0,0 0 0,1 0 0,0 0-1,0 0 1,4 11 0,1-4-207,0-1 0,1 0 0,0 0 0,1-1 0,1 0 0,0 0 0,1 0 0,0-2 0,1 1 0,22 17 0,-24-22 0,1 0 0,-1-1 0,1 0 0,0 0 0,1-1 0,0-1 0,-1 0 0,1 0 0,1-1 0,-1-1 0,0 1 0,1-2 0,-1 0 0,1 0 0,13-2 0,-19 1 0,0 0 0,0-1 0,1 0 0,-1-1 0,0 1 0,0-1 0,0 0 0,0-1 0,-1 1 0,1-1 0,-1 0 0,1-1 0,-1 1 0,0-1 0,0 0 0,-1 0 0,1-1 0,-1 1 0,0-1 0,0 0 0,0 0 0,-1-1 0,0 1 0,0-1 0,0 1 0,-1-1 0,0 0 0,0 0 0,0 0 0,-1 0 0,0 0 0,0-1 0,0 1 0,-1 0 0,0 0 0,0-1 0,-1 1 0,1 0 0,-1 0 0,-4-10 0,1 0 0,-2 1 0,0 0 0,-1 0 0,-1 0 0,0 1 0,-1 0 0,0 0 0,-1 1 0,-1 1 0,-23-22 0,8 11 0,-1 1 0,-2 2 0,0 1 0,-35-18 0,42 27-162,0 0 1,-1 2-1,0 0 1,-1 2-1,0 1 0,0 0 1,-26 0-1,41 4-467,1 1-1,-1 1 0,1-1 0,-14 4 1,5-1-926,17-3 1479,0 0 0,0 0-1,0 0 1,0 0 0,0 0 0,0 0-1,-1 0 1,1 0 0,0 0 0,0 0 0,0 0-1,0 1 1,0-1 0,0 0 0,0 0-1,-1 0 1,1 0 0,0 0 0,0 0-1,0 0 1,0 1 0,0-1 0,0 0 0,0 0-1,0 0 1,0 0 0,0 0 0,0 1-1,0-1 1,0 0 0,0 0 0,0 0-1,0 0 1,0 0 0,0 1 0,0-1 0,0 0-1,0 0 1,0 0 0,0 0 0,0 0-1,0 0 1,0 1 0,0-1 0,1 0-1,-1 0 1,0 0 0,0 0 0,0 0 0,0 0-1,0 0 1,0 1 0,0-1 0,1 0-1,5 7-1711,19 12-4941,16 1-4348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4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 15789,'-17'5'3262,"16"-5"-3100,1 0-1,-1 0 0,0 0 1,0 0-1,1 0 0,-1 0 1,0 1-1,0-1 0,1 0 1,-1 1-1,0-1 0,1 0 1,-1 1-1,0-1 0,1 1 0,-1-1 1,1 1-1,-1-1 0,1 1 1,-1-1-1,1 1 0,-1-1 1,1 1-1,0 0 0,-1-1 1,1 1-1,0 0 0,-1-1 1,1 1-1,0 0 0,0 1 1,-3 5 45,-5 20 1184,1-1 0,1 1 0,2 0 0,0 0 0,1 39 0,7 34-1499,6 0-1,32 146 1,-18-106-4939,-15-78 288,3-1-3512,-3-17-3110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4.3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33 275 14993,'-32'-26'11569,"54"21"-10724,29-4-333,9-2-528,29-9-817,16 0-199,9-3-508,13-9-364,7 1-320,-1-1-236,0-2-2869,1 3-4268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5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347 546 13289,'7'-22'1052,"-6"17"-593,1-1-1,0 1 0,-1-1 0,0 0 1,-1 1-1,1-1 0,-1 0 0,0 1 1,-1-8-1,1 12-128,0 0 1,0 0-1,-1 0 0,1 0 1,0 0-1,0 0 1,-1 0-1,1 0 0,0 0 1,-1 0-1,1 0 1,-1 1-1,1-1 0,-1 0 1,0 0-1,1 0 1,-1 1-1,0-1 0,1 0 1,-1 1-1,0-1 1,-2-1-1,3 2-157,0 0 1,-1 0-1,1 0 1,-1 0-1,1 0 1,-1 0-1,1 0 1,-1 0-1,1 0 0,-1 0 1,1 0-1,0 1 1,-1-1-1,1 0 1,-1 0-1,1 0 1,-1 0-1,1 1 0,0-1 1,-1 0-1,1 1 1,0-1-1,-1 0 1,1 0-1,0 1 1,-1-1-1,1 1 0,0-1 1,0 0-1,-1 1 1,1-1-1,0 1 1,0-1-1,0 0 1,-1 2-1,-2 12-173,0 1 0,1 0 0,0 1 0,1-1 0,1 0 0,3 24 0,-2 9 0,-1 22 0,16 416 0,-10-372 0,5 41 0,-9-138 0,1 0 0,1 0 0,1-1 0,0 0 0,1 0 0,14 26 0,-17-37 0,0-1 0,1 1 0,0-1 0,0 0 0,0 0 0,0 0 0,0-1 0,1 1 0,7 3 0,-9-5 0,0-1 0,1 0 0,-1 0 0,0 0 0,1 0 0,-1 0 0,1-1 0,-1 0 0,1 1 0,-1-1 0,1-1 0,0 1 0,-1 0 0,1-1 0,-1 0 0,0 1 0,1-1 0,3-2 0,0 0 0,-1 0 0,1 0 0,0 0 0,-1-1 0,0 0 0,0 0 0,9-9 0,3-6-127,-2-1 0,-1 0 0,0-2 1,-2 1-1,0-2 0,-2 0 0,0 0 0,13-46 0,1-18-526,13-100 1,-38 185 649,12-64-136,-3-1 0,-2 0 0,-4 0 1,-3 0-1,-2 0 0,-17-93 0,8 97 143,-3 1-1,-27-74 0,34 116 41,-1 1 0,-1 1 0,-1-1 0,-1 1 0,0 1 0,-1 0 0,-1 1 0,0 0 0,-2 1 0,-28-25 0,34 34-11,0 0 1,0 1-1,-1 0 0,0 0 0,0 1 0,0 0 0,0 1 0,-1 0 0,1 1 0,-1 0 0,0 1 0,1 0 0,-1 0 1,0 1-1,0 1 0,0 0 0,1 0 0,-1 1 0,0 0 0,1 1 0,0 0 0,-20 10 0,10-4 15,0 1 0,1 2 0,0 0 0,1 1 0,0 0 0,1 2-1,0 0 1,1 1 0,1 0 0,-15 23 0,16-19-18,0 1-1,2 0 1,0 1 0,2 0-1,1 1 1,0 0 0,2 1-1,-8 42 1,12-52-69,2 0-1,0 0 1,1 0 0,0 0-1,1 1 1,1-1-1,0 0 1,1 0 0,0 0-1,1-1 1,1 1 0,0-1-1,1 0 1,0 0 0,1-1-1,13 19 1,-4-12-141,1-1-1,1-1 1,0 0 0,1-2 0,1 0 0,1-1-1,0-1 1,0 0 0,45 17 0,-10-9-350,0-3 1,1-2-1,61 9 0,-55-16-240,0-2-1,1-4 0,-1-2 0,1-3 0,0-2 1,-1-4-1,88-21 0,-127 23-410,1-2 1,35-17-1,11-12-5171,-24 11-1408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5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24 13093,'-21'-23'3232,"21"23"-3018,-1 0-1,0 0 0,1 0 0,-1 0 1,1 0-1,-1 0 0,1 0 0,-1 0 0,1 0 1,-1 0-1,1 0 0,-1 0 0,1 1 0,-1-1 1,1 0-1,-1 0 0,1 1 0,0-1 0,-1 0 1,1 1-1,-1-1 0,1 0 0,0 1 0,-1-1 1,1 1-1,0-1 0,0 1 0,-1-1 0,1 1 1,0-1-1,-1 1 0,-7 12 3797,5-5-3544,-1 1 1,1 0-1,0-1 1,1 1-1,0 0 1,1 0-1,0 1 1,0-1-1,1 0 1,0 11-1,0 10 12,-6 58-1694,-7 84-4187,10-152 2521,2 1 0,0-1 0,4 29 0,5 13-8754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5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 11153,'0'0'9166,"4"-1"-6986,16 0-1729,0 1-1,0 1 1,0 1-1,0 0 1,0 1-1,0 2 1,-1 0-1,0 1 1,0 0-1,28 15 1,-18-6-244,-1 1 1,-1 1 0,0 1-1,-1 2 1,45 43 0,-60-51-178,0 2 1,-1-1-1,-1 1 1,0 1-1,0 0 1,-2 0 0,0 0-1,0 1 1,-2 0-1,0 1 1,-1-1-1,0 1 1,-1 0-1,-1 0 1,-1 0 0,-1 0-1,0 0 1,-1 0-1,0 0 1,-2 0-1,0-1 1,-1 1-1,-11 30 1,-23 38 33,-4-1-1,-85 128 1,121-201-49,10-12-11,14-16 1,-18 16-5,41-44-15,-3-2 0,54-86 0,-24 31 50,-13 22 27,-14 19 900,2 2 1,70-74-1,-112 132-952,-1 0-1,1 1 0,0-1 1,-1 0-1,1 1 1,0-1-1,0 1 0,-1-1 1,1 1-1,0-1 0,0 1 1,0-1-1,0 1 1,0 0-1,-1-1 0,3 1 1,0 2-9,-1 0 0,1 0 1,0 0-1,-1 1 1,1-1-1,-1 1 0,0-1 1,0 1-1,0 0 0,0 0 1,0 0-1,-1 0 1,2 4-1,3 7-1,-1 1 0,0-1 0,3 24 0,11 38 0,-4-31 0,2-1 0,1 0 0,3-1 0,30 47 0,-30-61-570,1-1-1,2-1 1,39 36-1,-35-39-436,1-1 0,1-2 0,1-1-1,1-1 1,0-2 0,2-1 0,0-2-1,0-1 1,1-2 0,49 10 0,7-6-5348,-4 0-3712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6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41 103 16718,'0'-17'7748,"-9"3"-5692,-10-15 2181,6 20-2617,29-5-5916,-3 3 1891,3 5-767,6 3-3469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7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202 1589 9133,'-19'-4'692,"16"3"-526,-1 0-1,1 0 1,0 0 0,-1 1-1,1-1 1,0 1-1,-1 0 1,1 0-1,0 0 1,-1 0-1,1 1 1,-1 0-1,1-1 1,0 1-1,0 0 1,-1 1-1,1-1 1,0 0-1,-5 4 1,-15 8 1486,10-7-682,0 1 0,1 1-1,0 0 1,-18 16-1,29-24-940,0 1-1,1 0 1,-1 0-1,0 0 1,0-1-1,1 1 1,-1 0-1,1 0 1,-1 0-1,1 0 1,-1 0-1,1 0 1,0 0-1,0 1 1,-1-1-1,1 0 0,0 0 1,0 0-1,0 0 1,0 0-1,0 0 1,0 0-1,1 0 1,-1 1-1,0-1 1,0 0-1,1 0 1,-1 0-1,1 0 1,-1 0-1,1 0 0,-1 0 1,1 0-1,-1-1 1,1 1-1,0 0 1,0 0-1,-1 0 1,1-1-1,0 1 1,0 0-1,0-1 1,0 1-1,0-1 1,0 1-1,0-1 1,1 1-1,5 3 47,0-1-1,0 0 1,0 0 0,1 0 0,13 2-1,19 1 108,1-2 0,57-1 0,88-12 39,-127 5-150,588-59 306,-372 33-315,20-1-10,3164-319 228,3047-181-403,-5959 492 72,1083-82-51,-7-33 41,-89-73 0,-875 74-298,-545 130-1223,-110 22 345,-8 2-447,-43 19-5662,15-1-124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7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1 6297,'0'0'6532,"-2"4"-4115,-13 38-1193,3 1 0,1 0-1,3 1 1,-5 49 0,4-25-330,-12 72 604,-73 427 1510,-62 394-4925,146-853 16,6 142 0,7-188-778,2 1 0,4-1 0,27 103 0,-4-83-4667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9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2809 5721,'15'-26'8495,"-12"25"-7974,19-9-141,1 2 0,0 0-1,0 1 1,28-3-1,7-3-68,425-95 951,-181 44-943,2232-421 152,19 98-606,-1522 237 60,357-47 303,228-34 85,-730 100-44,982-158 37,-421 19-191,-1346 250-124,182-39 25,-209 42 18,33-8-1,174-19-1,-276 44-35,0 0 1,-1 1-1,1-1 0,0 1 0,0 0 1,0 0-1,-1 1 0,1-1 0,6 4 0,12 3 35,38 2 59,1-2 0,116-2 0,-88-5-100,179-8 57,-134 0-102,59-4 383,-1-9 1,197-45-1,-372 60-168,-1 0 0,28-11 0,-38 13-115,0-1 0,0 1 0,0-1 0,-1-1 0,1 1 0,-1-1 1,0 0-1,5-7 0,-9 11 57,-5-19-58,3 19-46,0-1 1,0 1 0,0 0-1,0-1 1,1 1-1,-1 0 1,0-1 0,1 1-1,-1 0 1,1 0-1,-1-1 1,1 1 0,-1 0-1,1 0 1,0 0-1,0 0 1,0 0 0,0 0-1,0 0 1,0 0-1,0 0 1,0 0 0,0 0-1,0 1 1,2-2 0,0 0 0,-2 2-2,-1-1 1,1 1-1,0-1 1,0 1-1,0 0 0,0-1 1,0 1-1,0 0 1,0 0-1,0-1 1,0 1-1,0 0 1,0 0-1,0 0 0,0 1 1,0-1-1,0 0 1,0 0-1,0 0 1,2 1-1,2 1 2,149-5-4,-150 3-3,18 0-55,45-17-346,7 12 171,-50 2 132,40 0-1,-33 3 67,42-5 0,19-2-88,-24-2-509,-31 2 493,-33 6 188,0 26 429,1 4-211,-7-13-103,-1-1 1,-9 28 0,1-1 57,-42 192 558,11 3 0,-15 319 0,29 145-347,54 1-37,20-298-890,140 565 0,-123-735-526,29 122-2754,-41-122-3897,-31-113-964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4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1979 11053,'1'0'263,"-1"1"1,1-1-1,0 1 1,0-1-1,0 1 1,0-1-1,-1 1 1,1-1-1,0 0 1,0 1-1,0-1 1,0 0-1,0 0 1,0 0-1,0 0 1,0 0-1,0 0 1,0 0-1,0 0 1,0 0-1,0 0 1,0-1-1,0 1 1,1-1-1,-1-1 42,-1 0 0,1 0 0,-1 1-1,0-1 1,1 0 0,-1 0 0,0 0 0,0 0-1,0 0 1,-1 1 0,1-1 0,0 0 0,-2-3-1,0-7 754,1-1 0,1 1 0,0-1 0,0 1 0,1 0-1,4-17 1,22-75 1641,-11 50-2028,10-43-573,21-87-111,-2 4 13,10-56 0,-30 62 0,-7 0 0,-8-1 0,-14-191 0,3 344 0,-8-37 0,9 58 0,0 0 0,0 0 0,-1-1 0,1 1 0,0 0 0,-1 0 0,1 0 0,-1 0 0,0 0 0,1 0 0,-1 0 0,0 0 0,1 0 0,-1 0 0,0 0 0,0 1 0,0-1 0,0 0 0,0 0 0,0 1 0,0-1 0,0 1 0,0-1 0,0 1 0,0-1 0,-1 1 0,1 0 0,0-1 0,0 1 0,0 0 0,0 0 0,-1 0 0,1 0 0,0 0 0,0 0 0,0 0 0,-1 1 0,1-1 0,0 0 0,0 1 0,0-1 0,-2 1 0,-2 2 0,0-1 0,0 1 0,0-1 0,0 1 0,1 1 0,-1-1 0,1 1 0,-4 4 0,-16 19 0,2 1 0,2 2 0,-21 36 0,-44 101 0,61-113 0,1 2 0,4 1 0,2 0 0,2 1 0,3 1 0,-8 99 0,19-121 0,1 0 0,6 47 0,32 208 0,-26-217 0,3-1 0,47 131 0,-42-147 0,31 88 0,62 212 0,-105-320 0,-1 0 0,-2 0 0,-2 0 0,-1 0 0,-2 1 0,-1-1 0,-12 63 0,9-83 0,-1 0 0,-2 0 0,1-1 0,-2 1 0,0-2 0,-1 1 0,-1-1 0,-1 0 0,-22 25 0,1-7 0,-1-2 0,-65 49 0,97-80 0,0-1 0,0 1 0,0 0 0,0-1 0,0 1 0,0 0 0,0-1 0,0 1 0,0-1 0,0 0 0,0 1 0,0-1 0,-1 0 0,-1 1 0,3-1 0,-1-1 0,1 1 0,0 0 0,-1 0 0,1 0 0,0 0 0,-1-1 0,1 1 0,0 0 0,-1 0 0,1 0 0,0-1 0,0 1 0,-1 0 0,1-1 0,0 1 0,0 0 0,0 0 0,-1-1 0,1 1 0,0 0 0,0-1 0,0 1 0,0 0 0,0-1 0,0 1 0,0-1 0,0 1 0,3-24 0,7 7-121,1 1 1,1 0-1,1 1 1,0 1-1,1 0 1,29-23-1,-25 21-73,44-35-348,4 2 0,1 3 0,2 3 0,134-61 0,-86 55 338,3 5 0,168-38 0,-220 66 451,0 3 0,84-4 0,-126 15 1,0 2 1,0 1-1,0 1 1,0 1 0,0 1-1,-1 1 1,0 2-1,49 19 1,-65-22-198,0 0 0,-1 1 0,0 0 0,0 0 0,0 1 0,0 0 0,-1 1 0,0 0 0,0 0 0,-1 0 0,0 1 0,0 0 0,-1 0 0,0 0 0,-1 1 0,6 12 0,-6-7 1,0 0-1,-1 1 1,0 0-1,-1-1 1,-1 1-1,0 0 1,-1 0-1,-1 0 1,-5 29-1,-3 6-1550,-7 49-6546,15-88 6749,0 0 1,1 0 0,1 1 0,0-1 0,0 0 0,5 19 0,3-4-9878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4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24 14157,'6'-15'4973,"-25"12"-3057,4-2 1952,24 16-4216,4 3-536,6 6-952,-3 0-880,3 12-2981,12 19-4752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5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963 114 14629,'-22'-12'2094,"1"0"0,-37-28 0,51 34-1916,0 1 0,-1 0-1,0 0 1,0 0 0,0 1 0,0 1-1,-1-1 1,0 1 0,1 1 0,-1-1-1,0 2 1,0-1 0,0 1-1,-10 0 1,6 2 221,1 0-1,-1 1 1,1 0-1,-1 1 1,1 0-1,0 1 1,0 1-1,1-1 1,-14 9-1,-1 3 253,0 1-1,2 2 1,1 0 0,0 1-1,1 1 1,1 1-1,-29 41 1,38-46-650,0 0 0,2 1 0,0 0 0,1 1 0,1 0-1,1 1 1,1-1 0,0 1 0,1 1 0,2-1 0,-3 26 0,6-35-4,0 1 1,0-1 0,1 0-1,0 0 1,1 0 0,1-1-1,-1 1 1,2 0 0,-1-1-1,1 0 1,1 0 0,0 0-1,0 0 1,1-1 0,1 0-1,-1 0 1,1 0-1,1-1 1,-1 0 0,2-1-1,-1 1 1,14 8 0,-10-9 1,1 0 1,-1-1-1,1-1 1,0 0 0,0 0-1,0-1 1,0-1-1,1-1 1,0 0 0,-1 0-1,1-1 1,0-1-1,0 0 1,0-1 0,0-1-1,-1 0 1,1-1-1,-1 0 1,0-1 0,1-1-1,-2 0 1,1 0-1,-1-2 1,1 1 0,-2-2-1,1 1 1,-1-2-1,0 1 1,-1-1 0,0-1-1,-1 0 1,11-14-1,7-15 20,-2-3 0,25-56 0,-49 96-19,0 0 0,-1 0 0,1 1 0,0-1 0,0 0 0,0 1 0,0-1 0,0 1 0,1-1 0,-1 1 0,0-1 0,1 1 0,-1 0 0,1 0 0,-1-1 0,1 1 0,1 0 0,-2 0 0,0 1 0,0 0 0,0 0 0,0 0 0,0 0 0,0 0 0,0 0 0,0 1 0,0-1 0,0 0 0,0 0 0,0 1 0,0-1 0,0 1 0,-1-1 0,1 1 0,0-1 0,0 1 0,0-1 0,-1 1 0,1 0 0,0-1 0,0 2 0,5 6 0,0-1 0,-1 1 0,-1 0 0,1 1 0,3 9 0,-8-17 0,14 34 0,-1 1 0,-2 0 0,-1 1 0,4 44 0,6 150 0,-20-117 0,-4-1 0,-5 1 0,-5-1 0,-5-1 0,-5-1 0,-5 0 0,-81 198 0,62-200 0,-5-3 0,-4-2 0,-5-3 0,-4-2 0,-5-4 0,-3-2 0,-128 121 0,193-206 0,-11 11 0,0 0 0,-28 17 0,44-33 0,0 0 0,-1 0 0,0 0 0,1-1 0,-1 0 0,0 0 0,0 0 0,0 0 0,0-1 0,0 0 0,-1 0 0,1 0 0,0-1 0,0 0 0,-1 0 0,1 0 0,-9-2 0,11 1 0,0 0 0,0 0 0,1-1 0,-1 1 0,0-1 0,1 0 0,0 1 0,-1-1 0,1 0 0,0-1 0,0 1 0,0 0 0,0 0 0,0-1 0,1 0 0,-1 1 0,1-1 0,0 0 0,0 1 0,0-1 0,0 0 0,0 0 0,0 0 0,1 0 0,-1 0 0,1-4 0,-1-6 0,1 0 0,1 0 0,0 1 0,5-26 0,23-68 0,4 1 0,5 1 0,56-106 0,-19 57-527,6 3-1,7 4 1,121-153-1,-17 72-5019,-55 85-3578,-31 43-3876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5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16 110 11281,'-2'-3'561,"0"1"1,1-1-1,-1 0 1,1 0-1,-1 1 1,1-1-1,0 0 0,0 0 1,0 0-1,1 0 1,-1-1-1,1 1 0,0 0 1,-1 0-1,1 0 1,1 0-1,-1 0 1,1-6-1,0-6 278,-1 14-704,0 0 0,0 0 0,0-1 0,0 1-1,0 0 1,1-1 0,-1 1 0,0 0 0,1 0 0,-1 0 0,0-1 0,1 1 0,0 0 0,-1 0 0,1 0 0,0 0 0,-1 0 0,1 0 0,0 0-1,0 0 1,0 0 0,0 0 0,0 0 0,0 1 0,0-1 0,0 0 0,0 1 0,1-1 0,-1 1 0,0-1 0,0 1 0,1-1 0,-1 1 0,0 0-1,0 0 1,2 0 0,1-1-4,-1 1 0,1 1 0,-1-1-1,1 1 1,0-1 0,-1 1 0,1 0 0,-1 0-1,0 0 1,1 1 0,3 2 0,5 3-58,-1 1 1,-1 0 0,1 1 0,-1 0-1,-1 0 1,0 1 0,0 1-1,-1-1 1,11 19 0,-9-10 118,0 1 0,-2 0 0,0 1 0,-1-1 0,5 29 0,-3 8 191,-2-1-1,-3 1 0,-5 94 0,-15 10-382,17-152 0,3-12 0,5-15 0,13-34 0,2 2 0,2 0 0,2 2 0,3 0 0,1 3 0,45-49 0,-74 91 0,44-42-25,-43 42 22,-1 0 0,1 1 1,0 0-1,-1-1 0,1 2 0,0-1 0,0 0 1,0 1-1,1-1 0,-1 1 0,0 1 0,8-2 1,17 9-42,-21-3 38,1 0-1,-1 0 0,0 0 1,0 1-1,-1 0 1,0 1-1,0 0 0,0 0 1,-1 1-1,1-1 1,-1 1-1,-1 0 0,6 9 1,7 19 11,-1 1 1,-1 0 0,18 69 0,-1-20 154,-33-84-159,0-1-1,0 1 1,0 0-1,0-1 1,0 1-1,0 0 1,0-1-1,0 1 1,0 0-1,1-1 1,-1 1-1,0 0 1,1-1-1,-1 1 1,0-1-1,1 1 1,-1-1 0,0 1-1,1-1 1,-1 1-1,1-1 1,-1 1-1,1-1 1,-1 0-1,1 1 1,0-1-1,-1 0 1,1 1-1,-1-1 1,1 0-1,0 0 1,0 1-1,6-6-3,-4 3 3,1-1 0,-1 1 0,1-1 0,-1 0 0,0 0 0,0 0 0,0-1 0,-1 1 0,1-1 0,-1 1 0,0-1 0,0 0 0,0 0 0,2-7 0,14-23 0,20-23 0,2 2 0,63-66 0,-91 108 0,2 0 0,0 2 0,0-1 0,1 2 0,0 0 0,1 1 0,0 0 0,30-10 0,-38 16 0,0 1 0,0 0 0,1 0 0,-1 1 0,0 0 0,1 0 0,-1 1 0,0 0 0,1 1 0,-1 0 0,0 0 0,1 1 0,-1 0 0,0 0 0,0 1 0,0 0 0,-1 0 0,1 1 0,-1 0 0,0 0 0,8 6 0,6 8 8,-1 0 1,-1 0-1,0 2 0,-1 1 1,24 37-1,61 124-227,-98-171 187,1-1-853,0 0-1,1 0 0,9 10 1,1 1-3711,-6-9-480,2-1-1189,2-14-3838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5.9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14373,'6'-9'1680,"-3"9"364,-4 19 1887,0 13-2338,3 262 1773,-2-7 528,4-222-3265,2-1-1,20 89 1,-22-138-629,0 1 0,2-1 0,-1 0 0,2 0 0,0-1 0,1 0 0,0 0 0,1 0 0,11 11 0,-16-20 0,-1-1 0,1 0 0,0 0 0,0-1 0,1 1 0,-1-1 0,1 0 0,0 0 0,-1-1 0,1 1 0,0-1 0,1 0 0,-1 0 0,0-1 0,1 0 0,-1 0 0,0 0 0,1 0 0,0-1 0,-1 0 0,1 0 0,-1 0 0,1-1 0,-1 0 0,0 0 0,1 0 0,-1-1 0,0 0 0,6-3 0,0 0 0,-2-1 0,1-1 0,0 0 0,-1 0 0,-1-1 0,1 0 0,-1 0 0,0-1 0,-1 0 0,0-1 0,-1 1 0,0-1 0,0-1 0,-1 1 0,4-13 0,1-4 0,-1-1 0,-1 0 0,-1 0 0,5-55 0,-10 58 0,-2 0 0,0-1 0,-2 1 0,0 0 0,-2 0 0,-1 0 0,-1 1 0,-1-1 0,-12-26 0,14 38 0,-1 0 0,-1 1 0,0-1 0,0 2 0,-1-1 0,-1 1 0,0 0 0,0 1 0,-1 0 0,-1 0 0,1 1 0,-1 1 0,-1 0 0,0 0 0,0 1 0,0 1 0,-1 0 0,-13-4 0,20 8-279,1 1 1,-1-1-1,0 1 1,1 1-1,-1-1 0,0 1 1,0 0-1,1 0 1,-1 1-1,0 0 0,1 0 1,-1 0-1,1 1 1,-1-1-1,1 1 0,-1 1 1,1-1-1,0 1 1,0 0-1,0 0 0,-7 7 1,5-4-471,1 0 0,1 0 0,-1 0 0,1 1 0,0 0 0,1 0 0,0 1 0,0-1 1,0 1-1,1 0 0,0 0 0,1 0 0,-1 0 0,0 14 0,1 17-11671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6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 14613,'0'-40'16419,"-2"65"-15680,-7 40 1,4-29-484,-2 23-2856,3 1 1,3 62-1,3-89 604,1-1 1,2 1-1,1-1 1,2 0-1,15 39 1,-7-31-8016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6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3224,'-16'92'836,"19"-55"-132,0-17-180,-3 5-151,0 4-529,-3 0-1477,3-4 745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6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1092 14185,'-7'-14'1198,"0"0"-1,-1 0 1,0 1 0,-1 0-1,0 0 1,-1 1-1,-1 0 1,-14-13-1,18 20-786,1 0 0,-1 1-1,0 0 1,-1 0 0,1 0 0,-1 1-1,1 0 1,-1 1 0,0-1 0,0 2-1,0-1 1,0 1 0,-1 0-1,1 1 1,0 0 0,0 0 0,-1 0-1,-7 3 1,-6 2-411,1 1 0,-1 0 0,1 2 0,1 1 0,0 0 0,0 2 0,1 0 0,0 1 0,1 1 0,0 0 0,1 2 0,1 0 0,0 1 0,1 0 0,-21 30 0,22-26 0,1 0 0,0 1 0,1 0 0,2 1 0,0 0 0,1 0 0,2 1 0,0 0 0,1 1 0,2 0 0,0 0 0,1 0 0,2 0 0,2 38 0,0-53 0,1 1 0,0-1 0,1 0 0,0 0 0,0 0 0,1 0 0,0 0 0,1-1 0,0 1 0,0-1 0,1 0 0,0-1 0,9 10 0,-9-11 0,0-1 0,-1 0 0,2 0 0,-1-1 0,0 0 0,1 0 0,0-1 0,0 1 0,0-1 0,0-1 0,1 1 0,-1-1 0,1-1 0,-1 1 0,1-1 0,-1-1 0,14 0 0,-12 0 0,0-2 0,0 1 0,-1-1 0,1-1 0,0 0 0,-1 0 0,0 0 0,0-1 0,0 0 0,0-1 0,10-7 0,-6 2 0,-1 0 0,0-1 0,-1 0 0,0-1 0,-1 0 0,10-15 0,5-17 0,-2-1 0,-2-1 0,17-54 0,102-357 0,-114 356 0,86-396 0,-101 443 0,-3 8 0,3 1 0,17-54 0,-26 97 0,-1 1 0,0-1 0,1 0 0,0 0 0,-1 1 0,1-1 0,0 0 0,0 1 0,0-1 0,0 1 0,0-1 0,0 1 0,2-2 0,-2 4 0,0 1 0,0-1 0,0 1 0,0 0 0,-1-1 0,1 1 0,-1 0 0,1-1 0,-1 1 0,0 0 0,0 0 0,0-1 0,0 1 0,0 0 0,0 2 0,2 66 0,-9 95 0,-22 74 0,8-74 0,-19 77-1799,-16-3-3522,13-57-1016,21-90-9989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7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404 684 18510,'-3'-50'3592,"3"40"3051,3 37-2621,-4 1-4022,0-1 0,-1 1 0,-10 39 0,-26 86 0,31-128 0,-199 681 0,113-441 0,86-246 0,6-15 0,0 1 0,0-1 0,-1 0 0,0 0 0,0 0 0,0 0 0,0 0 0,-1 0 0,1-1 0,-6 6 0,8-8 0,0-1 0,0 0 0,0 0 0,-1 0 0,1 0 0,0 1 0,0-1 0,0 0 0,0 0 0,0 0 0,-1 0 0,1 0 0,0 0 0,0 1 0,0-1 0,0 0 0,-1 0 0,1 0 0,0 0 0,0 0 0,0 0 0,-1 0 0,1 0 0,0 0 0,0 0 0,0 0 0,-1 0 0,1 0 0,0 0 0,0 0 0,0 0 0,-1 0 0,1 0 0,0 0 0,0 0 0,0 0 0,0 0 0,-1-1 0,1 1 0,0 0 0,0 0 0,0 0 0,0 0 0,-1 0 0,1 0 0,0-1 0,0 1 0,0 0 0,0 0 0,0 0 0,0 0 0,0-1 0,-1 1 0,0-18 0,6-29 0,17-50 0,44-118 0,-55 182 0,284-703 0,-236 602 0,93-195 0,-110 246 0,102-144 0,-136 216 0,1 1 0,0-1 0,0 2 0,1-1 0,0 1 0,14-9 0,-20 15 0,0 0 0,1 1 0,0 0 0,0 0 0,-1 0 0,1 0 0,0 1 0,1 0 0,-1 0 0,0 0 0,0 1 0,0-1 0,1 1 0,-1 0 0,0 1 0,0 0 0,0-1 0,9 4 0,-6-1 0,1 1 0,-1 0 0,0 0 0,-1 0 0,1 1 0,-1 1 0,0-1 0,0 1 0,0 0 0,-1 1 0,0 0 0,6 8 0,5 10 0,-1 0 0,18 38 0,-1 11 0,-3 1 0,-3 1 0,-4 1 0,21 123 0,18 325 0,-61-522 0,14 178 0,-9 220 0,-27-36-159,17-325-570,0-1-3399,3-4-7810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7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51 512 18290,'-48'-45'7604,"45"28"-4515,10-6-533,18-3-1328,23 3-1228,21-5 0,27-4 0,24 4 0,23-4 0,13 1 0,15-4 0,23 4 0,12 0-1796,7-4-1372,0 1-617,-10 3-3275,-9 2-6914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23 16606,'-6'0'820,"1"-1"1,-1 0-1,1 0 1,0 0-1,-1-1 1,1 0-1,0 0 1,0 0-1,0 0 1,-7-5-1,10 5 1586,-22 5 1456,-12 12-3282,34-14-412,-12 6-149,1 1-1,0 0 1,1 1 0,0 1 0,0 0 0,1 1-1,-14 16 1,-61 89-49,51-61 30,3 1 0,2 2 0,3 1 0,2 1 0,3 1 0,2 1 0,4 1 0,-11 78 0,23-113 0,2 0 0,1 0 0,1 0 0,1 0 0,1 0 0,2 0 0,1 0 0,10 33 0,-11-49 0,0-1 0,0 0 0,1 1 0,1-2 0,0 1 0,0-1 0,1 0 0,1 0 0,-1 0 0,1-1 0,1-1 0,0 1 0,0-1 0,1-1 0,0 0 0,0 0 0,0-1 0,1 0 0,0-1 0,0 0 0,18 4 0,-11-5-401,1-1-1,0 0 1,0-2 0,0 0-1,0-1 1,0-1 0,1-1-1,-2-1 1,1 0-1,0-1 1,20-8 0,5-5-1092,0-1 1,-1-2 0,56-35-1,-51 23 568,-1-2-1,-2-1 0,-2-3 0,-1-2 1,-2-1-1,36-48 0,-15 7 1236,-3-2 0,71-140-1,-88 134 2943,-5-2 0,34-126 0,-65 203 436,-6 30-941,1-11-3059,-10 104 770,-6 249-458,15-281-518,5 109-4630,-2-161 3574,1 0 0,1 0-1,2 0 1,0-1 0,14 34 0,-3-25-13098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11 213 17706,'-1'-1'186,"0"0"0,0 0 1,0-1-1,0 1 0,1 0 0,-1 0 1,0-1-1,1 1 0,-1-1 1,0 1-1,1-1 0,0 1 1,-1 0-1,1-1 0,0 1 1,0-1-1,0 0 0,0 1 0,0-1 1,0 1-1,0-1 0,1 1 1,-1 0-1,0-1 0,1 1 1,0-1-1,-1 1 0,1-1 0,0 1 1,-1 0-1,1 0 0,0-1 1,0 1-1,0 0 0,0 0 1,0 0-1,0 0 0,2-1 1,3-4 325,1-1 1,0 2 0,0-1-1,0 1 1,1 0 0,8-4 0,9-2 330,1 1 1,0 1 0,38-8 0,85-10-26,-145 26-820,361-39 21,-311 38-20,0 3 0,-1 2 1,1 2-1,96 23 0,-131-23 1,0 1 0,-1 1 0,0 1 0,0 0 0,27 17 0,-38-20 0,0 0 0,0 1 0,-1-1 0,1 1 0,-1 1 0,-1-1 0,1 1 0,-1 0 0,0 0 0,-1 1 0,1-1 0,-2 1 0,1 0 0,-1 0 0,3 10 0,-2 4-1217,0 1 0,1 39 1,-5-23-3021,-1-1 0,-10 48 0,5-46-9185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15421,'3'-34'2653,"7"25"2651,-1-2-4552,7 16-784,-3 1-316,6 3-700,9 8-960,-15-8-1208,16 13-1965,15 18-4132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8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2 18362,'-1'-1'133,"0"1"0,0 0 0,0 0 0,0-1 0,0 1 0,0 0 1,0 0-1,0 0 0,0 0 0,0 0 0,0 1 0,0-1 0,0 0 0,0 0 1,0 1-1,0-1 0,0 1 0,0-1 0,0 0 0,1 1 0,-1 0 1,0-1-1,0 1 0,0 0 0,1-1 0,-1 1 0,0 0 0,1 0 0,-1-1 1,0 1-1,1 0 0,-1 0 0,1 0 0,0 0 0,-1 1 0,0 3 463,1-1 0,0 1 0,0 0 0,1 0 0,-1-1 0,3 10 0,-1-3-76,14 60 300,2 0 0,3-2 0,4 0 1,2-1-1,69 120 0,-30-64-820,-39-70 0,2-2 0,2 0 0,73 89 0,-100-136 0,1 0 0,-1 0 0,1-1 0,1 0 0,-1 0 0,1 0 0,-1 0 0,1-1 0,0 0 0,0 0 0,1-1 0,-1 1 0,0-1 0,1-1 0,-1 1 0,1-1 0,0 0 0,-1-1 0,1 0 0,0 0 0,0 0 0,-1-1 0,1 0 0,0 0 0,-1 0 0,1-1 0,-1 0 0,0-1 0,1 1 0,-1-1 0,0 0 0,-1-1 0,1 1 0,8-8 0,2-3 0,0 0 0,-1-1 0,-1-1 0,0 0 0,-2-1 0,21-34 0,51-122 0,-44 85 0,-23 52-51,34-73-1794,4 2 1,84-119-1,-95 172-3157,-10 25-1639,7 2-5914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9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833 68 12201,'-31'-19'3044,"21"11"1303,7-5-2541,0 3 287,-4 5 2197,-1 2-4048,-2 0 0,1 1 0,0 0 1,0 1-1,-1 0 0,1 1 0,0 0 0,-1 0 0,1 1 0,0 0 0,-17 4 0,-7 3 452,1 2-1,-33 14 1,-11 8-694,2 4 0,1 3 0,-90 64 0,140-86 0,0 1 0,2 1 0,-31 33 0,50-50 0,1-1 0,-1 1 0,1 0 0,0-1 0,-1 1 0,1 0 0,0 0 0,0 0 0,0 0 0,0 0 0,1 1 0,-1-1 0,1 0 0,-1 0 0,1 0 0,-1 4 0,2-5 0,-1 0 0,0 0 0,1 0 0,-1 0 0,1 1 0,-1-1 0,1 0 0,-1 0 0,1 0 0,0 0 0,0 0 0,-1 0 0,1-1 0,0 1 0,0 0 0,0 0 0,0-1 0,0 1 0,0 0 0,0-1 0,2 1 0,4 2 0,1 0 0,0-1 0,0-1 0,0 1 0,0-1 0,13 0 0,14-2 0,0-2 0,56-11 0,15-1 0,-92 14 0,1 0 0,-1 1 0,1 0 0,0 1 0,-1 1 0,0 0 0,22 7 0,-31-7 0,1 0 0,-1 1 0,0-1 0,0 1 0,0 0 0,0 1 0,0-1 0,0 1 0,-1 0 0,0 0 0,0 1 0,0-1 0,0 1 0,-1 0 0,0 0 0,0 0 0,0 0 0,-1 1 0,1-1 0,-1 1 0,1 6 0,1 8 3,0 0 1,0 23-1,-2-16-348,-2-21-439,0-1-1,0 1 1,0-1-1,-1 0 0,0 1 1,0-1-1,-3 10 1,-3 12-2473,8 6-4209,3-11-4983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9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1 241 18438,'54'-115'3495,"-51"110"-3047,1-1 0,0 1 0,0 0 0,0 0 0,1 0 0,-1 0 0,1 1 0,0-1 0,1 1 0,7-4 0,7-6 1329,-4 0-617,-9 7-639,0 0-1,1 1 1,11-7-1,-18 12-488,0 0 0,1 0-1,-1 0 1,0 1 0,1-1-1,-1 0 1,1 1 0,-1-1-1,1 1 1,-1 0 0,1 0-1,-1-1 1,1 1 0,-1 0-1,1 0 1,-1 0 0,1 1-1,-1-1 1,1 0 0,-1 1-1,1-1 1,-1 0 0,1 1-1,-1 0 1,0-1 0,1 1-1,1 1 1,2 3-32,-1-1 0,0 1 0,0-1 0,0 1 0,-1 0 0,0 1 0,0-1 0,0 1 0,3 7 0,15 58 0,-15-47 0,13 60 0,-4 0 0,-4 0 0,1 92 0,-17 260 0,0-277 0,2-55 17,-1 224-181,5-264-766,-1 3-2971,8-2-6107,9-18-4789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9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54 20314,'-3'-3'495,"-4"-8"1819,7 10-2196,0 1 0,1-1 1,-1 0-1,1 1 1,-1-1-1,1 1 1,-1-1-1,1 1 1,-1-1-1,1 1 1,0-1-1,-1 1 0,1 0 1,0-1-1,-1 1 1,1 0-1,0-1 1,0 1-1,-1 0 1,1 0-1,0 0 1,1 0-1,31-9 1722,0 3-1,61-5 1,74 7-551,-114 4-1192,805 10-80,-589-4-19,-61 6 2,-178-8 0,0 1 0,0 1 0,-1 2 0,46 18 0,-68-23 0,0 0 0,0 1 0,0 0 0,-1 1 0,0-1 0,0 1 0,0 1 0,0-1 0,-1 1 0,0 1 0,0-1 0,-1 1 0,1 0 0,-2 0 0,1 0 0,-1 1 0,0 0 0,0 0 0,-1 0 0,0 0 0,-1 0 0,0 0 0,0 1 0,0 0 0,-1-1 0,-1 1 0,1-1 0,-2 10 0,-2 17-159,-2-1-1,-13 54 1,10-56-339,1 1 0,2 0-1,-2 43 1,7-51-2704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63 16149,'-13'-26'2773,"20"6"-641,5 12-432,-2-1-444,72 23-396,-31 3-1260,6 6-492,7 6-764,9 5-876,-3 12-3241,0 0-4860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158 85 17354,'-88'67'3415,"82"-62"-3130,0 0 1,0 0-1,1 1 0,0 0 0,0 0 0,0 0 1,1 1-1,0-1 0,0 1 0,1 0 0,0 0 0,0 0 1,0 1-1,1-1 0,0 1 0,1-1 0,0 1 1,0 0-1,0-1 0,1 1 0,0 0 0,1 0 1,2 10-1,2 4 451,1-1 0,1 0 0,0-1 0,2 1 1,1-2-1,16 27 0,-16-30-736,1 0 0,1 0 0,0-1 0,1-1 0,1 0 0,0-1 0,0 0 0,2-1 0,26 16 0,-31-22 0,1 0 0,-1 0 0,1-1 0,0-1 0,0 0 0,0-1 0,1 0 0,-1-1 0,1 0 0,0-1 0,-1 0 0,1-1 0,0-1 0,0 0 0,21-4 0,-27 3 0,0-1 0,0 0 0,-1 0 0,1 0 0,-1-1 0,1 1 0,-1-2 0,0 1 0,0-1 0,-1 0 0,0 0 0,1 0 0,-2-1 0,1 0 0,-1 0 0,0 0 0,0 0 0,0-1 0,-1 1 0,0-1 0,0 0 0,-1 0 0,0 0 0,0 0 0,0-10 0,1 1 0,-1-1 0,-1 1 0,-1-1 0,0 1 0,-2 0 0,1-1 0,-2 1 0,0 0 0,-1 0 0,-9-24 0,3 19 0,-1 0 0,0 1 0,-2 0 0,0 1 0,-1 0 0,-1 1 0,-1 0 0,-1 2 0,-22-19 0,17 17 0,-1 2 0,-1 0 0,0 2 0,-1 0 0,0 2 0,-1 1 0,-37-12 0,51 20-468,0 1 0,1 0 0,-23-1-1,31 3 257,0 0-1,0 0 0,0 1 0,-1-1 0,1 1 0,0-1 1,0 1-1,0 0 0,-3 2 0,5-3 104,0 1-1,0 0 1,0-1 0,0 1-1,0 0 1,1 0-1,-1 0 1,0 0 0,0-1-1,1 1 1,-1 0 0,0 0-1,1 1 1,-1-1-1,1 0 1,-1 0 0,1 0-1,0 0 1,-1 0 0,1 0-1,0 1 1,0-1-1,0 0 1,0 1 0,4 29-8427,10 7-5976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19090,'1'2'3211,"38"71"2188,-23-46-2865,17 38-1,-12-7-2533,-2 1 0,-3 1 0,-2 0 0,-3 1 0,-3 0 0,-2 1 0,-3-1 0,-6 65 0,4-88 0,1-33 0,-2-5 0,0 0 0,0 1 0,0-1 0,0 0 0,0 0 0,0 1 0,0-1 0,0 0 0,1 0 0,-1 1 0,0-1 0,0 0 0,0 0 0,0 1 0,0-1 0,0 0 0,1 0 0,-1 0 0,0 1 0,0-1 0,0 0 0,1 0 0,-1 0 0,0 0 0,0 1 0,1-1 0,-1 0 0,0 0 0,0 0 0,1 0 0,-1 0 0,0 0 0,0 0 0,1 0 0,-1 0 0,0 0 0,0 0 0,1 0 0,-1 0 0,0 0 0,1 0 0,-1 0 0,0 0 0,0 0 0,1 0 0,15-12 0,20-32 0,-30 37 0,54-67 0,122-117 0,-142 154 0,2 3 0,2 1 0,1 3 0,78-41 0,-109 63 0,1 2 0,1 0 0,-1 1 0,1 0 0,-1 2 0,1-1 0,0 2 0,29-1 0,-36 3 0,0 1 0,-1 0 0,1 0 0,0 1 0,0 0 0,-1 1 0,0 0 0,1 0 0,-1 1 0,0 0 0,-1 0 0,1 1 0,-1 0 0,1 0 0,-2 1 0,1 0 0,8 9 0,-2 1 15,-1 1 0,0 0 0,-1 0 0,-1 2 1,-1-1-1,-1 1 0,0 0 0,9 38 0,-3 10-147,8 91 0,-11-68-330,-8-47-2610,-1-7-1573,5-4-3441,6-7-5304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91 16858,'0'0'6916,"0"-17"-3932,0-3 3025,3 3-8061,1 0-1485,5 6-355,4 2-2964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2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 16990,'5'-9'613,"5"-3"5837,-9 13-6261,-1-1-1,1 1 1,0-1-1,-1 0 1,1 1 0,0-1-1,-1 1 1,1-1-1,-1 1 1,1 0 0,-1-1-1,1 1 1,-1 0-1,1-1 1,-1 1 0,0 0-1,1-1 1,-1 1-1,0 0 1,0 0 0,1 0-1,-1-1 1,0 2-1,46 133 1906,50 241 0,-30 53-3877,-44-249-1162,60 227-1,-51-308-5234,6-6-5749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2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1984 0 17522,'-130'0'2928,"76"3"76,-3 6-16,-6-4-343,-17-2-325,-12-3-960,-13 6-1360,-9 0 0,-3 5 0,-20 1 0,1 8 0,-4 2 0,-3 7 0,7 5 0,2 6-2148,14 12-1853,2 13-3791,10 13-8050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2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150 396 17958,'-12'-15'752,"7"8"39,0 0-1,0 1 1,1-2-1,0 1 1,0 0-1,1-1 1,-1 0 0,2 0-1,-4-15 1,1-1 122,-1 0 0,0 1 1,-2 0-1,-14-31 0,-14-40 672,24 54-1585,12 41 0,0-1 0,1 0 0,-1 0 0,0 0 0,1 1 0,-1-1 0,0 0 0,1 0 0,-1 0 0,0 0 0,1 0 0,-1 0 0,1 0 0,-1 0 0,0 0 0,1 0 0,-1 0 0,0 0 0,1 0 0,-1 0 0,0 0 0,1 0 0,-1 0 0,1 0 0,-1 0 0,0 0 0,1-1 0,-1 1 0,0 0 0,1 0 0,-1 0 0,0-1 0,0 1 0,1 0 0,-1 0 0,0-1 0,0 1 0,1 0 0,-1-1 0,0 1 0,0 0 0,0-1 0,0 1 0,1 0 0,-1-1 0,0 1 0,0 0 0,0-1 0,0 1 0,0 0 0,0-1 0,0 1 0,0-1 0,0 1 0,0 0 0,0-1 0,0 1 0,0 0 0,-1-1 0,2 1 0,10 7-358,-1 0 0,1 2 0,-1-1 1,-1 1-1,0 0 0,16 21 0,43 70-3231,-56-80 3248,-3-5-578,0 1 1,8 23-1,-7-15 323,-9-22 2730,-17-12 618,16 10-2663,-1-1-1,1 1 1,-1 0-1,1 0 1,-1 0-1,0-1 0,1 1 1,0 0-1,-1-1 1,1 1-1,-1-1 1,1 1-1,-1 0 1,1-1-1,0 1 1,-1-1-1,1 1 0,0-1 1,-1 1-1,1-1 1,0 1-1,0-1 1,0 1-1,-1-1 1,1 0-1,0 1 1,0-1-1,0 1 0,0-1 1,0 0-1,0 1 1,0-1-1,0 1 1,0-1-1,1 1 1,-1-1-1,0 0 1,0 1-1,0-1 0,1 1 1,-1-1-1,0 1 1,1-1-1,0-2-52,1 1 0,-1-1 0,1 1 0,0-1 0,0 1 0,0 0 0,0 0 0,0 0 0,0 0 0,0 0 0,1 1 0,-1-1 0,1 1 0,-1-1-1,1 1 1,0 0 0,-1 0 0,1 0 0,0 0 0,0 1 0,4-1 0,7-2 19,1 1-1,0 0 1,17 1-1,39 5-54,0 3 0,78 19 0,-119-21 0,287 60 24,-118-23-186,-22-10-1735,76 17-5646,-103-7-141,-1-1-4837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4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52 10661,'-3'-1'2513,"-25"-10"7942,12 4-5311,8 4-5518,6 2 3419,-11-4-1722,6 1-1323,10 2 0,9 2 0,-11 0 0,25 0 0,-18 0 0,21-9 0,-12 4 0,-7 4 0,-40 10 0,-47 3 0,41-4 0,14-5 0,49-6 0,586-24 0,-554 26 0,4 0 0,16-2 0,122 13 0,-193-9 0,25 6 0,-32-7 0,0 1 0,0 0 0,0-1 0,0 1 0,0 0 0,0-1 0,0 1 0,0 0 0,0 0 0,0 0 0,-1 0 0,1 0 0,0 0 0,0 0 0,-1 0 0,1 0 0,-1 0 0,1 0 0,-1 0 0,0 0 0,1 1 0,-1-1 0,0 0 0,1 3 0,-2 0 0,1 1 0,-1 0 0,1 0 0,-1-1 0,0 1 0,-1-1 0,1 1 0,-1-1 0,0 1 0,0-1 0,-1 0 0,1 0 0,-1 0 0,0 0 0,-4 4 0,-8 9 0,-1-1 0,-19 14 0,28-25 0,-194 151 0,-58 51 0,151-99 0,94-92 0,1 0 0,1 0 0,1 1 0,0 1 0,-9 21 0,18-36 0,1-1 0,0 1 0,1 0 0,-1-1 0,0 1 0,1 0 0,-1-1 0,1 1 0,0 0 0,0-1 0,0 1 0,0 0 0,0 0 0,1-1 0,-1 1 0,1 0 0,0-1 0,0 1 0,0-1 0,0 1 0,0-1 0,1 1 0,-1-1 0,1 0 0,-1 1 0,1-1 0,2 2 0,0 0 0,0-1 0,0 0 0,0-1 0,0 1 0,1-1 0,-1 0 0,0 0 0,1 0 0,0 0 0,-1-1 0,1 0 0,0 0 0,8 1 0,18-2-561,1 0 0,0-2 0,-1-2 0,1-1 0,58-17 0,147-67-5480,-146 52-1578,1 2-5138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4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13549,'6'-31'2104,"-6"5"21,25 9-361,4 0-268,-4-3-328,14 3-264,8-3-432,13 2-512,1-2-388,9 0-660,-1 6-744,-2 3-384,-3 8-3133,-4 9-4296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4.8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20 304 10173,'-19'11'9509,"22"-25"-8125,13-9-252,22 9-244,3-4-184,19-2-512,7 0-400,9-11-296,7 0-604,3-1-920,-1-8-760,-2 0-2349,-1 9-4088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5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289 164 15857,'-9'-12'1137,"0"-1"666,2 1 9507,6 15-11070,0 0 1,0 0-1,1 0 0,-1 1 1,1-1-1,0 0 0,0 0 1,0 4-1,0 12 257,-24 96-497,-14 97 0,30-122 0,4-1 0,5 1 0,3 0 0,28 155 0,-27-221 0,1 0 0,1 0 0,1-1 0,1 0 0,1 0 0,22 35 0,-26-48 0,0-1 0,0-1 0,1 1 0,0-1 0,0 0 0,1-1 0,0 0 0,1 0 0,-1 0 0,1-1 0,0-1 0,1 1 0,0-2 0,-1 1 0,1-1 0,1-1 0,15 4 0,-17-6 0,0-1 0,0 0 0,-1 0 0,1-1 0,0 0 0,0-1 0,-1 0 0,1 0 0,-1-1 0,1 0 0,-1 0 0,0-1 0,0 0 0,-1-1 0,1 1 0,-1-1 0,0-1 0,8-7 0,5-6 0,-1-1 0,-1-1 0,-1 0 0,22-37 0,-13 13 0,-2-1 0,-2 0 0,-2-2 0,-2-1 0,-3 0 0,-1-1 0,-3-1 0,-2 1 0,-2-2 0,-2 1 0,-3-1 0,-2 0 0,-2 1 0,-2-1 0,-20-90 0,17 114 0,-1 0 0,-2 1 0,0-1 0,-22-38 0,23 51 0,0 0 0,-1 1 0,-1-1 0,-1 2 0,0 0 0,0 0 0,-1 1 0,-22-15 0,28 22 0,-1 1 0,0 0 0,0 1 0,0-1 0,-1 1 0,1 1 0,-1 0 0,0 0 0,1 1 0,-1 0 0,0 0 0,0 1 0,0 0 0,-11 2 0,11-1 0,-1 1 0,1 0 0,0 0 0,0 1 0,0 0 0,1 0 0,-1 1 0,1 0 0,-15 10 0,2 1 0,-38 37 0,47-41 0,-177 175 0,107-103 0,53-58 0,23-21 0,-1 1 0,1 0 0,1 0 0,-1 1 0,1 0 0,0-1 0,0 2 0,1-1 0,0 1 0,-5 9 0,9-15 0,0 0 0,-1-1 0,1 1 0,0 0 0,0 0 0,0-1 0,1 1 0,-1 0 0,0 0 0,0-1 0,0 1 0,0 0 0,1-1 0,-1 1 0,0 0 0,1-1 0,-1 1 0,0 0 0,1-1 0,-1 1 0,1-1 0,-1 1 0,1-1 0,-1 1 0,1-1 0,0 1 0,-1-1 0,1 1 0,-1-1 0,1 0 0,0 1 0,-1-1 0,1 0 0,0 0 0,0 1 0,32 7 0,-25-6 0,22 2 2,0 0 1,57-2-1,-8 0-53,110 5-2671,46 4-4324,-80 6-3797,-110-9 1715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196 1 15513,'-20'9'1192,"17"-7"-827,-1 0 0,1 0-1,-1-1 1,0 1-1,0-1 1,1 0-1,-1 0 1,0 0-1,0 0 1,0-1-1,0 0 1,-1 0-1,-4 0 1,6-1 2631,-5 6-1669,0 0 0,1 0 0,0 1 0,0 0 0,-10 11 0,11-13-1327,1 1 0,1 0 0,-1 0 0,1 1 0,0-1 0,0 1 0,1 0 0,-1 0 0,1 0 0,0 0 0,1 1 0,0-1 0,0 1 0,-2 12 0,2-4 0,1-1 0,0 1 0,1 0 0,1 0 0,0 0 0,1-1 0,0 1 0,1 0 0,1-1 0,9 23 0,-7-25 0,0 0 0,1-1 0,0 0 0,1 0 0,0 0 0,1-1 0,0 0 0,1-1 0,0 0 0,0-1 0,1 0 0,13 8 0,-13-10 0,0 0 0,1-1 0,0 0 0,1 0 0,-1-2 0,1 1 0,-1-2 0,1 1 0,0-2 0,0 0 0,0 0 0,16-3 0,-24 2 0,0 0 0,0-1 0,-1 0 0,1 0 0,0 0 0,-1-1 0,1 1 0,-1-1 0,1 0 0,-1-1 0,0 1 0,0-1 0,0 0 0,0 0 0,0 0 0,-1 0 0,1 0 0,-1-1 0,0 0 0,0 0 0,0 0 0,-1 0 0,1 0 0,-1 0 0,0-1 0,0 1 0,-1-1 0,1 1 0,-1-1 0,0 0 0,0 0 0,-1 1 0,1-1 0,-1 0 0,-1-5 0,1-2 0,-1 0 0,-1 1 0,0-1 0,-1 1 0,0 0 0,0-1 0,-1 1 0,-1 1 0,0-1 0,0 1 0,-1-1 0,-11-13 0,5 9 0,0 1 0,-1 0 0,0 1 0,-1 1 0,-1 0 0,-30-19 0,44 30-5,-3-1-469,0 0 0,0-1 0,0 1 1,0-1-1,1 1 0,-1-1 0,1 0 0,0 0 1,0-1-1,0 1 0,0-1 0,0 0 1,1 1-1,-3-6 0,5 8 345,-1 1 0,1 0 0,0 0 0,0-1 0,-1 1 1,1 0-1,0-1 0,0 1 0,-1 0 0,1-1 0,0 1 0,0 0 0,0-1 0,0 1 0,0-1 0,0 1 0,-1 0 1,1-1-1,0 1 0,0 0 0,0-1 0,0 1 0,0-1 0,1 1 0,-1 0 0,0-1 0,0 1 0,0-1 1,0 1-1,0 0 0,1-1 0,16 5-6669,15 7-4950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18 17374,'-19'-17'6452,"22"34"-3404,-9 37 2845,3-25-5893,-1 11 0,-2-6 0,3 3 0,0 6 0,-7-3 0,4 3 0,3 3 0,3-1 0,6 1 0,0 6-1972,1-12-2073,-4 2-3791,0 7-8094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36 292 18546,'-35'-23'2992,"41"0"-276,4 3-420,6 0-551,12-8-301,4 10-356,9 1-556,7 0-628,12 0-684,13-3-792,10 0-689,6-3-955,-1 0-3684,5 0-6650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436 393 12705,'-7'-1'654,"0"0"0,-1 0 0,1 1-1,0 0 1,-1 0 0,1 1 0,0 0 0,0 0 0,0 1-1,-1 0 1,1 0 0,1 1 0,-1 0 0,0 0-1,1 0 1,-1 1 0,1 0 0,0 0 0,0 1 0,1 0-1,-9 8 1,-4 12 1820,-24 44 0,28-46-1970,-20 38-448,3 0 1,2 2-1,3 1 1,-21 79 0,36-100-65,2 0 1,2 1 0,1 0 0,3 0 0,2 1 0,1-1 0,10 72 0,-8-105 7,0 0 0,1-1 0,0 1 0,1-1 0,0 1 0,1-1 0,0 0 0,0-1 0,1 1 0,0-1 0,1 0 0,15 15 0,-17-19 0,1 0 0,0-1 0,0 1 0,0-2 0,0 1 0,1-1 0,0 1 0,-1-2 0,1 1 0,0-1 0,1 0 0,-1-1 0,0 1 0,0-2 0,1 1 0,-1-1 0,0 0 0,1 0 0,-1-1 0,9-2 0,5-2-23,-1-1 1,0 0-1,-1-2 1,1-1-1,-2 0 0,1-1 1,-1-1-1,-1-1 1,0 0-1,0-1 0,-2-1 1,26-28-1,-8 2-76,-1-2 0,-2 0 1,47-93-1,-52 83-15,-2-2 0,-2 0 1,-3-2-1,16-83 1,-20 55 51,-3 0 0,-1-122 0,-10 146 136,-11-76 0,9 119-64,-1 0 1,0 0-1,-2 0 0,0 0 0,-1 1 1,0 0-1,-1 0 0,-1 0 1,-11-15-1,16 27 3,1 1 0,-1-1 0,0 1 0,0 0 0,0 0 0,-1 0 0,1 0 0,0 1-1,-1-1 1,0 1 0,0 0 0,0 0 0,0 0 0,0 1 0,-6-2 0,6 2 2,0 1 0,1 0 0,-1 0 0,0 0 0,0 1 0,1-1 0,-1 1 0,0 0 0,1 0 0,-1 0 0,1 1 0,-1-1 0,1 1-1,0 0 1,0 0 0,0 0 0,0 0 0,-4 3 0,-2 4-4,0 0 0,1 1 0,0 0-1,0 0 1,1 0 0,0 1 0,1 0 0,1 1-1,-6 14 1,-6 20 16,-10 49-1,20-70-16,-7 29 13,3 0-1,1 1 1,-2 83 0,11-116-76,1 0 0,1 0 0,1 0 0,2-1 0,0 1 0,0-1 0,2 0 0,1 0 0,1-1 0,0 0 0,21 35 0,-23-47-93,0-1 0,1-1 0,0 1 0,0-1 0,0 0 1,0-1-1,1 1 0,0-2 0,0 1 0,1-1 1,10 4-1,2 0-600,0-2 0,0 0 0,35 5 0,-19-7-2005,63-2-1,-11-7-5329,-28 0-2309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7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4 12377,'-3'0'126,"-9"-2"867,-1 1-1,0 1 0,-14 0 0,20 1 212,0 0-1,0 1 1,0 0-1,-12 4 1,-4 6-270,1 1 1,0 1-1,0 1 0,1 1 0,1 1 1,1 1-1,1 0 0,0 1 0,1 1 1,-15 25-1,26-35-1664,0 1-1,0 0 1,1 0 0,-5 17-1,7-19-540,0 1 0,1 0-1,0 0 1,1 1 0,0-1 0,1 0 0,0 0-1,0 1 1,3 15 0,13 16-12148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7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201 139 11933,'-12'-36'1512,"-14"-51"10158,26 85-10269,9-7 673,-8 8-2032,-1 1 0,0-1 0,1 1 0,-1 0 0,1-1 0,-1 1-1,1 0 1,-1 0 0,1-1 0,0 1 0,-1 0 0,1 0 0,-1 0 0,1-1 0,-1 1 0,1 0 0,0 0 0,-1 0 0,1 0 0,-1 0 0,1 0-1,-1 0 1,1 1 0,0-1 0,-1 0 0,1 0 0,0 1 0,17 13 608,11 28 68,-18-20-555,-2 0 0,-1 0 0,0 1 1,-2 0-1,0 0 0,-2 0 1,-1 1-1,1 47 0,-4-42-146,-2 0 0,-1 0 0,-1-1 0,-2 1 0,0-1 0,-2 0 0,-13 29 0,-2-11-435,-1-1 0,-55 74 0,35-56-75,18-29 217,20-28 191,-1 2-1,2-1 1,-1 1 0,1 0 0,0 0-1,1 0 1,-5 12 0,14-21 40,14-6 30,0-1 1,-1-1-1,1 0 1,-2-1-1,1-1 1,-1-1 0,-1-1-1,24-23 1,13-19 9,47-62 1,-30 32 65,-46 57 13,-8 9 101,0 0 0,22-17-1,-37 35-141,1-1 0,-1 1 0,1 0 0,-1 0-1,1 0 1,0 0 0,0 0 0,-1 1-1,1-1 1,0 0 0,0 1 0,0 0-1,0-1 1,0 1 0,0 0 0,0 0-1,-1 0 1,1 0 0,0 0 0,0 0-1,0 1 1,0-1 0,0 1 0,0-1 0,0 1-1,-1 0 1,1 0 0,0-1 0,0 1-1,-1 0 1,1 1 0,-1-1 0,1 0-1,-1 0 1,1 1 0,-1-1 0,2 3-1,4 5 68,0 1 0,-1-1 0,0 1-1,8 21 1,-10-22-36,15 31 125,49 98-937,-51-108-793,1-2 0,34 43 0,-17-38-2113,19 6-7109,-38-28 1031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7.7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 11337,'-7'11'2168,"-1"0"-1,2 1 1,-7 14 0,-10 34 2214,12-28-3128,-43 116 2524,42-116-3806,-7 17-2207,0-19-2811,1-7-2140,2 3-4757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4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14 12997,'-15'-5'1216,"-2"-2"418,10 6 3232,-1 0 3802,14 27-5482,6 27-3124,-3 1 1,-2 1 0,0 56-1,-17 168-112,0-194-1154,-33 139-1,-43 80-6230,58-211 4111,5-11-13291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5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12 558 7093,'-11'2'16623,"24"5"-13552,9-1-2941,0-2-1,0 0 1,0-2-1,1 0 0,27-2 1,-11 1-17,473-12 422,-288 2-452,3554-85 42,-1343 45 165,-761-36 1269,-1017 4-98,-636 78-1400,-1-2 0,1 0 0,-1-2 0,0 0 0,0-1 0,-1-1 0,25-15 0,-42 23-86,-1 0 0,1 0-1,-1 0 1,1 0 0,-1 0-1,0 0 1,0 0 0,0-1-1,1 1 1,-1 0 0,0-1-1,-1 1 1,1-1 0,0 1-1,0-1 1,-1 1 0,1-1-1,-1 1 1,1-1 0,-1 0-1,1 1 1,-1-1 0,0 0-1,0 1 1,0-1 0,0 0-1,0 1 1,-1-1 0,1 0-1,0 1 1,-1-1 0,1 0-1,-1 1 1,1-1 0,-1 1-1,0-1 1,0 1 0,0-1-1,0 1 1,-1-2 0,-4-7-555,0 1 1,-1 0 0,0 0 0,-1 0 0,-9-8 0,-36-24-5059,46 35 4704,-2-2-275,-3 4-5758,-4-1-3006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7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26 14269,'-32'-25'15763,"32"28"-14071,6 30-1321,1 9-147,-1 1 0,0 62 0,-20 80-3866,-50 236 0,62-410 3441,-11 51-8059,-8 1-5778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17930,'6'4'1143,"3"2"117,-2-4 5361,-9 10-2750,0-2-3218,-12 40 205,7-27-715,1 0 1,-4 27 0,-9 536-8753,19-517 7395,1-18-6287,4 1-4958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7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63 11809,'-35'14'2216,"16"-8"5281,54-6-6953,29 0-116,-4 0-168,13-6-232,13-2-248,-1-4-532,17 1-560,6 2-680,-6-5-789,-10 0-1803,9 5-3573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8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216 412 11661,'-25'15'1727,"-21"12"8356,46-26-9960,-1-1 1,0 0 0,1 0-1,-1 1 1,0-1-1,1 0 1,-1 1-1,1-1 1,-1 0 0,1 1-1,-1-1 1,1 1-1,-1-1 1,1 1-1,-1-1 1,1 1 0,-1 0-1,1-1 1,0 1-1,-1-1 1,1 1-1,0 0 1,-1 1 0,2-2-49,-1 1 1,0-1 0,1 1 0,-1-1 0,0 1-1,1-1 1,-1 1 0,0-1 0,1 1 0,-1-1-1,1 0 1,-1 1 0,1-1 0,-1 1-1,1-1 1,-1 0 0,1 0 0,0 1 0,-1-1-1,1 0 1,0 0 0,4 2 69,1-1 0,-1 0 0,1 0-1,-1 0 1,1-1 0,-1 0 0,6 0 0,65-9 611,105-25 1,-141 24-693,0-3 1,-1-1-1,-1-1 0,50-28 1,-75 35-88,0 0 0,0-1 0,0-1 0,-1 0 0,-1-1 1,0 0-1,0 0 0,-1-1 0,14-22 0,-21 29 11,0 0 0,-1-1-1,1 1 1,-1-1 0,0 1-1,-1-1 1,1 1 0,-1-1 0,0 0-1,-1 0 1,1 0 0,-1 0-1,0 0 1,-1 1 0,1-1 0,-1 0-1,0 0 1,-1 1 0,1-1-1,-1 0 1,0 1 0,-1-1 0,1 1-1,-1 0 1,0 0 0,-1 0-1,1 0 1,-7-6 0,6 7 4,0-1 1,-1 1-1,0-1 1,0 1-1,0 1 1,0-1-1,-1 1 1,0 0-1,1 0 1,-1 0-1,0 1 1,0 0-1,-10-2 1,5 2 46,1 1 1,0 1 0,0 0 0,-1 0-1,1 1 1,0 0 0,-18 4-1,1 3 244,1 2-1,0 0 0,0 2 0,1 0 0,-29 21 0,13-5-220,1 1-1,1 2 1,2 2 0,-43 49-1,54-51-54,1 0 0,1 2 0,2 1-1,1 1 1,-28 63 0,42-79-7,0 0 0,1 0 0,1 1 0,1 0 0,1 0 0,1 0 0,0 0 0,2 0 0,0 0 0,3 21 0,-1-29 0,1 0 0,-1 0 0,2-1 0,0 1 0,0-1 0,1 0 0,0 0 0,1-1 0,0 0 0,1 0 0,0 0 0,0 0 0,1-1 0,1-1 0,-1 1 0,1-1 0,1-1 0,10 7 0,4 0 0,1-1 0,0-1 0,1-1 0,0-1 0,0-2 0,30 6 0,-7-5 0,-1-2 0,81 1 0,-71-9-469,79-12 0,202-40-3835,-294 45 2150,0-2-1,-1-2 1,0-1 0,64-30-1,-94 37 1083,96-47-11625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8.9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94 9213,'-16'18'4904,"3"-33"-2631,4-2 8051,38 9-10028,15-7-904,0 7-492,10-4-1044,7-5-884,2 6-2949,7 2-5192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9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8729,'0'0'12164,"4"0"-11551,72 8 581,152-5 0,-183-9-106,-53 38-294,1-21-704,0 0-1,-1-1 1,0 1-1,0-1 1,-19 16 0,-18 21 53,-7 24 714,-85 149 0,131-207-598,0 0 1,1 0-1,0 0 0,1 0 1,-2 16-1,5-28-242,1 0-1,0 0 0,0 0 1,0 0-1,0 0 1,1 0-1,-1 0 0,0 0 1,0 0-1,0 0 0,1-1 1,-1 1-1,0 0 0,1 0 1,-1 0-1,1 0 0,-1 0 1,1-1-1,-1 1 1,1 0-1,0-1 0,-1 1 1,1 0-1,0-1 0,0 1 1,-1-1-1,2 1 0,0 1-21,0-1-1,1 0 0,-1-1 0,0 1 1,0 0-1,1-1 0,-1 1 1,0-1-1,5 1 0,12-2-593,-1-1-1,1-1 1,0 0-1,-1-1 1,25-9 0,93-43-7406,-84 33 2417,7 0-4367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9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66 10433,'-38'-14'2380,"25"17"4401,-2-6-4905,-5 0 1976,1 0-3084,7 0-372,21-11-2908,1 5 24,-1-2-5749,7 2-2028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7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0 335 13421,'7'-46'1780,"-1"20"-291,7 3-265,6-11-272,0 8-220,6 3-164,4 1-136,9-4-488,13 0-668,6 0-944,6 1-1457,7 5-1223,13 8-3345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7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64 515 12909,'-38'-20'2572,"12"14"5401,30-11-5925,15-8-484,12-1-351,20-6-229,16 1-464,12-9-492,23-3-836,18-5-560,14-7-925,9-8-1003,6 3-3217,13 12-6036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8.5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1040 304 9929,'-6'-28'11201,"3"27"-8520,-14-9-1648,9 8 6557,5 5-7574,1 0 0,0 0 0,-1 0 0,1 0 0,0 0 0,1 0 0,-1 0 0,0 1 0,1-1 0,0 1 0,0-1 0,0 1 0,-1 4 0,-2 55 76,0-3-75,-8-8-17,-3 0 0,-1-1 0,-3-1 0,-2-1 0,-2-1 0,-40 61 0,45-80 0,-3-1 0,0-1 0,-1-1 0,-2-1 0,-1-1 0,0-1 0,-2-1 0,-1-2 0,0-1 0,-1 0 0,-2-3 0,-31 14 0,44-23 0,-1-1 0,0-1 0,0-1 0,0 0 0,0-1 0,-1-1 0,1-1 0,-21-2 0,27 0 0,0 0 0,0-1 0,0-1 0,1 0 0,-1-1 0,1 0 0,-1-1 0,1 0 0,1-1 0,-1 0 0,1-1 0,-18-15 0,22 17 0,1-1 0,0 0 0,0-1 0,0 0 0,1 0 0,0 0 0,1 0 0,-1-1 0,1 0 0,1 0 0,0 0 0,0 0 0,-3-12 0,4 9 0,1-1 0,0 0 0,1 0 0,0 1 0,1-1 0,0 0 0,1 0 0,6-21 0,3 2 0,1 0 0,2 1 0,1 0 0,1 1 0,1 1 0,23-28 0,-4 10 0,2 2 0,1 1 0,3 3 0,1 1 0,70-49 0,-51 47 0,2 4 0,1 1 0,129-47 0,-88 48 0,2 4 0,1 6 0,1 4 0,1 6 0,200-4 0,-191 20 0,215 29 0,-262-18 0,0 4 0,-1 3 0,0 3 0,72 33 0,-117-43-819,-1 0-1,0 2 1,-1 1 0,0 1-1,-2 1 1,31 27 0,-40-26-3282,-9-5-2974,0 4-5797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8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71 15465,'19'12'4805,"-29"-24"-2673,1 1 3305,-7-18-10234,-3-2 1969,0 42-14402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28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23 215 9009,'-22'-17'5644,"35"-18"-3735,-1 27-1213,4-1-100,10-5-140,15-6-52,3 6-144,7 5-52,6 0-40,4-5-148,5 3-540,11-6-800,-8 2-1189,14 4-1835,15-1-3349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0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289 152 12541,'-7'-45'1838,"5"28"584,-1 0-1,-9-30 1,-4 24 1243,14 21-2359,1 3-160,-2 2-908,1 0-1,0 0 1,0-1 0,0 1-1,1 1 1,-1-1 0,1 0-1,-1 0 1,1 1-1,0-1 1,-1 7 0,-5 47 1010,4-28-710,-24 218-220,-18 118-268,-32 24-50,23-125 0,49-245 0,3-12 0,1-1 0,0 1 0,0-1 0,0 1 0,0 11 0,1-17 0,0-1 0,0 1 0,0 0 0,0-1 0,0 1 0,0-1 0,0 1 0,0 0 0,1-1 0,-1 1 0,0-1 0,0 1 0,0-1 0,1 1 0,-1-1 0,0 1 0,1-1 0,-1 1 0,0-1 0,1 1 0,-1-1 0,1 1 0,-1-1 0,1 0 0,0 1 0,1-1 0,0 0 0,0-1 0,0 1 0,1-1 0,-1 0 0,0 0 0,0 1 0,0-1 0,0 0 0,0-1 0,0 1 0,0 0 0,1-2 0,29-23 0,-29 24 0,26-27 0,0-2 0,45-62 0,-24 27 0,5-1 0,70-65 0,-101 109 0,2 1 0,0 1 0,1 2 0,2 1 0,59-29 0,-76 42 0,0 0 0,0 1 0,0 1 0,1 0 0,0 0 0,0 1 0,-1 1 0,1 0 0,0 1 0,0 1 0,0 0 0,0 0 0,24 7 0,-23-3 0,1 0 0,-1 1 0,0 1 0,0 1 0,-1 0 0,1 0 0,-2 1 0,0 1 0,0 0 0,-1 1 0,13 15 0,-5-3 0,-1 1 0,-2 1 0,0 1 0,15 34 0,40 114 0,-44-93 0,19 103 0,-28-104 0,-14-63-570,1-1 1,1 0-1,12 26 1,-14-34 176,0-1 1,0 0-1,1-1 0,0 1 1,0-1-1,1 0 1,-1 0-1,1 0 1,10 6-1,-13-10-262,-1-1 0,1 1 0,0-1 0,0 1 0,0-1 0,0 0 0,1 0 0,-1 0 0,0-1-1,0 1 1,0-1 0,1 1 0,-1-1 0,0 0 0,6-1 0,-4 1-242,48-3-11304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1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361 984 4812,'2'-34'1631,"-2"32"-1350,1 1 0,-1-1 1,0 0-1,0 0 0,-1 0 0,1 0 1,0 0-1,-1 0 0,1 1 1,-1-1-1,1 0 0,-2-2 1,-3-11 2671,3 10-2155,1-1 1,-1 1-1,0-1 1,-1 1 0,1-1-1,-1 1 1,0 0-1,-1 1 1,1-1 0,-1 0-1,0 1 1,0 0-1,0 0 1,-6-5 0,9 9-626,0-1 1,0 1-1,0-1 1,0 1 0,-1 0-1,1-1 1,0 1-1,0 0 1,0 0-1,0 0 1,-1 0 0,1 0-1,0 0 1,0 0-1,0 1 1,0-1 0,0 0-1,-1 0 1,1 1-1,0-1 1,-1 2-1,-18 10 918,14-7-929,1 0 1,0 1 0,0-1 0,1 1-1,-1 1 1,1-1 0,1 0 0,-1 1-1,-2 9 1,-22 69 979,22-67-1085,-48 158-57,-27 98 0,69-226 0,2 0 0,-7 93 0,16-126 0,1-1 0,0 0 0,1 0 0,1 0 0,0 0 0,1 0 0,0 0 0,1 0 0,1-1 0,0 0 0,1 0 0,0 0 0,1-1 0,14 19 0,-16-25 0,0 0 0,0-1 0,0 0 0,1 0 0,0 0 0,0-1 0,0 0 0,0 0 0,1 0 0,0-1 0,-1 0 0,1-1 0,0 1 0,1-1 0,-1 0 0,0-1 0,1 0 0,-1 0 0,0-1 0,16 0 0,-12-2 0,0 0 0,0 0 0,0-1 0,-1-1 0,1 1 0,-1-2 0,0 0 0,0 0 0,0 0 0,-1-1 0,0-1 0,0 0 0,12-11 0,-3-2 0,0-1 0,-1 0 0,-1-1 0,-2-1 0,0-1 0,-1 0 0,17-45 0,-4-5 0,22-109 0,-33 108-90,-3 0 0,2-149-1,-16 103-68,-20-135 0,11 179 91,-3 2 1,-4 0-1,-3 0 1,-3 2-1,-58-123 1,76 185 55,0 0-1,-1 0 1,0 1-1,0 0 1,-2 0-1,-16-16 1,23 24 13,-1-1 0,0 1 0,0 0-1,0 0 1,0 0 0,-1 0 0,1 0 0,-1 1 0,1 0-1,-1-1 1,1 1 0,-1 1 0,0-1 0,1 0 0,-1 1-1,0 0 1,1 0 0,-1 0 0,0 0 0,0 1 0,1-1 0,-1 1-1,0 0 1,1 0 0,-1 0 0,1 1 0,-6 3 0,0 0 16,0 1 0,1 1 1,0 0-1,1 0 1,-1 1-1,2-1 0,-1 2 1,1-1-1,0 1 1,0 0-1,1 0 1,-7 18-1,-1 8 48,1 1 0,-9 43 0,4 11-29,3 0-1,4 1 1,4 1 0,12 176 0,-3-236-127,1 0 1,1 1-1,2-2 1,1 1-1,2-1 1,1 0-1,1-1 1,18 31 0,-24-52-15,0-1 1,0 1 0,1-1 0,0-1 0,1 1 0,0-1 0,0-1 0,0 1 0,1-1 0,16 8 0,-11-7-154,1-1 0,0-1 0,0 0 0,0-1 0,0-1 0,28 3 0,-20-5-407,1-1 1,0 0-1,0-2 0,-1-1 1,1-1-1,-1-1 0,0-1 0,0-1 1,33-14-1,5-13-2988,-23 5-2723,-10 4-2509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2.8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507 64 4868,'0'0'13078,"-1"-2"-12111,-12-13 379,10 9-580,-1 1 1,0 0-1,-1 0 1,1 1-1,-1-1 1,-7-4 0,10 8-554,0 0 0,0 0 1,-1 0-1,1 0 1,0 0-1,-1 1 1,1-1-1,-1 1 1,1-1-1,-1 1 1,1 0-1,-1 0 1,1 0-1,-1 1 1,1-1-1,0 0 1,-1 1-1,1 0 1,-1-1-1,1 1 1,-3 2-1,-4 1-32,0 1-1,0 0 1,1 1-1,-1 0 0,1 0 1,1 1-1,-12 12 1,-45 61 790,54-65-940,-19 27-31,1 1 0,3 2 0,-33 82 0,31-54 0,-31 135 0,50-170 11,1 0-1,3 0 1,1 0-1,2 1 1,1-1-1,2 1 1,2-1 0,1 0-1,13 43 1,-12-58-42,1 0 0,2-1-1,0-1 1,2 1 0,0-2 0,1 1 0,1-2 0,1 0 0,1 0 0,0-1-1,1-1 1,1-1 0,1 0 0,0-1 0,1-1 0,21 12 0,-3-6-1504,0-2 0,1-2 0,1-1 0,71 17 0,-68-23-2191,0-2 1,59 2 0,-18-10-6784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10145,'0'0'3440,"18"23"2398,84 74-1664,-78-76-3752,0 0 1,-1 1 0,-2 2-1,0 0 1,31 48-1,-43-56-339,-1 1 0,0 0 1,-1 1-1,-1-1 0,-1 1 0,5 28 0,-8-34-59,-1 1 0,-1 0 0,0-1 0,-1 1-1,0 0 1,-1-1 0,0 1 0,-1-1 0,-1 0 0,-7 18 0,-2-2 16,-1 0 1,-1-1-1,-1-1 0,-2-1 0,0 0 1,-2-2-1,-1 0 0,0-1 1,-38 29-1,48-41 2,9-8-37,5-7 4,97-135 18,-29 45 84,-30 28 303,-27 42 129,24-32 1,-36 55-456,-1 1-1,1-1 1,0 0 0,0 1 0,0-1 0,0 1 0,0-1 0,0 1-1,0 0 1,0 0 0,1 0 0,-1 0 0,0 0 0,1 0 0,-1 1-1,1-1 1,3 1 0,-4 0-20,0 0 0,-1 0 0,1 0 1,-1 0-1,1 1 0,-1-1 0,1 0 0,-1 1 0,1-1 0,-1 1 0,0 0 0,1 0 0,-1-1 1,0 1-1,1 0 0,-1 0 0,0 0 0,0 0 0,0 0 0,0 1 0,0-1 0,0 0 0,0 0 1,0 1-1,-1-1 0,1 0 0,0 3 0,3 12-37,0 1 0,-2-1 1,0 0-1,-1 1 0,-1-1 1,-3 29-1,2 24-46,1-42 15,1-1 0,2 1 0,0 0 0,2-1 0,1 1 0,11 29 0,-14-49-164,0 0-1,1-1 1,0 0 0,0 1-1,1-1 1,0 0-1,0-1 1,0 1 0,7 4-1,-4-4-444,0 0-1,1-1 1,0 0-1,0-1 1,0 0-1,0 0 1,1-1-1,-1 0 1,1-1-1,12 2 1,-1-2-918,1-1 0,0 0 0,0-2 0,0-1 0,0 0 0,-1-2 0,34-9 0,1-3-7692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 5477,'-22'11'1180,"15"0"-1136,1-2-416,-4 2-2973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38 12413,'-2'-1'366,"0"0"1,-1 0-1,1 0 0,0 0 1,0 0-1,0 0 0,0-1 0,0 1 1,0-1-1,0 0 0,0 1 0,1-1 1,-1 0-1,0 0 0,1 0 1,0 0-1,-1-1 0,-2-6 6854,0 28-4801,4-13-2187,0 0 0,1-1 1,-1 1-1,1 0 0,1-1 0,-1 1 0,1-1 0,3 8 0,27 48 877,-11-20-532,15 35-526,-4 1 0,-4 2 0,-2 1 0,-5 1 0,16 114 0,-31-149-48,-3 0 1,-2 0-1,-2 0 0,-1 0 1,-3 0-1,-2 0 1,-1-1-1,-3 0 1,-2 0-1,-1-1 1,-28 56-1,13-45-206,-2-2 0,-2 0 0,-3-3 0,-2-1 0,-2-1 0,-2-2 0,-2-3 0,-2-1 0,-1-2 0,-64 40 0,65-53-3496,-57 23 0,52-26-3451,10-3-5852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1 172 13825,'41'-17'1980,"-25"8"-251,0 3-185,6-5-332,-3 2-240,10-2-328,18-6-316,-5 0-688,2-3-940,7-3-924,6 3-3253,7 8-4412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4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23 275 11901,'-23'14'2280,"33"-28"185,0 2 2415,2 1-3060,17-1-368,12 1-304,7-3-268,6-1-327,9-2-497,13 3-785,7-6-287,-4-6-784,-2-11-800,-1 0 232,6 14-3273,-6-3-4656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5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43 13125,'0'-27'2206,"0"20"2063,0-2 4072,-7 21-4675,2-4-3110,-12 36-403,1 0 0,3 0-1,-14 89 1,20-99-160,-77 527 7,81-527-1074,1 0 0,7 64-1,0-62-1381,1 1-1,2-1 0,2 0 1,23 56-1,-4-23-11820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5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125 286 22266,'-41'15'1330,"21"-8"1068,-36 17 1,48-18-1280,11-3 13,21-1 627,-8-1-1395,110 4-364,162-14 0,-171 3 0,1219-86 0,0-36 0,-1057 100 0,519-46-86,-749 68-945,8 0-5202,-52 6 1937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0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282 53 15845,'-7'-7'768,"-16"-19"1058,22 25-1736,1 1 0,0-1-1,-1 1 1,1 0 0,0-1-1,0 1 1,-1-1 0,1 1-1,0 0 1,0-1 0,0 1-1,-1-1 1,1 1 0,0-1-1,0 1 1,0-1 0,0 1-1,0-1 1,0 1 0,0-1-1,0 1 1,0-1 0,0 1-1,0-1 1,1 1 0,-1-1 0,0 1-1,0-1 1,0 1 0,0-1-1,1 1 1,-1 0 0,0-1-1,1 1 1,-1-1 0,0 1-1,1 0 1,-1-1 0,0 1-1,1 0 1,-1 0 0,1-1-1,-1 1 1,1 0 0,-1 0-1,1-1 1,7 4 5099,4 16-2200,-12-13-2732,0 1 0,-1-1 0,1 1 1,-2-1-1,1 1 0,-3 7 0,-1 7-122,-26 111-142,-53 139 1,-1 1-235,69-206 17,2 1-1,-7 81 1,18-108-1097,-5 93-3626,8-113 2809,1 0 0,1 0 0,0 0 1,9 29-1,10 13-9761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3 19498,'6'-3'3280,"-18"12"-256,5 8-251,-2 12-257,-14-4-840,4 10-1676,0 5 0,4 5 0,-1 7 0,6 2 0,1 0 0,-1 4 0,7-7 0,6 3 0,3-5-2388,7 2-1361,-3-2-4047,-4-3-8054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29 124 18070,'-28'-20'5192,"43"14"-3164,4 3-460,7-6-351,22 4-277,2 2-588,20-3-508,16-2-968,12-1-513,7-2-1043,0-9-1196,12 8-2037,17 1-5084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0 339 13653,'18'6'-402,"15"6"12766,-19-7-10583,4 2-1415,1-2 1,0 1-1,0-2 0,0-1 1,1 0-1,31 0 0,-16-4-588,0-1 0,66-12-1,-79 9-69,0-1 0,-1 0 0,1-2 0,-2 0-1,1-2 1,-1 0 0,0-1 0,24-19 0,-32 21 184,-1 0 0,0-2 1,0 1-1,-1-1 1,-1-1-1,0 0 0,0 0 1,-1-1-1,-1 0 0,0 0 1,-1-1-1,0 0 1,4-19-1,-9 31 153,0-1 1,-1 0-1,1 0 0,-1 0 1,1 0-1,-1 0 0,0 0 1,0 1-1,-1-1 1,1 0-1,-1 0 0,1 0 1,-1 0-1,0 0 0,0 1 1,0-1-1,0 0 0,-1 1 1,1-1-1,-1 1 1,1-1-1,-1 1 0,0 0 1,0 0-1,0-1 0,-4-1 1,2 1 80,0 0 1,0 1 0,-1-1 0,1 1-1,-1 1 1,0-1 0,1 1 0,-1-1-1,0 1 1,0 0 0,0 1-1,0 0 1,-10 0 0,-5 2 106,0 2 0,0 0 0,0 2-1,0 0 1,1 1 0,0 1 0,1 0 0,-1 2 0,2 0 0,-26 19-1,13-6 178,2 0 0,1 2 0,1 1 0,-45 58 0,55-63-410,0 1 0,2 1 0,1 0 0,1 1 0,-13 33 0,23-49 0,-1 1 0,2-1 0,-1 0 0,1 1 0,0-1 0,1 1 0,0-1 0,0 1 0,2 8 0,-1-11 0,1 0 0,-1 0 0,1-1 0,1 1 0,-1-1 0,1 1 0,0-1 0,0 0 0,0 0 0,1 0 0,0-1 0,0 1 0,0-1 0,6 5 0,8 5-32,1-2-1,0 0 1,0-1 0,2-1-1,-1 0 1,1-2 0,0-1-1,0 0 1,32 4-1,7-1-385,1-3 0,76-1 0,-54-7-2724,120-16-1,-16-18-6667,-77 7-2300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7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48 149 11509,'0'-20'5677,"-22"17"-3101,0-3 3020,22-11-4280,-3 0-391,22 9-221,-4-1-280,14 0-360,22-2-768,-4 5-405,1-8-539,-7 0-1060,1 2-1072,-1 9-1837,3 3-4624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7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44 11761,'4'3'727,"-5"-6"1964,0 1-1941,1 0 0,-1 1 0,0-1 0,1 0 0,-1 0 0,1 0-1,-1 1 1,1-1 0,0 0 0,0 0 0,0-3 0,0 5-657,0-1 0,0 0 0,1 0 1,-1 0-1,0 0 0,1 0 0,-1 0 0,1 1 0,-1-1 0,1 0 1,0 0-1,-1 1 0,1-1 0,0 0 0,-1 1 0,1-1 0,0 1 1,0-1-1,0 1 0,-1-1 0,3 0 0,4 0 0,0 0 1,0 1-1,0 0 1,0 0-1,0 0 0,0 1 1,1 0-1,-2 0 0,15 5 1,0-1 31,-4-2-23,-8-2-62,0 0 1,1 1 0,-1 0 0,-1 1 0,1 0-1,0 0 1,-1 0 0,1 2 0,-1-1 0,9 7 0,-16-10-31,-1 0 1,1-1-1,-1 1 1,0 0-1,1 0 1,-1 0 0,0 0-1,0-1 1,0 1-1,0 0 1,0 0 0,0 0-1,0 0 1,0 0-1,0 0 1,0 0-1,0-1 1,0 1 0,-1 0-1,1 0 1,0 0-1,-1 0 1,0 0-1,1 1 23,-2 3-3,0-1 1,0 0-1,0 0 1,-1 0 0,0-1-1,1 1 1,-1-1-1,-1 1 1,1-1-1,-4 3 1,-45 32 260,6-3-106,28-20-121,-9 8 10,2 1 0,-42 51 0,62-68-64,0 1-1,0-1 1,0 1-1,1 0 0,0 0 1,0 0-1,1 1 1,0-1-1,1 1 1,0 0-1,0 0 1,1 0-1,0 0 1,0 0-1,1 0 1,2 13-1,-1-16-15,1 0 0,-1 1 0,2-1 0,-1 0 0,1-1 1,0 1-1,0 0 0,0-1 0,1 0 0,0 0 0,0 0 0,0 0 0,1 0 0,-1-1 0,1 0 0,0 0 0,1 0 1,-1-1-1,0 1 0,1-1 0,0-1 0,0 1 0,8 2 0,1-1-237,0 0 1,0 0-1,0-2 1,1 0-1,-1 0 0,0-2 1,1 0-1,28-4 0,-44 4 226,14-1-351,-1-1 1,1-1-1,-1-1 1,16-6 0,-24 8-119,-1 0-1,0 0 1,0-1 0,0 0 0,0 0 0,5-5 0,-6 5-746,0-1 0,0 0 0,0 0 0,-1 0 0,1 0 0,-1 0 0,3-8 0,1-5-7727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8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395 133 6941,'-12'-49'2642,"-14"-25"7880,26 73-10457,0 1 1,0-1 0,0 1 0,-1-1-1,1 1 1,0-1 0,0 1 0,-1 0 0,1-1-1,0 1 1,0-1 0,-1 1 0,1 0-1,0-1 1,-1 1 0,1 0 0,-1-1 0,1 1-1,0 0 1,-1 0 0,1-1 0,-1 1 0,1 0-1,-1 0 1,1 0 0,-1 0 0,1-1-1,-1 1 1,1 0 0,-1 0 0,1 0 0,-1 0-1,1 0 1,-1 0 0,1 0 0,-1 1-1,0-1 1,-1 1 100,1 0 0,-1 0-1,0 0 1,1 1 0,-1-1 0,0 1-1,1-1 1,0 1 0,-3 3 0,-1 3 292,0-1 1,0 2 0,1-1 0,-4 12 0,-10 45 1004,-17 121 1,9 73 1559,19-179-2762,-145 1135-287,115-909-2053,18 1-3704,17-212 1638,4-32-2122,6 1-5216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1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969 2505 5344,'-2'-6'315,"1"5"-201,0 0 1,0-1 0,0 1-1,1-1 1,-1 1 0,1 0-1,-1-1 1,1 0 0,0 1-1,-1-1 1,1 1 0,0-1-1,0 1 1,0-1 0,0 1-1,0-1 1,0 0 0,1 1-1,0-3 1,0 2 1016,-4 0-104,-14-3 50,0 0 1,1 1 0,-2 0-1,-19 0 1,28 2-994,5 2 319,0 0-63,-32 0 222,0 2 0,0 2 1,0 1-1,-64 18 0,-55 16 838,152-38-1095,5 1-252,1 0 1,-1-1-1,1 1 0,-1-1 0,1 0 0,0 0 0,0 0 0,-1 0 1,1 0-1,4 0 0,59 1 83,0-2 1,71-9-1,-82 5-112,1931-256 252,-86-114-280,67 29-122,-391 128-244,-1323 184 325,336-42-46,932-129 99,91-76 804,-876 112-520,-71-24-105,-539 156-189,2 4-1,1 7 1,256-17 0,765 2-3,-411 36 9,-451 5-31,400 11 35,-389-4-21,158-1 0,-336-11 25,212-34 1,-101-26 177,-4 0-169,-174 53-20,61-10 11,-49 11-24,-62 9 7,15 0-6,-13 0 10,0 0 1,1 1-1,-1-1 1,0 1-1,1 0 0,-1 1 1,0-1-1,9 3 0,2 0 6,40 8 9,-42-7-8,1-1 0,0-1 0,17 1 0,33 6-5,-40-4 20,-23-5-13,21 27 125,-21-16-53,0 0-1,0 0 0,-1 0 1,-1 0-1,0 0 1,0 1-1,-2 12 0,2 1 117,-3 57 833,-3 0-1,-22 111 1,11-91-557,-123 840 2588,97-712-2253,-98 303-1,-18-57-280,138-418-511,-38 121-15,8 2 0,-48 345 0,-68 575 0,108-519 0,27-190 0,-25-95 0,-26-4 0,64-232 0,-23 64 0,-63 130 0,91-232 0,10-20 0,-15 9 0,9-14 0,7 1 0,-14-2 0,0 0 0,1-2 0,-1 1 0,1-2 0,-23-11 0,-1 0 0,-4-1 0,-242-107 0,253 108 0,-1 2 0,-1 1 0,0 1 0,-1 2 0,-1 2 0,1 1 0,-1 2 0,-73-4 0,-209 22 0,-1085 28 0,-1930-26 0,730-68-1939,752 62 1599,347 130-1080,247-55 1058,1003-76 343,-195 3 29,-59 6-8,117-16 38,-657-85-1,-16-35 26,883 105-117,-212-18 100,184 14-62,-60-6 76,201 19-85,39 4 37,0-1-1,0-1 1,-52-15-1,67 14-23,12 5 16,3-4-2,1 1-13,0-1 0,0 1 1,0 0-1,1-1 0,-1 1 0,1 0 0,-1 1 0,1-1 1,0 0-1,0 1 0,1-1 0,3-2 0,49-17-125,-40 17 147,127-51-69,-140 55 71,0 0-32,0 1 1,0-1-1,0 0 0,0-1 0,0 1 0,0 0 0,0-1 1,3-2-1,12-5-644,30-6-2564,-45 13 2600,-1 0 0,0 0 0,0 0 0,0 0 0,0 0 1,-1-1-1,1 1 0,0 0 0,-1-1 0,2-4 0,-4-8-5073,-2-1-3350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1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28 5901,'-21'0'2122,"20"-1"-1827,1 0 0,-1-1 0,1 1 0,0-1 0,0 1 0,-1 0 0,1-1 0,0 1 0,0-1 0,0 1 0,1 0 0,-1-1 0,0 1 0,1 0 0,0-7 7599,-12 35-7055,1 1 0,2 0-1,0 1 1,2-1 0,2 1 0,0 1 0,2-1-1,1 30 1,4 21-384,23 138 0,7-54-2623,3 19-3978,-22-90-514,0-4-4183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3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44 324 6365,'1'-4'258,"1"1"1,-1-1 0,1 1 0,-1-1-1,0 0 1,0 0 0,0 0 0,-1 1 0,0-1-1,1 0 1,-1 0 0,-1 0 0,1 0-1,0 0 1,-1 1 0,0-1 0,0 0 0,-2-4-1,2 3 61,-3-21 2323,1-1 0,1-45 0,3 61-2107,-1 0 1,1 1 0,1-1-1,0 1 1,1 0-1,0-1 1,0 1-1,1 1 1,6-13 0,-8 20 403,13 47 2023,-10 8-2087,-2 0 0,-2 0 1,-6 55-1,1-25-392,-3 6-483,-22 103 0,-3 27 0,30-199 0,-11 173 0,12-149 0,2 0 0,11 66 0,-9-90 0,2 1 0,0-1 0,1-1 0,1 1 0,1-1 0,1 0 0,12 19 0,-13-25 0,1-1 0,1 0 0,0-1 0,0 0 0,1-1 0,1 0 0,-1 0 0,2-1 0,-1-1 0,27 13 0,-17-12 6,0 0-1,0-2 1,1-1-1,0-1 1,1 0-1,-1-2 1,1-1-1,-1-1 1,40-2 0,-11-5-120,0-1 1,0-3-1,63-20 1,-43 6-2230,-2-3 0,106-57 0,25-33-8556,-105 53-558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4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113 127 10809,'-67'35'10488,"64"-36"-10158,0 0-1,-1 1 1,1 0-1,0 0 1,-1 0 0,1 0-1,-5 1 1,1 0 216,4-1 214,5-4-632,0 0 0,0 0-1,0 1 1,1-1 0,-1 1-1,1-1 1,0 1 0,0 0 0,0 0-1,0 1 1,8-5 0,-3 0 31,8-8 85,-4 3 166,1 1-1,0 0 1,1 1-1,27-17 1,-39 28-315,0-1-1,0 1 1,-1-1-1,1 1 1,-1 0-1,1 0 1,0 0-1,-1 0 1,0 0-1,1 0 1,-1 0-1,0 0 1,1 0-1,-1 1 1,0-1-1,2 3 1,2 9 53,0 0 1,-1 0-1,-1 1 1,0-1-1,0 1 1,-2 0 0,1 22-1,-1-19-23,0 0-1,1 0 1,1-1 0,1 1-1,5 18 1,-3-24-200,-1 0 1,2 0-1,-1 0 1,2 0-1,-1-1 1,1 0-1,1-1 1,0 0-1,0 0 1,0-1-1,1 0 1,1-1-1,-1 0 1,1 0-1,0-1 0,1-1 1,-1 0-1,1 0 1,0-1-1,1-1 1,-1 0-1,23 2 1,-16-3-41,-1-1 1,0-1-1,1 0 0,-1-2 1,1 0-1,-1-1 1,0-1-1,0 0 0,-1-1 1,1-1-1,-1-1 1,0-1-1,-1 0 1,0-1-1,19-14 0,-31 21 98,-1-1 0,1 0 0,-1 1 0,0-1 1,0-1-1,0 1 0,0 0 0,-1-1 0,1 1 0,-1-1 0,0 0 0,0 0 0,0 0 0,0 0 0,-1 0 0,0 0 0,1-1 0,-2 1 0,1 0 0,0-1 0,-1 1 0,0-1 0,0 1 0,0 0 0,-1-1 0,1 1 0,-1 0 0,0-1 0,0 1 0,-1 0 1,1 0-1,-1 0 0,0 0 0,0 0 0,0 0 0,-4-4 0,-3-5 12,-1 1 0,0 0 0,-1 1 0,0 0 0,0 1-1,-1 0 1,-1 0 0,0 1 0,-16-8 0,-5 1 81,-1 1 0,-1 1-1,-1 3 1,1 0 0,-56-7 0,-193-9-2764,209 20-2084,32-2-4026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4.8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5 11837,'-6'1'454,"1"0"-1,-1 0 1,0 0 0,0 0-1,1-1 1,-1 0 0,0 0 0,1-1-1,-1 0 1,0 0 0,1 0-1,-10-3 1,12 3-235,0 1-1,0 0 1,1-1-1,-1 1 1,0 0 0,0 1-1,1-1 1,-1 1 0,0-1-1,0 1 1,1 0-1,-1 0 1,1 0 0,-1 0-1,1 0 1,-1 0-1,1 1 1,0-1 0,-3 3-1,-39 36 1591,32-27-1608,1 1 0,1 0 0,0 0 0,1 1 0,1 0 0,0 0-1,1 1 1,0 0 0,2 1 0,0-1 0,0 1 0,2 0 0,0 0 0,1 0 0,0 27-1,4-38-219,-1 0 0,1 0 0,0-1 0,0 1-1,0 0 1,1-1 0,0 1 0,0-1 0,1 0-1,-1 0 1,1 0 0,0 0 0,1-1-1,-1 0 1,1 1 0,7 4 0,-7-6 1,1-1-1,-1 1 1,1-1 0,-1 0 0,1-1 0,0 1 0,-1-1-1,1 0 1,0-1 0,0 1 0,0-1 0,0 0 0,0-1-1,7-1 1,2 0 8,1-1-1,-1-1 0,0-1 0,14-6 1,9-8 67,-29 14-1,0 0 0,0 1 0,1 0 0,0 0 0,13-3-1,-21 7-35,0 0 0,0 0 0,1 0 0,-1 0 0,0 0 0,0 1 0,0-1 0,0 1-1,0-1 1,0 1 0,0 0 0,0-1 0,-1 1 0,1 0 0,0 0 0,0 0 0,-1 1 0,1-1-1,0 0 1,-1 1 0,1-1 0,-1 1 0,2 1 0,3 6 27,-1-1 0,1 1 0,5 13-1,-3-6-28,6 12 18,-2 1 0,-1 0 0,-2 1 0,-1 0 0,-1 0 0,-1 1 0,-2-1 0,-1 1 0,-1 42 0,-2-53-12,-1 0 0,-1 0 0,-1 0 0,0 0 0,-2-1 0,-12 35 0,14-49 26,0 0-1,0 0 0,0 0 1,-1-1-1,0 1 1,-6 5-1,2-2 40,6-7-72,-1 0 0,1 0 0,0-1 0,0 1 1,0-1-1,-1 0 0,1 0 0,0 1 0,-1-1 0,1-1 0,0 1 1,0 0-1,-1 0 0,1-1 0,0 0 0,-4-1 0,5 1-10,0 0 0,0 0 1,0 0-1,0 0 0,0 0 0,0 0 0,0-1 0,0 1 0,1 0 0,-1 0 0,1-1 0,-1 1 0,1 0 0,-1-1 0,1 1 0,0-1 1,0 1-1,-1-1 0,1 1 0,0-1 0,0 1 0,1-2 0,7-35 57,2 6-65,2-1 0,2 2 1,1 0-1,1 1 0,37-52 0,-36 58-5,2 1 0,1 0-1,1 2 1,1 0 0,0 1 0,50-32-1,-70 50 12,0 1 0,1-1 0,-1 1 0,0 0 0,0 0 0,1-1 0,-1 2 0,1-1 0,-1 0-1,1 0 1,-1 1 0,1 0 0,-1-1 0,1 1 0,-1 0 0,1 0 0,-1 0 0,1 1 0,0-1 0,-1 0-1,1 1 1,-1 0 0,1 0 0,-1 0 0,0 0 0,1 0 0,-1 0 0,0 0 0,0 1 0,0-1 0,0 1 0,0 0-1,0-1 1,0 1 0,0 0 0,-1 0 0,1 0 0,-1 0 0,0 1 0,2 2 0,2 4-675,-1 0 0,-1 1 0,0-1 0,0 1 0,-1 0 0,0 0 0,0-1 0,-1 20 0,1-21-3945,4-1 1954,-4-4 384,11 14-8343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4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 6237,'16'-8'696,"-16"33"-548,0-2-440,-4-11-1693,1 5 165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5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204 729 13117,'-31'-20'5692,"17"17"4075,16 1-9448,1 0 0,-1-1 0,0 1 0,0 0 0,-1-1 0,1 0 0,2-5 0,-3 7-155,24-48 46,-1-2 1,-3 0 0,-2-2 0,-2 0-1,-3-1 1,13-89 0,1-68-211,-25 198 0,1 12 0,2 11 0,-6-10 0,38 74 0,-4 2 0,-2 0 0,-5 3 0,25 109 0,-49-172-3,0 1 1,-1-1-1,-1 1 1,-1 0-1,-1-1 1,0 1-1,-1 0 1,-6 24-1,5-30-7,0-1 0,-1 0 0,0 0 0,-1 0 0,0-1 0,0 0 0,-1 0 0,0 0 0,-1-1-1,0 1 1,0-2 0,-1 1 0,0-1 0,-14 9 0,1-3-278,0-1-1,-1-1 1,-47 15 0,-63 12-2183,123-36 2217,-68 11-2523,28-6-1908,17 3-3071,18-2-2757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5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0 14501,'0'24'763,"-1"-2"312,0-1 1,-1 0-1,-1 1 1,-7 21-1,5-9 1475,1 1 0,1 36-1,2-45-1511,0 154 2494,4-151-3814,0 0 0,2 0 0,15 49 0,-18-71-909,0 1-1,0 0 1,0 0-1,-1 1 1,0 9 0,1-11-4809,4-2 3210,-5-4 759,9 7-8748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5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0 266 12553,'2'-4'360,"-1"0"-1,1 1 1,0-1-1,0 1 1,0-1-1,0 1 1,1 0 0,0 0-1,-1 0 1,1 0-1,0 1 1,6-5-1,45-23 3178,-38 21-3045,54-25 2009,88-31 1,-100 45-1855,1 3 0,1 3 0,120-13 0,-150 25-386,-1 1 0,0 1 0,49 7 0,-67-5-197,0 0 1,-1 1-1,1 0 1,-1 0-1,1 1 1,-1 1-1,0 0 1,-1 0-1,1 1 1,-1 0-1,0 0 1,15 15-1,-17-12-526,0 1-1,-1 1 0,1-1 0,-2 1 0,0 1 0,0-1 0,4 16 0,-9-9-1499,0-2-1299,3-3-4687,5 6-2923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6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10 12529,'-19'-9'5185,"29"20"-7942,12 9-1567,3 3-3325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6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1 12325,'-3'3'864,"0"0"1,-1 0-1,1 0 0,-1 0 1,0 0-1,-6 2 0,6-3-358,0 1 0,0-1 1,1 0-1,-1 1 0,1 0 0,0 0 1,0 0-1,0 0 0,0 0 0,-2 4 1,-8 14 507,2 1 1,1 0-1,1 0 1,-10 36-1,7-13 862,-8 68-1,18-96-1867,1 0-1,0-1 1,1 1 0,1 0 0,1 0-1,7 29 1,-8-40-20,1 0-1,-1-1 1,1 1 0,1 0 0,-1-1-1,1 0 1,0 1 0,0-1 0,1 0-1,0 0 1,0-1 0,0 1-1,0-1 1,0 0 0,1 0 0,0 0-1,0-1 1,0 0 0,0 0 0,1 0-1,10 4 1,1-3-744,0 0 0,1-1 1,-1 0-1,1-2 0,0 0 0,-1-1 1,35-4-1,-17-2-3549,0-2 0,65-24 0,-42 12-6301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8.0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 14633,'-2'1'332,"-1"0"-1,1 1 0,0-1 0,0 1 1,0-1-1,0 1 0,0 0 0,0 0 0,0 0 1,0 0-1,0 0 0,1 0 0,-2 3 1,-12 47 3131,14-47-3134,-36 158 6546,21-92-6179,3 0-1,3 1 1,-1 87-1,11-148-1065,0 0-1,1 0 0,0 1 0,1-1 1,0 0-1,1 0 0,0 0 0,1-1 1,0 1-1,1-1 0,0 0 0,0 0 1,1 0-1,1-1 0,-1 0 0,16 16 1,-13-17-950,1 0 1,0-1 0,0 0 0,0 0 0,1-1 0,0-1 0,1 0 0,-1 0 0,23 5 0,24 0-8924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8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20 138 12285,'0'0'82,"-1"0"-1,1 1 1,-1-1-1,0 0 0,1 0 1,-1 0-1,1 0 1,-1 0-1,1 0 1,-1 0-1,0 0 1,1 0-1,-1 0 1,1 0-1,-1 0 0,1 0 1,-1 0-1,1-1 1,-1 1-1,1 0 1,-1 0-1,1-1 1,-1 1-1,1 0 1,-1-1-1,1 1 1,-1 0-1,1-1 0,0 1 1,-1-1-1,1 1 1,0-1-1,-1 1 1,1-1-1,0 1 1,0-1-1,-1 0 1,1-1 174,-1-1 0,1 1 0,0 0 0,0-1 0,0 1 0,0-1 0,0 1 0,1 0 0,-1-1 0,2-2 0,-1 0 121,0 0 0,1 0 0,0 0 0,0 0 0,1 1 0,0-1 0,-1 1 0,1-1 0,1 1 0,-1 0 0,6-5 0,0 3-119,1 1 1,1 0 0,-1 0 0,1 1-1,0 0 1,-1 1 0,2 1 0,-1-1-1,0 2 1,0 0 0,13 0 0,14 1 315,76 9 0,-92-5-482,0 0-1,0 1 1,0 1-1,-1 1 0,0 1 1,0 1-1,-1 1 1,0 0-1,33 25 0,-45-29-87,-2-1-1,1 1 1,-1 0-1,1 0 1,-2 1-1,1 0 1,-1 0-1,0 0 1,0 1-1,-1-1 1,0 1-1,0 0 1,-1 1-1,0-1 1,-1 0-1,0 1 1,0 0-1,-1-1 1,0 1-1,0 0 1,-1 0-1,0-1 0,0 1 1,-1 0-1,-1 0 1,1-1-1,-6 16 1,-3 1-87,0 0-1,-2-1 1,0 0 0,-2-1-1,-1-1 1,-28 34 0,-121 114-527,112-120 410,-108 92-509,158-140 692,0 0 1,0 0-1,0 1 1,0-1-1,0 1 1,1-1 0,-1 1-1,1 0 1,-1 0-1,0 3 1,2-6 12,0 0 0,0 1 0,0-1 0,0 1 0,0-1 0,0 1 0,0-1 0,0 0 1,0 1-1,0-1 0,0 1 0,0-1 0,0 1 0,0-1 0,0 0 0,1 1 0,-1-1 0,0 1 0,0-1 0,0 0 1,1 1-1,-1-1 0,0 0 0,1 1 0,-1-1 0,17 2-68,128-33-24,-108 21 113,1 2-1,-1 1 0,1 1 1,67 0-1,-84 7 8,-1 1 0,1 1-1,-1 0 1,0 2 0,0 0 0,0 2 0,0 0 0,-1 1-1,-1 1 1,1 0 0,-1 2 0,-1 0 0,0 1 0,30 28-1,-18-10-674,54 51-1412,-36-46-1466,4-9-3359,-10-13-2869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9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236 235 12585,'-1'-3'2266,"0"1"-1967,0 1 0,1-1 0,-1 0 0,1 0 1,0 0-1,0 0 0,0 0 0,0 0 0,0 0 1,0 0-1,0 0 0,1 0 0,-1 0 0,1 1 1,-1-1-1,1 0 0,0 0 0,0 0 0,-1 1 1,1-1-1,0 0 0,1 1 0,-1-1 0,0 1 1,0-1-1,1 1 0,-1 0 0,1-1 0,2 0 1,8-8-68,1 2 0,0 0 0,16-7 0,13-10 642,-38 22-868,0 0 0,0-1 0,-1 1 0,1-1 0,-1 0 0,0 0 0,0 0 0,0 0 0,-1-1 0,1 1 0,-1-1 0,2-7 0,-3 10-11,-1 1 0,0-1 0,0 0 1,1 1-1,-1-1 0,0 1 0,0-1 0,-1 0 1,1 1-1,0-1 0,-1 1 0,1-1 0,0 1 1,-1-1-1,0 1 0,1-1 0,-3-2 0,2 2 7,-1 1-1,0-1 0,0 0 1,0 1-1,0-1 1,0 1-1,0 0 0,0 0 1,0-1-1,-1 1 0,1 1 1,0-1-1,-1 0 1,1 1-1,-3-1 0,-8-1 19,0 1-1,0 0 0,-1 1 0,1 1 0,0 0 1,0 1-1,1 0 0,-1 1 0,0 0 0,1 1 1,-1 1-1,-12 6 0,8-3 44,1 1-1,-1 0 1,1 1-1,1 1 1,0 1-1,1 0 1,-26 28-1,37-35-41,-1-1 0,1 1 0,0-1-1,0 1 1,0 0 0,1 0 0,0 0-1,0 1 1,0-1 0,0 0 0,1 1 0,0-1-1,0 1 1,1 0 0,-1-1 0,2 10-1,-1-10-32,1-1 0,0 1-1,1-1 1,-1 0 0,1 0 0,0 0-1,0 0 1,0 0 0,0 0-1,1 0 1,0-1 0,-1 1 0,1-1-1,0 0 1,1 0 0,-1 0-1,1 0 1,-1-1 0,1 1 0,0-1-1,6 3 1,5 1-162,0 0 0,0-1-1,1-1 1,-1 0 0,1-1 0,0-1-1,19 1 1,114-8-760,-90-1 319,110-25 1,-133 22 449,-1-2 0,1-2 0,-2-1 0,38-21 0,-64 30 162,0 0 0,-1-1-1,1 0 1,-2 0 0,1-1 0,-1 1 0,11-16 0,-17 22 11,0-1 0,0 1-1,0-1 1,0 1 0,0-1 0,-1 1 0,1-1-1,0 1 1,0-1 0,0 1 0,-1-1 0,1 1-1,0-1 1,-1 1 0,1 0 0,0-1 0,-1 1-1,1 0 1,-1-1 0,1 1 0,0 0 0,-1-1-1,1 1 1,-1 0 0,1 0 0,-1 0 0,1-1-1,-1 1 1,-14-7 105,11 8-98,0-1 0,0 0-1,1 1 1,-1 0 0,0 0-1,1 0 1,-1 0 0,0 1-1,1-1 1,-1 1 0,1 0-1,-5 4 1,2-2-8,1 0 0,-1 0 1,1 1-1,0 0 0,0 0 0,-4 7 1,7-11-67,1 0 1,0 1-1,0 0 1,0-1-1,1 1 1,-1-1-1,0 1 1,0 0-1,1 0 1,-1-1-1,1 1 1,0 0-1,-1 0 1,1 0 0,0-1-1,0 1 1,0 0-1,0 0 1,0 0-1,1 0 1,-1-1-1,1 1 1,-1 0-1,1 0 1,-1-1-1,1 1 1,0 0-1,0-1 1,0 1-1,0-1 1,0 1-1,2 1 1,0-1-41,-1 0-1,1 0 1,0 0 0,-1-1-1,1 1 1,0-1 0,0 0 0,0 0-1,0 0 1,1 0 0,-1 0-1,0-1 1,0 1 0,0-1-1,1 0 1,-1 0 0,0 0 0,0 0-1,4-2 1,8-2 202,0-1 0,0 0 0,0-1 0,-1-1-1,0 0 1,0-1 0,-1-1 0,0 0 0,13-12 0,-24 20 65,0-2 88,1 1 1,0-1 0,0 1 0,0 0-1,0 1 1,1-1 0,-1 0-1,5 0 1,-8 2-214,1 0 1,0 0-1,0 1 0,0-1 1,-1 0-1,1 1 0,0-1 1,-1 0-1,1 1 0,0-1 1,-1 1-1,1 0 0,0-1 1,-1 1-1,1-1 0,-1 1 1,1 0-1,-1-1 0,0 1 1,1 0-1,-1 0 0,0-1 1,1 1-1,-1 1 0,5 19 192,-13 38 278,0-6-218,6-21-184,-5 65-2,7 123-1,2-195-175,0 6-144,-2 57 1,-11 53-253,10-126 417,-1 0-1,0-1 1,-1 1 0,-1 0 0,0-1-1,-1 0 1,-1 0 0,0 0 0,0 0-1,-14 19 1,17-29 44,0-1-1,0 1 1,-1 0-1,1-1 1,-1 0 0,1 0-1,-6 3 1,-2 3 54,9-34-83,4 11-6,1 0 0,0 1 0,1-1 0,1 1 0,0 0 1,1 0-1,13-22 0,63-83-1398,-55 83 630,61-76-2886,-25 41-2089,-9 15-2466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9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8 409 11613,'1'-1'240,"0"-1"0,-1 1 0,1-1 0,0 0 0,-1 0 0,1 1 0,-1-1 0,1 0 0,-1 0 0,0 0 0,0 1 0,0-1 0,0 0 0,0 0 0,0 0 0,-1-2 0,1 1 374,-2-12 3764,-4-6-2311,2 14-382,4 17 3932,7 63-6421,-5-37 22,-1-20 623,-1-12 60,4-5-89,6-2 169,-1-1 0,0 0 0,0 0 0,-1 0 1,1-1-1,-1-1 0,0 1 0,0-1 0,-1 0 0,1-1 0,-1 0 1,-1 0-1,11-15 0,35-37-657,-50 57 152,28-20-1347,-19 7 1398,-1 0 1,16-30-1,49-104-603,-54 112 891,-19 34 137,-3 2 44,0 0-1,1 1 1,-1-1-1,1 0 1,-1 0 0,1-1-1,-1 1 1,1 0-1,0 0 1,0 0-1,-1 0 1,1 0 0,0 0-1,0-2 1,-4-11-127,3 14 189,0-1 0,0 1-1,0 0 1,0 0 0,0 0 0,0 0 0,0 0 0,0 0 0,0 1 0,0-1 0,1 0 0,-1 0 0,0 1 0,0-1 0,0 0 0,-2 2-1,-9 2-2973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0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6 16349,'-14'-2'1036,"-13"-1"3336,21 8-427,-2 22-606,3 125 387,-5 18-3726,-15 150 0,-31 22 0,46-288 0,-5 27 0,-5 85 0,20-165 0,-1 0 0,1 1 0,0-1 0,0 0 0,0 1 0,0-1 0,0 0 0,1 1 0,-1-1 0,0 0 0,1 1 0,-1-1 0,1 0 0,-1 0 0,2 2 0,-1-2 0,1-1 0,0 0 0,-1 0 0,1 0 0,0 0 0,0 0 0,-1 0 0,1 0 0,0-1 0,-1 1 0,1-1 0,0 1 0,-1-1 0,1 1 0,-1-1 0,1 0 0,-1 0 0,3-2 0,30-19 0,-14 6 0,-1-1 0,31-35 0,3-5 0,2 5 0,140-124 0,-168 155 0,2 0 0,0 2 0,1 2 0,1 0 0,47-17 0,-67 30 0,0 1 0,0 0 0,0 0 0,0 1 0,1 1 0,-1 0 0,1 1 0,15 1 0,-20 0 0,0 0 0,0 0 0,0 1 0,0 0 0,-1 1 0,1-1 0,-1 1 0,0 0 0,0 1 0,0 0 0,0 0 0,0 0 0,-1 0 0,9 10 0,-1 2 0,-2 0 0,0 1 0,-1 0 0,-1 1 0,0 0 0,8 26 0,-7-19 0,1 0 0,18 30 0,-27-51 0,1 0 0,0 0 0,0 0 0,0 0 0,0 0 0,1-1 0,-1 1 0,1-1 0,0 0 0,0 0 0,0-1 0,9 5 0,-9-6 0,-1 0 0,1 0 0,0-1 0,0 1 0,-1-1 0,1 0 0,0 0 0,0 0 0,0-1 0,0 1 0,-1-1 0,1 0 0,0 0 0,-1 0 0,1 0 0,-1-1 0,6-3 0,4-2 0,-1 0 0,1-2 0,-2 0 0,1 0 0,-1-1 0,14-15 0,-2-3 0,31-48 0,91-170 0,-142 242 0,-1 0 0,1 1 0,0-1 0,0 1 0,1-1 0,-1 1 0,1 0 0,0 0 0,-1 1 0,1-1 0,6-2 0,-8 4 0,0 0 0,0 1 0,0-1 0,0 1 0,0-1 0,0 1 0,0-1 0,0 1 0,0 0 0,0 0 0,0 0 0,0 1 0,0-1 0,0 0 0,0 1 0,0-1 0,0 1 0,0 0 0,0-1 0,0 1 0,0 0 0,0 0 0,-1 0 0,1 1 0,0-1 0,2 2 0,48 54-247,-38-40 29,1 0 0,1-2 0,0 0-1,19 14 1,-29-25 168,1 0 0,-1-1 0,1 0 0,-1 0 0,1 0 0,0-1 0,0 0-1,0 0 1,0-1 0,0 0 0,1 0 0,-1-1 0,0 1 0,1-2 0,-1 1 0,11-3-1,-10 1 10,0 0-1,-1 0 0,1-1 0,-1 0 0,0 0 0,0-1 0,0 0 0,0 0 0,-1-1 0,0 1 0,0-1 0,0-1 0,0 1 1,-1-1-1,0 0 0,0-1 0,6-10 0,2-7 701,-1 0 1,-2 0-1,15-52 1,-25 76-657,0 0 1,0-1-1,0 1 1,0 0-1,0-1 1,0 1-1,0 0 1,0-1-1,0 1 1,0 0-1,0-1 1,1 1-1,-1 0 0,0-1 1,0 1-1,0 0 1,0-1-1,0 1 1,1 0-1,-1 0 1,0-1-1,0 1 1,0 0-1,1 0 1,-1-1-1,0 1 0,0 0 1,1 0-1,-1 0 1,0-1-1,1 1 1,-1 0-1,0 0 1,1 0-1,-1 0 1,0 0-1,1 0 1,-1 0-1,5 14 92,-3 28-19,-6 2-76,-2-1 0,-13 49 0,0 3 0,9-36 0,-58 295 0,58-321-52,-1-1 0,-1 0 0,-2-1 1,-1 0-1,-1-1 0,-2-1 0,-1-1 0,-1 0 0,-39 40 0,56-65 74,0-1 0,0 0-1,0 0 1,0 0 0,0 0-1,0-1 1,0 1 0,-1-1 0,-4 2-1,-2 0 50,9-3-66,1 0 0,-1 0-1,1 0 1,-1 0 0,1 0-1,0-1 1,-1 1 0,1 0-1,-1 0 1,1-1 0,0 1-1,-1 0 1,1-1 0,0 1-1,-1 0 1,1-1 0,0 1-1,0 0 1,-1-1 0,1 1-1,0-1 1,0 1 0,0-1-1,0 1 1,0 0 0,-1-1-1,1 1 1,0-1 0,0 1-1,0-1 1,0 1-1,0-1 1,0 1 0,1-1-1,-1 1-1,0-4 2,0 0 0,0 0 1,1 0-1,0 0 1,0 0-1,0 1 1,0-1-1,1 0 0,-1 1 1,1-1-1,0 1 1,3-5-1,35-44-37,-15 20-45,20-29-820,3 1 0,68-64-1,291-263-7320,-313 286 5672,61-87-1506,-58 62 3405,-79 99 1112,13-17 6583,-32 45-6782,-1-1 0,0 0 0,0 1 0,1 0 0,-1-1 0,0 1 0,1 0 0,-1 0 0,1 0 0,-1 0 0,1 0-1,0 0 1,-1 1 0,1-1 0,0 0 0,0 1 0,-2 1 0,-14 25 1264,4 3-410,1 0 0,-10 43 1,-5 13-53,-11 16-1068,-49 159 0,66-178-76,8-38-279,1 1 0,3 1 0,2 0 0,-1 49 0,8-84-378,3 36-3160,-3-47 3500,1 0 0,0 1 0,0-1 0,0 0 0,0 1 0,0-1 0,0 0 0,1 0 0,-1 0 0,1 0 0,-1 0 0,1 0 0,0 0 0,0-1 0,0 1 0,3 2 0,17 9-5059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0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15 12297,'-2'-1'2292,"-25"-11"2007,24 10-2629,7 2-286,5 1-1000,1 1 1,0-1-1,-1 1 0,1 1 1,-1 0-1,0 0 1,0 1-1,9 5 0,4 3-174,0 0-1,25 21 1,-41-29-266,-1 1 1,1 0-1,-1 1 1,0-1-1,-1 1 1,1 0 0,-1 0-1,0 1 1,-1-1-1,1 1 1,-1 0-1,-1-1 1,4 14-1,-4-15 25,-2 1 0,1-1-1,0 0 1,-1 1-1,0-1 1,0 1 0,-1-1-1,0 1 1,0-1-1,0 0 1,0 0 0,-1 1-1,0-1 1,0 0 0,0 0-1,-1 0 1,1-1-1,-1 1 1,-6 6 0,-11 9-84,0-2 0,-1-1 0,-1-1 0,-1 0 0,-47 23 0,38-21-241,-13 2-1366,2-9-3331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1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41 13057,'0'0'2934,"-2"0"45,-30 0 2531,28 4-2605,5 14-1778,-1-18-873,1 18 298,1-1-1,1 0 1,1 0-1,1-1 1,0 1-1,1-1 1,15 29-1,-14-31-712,2-1 1,0 0-1,0-1 0,1 0 0,1 0 0,0-1 1,0 0-1,1-1 0,0-1 0,1 0 0,0 0 1,1-1-1,0-1 0,15 6 0,1-2-600,0-1-1,1-2 1,0-1 0,49 5-1,-71-12 707,0 0 1,0 0-1,0-1 0,0-1 1,0 1-1,0-1 0,0-1 1,-1 0-1,1 0 0,-1 0 1,0-1-1,1-1 0,13-9 1,-20 12 98,-1 0 0,1 0 0,0 0 0,0 0 0,-1 0 0,1-1 0,-1 1 0,0 0 1,0-1-1,0 1 0,0-1 0,0 0 0,0 1 0,-1-1 0,1 0 0,-1 1 0,0-1 0,0 0 0,0 0 1,0-4-1,-1-6 153,-1-1 0,-5-22 0,0 9-4,-2 0-1,0 1 1,-2 0-1,-14-24 1,22 42-368,0 0 0,0-1 0,1 1 0,0 0-1,0-1 1,1 1 0,0-1 0,1-9 0,-3-14-2902,3 29-223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1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0 15429,'-5'6'498,"2"-4"-205,1 0 0,0 0 0,0 0 0,0 1 1,0-1-1,0 1 0,0-1 0,1 1 0,-1 0 0,1 0 1,0 0-1,0 0 0,0 0 0,0 0 0,1 0 1,-1 0-1,1 0 0,-1 0 0,1 0 0,0 4 0,0 23 805,-1 0 0,-1 0 1,-10 41-1,-29 93 3901,14-62-3707,8-12-1292,-11 148 0,29-198-4256,7 21-9059,-3-46 1103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23 158 15045,'-23'-20'9619,"46"29"-7863,-4-3-1527,0 0 0,1-2 0,-1 0 0,1-2 0,30 1-1,105-8-475,-112 2 59,15 0-371,115-23 0,-151 21 519,-1 0 0,0-2-1,-1-1 1,0 0 0,0-2 0,-1 0 0,0-1 0,25-20-1,-42 29 99,0 0-1,0 1 0,0-1 0,-1 0 0,1-1 0,0 1 0,-1 0 1,0 0-1,0 0 0,1-1 0,0-3 0,1-2 77,-2 6 298,-4 6-305,-5 9-99,1 1-1,0 1 0,1-1 1,0 1-1,1 0 1,1 1-1,1-1 0,-4 28 1,3 0-404,2-1 1,4 45 0,10 28-1166,-12-115 1534,1 1-1,0 0 1,-1-1 0,1 1-1,-1-1 1,1 1 0,0 0-1,0-1 1,-1 0 0,1 1-1,0-1 1,0 0 0,-1 1-1,1-1 1,0 0 0,0 0-1,0 1 1,0-1 0,0 0-1,-1 0 1,1 0 0,0 0-1,0 0 1,1-1 0,0 1-13,3 0 31,1-2 0,-1 1-1,1 0 1,-1-1 0,1 0 0,-1-1-1,0 1 1,0-1 0,0 0-1,0 0 1,0 0 0,-1-1 0,6-5-1,12-7 190,-15 10-98,18-11 339,-1 1 0,2 1 0,28-12 0,-46 24-366,0 0 0,0 0 0,-1 1-1,1 0 1,1 1 0,-1 0 0,0 0 0,0 0 0,0 1-1,0 1 1,1-1 0,-1 1 0,0 1 0,0-1-1,14 6 1,23 13 160,0 2-1,58 40 0,19 10-55,-92-57-262,1-1-1,0-2 1,64 17 0,-79-25-75,1-1 1,-1-1-1,1 0 1,0-1-1,-1-1 1,1-1-1,0 0 1,-1-1 0,31-8-1,-39 7 117,-1-1 0,1 0 0,-1 0 0,0-1 0,0 0 0,0-1 0,-1 1 0,0-1-1,0 0 1,-1-1 0,1 1 0,4-9 0,-6 9 88,-1 0 0,-1 1-1,1-1 1,-1 0 0,0 0-1,-1 0 1,1-1 0,-1 1 0,0 0-1,-1-1 1,0 1 0,0 0 0,0-1-1,-1-7 1,-2-4 362,-1 0-1,-1 0 1,-9-25 0,-11-41 1532,24 82-1548,-15 16 109,13-12-420,-1 2-36,1 0 0,-1 1-1,1-1 1,0 1 0,0-1 0,1 1 0,-1 0 0,1 0 0,0 0-1,0 0 1,1 1 0,-1-1 0,1 0 0,1 1 0,-1 5 0,-1 14 96,2 47 0,0-72-141,1 13-76,0-1-1,0 1 1,1-1-1,1 1 0,0-1 1,1 0-1,10 23 1,-13-32-3,1 0 0,0 0 1,0 0-1,0 0 0,1 0 1,-1 0-1,1-1 0,0 1 1,-1-1-1,1 1 0,0-1 0,0 0 1,0 0-1,1-1 0,-1 1 1,0-1-1,1 1 0,-1-1 1,1 0-1,-1 0 0,1-1 1,0 1-1,-1-1 0,1 0 1,0 0-1,-1 0 0,1 0 1,0 0-1,-1-1 0,1 0 1,5-1-1,8-4-71,1 0 0,-1-1 0,0-1 0,-1 0 0,24-17 0,76-62-227,-80 57 278,19-16 33,-38 30 154,1 0 0,1 1-1,1 1 1,0 1 0,43-21 0,-58 32-69,1 1 0,-1 0 0,0 0 0,1 0 0,-1 1 0,1 0 0,-1 0 0,1 0 0,-1 1 0,0 0 0,1 0 0,-1 0 0,0 1 0,0-1 0,0 1 0,0 0 0,0 1 0,0-1 0,0 1 1,-1 0-1,0 1 0,1-1 0,3 4 0,12 12 80,0 1 0,-1 1 0,20 27 1,-30-37-68,21 27 75,40 68-1,-63-95-98,-1 1-1,-1 0 1,0 0-1,0 1 1,-1-1-1,0 1 1,-2 0-1,1 0 1,-1 0-1,-1 0 1,0 14-1,-3-17 5,0-1 0,0 0 0,-1 1-1,0-1 1,-1 0 0,0-1 0,-5 10 0,2-3 3,5-12-50,16-24-779,22-23-87,64-63 1,-19 23 562,94-89 3154,-174 172-2764,-1 0 0,1 1 1,0-1-1,0 0 0,0 0 1,0 0-1,0 1 0,0-1 1,0 1-1,0-1 0,0 1 1,0-1-1,0 1 0,0-1 1,0 1-1,1 0 0,-1 0 1,0 0-1,0 0 0,0-1 1,0 2-1,1-1 0,-1 0 0,0 0 1,0 0-1,0 0 0,0 1 1,1-1-1,-1 0 0,0 1 1,0-1-1,0 1 0,0 0 1,0-1-1,0 1 0,0 0 1,0 0-1,-1-1 0,1 1 1,0 0-1,0 0 0,0 0 1,-1 0-1,2 2 0,-1 0-30,0-1-1,0 1 1,0-1-1,0 1 1,0 0-1,-1 0 1,1 0-1,-1-1 1,0 1-1,0 0 1,0 0-1,0 0 1,0 0-1,-1 0 1,1-1-1,-1 1 1,-1 5-1,-2 11-14,-10 65-135,-1-29-1690,5-10-3106,7-20 1186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1 209 6949,'57'-83'1976,"-45"60"-92,11 3-296,-4 0-128,0-3 580,-10 9-1656,4 0-2004,0 2-24,-4 26-8389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7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0 239 9413,'1'-2'435,"-1"0"1,0 0-1,1 0 0,0 0 1,-1 0-1,1 0 0,0 1 1,0-1-1,0 0 1,0 1-1,0-1 0,1 1 1,-1-1-1,0 1 0,1-1 1,-1 1-1,1 0 1,-1 0-1,1 0 0,0 0 1,1-1-1,7-4-393,-7 3 407,0 0 0,0-1-1,0 1 1,0-1 0,-1 1 0,0-1 0,1 0 0,-1 0-1,0 0 1,2-8 0,4-6 948,1 1-183,0 1 0,21-28 0,-26 39-968,1 0 1,-1 0-1,1 1 0,-1-1 0,1 1 0,1 0 1,-1 0-1,0 0 0,1 1 0,0 0 0,11-4 1,-15 6-231,0 1 0,1 0 0,-1-1 0,0 1 0,0 0 0,1 0 0,-1 1 0,0-1 1,0 0-1,1 1 0,-1-1 0,0 1 0,0 0 0,0 0 0,0 0 0,0 0 0,0 0 1,0 0-1,0 0 0,0 1 0,0-1 0,-1 1 0,1-1 0,-1 1 0,1 0 0,-1-1 1,1 1-1,-1 0 0,0 0 0,1 3 0,4 6 44,-1 0 0,-1 0 0,0 1 0,3 13 0,-5-18-56,3 12-235,-1 2-1,-1-1 1,0 0-1,-1 1 1,-3 38-1,0-50 68,0 1 0,0 0 0,-1 0 0,-1 0 0,0-1 0,0 1 0,-1-1 0,0 0 0,0 0 0,-1 0 0,0-1 0,-1 0 0,-13 15 0,-9-4-4472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83 12305,'-6'-26'7241,"-13"24"-5541,0-1 612,9-9-3340,0 4-688,4-7-896,0-2-2817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2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184 0 25308,'0'16076'0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4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300 286 6441,'14'-1'98,"-3"1"2225,-30 7 12029,-6-23-11932,22 15-2531,-1-1 262,1 0 0,-1 0 0,0-1 0,1 1 1,-1-1-1,1 0 0,0 0 0,0 0 0,-3-4 0,5 6-139,-1-1-43,1 1 36,0-1 1,0 1-1,0-1 1,0 0 0,0 1-1,1-1 1,-1 0-1,0 0 1,1 1-1,-1-1 1,1 0 0,0 0-1,0 0 1,0-3-1,-2-27 25,2 32-36,0-3 15,9-2-323,-8 5 316,0 0 1,-1 0-1,1 0 0,0 0 0,-1-1 0,1 1 1,0 0-1,0 0 0,-1-1 0,1 1 0,0 0 1,-1-1-1,1 1 0,-1-1 0,1 1 0,-1-1 0,1 1 1,-1-1-1,1 1 0,-1-1 0,1 0 0,-1 1 1,1-1-1,-1 0 0,0 1 0,1-2 0,-3-14 14,1 1 0,0-1 0,1 1 0,4-29 0,-4 41 14,1 0 38,4-25 74,-4 25-47,2-11 29,-4 11 224,-4 7-99,-13 17 37,-18 34 88,-110 254 663,135-282-1013,1 1 0,1 1-1,2-1 1,0 1 0,2 1 0,-1 42-1,6-59-57,0-1 0,1 0 1,1 0-1,0 0 0,1 0 0,0 0 0,9 22 0,-8-26-28,0 0-1,1-1 1,-1 1 0,2-1 0,-1 0-1,1 0 1,0-1 0,1 0 0,-1 0-1,1 0 1,0-1 0,8 5 0,-5-4-83,1 0 1,-1-1 0,1 0-1,0-1 1,1 0 0,-1-1-1,0 0 1,1-1 0,0 0-1,21 0 1,77 0-711,-92-2 759,0-2 0,0-1 0,-1 0 0,1-1 0,-1-1 0,30-12 0,-11 0-34,51-34 0,-58 33 108,161-106 2541,-187 122-2433,1 0 0,-1 0 0,0 1 0,1-1 0,-1 1-1,1 0 1,0 0 0,-1 0 0,1 0 0,0 1 0,0 0 0,-1-1 0,1 1-1,0 1 1,7 0 0,-5 1-5,-1-1 0,1 1 0,-1 1 1,0-1-1,1 1 0,-1 0 0,-1 0 0,1 0 0,6 6 0,6 8 63,-1 0 0,-1 0 0,-1 2 0,14 22 0,-21-30-88,69 88 248,-35-49-530,-35-42 117,2 0-1,-1 0 0,1-1 1,11 9-1,-16-14 23,-2-4 74,0 1-1,1-1 0,-1 1 0,0 0 1,1-1-1,-1 1 0,1 0 0,-1 0 1,1 0-1,2-2 0,4-2-18,-4-2-4,0 1 1,-1-1-1,-1 0 1,1 0-1,-1-1 0,0 1 1,1-10-1,2-5-37,2-29-56,-7 45 30,0-1 0,1 1 0,-1-1 0,2 1 1,-1 0-1,1 0 0,-1 0 0,2 0 0,4-10 0,7-12-3015,-16 26 2014,-7-8-522,-10-8-2639,4 9-1910,-3 5-3239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63 7573,'3'-5'293,"-3"4"-194,1 1 0,0-1 0,-1 0 0,1 1 0,0-1 0,-1 0 0,1 0 0,-1 1 0,1-1-1,-1 0 1,0 0 0,1 0 0,-1 0 0,0 0 0,1 0 0,-1 0 0,0 0 0,0 1 0,0-1 0,0 0 0,0 0 0,0 0 0,0 0 0,0 0 0,-1 0 0,1 0-1,0 0 1,0 0 0,-1 0 0,1 0 0,0 1 0,-1-1 0,1 0 0,-2-1 0,2-16 2687,0 10 1630,-6 21-2582,-9 26-764,-15 61 0,4-11-250,-161 397 1083,180-471-1863,-78 178 315,66-145-233,3 1 0,-12 54 0,27-96-109,-1 0 0,1 0 0,0 0 0,1 0 0,0 1 0,0-1 0,0 0 0,1 0 0,0 0 0,1 0 0,-1 0 0,1 0 0,1-1-1,-1 1 1,1-1 0,0 1 0,1-1 0,-1 0 0,1 0 0,1 0 0,-1-1 0,1 1 0,0-1 0,0 0 0,0-1 0,1 1 0,-1-1 0,1 0 0,0 0 0,1-1 0,11 5 0,10 4-63,1-2-1,1-1 1,0-1 0,0-2 0,0 0 0,32 0-1,9-3-490,108-9 0,-121 1 216,0-2 0,-1-3-1,-1-2 1,0-3-1,100-41 1,-124 41 229,0-1 0,0-2 1,-2-1-1,-1-1 0,0-2 0,-1-1 0,-2-1 0,0-1 1,-2-1-1,35-48 0,-50 61 427,0-1-1,-2 1 1,1-1-1,-2-1 1,0 0-1,5-19 1,-18 87 722,2 0-1,3 76 1,2-98-816,1-11-183,1 0 0,1 0 0,0 0 0,2 0 0,0 0 0,1-1 0,1 0 0,1 0 0,1-1 0,0 0 0,19 26 0,-22-37-48,0 0 0,0 0-1,1 0 1,0-1 0,1 0 0,-1 0 0,1-1 0,17 9 0,-20-11-5,0-1 0,0 0-1,0 0 1,1 0 0,-1 0-1,1-1 1,-1 0 0,1 0-1,-1-1 1,1 1 0,0-1-1,-1 0 1,1-1 0,0 1 0,-1-1-1,8-2 1,-11 2 0,1 0 0,-1 0 1,0 0-1,1 0 0,-1-1 1,0 1-1,0-1 0,0 1 0,0-1 1,0 0-1,0 0 0,-1 0 0,1 0 1,-1 0-1,1 0 0,-1 0 1,0-1-1,1 1 0,0-4 0,-1 2-1,0-1 0,0 1 0,-1-1 0,0 1 0,1-1 0,-1 1 0,-1-1-1,1 0 1,-1 1 0,-1-6 0,-3-6-3,0 1 0,-1 0 0,-1 1 0,0-1 1,-12-17-1,-5 0-7,-2 2 1,0 1 0,-2 1-1,-1 2 1,-53-39 0,52 45-754,0 1 1,-2 1-1,0 1 1,-56-19-1,42 23-4191,23 10-1651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5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511 84 13637,'-2'-15'827,"2"13"-649,0-1 1,0 1-1,0-1 0,-1 1 1,1-1-1,-1 1 0,1-1 1,-1 1-1,0-1 1,0 1-1,0 0 0,0 0 1,0-1-1,-1 1 0,1 0 1,0 0-1,-1 0 0,0 0 1,0 1-1,1-1 0,-1 0 1,0 1-1,0-1 0,0 1 1,-4-2-1,-6-2 1263,10 4-1172,-1 0-1,1 0 1,0 0 0,-1 0 0,1 0 0,-1 1 0,1-1 0,-1 1 0,1 0-1,-1-1 1,1 1 0,-1 0 0,1 0 0,-1 1 0,1-1 0,-1 1 0,1-1-1,-1 1 1,1 0 0,-1 0 0,1 0 0,-3 1 0,-7 8 0,1 0-1,0 0 1,1 1 0,0 1 0,0 0 0,2 0 0,-12 21 0,-44 99-57,55-110-526,2 0 0,1 0-1,1 1 1,0-1 0,2 1-1,1 1 1,0-1-1,2 0 1,4 31 0,-4-52 315,0 0 0,1 0 0,-1 0 0,1 0 0,0 0 0,0 0 0,0 0 0,0 0 0,0 0 0,0 0 0,0-1 0,1 1 0,-1 0 0,1-1 0,-1 1 0,1-1 0,0 0-1,-1 1 1,1-1 0,0 0 0,0 0 0,0 0 0,0 0 0,0-1 0,0 1 0,2 0 0,7 2 35,1-2-1,-1 1 0,0-1 1,13-1-1,26 4 46,-42-2-90,-1 1 0,1 0-1,-1 1 1,1 0 0,-1 0-1,0 1 1,-1 0 0,1 0-1,-1 0 1,0 1 0,0 0 0,-1 0-1,0 1 1,0-1 0,0 1-1,-1 0 1,7 14 0,-6-8-23,0 0 0,0 0 0,-1 0 1,-1 0-1,0 1 0,0-1 1,-2 1-1,0 0 0,-1 27 1,-2-21-61,-2 0 1,0 0-1,-1 0 1,0-1-1,-2 0 1,0 0 0,-2-1-1,0 0 1,-1 0-1,0-1 1,-1 0-1,-1-1 1,-1 0-1,-1-1 1,0-1 0,0 0-1,-2 0 1,-26 16-1,19-13 173,-1-1 0,0-1 1,-1-2-1,-1 0 0,-32 11 0,51-23 72,1 1 0,-1-1 1,0 0-1,1 0 0,-1-1 1,0 1-1,1-2 0,-10 0 0,12 0-71,1 1 0,-1-1-1,1 0 1,0 0-1,0 0 1,0 0 0,-1-1-1,1 1 1,0-1-1,1 0 1,-1 0 0,0 0-1,0 0 1,1-1-1,0 1 1,-1-1 0,-2-3-1,4 3-35,0 0-1,0 0 0,0 0 1,1 0-1,-1 0 0,1-1 1,-1 1-1,1 0 0,0 0 1,1 0-1,-1-1 0,0 1 1,1 0-1,0 0 0,-1 0 1,1 0-1,1 0 0,-1 0 1,0 0-1,1 0 0,2-3 1,2-5 31,1 0 0,0 1 1,1-1-1,13-12 0,15-10 21,1 2 0,1 1 0,2 2 0,1 2 0,1 1 0,86-35 0,-100 49-81,0 1 0,0 1 0,1 2 0,0 1 0,38-4-1,-57 9-27,0 1-1,0 0 0,1 0 0,-1 0 0,0 2 0,0-1 0,0 1 0,0 1 0,0 0 0,-1 0 0,1 1 0,-1 0 0,0 0 0,0 1 0,0 0 0,-1 1 0,1 0 0,12 13 0,-14-11-258,2 0-478,-2 1-1,1 0 1,-1 1-1,8 13 1,-13-18-697,0 0 0,0 0 0,0 1 1,0-1-1,-1 1 0,0-1 0,1 8 0,-2 7-9287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 5717,'9'-9'1156,"1"18"-504,5-1-436,-5 7-648,9 13-1693,-3 1-75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0 194 9165,'19'-14'2330,"-19"13"-2278,0 1 0,0 0 0,0 0 0,1 0 0,-1 0 0,0 0 0,0 0-1,0 0 1,0-1 0,1 1 0,-1 0 0,0 0 0,0 0 0,0 0 0,0 0 0,0-1 0,0 1 0,0 0 0,1 0-1,-1 0 1,0-1 0,0 1 0,0 0 0,0 0 0,0 0 0,0-1 0,0 1 0,0 0 0,0 0 0,0 0 0,0-1 0,0 1-1,0 0 1,0 0 0,0-1 0,0 1 0,0 0 0,-1 0 0,1-1 0,-1-2 262,0-1 0,0 1 1,0-1-1,1 0 0,-1 1 0,1-1 1,0 0-1,0 1 0,0-1 0,1 0 1,-1 0-1,1 1 0,0-1 0,0 1 1,0-1-1,0 1 0,1-1 0,-1 1 1,1 0-1,0-1 0,0 1 0,0 0 1,5-4-1,2-2-56,1 1 1,0 0-1,0 0 0,1 1 1,0 1-1,0 0 1,0 0-1,1 1 0,0 1 1,0 0-1,0 0 0,1 2 1,-1-1-1,1 1 1,-1 1-1,15 0 0,-16 1-164,0 1-1,0-1 0,0 2 0,0 0 1,0 0-1,0 1 0,0 0 0,0 1 1,-1 0-1,0 1 0,0 0 1,0 0-1,-1 1 0,1 1 0,-1-1 1,-1 2-1,1-1 0,11 15 0,-15-15-59,-1 0-1,-1 0 0,1 0 0,-1 1 0,0-1 0,-1 1 0,0 0 0,0-1 1,-1 1-1,0 0 0,0 0 0,-1 0 0,1 0 0,-2 0 0,0 0 0,0 0 0,0 0 1,-1 0-1,-2 8 0,-1 0-406,-1 1 1,0-1 0,-1 0-1,0 0 1,-2-1-1,0 0 1,-19 25 0,14-25-1136,0-1 0,-19 15 0,2-3-6710,18-13-1018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8229,'29'-17'2356,"-23"28"-468,-2 7-128,8 13-208,-5 3-163,-1 9-261,0 9-284,1 8-180,-4 2-140,3 7-64,-6 2-204,0-2-412,0-3-340,-3-6-544,0-3-648,-4-3-565,1-5-2227,0-1-3473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 9997,'3'-2'306,"-1"0"1,1 0-1,0 0 1,0 1-1,1-1 1,-1 1-1,0-1 0,0 1 1,1 0-1,-1 1 1,1-1-1,-1 1 1,1-1-1,-1 1 0,4 0 1,65 4 2725,-38-1-2175,40 1 628,0 4 0,105 23 0,-155-26-1381,-1 2-1,0 0 0,-1 2 1,0 0-1,0 2 0,24 15 1,-27-13-1933,28 25 1,-46-37 1524,0 0 0,-1-1 0,1 1 0,-1 0 0,1-1 0,-1 1 0,1 0 0,-1 0 0,1 0 0,-1-1 0,0 1 0,1 0 0,-1 0 0,0 0 0,0 0 0,0 0 0,0 0 0,0 0 0,0-1 0,0 2 0,0 3-1676,6 15-6983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 8385,'3'-37'1016,"16"37"-468,4 2-492,-14 13-7077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5 15109,'-3'-1'436,"0"0"0,0 1 0,0-1 0,0 0 0,-1 1 0,1 0 0,0 0 0,0 0-1,0 0 1,0 0 0,0 0 0,0 1 0,0 0 0,-4 1 0,4-1 79,0 1 1,1 1 0,-1-1-1,0 0 1,1 1 0,-1-1-1,1 1 1,0 0 0,-1-1-1,1 1 1,1 0 0,-3 5-1,-6 12-125,1 0-1,1 1 1,1 0-1,0 0 1,2 1-1,-3 22 1,2 6 454,1 77 1,5-114-1163,0 1-1,1-1 1,1 0-1,0 0 1,1 0 0,0 0-1,1 0 1,1-1 0,0 0-1,0 0 1,1 0-1,1 0 1,0-1 0,1 0-1,0-1 1,0 1-1,1-2 1,0 1 0,1-1-1,0-1 1,1 0 0,-1 0-1,2-1 1,-1 0-1,1-1 1,0 0 0,0-1-1,0-1 1,1 1 0,0-2-1,13 2 1,4 0-4697,46 2-1,-17-4-4548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9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76 187 11853,'35'-107'3492,"-11"31"2672,-23 73-3442,-8 24-584,-4 19-1080,-8 60 0,6-26-538,-7 19-47,-31 176 360,44-211-696,1 0 0,5 97-1,2-141-154,0 0-1,1-1 1,1 1-1,0 0 0,1-1 1,0 0-1,7 14 0,-9-23-1,0 0 0,0 0 0,1 0 0,-1 0-1,1 0 1,0 0 0,0-1 0,1 1 0,-1-1-1,1 0 1,0 0 0,-1 0 0,1 0 0,0-1-1,1 0 1,-1 0 0,0 0 0,1 0 0,-1-1-1,1 1 1,0-1 0,-1 0 0,1-1 0,8 1-1,7-1-7,-1-2 0,0 0-1,-1-1 1,1-1-1,21-8 1,88-39-77,9-3 27,-119 49 64,0 0 0,0 1 0,0 1 0,1 1 0,35 0 0,-29 5-28,-1 1 1,44 13-1,24 5-731,-82-20 531,0-1 1,-1 0-1,1-1 0,0 0 0,0-1 1,17-2-1,-11-2-56,0 0 0,-1-1 0,0-1 0,23-13 1,-28 13 216,1 1 1,-1 0-1,1 1 1,1 1-1,-1-1 1,1 2-1,-1-1 1,1 2 0,0 0-1,12-1 1,161-10-3622,-155 9 2059,1 1 1,-1 2-1,1 1 1,0 1-1,37 7 0,-48-5-1714,-1 0-1410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8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21 7717,'3'-4'1034,"13"-12"7528,-14 20-7081,0 4-1012,0-1-1,-1 0 0,0 1 1,0-1-1,-1 1 0,0-1 1,-1 15-1,-12 61 2009,3-26-1317,-13 112 922,0-12-1440,-3 196 1,26-292-1847,-2-7-281,8 63 0,-3-97 31,0-1 0,8 25 0,-6-31-232,-1-1 1,2 1-1,0-1 0,9 14 0,9 6-7910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8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1 146 9781,'28'-49'1712,"-18"26"-208,-4 3-164,7 6-172,0 3-235,-1-1-165,7 4-184,3 5-108,4-3-204,2 9-284,20 3-572,-13 8-544,6 6-325,-22-9-763,13 12-1600,9 20-2529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8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63 7537,'0'0'5932,"12"-6"-5116,4 1-164,16 2-228,25-3-504,-9 0-488,-1 1-212,1-10-572,9 7-2316,0-1-2261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8317,'0'0'1953,"-1"4"-267,-3 9-561,-1-1-504,1 0 0,1 0-1,0 0 1,1 0-1,0 0 1,1 0 0,0 1-1,2 22 1,3-15-635,0 0 0,2 0 0,0 0 0,1-1 0,1 0 0,1 0 0,0-1 0,2 0 0,0-1 0,1 0 0,0-1 0,2 0 0,0-1 0,0 0 0,19 13 0,-29-25-24,0 0 0,0-1 0,0 1 0,0-1 0,1 0 0,-1 0 0,1-1 0,-1 1 0,1-1 0,0 0-1,-1 0 1,1-1 0,0 1 0,0-1 0,-1 0 0,1-1 0,0 1 0,0-1 0,-1 0 0,1 0 0,0 0 0,-1 0 0,1-1 0,-1 0 0,0 0 0,1 0 0,6-6 0,-2 2 314,0-1 0,-1 0 1,0-1-1,-1 1 1,1-2-1,-1 1 1,-1-1-1,0 0 0,0 0 1,-1-1-1,6-14 1,4-1 1408,-8 18-893,-7 19-763,-1-2-163,0 0-1,1-1 1,0 1 0,1 0 0,0-1 0,1 1 0,0-1-1,0 1 1,6 14 0,8 39-9289,-15-37-29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7765,'0'0'1789,"3"0"-129,-2 0-1463,1 0 1,-1 1-1,1-1 0,-1 0 0,1 1 0,-1-1 0,1 1 0,-1 0 0,1-1 0,-1 1 0,1 0 0,-1 0 1,0 0-1,0 0 0,1 0 0,-1 0 0,0 0 0,0 0 0,0 0 0,0 1 0,0-1 0,0 0 1,-1 1-1,2 1 0,-1 2 75,0-1 1,-1 1-1,0 0 1,1 0-1,-1-1 1,-1 1-1,1 0 1,-2 6-1,-24 214 1557,14-182-1651,10-38-165,1-2 146,26-30-11,7-18-116,-3 4 59,46-49 0,-69 83-39,0 1 36,-1 0 0,1 0 0,1 1 0,-1-1 0,1 1 0,13-7-1,-17 11-63,-1 0-1,0 0 0,1 1 0,-1-1 1,1 1-1,0 0 0,-1-1 0,1 1 1,-1 1-1,1-1 0,-1 0 0,1 0 1,-1 1-1,1 0 0,-1-1 0,1 1 1,-1 0-1,1 0 0,-1 0 0,0 1 1,0-1-1,0 1 0,0-1 0,0 1 1,0-1-1,0 1 0,3 4 0,4 4 40,0 1 0,0 0 0,-1 1 0,-1 0 0,12 25-1,25 75-1246,-30-71-475,-2-4-618,10 22-5237,-5-29 302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 9089,'0'0'1978,"-2"2"-176,-8 8-1274,0 2 1,1-1-1,1 1 1,0 1 0,1-1-1,0 1 1,1 0 0,0 1-1,1 0 1,0 0 0,2 0-1,-1 0 1,2 1-1,-1 15 1,-1 8-396,2-1 0,2 1 1,2 0-1,8 51 0,-6-71-544,0 1 0,1-2 1,1 1-1,0 0 0,2-1 0,0-1 1,0 1-1,2-1 0,19 25 0,-19-29-452,0 0-1,1-1 1,1 0-1,-1-1 1,1-1-1,1 0 1,0 0-1,0-1 1,1-1-1,0 0 1,26 8-1,-22-11-3146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8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46 6389,'-3'-3'291,"1"1"-64,1 0 0,-1 1 1,1-1-1,-1 0 0,1 0 0,0 0 1,0 0-1,0 0 0,0 0 0,0 0 1,0 0-1,1 0 0,-1 0 0,1-1 1,-1 1-1,1 0 0,0-7 4777,2 14-3626,8 50 1058,7 107 0,5 36-1482,-12-150-1157,8 42-1479,-4-28-2532,-13-58 3570,-1 0 1,1-1-1,-1 1 1,1 0 0,-1-1-1,0 1 1,0 0-1,-1 0 1,1-1 0,-2 7-1,-2 9-5946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0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 7033,'51'-9'4219,"-22"3"-1920,56-3 0,-75 9-2066,0 1 0,0-1 0,0 2 0,0-1-1,0 1 1,-1 1 0,1 0 0,0 0 0,13 7-1,-17-7-151,0 0 0,-1 1 0,0-1 1,0 1-1,0 0 0,0 0 0,0 1 0,-1-1 0,0 1 0,0 0 0,0 0 0,-1 0 0,1 1 0,-1-1 0,0 1 0,-1 0 0,4 11 0,-2 0-295,0 1 0,-1 0 0,-1 0 1,0 27-1,-3-28-1573,0 0 1,-5 25 0,-1-23-2312,0-2-2029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0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5248,'-2'10'416,"1"-1"0,0 1-1,1 0 1,0-1-1,0 1 1,4 15-1,-4-21-68,0 1-1,-1 0 1,1-1-1,-1 1 1,0 0-1,0-1 1,-3 9-1,-3 25 1570,6-29-1642,2-1-1,-1 1 0,1 0 1,0-1-1,1 1 0,0-1 1,0 1-1,1-1 0,0 0 1,1 0-1,-1 0 0,2-1 1,-1 1-1,1-1 1,0 0-1,10 11 0,31 27 2204,-44-44-1059,5-12-724,-6 10-670,-1-1 0,1 1 0,-1 0 0,1-1 0,-1 1 0,0 0 0,0-1 0,0 1 0,0 0 0,0-1-1,0 1 1,0-1 0,0 1 0,0 0 0,-1-1 0,1 1 0,0 0 0,-1-1 0,0-1 0,-18-33 178,6 9-5,2 6-74,1 1 0,-2 0 0,-17-21 0,17 25-902,0-1-1,2 0 1,0 0 0,-14-34 0,21 40-1320,3 8-806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0.8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 10333,'-1'0'226,"1"0"1,-1 0-1,1 0 1,-1 1 0,1-1-1,-1 0 1,1 0-1,0 0 1,-1 1-1,1-1 1,-1 0-1,1 1 1,-1-1-1,1 0 1,0 1-1,-1-1 1,1 1-1,0-1 1,0 0-1,-1 1 1,1-1-1,0 1 1,0-1-1,-1 1 1,1-1-1,0 1 1,0-1-1,0 1 1,0-1-1,0 1 1,0-1-1,0 1 1,0-1-1,0 1 1,0-1-1,0 1 1,0-1-1,0 1 1,1 0-1,13 22 1026,2 5-783,-9-4-409,-2 1 0,0 1 0,-2-1 0,0 1 0,-3 42 0,3-30-128,-3-34 295,4-5-193,-1 0 1,0-1-1,0 1 1,0-1 0,0 1-1,0-1 1,-1 0 0,5-4-1,-3 3 10,11-10 51,-1 0 1,0-2-1,-1 1 0,16-26 0,-14 20 109,0 1-1,28-27 0,-41 44-194,0 0 1,0 0-1,0 0 0,1 0 0,-1 0 0,0 1 1,1-1-1,0 1 0,-1 0 0,1 0 0,0 0 1,-1 0-1,1 0 0,0 0 0,0 1 0,0 0 1,-1-1-1,1 1 0,0 0 0,0 0 0,0 1 1,0-1-1,0 0 0,0 1 0,-1 0 1,1 0-1,0 0 0,-1 0 0,1 0 0,0 0 1,-1 1-1,1-1 0,-1 1 0,0 0 0,0 0 1,3 2-1,14 19-314,-1 0 0,-1 1 0,13 27 0,-5-6-2962,-2 0-3515,-4-10-2380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575 297 5693,'-1'-8'805,"-1"0"0,0 0 0,0 1 0,-1-1 0,-5-10 1,7 15-424,0-1 1,-1 1 0,1 0 0,1 0 0,-1 0 0,0-1 0,1 1-1,-1-6 1,-4-25 1600,-48-134 6675,52 165-7814,-4 5-473,-9 4-195,0 1 0,0 0-1,0 1 1,1 1 0,0 0 0,1 1 0,0 0-1,1 1 1,0 1 0,-12 15 0,-16 24 227,-37 64-1,74-112-390,-36 59 259,3 3-1,-38 96 1,58-119-203,1 0 0,2 1 0,3 0 1,1 0-1,-3 57 0,10-85-133,0 1-1,2-1 1,0 1 0,1-1 0,0 1 0,1-1 0,1 0-1,0 0 1,1 0 0,1-1 0,0 0 0,1 0 0,1 0 0,0-1-1,0 0 1,1-1 0,1 1 0,0-2 0,1 0 0,1 0-1,22 17 1,-8-9-266,1-2-1,1-1 0,0 0 1,1-2-1,0-2 0,1-1 0,34 9 1,-47-16 245,0-1 1,0 0-1,0-1 1,0-1-1,0-1 1,0 0-1,0-2 1,0 0-1,0 0 1,0-2-1,0 0 1,-1-1 0,1 0-1,29-16 1,-35 15 49,0-1 0,-1 0 0,-1-1 0,1 0 1,-1-1-1,0 0 0,-1 0 0,8-12 0,5-10-45,22-45-1,-22 37 86,12-29-74,-25 49 53,1 0 1,0 1-1,2 0 1,19-27 0,-30 45 15,0 0 1,0 0 0,0 0 0,1 0-1,-1 0 1,0 0 0,0 0 0,0 0-1,0-1 1,0 1 0,0 0 0,0 0-1,0 0 1,0 0 0,1 0 0,-1 0-1,0 0 1,0 0 0,0 0 0,0 0-1,0 0 1,0 0 0,0 0 0,1 0-1,-1 0 1,0 0 0,0 0 0,0 0-1,0 0 1,0 0 0,0 0 0,1 0-1,-1 0 1,0 0 0,0 0 0,0 0-1,0 0 1,0 0 0,0 0 0,0 0-1,1 0 1,-1 0 0,0 0 0,0 0-1,0 1 1,0-1 0,0 0 0,0 0-1,0 0 1,0 0 0,0 0 0,0 0-1,0 0 1,0 0 0,0 1 0,1-1 0,3 5 49,1 0 0,-1 0 0,0 1 0,0-1 0,-1 1 0,0 0 0,0 0 0,0 0 1,0 0-1,-1 1 0,0-1 0,-1 1 0,1-1 0,0 9 0,6 42 319,-5-34-234,0 1-1,2-1 1,9 29-1,-9-40-82,0 1 1,0-1-1,1 1 0,8 11 0,-10-20-38,-1 1 0,1-1 0,0 0-1,0 0 1,0-1 0,1 0 0,-1 1 0,1-1 0,0-1 0,0 1-1,0-1 1,8 3 0,-6-3 5,1 0 0,-1 0-1,1-1 1,-1 0 0,1-1 0,0 1-1,-1-2 1,1 1 0,0-1 0,-1 0-1,1-1 1,11-3 0,-14 4-13,0-1-1,-1 0 1,1 0-1,0 0 1,-1-1 0,0 1-1,1-1 1,-1 0 0,0 0-1,0-1 1,-1 1-1,1-1 1,-1 0 0,0 0-1,0 0 1,0 0 0,0-1-1,-1 1 1,0-1-1,3-6 1,-2 1 8,-1-1-1,0 1 1,-1-1 0,0 0-1,-1 0 1,0 0 0,0 0-1,-1 0 1,-1 1 0,0-1-1,0 0 1,-1 1-1,0-1 1,-1 1 0,0 0-1,-1 0 1,0 1 0,-1-1-1,0 1 1,0 0 0,-8-8-1,4 6-194,0 1-1,-1-1 1,0 2 0,0 0-1,-1 0 1,-1 1-1,1 0 1,-1 1 0,-1 1-1,1 0 1,-1 0-1,0 2 1,0 0 0,-1 0-1,-20-2 1,24 5-498,-26 0-2092,35 1 2327,1 0-1,-1 0 0,0 1 1,1-1-1,-1 0 0,1 1 1,-1 0-1,1-1 0,-1 1 1,1 0-1,0 0 0,-1-1 0,1 1 1,0 0-1,0 1 0,-1-1 1,1 0-1,0 0 0,-1 2 1,-7 9-7735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61 278 10949,'1'-3'430,"-1"1"0,1-1 0,-1 0-1,0 1 1,0-1 0,0 0 0,0 1 0,0-1 0,0 0-1,-1 1 1,0-1 0,1 0 0,-1 1 0,0-1 0,-3-4-1,-4-18 2141,-6-32 1811,-12-54-53,20 77-3856,6 31-192,3 4-263,0 0 0,0 1 0,0 0 0,0-1 0,0 1-1,0 0 1,0 0 0,-1 1 0,1-1 0,-1 0-1,0 1 1,4 4 0,2 6 9,0 0-1,-1 1 1,0-1 0,-1 1-1,6 23 1,15 75 47,-23-80-70,-1 1 0,-3 61 1,-2-35-252,1-31-129,0 23-1005,2-46 1088,-1-1 1,0 1-1,0 0 0,-1 0 0,0 0 1,0-1-1,0 1 0,0 0 1,-3 6-1,3-8-1115,12 3-2096,-11-6 3406,1 1-1,-1-1 0,1 1 0,0-1 0,-1 1 0,1-1 1,-1 0-1,1 1 0,0-1 0,-1 0 0,1 1 0,0-1 1,0 0-1,-1 0 0,1 0 0,0 0 0,0 0 1,-1 1-1,1-1 0,1-1 0,1 0-420,1 0 1,-1-1-1,1 1 0,-1-1 1,0 0-1,1 0 0,-1-1 1,0 1-1,-1-1 0,1 1 1,0-1-1,-1 0 0,1 0 1,-1 0-1,0 0 1,3-6-1,18-28-6021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38 7681,'0'-1'134,"-1"0"-1,1 0 1,-1 1 0,1-1 0,-1 0 0,1 0-1,0 0 1,-1 0 0,1 0 0,0 0 0,0 0 0,0 0-1,0 0 1,0 0 0,0 0 0,0 0 0,0 0-1,0 0 1,0 0 0,0 1 0,1-1 0,-1 0 0,0 0-1,1 0 1,-1 0 0,0 0 0,1 0 0,-1 0-1,1 1 1,0-1 0,-1 0 0,1 0 0,0 1 0,-1-1-1,1 1 1,1-2 0,0 0 311,0 0 1045,-1 5-46,10 18-159,-1 2 1,-1-1-1,11 44 1,9 79 803,-27-136-1943,12 82 733,5 109-1,-22-53-3464,-1-104-2166,-13 58 0,2-46-5319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 10013,'28'14'2056,"-21"-31"-440,2 3-312,7 8-256,0 1-299,16 2-589,12-3-1117,-3-3-735,13 1-2424,4 5-3081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2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80 307 8869,'9'4'1656,"-15"-9"1407,-19-11 2530,-29 7 372,51 9-3980,7-1-1538,285-44 777,-76 14-959,-28 1-129,373-68 292,-524 91-360,190-46 360,-208 49-793,0 0-1,1 1 1,-1 1 0,1 1-1,19 0 1,-36 2 163,0 0 0,-1 0 0,1 1 0,0-1 0,0 0 0,-1 0 0,1 0 0,-1 0 0,1 0 0,-1 0 0,1 0 1,-1 0-1,1 0 0,-1 0 0,-1 1 0,-2 2-480,0 0 0,-1 0 0,1 0 0,-1-1 1,0 0-1,0 0 0,0 0 0,-9 3 0,-15 9-5222,0 7-3775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2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578 138 6201,'0'0'7410,"-2"-2"-5828,-1-1-1077,0 1 0,1-1 1,-1 0-1,1 0 0,0 0 0,0 0 0,0 0 0,0 0 0,-1-5 0,0 1 301,0 1 0,0 1 0,0-1 0,-1 0-1,0 1 1,0 0 0,-10-9 0,9 8 198,0 0 1,0 1-1,0-1 0,1-1 0,-7-10 0,15 27-993,-1 2-1,-1-1 0,1 0 0,-2 0 0,1 14 1,1 79-17,-2-50 1,14 209 5,-4-122 0,-11 230 0,-2-354 0,0 0 0,-6 25 0,6-37 0,1-1 0,-1 1 0,0-1 0,0 0 0,0 1 0,0-1 0,-1 0 0,0 0 0,1 0 0,-2-1 0,1 1 0,0-1 0,-4 4 0,2-4 0,0 0 0,0-1 0,-1 1 0,1-1 0,0 0 0,-1 0 0,1-1 0,-1 0 0,0 0 0,-9 1 0,-62-3 0,47-1 0,-73-8-914,-28 0-1464,104 8-2021,-10-6-6807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211 181 5629,'-3'-8'633,"1"0"0,0 1 1,0-1-1,1 0 1,0 0-1,0 0 1,1 0-1,0 0 0,0 0 1,1 0-1,0 0 1,2-10-1,10-46 5404,-12 61-4292,-2 7-1292,1 1 1,-1 0-1,0-1 1,0 1-1,0-1 1,-4 8-1,-3 16 240,-6 85 1626,-13 65 467,-24 55-1959,-51 315 496,99-510-1323,1 0 0,2 0 0,1 0 0,2 0 0,2 0 0,1-1 0,14 44 0,-13-60 0,1 0 0,0 0 0,2-1 0,0 0 0,1-1 0,2 0 0,-1-1 0,2 0 0,1-1 0,0 0 0,1-2 0,0 0 0,29 20 0,-18-18-406,1-1 1,0-2-1,1 0 1,1-2-1,0-2 0,1 0 1,-1-2-1,2-1 1,45 3-1,-18-6-903,-1-3-1,1-2 1,-1-3-1,74-14 1,-28-5-5879,-7-9-4804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4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180 479 7261,'1'0'85,"-1"0"1,1 0-1,-1 0 1,1-1-1,-1 1 1,1 0 0,-1-1-1,1 1 1,-1 0-1,1-1 1,-1 1-1,1-1 1,-1 1-1,0-1 1,1 1 0,-1-1-1,0 1 1,0-1-1,1 1 1,-1-1-1,0 1 1,0-1-1,0 1 1,0-1 0,0 0-1,1 0 1,-20-9 10891,-6 39-8603,7 5-1028,2 1 0,-14 44 0,20-54-881,-7 27 93,3-1 1,1 2 0,3 0 0,2 0 0,-2 102-1,11-135-485,0 0 0,1 0-1,1 0 1,1-1-1,1 1 1,0-1-1,2 0 1,14 30-1,-17-41-102,0 0 1,0 0-1,1-1 0,0 1 0,1-1 1,-1-1-1,2 1 0,-1-1 0,0 0 1,1 0-1,0-1 0,1 0 0,-1 0 1,1-1-1,0 0 0,0 0 0,0-1 1,0 0-1,1 0 0,-1-1 0,18 2 0,-13-3-74,0-1-1,1 0 1,-1-1-1,0-1 0,1 0 1,-1-1-1,0 0 1,0-1-1,-1 0 0,1-1 1,-1-1-1,0 0 1,21-14-1,-24 14 64,0-1-1,-1-1 1,0 0-1,0 0 0,0 0 1,-1-1-1,-1 0 1,1 0-1,-1-1 1,-1 0-1,0 0 1,0 0-1,-1-1 1,-1 0-1,1 1 1,2-22-1,-1-13-29,-2 1-1,-6-83 1,-23-87-113,3 30-395,19 126 311,-3 0-1,-2 0 1,-30-100 0,30 125 173,0-1-1,-1 1 0,-1 0 0,-19-36 0,29 68 87,0-1 0,1 1 0,-2-1 0,1 1 0,0 0 1,0-1-1,0 1 0,0 0 0,-1 0 0,1 0 0,-1 0 0,1 0 0,-1 0 1,1 0-1,-1 1 0,1-1 0,-1 0 0,0 1 0,1-1 0,-1 1 1,0 0-1,1 0 0,-1-1 0,0 1 0,0 0 0,1 0 0,-1 1 1,0-1-1,1 0 0,-1 1 0,-3 0 0,1 1 4,0-1 0,0 1 0,0 0 1,0 0-1,0 1 0,0-1 0,1 1 0,-1 0 0,1 0 0,0 0 1,-4 5-1,-3 5 2,1 1-1,1 0 1,0 1 0,-9 26 0,-18 66-64,35-106 68,-8 29 0,1 0 0,1 1 0,2-1 0,1 1 0,1 0 0,2 0 0,1 0 0,2-1 0,7 39 0,-7-54-217,1 1 0,1-1 0,0 0 0,1 0 0,0-1 0,1 1 0,1-1 0,0-1 0,1 0 0,0 0 0,1 0 0,1-2 0,0 1 1,1-1-1,0-1 0,0 0 0,1 0 0,0-2 0,23 12 0,-18-12-760,0-1 1,0-1 0,1 0 0,24 3 0,38 0-5557,-24-4-419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6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37 5653,'0'0'9488,"6"-12"-7768,-6 12-1640,1 0 0,-1 0 0,0 0 0,0-1 0,0 1 0,1 0 0,-1 0 0,0-1 0,0 1 1,0 0-1,1-1 0,-1 1 0,0 0 0,0 0 0,0-1 0,0 1 0,0 0 0,0-1 0,0 1 0,0 0 0,0-1 0,0 1 0,0 0 0,0-1 0,0 1 1,0 0-1,0 0 0,0-1 0,0 1 0,0 0 0,0-1 0,-1 1 0,1 0 0,0 0 0,0-1 0,0 1 0,0 0 0,-1-1 0,1 1 0,0 0 1,0 0-1,0 0 0,-1-1 0,1 1 0,0 0 0,-1 0 0,-16 2 3918,9 0-5200,6-2 1307,-30 9-991,14-5 833,18-4 58,-1 0 0,0 1 0,1-1 0,-1 0 0,0 0-1,0 0 1,1 1 0,-1-1 0,0 0 0,0 0 0,1 0 0,-1 0 0,0 0 0,0 0-1,1-1 1,-1 1 0,0 0 0,0 0 0,1 0 0,-1-1 0,0 1 0,1 0-1,-1-1 1,0 1 0,1-1 0,-1 1 0,0-1 0,0 0 71,0 1-1,0-1 1,0 1 0,0 0 0,0-1-1,0 1 1,0 0 0,0 0 0,0 0 0,0 0-1,0 0 1,0 0 0,0 0 0,0 0 0,0 0-1,0 0 1,0 1 0,0-1 0,0 0 0,0 1-1,0-1 1,0 1 0,0-1 0,0 1 0,0-1-1,1 1 1,-1-1 0,0 1 0,-1 1-1,-20 23 453,19-21-286,-3 5-121,-1 1-1,2-1 0,-1 1 1,2 0-1,-1 1 1,1-1-1,1 1 0,0 0 1,0 0-1,-1 11 0,2-8-49,1 1-1,1-1 0,0 1 0,0 0 0,2-1 1,5 28-1,-5-34-63,1 0 1,0 0 0,0 0-1,1-1 1,-1 1-1,2-1 1,-1 0 0,1 0-1,0-1 1,0 1-1,1-1 1,0 0 0,0 0-1,1-1 1,6 5-1,-8-7-21,-1-1 0,1 0-1,0 0 1,-1 0-1,1 0 1,0-1 0,0 0-1,0 0 1,0 0-1,0 0 1,0-1 0,0 0-1,0 0 1,1 0-1,-1-1 1,0 0 0,0 0-1,0 0 1,0-1 0,-1 1-1,1-1 1,0 0-1,-1 0 1,1-1 0,8-5-1,-4 0 10,-1 1 1,1-1-1,-1 0 0,0-1 0,-1 0 1,0 0-1,-1-1 0,0 0 0,0 0 1,-1 0-1,0-1 0,-1 1 0,0-1 0,-1 0 1,0-1-1,1-10 0,-2 11-10,0 1 0,-2 0 0,1-1-1,-1 1 1,0 0 0,-1-1 0,-1 1-1,1 0 1,-2 0 0,1 0 0,-1 0 0,-1 0-1,0 1 1,0-1 0,-1 1 0,0 0 0,-1 0-1,-7-9 1,8 13-142,0 1 0,0 0 1,0 0-1,-1 0 0,0 1 0,0-1 0,0 1 0,0 1 1,0-1-1,0 1 0,-1 0 0,-10-1 0,0 0-868,-1 1-1,0 0 0,-27 3 0,-6 2-2271,14 2-3277,15-2-1388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6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112 109 10697,'24'-45'2915,"-7"12"5996,-17 32-8640,1-1 0,-1 0 0,-1 0 0,1 0 0,0 0 0,0 0 0,-1 1 0,1-1 0,-1 0 0,0 0 0,0-2 0,-2-2 4157,3 9-4371,-4 27-81,-12 44 1,13-65-581,0 0 0,0 0 0,-1 0 0,0 0 0,-1-1 0,0 0 0,0 0-1,-1 0 1,-8 8 0,5-4-1676,0-1-1,0 1 0,-11 20 0,17-27 1195,-20 36-9893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7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164 410 10557,'-8'6'619,"0"0"1,1 0-1,-1 0 0,1 1 0,0 0 1,1 1-1,0 0 0,0 0 0,1 0 1,0 0-1,0 1 0,-4 11 1,-2 11 464,1 1 1,-8 43-1,8-26-372,1-14-509,3-1 0,0 1 0,3 0-1,0 0 1,3 0 0,1 0 0,1 0-1,2 0 1,16 66 0,-18-97-193,0 1 1,0-1-1,0 1 1,0-1-1,1 0 0,0 0 1,-1 0-1,2 0 1,-1-1-1,0 1 0,1-1 1,-1 0-1,1 0 1,0 0-1,0 0 1,1-1-1,-1 0 0,0 1 1,1-2-1,-1 1 1,1 0-1,0-1 0,-1 0 1,1 0-1,0 0 1,0-1-1,0 0 1,0 0-1,-1 0 0,1 0 1,0-1-1,0 0 1,0 0-1,-1 0 0,1 0 1,5-3-1,1-3-11,0-1-1,-1 0 0,0 0 1,-1-1-1,0 0 0,0-1 0,-1 0 1,0-1-1,0 1 0,-1-1 1,-1-1-1,0 1 0,-1-1 1,0 0-1,6-21 0,1-14-22,-2 0-1,7-92 1,-10 51 21,-4 0 0,-10-104 0,2 138-31,-3 0-1,-3 0 1,-1 1-1,-34-89 1,45 139 29,-1 0 1,1 0-1,0 1 1,-1-1-1,1 0 1,-1 0-1,0 1 1,0-1-1,0 1 1,0 0-1,-1 0 1,1-1-1,-1 1 1,1 1-1,-1-1 1,1 0-1,-7-2 1,7 4 3,-1-1 0,1 1 1,-1-1-1,0 1 1,0 0-1,1 0 0,-1 1 1,0-1-1,1 0 1,-1 1-1,1-1 0,-1 1 1,0 0-1,1 0 1,0 0-1,-1 0 0,1 1 1,-1-1-1,1 1 1,-4 3-1,1 0 8,0 0 0,0 0 0,0 0 1,1 1-1,0 0 0,0 0 0,0 0 0,1 0 0,-3 8 0,-20 63-61,13-27 59,2 0-1,3 1 1,2 1 0,2-1-1,3 1 1,1 0-1,15 95 1,-11-121 5,2 0 0,0-1 0,2 0 1,1 0-1,1-1 0,1 0 0,15 25 0,-19-38-9,0-1 0,1 0 1,0 0-1,1 0 0,0-1 0,0 0 0,1-1 0,0 0 0,1-1 0,-1 0 0,2 0 0,-1-1 1,0-1-1,1 0 0,0-1 0,17 5 0,-20-7-159,-1-1 1,1 0-1,0 0 1,0-1-1,0 0 1,1 0-1,-2-1 1,1 0-1,0-1 0,0 0 1,0-1-1,-1 1 1,1-1-1,-1-1 1,8-4-1,27-22-3328,-6-8-3374,-14 9-2054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7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0 10425,'-12'32'2404,"-7"-24"-248,6 4-107,0-1 27,-12 9 1196,9-3-2096,3 0-316,-6 3-108,6 0-136,1 6-476,5-3-704,-2 3-568,-4 17-956,-3-21-1160,4 10-2381,5 2-4652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8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505 59 10053,'-1'0'156,"0"-1"0,-1 0 0,1 0 0,0 0 1,0 0-1,0-1 0,0 1 0,0 0 0,0 0 0,0-1 0,0 1 1,1 0-1,-1-1 0,1 1 0,-1-1 0,1 1 0,-1-1 0,1 1 1,0-1-1,-1 1 0,1-1 0,0 1 0,0-1 0,0 0 0,0 1 1,1-1-1,-1 1 0,0-1 0,1 1 0,-1-1 0,2-2 0,-2 2 1455,-1 1-1217,-1-1 1,0 1 0,0 0 0,0 0 0,-1 0 0,1 0 0,0 1 0,0-1 0,0 1 0,-1-1 0,1 1-1,-3-1 1,11 18 221,-1 0-1,5 24 1,4 18 156,109 294 1299,27 103-1170,-139-411-866,-1 0 0,-3 0 0,-2 1 0,-1 0 0,-3 0 1,-2 0-1,-1 0 0,-10 46 0,0-40-463,-1 0 0,-3-1 0,-3-1 0,-1-1 0,-3-1 0,-1 0 1,-3-2-1,-2-1 0,-1-2 0,-3 0 0,-1-2 0,-2-2 0,-64 55 0,-71 31-4451,53-53-1121,30-22-1846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8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0 126 13069,'16'-31'1964,"-3"19"-271,-4 1-217,17-15-300,-13 18-240,-1-7-60,7 4-316,7 5-160,-4 1-316,7 5-524,21 0-672,-12 2-696,-22 1-568,22 12-2473,10 10-3816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8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86 9493,'0'0'11189,"16"-3"-10473,3-2-208,10-1-336,25-5-500,-4-4-800,11 1-880,-4 0-3549,6-4-4516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1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11 12437,'-6'-10'12672,"11"24"-9491,13 31-2082,-12-12-629,-1-1 1,-1 1-1,-1 62 1,-18 104 1016,14-185-1478,-12 82-2948,-4 0 0,-4-1 0,-41 112 0,43-141-3919,8 2-4311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1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0 149 13949,'0'0'13003,"4"-1"-11646,279-27 2490,-66 8-3787,143-23-3034,-119 13-2034,-125 15 1095,-20 5-2711,-6 8-4089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2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0 10645,'-11'5'1365,"0"0"1,-1-1-1,0 0 0,0-1 1,-15 1-1,23-3 431,2-2-160,-21-4 782,18 5-870,20 3-817,46 11-376,-1 3 0,0 2 0,63 30 0,-98-36-493,1 1 1,-2 1-1,38 30 0,-49-34 20,0 1 0,-1 0 0,0 1 0,-1 1 1,0 0-1,-2 0 0,9 16 0,-14-22 76,0 0 0,-1 0 0,0 1 0,-1-1 0,0 1 0,0 0 0,-1 0 0,0 0 0,-1-1 0,0 1 0,0 0 0,-1 0 0,0 0 0,0 0 0,-1-1 0,-4 14 0,-5 7 25,-2 0 0,0 0 0,-23 34 1,30-53 41,-25 36 422,-2-1 0,-57 61 0,54-65-100,14-10 46,22-31-392,0 0 0,0 0 0,-1 1 0,1-1 1,0 0-1,0 0 0,0 1 0,-1-1 1,1 0-1,0 1 0,0-1 0,0 0 0,0 1 1,0-1-1,0 0 0,0 1 0,0-1 1,0 0-1,0 1 0,0-1 0,0 0 0,0 1 1,0-1-1,0 1 0,0-1 0,0 0 1,0 1-1,0-1 0,0 0 0,0 1 0,1-1 1,-1 0-1,0 0 0,0 1 0,1-1 1,2 1-58,0 0 1,1 0-1,-1 0 1,0-1 0,1 0-1,-1 1 1,0-1-1,1 0 1,-1-1 0,5 0-1,37-7-648,-43 8 654,26-8-1035,0-1 0,0-1 0,43-23-1,-27 12-991,36-17-4500,-3-7-4341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2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12525,'0'0'6903,"2"3"-5315,10 21-361,-1 1 0,-1 0 0,-1 1 0,5 27 1,15 114-35,-25-141-1531,12 40 1,4 20-1883,-17-65 1224,1-1 0,7 23-1,-10-40 521,-2-23-605,-1 0 1045,-1 0 1,-8-29-1,5 25 155,-6-47 0,9 32 106,2-1 1,1 0 0,2 0 0,2 0-1,1 1 1,16-59 0,-19 94-208,-1 0 1,1 0-1,0 0 1,0 0-1,0 1 1,0-1-1,1 1 1,-1-1-1,1 1 1,0 0-1,0 0 1,0 0-1,0 1 1,1-1-1,-1 1 1,1-1-1,-1 1 1,1 0-1,0 1 1,0-1-1,0 1 1,0 0-1,0-1 1,0 2-1,0-1 1,1 0-1,6 1 1,-3 0 4,-1 0 0,1 1 0,-1 0 0,1 0 0,-1 1 1,0 0-1,0 0 0,1 1 0,-2 0 0,1 0 0,0 1 1,-1-1-1,1 2 0,9 7 0,7 9 21,-9-9-18,-1 0-1,0 1 0,-1 0 1,16 23-1,-19-22-13,-2 0 1,1 0-1,9 31 1,3 4-8,-10-22-227,0 1 0,-2 0 0,8 53-1,-12-61 129,-4-17 50,-1-5 47,-1 0 6,1 0 1,0 0-1,0 0 0,0 0 1,0 0-1,0-1 0,0 1 1,0-4-1,2-11 10,1 0 0,1-1-1,1 2 1,0-1 0,7-17-1,-8 26-17,2-9-1,2 0 1,0 1 0,0 0 0,2 0-1,0 1 1,1 0 0,0 0-1,1 1 1,1 1 0,0 0-1,1 0 1,0 1 0,1 1 0,0 0-1,1 1 1,0 1 0,0 0-1,24-9 1,-31 16 10,-1 1 1,0 0-1,1 0 1,-1 1-1,1 0 0,0 0 1,-1 0-1,1 1 0,-1 1 1,0-1-1,1 1 1,-1 0-1,0 1 0,9 3 1,-12-4-4,8 3 14,-1 1-1,0 0 0,0 0 0,0 1 0,-1 1 0,0-1 0,-1 2 0,0-1 0,0 2 0,0-1 1,-1 1-1,-1 0 0,0 1 0,0-1 0,-1 1 0,8 20 0,-4-6-358,-1 1 1,-2 0-1,0 1 1,-2 0-1,0 0 1,0 43-1,-5-38-2413,-2 1-1,-6 32 1,6-49 815,-4 30-5969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3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 5140,'0'0'4036,"-3"1"-2176,-29 6 191,29-7-634,-9 4-278,11-4-986,1 0 0,-1 0 1,0 0-1,0 0 1,0 1-1,0-1 0,0 0 1,1 0-1,-1 1 0,0-1 1,0 0-1,0 1 1,1-1-1,-1 1 0,0-1 1,1 1-1,-1-1 1,0 1-1,0 1 0,1-1-123,0 1 0,0 0-1,0-1 1,1 1 0,-1-1-1,0 1 1,1-1-1,-1 1 1,1-1 0,0 1-1,0-1 1,-1 1 0,1-1-1,0 0 1,0 1-1,0-1 1,1 0 0,-1 0-1,0 0 1,0 0 0,1 0-1,-1 0 1,0 0 0,1 0-1,-1 0 1,1-1-1,-1 1 1,1 0 0,-1-1-1,1 0 1,0 1 0,-1-1-1,1 0 1,-1 0-1,3 0 1,44 7 174,0-2-1,73-3 1,102-15-261,-163 8-114,160-17-663,66-4-342,-244 23 286,-18 1-720,-6 2-2309,-30 8-4828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7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30 3960,'-13'-3'6829,"-6"-9"2161,11 1-8487,1 7 3161,16 39-3306,2 0 1,1-1 0,2-1 0,1 0-1,2-1 1,1-1 0,29 38 0,6 0-100,121 118 1,-140-153-588,-19-17-247,2 0 0,0-1 0,1-1 0,31 20 0,-8-7-4075,-38-27 2468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0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86 5801,'35'-4'1072,"-29"3"5294,-13-3-5463,6 3-855,0 1 0,0 0 0,0 0 0,0 0 0,0-1 0,0 1 0,1-1 0,-1 1 0,0-1 0,0 1 0,1-1 0,-1 1 0,0-1 0,0 1 0,1-1 0,-1 0 0,1 1 0,-1-1-1,1 0 1,-1 0 0,0 0 0,7-10 545,1 1 0,0 0 0,1 0-1,14-13 2610,-25 23-2900,-11 3-141,1 0-1,0 1 1,0 1 0,0 0-1,-23 13 1,-61 43 48,58-34-219,-162 99-4165,66-47-4332,86-50 1938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1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23 4668,'-1'-7'6259,"9"10"3245,-2 1-8034,-4-2-1434,-1 0-1,1-1 1,0 0-1,0 0 1,0 1-1,1-1 1,-1 0-1,0-1 1,0 1-1,1 0 0,-1-1 1,0 1-1,0-1 1,1 1-1,-1-1 1,4 0-1,8 1 60,480 35 703,715-95-6266,-1205 59 4693,0-1 0,0 1 0,0-1 0,1 0 0,-1 0 0,0-1 0,0 1 0,-1-1 0,1 0 0,5-3 0,-22 8-5645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3.9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4 349 7673,'13'-1'1159,"-11"-3"110,-20-11 8029,18 13-9128,0-1-1,0 1 1,1-1 0,-1 1-1,1-1 1,-1 1 0,1 0-1,0-1 1,0 1 0,0 0-1,0 0 1,1-1 0,-1 1-1,1 0 1,-1 0 0,1 1-1,0-1 1,-1 0 0,1 0-1,0 1 1,0-1 0,3-1-1,-3 2-26,26-18 355,53-31-264,-70 40-228,0 0 0,0-1-1,-1 0 1,0-1 0,-1 1 0,-1-2 0,0 0-1,0 0 1,-1 0 0,6-19 0,15-24 860,-26 53-257,-3 18-422,-1 0 0,0 0 0,-6 18 0,-1 11-35,4 0-693,3 63 0,2-82-217,0-20 223,1 0 0,-1 1-1,1-1 1,0 0 0,0 0 0,0 0 0,1 0-1,0 0 1,0 0 0,0 0 0,0 0 0,1-1 0,4 7-1,-5-9 78,2 3-4890,7 2-3144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4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23 11169,'-13'-22'7181,"35"24"-9854,-3 4 325,-9 8-7997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4.4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5909,'2'-3'1396,"1"0"-1225,1 0-1,-1 1 0,1-1 1,0 0-1,0 1 0,0 0 1,0 0-1,0 1 0,0-1 0,0 1 1,1-1-1,-1 1 0,1 1 1,-1-1-1,1 1 0,-1-1 1,1 1-1,-1 1 0,9 0 1,-7 0-283,-1 0 0,1 0 1,-1 1-1,1-1 0,-1 1 1,1 0-1,-1 1 0,0-1 1,0 1-1,0 0 0,0 0 1,-1 1-1,1 0 0,-1-1 0,7 9 1,-7-5 179,0-1 1,0 1-1,-1 0 1,0-1-1,0 2 0,-1-1 1,0 0-1,0 0 1,0 1-1,-1-1 0,0 1 1,-1 0-1,0 8 1,-1 3 536,-1 0 0,-1 0 0,-1-1 0,-7 24 1,11-41-587,-1-1 1,1 1-1,0 0 1,0 0 0,0-1-1,0 1 1,-1 0 0,1 0-1,0-1 1,0 1-1,1 0 1,-1 0 0,0 0-1,0-1 1,0 1 0,0 0-1,1-1 1,-1 1-1,0 0 1,1 0 0,-1-1-1,0 1 1,1 0 0,-1-1-1,1 1 1,-1-1-1,1 1 1,-1-1 0,1 1-1,0-1 1,-1 1 0,1-1-1,-1 1 1,3 0-1,4 4-60,-6-5 47,1 0-1,-1 0 1,1-1-1,-1 1 1,1-1 0,-1 1-1,0-1 1,1 1-1,-1-1 1,0 0 0,1 0-1,1-1 1,-2 1 3,108-62-597,-41 22-563,20-20-3937,-55 43 1263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4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9681,'0'0'2388,"-9"12"-184,-1 2 1657,-2-6-2337,-4 1 732,3 2-1468,4 1-220,2 5-508,1-3-384,0-2-916,-1-1-1068,1 9-14166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5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89 135 9457,'5'-12'1132,"-4"9"-434,1 0-1,-1 0 1,0 0-1,0 0 1,0 0 0,-1 0-1,1 0 1,-1 0-1,0-7 1,-6-23 4976,5 28-5000,-1 1 1,1-1 0,1 1-1,-1-1 1,1 0-1,0 1 1,0-1-1,1-10 3185,-2 59-3722,-13 83-1,3-50-2057,8-48-271,-1 0-1,-1 0 1,-14 40-1,3-21-5029,-3 5-4648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5.7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59 8901,'0'0'6264,"3"-1"-4455,19-8-760,0 1 0,1 2 1,-1 0-1,40-4 1,103-2-1370,-115 9-330,-31 2-291,44-1-1685,-60 2 2129,0 0 1,0 0 0,0 0-1,0 1 1,0-1-1,-1 1 1,1 0 0,0 0-1,0 0 1,0 0 0,-1 0-1,1 1 1,-1-1 0,1 1-1,-1 0 1,4 2 0,4 11-5766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6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9713,'0'0'14088,"13"-5"-12680,-1 3-1371,0 0 0,0 0 0,1 1 0,23 2 0,16-2-1932,-30-1 29,35-10 0,11-1-5389,-13 7-2273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8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45 5797,'1'-3'2750,"0"-8"5609,1-2-3961,0 3-2918,-32 3-1470,32 8-2,0-1-1,-1 2 1,1-1-1,-1 0 1,1 0-1,-1 0 1,1 1-1,-1-1 1,0 1-1,0-1 1,0 1-1,0 0 1,0-1-1,0 1 1,0 0-1,0 0 1,-1-1 0,1 1-1,-1 0 1,1 0-1,-1 0 1,0 0-1,0 0 1,0 0-1,0 0 1,0 0-1,0 2 1,4 44-34,-3-38 26,1-1 0,-2 1 0,1 0 0,-1 0 0,-3 16 0,2-23 0,0 25 11,7 3 122,-6-28-116,0 1-36,0-1 28,0 0 0,0 1-1,1-1 1,0 0 0,-1 1-1,3 4 1,14-32-6,-8 12-1,-1 0 0,0 0 0,-1-1 0,10-23 0,23-53 282,-36 81-243,-1 4 5,-1 0 0,1-1 1,0 1-1,1 0 0,-1 0 0,1 0 0,0 1 0,0-1 0,8-4 1,-11 7-36,0 1 0,1 0 0,-1 0 0,0 0 0,0-1 0,1 1 0,-1 0 0,0 1 0,1-1 0,-1 0 0,0 0 0,0 1 1,1-1-1,-1 0 0,0 1 0,0-1 0,1 2 0,2-1 37,1 0-3,0 1 0,-1-1 0,1 1 0,-1 0 1,0 1-1,0-1 0,1 1 0,-2-1 0,1 1 0,0 0 1,0 1-1,-1-1 0,4 5 0,2 4 121,0 1 0,12 23 0,-9-15-33,-4-7-71,-2 0 1,0 1 0,-1-1 0,-1 1-1,0 0 1,-1 1 0,0-1 0,0 20-1,-3 41 12,-2-55-33,2 1 0,3 33 0,-2-52 11,-1 0-167,1-1 1,-1 1-1,1-1 0,0 1 1,0-1-1,0 0 0,0 1 1,0-1-1,3 3 0,37-45-920,3 1 743,-42 37 267,0 2 21,-1-1 0,1 0 1,-1 0-1,1 1 1,-1-1-1,0 0 1,1 0-1,-1 0 1,0 0-1,0-1 1,0 1-1,1-2 1,-1 3 0,3-3 0,-4 0-2707,1-9 2775,0 0 0,2 0 1,-1 1-1,1-1 0,1 1 0,8-18 0,0 0 71,9-34 170,14-32 262,-34 93-493,2 2-69,0 0 0,0 1 0,0 0 0,0 0-1,0 0 1,0 0 0,0 0 0,0 1 0,0-1 0,-1 1 0,1 0 0,0-1 0,-1 1 0,0 0 0,1 1 0,-1-1 0,0 0 0,0 1 0,0-1 0,-1 1 0,1 0 0,0-1 0,-1 1 0,0 0-1,0 0 1,0 0 0,1 3 0,2 6 0,-1 0-1,0 0 0,-1 0 0,-1 0 1,1 20-1,-2 0-169,1-6-378,-6 48-1,2-55-624,-2 0 0,-7 22 1,7-24-205,-9 21-1219,-6 0-2675,7-16-559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2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2424,'0'0'1764,"16"9"-1184,-3-4 1377,0-10-4038,-1-1 421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9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56 4960,'-4'-8'484,"-1"-3"145,4 2 6309,-5 19-6022,5-9-842,0-1 1,0 1-1,1 0 1,-1 0 0,0-1-1,1 1 1,-1 0-1,0 0 1,1 0 0,-1 0-1,1 0 1,0 0-1,-1 0 1,1 0 0,0 0-1,0 0 1,-1 0-1,1 2 1,2 10 194,0-1-1,0 1 1,2 0-1,-1-1 1,11 22-1,7 25 298,-7-1-315,-6-25 59,23 60 1,-20-79-21,-10-14-230,-1 1 1,1 0-1,0-1 0,-1 1 0,1 0 0,0-1 1,-1 1-1,1 0 0,-1 0 0,1-1 0,-1 1 1,0 0-1,1 0 0,-1 0 0,0 0 0,1 1 0,27-12 305,-20 4-330,-1 0-1,0-1 1,0 0 0,-1 0-1,1 0 1,-2-1 0,1 0-1,-1 0 1,5-11-1,11-14 34,-8 12-36,0 0-1,-1-1 1,9-25-1,-8 18-29,0-5-5,36-60 0,-48 90-14,1 1 0,1 0 0,-1 0 0,0 0 0,1 0 1,0 0-1,4-3 0,-7 6 15,1-1 0,0 1-1,0 0 1,-1 0 0,1-1 0,0 1 0,0 0 0,0 0 0,-1 0-1,1 0 1,0 0 0,0 0 0,0 0 0,0 0 0,-1 0-1,1 1 1,0-1 0,0 0 0,-1 1 0,1-1 0,0 0 0,0 1-1,-1-1 1,1 1 0,0-1 0,-1 1 0,1-1 0,-1 1 0,1-1-1,0 1 1,-1-1 0,0 1 0,1 0 0,-1 0 0,1-1-1,-1 1 1,0 0 0,1-1 0,-1 3 0,13 20 12,-2 1 1,-1 0-1,13 46 0,12 84-140,-27-117 38,15 95-1288,-7-32-1475,6 0-3972,-7-52 668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4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 9841,'10'-20'1724,"-4"0"-96,-3 3 4581,10 29-7917,12 16 95,-15-14-815,6 15-1516,12 17-2781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3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13 11637,'0'0'2141,"-3"-2"-151,1 1-1527,-1-1 1,1 1-1,-1 0 0,1 0 1,-1 0-1,0 0 0,1 0 1,-1 1-1,0-1 0,1 1 0,-1-1 1,0 1-1,0 0 0,1 0 1,-1 0-1,0 1 0,0-1 0,-4 2 1,4-1-272,-1 1 0,1 0 0,-1 0 0,1 0 1,0 0-1,-1 0 0,1 1 0,0 0 0,-3 3 0,-6 8 425,1 2-1,1-1 0,0 2 1,1-1-1,-12 30 0,7-15 15,-53 116 18,7 2-1,-62 237 1,109-333-633,2 1 0,3 0 0,2 1 0,2 103 0,6-128-52,1 0-1,1 0 1,2-1 0,1 0-1,1 0 1,2-1-1,1 0 1,1 0 0,1-1-1,26 39 1,-22-42-738,1 0 0,0-1 0,2-1 0,1-1 1,0-1-1,2-1 0,0 0 0,1-2 0,0-1 0,32 15 0,74 23-7012,16-9-5378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4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156 149 12257,'0'-10'983,"1"0"23,-1 0 1,0 1-1,-1-1 0,0 0 1,-1 1-1,0-1 0,-5-14 1,-1-7 3378,4 16 633,-1 36-3011,-47 248-1926,-15 103-96,63-340 15,1 0 0,3 54 0,1-74 0,0 0 0,0 0 0,2-1 0,-1 1 0,2-1 0,-1 1 0,2-1 0,-1 0 0,1 0 0,9 12 0,-12-20 0,0 0 0,0-1 0,0 1 0,1-1 0,-1 1 0,1-1 0,0 0 0,0 0 0,0 0 0,0 0 0,0-1 0,0 1 0,0-1 0,0 1 0,1-1 0,3 0 0,-1 0 0,-1 0 0,1-1 0,-1 0 0,1 0 0,0-1 0,-1 0 0,1 0 0,-1 0 0,7-2 0,9-6 0,-1 0 0,0-1 0,0 0 0,18-15 0,-26 17 0,35-23 0,-15 9 0,1 1 0,1 2 0,43-19 0,-65 34 0,-1 0 0,1 1 0,-1 0 0,1 1 0,0 0 0,0 0 0,0 2 0,0-1 0,0 2 0,0-1 0,0 2 0,0 0 0,0 0 0,20 7 0,-17-3 2,-1 0 0,0 1 1,0 1-1,0 0 0,-1 1 0,-1 0 0,22 21 1,-4 1-12,38 54 0,-1-2-74,-51-65-1419,1-1 0,32 26 0,14-3-11075,-46-32-40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6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133 548 8429,'-2'-2'941,"1"0"1,0 0 0,0-1-1,0 1 1,0 0 0,0 0-1,0-1 1,1 1 0,-1 0-1,1-1 1,0 1-1,-1-5 1,4-7 960,-2 8-3082,-1 3 3736,6-14-1829,-4 11 67,-10 12-512,2 3 1262,18-33-971,-11 21-513,-2 1 79,-13-19 153,13 19 127,-1 4-276,-3 2-49,1 0 0,0 1 0,0 0 0,0 0 0,0 0 0,1 1 0,0-1 0,0 1 1,1 0-1,-1-1 0,1 1 0,1 0 0,-3 10 0,-18 70 313,-17 82 95,36-149-470,1 1 0,0-1-1,2 0 1,0 1 0,1-1-1,7 33 1,-6-45-16,-1-1 0,1 1-1,1 0 1,0-1 0,-1 0 0,2 0 0,-1 0 0,1 0 0,0 0-1,0 0 1,1-1 0,-1 0 0,10 8 0,-10-11-16,-1 0 0,1 1 0,-1-1-1,1-1 1,0 1 0,0-1 0,0 1 0,0-1 0,0 0 0,0-1-1,0 1 1,0-1 0,0 1 0,0-1 0,1-1 0,-1 1 0,0 0 0,0-1-1,0 0 1,0 0 0,0 0 0,0-1 0,0 1 0,4-4 0,5-2-9,0-1 1,-1 0-1,0-1 1,-1 0-1,0-1 1,-1 0-1,1-1 1,-2 0-1,0-1 1,0 0-1,8-15 1,4-11-77,-2 0 1,22-64 0,-32 72-19,-1-1 1,-1 1-1,-2-1 1,3-50 0,-10-127-576,-4 159 520,-1 1 1,-3 0 0,-16-49-1,23 84 137,2 9 10,-1 0 0,1 1 0,-1-1 0,0 0 0,0 1 0,0-1-1,-1 1 1,1 0 0,-1 0 0,1 0 0,-1 0 0,0 0 0,-4-3 0,6 5 9,-1 0-1,1 0 1,-1 1 0,1-1 0,-1 0-1,1 0 1,-1 1 0,1-1 0,-1 1 0,0 0-1,1-1 1,-1 1 0,0 0 0,0 0-1,1 0 1,-1 0 0,0 0 0,1 0 0,-1 0-1,0 1 1,1-1 0,-1 1 0,0-1-1,1 1 1,-1 0 0,1-1 0,-1 1-1,1 0 1,0 0 0,-1 0 0,1 0 0,-2 2-1,-5 6-5,1-1 0,0 2 0,0-1 0,1 1 0,0 0 0,-8 19 0,-21 71 9,24-67 1,6-14-7,0 1-1,1 0 1,1 0 0,-1 35-1,10 82 49,-5-123-36,0-3-16,1 1-1,0-1 1,1 1 0,0-1-1,1 0 1,0-1-1,1 1 1,0-1-1,1 1 1,0-2 0,0 1-1,1-1 1,0 0-1,16 15 1,-12-14-261,1 1 1,1-2-1,0 1 0,0-2 1,1 0-1,0 0 0,1-2 1,-1 1-1,1-2 0,17 4 1,-26-7-16,1-1 0,-1 0 1,0-1-1,1 0 0,-1 0 0,1 0 1,-1-1-1,0 0 0,1 0 0,-1 0 1,0-1-1,0 0 0,0 0 0,0-1 1,7-3-1,0-2-1391,-1 0 1,0-1 0,0 0-1,-1-1 1,11-13-1,7-8-6757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7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12 145 7193,'13'-17'2114,"-13"16"-1926,0 0 1,0 1-1,-1-1 1,1 0-1,0 0 1,-1 1 0,1-1-1,-1 0 1,1 1-1,0-1 1,-1 0-1,0 1 1,1-1-1,-1 1 1,1-1-1,-1 1 1,0-1-1,1 1 1,-1-1-1,0 1 1,1 0-1,-1-1 1,-1 1 201,1-1-124,0 1 0,1-1 0,-1 1-1,0-1 1,0 0 0,1 1 0,-1-1 0,0 0-1,1 0 1,-1 1 0,1-1 0,-1 0-1,1 0 1,-1 0 0,1 0 0,0 0 0,-1 0-1,1 1 1,0-1 0,0 0 0,0 0 0,0 0-1,0-2 1,0 1-25,0 0 0,1-1-1,-1 1 1,1 0 0,0 0 0,0 0-1,0 0 1,0 0 0,0 0-1,2-3 1,1 0 66,-1 1 0,1-1 0,1 1 0,-1 0 0,0 0 1,1 0-1,0 1 0,10-6 0,-2 4-116,0 0 1,0 1-1,0 1 1,1 0-1,-1 1 0,1 0 1,-1 1-1,1 1 1,0 0-1,-1 1 1,1 0-1,-1 1 1,1 1-1,-1 0 1,0 1-1,0 0 1,0 1-1,0 1 1,19 11-1,-20-10-146,0 0 0,0 1 1,-1 0-1,0 1 0,0 1 0,-1-1 1,-1 2-1,0-1 0,0 1 0,-1 1 0,0-1 1,-1 1-1,0 1 0,-1-1 0,0 1 1,-1 0-1,-1 1 0,0-1 0,3 23 0,-6-18-25,-1 0-1,0 0 0,-1 0 1,-2 0-1,1 0 0,-2 0 0,0-1 1,-2 0-1,0 0 0,0 0 1,-10 16-1,-13 20-3,-69 94 1,89-135-15,-34 49 48,41-58-37,4-6-102,197-328-679,-175 283 728,-2 1-24,3 2 0,32-45-1,-56 88 71,0 0 0,0 0-1,1 0 1,-1 0-1,1 0 1,0 0 0,-1 1-1,1-1 1,0 1-1,0-1 1,0 1 0,0-1-1,0 1 1,1 0 0,-1 0-1,0 0 1,1 1-1,-1-1 1,0 0 0,1 1-1,-1-1 1,0 1-1,1 0 1,-1 0 0,1 0-1,-1 0 1,1 0-1,-1 1 1,1-1 0,-1 1-1,0-1 1,1 1 0,-1 0-1,0 0 1,0 0-1,0 0 1,1 1 0,-1-1-1,0 0 1,-1 1-1,1 0 1,0-1 0,3 5-1,6 7 49,0 0 0,0 1 0,-2 0 0,16 30 0,23 55 41,-33-64-222,2-1-1,1 0 0,2-1 0,36 46 1,-40-61-815,10 13-193,42 37 0,-56-58-392,0-1 1,19 11-1,-21-14-684,1-1 0,-1-1 0,1 0 0,11 3 0,3-1-5729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8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19 6577,'0'0'89,"0"-1"0,-1 1 0,1-1 0,0 1 0,0-1 0,0 1 1,0-1-1,0 1 0,0-1 0,0 1 0,0-1 0,0 1 1,0-1-1,0 0 0,0 1 0,0-1 0,0 1 0,0-1 0,1 1 1,-1-1-1,0 1 0,0-1 0,1 1 0,-1-1 0,0 1 0,1-1 1,-1 1-1,0 0 0,1-1 0,-1 1 0,1 0 0,-1-1 0,0 1 1,1 0-1,-1-1 0,1 1 0,-1 0 0,1 0 0,-1-1 1,1 1-1,-1 0 0,1 0 0,0 0 0,-1 0 0,1 0 0,-1 0 1,1 0-1,-1 0 0,1 0 0,-1 0 0,1 0 0,-1 0 0,1 0 1,1 1-1,-1-1 214,1 0 1,0 0 0,0 0 0,0 1-1,0-1 1,0 1 0,0-1-1,0 1 1,0 0 0,-1-1-1,1 1 1,0 0 0,-1 0-1,1 0 1,0 1 0,-1-1 0,0 0-1,1 0 1,1 3 0,1 6 152,1-1 0,-2 1 0,0 0 0,0 1 1,-1-1-1,0 0 0,1 20 0,-2-23-144,2 50 1955,-6 99 0,1 30-580,4-155-1760,1 0 0,2 0 0,1-1 0,1 0 0,2 0 0,0 0 0,3-1 0,0-1 0,2 0 0,1 0 0,34 46 0,-26-45-791,1-1 0,2-1 0,1-2-1,0 0 1,44 28 0,-38-32-2404,1-1 1,59 26 0,-23-20-5622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8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45 5308,'5'-6'487,"-1"0"-1,1 0 1,1 1-1,-1 0 0,12-8 1,-16 12-360,0 1 0,0-1 0,0 1 1,1 0-1,-1-1 0,0 1 0,0 0 1,1 0-1,-1 0 0,0 0 0,1 0 1,-1 0-1,0 0 0,0 1 0,1-1 0,-1 0 1,0 1-1,0-1 0,0 1 0,1-1 1,1 2-1,19 17 1191,-10-4-853,-1 2 0,-1-1 0,-1 1 0,-1 1 0,0 0 0,-1 0 0,-1 0 0,0 1 0,3 27 0,-2-2 113,-2 0 1,-3 0-1,-2 51 1,-3-27-291,-3 0 0,-3 0 1,-3 0-1,-2-1 0,-4-1 1,-44 108-1,49-148-482,-1-1-1,-1-1 1,-2 0 0,0-1-1,-2 0 1,0-2-1,-1 0 1,-1-1 0,-1-2-1,-1 0 1,-39 24 0,47-34-236,-1-1-1,0 0 1,1-1 0,-2-1 0,1-1 0,-1 0 0,0-1 0,1 0 0,-31-1-1,32-2-500,-1-1 0,0 0-1,1-1 1,0-1-1,-1 0 1,-17-7-1,-8-9-4256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0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20 167 6637,'-3'-8'2565,"-6"-10"10630,6 13-11952,0 1-3408,1 2 2689,3 3-483,-1-1-1,0 1 1,0-1 0,0 1 0,1-1 0,-1 1-1,0-1 1,1 0 0,-1 1 0,0-1 0,1 1 0,-1-1-1,0 0 1,1 1 0,-1-1 0,1 0 0,-1 0 0,0 1-1,1-1 1,-1 0 0,1 0 0,-1 0 0,2 1 0,-1-1 4,0 0 0,0 1 0,-1-1 0,1 1 1,0-1-1,0 1 0,0-1 0,-1 1 1,1-1-1,0 1 0,0 0 0,-1-1 1,1 1-1,-1 0 0,1 0 0,0-1 1,0 3-1,22 54 1030,-14-39-815,-1 1-1,8 29 1,12 138 316,-28-183-521,5 10 99,-5-12-152,0-1-1,0 0 0,0 1 1,0-1-1,0 1 0,0-1 1,0 0-1,0 1 1,0-1-1,0 1 0,1-1 1,-1 0-1,0 1 0,0-1 1,0 0-1,1 1 0,-1-1 1,0 0-1,1 1 0,-1-1 1,0 0-1,0 0 1,1 1-1,-1-1 0,0 0 1,1 0-1,-1 1 0,1-1 1,-1 0-1,1 0 0,17-24 30,-2 0 0,0-1 0,-2-1 0,19-46 0,14-26-24,-31 69-11,3-8-1,2 2 0,1 0-1,38-44 1,-59 77 12,0 0-1,1 1 1,-1-1-1,0 1 1,1 0-1,0-1 1,-1 1 0,1 0-1,0 0 1,0 0-1,0 0 1,0 0-1,0 0 1,-1 1-1,1-1 1,1 1 0,-1-1-1,0 1 1,0 0-1,0 0 1,0 0-1,0 0 1,0 0-1,0 0 1,0 0 0,0 1-1,0-1 1,0 1-1,0 0 1,0-1-1,0 1 1,0 0-1,0 0 1,0 0 0,-1 0-1,1 1 1,0-1-1,-1 0 1,1 1-1,-1-1 1,0 1-1,3 3 1,3 4 44,0 1 0,-1-1 0,0 1 0,0 0 0,-1 1 0,4 13 1,8 31-324,15 96 0,-24-106-420,3 17-814,8 38-2685,-3-35-2824,-1-13-3304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4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39 501 4308,'-18'-14'6084,"6"5"-1388,4 3-577,18-3-3566,-2 3-333,1 1 1,0-1-1,0 1 0,15-5 1,15-9-90,-6-4-29,55-47 0,-77 59-94,1-1 0,-2 0 0,1-1 0,-2 0 0,0-1 0,0 0 0,6-15 0,13-27-60,-16 36 75,-2-1 1,12-33-1,-1 7-25,-20 45 97,-14 22 320,3-4-312,1 0 0,1 1 0,1 1 0,0 0 0,2-1 0,-7 31 0,5-5 4,-3 77-1,10-105-306,1-1 1,0 1 0,1-1 0,1 0-1,0 1 1,1-1 0,0-1 0,1 1-1,1-1 1,0 0 0,10 15 0,-10-18-914,1 0 0,0-1 0,1 0 0,0 0 1,0 0-1,1-1 0,0 0 0,16 9 0,8-1-6217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4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42 186 12181,'0'0'3554,"-4"-1"-1953,-30-3 1278,31 3-365,4-1-1589,3-1-789,0-1 1,0 1-1,0-1 1,0 1-1,1 1 1,0-1-1,-1 1 1,1-1-1,0 2 1,6-3-1,60-13 122,-59 14-243,188-26-494,-59 10-26,149-16-168,45-7-2462,-332 41 1228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7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137 120 6557,'5'-4'668,"5"-6"-397,-3 7 6322,-31-19-2158,42-24 316,-6 14-3696,-11 29-431,-2 6-643,-3 12 58,0-1-1,1 1 1,1-1 0,1 1-1,0 0 1,2 28 0,1-21-35,0 1 1,2-2-1,0 1 1,9 25-1,-6-31 0,-1-1 0,2 1 0,0-1-1,1 0 1,1-1 0,0 0 0,1-1 0,0 0-1,1-1 1,0 0 0,21 15 0,-23-19-51,1-1 1,0 0 0,0-1-1,1 0 1,0-1 0,0 0 0,0-1-1,1 0 1,-1-1 0,1-1-1,0 0 1,0 0 0,0-2 0,0 1-1,23-3 1,-23-1 17,-1 0 0,0 0 0,-1-1 0,1-1-1,-1 0 1,1-1 0,-1 0 0,-1 0 0,1-1 0,-1 0 0,-1-1 0,1 0 0,-1-1 0,-1 0-1,1 0 1,-2-1 0,8-12 0,4-7 35,-2-1 0,-1-1 0,-2 0 0,20-62 0,-28 58 184,-8 31 128,-5 19 65,-31 102 704,6 2 0,5 2 1,-18 195-1,39-253-945,-46 530 557,49-552-671,-39 456 158,22-342-381,-48 180 1,60-305 114,0 0 1,-3-1 0,0-1-1,-2 1 1,-28 46 0,35-66 45,0 0-1,-1-1 1,0 1 0,0-2 0,-1 1-1,1-1 1,-2 0 0,1-1 0,-1 0 0,0 0-1,0-1 1,-1 0 0,1 0 0,-1-1 0,0-1-1,-1 1 1,1-2 0,0 0 0,-22 2 0,28-3 27,0-2 0,-1 1 0,1 0 1,0-1-1,0 0 0,0 0 0,-8-3 1,-77-31-78,84 33 81,1-1-1,-1 0 0,1 0 1,0 0-1,0 0 0,0-1 1,0 1-1,1-1 0,0 0 1,-1 0-1,1 0 0,1-1 1,-1 1-1,0-1 0,1 0 1,0 1-1,0-1 0,1 0 1,-2-9-1,1 3-2,1 0 1,0 0-1,1 0 0,0 0 1,1 0-1,0 0 0,4-13 1,3-9-102,3-1 1,0 1 0,2 1-1,2 0 1,20-33 0,103-144-1159,134-130-572,20 20-205,-169 188 270,-13 17-2975,-108 113 4387,-1 0 0,0-1 0,1 1-1,-1-1 1,0 1 0,0-1 0,0 0-1,0 0 1,0 1 0,0-1 0,0 0 0,-1 0-1,1 0 1,-1 0 0,0 0 0,1 0 0,-1 1-1,0-3 1,3-16-6040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9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1 246 5741,'7'5'717,"11"2"14406,-1-33-13736,-4-2-1126,0 1 0,32-47 1,-15 26-305,4-4 30,-33 50-41,13 32 76,-10-11-48,-1 1 0,-1 0 0,-1 23 0,-1-19-31,2-1 0,4 28 0,-5-44-236,3 11-248,0-1 1,12 30-1,-3-21-3053,6-3-3774,-3-8-160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9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 10877,'19'-9'4724,"-22"29"-4252,3 0-288,10 0-716,9 17-604,-13-3-1036,-3 1-1456,1-21-2177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0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17 6493,'2'-14'233,"-4"12"1717,-14 20 3902,-4 8-2730,9-13-2763,0 1 0,1 0 0,0 1 0,2 0 0,0 1 0,0 0 0,1 0 0,1 0 0,1 1 0,0 0 0,2 0 0,0 0 0,-2 22 0,4-18-338,1 0 1,0 0 0,2 0 0,0 0-1,2 0 1,0-1 0,1 1 0,1-1-1,1 0 1,17 35 0,-15-38-524,1-1 0,0-1 0,1 0 1,1 0-1,0-1 0,26 23 0,-23-25-1192,0-1 0,0-1 0,1 0 0,18 7 0,4 2-6254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0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321 0 8817,'-1'3'1176,"-2"19"926,1 0 0,0 31 1,14 101-6,-7-110-1464,-5-41-614,8 63 333,-3 1 1,-3 1-1,-8 79 1,4-133-409,0-1 1,-2 1 0,1-1 0,-2 0 0,1 0-1,-2-1 1,0 1 0,0-1 0,-1 0 0,-1-1 0,0 0-1,0 0 1,-15 15 0,10-15-631,0 1 0,-1-1-1,-30 17 1,23-16-1448,-1-2 0,-35 12-1,-6-2-5419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528 13 4848,'-4'-1'208,"12"0"8272,-15-6-6517,-3 4 3347,9 3-5222,0 0 0,1 1 0,-1-1 0,1 0 0,-1 1 0,1-1 0,-1 1 0,1-1 0,0 1 0,-1-1 0,1 1 0,-1-1 0,1 1 0,0-1-1,0 1 1,-1 0 0,1-1 0,0 1 0,0 0 0,0-1 0,-1 1 0,1 0 0,0 37 213,41 371 3750,-32-301-3683,20 407 1032,-29-425-1927,-5 0-1,-3 0 0,-35 153 0,34-208-11,-3-1 0,0 0 0,-2-1-1,-2-1 1,0 0 0,-39 53 0,36-60-256,0-1 1,-2-1-1,-1-1 0,-1-1 1,0-1-1,-2-1 0,0-1 0,-34 18 1,-20 1-4193,0-4-2957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2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89 4072,'0'0'1339,"10"-9"951,2-6 3820,0-11-2550,-3 4-1776,-8 20-1075,9-4-320,-9 5-376,0 1 0,-1-1 0,1 0 0,-1 1 0,1-1 0,0 1 0,0-1 0,-1 1 0,1-1 0,0 1 0,0-1 0,0 1 0,-1 0-1,1 0 1,0-1 0,0 1 0,0 0 0,0 0 0,0 0 0,-1 0 0,1 0 0,1 0 0,11 2 40,0 0 0,-1 1 0,1 1-1,-1 0 1,18 8 0,-24-9-49,0 0 1,-1 0-1,1 1 1,-1 0 0,0 0-1,0 0 1,0 1-1,0 0 1,-1 0-1,0 0 1,0 0-1,0 0 1,3 8-1,-2-4 1,-1-1-1,0 2 0,-1-1 0,0 0 1,0 1-1,-1-1 0,0 1 0,-1 0 1,0 0-1,-1-1 0,0 1 0,0 0 1,-1 0-1,0 0 0,-1-1 0,0 1 1,-7 18-1,1-6 0,-1-1 0,-1 0 1,-1-1-1,-23 34 0,29-48 20,0 2 0,1-1 0,0 0 0,0 1-1,1 0 1,0 0 0,-4 14 0,8-21-17,0-1 0,0 1 0,-1 0 1,1-1-1,0 1 0,0 0 0,0-1 0,0 1 0,0-1 1,0 1-1,0-1 0,0 0 0,0 1 0,0-1 0,0 0 1,2 0-1,-2 0 4,13 3-21,0-1 0,0-1 1,0 0-1,0-1 0,0 0 1,0-1-1,0-1 0,19-4 1,4 0-242,194-41-3854,-79 6-2932,-70 20 148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6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33 192 4796,'-26'-10'1253,"20"8"4290,6-12-4210,0 10-1169,-1 1 1,1 0 0,0 0 0,0 0 0,0 0 0,1-1 0,-1 1-1,1 0 1,0 0 0,0 0 0,0 0 0,0 0 0,0 0 0,1 0-1,-1 1 1,1-1 0,0 0 0,2-2 0,6-5-18,1 0 1,-1 1-1,1 1 1,1 0-1,0 1 1,0 0-1,0 0 1,1 1 0,0 1-1,0 0 1,0 1-1,0 1 1,1 0-1,21-2 1,21 0-138,1 2 1,67 5 0,-112-1-15,542 43-5406,-388-27 1429,13-7-1942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6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130 203 3916,'-39'-51'2858,"31"40"-2047,1 0-1,-2 0 1,0 1 0,-14-13 0,-12-14 1162,45 17-1460,-9 18-517,0 1-1,0-1 1,1 0 0,-1 1 0,1-1 0,0 1-1,-1 0 1,1-1 0,0 1 0,0 0 0,-1 0-1,1 0 1,0 0 0,0 1 0,0-1 0,0 0-1,3 0 1,40-4-466,-33 4 279,12 0-1030,-1 1 0,38 4 1,-19 0-959,26-1-1573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0.5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65 121 9305,'-21'-10'5157,"17"8"-2817,-3-9 304,7 10-2425,-1 0 1,1 0-1,0 0 1,0 0-1,-1 1 1,1-1-1,0 0 1,-1 0-1,1 1 1,-1-1-1,1 0 1,-1 1-1,0-1 1,1 0-1,-1 1 1,1-1-1,-1 1 1,0-1 0,0 1-1,-1-2 1,1 2-56,0 0 0,-1-1 0,1 1 0,-1-1 0,1 1 0,0-1 0,0 0 0,-1 1 1,1-1-1,0 0 0,0 0 0,0 0 0,0 0 0,0 0 0,-1-1 0,2 1-51,0 1-1,0-1 0,0 1 1,0-1-1,0 1 0,0 0 0,0-1 1,0 1-1,1-1 0,-1 1 1,0 0-1,0-1 0,1 1 1,-1-1-1,0 1 0,0 0 1,1-1-1,-1 1 0,0 0 0,1 0 1,-1-1-1,0 1 0,1 0 1,-1 0-1,0-1 0,1 1 1,-1 0-1,1 0 0,-1 0 1,0 0-1,2 0 0,6-3 292,0 1 0,1 0 0,-1 0 0,16 0 0,371-1-46,-102 3-244,519-35-4333,-732 30 3918,-20 0-2862,-57 5 1045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0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551 34 13049,'1'0'105,"-1"-1"0,1 1 0,-1-1 0,1 1 0,-1-1 0,1 0 0,-1 1 0,1-1 0,-1 1 0,0-1 0,0 0 0,1 0 0,-1 1 0,0-1 0,0 0 0,0 1 0,0-1 0,0 0 0,0 0 0,0 1 0,0-1 0,0 0 0,0 0 0,0 1 0,0-1 0,0 0 0,0 1 0,-1-1 0,1 0 0,0 1 0,-1-1 0,1 0 0,0 1 0,-1-1 0,0 0 0,-26-7 5678,20 6-5158,4 2 1814,0 1-1588,1 0-709,-1-1 1,1 1-1,-1 0 0,1 0 0,-1 0 1,1 1-1,0-1 0,-1 0 0,1 1 1,0 0-1,0-1 0,0 1 0,0 0 1,-1 2-1,0 1 43,1-1 0,0 1 1,0-1-1,1 1 0,-1 0 1,1 0-1,0 0 0,-1 5 1,-17 124 1033,-3 159 0,20-191-1219,-7 142 0,5-196 0,-3 1 0,-25 92 0,27-125-125,-2 0-1,0 0 1,0 0 0,-2-1-1,0-1 1,0 1-1,-2-1 1,1-1 0,-20 19-1,20-23-14,0 0 0,0-1-1,-1 0 1,0-1 0,0 0-1,-1-1 1,0 0 0,0-1-1,-1 0 1,1-1-1,-1 0 1,-25 3 0,34-6-139,-1-1 0,1 0 0,-1 0 0,0 0 0,1 0 0,-1-1 0,1 0 0,-1 0 0,1 0 0,-9-4 0,11 4-90,0 0-1,0-1 1,0 1 0,0 0 0,1-1-1,-1 0 1,0 1 0,1-1 0,-3-3 0,3 3-393,-1 0 0,1 0 1,0-1-1,0 1 0,0 0 1,1-1-1,-1 1 0,0-1 1,1 1-1,-1-4 0,3-19-10803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1.5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171 139 9841,'-19'-17'7929,"6"12"-4356,11 5-3374,0-1-1,1 1 1,-1 0-1,0 0 1,1 1-1,-1-1 1,0 0-1,1 0 1,-1 1-1,1-1 1,-1 1-1,1 0 1,-1-1-1,1 1 1,-1 0-1,1 0 1,-1 0-1,1 0 1,0 0-1,-1 0 1,1 0-1,0 0 1,0 1-1,0-1 1,0 0-1,0 1 1,0-1 0,1 1-1,-1-1 1,0 1-1,0 1 1,-4 8 114,0 1 0,-6 24 0,9-29 81,-19 72 290,3 0 0,-9 101 0,23-127-347,1 0 1,4-1-1,1 1 0,15 79 0,-9-95-413,2 0 0,1-1-1,2 0 1,1-1 0,34 59 0,-41-83-22,0-1 1,0-1-1,0 0 1,1 0-1,1 0 1,0-1-1,0 0 1,18 11-1,-22-16 49,0 0 1,0 0-1,1-1 0,-1 1 0,1-1 0,-1-1 0,1 1 0,0-1 0,0 0 0,0 0 0,0-1 0,0 0 0,0 0 0,0 0 0,0-1 0,-1 1 0,1-1 0,0-1 0,10-3 0,-8 1 10,1-1 0,-1 0 0,0-1 0,0 1 0,0-2 0,-1 1 0,0-1 0,0 0 0,0 0-1,-1-1 1,-1 0 0,1 0 0,-1-1 0,-1 1 0,1-1 0,-1 0 0,3-13 0,6-18-269,-2-1 0,9-71 0,-14 53-27,-3-1-1,-2 1 1,-2-1 0,-3 1 0,-3-1 0,-2 1-1,-3 1 1,-3 0 0,-2 1 0,-40-91-1,56 145 327,-15-31-174,-24-41-1,36 67 153,-1 1-1,0-1 0,0 1 1,-1 1-1,0-1 0,0 1 0,0 0 1,-1 0-1,0 1 0,0 0 0,-12-7 1,15 11 23,0 0 0,0 0 1,0 0-1,0 0 0,0 1 1,0 0-1,0 0 1,0 0-1,0 0 0,0 0 1,1 1-1,-1 0 0,0 0 1,0 0-1,0 0 1,0 0-1,1 1 0,-1 0 1,1 0-1,-1 0 0,-4 4 1,1-1 1,0 0 0,0 1 0,1 1 0,0-1 0,0 1 1,1 0-1,-1 0 0,-5 11 0,1 0 6,1 0 1,0 1-1,2 0 0,0 0 1,1 1-1,1 0 0,1 0 1,1 0-1,1 0 0,0 0 1,2 1-1,0-1 0,1 1 1,1-1-1,1 0 0,1 0 1,11 35-1,-9-39-19,-1-1 1,2-1-1,0 1 0,1-1 1,0 0-1,1-1 1,1 0-1,0 0 0,1-1 1,0 0-1,1-1 0,0 0 1,1-1-1,0-1 1,18 11-1,-16-13-352,0 0 0,0-1 0,1 0-1,0-2 1,0 1 0,0-2 0,0 0 0,1-1 0,24-1 0,-19-1-2354,0-2 0,34-7 1,-11-1-6276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2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231 33 5196,'-13'5'1081,"10"-5"1924,1-1-1467,-21-15 6924,13-2-7147,6 16 2969,-24 41-2632,11-15-591,-26 45 0,27-35-622,2 1 1,1 0 0,1 1-1,3 0 1,-8 47 0,14-55-396,0 1 1,2-1 0,1 1 0,1-1 0,2 1-1,1-1 1,11 42 0,-2-28-681,2-2 0,1 1 0,3-2 0,1 0 0,1-1 0,44 56 0,-28-48-1954,50 49 1,55 30-7142,-70-72 426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5.2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64 129 5809,'-1'-1'561,"-1"1"0,0-1 1,0 0-1,1 1 1,-1-1-1,0 0 0,1 0 1,-1 0-1,1 0 1,0 0-1,-1-1 1,1 1-1,0 0 0,-2-3 1,-4-8 4827,6 9-5062,1 2-583,-2-14 297,1 14 272,1-1 1,0 1-1,1-1 0,-1 1 1,0-1-1,0 1 0,1-1 1,-1 1-1,1-1 0,-1 1 0,1-1 1,-1 1-1,1 0 0,0-1 1,0 1-1,0 0 0,0 0 1,0 0-1,0-1 0,0 1 0,2-1 1,-2 1 813,0-2-1130,-1 0 0,1 1 0,-1-1 0,1 1 1,0-1-1,0 1 0,0-1 0,0 1 0,1 0 0,-1-1 0,1 1 0,-1 0 0,1 0 0,0 0 0,0 0 0,0 0 0,0 1 1,3-3-1,-3 2-12,0 0 553,-4 5-584,-4 13 96,0 0 0,1 1 1,0 0-1,2 0 1,0 0-1,-1 22 1,-7 33 62,-1-7-20,3 0 0,-1 100 0,13-103 16,-3-59-90,1-1 1,-1 1 0,1-1-1,0 1 1,0-1 0,0 0-1,0 1 1,0-1 0,0 0-1,2 3 1,1 1 23,-3-6-39,-1 1-1,1-1 1,0 1 0,0-1-1,0 1 1,0-1 0,0 0-1,0 0 1,0 1 0,-1-1-1,1 0 1,0 0-1,0 0 1,0 0 0,0 0-1,0 0 1,0 0 0,2-1-1,-3 1 7,5 0-1,0 0 0,0 0 0,0-1 0,0 1 0,0-1 0,0-1 1,0 1-1,0-1 0,0 0 0,-1 0 0,1 0 0,-1 0 0,0-1 0,1 0 0,-1 0 1,-1 0-1,1 0 0,0-1 0,-1 1 0,1-1 0,-1 0 0,5-8 0,4-8-26,0 0-1,-2-2 1,13-34 0,-13 31-7,3-12-112,-3-1 0,-1 0 0,-1-1 0,-3 0 0,2-50 0,-8 29-74,1 59 205,0 0 0,0 0 0,0 0-1,0 0 1,-1 0 0,1 0 0,0 1-1,-1-1 1,1 0 0,0 0 0,-1 0-1,1 0 1,-1 1 0,0-1 0,1 0-1,-1 1 1,1-1 0,-1 0 0,0 1-1,0-1 1,1 1 0,-1-1 0,0 1-1,0-1 1,1 1 0,-1 0 0,0-1-1,0 1 1,0 0 0,0 0 0,0-1-1,0 1 1,0 0 0,0 0 0,1 0-1,-1 0 1,0 0 0,0 0 0,0 1-1,0-1 1,0 0 0,0 0 0,0 1-1,1-1 1,-3 1 0,-1 2-54,0 0-1,0 0 1,0 0-1,1 1 1,-1-1 0,1 1-1,0 0 1,0 0 0,0 0-1,1 1 1,-1-1-1,1 0 1,0 1 0,0 0-1,0-1 1,1 1 0,-1 7-1,-2 10-603,1 0-1,0 37 1,1-23-534,2-30 850,0 0 0,0 0-1,1 0 1,0 0 0,0 0-1,0 0 1,1 0 0,0 0 0,0 0-1,0 0 1,1-1 0,0 1-1,0-1 1,0 0 0,0 0 0,7 7-1,-6-8-620,0 0 0,1 0-1,-1-1 1,1 1 0,0-1-1,0 0 1,5 2 0,28 9-6356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5.6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47 11205,'6'9'2294,"-1"-17"-49,-1-2-385,-4 9-1661,0 0-1,0 0 1,0 0-1,0-1 0,0 1 1,-1 0-1,1 0 1,0 0-1,-1 0 1,1 0-1,0 0 1,-1 0-1,1 0 0,-1 1 1,0-1-1,1 0 1,-1 0-1,-1-1 1,-5-12 3568,-12 11-2351,16 3-1362,0-1-1,0 1 1,0 0 0,0 0 0,0 0 0,0 1 0,1-1 0,-1 0-1,0 1 1,0 0 0,0 0 0,0 0 0,1 0 0,-1 0 0,1 1-1,-1-1 1,1 1 0,-1 0 0,1-1 0,-4 5 0,-5 5-386,2 0 0,-1 0 0,-8 15 1,-11 13-2676,16-26 1520,-23 30-6898,13-5-2114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6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166 262 7953,'-1'0'679,"-1"-1"0,0 1 0,1 0-1,-1 0 1,0 0 0,1-1 0,-1 2 0,1-1 0,-1 0 0,0 0 0,1 0 0,-1 1 0,0-1 0,1 1 0,-2 0 0,1 0-389,0 1 0,0-1 0,1 0 0,-1 0 0,1 1 0,-1-1 0,1 1 0,-1-1 1,1 1-1,-2 3 0,-1 3-504,0 0 1,1 1-1,0 0 1,-2 14-1,2-10 1248,-21 76-570,5 1 0,3 1 0,-6 171 0,21-202-418,0-25 5,1-1-1,1 0 1,2 0-1,1 0 1,10 35-1,-9-50-54,-2-5 37,1-1-1,0 1 1,1-1-1,12 23 0,-16-34-33,1 0-1,-1 0 0,1 0 0,-1 0 1,1 0-1,0 0 0,-1 0 0,1-1 1,0 1-1,0-1 0,0 1 0,0-1 1,1 0-1,-1 0 0,0 1 1,0-2-1,1 1 0,-1 0 0,1 0 1,-1-1-1,1 1 0,-1-1 0,1 0 1,-1 0-1,1 0 0,-1 0 0,1 0 1,-1-1-1,1 1 0,-1-1 0,0 1 1,5-3-1,0 0-12,-1-1 1,0 1-1,0-1 1,0 0-1,0-1 1,-1 0-1,1 1 0,-1-2 1,-1 1-1,1 0 1,-1-1-1,0 0 1,0 0-1,3-7 1,4-10-127,0-1 0,10-37 1,1-9-157,-3-2 0,-3 0 1,7-88-1,-17 67-302,-9-171 0,-3 202 391,-3 0 0,-2 1-1,-34-103 1,45 161 199,-2 0 1,1-1-1,0 1 0,-1 0 0,1 0 0,-1 0 0,0 0 0,0 1 1,0-1-1,0 0 0,0 1 0,-1-1 0,1 1 0,-1 0 1,-5-4-1,5 5 9,0 0 0,1 0 0,-1 1 0,0-1 0,0 1 0,0-1 0,0 1 0,0 0 1,0 0-1,0 0 0,0 1 0,0-1 0,1 1 0,-1 0 0,0-1 0,0 1 0,0 0 0,-3 2 1,0 1 33,0 0 1,0 0-1,0 0 1,0 0-1,1 1 1,0 0 0,0 0-1,0 1 1,0-1-1,1 1 1,0 0 0,-4 8-1,-3 7 94,1 1 1,-11 30-1,2 3 40,2 1-1,3 0 0,-11 97 0,22-125-134,2 1-1,1 0 1,1 0-1,1 0 1,2-1-1,1 1 1,1-1-1,1 0 1,16 38-1,-12-42-47,1 0 0,1 0-1,0-2 1,2 1-1,1-2 1,1 0-1,20 20 1,-26-31-172,-1 0 0,1-2 0,1 1 0,-1-1 0,1-1 0,1 0 0,-1 0 0,1-1 0,0-1 0,1 0 0,-1-1 0,1-1 0,0 0 0,0-1 0,15 1 0,-14-3-407,0-1-1,0 0 0,0-1 1,-1-1-1,29-9 0,-27 7-1295,0-2 0,24-13 1,2-7-5012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6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1 8441,'0'0'4049,"-2"2"-2146,-9 17 823,0 0 0,-14 37 0,-11 48-264,-15 35-4064,18-66-3115,15-25-1711,5-8-2874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7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423 1 8793,'0'0'4496,"0"6"-2765,1 26 68,2 0 0,7 38 0,4-6-335,28 76 0,-21-73-993,-3 2-1,-2 0 0,-4 1 1,-3 0-1,-3 1 0,-4 112 1,-5-148-540,-1 1-1,-2 0 1,-2-1 0,-1 0 0,-2-1-1,-1 0 1,-1-1 0,-2 0 0,-2-1-1,-34 50 1,20-39-1146,-1-1 1,-51 48-1,31-41-3144,-70 52 1,15-23-6173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7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10 187 12077,'-6'-21'2084,"6"1"-256,-3 0-215,15 3-73,4-3-460,0 6-204,13-15-172,-4 15-148,4 6-124,5-4-96,5 6-376,2 4-488,0-1-764,7 3-788,-10 3-925,6 11-1735,4 3-3717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7.9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41 218 11097,'-22'-8'2516,"9"-24"-280,7 21-299,9-9-445,0 0-276,17 5-412,11-7-436,4 2-492,13 0-884,12 2-992,7 1-3529,3 3-4492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9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26 14005,'-39'-21'2906,"31"17"4669,7 7-4492,-6 65-1438,1 81-1,-7 67 265,3-145-2846,-33 255-15478,37-254 3984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9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10 274 13917,'-10'-14'15238,"11"12"-15037,0 1 0,1-1-1,-1 1 1,0-1-1,0 1 1,1-1-1,-1 1 1,1 0 0,-1 0-1,1 0 1,0-1-1,1 1 1,2-2 114,12-7-230,1 1 0,1 1 1,-1 1-1,1 1 0,1 0 1,-1 2-1,25-4 1,-7 1-80,441-66-6,6 29 0,-282 28 0,-139 10-171,325-23-6016,-2 24-1179,-329 11 1120,-14 7-3567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9.9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 76 12885,'22'-18'5811,"-18"14"-4876,1-1 0,0 1 0,0 1 0,0-1 0,1 1 1,8-5-1,3 2-166,0 1 1,0 1-1,0 0 1,1 1 0,25 0-1,-15 1-244,-1 3 0,1 0 0,33 6-1,-56-6-490,0-1 0,0 2-1,0-1 1,0 1 0,-1-1-1,1 1 1,-1 0 0,1 1-1,-1-1 1,0 1-1,0 0 1,0 0 0,0 0-1,6 8 1,-8-8-20,0 0 0,0 0 0,-1 0-1,1 1 1,-1-1 0,0 0 0,0 1 0,0-1-1,0 1 1,-1 0 0,1-1 0,-1 1 0,0 0 0,0-1-1,0 1 1,-1-1 0,1 1 0,-1 0 0,0-1-1,0 1 1,-2 4 0,-5 11-14,0-1 0,-1 1 0,-1-1 0,-21 28 0,-60 64 0,50-62 0,-46 55 0,-115 145-163,197-241 29,1-1 0,0 1 0,0 0 0,1 0 0,-5 11 0,7-16 53,1-1 0,-1 1 0,1-1 1,0 1-1,-1 0 0,1-1 0,0 1 0,0 0 0,0-1 0,0 1 1,0-1-1,0 1 0,1 0 0,-1-1 0,1 1 0,-1-1 0,1 1 0,-1-1 1,1 1-1,0-1 0,0 1 0,0-1 0,-1 1 0,1-1 0,1 0 0,-1 0 1,0 0-1,0 1 0,0-1 0,1 0 0,-1-1 0,2 2 0,6 1-233,0-1-1,0-1 1,-1 0 0,1 0-1,0 0 1,0-1-1,0-1 1,0 0-1,12-2 1,-19 3 249,22-4-879,-1-1 1,0 0-1,0-2 0,29-13 1,83-47-5811,-101 49 4196,59-30-6350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0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7 13673,'18'-6'3835,"-23"10"5,-9 5-2561,14-7-1056,0 0-1,-1 1 0,1-1 1,0 0-1,1 0 0,-1 1 1,0-1-1,1 0 0,-1 0 0,1 1 1,0-1-1,0 0 0,0 2 1,7 11-403,1 0 1,0-1 0,1 0 0,1 0 0,0-1-1,1 0 1,24 20 0,12 14-3849,-46-45 3438,0 0 0,0 0 0,0 1 0,-1-1 0,1 1 0,-1 0 0,0-1 0,1 1 0,-1 0 0,0 0 0,-1 0 0,1 0-1,0-1 1,-1 6 0,1-4-583,2 15-6097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0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0 195 9337,'1'-12'987,"1"-1"0,0 1 1,1 0-1,1 0 0,0 0 1,0 0-1,12-21 0,-14 29-699,1 0-1,0 0 1,0 1-1,0-1 1,1 1 0,-1 0-1,1 0 1,-1 0-1,1 0 1,0 0-1,1 1 1,-1 0 0,0 0-1,1 0 1,-1 0-1,1 1 1,-1 0-1,1 0 1,0 0 0,-1 0-1,1 1 1,0 0-1,9 0 1,-6 1-120,1 0 0,-1 1 0,0 0 0,0 0 0,0 1 0,0 0 1,0 0-1,-1 1 0,1-1 0,-1 2 0,0-1 0,0 1 0,0 0 0,-1 1 0,0 0 0,0 0 0,0 0 1,5 9-1,-3-5-55,-1 1 1,-1 0-1,0 0 1,0 1-1,-1 0 1,-1 0-1,0 0 1,0 0-1,-1 1 1,-1-1-1,1 19 1,-8 107 423,5-135-377,1-3-156,1-1 0,-1 1 1,0-1-1,1 1 0,-1-1 0,1 0 1,-1 1-1,0-1 0,0 0 0,1 0 1,-1 0-1,1-1 0,4-2 6,12-13 11,0 1 0,-1-2 0,-1 0-1,0-1 1,23-39 0,18-22 52,-41 61 20,1 0 1,0 1-1,1 1 0,1 1 0,1 0 0,28-16 0,-41 27-63,0 1 0,0 1 0,1-1 0,-1 1 0,1 1 0,0 0-1,0 0 1,0 0 0,0 1 0,0 0 0,0 0 0,0 1 0,1 0 0,-1 1 0,0 0 0,0 0 0,0 0-1,0 1 1,0 1 0,0-1 0,-1 1 0,1 1 0,7 3 0,-4 1-2,-1 0 1,0 0-1,0 1 0,0 0 1,-1 1-1,-1 0 0,14 19 1,41 81-571,-48-83 159,-3-5-169,39 80-2875,-29-26-3293,-8-31 432,2-8-4066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1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57 7869,'1'-1'263,"-1"0"1,0 0 0,0 0-1,0 0 1,0 0-1,0 0 1,0 0 0,0 0-1,0 1 1,0-1-1,0 0 1,0 0 0,-1 0-1,1 0 1,0 0 0,-1 0-1,1 1 1,0-1-1,-1 0 1,1 0 0,-1 0-1,0 1 1,1-1-1,-1 0 1,1 1 0,-1-1-1,0 0 1,0 1-1,1-1 1,-1 1 0,0-1-1,0 1 1,0 0 0,1-1-1,-1 1 1,0 0-1,0 0 1,0-1 0,-1 1-1,-2-2-374,1 0 1822,2 0-1392,0 0 0,0 1 0,0-1 0,0 0 0,0 0 0,0 1 0,0-1 0,-1 0 0,1 1 0,-7-7 6574,10 45-6344,2 0-1,14 57 1,-9-49-37,5 59 1,-13-94-523,17 182-2504,-9-113-1583,3 18-7844,-1-61 720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2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51 257 11201,'-16'-6'2871,"-19"-5"6173,38-4-6658,-1 12-2305,0 1-1,0 0 0,0 0 0,0 0 1,0 0-1,0 0 0,1 0 0,-1 1 1,1-1-1,-1 1 0,1 0 0,-1-1 1,1 1-1,0 0 0,3 0 0,54-11 449,-34 8-277,903-112 1547,-619 85-1624,-49 0-563,-249 30 714,30-1-4478,-41 2 4066,-1 0 0,0 0 0,0-1-1,0 1 1,1 0 0,-1 0 0,0 0 0,0 0-1,0 0 1,0 0 0,1 0 0,-1 0 0,0 0-1,0 1 1,0-1 0,1 0 0,-1 0 0,0 0-1,0 0 1,0 0 0,0 0 0,1 0 0,-1 0 0,0 0-1,0 1 1,0-1 0,0 0 0,0 0 0,1 0-1,-1 0 1,0 0 0,0 1 0,0-1 0,0 0-1,0 0 1,0 0 0,0 0 0,0 1 0,0-1-1,0 0 1,0 1 0,-13 8-3227,-10 3-2649,1 2-3486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2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37 5348,'-1'0'154,"0"0"-1,0 0 0,0-1 0,0 1 0,0 0 0,0-1 0,0 1 0,-1-1 0,1 1 0,0-1 0,0 0 1,1 1-1,-1-1 0,0 0 0,0 0 0,0 0 0,0 0 0,1 0 0,-1 1 0,0-1 0,1-1 0,-1 1 1,1 0-1,-1 0 0,1 0 0,0 0 0,-1 0 0,1 0 0,0 0 0,0-1 0,-2-11 15872,-3 17-15647,0-1-1,0 1 1,1 0-1,0 1 1,-1-1-1,-4 9 1,8-12-360,1-1 0,0 1 0,0 0 0,-1-1 0,1 1 0,0 0 0,0-1 0,0 1 0,0 0 0,0-1 0,0 1 0,0 0 0,0-1 0,0 1 0,0 0 0,1-1 0,-1 1 0,0 0 0,0-1 0,1 1 0,-1-1 0,0 1 0,1 0 0,-1-1 0,0 1 0,1-1 0,-1 1 0,1-1 0,-1 1 0,1-1 0,-1 0 0,1 1 0,-1-1 0,1 1 0,0-1 0,-1 0 0,1 0 0,0 1 0,-1-1 0,1 0 0,0 0 0,0 0 0,42 13 132,-32-10-78,74 21 106,38 8-75,151 63 1,-53 6-1420,18 7-3357,-75-44-6337,-118-49 850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3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814 53 6609,'4'-1'598,"-1"-1"0,1 0 0,-1 0 0,0 0 0,0 0 0,0 0 0,3-4 0,-2 3 210,0-1 0,0 1 0,1 0 0,-1 0 1,1 0-1,7-3 0,4-1-171,-10 6 2003,-15 18-574,8-15-2024,-12 20 745,-1-1 0,-2-1 0,0 0 0,-34 33 0,-88 64 394,46-42-716,30-19-1078,2 2 1,-90 115-1,102-115-1044,-74 70-1,91-99 1373,22-21 289,-1 0 0,1 1 0,1 0 0,0 0-1,0 1 1,1 0 0,0 0 0,-5 12 0,11-18 71,0 0 1,1-1-1,0 1 0,0 0 1,0-1-1,0 1 1,0 0-1,1-1 1,-1 1-1,1 0 1,0-1-1,0 1 0,3 5 1,-2-4 85,1 4 73,0 0 0,1 0 0,0 0 0,1-1 0,-1 0 0,2 1 0,-1-2 0,1 1 0,0-1 0,1 1 0,-1-2 0,1 1 0,1-1 0,9 7 0,-4-6-134,-1-1 0,1-1-1,0 0 1,1 0 0,-1-1 0,1-1 0,0 0 0,27 1 0,45 1-1,167-13 0,88-33-661,-216 24 264,795-129-625,-861 134 1030,76-27-1,-133 38-354,-6-1-858,-1-1 616,1 1-1,-1 0 0,0 0 1,0 1-1,0-1 1,0 1-1,0 0 0,0 1 1,0-1-1,-7 1 1,-26 4-5969,-5 4-4215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4.5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16 462 8405,'-15'4'5482,"25"2"1786,2 0-8193,-9-5 2625,-1-1-1558,0-1-1,0 1 1,0-1-1,0 0 1,0 1-1,0-1 1,-1 0-1,1 0 1,0 0-1,0-1 1,-1 1-1,1 0 1,-1-1-1,1 1 1,-1-1-1,2-1 1,25-35 1072,-18 23-1101,32-48 47,-4-2 0,56-127 1,-94 192-159,17-46 376,-16 44-296,-1-1 0,0 1 0,1-1 0,-1 1 0,0 0 0,0-1 0,-1 1 0,1-1 0,0 1 0,-1 0 0,0-1 0,1 1 0,-1 0 0,0-1 0,-1-1 0,-4 3 538,0 5-495,-1-1 0,1 1 0,-1 0 0,1 0 0,1 1 0,-1-1 0,0 1 0,1 1 0,0-1 0,1 1 0,-1 0 0,1 0 0,0 0 0,0 1 0,1-1 0,-3 9-1,-8 19 947,-19 70 0,28-88-1026,-1 10-45,2 1 0,0-1 0,2 1 0,1-1 0,5 54 0,-4-77-267,0-1-1,1 1 1,0 0 0,-1 0-1,1 0 1,0-1 0,0 1-1,0-1 1,1 1 0,-1-1-1,1 1 1,-1-1 0,1 0-1,0 1 1,0-1 0,0 0-1,0 0 1,0 0 0,0-1-1,0 1 1,1-1 0,-1 1 0,1-1-1,-1 0 1,1 1 0,0-2-1,-1 1 1,1 0 0,0 0-1,0-1 1,-1 1 0,1-1-1,0 0 1,0 0 0,0 0-1,0 0 1,-1-1 0,1 1-1,0-1 1,0 1 0,3-2-1,19-7-5738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4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16 238 16265,'-12'-35'2925,"9"13"1503,9-1-2772,13-12 521,3 15-1717,7 3-732,12 3-721,7-3-667,-7-6-1076,0 6 136,10 5-3241,3 10-4984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4.8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10849,'0'0'6117,"19"-9"-5265,1 1-364,5 5-1304,0 0-449,-6-3-319,4 4-688,-8 13-1344,1-2-2153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5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111 258 11313,'-60'23'2352,"38"-23"2317,6-9-2449,3 0 996,26-11-2324,22-11-688,6 8-544,7-5-448,9-1-776,13-5-756,-7-1-900,4 4-1673,6 0-3864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5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28 12757,'0'-2'322,"-3"-22"2072,-3 23 998,-7 11 5207,11-1-5208,5 21-1676,2-5-1504,-3-18-213,0-1 0,-1 0 1,0 1-1,0-1 0,-1 0 0,0 1 1,-1 11-1,-2 20-2547,3 24-7067,0-34 4759,0-6-7904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7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48 199 6717,'-10'-2'19981,"9"-4"-16640,0-1-6678,0 5 5102,-10 2-1385,-10 0-1244,19-3 333,10-1 418,-6 3 114,-1 1 0,0-1 0,0 0 0,-1 0 0,1 1 0,0-1 0,0 0 0,0 0 0,0 0 1,-1 0-1,1 0 0,0 0 0,-1 0 0,1 0 0,-1 0 0,1 0 0,-1-1 0,0 1 0,1 0 1,-1 0-1,0 0 0,0-1 0,0 1 0,0 0 0,0-1 0,1-8 22,0 8 1092,-2 0-1000,0 1-1,0 0 0,0-1 0,1 1 1,-1-1-1,1 1 0,-1-1 0,1 1 1,-1-1-1,1 0 0,0 1 0,0-1 1,-1-2-1,7 7-92,-1 0 0,0 1 1,0-1-1,-1 1 0,1 1 1,-1-1-1,0 0 0,0 1 1,-1 0-1,1 0 0,-1 0 1,0 1-1,0-1 0,-1 1 1,0-1-1,0 1 0,0 0 0,2 11 1,11 74 49,-9-45-40,12 28-7,-18-73-11,0 1 1,1-1-1,-1 1 0,0-1 0,1 1 1,-1-1-1,1 0 0,0 1 0,-1-1 0,1 0 1,0 1-1,0-1 0,0 0 0,0 0 1,0 0-1,0 0 0,0 0 0,0 0 0,0 0 1,1 0-1,-1 0 0,0-1 0,1 1 1,-1 0-1,0-1 0,1 1 0,-1-1 1,1 0-1,-1 1 0,1-1 0,-1 0 0,0 0 1,1 0-1,-1 0 0,1 0 0,1 0 1,8 0-28,-10 0 19,1 0 1,-1 0-1,0 0 1,0 0 0,0 0-1,0 0 1,1-1 0,-1 1-1,0 0 1,0-1 0,0 1-1,0-1 1,0 1-1,0-1 1,0 0 0,0 1-1,0-1 1,0-1 0,3-1 27,9-4-3,-1-2 0,-1 0 1,1 0-1,-1-1 0,-1 0 0,0-1 0,13-18 0,53-91-55,-57 89 44,-5 6 2,1 0 1,1 1-1,1 1 1,1 1-1,2 1 1,28-26-1,-46 45-4,1 1 0,-1-1-1,1 1 1,-1 0-1,1 0 1,0 0 0,-1 0-1,1 1 1,0-1 0,-1 1-1,1 0 1,0-1 0,0 1-1,-1 1 1,1-1 0,0 0-1,0 1 1,-1-1 0,1 1-1,0 0 1,-1 0 0,1 0-1,-1 0 1,1 0 0,-1 0-1,1 1 1,-1-1-1,0 1 1,0 0 0,0 0-1,3 2 1,3 4 49,0 0 0,-1 0 0,1 1-1,-2 0 1,1 0 0,6 15 0,8 18-67,-3 0 0,-1 2 0,-2 0 0,13 69 0,8 34-7406,-5-32-2282,-22-83-3001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3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264 49 11397,'-4'-6'497,"2"4"-160,0-1 0,0 1 0,0-1 0,1 1 0,-1-1 0,1 0 0,0 0 0,-1 0 0,1 0 0,1 0 0,-1 0 0,0-7 6590,-20 22-3395,16-7-3193,0 0 0,0 1 0,0 0 0,1-1 0,0 2 0,0-1 0,0 0 0,1 1-1,0 0 1,-2 7 0,-23 81 1794,23-74-1851,-65 324-15,41-183-307,12-72 40,-6 114 0,21-162 0,2 0 0,2 0 0,2 0 0,1-1 0,12 44 0,-3-37 0,1 0 0,3-2 0,2 0 0,31 54 0,-33-70 0,1-1 0,2-1 0,0-1 0,2-1 0,1-1 0,1-1 0,30 22 0,-14-17-864,1-3-1,2-1 1,1-2 0,0-3 0,2-1-1,50 13 1,6-5-4735,193 25 0,-122-33-6936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4.0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 35 9081,'-47'-34'12262,"46"38"-11783,0 1 0,1-1 1,-2 0-1,1 0 0,0 1 0,-1-1 1,-2 4-1,-5 17 297,5 0 40,2 0 0,0 28 0,-1 14 216,-5 17-126,-38 356 1459,40-400-2343,-24 218 29,27-207-54,2 0 1,3 0-1,7 54 1,-8-100 2,0 1 0,0-1 0,0 0 0,1 0 0,0 0 0,0 0 0,0 0 0,0 0 0,1 0 0,0 0 0,0-1 0,0 0 0,0 1 0,6 4 0,-6-7 0,0 0 0,0-1 0,0 1 0,0 0 0,0-1 0,0 1 0,1-1 0,-1 0 0,1 0 0,-1-1 0,1 1 0,-1-1 0,1 0 0,-1 1 0,1-1 0,-1-1 0,1 1 0,-1-1 0,1 1 0,-1-1 0,1 0 0,4-2 0,28-13 0,-1 0 0,-1-3 0,-1 0 0,58-47 0,50-29 0,-133 91 0,0-1 0,0 2 0,0-1 0,0 1 0,1 0 0,0 1 0,0 0 0,-1 1 0,1-1 0,0 2 0,0-1 0,15 2 0,-17 0 0,0 1 0,1-1 0,-1 1 0,0 1 0,0 0 0,0 0 0,-1 0 0,1 1 0,-1 0 0,1 0 0,-1 0 0,0 1 0,-1 0 0,1 0 0,6 9 0,0 1 0,-1 1 0,-1-1 0,-1 2 0,12 24 0,23 77 0,-19-50 0,-20-55-411,1 0 1,0-1-1,9 12 1,-5-10-931,0 0 1,1-2 0,0 1 0,22 17 0,-22-21 322,0-1 0,0 0 1,1 0-1,0-1 0,1-1 0,-1 0 0,1-1 1,0-1-1,1 1 0,-1-2 0,20 3 0,18-3-8208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4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250 305 5256,'0'0'5075,"0"2"-4512,-4 11 303,-3-4 4949,-12-10 4008,5-2-11018,10 3 2494,3-3 31,-8-15-344,8 18-954,1 0 0,0 0 0,0 0 0,0-1 0,-1 1 0,1 0 0,0 0 0,0 0 0,0 0 0,-1 0 0,1 0 0,0 0 0,0 0 0,-1 0 0,1 0 0,0 0 0,0 0 0,0 0 0,-1 0 0,1 0 0,0 0 0,0 0 0,-1 0 0,1 0 0,0 0 0,0 0 0,0 0 0,-1 0 0,1 0 0,0 1 0,0-1 0,0 0 0,-1 0 0,1 0 0,0 0 0,0 0 0,0 1 0,0-1 0,0 0 0,-1 1 0,-1 3 201,0 1 1,0-1 0,1 1 0,-1 0 0,1 0 0,-1 9 0,-32 148-234,19-105 0,3 2 0,2-1 0,-2 81 0,12-118 0,0 11 0,0-1 0,10 57 0,-8-79 0,0 0 0,1 0 0,0 0 0,0 0 0,1 0 0,0 0 0,1-1 0,0 0 0,0 0 0,1 0 0,0-1 0,0 0 0,12 11 0,-13-14 0,0 1 0,1-1 0,0 0 0,-1 0 0,1-1 0,1 0 0,-1 0 0,1 0 0,-1-1 0,1 0 0,-1 0 0,1-1 0,0 0 0,0 0 0,0 0 0,0-1 0,0 0 0,0 0 0,0-1 0,0 0 0,0 0 0,-1-1 0,1 0 0,0 0 0,-1 0 0,1-1 0,6-4 0,1-1-3,0 0 0,0-1 1,-1-1-1,-1 0 0,1-1 0,-2-1 1,0 0-1,0 0 0,10-17 0,-8 10-9,-2-1 0,-1 0-1,0 0 1,-1-2 0,11-42-1,-11 19-20,-2 0-1,-2 0 0,-2-1 1,-1 1-1,-3-1 0,-7-46 1,3 47-91,-2 0 1,-3 1-1,-15-45 1,17 66 76,-1 1-1,0 0 1,-2 0-1,-1 1 1,0 1-1,-2 0 1,-22-26-1,30 39 44,0 1 0,-1-1 0,0 1 0,1 1 0,-2-1 0,1 1-1,-1 1 1,0-1 0,0 1 0,0 1 0,0 0 0,-1 0 0,1 0 0,-1 1-1,0 0 1,1 1 0,-1 0 0,0 0 0,0 1 0,0 0 0,0 1 0,-11 1 0,18-1 4,-10 1 12,0 0-1,0 1 1,0 1-1,1 0 1,0 0-1,-1 1 1,2 1 0,-1 0-1,-18 14 1,21-14 0,0 1 1,0 1 0,1 0-1,0 0 1,0 0 0,1 1 0,0 0-1,1 0 1,0 0 0,0 1 0,1 0-1,0 0 1,1 0 0,0 0-1,0 1 1,1-1 0,1 1 0,0-1-1,0 1 1,1 0 0,0-1-1,1 1 1,0 0 0,1-1 0,0 1-1,1-1 1,0 0 0,1 0 0,-1 0-1,2 0 1,0-1 0,0 1-1,1-1 1,0 0 0,9 10 0,-2-5-249,1-1 1,1 0-1,0 0 1,1-2 0,0 0-1,1-1 1,0-1 0,0 0-1,1-1 1,0-1-1,1-1 1,26 6 0,-1-3-1169,0-2 0,1-2 0,0-2 0,58-3 0,36-13-7806,-77 2-552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6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99 8005,'-6'-6'8185,"2"-12"-4899,4 17-3090,-1 0 0,1-1-1,0 1 1,-1 0-1,1-1 1,0 1-1,0 0 1,-1-1-1,1 1 1,0 0-1,0-1 1,1 1 0,-1-1-1,0 1 1,0 0-1,1 0 1,-1-1-1,1 1 1,-1 0-1,1-2 1,2 0 8,-1-1 1,1 1-1,0 0 0,-1 0 1,1 0-1,1 0 0,-1 0 1,0 1-1,1-1 0,-1 1 1,1 0-1,0 0 1,0 0-1,0 1 0,0-1 1,0 1-1,0 0 0,0 0 1,0 0-1,0 1 0,0-1 1,1 1-1,6 1 1,-2-1-97,-1 1 0,0 0 0,0 1 0,1 0 0,-1 0 0,0 1 0,-1 0 0,1 0 0,0 1 0,-1-1 0,10 8 0,-8-3-26,-1 0 0,1 1 0,-1-1 0,-1 1 0,0 1-1,0 0 1,-1 0 0,0 0 0,6 16 0,-5-9-40,-1 1 1,0 0-1,-1 0 1,-1 1-1,3 23 0,-6-13 4,-1-1-1,-1 0 0,-10 54 0,-27 82 17,-44 92 0,68-220-48,12-33 7,22-21-16,-6 2-33,0-1 0,-1-1 0,-1 0 0,-1-1 0,16-36 0,34-108-99,29-122-53,-64 188 401,-25 94 150,1 6 175,11 22-398,-2-1 0,0 2 0,-2 0 1,10 40-1,14 41 13,-21-77-816,1 0 0,2-1-1,0 0 1,27 35 0,-34-53 325,0-1 0,1 0 0,1 0 1,-1-1-1,2-1 0,-1 1 0,1-2 0,0 1 0,1-1 0,0-1 1,0 0-1,0-1 0,14 4 0,-22-8-379,0 0 0,0-1 0,1 1 0,-1-1 0,1 0-1,-1 0 1,0 0 0,1 0 0,-1-1 0,0 0 0,6-1 0,8-2-3455,5 1-5052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6.5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7 12877,'13'-6'2856,"-11"9"-554,-20 19 1146,-3 6-427,14-12-1874,1-1 0,-8 30 0,-6 17 644,17-53-1643,-26 62 888,3 1 1,-31 138-1,53-187-1188,1-1 0,0 1 0,2 0 0,1-1 0,1 1 0,1 0 0,1 0 0,0-1 0,2 1 0,1-1 0,1-1 0,0 1 0,2-1 0,14 25 0,-11-26-485,1-1 0,2-1 0,0 0 0,0-1 0,2 0 0,0-1 0,1-1 0,36 23 0,-21-18-1902,1-2 0,1-1 0,0-1 1,61 17-1,-9-12-6763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6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4 9897,'1'0'142,"0"-1"0,0 1 0,0-1 0,0 1 0,0-1 0,-1 1 1,1 0-1,0 0 0,0-1 0,0 1 0,0 0 0,0 0 0,0 0 0,1 0 0,-1 0 0,0 0 0,0 0 0,0 1 1,0-1-1,-1 0 0,1 1 0,0-1 0,0 0 0,0 1 0,0-1 0,0 1 0,0-1 0,0 1 0,-1 0 0,1-1 1,0 1-1,0 0 0,-1 0 0,1-1 0,-1 1 0,2 1 0,28 41 2492,-21-29-2086,18 23 182,-2 2 0,-1 0 0,-2 2 0,-2 0 0,26 80-1,-34-79-613,-1 1 0,-3-1 0,-1 1-1,-3 0 1,-1 1 0,-2-1 0,-2 1-1,-2-1 1,-2 1 0,-2-1 0,-1-1-1,-27 77 1,-23 17-219,49-119-40,-1-1 0,0 0-1,-1 0 1,-1-1-1,-24 24 1,0-6-1361,-57 38 0,1-15-7401,70-46 545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7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42 456 8729,'0'0'3760,"-4"0"-2168,-33 0 6834,39 1-8232,-2 0-178,1-1 0,0 1 0,0 0 0,-1-1 1,1 1-1,0-1 0,0 1 0,0-1 0,0 1 0,0-1 0,0 1 0,0-1 0,0 0 0,0 0 0,0 0 0,0 1 0,0-1 0,0 0 0,0 0 0,0 0 0,0 0 0,0-1 0,0 1 0,0 0 0,0 0 0,0-1 0,0 1 0,1-1 0,1-2 3,0 0 1,-1 0-1,0 0 0,0-1 0,0 1 1,0-1-1,2-5 0,5-13 11,-2 0-1,0-1 0,-1 1 1,-1-1-1,-2-1 1,2-35-1,-9-143 894,4 200-849,0 0 0,-1 0 0,1 0 0,0 0 0,-1 0 0,0 0 0,1 0 0,-1 0 0,0 1 0,0-1 0,0 0 0,0 1 0,0-1 0,-3-2 0,4 4-47,-1-1 0,1 1-1,-1 0 1,1-1 0,-1 1 0,1 0-1,-1 0 1,1 0 0,-1-1 0,0 1-1,1 0 1,-1 0 0,1 0-1,-1 0 1,1 0 0,-1 0 0,0 0-1,1 0 1,-1 0 0,1 0-1,-1 1 1,0-1 0,1 0 0,-1 0-1,1 1 1,-1-1 0,1 0-1,-1 0 1,1 1 0,-1-1 0,1 1-1,-1-1 1,1 0 0,0 1 0,-1-1-1,1 1 1,0-1 0,-1 1-1,1-1 1,0 1 0,-1-1 0,1 1-1,0-1 1,0 1 0,0 0-1,0 0 1,-6 11 58,1 1 0,0 0 0,1 0 0,0 0 0,1 0-1,1 1 1,0-1 0,1 1 0,0-1 0,1 1 0,1-1 0,0 1 0,1-1 0,4 17 0,2 0-1218,2-1 1,0 0 0,2-1-1,1 0 1,18 27 0,-3-18-6355,-23-31 6001,24 26-7852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7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55 10357,'0'-23'1560,"-6"8"-240,3-2 1833,15 26-4538,1-6-667,3 17-1712,16 8-2441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7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39 200 12365,'-4'2'351,"0"0"117,0 0 1,0 0-1,1 0 0,-1 0 0,1 1 1,0-1-1,-6 7 7264,27-24-5555,-5 7-1897,-1 0 0,2 1 0,-1 1 0,1 0-1,24-7 1,81-13-541,-43 11-674,92-40-2221,-81 23-401,4 6-4364,-46 17-847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0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498 45 9101,'-1'-3'469,"-1"0"1,1 1-1,-1-1 1,0 0-1,0 1 1,0-1-1,0 1 1,0 0 0,0-1-1,-1 1 1,1 0-1,-1 1 1,1-1-1,-1 0 1,0 1-1,0-1 1,1 1-1,-1 0 1,0 0-1,0 0 1,0 0-1,-4 0 1,4 1-181,1 0 0,-1-1-1,0 1 1,1 0 0,-1 0 0,0 1 0,1-1 0,-1 1-1,0-1 1,1 1 0,-1 0 0,1 0 0,-1 0 0,1 0-1,-1 0 1,1 0 0,0 1 0,-1-1 0,1 1 0,0 0 0,0 0-1,0 0 1,1 0 0,-1 0 0,0 0 0,-1 4 0,0 0-110,0 0 1,1 0-1,0 0 1,0 1 0,1-1-1,0 1 1,0 0 0,0-1-1,1 1 1,0 0 0,0-1-1,1 1 1,0-1 0,0 1-1,1 0 1,-1-1 0,1 0-1,4 8 1,4 9 69,1-1 1,1-1-1,23 34 1,-20-34-278,0-1 0,2 0 0,0-1 1,1-1-1,0 0 0,2-2 0,0 0 1,1-1-1,1-1 0,0-1 0,0-1 1,27 9-1,-40-17-17,0-2-1,0 1 1,1-1 0,-1-1 0,0 0-1,1 0 1,-1 0 0,1-2 0,-1 1 0,0-1-1,1 0 1,-1-1 0,0 0 0,0-1-1,0 1 1,0-2 0,0 1 0,-1-1-1,1-1 1,-1 0 0,0 0 0,-1 0 0,1-1-1,-1 0 1,7-8 0,1-6 71,-2 1 1,20-39-1,3-4 520,-35 60-252,13 25 406,-9-13-666,-1 1 1,0 0-1,0 0 1,-1 0-1,-1 1 1,0-1 0,-1 1-1,1 20 1,-10 104 201,4-86-208,-6 77-28,-5 0 0,-5-1 0,-6-2 0,-6 0 0,-54 138 0,-119 176-97,159-358 53,-3-1 0,-4-3 1,-75 83-1,108-137-25,-1-1 0,-29 22 0,41-36 58,-1 0 0,-1 0 0,1-1 0,-1-1 0,0 1 0,0-2 0,-24 7 0,30-10 14,0-1 0,1 1 0,-1-1-1,0 0 1,0-1 0,1 0 0,-1 1 0,0-1-1,1-1 1,-1 1 0,1-1 0,-1 1-1,1-1 1,-1-1 0,1 1 0,0-1 0,0 1-1,1-1 1,-1 0 0,0-1 0,1 1 0,0 0-1,-3-5 1,-4-4-1,2 0-1,-1 0 1,2-1-1,0 0 1,0 0 0,-5-16-1,1-5 10,2-2-1,1 1 0,1-1 1,2 0-1,2-1 0,1 1 0,4-50 1,5 8-223,4 0 0,27-104 0,-23 129-407,2 0 1,3 1-1,2 1 1,2 1-1,2 0 0,2 3 1,2 0-1,3 2 1,72-79-1,-37 56-1941,102-80-1,3 22-5629,-77 64-1054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0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0 357 9905,'6'-8'-52,"-5"7"697,0 0-1,0 0 1,0-1-1,-1 1 1,1 0-1,0 0 1,-1 0 0,1-1-1,-1 1 1,1 0-1,-1 0 1,1-1-1,-1 1 1,0-2-1,-2-9 624,1 10-1215,1 1 0,-1-1 0,1 1 0,0-1-1,-1 0 1,1 1 0,0-1 0,0 1 0,0-1 0,0 0-1,0 1 1,0-1 0,1 1 0,-1-1 0,1 1 0,-1-1-1,1 1 1,-1-1 0,1 1 0,0-1 0,0 1 0,1-3-1,7-12 275,-4 7-271,-1 1-1,0-1 0,0 0 0,-1 0 1,-1 0-1,1 0 0,-1-1 0,-1 1 0,0 0 1,0-1-1,-1-12 0,-1 8 239,1 1 0,0 0 1,1 0-1,1 0 0,0 0 0,0 0 0,7-18 0,-5 13 1448,0 36-1149,-1 1-1,0 29 0,-3-32-579,1-1-1,1 1 0,0 0 0,7 22 0,31 61-2483,-4-34-2662,-11-34 741,-9-18-1556,-4-4-2051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0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 8505,'-51'0'5152,"38"40"-2119,13-23-2593,3 3 104,4 6-84,5 14-316,7-12-592,-3 1-720,-6-3-693,3 2-2407,-7-11-3281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1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9909,'0'18'6846,"-1"27"-2400,-14 55-652,11-79-3396,0 0 1,1 0 0,1 0 0,1 0-1,2 29 1,2-34-451,0 1-1,1-1 1,0 0-1,1 0 0,1 0 1,1-1-1,0 0 1,1 0-1,1-1 1,0 0-1,0 0 1,17 17-1,-12-17-602,0-1 0,1 0 0,1 0 1,0-1-1,0-2 0,1 1 0,0-2 0,1 0 0,0-1 0,22 6 0,72 13-7795,-52-16 384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1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0 12361,'2'14'2013,"2"0"-1,9 23 1,5 19 1669,35 103 215,-20-67-2793,12 58-38,-39-123-926,-2 0 1,0-1-1,-1 50 0,-4-32-292,-2-1 1,-2 1-1,-20 76 1,19-98-216,-1-1 0,-1 0 0,-1 0 0,-1-1 0,-1 0 0,0-1 0,-2 0 0,0-1 0,-20 21 0,5-11-1550,-2-1 1,-48 33 0,-21 2-5623,43-27-622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2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591 1 10405,'-35'18'1933,"27"-15"-1289,1 0-1,-1 1 1,1 0 0,-1 1-1,1-1 1,0 1-1,1 1 1,-1-1 0,1 1-1,0 0 1,1 1-1,-1-1 1,-4 9 0,7-8-179,0 1 0,1-1 0,0 1 1,0-1-1,1 1 0,0 0 0,0 0 1,1-1-1,0 1 0,0 0 0,1 0 1,0-1-1,3 13 0,2 3 242,1 0 1,0 0-1,15 27 0,112 204 252,-16-30-181,-89-163-608,36 114-1,-51-129-167,-3 1 0,-1 0 0,-3 0 1,-2 1-1,-1 64 0,-5-82-9,-2 0 1,0-1-1,-2 0 1,-2 0-1,-1 0 1,0-1-1,-3 0 1,0-1-1,-27 48 1,14-38-648,-1-2-1,-2 0 1,-2-2 0,-1 0-1,-1-3 1,-1 0 0,-2-2 0,-47 29-1,31-25-2219,-97 44 0,81-49-2015,-79 22 0,74-33-3427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2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8285,'0'0'4982,"3"1"-3607,0-1-1218,2 0 106,-1 1 1,1 0-1,-1-1 1,1 1-1,-1 1 0,1-1 1,-1 1-1,1 0 0,-1 0 1,0 0-1,0 0 1,0 1-1,0-1 0,-1 1 1,1 0-1,3 5 0,2 2 26,0 0-1,-1 1 0,0 0 0,11 21 0,-17-27-246,0 1 1,0-1-1,-1 1 1,1-1-1,-1 1 1,0-1-1,-1 1 0,1-1 1,-1 1-1,0 0 1,-1-1-1,1 1 0,-1 0 1,-2 6-1,1-4-3,-1 1-1,0-1 1,0 0 0,-1 0-1,0 0 1,0-1-1,-1 1 1,0-1-1,0 0 1,-1 0-1,-10 10 1,-25 34 608,39-49-445,27 0 54,19-3-733,0-3-1,-1-1 1,0-2-1,72-22 1,-92 23-181,116-32-7440,-69 20-696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2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0 166 8773,'38'-32'8033,"-47"18"-6561,2 3 784,11-9-1444,-1 0 344,0 3-776,0 2-192,-6-5-4300,0 3-1541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1 332 5469,'22'-32'1172,"-9"21"-108,-1 0 28,1 2-316,3-2-188,6-4-144,20-5-100,-4 6-80,6-3 64,10 3-156,10-9-48,-1 6-52,4-3-160,-4 0-168,7 0-200,-6-6-452,-1-3-2136,-6 6-1129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76 195 5056,'-10'4'878,"0"0"0,0 0-1,0 1 1,1 1-1,-18 11 4113,54-26-4228,294-81-425,-225 62-1032,171-50-5742,-178 49 1020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0 224 5829,'0'0'6040,"3"-2"-5301,33-15-228,0 1-1,2 1 0,44-10 0,124-22-395,-121 29-284,133-24-1627,-61 12-3634,-100 19 1045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6069,'0'0'4996,"13"12"-4344,-1-4-96,23-8-140,32 0-88,-3-3-216,9-2-376,9-4-364,4-5-692,3-3-1912,6 0-1469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2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48 12113,'-13'-19'2023,"10"15"1521,0-10-288,3 13-3168,0 1-1,0-1 1,0 1 0,0 0-1,0-1 1,0 1 0,0-1-1,0 1 1,0 0 0,-1-1-1,1 1 1,0-1 0,0 1-1,0 0 1,-1-1 0,1 1-1,0 0 1,-1 0 0,1-1-1,0 1 1,-1 0 0,1-1-1,0 1 1,-1 0 0,1 0-1,0 0 1,-1 0 0,1-1-1,0 1 1,-1 0 0,1 0-1,-1 0 1,1 0 0,-1 0-1,1 0 1,0 0 0,-1 0-1,1 0 1,-1 0 0,1 0-1,-1 0 1,0 1 17,0-1-1,0 1 0,0 0 1,0 0-1,0-1 1,0 1-1,0 0 1,1 0-1,-1 0 0,0 0 1,1 0-1,-1 0 1,0 0-1,1 0 1,-1 0-1,1 0 1,0 0-1,-1 2 0,-1 6 168,1 1-1,0 0 0,1 0 0,0 0 1,1 0-1,0 0 0,3 16 0,1 9 382,41 320 645,23 262 746,-50 1-2044,-17-772 0,6 0 0,42-223 0,-42 344 0,0 0 0,23-53 0,-27 75 0,1 1 0,0 0 0,1 0 0,0 1 0,0-1 0,1 1 0,1 0 0,-1 1 0,1 0 0,1 0 0,17-12 0,-23 18-3,1-1 1,0 1-1,0 0 1,0 1-1,0-1 0,0 1 1,0-1-1,0 1 0,0 0 1,0 1-1,1-1 1,-1 1-1,0 0 0,1 0 1,-1 0-1,0 0 1,1 1-1,-1 0 0,0 0 1,0 0-1,0 0 1,0 1-1,0-1 0,5 4 1,-6-4 0,17 7-4,0 1 0,-1 0 0,0 1 0,-1 1-1,0 1 1,-1 1 0,0 0 0,19 21 0,0 5 30,-2 2 1,-2 2-1,34 59 1,-21-22-25,36 92 1,-24-5-902,-12-31-2939,-29-87-3822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2.9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437 564 8153,'0'0'8359,"-1"3"-5790,-12 45-409,2 0 0,2 1-1,-4 53 1,3 153 163,7-109-1204,3 63-271,3-168-712,2 0 0,1 0 1,12 40-1,-14-69-114,0 0-1,0-1 1,1 1-1,0-1 1,1-1-1,12 18 1,-15-24-45,0-1 0,0 1 0,0-1-1,0 0 1,1 0 0,-1 0 0,1 0 0,0-1 0,0 1 0,0-1-1,0 0 1,0 0 0,0-1 0,0 1 0,1-1 0,-1 0 0,0 0-1,1 0 1,-1-1 0,1 1 0,6-1 0,-5-1-20,1 0-1,-1 0 1,1-1 0,-1 0 0,0 0 0,0 0-1,0 0 1,0-1 0,0 0 0,-1-1-1,1 1 1,-1-1 0,0 0 0,6-6-1,-3 1-41,-1 1 0,0-1-1,0 0 1,-1-1-1,0 0 1,-1 0-1,7-16 1,6-27-321,-2-1 0,-3-1 1,-2 0-1,-3-1 0,3-74 1,-9 28 49,-5-1 1,-4 0 0,-4 1 0,-5 1 0,-5 0 0,-3 1 0,-57-144 0,65 203 219,-38-70 0,49 101 124,-1 0 1,-1 0-1,1 1 1,-2 0-1,1 0 0,-1 1 1,0 0-1,-1 1 1,0-1-1,0 2 1,-1-1-1,-13-6 1,16 11 43,0 0 1,0 0-1,0 1 1,0 0 0,-1 1-1,1 0 1,0 0-1,0 0 1,0 1-1,-1 0 1,1 0 0,0 1-1,0 0 1,0 0-1,-9 4 1,3 0 58,1 0 0,0 1 0,0 0 1,0 1-1,1 0 0,0 1 0,1 0 0,0 1 0,-13 16 1,3-1 85,2 0 1,-29 55-1,30-47-58,1 1 0,2 0-1,2 1 1,-11 46 0,18-58-77,2 1 1,0 0 0,1-1 0,1 1-1,2 0 1,0 0 0,8 39 0,-6-51-55,0 0-1,0-1 1,2 0 0,-1 0 0,1 0 0,1-1 0,0 1 0,0-1 0,1-1 0,1 1 0,13 13 0,-8-11-148,0-1-1,1-1 1,0 0-1,1-1 1,0 0-1,0-2 1,23 9-1,-5-5-614,0-1-1,1-3 1,0 0-1,0-2 1,0-2-1,1-1 1,52-4 0,-51-1-2045,1-3-1,51-13 1,-8-5-6172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3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 11733,'1'-3'2000,"2"-3"-1337,0 0 1,0 1 0,1-1 0,-1 1 0,1 0 0,1 0 0,7-7-1,-10 10-488,0 0-1,1 1 0,-1-1 0,0 1 1,1-1-1,0 1 0,-1 0 0,1 0 1,0 0-1,-1 0 0,1 1 0,0-1 1,0 1-1,0-1 0,-1 1 0,1 0 1,0 0-1,0 1 0,0-1 0,0 0 1,3 2-1,8 2 19,-1 1 1,0 1 0,0 0-1,-1 0 1,1 1 0,-2 1-1,1 0 1,-1 1 0,0 0-1,-1 1 1,0 0 0,0 0-1,-1 1 1,0 0 0,-1 1-1,-1 0 1,0 0 0,6 15-1,-3-3-127,-1 1 0,-1-1 0,-1 1 0,-2 1 0,0-1 0,-2 1 0,-1 0 0,-1 0 0,-2 28 0,-29 174 231,19-161-235,10-56-17,-1 0 1,-1 0-1,-6 16 1,8-25-21,2-2-25,1 0 0,-1 0 0,0-1 1,1 1-1,-1 0 0,0-1 0,1 1 0,-1-1 1,0 0-1,0 1 0,0-1 0,0 0 0,1 0 0,-1 0 1,0 0-1,0 0 0,-1 0 0,1 0 0,0 0 1,0 0-1,0 0 0,-1-1 0,1 1 0,0-3 0,11-35 31,-9 27-29,44-110-59,-3 9 90,-12 34-125,-23 60 388,-8 17 21,-1 5-40,7 19-160,1 1 0,1-1 0,0-1 0,2 0 0,0 0 0,2-1 0,19 24 0,-18-26-459,1-1 0,0 0 0,2-1 0,0-1 0,1 0 1,0-2-1,1 0 0,0-1 0,36 16 0,-27-16-1271,0-1-1,40 10 0,-34-14-3111,60 6-1,-37-10-4108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3.8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0 11525,'-21'44'975,"10"-23"-43,1 0 0,1 0 1,-6 27-1,7-21 749,1 0 1,2 0-1,-4 45 0,9-50-1242,0 0 0,1 0-1,1 0 1,1 0 0,1 0-1,1 0 1,1-1 0,12 30-1,0-11-253,2-1-1,1 0 0,3-2 1,0-1-1,2-1 0,34 34 1,-26-33-917,3-2 1,0-2-1,2-1 1,2-2-1,48 27 1,-65-44-385,0 0 1,1-2 0,26 8 0,36 2-5770,-19-10-2589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4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8161,'11'2'537,"0"0"0,0 1 1,-1 1-1,1-1 0,-1 2 0,0-1 1,0 2-1,0-1 0,-1 1 1,1 1-1,-1-1 0,-1 2 0,13 12 1,4 8 485,28 31 314,-2 2 1,-2 2-1,54 95 0,-80-114-867,-1 2-1,-3 1 0,-1 1 1,15 70-1,-25-81-242,-3 1 1,0-1 0,-3 1-1,-1 0 1,-2 0-1,-9 60 1,1-52-110,-1 0 0,-3-2 0,-2 1 0,-1-2 0,-3 0 0,-1-1 0,-35 54 0,21-47-766,-1-1 0,-3-2 1,-1-2-1,-3-1 0,-60 49 1,46-56-1750,20-14-6179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5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72 12781,'-15'-22'1370,"-7"-10"1830,3 16 3253,18 15-4491,-2 3-518,-1 1-1255,1 0-1,-1 0 1,1 1 0,0-1-1,0 1 1,1 0 0,-1 0 0,1 0-1,0 0 1,0 0 0,0 1 0,1-1-1,-1 1 1,1-1 0,0 1-1,0-1 1,1 1 0,-1 0 0,1-1-1,1 8 1,-1 17 219,2 0 0,6 32 0,-5-43-253,37 174-444,18-6-3785,-19-64-1695,-10-29-2672,-4-21-2554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4.7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76 100 13029,'-39'7'2425,"3"4"6819,66-23-8537,1 1 1,63-14-1,73-1-47,-100 16-461,-50 8-177,176-24 258,-147 22-213,1 2 0,52 5 0,-88-2-65,0 1 1,1 0-1,-1 0 1,0 1-1,14 6 1,-22-8 1,0 0 0,-1 0 0,1 1 0,0-1 0,0 1 1,-1 0-1,1-1 0,-1 1 0,0 1 0,1-1 0,-1 0 0,0 0 0,0 1 0,0-1 0,-1 1 0,1 0 1,-1 0-1,1-1 0,-1 1 0,0 0 0,0 0 0,0 0 0,0 0 0,0 6 0,-1-1 2,-1 1 0,0 0 0,-1-1 0,0 1 0,0-1 0,0 1 0,-1-1 0,-1 0 0,1 0 0,-1-1 0,-9 15 0,-9 8 143,-37 41-1,45-54-70,-109 111 485,-14 17 64,115-118-491,1 0 1,1 2 0,-27 52 0,45-78-127,1 0 0,-1 0-1,1 0 1,-1 0 0,1 1 0,0-1 0,1 0 0,-1 1 0,0-1-1,1 0 1,0 1 0,0-1 0,0 1 0,0-1 0,0 1 0,1-1-1,-1 0 1,1 1 0,0-1 0,0 0 0,0 1 0,1-1 0,-1 0-1,1 0 1,0 0 0,0 0 0,0 0 0,0-1 0,0 1 0,0-1-1,1 1 1,4 3 0,-1-3-14,-1 0-1,1 0 1,-1-1-1,1 0 1,0 0-1,0 0 1,0-1 0,0 0-1,10 1 1,60-2-302,-60-1 201,90-6-1554,0-5-1,-1-5 1,146-41 0,114-72-9398,-232 69 1382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4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1 100 10981,'0'0'9193,"6"-11"-8617,0-1-236,20 1-492,18-6-536,1 5-688,9 1-480,-4-3-705,-2 5-1595,9 6-3161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5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92 295 10113,'-70'35'2208,"58"-24"-232,2 0 5753,32-28-6917,32-8-380,7 7-424,2-10-340,7-6-468,9-4-532,17-7-440,2-4-796,10-2-2273,9 5-3808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5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625 498 11969,'-25'-37'2628,"24"35"-2302,0 0 0,0 0 1,0 1-1,-1-1 0,1 0 1,0 1-1,-1-1 0,1 1 1,-1 0-1,0-1 1,1 1-1,-1 0 0,0 0 1,0 0-1,0 0 0,0 1 1,0-1-1,-2 0 0,-6-2 4682,9 3-4764,-1 0 1,0 0-1,1 0 1,-1 0-1,1 1 1,-1-1-1,0 1 1,1-1-1,-1 1 1,1 0-1,-2 0 1,-3 3-93,0 0 1,0 0-1,1 0 1,0 1-1,0 0 1,0 0-1,0 0 1,1 1-1,0 0 1,0-1-1,0 1 1,-5 13-1,-4 12 790,-13 46 0,16-47-780,-27 96-162,5 3 0,-27 242 0,53-314 0,3 64 0,4-99 0,0 1 0,2-1 0,0 0 0,2-1 0,13 41 0,-16-55-11,1-1 0,0 0 0,1 0 0,-1 0 0,1 0 0,0 0 0,1-1 0,-1 0 0,1 0 0,0 0 0,1-1 0,-1 1 0,1-1 0,-1 0 0,1-1 0,0 0 0,1 1 0,-1-2 0,1 1 0,-1-1 0,1 0 0,7 1 0,-3-2-34,0 0-1,-1-1 1,1 0-1,0 0 1,-1-1-1,1-1 1,0 0-1,-1 0 1,1-1-1,-1 0 1,0-1-1,0 0 0,15-9 1,9-8-325,-2-2 1,-1 0-1,0-2 1,-2-2-1,-1-1 1,-1-1-1,-1-1 0,-2-1 1,-1-1-1,-2-1 1,-1-1-1,-1-1 1,19-52-1,-23 46 237,-2 0-1,-1-1 1,-2-1 0,-2 0 0,-2 0-1,-1 0 1,-3-1 0,-2 1-1,-1-1 1,-2 1 0,-18-85 0,6 72 43,-3 0 0,-2 2 0,-40-79 0,41 96 121,-2 2-1,-2 1 1,-1 1-1,-1 1 1,-52-52 0,69 77-14,1 0 13,0 0 1,-1 0-1,0 1 0,0 0 1,-1 0-1,0 0 0,0 1 1,0 1-1,-1 0 0,1 0 1,-1 1-1,0 0 0,0 0 1,0 1-1,-11 0 0,-21-3 281,0 3-1,-44 3 0,73-1-235,0 2 1,1 0-1,-1 0 1,1 1-1,0 1 0,-1 0 1,2 1-1,-1 0 1,-12 8-1,6-1 69,1 0 1,0 2 0,-22 23-1,21-19-49,1 1-1,1 0 0,1 2 1,0 0-1,2 0 0,1 1 1,0 1-1,2 0 1,0 1-1,2-1 0,-8 35 1,13-45-78,2 0 0,-1 0 0,2 0 0,0 0 0,0 0 0,1 0 1,1-1-1,0 1 0,0 0 0,7 18 0,-4-21-54,-1 0-1,2 0 1,-1-1-1,1 1 1,1-1-1,-1 0 1,2-1-1,-1 0 1,1 0-1,0-1 1,1 1-1,0-2 1,16 10-1,3-1-458,0-1 0,1-2 0,1 0 0,0-3 0,0 0 0,63 8 0,-25-9-2003,0-4 0,83-4 0,-48-8-3163,4-3-3212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6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49 13377,'0'-1'88,"0"1"-1,0-1 1,1 1-1,-1-1 1,0 1-1,0 0 1,0-1-1,0 1 0,0-1 1,0 1-1,-1-1 1,1 1-1,0-1 1,0 1-1,0-1 1,0 1-1,0 0 1,-1-1-1,1 1 1,0-1-1,0 1 1,-1 0-1,1-1 1,0 1-1,-1 0 1,1-1-1,0 1 0,-1-1 1,-11-1 2085,-1 4 2275,10 0-4153,-1-1 0,1 0 0,0 1-1,-1 0 1,1 0 0,0 0-1,0 0 1,0 0 0,0 1 0,0 0-1,1-1 1,-1 1 0,1 0 0,0 0-1,-1 0 1,2 0 0,-1 1-1,0-1 1,-2 6 0,-5 16 202,0 1 1,2-1-1,1 1 1,-5 52-1,7-28 428,6 83 0,-1-115-925,1 1 0,1 0 0,1-1 0,1 1 0,0-1 0,15 33 0,-16-43 0,1 1 0,0-1 0,0 0 0,1 0 0,0 0 0,0-1 0,0 1 0,1-2 0,1 1 0,-1-1 0,1 0 0,0-1 0,0 1 0,15 5 0,-18-9 0,0 0 0,1-1 0,-1 0 0,0 0 0,1 0 0,-1-1 0,1 0 0,-1 0 0,1 0 0,-1-1 0,6-1 0,1 0 0,0-1 0,0-1 0,18-8 0,-19 7-12,-1-1 1,0 0-1,0-1 0,0 0 1,-1-1-1,0 0 0,0 0 1,-1-1-1,0 0 1,-1-1-1,1 1 0,-2-2 1,0 1-1,0 0 0,-1-1 1,8-21-1,-9 19-2,-1 0 0,0-1 0,0 1 0,-1-1 0,-1 1 0,0-1 0,-1 1 0,-1-1 0,0 0 0,0 1 0,-2-1 0,0 1 0,0 0 0,-9-21 0,4 14-68,-1 1 1,-1 0-1,0 0 0,-2 1 1,0 0-1,-1 1 1,-1 1-1,0 0 0,-2 1 1,1 0-1,-2 1 0,0 1 1,0 1-1,-1 0 0,-35-15 1,-46-12-3478,47 27-1181,5 10-4489,28 11-1312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0 11125,'-1'2'792,"-1"0"0,1 1 1,-1-1-1,1 0 0,0 1 0,0-1 1,0 1-1,0-1 0,1 1 0,-1-1 1,0 4-1,1 3-208,0 0 0,0 0-1,1 0 1,1 10 0,1 2 1021,6 333 4890,-11-224-5379,1-10-1458,-1 1-1328,5 0 0,20 132 0,-22-248 980,0-1-1,1 1 1,-1-1-1,1 0 1,-1 1-1,4 4 1,8 9-6043,-2-4-6132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6.8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61 161 15453,'-20'3'-693,"-4"-1"4617,7 1 4065,45-3-4694,361-27-4353,-1-35-5483,-117 9-2816,-139 27-671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7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409 165 9277,'-3'-2'418,"-9"-6"1413,12 7-1787,0 1 0,0 0 0,0 0 0,-1 0 0,1 0 0,0 0 0,0 0-1,0-1 1,0 1 0,0 0 0,0 0 0,0 0 0,0 0 0,0 0 0,0-1 0,0 1-1,0 0 1,0 0 0,0 0 0,0 0 0,0 0 0,0-1 0,0 1 0,0 0 0,0 0-1,0 0 1,0 0 0,0 0 0,0-1 0,0 1 0,0 0 0,0 0 0,0 0 0,1 0-1,-1 0 1,0 0 0,0-1 0,0 1 0,0 0 0,0 0 0,0 0 0,0 0 0,1 0-1,-1 0 1,0 0 0,0 0 0,0 0 0,0 0 0,0 0 0,1-1 0,-1 1 0,0 0-1,0 0 1,0 0 0,4 0 4236,-21 18-367,14-12-3599,0-1 0,0 1 1,1 0-1,0 0 0,0 0 0,0 0 0,1 1 0,-2 10 0,0 59 1632,2-22-921,-65 484 3802,60-492-4825,2 0 0,1 1 1,7 68-1,-4-106-2,2 0 0,-1 1 0,1-1 0,1 0 0,-1 0 0,1 0 0,1-1 0,0 1 0,0-1 0,1 1 0,8 11 0,-8-15 0,0 0 0,0 0 0,0-1 0,1 1 0,-1-1 0,1 0 0,0 0 0,0-1 0,1 0 0,-1 0 0,1-1 0,-1 1 0,1-1 0,0-1 0,13 2 0,-7-1-72,0-1 0,1-1 0,-1 0 0,0-1 0,0-1 0,1 0 0,-1-1 0,0 0 1,0-1-1,13-5 0,-9 1-181,-1 0 1,0-2-1,0 1 1,-1-2-1,-1 0 1,25-23-1,-19 12-60,0-1-1,-2-1 0,-1 0 0,0-1 1,-2-1-1,-1-1 0,-1 0 0,18-55 1,-22 47 131,-2-1 0,-1 0 0,-1 0 0,-2-1 0,-2 1 0,-1-1 0,-2 1 0,-2-1 0,-15-68 0,10 68 116,-2 1-1,-2 0 1,0 0 0,-3 1 0,-1 1 0,-1 1-1,-2 1 1,-2 0 0,-36-42 0,47 62 118,0 1 0,-1 0-1,0 1 1,-1 0 0,1 1 0,-2 1 0,0 0 0,0 1-1,0 0 1,-28-9 0,30 13 58,0 1 0,0 0 1,0 1-1,-1 0 0,1 0 0,0 2 0,0-1 1,-1 2-1,1-1 0,0 2 0,0 0 0,0 0 0,1 1 1,-16 7-1,10-2 22,1 1-1,0 0 1,1 1 0,0 1-1,0 0 1,2 1 0,-1 0-1,-11 17 1,-2 6 97,1 0 0,-26 49 1,39-59-151,0 0 0,2 1 0,0 0 0,2 1 1,1 0-1,2 0 0,-6 50 0,12-64-57,0 0 1,0 1-1,1-1 0,1 0 0,1 0 1,0 0-1,0 0 0,2-1 0,7 18 1,-8-23-42,1 0 1,-1 1 0,2-2-1,-1 1 1,1-1-1,1 1 1,-1-2 0,1 1-1,0-1 1,1 0 0,-1 0-1,1-1 1,10 5 0,4 1-277,1-1 0,0-1 0,36 9 1,-7-6-540,0-2 0,1-2 0,-1-3 1,80-1-1,40-16-3369,-1-12-3934,-79 7-789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7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0 13801,'12'14'2576,"-31"-11"121,0 6-317,3 2-232,10 6 1352,0-2-1327,6 10-1341,0 1-180,-3-3-164,-1 3-244,-2-3-596,3-1-852,3 4-560,0-3-881,-7 6-7420,1-4-2412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8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11637,'0'0'12133,"2"3"-10993,21 29-71,1-2 0,40 40 0,-43-50-929,-1 2 0,-1 0-1,-1 1 1,-1 0 0,-1 2 0,20 39-1,-31-49-127,0-1 0,-1 1 0,0 0 0,-1 1 0,-1-1 0,0 0-1,-1 1 1,-1-1 0,0 1 0,-1-1 0,-6 30 0,-5 1-331,-1-1 1,-32 68 0,44-109 286,-5 8-42,4-8 34,-1 0 0,1 1 0,0-1-1,0 1 1,1-1 0,0 1 0,-1 0-1,0 7 1,24-14-4,-17 1 37,-1 0 1,0 0 0,1 0 0,-1-1-1,0 0 1,0 0 0,0 0 0,0 0 0,0 0-1,-1-1 1,7-5 0,37-39-10,-40 40 21,58-65 8,101-103 233,-163 172-206,-1 1 0,1 0 0,0 0 1,0 0-1,-1 1 0,1-1 0,0 1 0,0-1 1,1 1-1,-1 0 0,0 0 0,0 1 0,0-1 0,1 1 1,6-1-1,-8 1-20,1 1 1,-1-1 0,0 1-1,1 0 1,-1-1-1,0 1 1,1 0 0,-1 1-1,0-1 1,0 0-1,0 0 1,0 1 0,0 0-1,0-1 1,0 1-1,-1 0 1,1 0 0,-1 0-1,1 0 1,-1 0 0,1 0-1,-1 0 1,2 5-1,25 66 192,-22-53-595,1 0 0,1-1 0,0 0 1,2-1-1,17 27 0,-14-29-730,1 0 0,0 0 0,1-1 0,0-1-1,2 0 1,32 20 0,-33-25-650,1-1-1,-1 0 1,2-1-1,32 8 1,-41-13 1532,0 0 0,0-1 0,0 0 1,1 0-1,-1-1 0,0 0 0,0-1 0,13-2 0,-9 0 1117,0-1 0,0-1-1,0 0 1,22-13 0,-25 14 231,-1 0 0,1 0 0,0 1 0,0 0 0,10-1 0,-17 3-333,1 2-159,103 13-1429,-64-14-3824,-23 0-107,0 0-2963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8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46 3492,'-19'-14'404,"-9"-6"-572,21 9-928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0 10477,'21'24'2508,"-21"-24"-2467,0 0 0,0 0 0,0 0 0,1 0 1,-1 0-1,0 0 0,0 0 0,0 0 0,0 0 1,0 0-1,1 1 0,-1-1 0,0 0 1,0 0-1,0 0 0,0 0 0,0 0 0,0 0 1,1 0-1,-1 1 0,0-1 0,0 0 0,0 0 1,0 0-1,0 0 0,0 0 0,0 1 1,0-1-1,0 0 0,0 0 0,0 0 0,0 0 1,0 1-1,0-1 0,0 0 0,0 0 0,0 0 1,0 0-1,0 1 0,0-1 0,0 0 1,0 0-1,0 0 0,0 0 0,0 0 0,0 1 1,0-1-1,-1 0 0,1 0 0,0 0 0,0 0 1,0 0-1,0 0 0,0 1 0,0-1 1,-1 0-1,1 0 0,0 0 0,0 0 0,-5 4 664,1-1 0,0 1 0,0 0 0,0 0 0,1 1 0,0-1 0,-1 1 0,1 0 0,1-1 0,-1 2 0,1-1 0,0 0 0,0 0 0,0 1 0,0 5 0,-10 32 1740,-7 57 1,18-85-2852,-7 34-4764,-5-18-6223,4-14-282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0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226 377 8125,'-69'13'3074,"27"-6"1565,-70 21 1,110-27-2607,7-2-1443,265-16 752,-75 6-1189,1187-122-4873,-5-66-5810,-984 134 4168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4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8657,'15'-43'2020,"-11"23"-720,-1 0 564,10 3-1252,-1 5-552,-2 1-496,2 5-664,17 12-8893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4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30 206 10577,'-29'6'10189,"35"-21"-8909,-3-2-288,26 3-732,22-6-464,-7-3-776,7-8-1252,13-4 100,5 7-3145,17-1-4212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6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39 632 16870,'-24'0'2818,"23"0"-2615,1 0-1,-1 0 0,1 0 0,-1 0 0,1 0 0,-1 0 0,1-1 0,-1 1 0,1 0 0,-1 0 1,1-1-1,0 1 0,-1 0 0,1 0 0,-1-1 0,1 1 0,0-1 0,-1 1 0,1 0 0,0-1 1,-1 1-1,1-1 0,0 1 0,-1-1 0,-3-16 2594,6 15-2542,0 0 1,0 0-1,0 1 0,0-1 0,1 1 1,-1-1-1,0 1 0,1 0 0,-1 0 1,1 0-1,-1 0 0,5-1 0,0 0 202,54-18 15,0 3 1,100-14 0,-90 18-418,1419-224-94,-1365 218 13,1460-206-3794,-1566 222 3706,50-7-1216,80-1 0,-145 11 99,-26 4-9981,-10 3 540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6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49 13997,'-28'-48'15613,"20"85"-12579,3-20-2911,-66 231-123,-12 65 0,68-207-3031,12-54-3017,4 56 1,2-49-8610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6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18950,'-3'6'2928,"9"8"160,7 12-187,12 71 1999,-15-43-4900,-1-14 0,1 9 0,6-1 0,-4 1 0,-5-1 0,-4 7 0,-6-1 0,0 0 0,-4-2-312,-2-4-3112,-7-2-561,0-6-3367,7 9-7358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7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49 258 12721,'-23'-12'3404,"11"6"-387,-1 1 3923,19-12-5343,1-3-333,12 5-308,28-10-172,-2 10-236,9-5-420,19 6-484,13-3-760,15 5-356,10-8-657,7-2-1035,6 2-3653,-7 2-6504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7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292 182 15109,'0'0'1885,"-2"2"-1217,1 0 0,-1 1 1,0-1-1,1 0 1,0 1-1,-1-1 1,1 1-1,-1 3 0,7-3-397,-1 1 1,1-1-1,0 0 0,0 0 0,0-1 0,1 1 0,-1-1 0,1 0 0,-1-1 0,1 1 0,7 0 0,9 1 62,38-2-1,-50-1-169,-4 0-126,21 0 223,35-4 1,-55 3-237,0 0 1,0-1 0,0 0-1,0 0 1,0 0-1,0-1 1,-1 0 0,1 0-1,-1-1 1,7-4 0,-11 5-21,0 1 0,0 0 0,0-1 0,0 1 0,-1-1 1,1 1-1,-1-1 0,1 0 0,-1 1 0,0-1 0,0 0 1,-1 0-1,1 0 0,-1 0 0,1 0 0,-1 0 0,0 0 1,0 0-1,0 0 0,0 0 0,-1 0 0,1 0 0,-2-5 1,0 1 1,0 0 0,0 1 0,-1-1 1,0 1-1,0 0 0,0 0 0,-1 0 1,0 0-1,-8-9 0,6 9 72,0 0-1,0 1 0,0 0 0,-1 0 1,0 0-1,0 1 0,0 0 0,-1 0 1,0 1-1,1 0 0,-1 0 0,0 1 1,0 0-1,0 0 0,-1 1 1,1 0-1,0 0 0,-14 2 0,8 0-4,1 1 0,0 1 0,0 0 0,0 1 0,0 0 0,1 1-1,0 1 1,-24 13 0,19-7 109,1 0-1,0 1 1,1 0-1,0 2 1,-17 21-1,7-4 65,2 2-1,2 0 1,1 2-1,1 0 1,-19 57-1,28-68-245,1 1 0,2 0 0,0 1 0,-5 53 0,11-69 0,1-1 0,1 0 0,0 1 0,0-1 0,1 0 0,0 0 0,0 0 0,1 0 0,1 0 0,0 0 0,0-1 0,1 0 0,0 0 0,0 0 0,1 0 0,8 8 0,-1-4 2,1 0 1,1 0-1,0-2 0,0 0 1,1 0-1,1-2 1,-1 0-1,2 0 0,-1-2 1,1 0-1,0-1 0,28 5 1,-5-4-34,0-1 0,1-2 1,0-1-1,68-6 0,-53-2-1330,-1-3-1,87-22 1,-99 17-767,0-3 0,-1-1 0,67-36 0,-21 1-4423,-3 1-3962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8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1 126 8545,'0'0'11413,"12"-6"-10389,-2-2-212,9-1-36,0 4-268,6-7-204,1 6-344,2-5-336,20-6-684,-20 0-888,1 0-1192,3 2-1813,6 12-3928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8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9529,'0'0'3964,"2"-1"-2322,38-16 2176,-26 12-3460,0 1 1,0 0-1,0 1 0,25-3 0,0 2-11,-24 1-247,0 1 0,0 0 0,1 2 0,-1-1 0,0 2 0,0 0 0,0 1 0,28 7 0,-42-9-85,1 1 0,-1-1 0,1 1 0,0 0 0,-1-1 0,1 1 0,-1 0 0,1 0 0,-1 0 0,0 0 0,0 0 0,1 1 0,-1-1 1,0 0-1,0 0 0,0 1 0,0-1 0,0 1 0,0-1 0,-1 1 0,1-1 0,0 1 0,-1 0 0,1-1 0,-1 1 0,0 0 0,1-1 0,-1 1 0,0 0 0,0-1 0,0 1 0,0 0 0,-1-1 0,1 1 0,0 0 0,-1 0 0,1-1 0,-1 1 0,1-1 0,-1 1 0,0-1 0,0 1 0,-1 1 0,-5 9 55,0 0 1,-1-1 0,-1 0-1,-13 13 1,14-15-9,-27 29 99,-87 106 135,109-125-233,0 1 0,1 0 0,1 0 0,1 1 0,1 1 0,-7 25 0,16-46-50,-1 1 0,1 0 0,-1 0 0,1-1 0,0 1 0,0 0-1,0 0 1,0-1 0,0 1 0,0 0 0,1 0 0,-1-1 0,0 1 0,1 0 0,0 0 0,-1-1 0,1 1 0,0-1 0,0 1 0,0-1 0,0 1 0,0-1-1,2 3 1,0-1 5,1 0 0,-1-1-1,1 0 1,0 0-1,-1 0 1,1 0 0,0 0-1,0-1 1,8 2-1,4 1 12,1-2-1,-1 0 1,34 0-1,-26-4-293,1-1 0,0-1 0,-1-1 0,0-1 0,0-1 0,37-16 0,-34 11-1533,0-2 0,40-28 0,-24 13-3710,4 7-3316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1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86 6813,'-20'5'1687,"20"-4"-1635,0-1 1,-1 0-1,1 0 0,0 0 1,0 0-1,0 0 1,0 0-1,0 0 0,0 1 1,0-1-1,0 0 1,0 0-1,0 0 0,0 0 1,0 0-1,0 0 1,0 0-1,0 1 0,0-1 1,0 0-1,0 0 1,0 0-1,0 0 0,0 0 1,1 0-1,-1 0 1,0 1-1,0-1 1,0 0-1,0 0 0,0 0 1,0 0-1,0 0 1,0 0-1,0 0 0,0 0 1,1 0-1,-1 0 1,0 0-1,0 1 0,0-1 1,0 0-1,0 0 1,0 0-1,0 0 0,1 0 1,-1 0-1,0 0 1,0 0-1,0 0 0,0 0 1,0 0-1,0 0 1,0 0-1,1 0 0,-1 0 1,0 0-1,0 0 1,0-1-1,0 1 0,0 0 1,0 0-1,0 0 1,1 0-1,40 4 4277,-31-4-5185,295-5 3393,-258 3-2408,124-7 11,372-23-1508,-180 1-5396,-185 11-305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51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4072,'0'0'3851,"2"-1"-2525,-1 0-1165,0 1 0,0-1 0,1 0 0,-1 1 1,0-1-1,0 0 0,0 0 0,0 0 0,0 0 0,0 0 1,-1 0-1,1 0 0,0 0 0,0 0 0,-1 0 0,1 0 1,-1-1-1,1 1 0,-1 0 0,1 0 0,-1-1 0,0 1 0,1 0 1,-1 0-1,0-1 0,0 1 0,0 0 0,0-1 0,0 1 1,-1 0-1,1-1 0,0 1 0,0 0 0,-1 0 0,0-3 0,-1-4-250,2 5 585,-7-34-112,7 59-7011,0-2 397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6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0 129 4668,'0'-1'73,"1"0"-1,-1 0 0,0 0 1,0 0-1,1 0 0,-1 0 1,1 0-1,-1 0 0,1 0 1,-1 1-1,1-1 0,-1 0 1,1 0-1,0 0 0,0 1 1,-1-1-1,1 0 0,0 1 1,0-1-1,0 1 0,0-1 1,-1 1-1,1-1 0,4 0 3654,-2-1-3313,-1 0 0,0 0 0,0 0 0,0 0 0,-1-1 0,1 1 1,0 0-1,1-4 0,-4 2-124,0-1-1,1 1 1,-1-1-1,1 1 1,0 0-1,0-1 1,1 1 0,0 0-1,-1-1 1,1 1-1,1 0 1,2-8 0,-3 10 1319,-9-10-1266,8 11-335,0 1-1,0 0 1,0 0 0,0-1-1,0 1 1,0 0-1,0-1 1,0 1 0,-1 0-1,1-1 1,0 1 0,0 0-1,0 0 1,0-1-1,-1 1 1,1 0 0,0 0-1,0 0 1,0-1 0,-1 1-1,1 0 1,0 0 0,0 0-1,-1-1 1,1 1-1,0 0 1,-1 0 0,1 0-1,0 0 1,0 0 0,-1 0-1,1 0 1,0 0-1,-1 0 1,1 0 0,0 0-1,-1 0 1,1 0 0,0 0-1,-1 0 1,1 0-1,-9 37 267,3-1-1,1 1 0,1 1 0,2-1 1,5 62-1,36 193 541,-28-224-691,100 602 727,-58-382-525,52 446 60,-84-204-145,-46-36-58,-31-1-17,33-305-102,13-107-37,-74 844 264,115 299-87,-18-1079-227,22 211 108,26-3-46,40 44-38,-95-366 4,-5-24-17,0-1 1,0 0-1,1 1 0,0-1 0,0 0 0,0 0 1,1 0-1,4 6 0,2 6-172,5 3 60,-14-21 126,1 1 0,-1-1 1,1 0-1,-1 0 0,1 1 1,-1-1-1,1 0 0,-1 0 0,1 0 1,-1 1-1,1-1 0,-1 0 1,1 0-1,-1 0 0,1 0 0,0 0 1,-1 0-1,1 0 0,-1 0 0,1 0 1,-1 0-1,1-1 0,-1 1 1,1 0-1,-1 0 0,1 0 0,-1-1 1,1 1-1,-1 0 0,1-1 0,-1 1 1,1 0-1,-1-1 0,0 1 1,1 0-1,-1-1 0,0 1 0,1-1 1,-1 1-1,0-1 0,1 1 1,-1-1-1,18-33 39,1 1-114,-2 19 74,0 0 0,1 1-1,1 1 1,0 1 0,0 0 0,1 2 0,0 0-1,23-6 1,177-40-65,-213 54 66,1016-144-218,-929 135 159,4115-316-546,-1735 171 495,-1762 63 61,-657 81-106,62-22-1,-99 26-68,0 0 0,0-1 1,-1 0-1,0-2 0,-1 0 0,30-23 0,-43 30 24,1-1 1,-1 1-1,0-1 1,1 0-1,-1 0 1,-1 0 0,1 0-1,-1-1 1,0 1-1,0-1 1,0 1-1,0-1 1,-1 0-1,0 1 1,0-1 0,0 0-1,0 0 1,-1 0-1,0 0 1,0 0-1,0 0 1,-1 0-1,0 0 1,0 0 0,0 1-1,0-1 1,-1 0-1,0 1 1,0-1-1,0 1 1,0-1-1,-1 1 1,0 0 0,1 0-1,-8-7 1,8 9 91,-6-7-1101,-1-1 1,0 2-1,-1-1 0,-15-10 0,-12 3-4232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9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43 4424,'5'-4'391,"12"-6"2753,-15-18 1220,-10 70-3810,-6 36 97,10-36-476,2-25-52,1 0 0,0 0 0,1 0-1,3 19 1,4 6 241,3 0-1,1-1 0,29 70 0,69 114 768,-67-145-712,62 167 0,-64-105-364,-6 1 0,15 158 0,-29-157-169,-7-16 166,3 5 42,2-30-110,-9-43 117,3 0 1,22 63-1,14-3 382,122 218 0,13 41 717,-111-170-753,-38-98-297,16 62 12,-28-91-30,35 85 0,4-38 226,150 231 0,-150-252-50,54 127-1,-76-151-193,-9-11-5,29 108-1,-35-101-36,36 80 0,-44-127-24,2 0 1,1-1 0,2-1-1,1-1 1,1-1 0,2-1-1,47 42 1,-14-22 112,2-3 0,120 68 0,35 0 6,-174-96-164,1 0 1,0-3-1,66 13 1,258 31 36,-330-53-4,206 52-56,-178-40-22,8 8 61,-52-18-14,0 0-1,26 6 1,12-1 7,-6-1-13,57 6 1,-82-16 6,-1-1 1,1-1-1,0-1 1,0-1-1,-1-1 1,0-2-1,0-1 1,38-14-1,-12-3-13,0-1 0,90-60 1,132-99 92,-113 84-24,-60 38 58,-14 14-152,-57 33 66,-2-1 1,33-24-1,-36 21-66,0-1 0,-2-2-1,0 0 1,-1-1 0,-2-1 0,0-1 0,28-48 0,127-277-524,-145 277 514,-4-1 0,-2 0 1,13-80-1,62-561-65,-69 491 115,3-35-60,-10 54 138,2-20-160,21-121 62,-9 103-40,-17 92 20,13-146-21,-50-171-29,10 379 83,5-209-23,3 250 7,22-181-123,-17 183 122,19-86-22,-13 81-22,5-63 0,-11-1 20,0 27 20,-6 87-953,0-11 2671,0 9-5106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0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83 5432,'0'0'9288,"0"-3"-8439,21-49 4853,-20 50-5508,9-24 57,-14 28-235,0-1 0,-1 0 0,1 1 0,0 0 0,0 0 0,0 0 0,1 1 0,-1-1 0,1 1 0,-1 0 0,1 0 0,0 0 0,0 0 1,0 1-1,0-1 0,1 1 0,-4 5 0,5-7 12,0 19 30,1-18-53,0 0 0,0 0 0,0 1-1,0-1 1,0 0 0,1 0-1,0 1 1,-1-1 0,1 0 0,0 0-1,1 0 1,1 5 0,-2-8-12,0 1-1,-1-1 1,1 0 0,0 1 0,0-1 0,-1 0 0,1 0 0,0 1-1,0-1 1,-1 0 0,1 0 0,0 0 0,0 0 0,0 0 0,-1 0-1,1 0 1,1-1 0,1 1-23,3 1-39,0-1 0,0-1 0,0 1 0,0-1 1,0 0-1,0 0 0,-1-1 0,1 1 0,0-1 0,-1-1 0,11-5 0,-14 7 15,0-4-17,9-14-48,-8 14 13,-12 4 81,7 0 19,0 1 0,0-1-1,0 1 1,0 0 0,0 0-1,0 0 1,0 0 0,0 0 0,0 0-1,0 0 1,0 0 0,1 1-1,-1-1 1,0 1 0,0 0 0,0-1-1,0 1 1,1 0 0,-1 0-1,0 0 1,-2 2 0,3-1 33,8 7-102,-5-8 58,-1 0 0,1 0 1,0 0-1,-1-1 0,1 1 0,0 0 1,-1-1-1,1 1 0,0-1 0,0 0 1,0 1-1,0-1 0,0 0 0,-1 0 1,1 0-1,0 0 0,0-1 0,0 1 1,0 0-1,-1-1 0,1 1 0,2-2 1,-1 1 59,1 0 1,-5 5-102,0 6-50,-1 0 0,2 0-1,-1 0 1,2 12 0,0-22 73,0 1 0,0-1-1,0 1 1,0-1 0,-1 1-1,1-1 1,0 0 0,0 0 0,0 0-1,0 1 1,0-1 0,0 0 0,0 0-1,0 0 1,0 0 0,0-1-1,0 1 1,1 0 0,-1 0-33,4 0-30,1 0 1,0-1-1,-1 0 0,1 0 0,0 0 0,-1 0 1,0-1-1,1 0 0,-1 0 0,0-1 1,0 1-1,0-1 0,0 0 0,0 0 0,-1-1 1,8-6-1,-12 9 86,1 0 0,-1 1 0,1-1 0,-1 0 0,0 1 0,1-1 0,-1 0 0,0 1 0,1-1 0,-1 0 0,0 0 0,0 0-1,0 1 1,0-1 0,1 0 0,-1 0 0,0 0 0,0 1 0,-1-1 0,1 0 0,0 0 0,0 0 0,0 1 0,0-1 0,-1 0 0,0-1 0,0 1 7,0 0 0,0-1 0,0 1 0,0 0 0,-1 0 0,1 0 0,0 0 0,-1 1 0,1-1 0,0 0 0,-1 1 0,-2-2 0,-3 0-302,1 1 0,-1-1 0,1 1 0,-1 1 0,0-1-1,-7 1 1,-24 1-5783,19-1 395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2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20 11401,'-32'-3'2018,"-34"-9"-1,56 10-1496,0 1 1,0 0-1,0 1 0,0 0 0,0 0 0,0 1 1,1 0-1,-15 4 0,5 0-120,1 0-1,-1 1 0,1 1 1,0 1-1,1 0 1,0 1-1,0 1 1,1 1-1,0 1 0,1 0 1,-22 22-1,20-13-223,0 0 0,1 1 0,1 0 0,2 2 0,0-1 0,1 2 0,1-1 0,2 2 0,1-1-1,-8 37 1,14-47-136,0-1 0,1 1 0,0-1 0,2 1 0,-1-1 0,2 1 0,0-1 0,8 28 0,-7-31-33,2 0 1,-1-1 0,1 0 0,1 0 0,0 0-1,1 0 1,-1-1 0,2 0 0,-1-1 0,1 0 0,1 0-1,13 10 1,-11-9-19,2-1-1,-1 0 1,1-1-1,0 0 1,0-1-1,1-1 1,0 0-1,0 0 1,0-2-1,0 0 1,1 0-1,-1-1 1,1-1-1,28-2 1,-19 0-21,0 1 1,34 4-1,-51-3 30,1 1 0,0 0 0,-1 0 0,1 0 0,-1 1 0,0 0-1,0 1 1,0 0 0,0 0 0,-1 0 0,8 7 0,-5-2-4,0 1 0,0 0 0,-1 1 0,0 0 0,-1 0 0,-1 0 0,1 1 0,-2 0-1,9 25 1,-2 5 22,13 71 0,-10-5-21,-5 1 0,-6 185 0,-43 218-119,24-366 80,11-82 123,-8 53 162,49-269-35,12-34-1578,113-275-1,-130 384 1046,4 1 0,57-90 0,-65 127 224,1 2 0,38-40 0,-65 75 98,19-20-36,1 0 0,1 2-1,1 0 1,0 2 0,2 0 0,32-16-1,-39 25-11,2 1 0,-1 0 0,1 1-1,0 1 1,0 1 0,1 1 0,-1 1-1,41 0 1,138-1-4362,-148-4 2989,10 0 381,-42 6 964,0 0 1,0-2 0,0 0-1,-1-1 1,1-1 0,-1-1-1,-1 0 1,20-11 0,34-22-43,90-42 1195,-140 73-769,1 1 0,0 1 0,1 1 0,-1 1 0,43-3 0,108-4-1191,196-39-1,-368 51 876,160-26-958,-140 24 843,-1 1 0,1 1 0,0 1 0,-1 0 0,35 8 0,3-3-3889,-53-6 907,8-5-1091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2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98 6685,'-12'-18'7528,"3"4"-2282,4 6-7259,9 5 1530,0 0-1,1 0 1,-1 1-1,1-1 0,-1 1 1,1 0-1,8-2 1,-9 3 21,-3 1 557,0-1-389,1 1 1,-1 0 0,0-1 0,0 1-1,0-1 1,0 0 0,0 1 0,1-1 0,-1 0-1,0 1 1,0-1 0,-1 0 0,1 0-1,0 0 1,0 0 0,0 0 0,-1 0-1,1 0 1,0 0 0,0-2 0,5-13-3776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3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94 5601,'-23'-50'1594,"23"48"-1403,-1 0 0,1 0 1,-1 0-1,0 0 1,1 0-1,-1 0 1,0 0-1,0 0 0,0 1 1,-1-1-1,1 0 1,0 1-1,-1-1 0,1 1 1,0-1-1,-4-1 1,-9-9 2850,9 25 1795,-2 6-3868,3 10 384,1 1 0,1 48 0,1-8 89,0 84 298,7 1 0,27 164 1,-29-291-1617,1-1-1,13 40 1,-15-59-116,0 0 1,0-1-1,0 1 1,1-1-1,0 0 1,0 0-1,1 0 0,0 0 1,0-1-1,1 0 1,-1 0-1,12 8 0,-14-12-67,1 0-1,0 0 1,0-1-1,0 1 0,0-1 1,1 0-1,-1 0 0,0-1 1,0 1-1,1-1 0,-1 0 1,0 0-1,6-1 0,53-13-885,-40 6 479,-1-2-1,0-1 1,-1 0-1,0-2 1,0 0 0,-2-2-1,27-24 1,20-13-490,-62 50 931,-1 0 0,1 0 0,0 1 0,0-1 0,0 1 0,0 0 0,0 0 0,0 0 0,1 1 0,-1-1 0,0 1 0,0 0 0,0 0 0,1 1 0,-1-1 0,0 1 0,0 0 0,0 0 0,0 0 0,0 1 0,0 0 0,0-1 0,4 4 0,11 6 15,0 0 1,-1 1-1,18 16 0,-33-26 3,11 9 10,2 0 0,-1 0 0,1-2 0,1 0 0,0-1 0,0 0 0,0-1 0,1-2 0,0 1 0,0-2 0,23 3 0,-22-5-25,1-1 0,0 0 0,0-1 0,0-1-1,0-1 1,0-1 0,0-1 0,-1-1 0,34-12 0,-51 16 18,5-2-3,0 0-1,0 0 1,0-1 0,-1 0-1,9-8 1,-13 11 5,-1-1 0,1 1 0,-1-1 1,0 1-1,0-1 0,0 0 0,0 1 0,0-1 0,0 0 0,0 0 0,0 0 0,-1 0 0,1 0 0,-1 0 1,1 0-1,-1 0 0,0 0 0,0 0 0,0 0 0,0 0 0,0 0 0,-1 0 0,1 0 0,0 0 0,-2-3 0,-1-1 3,1 0-1,-1 0 0,0 1 1,-1 0-1,0 0 0,1 0 0,-1 0 1,-1 0-1,1 1 0,-1 0 1,0 0-1,0 0 0,0 0 0,0 1 1,-1 0-1,1 0 0,-10-3 0,-9-3 7,-1 0-1,-49-9 0,41 13-530,0 1-1,0 1 1,-1 1-1,1 3 0,0 0 1,-39 8-1,35-6-7465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3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 13637,'-3'1'279,"0"0"0,0 0 0,0 1 0,0-1 0,0 1 0,0 0 0,1 0 0,-1 0 0,1 0 0,-1 0 0,1 1-1,0-1 1,0 1 0,0-1 0,0 1 0,0 0 0,1 0 0,-1 0 0,1 0 0,0 0 0,0 0 0,0 0 0,0 0 0,0 0 0,1 1 0,0-1-1,-1 6 1,1 12 793,0 0 0,1 0-1,5 29 1,-2-18 20,32 182 2256,-20-128-2517,50 246 889,-51-256-1671,31 96 1,-35-140-176,2-1 0,0 0 0,3-1 0,0 0 0,31 41 0,-42-64-18,1 0 0,0 0 0,1 0 0,12 10 0,-16-15 94,0 0-1,0 0 0,0-1 1,0 1-1,1-1 0,-1 0 1,0 0-1,1 0 1,-1 0-1,1 0 0,-1-1 1,1 1-1,0-1 0,-1 0 1,6-1-1,-1 0 4,0-1-1,0 0 0,-1-1 1,1 0-1,-1 0 1,1 0-1,-1-1 0,0 0 1,0 0-1,-1-1 1,1 0-1,-1 0 0,0-1 1,0 0-1,-1 0 1,0 0-1,8-12 0,-7 9 40,-1-1-1,0 1 0,0-1 1,-1 0-1,0 0 0,-1 0 0,0 0 1,-1-1-1,0 0 0,0 1 1,-1-1-1,-1 0 0,0-15 0,-2 18-18,0 0 0,-1 0-1,0 0 1,0 1 0,-1-1 0,1 1-1,-2 0 1,1 0 0,-1 0-1,0 0 1,0 1 0,-1 0-1,0 0 1,0 1 0,0-1 0,-1 1-1,0 1 1,0-1 0,-7-3-1,10 7-871,71-5-15489,-26 6 7646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4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304 1052 7537,'-46'14'4319,"28"-9"-2943,0 0-1,1 2 1,-1 0-1,-26 15 1,24-9-1016,1 1 0,-27 26 0,39-33-621,0 1 1,0 0-1,1 0 0,-1 0 0,2 1 1,0 0-1,-9 18 0,48-18 344,32-3 1097,-24-3-576,-33-3-531,-1 0 0,1-1 0,0 0 0,0 0 0,-1-1-1,1 0 1,-1 0 0,1-1 0,-1 0 0,0-1 0,11-6 0,-2 1-118,-1-2 0,0 0 1,0 0-1,15-17 1,-20 17-3,-1-1 1,0 0 0,-1 0-1,0-1 1,-2-1 0,1 1 0,-1-1-1,-1-1 1,-1 1 0,0-1-1,0 0 1,-2 0 0,0 0 0,-1-1-1,1-25 1,-3-17 445,-3 0 0,-19-108 0,9 78 70,-15-102 251,-18-156 2918,41 320-2685,4 23-703,1 5 8,2 21 291,38 216 1118,-32-205-1564,64 233 250,-54-210-1219,3-1 0,46 86-1,-63-135 640,103 178-5079,-26-69-3106,-28-52-1723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5.0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59 349 10745,'-20'-11'8587,"-2"-12"-4365,7 5-1132,14 16-2935,1 0-1,0 0 1,0 0 0,0 0 0,0 0 0,0 0-1,0 0 1,1 0 0,-1-1 0,1 1 0,-1 0-1,1 0 1,0 1 0,-1-1 0,3-3 0,26-7 331,-28 12-471,0 1 0,0-1-1,0 0 1,0 1 0,0-1 0,-1 0 0,1 1 0,0 0 0,0-1 0,-1 1 0,1-1-1,0 1 1,-1 0 0,1-1 0,0 1 0,-1 0 0,1 0 0,0 1 0,0-1 18,12 16 44,0 0 0,-2 1 0,0 1 0,-1-1 0,8 23 0,22 39-647,-37-76 480,-1 0-26,-1-1 1,1 1-1,0-1 0,0 0 0,0 0 0,0 0 0,1 0 0,-1 0 1,1 0-1,0 0 0,0-1 0,0 0 0,0 1 0,0-1 0,0 0 1,1-1-1,-1 1 0,0-1 0,1 1 0,0-1 0,4 1 0,-3-1 4,0-1-1,0 1 0,0-1 0,0 0 0,0 0 0,0-1 0,0 1 0,1-1 0,-1-1 0,-1 1 0,1 0 0,0-1 0,0 0 1,0 0-1,-1-1 0,6-3 0,-1 0 48,0-1 0,0-1 0,0 1 0,-1-1 0,14-18 1,-8 9-83,28-26 1,3-4 135,-37 39-27,0 0 0,1 0-1,0 1 1,0 0-1,19-10 1,-22 14 9,-4 1-7,1 1 0,-1-1 1,1 1-1,-1 0 0,1 0 0,-1 0 1,1 0-1,0 0 0,-1 1 0,1-1 1,3 0-1,1 0-64,-4 0-83,16-4-129,-9 1 295,-1-1 1,1 0-1,-1 0 0,0 0 0,13-12 0,-15 11 194,1 0 0,-1 1 0,1 0 0,0 0 0,0 1 0,1 0 0,17-5 0,29 5 24,-45 4-341,1 0 1,-1-1 0,15-3 0,-22 3 96,1 0 0,-1 0-1,0 0 1,1-1 0,-1 1 0,0-1 0,0 0 0,0 0 0,0 0 0,0 0-1,-1 0 1,1-1 0,4-5 0,1-3 79,-1-1 0,0 0 0,7-19 0,3-5 1306,-17 35-1278,1 0 1,-1 0 0,0 0-1,0 0 1,0 0-1,0 0 1,0-1 0,0 1-1,0 0 1,0 0-1,0 0 1,0 0 0,-1 0-1,1 0 1,0 0 0,-1 0-1,1 0 1,-2-2-1,1 0 126,0-10 311,5 12 13,12 15-162,-7-5-1028,13 15-2198,-11-10-730,5-2-4166,1-6-2228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5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4960,'0'0'513,"6"17"-3002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5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8845,'34'-54'2752,"-7"18"1956,-24 34-4542,-1 1 0,0-1 0,0 0 0,1 1 0,-1-1 0,1 1 0,-1 0 0,1 0 0,0 0 1,-1 0-1,1 0 0,0 1 0,0-1 0,-1 1 0,1-1 0,0 1 0,0 0 0,0 1 0,0-1 0,-1 0 0,1 1 0,0-1 1,4 3-1,3-1-41,-2 1 1,1 0 0,0 1-1,0 0 1,8 6 0,-4 0-16,-1 0 0,0 1 0,-1 0 0,-1 1 1,1 0-1,9 17 0,-11-16-83,0-1 1,0-1-1,1 1 0,1-1 1,-1-1-1,20 14 0,-28-23-39,1 1-1,-1-1 1,1 0-1,-1 0 1,1 0-1,0 0 1,-1 0-1,1-1 1,0 1-1,-1-1 1,1 0-1,0 1 1,0-1-1,0-1 1,-1 1-1,1 0 1,3-1-1,-2-1-6,1 1-1,0-1 0,-1 0 0,1-1 0,-1 1 0,0-1 0,0 1 1,7-8-1,1-1 28,-1-1 0,0-1 1,-1 0-1,14-25 0,16-46 1100,-20 57-677,-12 18-350,-6 6 17,2 3-22,55 8 159,-45-5-276,0-1 0,0 0 1,24-1-1,-33-1 6,1-1 0,0-1 0,-1 1 0,1-1 0,-1 0 0,1 0 0,-1 0 0,0-1 0,0 0 1,0 0-1,8-7 0,1-2 110,0-1 0,13-17 0,-20 22 83,-5 6-15,0-1-1,-1 1 1,1-1 0,-1 0-1,0 1 1,0-1 0,0 0-1,1-3 1,1-4 267,-1 8 1218,-10 19-2244,5 3-1952,6 11-6241,-2-26 6940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6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10 267 6457,'-1'-1'99,"1"1"1,-1 0 0,0-1 0,1 1-1,-1-1 1,1 1 0,-1-1 0,1 1 0,-1-1-1,1 1 1,-1-1 0,1 0 0,-1 1 0,1-1-1,0 0 1,-1 1 0,1-1 0,0 0-1,0 0 1,0 1 0,-1-1 0,1 0 0,0 1-1,0-1 1,0 0 0,0 0 0,0 1-1,0-1 1,0 0 0,1 0 0,-1 1 0,0-1-1,0 0 1,1 0 0,21-15 4579,-16 13-4248,-4 2 1818,12-2-761,-13 2-1402,1 1 1,-1-1-1,0 1 0,0-1 1,1 1-1,-1-1 1,0 1-1,1 0 0,-1 0 1,1-1-1,-1 1 0,0 0 1,3 1-1,48 30 872,-50-29-655,15-1-203,-16 0-97,0-1-1,0 0 1,0 1 0,0-1 0,-1 0 0,1 0 0,0 0 0,0 0 0,0 0 0,0 0 0,0 0 0,0 0 0,-1 0 0,1 0 0,0 0 0,0-1 0,0 1 0,0 0-1,-1-1 1,1 1 0,0 0 0,0-1 0,0 1 0,-1-1 0,1 1 0,0-1 0,0-1 0,3-2 4,-1 0 1,0-1-1,0 1 1,-1-1-1,1 0 1,-1 0-1,2-7 1,6-13 28,-9 23-20,1 0-25,28-38-282,-3-2-1,24-45 1,-50 84 1887,-22 32-791,19-19-786,0-1 0,0 0-1,1 1 1,0-1 0,1 0 0,0 1-1,0-1 1,1 1 0,0-1 0,1 0-1,0 1 1,0-1 0,1 0 0,0 0-1,8 14 1,-10-21-208,4-2 78,1 0-1,-1-1 0,0 0 1,0 0-1,0 0 0,0 0 0,0-1 1,0 0-1,-1 0 0,9-5 1,-1-1-501,-1 0 0,16-16 0,-17 15-496,0 0 0,0 1 0,22-13 0,28-7-7344,-44 24 4195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6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97 8173,'6'-11'5452,"-22"2"-3800,0 1 3181,13-9-4585,0-3-520,0 5-7697,3-2-1164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2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1554 11525,'0'0'9230,"2"-1"-8818,30-15 177,36-11 0,28-13-365,647-394 351,-484 272-500,-158 101 50,641-420 210,-694 447-79,104-81 1128,-132 97-1037,0 0 1,-1-1-1,-1-1 0,29-43 1,-47 62-332,1 0 0,0 0 0,-1 0 0,1 0 0,0 0 0,-1 0 0,0 0 0,1 0 0,-1 0 0,0 0 0,1-1 0,-1 1 0,0 0 0,0 0 0,0 0 0,0-1 0,0 1 0,0 0 0,0 0 0,-1 0 0,1 0 0,0-1 0,-1 1 0,1 0 0,0 0 0,-1 0 0,0 0 0,1 0 0,-1 0 0,0 0 0,1 0 0,-3-1 0,-1-4 29,3 6-82,0-1 0,0 1-1,0 0 1,-1 0 0,1 0 0,0 0-1,0 0 1,-1 0 0,1 0 0,0 0-1,0 1 1,0-1 0,0 0-1,-1 1 1,1-1 0,0 1 0,-1 0-1,0 0-80,-1 0-124,0 0 0,-1 1-1,1-1 1,0 1 0,1 0 0,-1 0 0,0 0 0,0 0 0,1 0 0,-1 0 0,1 1 0,0-1-1,0 1 1,0 0 0,0 0 0,0 0 0,0 0 0,-2 6 0,3-6-579,0 1 0,0 0 0,0-1 0,1 1 0,-1 0 0,1-1 0,0 1 0,0 0 0,0 0 0,1 6 0,9 11-9404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4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132 143 8261,'-2'-12'2127,"2"11"-1749,-1 1 1,1-1 0,0 1-1,-1 0 1,1-1 0,0 1-1,-1-1 1,1 1 0,-1-1-1,1 1 1,-1 0 0,1 0-1,-1-1 1,1 1 0,-1 0-1,1 0 1,-1-1 0,1 1-1,-1 0 1,1 0 0,-1 0-1,0 0 1,1 0 0,-1 0-1,1 0 1,-1 0 0,1 0-1,-2 0 1,-6-1 2107,-2-2-3404,3-17 2465,3 11-1139,0 0 0,-1 1 1,0 0-1,0 0 0,-1 0 1,0 0-1,0 1 1,-1 0-1,-10-8 0,16 14-100,-4-3-135,-6-4-136,11 8-30,-1 0-1,1 0 0,0 0 0,0 0 1,-1 0-1,1 0 0,0 0 1,0 0-1,-1 0 0,1 0 0,0 0 1,0 0-1,-1 1 0,1-1 1,0 0-1,0 0 0,0 0 0,-1 0 1,1 0-1,0 0 0,0 1 1,0-1-1,-1 0 0,1 0 0,0 0 1,0 0-1,0 1 0,0-1 1,0 0-1,-1 0 0,1 1 0,0-1 1,0 0-1,0 0 0,0 0 1,0 1-1,0-1 0,0 0 0,0 0 1,0 1-1,0-1 0,0 0 1,0 0-1,0 1 0,0-1 0,0 0 1,0 0-1,0 1 0,0-1 0,0 0 1,1 1-1,2 92 104,4 0-1,4-1 1,4 0-1,46 152 1,-26-140-59,3-1 1,6-2 0,101 173-1,-118-231-273,3-1-1,1-1 1,68 69-1,-79-91-73,1 0 0,1-2 0,1 0-1,1-2 1,0 0 0,1-2 0,0-1 0,44 15-1,-58-23 163,1-1-1,0-1 1,0 1-1,0-2 1,0 0-1,0 0 1,0-1-1,0-1 1,1 0-1,22-5 1,-25 3 65,0-1 1,0 0 0,0 0-1,-1-1 1,0 0 0,0-1 0,0 0-1,-1 0 1,0-1 0,0 0-1,0 0 1,11-15 0,-6 3 15,0 0 0,-2 0 0,0-1 0,-1-1 0,-1 0 0,9-30 0,-2-5-36,10-75 1,-9-4 20,5-25 120,0 26 136,17-79 725,-39 209-828,1 0 1,0-1-1,0 1 1,0 0-1,0 0 1,1 1-1,-1-1 1,1 0-1,0 0 1,1 1-1,-1-1 1,0 1-1,1 0 1,0 0-1,0 0 1,3-3-1,-6 6-62,1 0 0,-1-1 0,1 1 0,-1 0 0,1 0 0,-1 0 0,1 0 0,-1 0 0,1-1 0,-1 1 0,1 0 0,-1 0 0,1 0 0,-1 0 0,1 1 0,-1-1 0,0 0 0,1 0 0,-1 0 0,1 0 0,-1 0 0,1 1 0,-1-1 0,1 0 0,-1 0 0,0 1 0,1-1 0,-1 0 0,1 1 0,14 17 347,10 30 1,-22-41-288,13 28 189,-3-6 15,26 43 0,24 29 63,-49-78-274,1-1 0,28 30 0,-35-44-50,0 0-1,1-1 1,0 0 0,0-1 0,1 0 0,15 7 0,-20-10-19,1-1 0,0 0 0,-1-1-1,1 0 1,0 0 0,0 0 0,0 0 0,0-1 0,0 0 0,0 0 0,0-1-1,0 0 1,11-2 0,-14 2-5,-1 0 0,1 1 0,0-1 1,-1 0-1,1-1 0,-1 1 0,0 0 0,1-1 0,-1 1 0,0-1 0,0 1 0,0-1 0,0 0 1,0 0-1,0 0 0,0-1 0,-1 1 0,1 0 0,-1 0 0,1-1 0,-1 1 0,0-1 1,0 1-1,0-1 0,0 0 0,-1 1 0,1-1 0,-1 0 0,0 0 0,1-4 0,-3-3-2,1 0 0,-1 0 0,-1 1 0,0-1 0,0 0 0,-1 1 0,0 0 0,0 0 0,-1 0 0,0 0 0,-1 1 0,0 0 0,0 0 0,-1 1 0,0-1 0,0 1-1,-1 1 1,-13-10 0,1 3-54,1 1-1,-2 1 1,1 0-1,-1 2 1,-1 0-1,0 2 1,-27-6-1,44 12 12,-6-1-507,1 0 0,0-1 0,0 0-1,0 0 1,0-1 0,1 0-1,-1-1 1,-16-11 0,24 14 206,1 1 0,0-1 0,0 1 0,0-1 0,0 1 0,0-1 1,0 0-1,0 0 0,0 1 0,1-1 0,-1 0 0,1 0 0,-1 0 0,1 0 0,0 0 0,0 1 1,0-1-1,0 0 0,0 0 0,0-3 0,3-21-4370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4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1 130 9597,'0'0'10818,"2"2"-9982,8 7-538,0 0 1,-1 1 0,0 0-1,-1 1 1,0 0-1,-1 0 1,8 18 0,-3-9 22,21 29 1,-26-38-268,0 0 0,0 0 0,-1 0 0,-1 1 0,8 22 0,16 34 239,1-3-191,-30-64-95,1 0 0,-1 0 0,0 0 0,1 0 0,-1 0 0,1-1 0,-1 1 0,0 0 0,1 0 0,0-1 0,-1 1 0,1 0 0,-1-1 0,1 1 0,0 0 0,0-1 0,-1 1-1,1-1 1,0 1 0,0-1 0,0 0 0,1 1 0,-1-1-5,-1 0 0,1 0-1,0-1 1,0 1 0,-1 0-1,1-1 1,0 1 0,-1 0-1,1-1 1,0 1-1,-1-1 1,1 1 0,-1-1-1,1 1 1,-1-1 0,1 1-1,-1-1 1,1 0 0,-1 1-1,1-2 1,15-36 7,25-148 448,-20 80 116,-15 77-414,-2 6 9,2 0 0,0 0-1,13-29 1,-17 48-159,0 1 0,0-1 1,0 1-1,1 0 0,-1 0 1,1 0-1,0 0 0,0 1 1,0-1-1,0 1 0,1 0 1,-1 0-1,0 0 0,1 0 1,0 0-1,-1 1 0,1 0 1,0-1-1,0 1 0,0 1 1,0-1-1,-1 1 0,1-1 1,0 1-1,0 0 0,0 0 1,6 2-1,9 1-204,0 0 0,0 2 0,-1 0 0,21 9 1,-31-11 29,121 51-3703,-48-11-6336,-63-31 1072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4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1 472 10017,'0'2'1809,"3"9"-698,0-1 1,0 0 0,1 0-1,0 0 1,8 12 0,-5-10-730,2-1 1,-1 0-1,1 0 1,1-1-1,0 0 1,16 12-1,17 13 228,-16-12-305,0-2 0,1 0 0,1-2 0,33 16 0,-61-35-281,1-1 0,0 1 0,0 0-1,0-1 1,-1 1 0,1-1 0,0 0 0,0 1-1,-1-1 1,1 0 0,-1 0 0,1 0 0,-1 0-1,1 0 1,-1 0 0,3-3 0,-2-2-1,0 0 0,0 0 0,-1 0 0,0 0 0,0-1 0,0 1 1,-1 0-1,0 0 0,0-1 0,0 1 0,-3-12 0,1-5 2,-8-161-261,0-144-4956,11 221-2349,-1 62-521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5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79 193 7369,'0'0'1445,"4"0"-133,4-1-1035,-1 1 0,0-2 0,0 1 0,1-1 0,-1 0 1,0 0-1,0-1 0,-1 0 0,1 0 0,-1-1 0,1 0 0,-1 0 0,0-1 0,-1 1 0,1-1 0,6-8 0,-9 11-113,0-1-1,0 0 1,0 1-1,-1-1 1,1-1-1,-1 1 1,0 0-1,0-1 1,0 1-1,0-1 1,0 1-1,-1-1 1,0 0 0,0 0-1,0 0 1,0 1-1,0-1 1,-1 0-1,0 0 1,0 0-1,0 0 1,0 0-1,-1 0 1,1 0-1,-1 0 1,0 0-1,0 0 1,0 0 0,-1 1-1,0-1 1,-3-5-1,5 8-100,-1 0 0,0 0 0,0 1 0,0-1-1,0 0 1,1 1 0,-1-1 0,0 0 0,0 1 0,0-1 0,0 1-1,-1 0 1,1-1 0,0 1 0,0 0 0,-1-1 0,-3 0 134,3 0-122,-1 0-1,1 1 1,0-1-1,0 1 1,0 0-1,0-1 1,0 1-1,-1 0 0,1 0 1,0 1-1,0-1 1,0 0-1,0 1 1,-1-1-1,1 1 1,0 0-1,0-1 1,0 1-1,0 0 1,0 0-1,1 1 1,-1-1-1,0 0 0,0 0 1,-1 3-1,-6 4 295,0 1-1,1 0 0,-10 15 0,4-2-112,1 1 1,0 0-1,2 1 0,1 0 0,1 1 1,2 0-1,0 0 0,1 1 0,2-1 1,0 1-1,2 1 0,1-1 0,1 0 1,4 30-1,-2-43-346,0 0-1,1-1 1,1 1 0,0-1-1,0 1 1,1-1-1,1-1 1,0 1 0,1-1-1,0 0 1,1 0 0,0-1-1,18 18 1,-17-19-367,1-2 1,0 0-1,0 0 0,0 0 1,1-2-1,0 1 0,0-1 1,0-1-1,0 0 0,1 0 1,0-1-1,0-1 0,0 0 1,0-1-1,15 0 1,53-6-5982,3-8-4157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5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13117,'0'0'138,"0"-1"0,0 0 0,1 1 0,-1-1-1,0 1 1,0-1 0,1 1 0,-1-1 0,0 1-1,1-1 1,-1 1 0,1-1 0,-1 1 0,1-1 0,-1 1-1,1-1 1,-1 1 0,1 0 0,-1-1 0,1 1 0,-1 0-1,2-1 1,3 12 4520,8 11-2464,-7-17-1843,1 0 0,-1-1 0,1 1 0,0-2 1,0 1-1,10 3 0,-1 0 64,298 124 3225,4-15-5753,-283-103 1444,-9-4-1,23 9-4157,94 21 1,-107-32-525,-14 1-2861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5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0 11473,'-101'49'2368,"63"-24"-328,-7 7-151,1 2-145,6 3-176,-10 15-280,7 11-264,-1 11-148,-8 17-212,-1 12-104,9 11-500,8 9-312,2 3-488,3 0-532,13 2-784,0-5-452,7-3-3077,3-3-4572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7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2141 9093,'-4'-1'525,"1"0"1,-1 0-1,1 0 0,-1-1 1,1 1-1,-1-1 0,1 0 1,0 0-1,0 0 1,0 0-1,0 0 0,0-1 1,-3-2-1,2 0-140,0 0 0,0-1-1,1 1 1,0-1 0,0 0-1,0 1 1,-2-8 0,-2-10-93,2 0 0,0 0 0,-2-31 0,5 33 200,-79-614 2628,65 524-2013,-5 2 1,-71-210 0,92 318-1086,0 0 0,0 0-1,-1 0 1,1 0 0,-1 0-1,1 0 1,-1 0 0,1 0-1,-1 0 1,1 1 0,-1-1-1,0 0 1,0 0 0,1 1 0,-1-1-1,-2-1 1,3 2-8,0 0 1,-1 0 0,1 0-1,-1 0 1,1 0-1,-1 0 1,1 0-1,-1 0 1,1 0-1,0 1 1,-1-1 0,1 0-1,-1 0 1,1 0-1,-1 0 1,1 1-1,0-1 1,-1 0-1,1 0 1,0 1-1,-1-1 1,1 0 0,0 1-1,-1-1 1,1 0-1,0 1 1,-2 2 44,0 0 1,0 0-1,0 0 1,1 0-1,0 1 1,-1-1 0,1 0-1,-1 7 1,-1 29 317,0 2 0,3-1 1,9 75-1,-6-84-222,107 810 1067,87-16-268,-114-579-1104,-58-184-41,59 106-1,-75-153 1,1 0 0,0 0 0,1-1 0,1 0 0,0-1 0,1-1 0,0 0 0,1 0 0,15 9 0,-24-18 65,0 0-1,0 0 1,1-1 0,0 1 0,-1-1-1,1 0 1,0-1 0,0 0 0,0 0-1,0 0 1,0 0 0,0-1 0,0 0-1,0 0 1,0-1 0,0 0 0,0 0-1,0 0 1,0-1 0,0 0 0,0 0-1,-1 0 1,1-1 0,-1 1 0,1-1-1,-1-1 1,0 1 0,0-1 0,5-5-1,7-7-382,0-2 0,-1 0 0,-1-1 0,-1 0 0,23-42-1,-17 23-291,-2 0 0,19-63-1,-26 64 295,-1 0 0,10-72 0,-19 95 445,0 0-1,-1 0 0,0-1 0,-1 1 1,-1 0-1,0 0 0,-1 0 1,0 0-1,-1 0 0,-1 0 0,-7-13 1,9 22 106,0-1 1,0 1 0,-1 0 0,0 0-1,0 0 1,0 0 0,0 1-1,-1 0 1,0-1 0,0 2 0,0-1-1,0 1 1,-12-6 0,9 6 55,0 0 0,-1 1 1,0-1-1,1 2 0,-1-1 1,0 2-1,0-1 1,0 1-1,-9 1 0,-1 1 91,-1 1-1,1 2 1,0-1-1,0 2 1,0 1-1,1 0 0,0 1 1,-20 13-1,23-12-102,-9 4 47,0 2 0,1 1 0,0 0 0,1 2 0,-27 28 0,47-44-199,4-7-78,17-32-182,0 0 0,35-47 0,8-14 31,34-83 518,118-310-1,-194 430-91,-14 39-75,2 1 1,0 0 0,1 0-1,20-34 1,-28 54-62,0 0 0,0-1 1,1 1-1,-1 0 0,1 0 1,-1 0-1,1 0 0,-1 0 1,1 0-1,0 0 0,-1 1 0,1-1 1,0 0-1,-1 1 0,1 0 1,0-1-1,0 1 0,0 0 1,0 0-1,-1 0 0,1 0 1,2 0-1,46 11-149,-18-3 81,-20-8 32,0-1 0,0 0 0,0-1 1,0 0-1,0-1 0,0-1 0,-1 0 0,1 0 0,-1-1 0,0 0 1,0-1-1,10-8 0,11-8-236,-1-2-1,40-38 1,-54 46 152,17-16-256,44-51 0,-65 66 319,1 2-1,22-20 0,-34 34 338,4 1-220,1 0-1,-1 0 0,1 1 1,-1 0-1,1 1 1,-1-1-1,0 1 1,1 0-1,-1 1 0,7 3 1,-12-5-58,0-1 0,0 1-1,1-1 1,-1 0 0,0 0 0,1 1 0,-1-1-1,0 0 1,1 0 0,-1 0 0,0 0 0,1-1-1,-1 1 1,0 0 0,1 0 0,2-2 0,1 1-12,4-1-62,0-1 1,0 1-1,0-1 0,0-1 0,0 0 0,-1 0 0,0-1 0,0 0 1,0 0-1,0-1 0,-1 0 0,0 0 0,0-1 0,0 0 0,-1 0 1,9-13-1,6-12-148,-1 0 0,25-56 0,-29 55 311,-6 12 58,-1 0 0,9-28 0,-3 7 408,6-10 122,-19 47-695,0 0 0,0 0 0,1 0-1,-1 1 1,1-1 0,0 1 0,0 0 0,1-1 0,-1 1 0,1 1 0,0-1 0,6-4 0,22-25-682,35-72-645,-48 71 1617,36-48-1,-52 78-127,0 0-1,-1 0 0,0 0 1,0 0-1,0-1 1,0 1-1,1-9 0,7-14 467,-9 25-378,17 4-297,-16-2 15,0 0-1,1 1 1,-1-1 0,1 0-1,-1 0 1,1 0-1,-1-1 1,0 1-1,1 0 1,-1-1-1,1 0 1,-1 1 0,4-3-1,0 0-13,-1-1 1,1 1-1,-1-1 0,0 0 0,0-1 1,0 1-1,0-1 0,-1 0 0,7-9 1,-3 1 360,-1-1 0,0 1 0,6-21 1,8-27 1845,-21 59-2007,26-43-2252,-12 30 1538,-9 11 443,0 0 1,-1-1-1,1 0 0,-1 0 1,0 0-1,-1 0 0,1-1 1,-1 1-1,0-1 0,3-10 1,2-6-535,6-38 0,-14 56-1448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7.4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41 13685,'0'0'1864,"-15"3"-287,-4 2-333,15-22-948,1 3-2524,6-3-11226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56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776 52 3460,'0'0'4246,"-3"-3"-4009,0 1 1,1-1-1,0 1 0,-1-1 0,1 0 1,-2-4-1,4 6-122,0 0 0,0-1 0,0 1-1,0 0 1,0 0 0,0 0 0,0 0 0,-1 0 0,1-1 0,0 1 0,0 0 0,-1 0-1,1 0 1,-1 0 0,1 0 0,-1 0 0,0 0 0,1 0 0,-1 0 0,0 0 0,1 0 0,-3-1-1,1 2-13,0-1 0,0 1 0,0-1-1,0 1 1,0 0 0,0 0-1,0 0 1,0 0 0,0 0-1,0 0 1,0 0 0,-3 2 0,2-2 993,-21 26-964,5 5 118,2 1-1,0 0 0,-15 47 1,27-65-148,-23 65 273,3 2 1,4 0-1,-15 115 1,-6 255 427,35-349-582,-14 606 732,48-91-570,-25-186-210,-35 19 70,-28-36-11,33-235-96,-2 7 18,-40 300 253,55-336-297,6 190 1,50 136 146,-23-316-196,-10-47-20,-5-1 0,-5 1 0,-5 0 0,-5 0 0,-30 126 0,3 13 11,21-125 3,4-11 169,6 0-1,5 0 1,4 0 0,34 227 0,-15-147 3,-4-30-126,5 68 0,-7-60-36,-7-31 51,-4-53-28,-5 52 328,2-47-295,-6 330 27,5-387-137,-2 1 1,-2-1-1,-9 38 1,4-38 85,-6 16-155,-2-10 93,-22 84 0,9 4 5,-18 65-97,31-132 143,18-62-84,-4 0 5,1 1 1,1 0-1,-1-1 1,0 1-1,1 0 1,-3 5-1,2-3-33,1-2 35,1-1-1,0 0 1,0 1-1,0-1 1,1 1-1,-1-1 1,1 1-1,0-1 1,0 8-1,0-8-23,0 1 41,22 13 40,-17-17-68,1 0 1,0 0 0,-1-1-1,1 0 1,-1 0 0,7-2-1,10-2-4,553-56-16,-249 33 104,979-75-47,-802 69-87,657-56 275,550-37 453,1845-73-217,-3368 190-416,1249-70 79,-6-33 820,-851 42-98,-407 40-457,219-67-1,-240 43-202,-128 45-153,-1-2 0,0 0 0,-1-1 0,25-20 0,-44 32-36,0-1 0,0 1 0,-1 0 0,1-1 0,0 1 0,-1-1 0,1 0 0,-1 0 0,0 1 0,0-1-1,1 0 1,-1 0 0,0 0 0,-1 0 0,1 0 0,0-1 0,-1 1 0,1 0 0,-1 0 0,1 0 0,-1-1 0,0 1 0,0 0 0,0 0 0,0-1 0,-1 1 0,1 0 0,-1 0 0,1 0 0,-2-3 0,1-3-102,0 5-168,69 10-1354,-53-5 1519,-1 0 0,1-1 0,0 0-1,24-2 1,-11-5-4,0-1-1,-1-1 1,43-19-1,-56 21 45,28-6-10,-39 12 23,1-1 25,17 1-12,1 0 0,0 2 1,-1 0-1,1 1 0,25 8 0,58 5-242,-67-10 261,-35-5-2,32 4 67,-13-5 23,40-2 86,99-19-1,-114 14-140,-23 5-172,37 0 0,-48 2-82,-10 0-156,-6 2-239,-53 19-3655,17-12 2079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7:03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32 2936,'0'-1'249,"1"1"-1,-1-1 0,0 1 1,1-1-1,-1 0 1,0 0-1,0 1 0,1-1 1,-1 0-1,0 0 0,0 1 1,0-1-1,0 0 1,0 0-1,0 1 0,0-1 1,0 0-1,0 0 0,-1 1 1,1-1-1,0 0 1,0 0-1,-1 1 0,1-1 1,0 0-1,-1 1 1,1-1-1,-1 1 0,1-1 1,0 0-1,-1 1 0,0-1 1,1 1-1,-1-1 1,1 1-1,-1-1 0,0 1 1,1 0-1,-1-1 0,0 1 1,1 0-1,-1-1 1,0 1-1,0 0 0,1 0 1,-2 0-1,-5-3-1870,5 2 2867,-8 14-1206,8-11-33,1-1 0,0 0 0,0 1 0,0-1 0,0 0 0,0 1 0,0-1 0,1 1 0,-1 0 0,0-1 0,1 1 0,-1 0 0,0 2 0,-7 50 0,3-1-1,2 1 1,2 0 0,9 76 0,36 227 169,-37-250-179,-8 135 0,-2-90 73,3-135-62,0 0 0,1 0-1,1-1 1,0 1 0,2 0 0,-1-1 0,2 0 0,0 0 0,14 28 0,-11-29 22,0 0 0,1 0 0,1-1 0,0 0 0,1-1 1,1 0-1,0-1 0,0 0 0,1-1 0,1-1 0,0 0 0,0 0 0,1-2 0,0 0 0,25 10 0,-33-16 28,1 0-1,-1-1 0,0 0 0,1 0 0,-1 0 1,1-1-1,-1 0 0,1-1 0,-1 1 0,1-1 1,-1-1-1,0 0 0,0 0 0,0 0 1,9-5-1,-6 2-18,-1-1 0,0 0 0,0 0 1,0-1-1,-1 0 0,1-1 1,-2 0-1,1 0 0,-1-1 0,8-12 1,10-22-67,-2-2 0,23-60 0,-29 63 32,-7 16 12,-1 1 0,-1-1 0,5-27 0,6-25 42,-19 76-78,8-32 37,27-5-143,-33 37 86,-1 3-69,-1-1 111,1 0-1,0 1 1,-1-1 0,1 0-1,0 1 1,-1-1 0,1 0 0,0 0-1,0 0 1,0 1 0,-1-1-1,1 0 1,0 0 0,0 0-1,-1 0 1,1 0 0,0-1 0,0 1-1,-1 0 1,2-1 0,-1 1 2,0 0 0,0 0 1,-1-1-1,1 1 0,0 0 0,0 0 1,0 0-1,0 0 0,0 0 1,-1 0-1,1 0 0,0 0 1,0 1-1,0-1 0,0 0 0,-1 0 1,1 1-1,0-1 0,0 1 1,-1-1-1,2 1 0,28 46 14,-16-24-129,-12-21 102,0 1 0,0-1 1,-1 1-1,1 0 0,-1-1 0,1 1 0,-1 0 0,0 0 0,1 3 0,3 30 23,3 70-1,-3-24 17,15 147 84,-18-216-111,0-1 0,1 1 0,1 0 1,0-1-1,1 0 0,0 0 0,11 17 1,55 78 238,-59-91-113,21 38 9,-23-36-25,0-1 1,14 17-1,4 3 107,-24-29-206,1-1-1,0 0 1,1 0-1,-1 0 0,2-1 1,-1 0-1,0 0 0,1-1 1,8 6-1,-4-6-18,0-1-1,0 0 0,0 0 1,0-1-1,1 0 1,17 1-1,-27-4-9,3 1 25,-1-1 0,1 0 0,0 0 1,0 0-1,-1-1 0,1 0 0,0 0 0,-1 0 0,1 0 0,-1-1 0,1 0 0,4-2 0,4-3-6,0-1-1,16-13 1,-16 11 27,3-3-22,1-1 0,-2-1 0,0-1 0,-1 0 0,-1 0 0,0-1 0,17-31 0,-11 17-20,-16 27 5,-1 0 0,1 0 0,0 0 0,-1 0 1,0-1-1,0 1 0,0-1 0,-1 1 0,2-10 1,12-52-6,-1 9-34,-13 49 15,7-52 24,21-73 1,-11 57-9,-17 73 31,-5 2-58,-1 0 32,1 1 0,0 0 0,0 0 0,0 0 0,-6 1 0,7 0 16,-1-1 60,11 68-332,-19-24 400,12-36-140,0 1 1,1-1 0,1 0-1,-1 0 1,1 0-1,0 0 1,1 0-1,0 0 1,5 8-1,-4-6 6,0-1-1,0 1 0,-1 1 1,0-1-1,1 13 0,14 110-131,-14-109 145,-2-16-2,0 0 1,0 0-1,8 15 1,5 16 87,-5-3-88,-5-18 26,0 0-1,-1 0 0,2 20 0,3 82-63,-7-79 5,3 0 0,1 0 0,3-1 0,16 51 0,11 52 53,-25-73 18,-5-30 19,2-1 0,1 1 0,14 37 1,-19-68-65,1-1 1,0 0 0,0 0 0,0 0-1,10 10 1,11 17 40,-7-11-33,1-1 0,35 31 0,-21-21-34,-15-17 11,39 26 0,-51-38-17,-5-2 70,19-8 8,-14 3-51,-1 0 1,0 0-1,0-1 1,-1 0-1,1 0 1,-1-1-1,0 1 1,0-1-1,0 0 1,-1-1-1,1 1 1,4-10-1,15-15 17,6-8 8,-2-1-1,38-69 0,-59 94-9,0-1 1,-1 0-1,0-1 0,-1 1 0,5-30 1,1-79-132,-11 118 117,1-73-3,1-22-42,3 45 47,-4 30-15,2 0 1,0 1-1,2-1 1,9-30-1,-11 26 10,-2 21 6,-1 5 11,0 2-13,0-6-9,0 5 6,1 0-1,-1 0 1,0 0-1,-1 1 1,1-1-1,-1 0 1,1 0-1,-1 0 1,0 0-1,-2-4 1,0 1-48,-1 0 1,0 1-1,0 0 0,-10-9 1,16 16 18,0 1 0,-1 0 0,1 0 0,-1-1 1,0 1-1,0 0 0,0 1 0,0-1 0,0 0 0,0 0 1,-1 4-1,6 19 60,8 17-35,-2 0 0,-2 0 0,5 52 0,-8-64 21,1 14 0,-6 40-12,0 36 139,-16 356-319,15-430 204,1-1 0,14 75 0,-10-74 49,-6-36-64,1 0 0,1 0-1,0-1 1,6 21 0,10 35 67,-15-51-67,0 0 1,12 29-1,-1-9 7,-8-19 36,1 0 0,13 22 0,-10-22-50,1 0-1,0-1 1,2 0-1,-1-1 1,2 0-1,0-1 0,0-1 1,1 0-1,1-1 1,18 10-1,-23-15-5,0 0-1,0 0 0,1-1 0,0-1 1,0 0-1,0 0 0,0-1 1,1-1-1,-1 0 0,1-1 0,0 0 1,-1-1-1,1 0 0,0-1 0,-1-1 1,1 0-1,-1 0 0,1-1 1,-1-1-1,0 0 0,0-1 0,19-10 1,-14 5-17,0 0 1,-1 0-1,0-2 1,-1 0 0,0-1-1,-1 0 1,23-29-1,-17 14 20,-1 0 0,-1-1-1,-1-1 1,18-48 0,11-74-274,-18 54-272,6-37 52,-20 71 267,-10 50 229,-1 0-1,-1 0 1,0 0 0,-1 0 0,0-1-1,-1 1 1,-1 0 0,-3-20-1,3 29-2,-21 43-334,19-24 312,1 0 0,1 0-1,0 0 1,2 25-1,0-25 31,-1 0-1,0 0 1,-1 0-1,-6 25 1,-1 20 140,3-15-46,-5 0 24,6-29-86,0-1 0,1 1-1,-1 26 1,-4 10-3,6-41-29,0 1-1,0-1 1,0 14 0,2-3 14,0 41 10,10 84-1,-7-125-9,1 0-1,1 0 1,1-1-1,1 1 1,0-1-1,2-1 0,19 34 1,-10-20 143,-1-1 1,16 49-1,-9-21 49,-17-43-177,2 0 1,0 0-1,0-1 1,2 0-1,0-1 0,20 22 1,-22-28-42,1 0 0,0-1 1,0 0-1,1 0 0,0-2 0,0 1 1,1-1-1,0-1 0,0 0 0,16 4 1,16 1 93,56 3-1,-64-9-63,-31-4-26,1 0-1,-1 0 1,0-1 0,1 0-1,-1 0 1,0-1 0,0 1-1,0-1 1,6-3 0,-5 2 16,1-1 0,-1 1 1,0-1-1,0-1 1,0 1-1,-1-1 0,0 0 1,0 0-1,0-1 0,0 0 1,4-7-1,2-5-22,-2 0 0,14-35 0,4-25 7,-4-1 0,20-119-1,-16 90 90,2-10-265,-26 97 91,-2 11 78,1-1-1,0 1 1,0-1 0,1 1 0,6-14 0,-9 22 11,1 0 0,0-1 0,-1 1 0,1 0 0,-1-1 0,1 1 0,-1 0 0,0-1 0,0 1 0,-1-4 0,2-12-2,6 1-7,-6 15 5,0 0 0,0-1 0,0 1 0,0 0 0,0 0 0,0-1 0,0 1 0,-1-1-1,1 1 1,-1-1 0,0 1 0,1 0 0,-1-1 0,0 1 0,-1-1 0,1 1 0,-1-5 0,-1-6-12,7-22-45,-4 32 38,-5-14 68,-1 3-15,4 11 7,-5-19-581,1 14 9021,0 5-8293,0 1 0,-1 0 0,1 0 0,0 0 0,-1 1 1,1-1-1,-1 1 0,1 1 0,-1-1 0,-7 1 0,-67 4 483,48-2-150,-25 6 386,53-8 89,6-2-933,-1-1 1,1 1-1,-1-1 1,1 1-1,0 0 1,0-1-1,0 1 1,0 0-1,0 0 1,1 1-1,-1-1 1,0 0-1,1 1 0,4-3 1,-2 2-194,-3 0 120,32-9-53,4-1-314,74-13 0,-39 11-3339,-70 13 2846,-1 2-976,0-1 1734,-1 0 0,0 0 0,0 0 1,0 0-1,1 0 0,-1 0 0,0 0 0,0-1 0,0 1 0,0 0 0,1-1 0,-1 1 0,2-1 0,-2 0-45,0 0-1,0 1 0,0-1 1,0 1-1,0 0 0,0-1 1,1 1-1,-1 0 0,0 0 0,0 0 1,0 0-1,1 0 0,-1 0 1,0 0-1,2 1 0,-3-2 102,0 1-1,-1-1 0,1 1 1,0-1-1,-1 1 0,1-1 1,0 1-1,-1-1 0,1 0 1,0 1-1,0-1 0,0 1 1,0-1-1,0 0 0,0 1 1,0-1-1,0 1 0,0-1 1,0 0-1,0 0 0,0 0-2,0-1 1,0 1-1,0 0 0,0 0 0,0 0 0,0 0 0,0 0 0,0 0 0,0-1 0,-1 1 0,1 0 0,-1 0 0,1 0 0,-1 0 0,1 0 0,-1 0 0,0-1 0,-8-7-381,1 0-1,-13-20 1,20 27 336,0 1-32,0 1 120,1-1 0,-1 0 0,0 1 0,1-1 0,-1 0 0,0 1 0,1-1 0,-1 0 0,1 0 0,-1 0 0,1 0 0,0 1 0,-1-1 0,1 0 0,0-2 0,-5-5-541,-6 17 240,-14 26-856,24-33 906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7:05.8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3172 2476,'8'1'559,"-11"2"-282,-12-1 4483,16-5-4560,0 0 0,-1 0 0,1 0 0,0 0 0,1 0 0,-1 0 0,0 0 0,1 1 0,0-1 0,-1 1 0,1-1 0,0 1-1,0 0 1,4-3 0,0-2-580,-5 5 639,69-1 1053,-67 3-285,17 3-945,157 3 64,-153-4-163,4-2 13,0 2-1,-1 1 1,1 1-1,-1 1 1,42 14-1,-61-15-1,1 0 0,-2 1 0,1 0 0,-1 0 0,1 1 0,-1 0 0,-1 0 0,12 14 0,2 5 13,19 34-1,-12-18-55,34 65 74,-39-64-62,27 49 63,-42-80-21,0 1 1,1-2-1,0 1 0,0-1 0,1 0 0,1-1 0,-1 0 0,2-1 1,-1 0-1,1 0 0,0-1 0,1-1 0,20 9 0,-13-7 2,0 0-1,1-2 1,0-1-1,0 0 1,1-1-1,-1-1 1,1-1 0,-1-1-1,24-2 1,-39 0-4,0 0 1,0-1-1,0 0 1,-1 1 0,1-1-1,-1-1 1,1 1 0,-1-1-1,0 0 1,0 1-1,0-2 1,0 1 0,-1 0-1,0-1 1,1 0 0,-1 0-1,4-7 1,3-5-9,-1-1 0,0 0-1,6-19 1,-12 29-5,193-439-13,-176 406 10,2 1 0,1 1 0,2 1-1,2 2 1,34-37 0,-39 52-1,0 0 0,1 2 0,27-17-1,-37 27 13,0 1 0,1 0 0,0 1 0,0 1 0,0 0-1,1 1 1,26-4 0,-36 8-1,-1 0-1,1 1 0,-1-1 1,0 1-1,1 0 0,-1 0 0,0 0 1,0 1-1,0 0 0,0-1 1,0 2-1,0-1 0,0 0 1,0 1-1,-1-1 0,0 1 1,1 0-1,-1 0 0,0 1 1,0-1-1,4 7 0,0 0 11,0 0 0,-1 1 0,0-1-1,-1 1 1,0 0 0,-1 1 0,3 11 0,5 26-27,58 213 43,-55-216 83,3 0-1,1-1 0,38 64 0,-49-98-59,-1-1-1,2 0 1,-1-1-1,1 1 1,1-2-1,0 1 1,19 11-1,5 2 98,44 18 0,-56-30-113,1-2 1,-1 0 0,2-2 0,44 7-1,-29-8 24,1-2-1,49-3 1,-61-2-55,0-1 1,0-2 0,0 0 0,-1-2-1,0-1 1,48-22 0,-31 8-69,0-2 1,78-59-1,-67 39-67,94-97 0,32-66-6,-168 192 134,62-78-6,73-78 38,-120 144-17,43-33-1,-57 50-30,0 1-1,0 0 1,1 1 0,0 1 0,26-10 0,-37 17 20,1 0 1,-1 0 0,0 0 0,0 1 0,0 0-1,0 0 1,0 0 0,0 0 0,0 0-1,4 3 1,0 1 3,-1 0 1,0 1-1,0 0 0,-1 0 0,0 1 0,0 0 0,0 0 0,-1 1 0,0-1 0,7 15 1,36 62-20,42 69 65,-85-144-42,1-1 0,1 0 0,-1 0 0,1-1 0,1 0 0,-1 0 0,1 0 0,0-1 0,1-1 0,11 7 0,-13-9 3,1 0 0,-1 0 0,1-1 1,-1 0-1,1 0 0,0-1 0,0 0 0,-1 0 1,1-1-1,0 0 0,0 0 0,0-1 1,0 0-1,10-3 0,9-4 36,-1-1-1,0-1 1,-1-1-1,44-27 1,89-74 65,246-261-15,-218 190-88,-165 163 5,377-337-52,-381 344 31,0 1-1,1 1 1,0 1-1,1 0 0,0 1 1,0 1-1,1 1 1,0 1-1,23-4 1,-14 5 0,0 2 1,0 0-1,0 2 1,0 2-1,0 0 1,29 7-1,149 35-24,-135-26-17,-52-13 52,-1-1-1,0 0 0,1-1 1,0-1-1,-1-1 0,1-1 1,0-1-1,-1 0 0,22-6 0,-24 3 67,0-1-1,-1-1 0,1 0 1,-1-1-1,-1-1 0,0 0 1,0-1-1,-1-1 0,0 0 0,16-17 1,7-15 262,-1-2 0,-2-1 1,50-93-1,-54 89-222,144-278 411,-55 98-439,-11 15-8,17-31-51,-83 169-5,51-124-1,-91 195-109,0 1 1,0-1-1,0 0 1,-1 0 0,0 0-1,0 0 1,-1 0-1,0 0 1,0 0-1,0 0 1,-1 0-1,0 0 1,0 0-1,-3-10 1,2 11-76,-1 1 1,1 0 0,0-1 0,-1 1 0,0 0-1,0 1 1,0-1 0,-1 0 0,1 1-1,-1 0 1,0 0 0,0 0 0,0 0 0,0 1-1,0-1 1,-1 1 0,1 0 0,-6-1-1,-68-25-4740,34 13 372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5.9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148 208 11245,'-5'-20'1458,"-2"0"-1,0 0 1,-2 0 0,0 1-1,0 0 1,-2 1 0,-1 0-1,0 0 1,-16-16 0,27 34-1392,0 0 1,0-1-1,1 1 0,-1 0 1,0 0-1,0 0 1,0 0-1,0 0 0,0 0 1,0 0-1,0 0 1,0 0-1,0 1 1,0-1-1,1 0 0,-1 1 1,0-1-1,0 0 1,0 1-1,-1 0 0,1-1 95,0 1-118,0 0 0,0-1 1,0 1-1,0 0 0,0-1 1,0 1-1,0 0 0,0 0 1,0 0-1,0 0 1,0 0-1,1 0 0,-1 0 1,0 0-1,1 0 0,-1 0 1,0 1-1,1-1 1,0 0-1,-1 0 0,1 0 1,0 1-1,-1-1 0,1 0 1,0 1-1,0-1 1,0 0-1,0 0 0,0 1 1,1-1-1,-1 0 0,1 3 1,-1 7 139,7 142 1075,6-1 1,47 212 0,-36-247-1256,6-2-1,4-1 1,95 211 0,-98-266-6,1-2 0,4-1 1,56 69-1,-61-90-4,1 0 0,2-2 0,1-1 0,2-3-1,55 36 1,-74-54-101,1 0 0,-1-2 0,1 0 0,1-2 0,0 0 1,0-1-1,0-1 0,34 4 0,-39-7 28,0-2 0,1 0 0,-1-1 1,0-1-1,1 0 0,-1-1 0,0 0 0,0-2 1,-1 1-1,1-2 0,-1 0 0,18-11 0,-12 5 22,0-1 0,-1-2 0,-1 1-1,0-2 1,-1 0 0,-1-2 0,15-19-1,-11 9 11,0-2 0,-2-1-1,-1 0 1,12-35-1,5-29-15,-5-1-1,22-129 1,-48 211 57,80-421-176,-82 426 176,0 2-1,1-1-1,0 1 0,0 0 0,1 0 0,3-9 0,-6 16 9,0 0-1,0 0 1,0 1 0,1-1-1,-1 0 1,0 0-1,0 0 1,0 0 0,0 0-1,0 0 1,0 0 0,0 0-1,0 1 1,0-1-1,0 0 1,0 0 0,0 0-1,0 0 1,0 0 0,0 0-1,0 0 1,0 0 0,0 0-1,1 0 1,-1 0-1,0 0 1,0 0 0,0 1-1,0-1 1,0 0 0,0 0-1,0 0 1,0 0-1,1 0 1,-1 0 0,0 0-1,0 0 1,0 0 0,0 0-1,0 0 1,0 0-1,0 0 1,0 0 0,1 0-1,-1 0 1,0 0 0,0 0-1,0-1 1,0 1-1,0 0 1,0 0 0,0 0-1,0 0 1,0 0 0,1 0-1,-1 0 1,0 0 0,0 0-1,0 0 1,0 0-1,0 0 1,0-1 0,0 1-1,0 0 1,0 0 0,0 0-1,0 0 1,0 0-1,0 0 1,9 9-3,-1 1 0,-1 1 1,0 0-1,-1 0 0,1 0 0,6 19 0,23 81-3,-8-22 6,-21-70 0,19 52 18,59 114 0,-75-167-14,0 0-1,2-1 1,0 0 0,1-1 0,0 0 0,2-1-1,0 0 1,0-2 0,1 0 0,1 0 0,22 11-1,-30-19 3,1 0 0,0-1 0,0-1 0,0 0-1,1 0 1,-1-1 0,1-1 0,-1 1 0,1-2 0,-1 1-1,22-3 1,-25 1-3,-1 0-1,1-1 1,0 0-1,-1 0 1,1 0-1,-1-1 1,0 0 0,0 0-1,0 0 1,0-1-1,0 0 1,-1 0-1,0-1 1,0 0-1,0 1 1,0-2-1,-1 1 1,0 0 0,5-9-1,3-10 3,-1 0 0,-1 0 1,-2-1-1,0 0 0,-2-1 0,0 0 0,-2 0 0,-1 0 1,-1 0-1,-1-1 0,-3-29 0,-3 2-18,-2 0-1,-3 1 1,-1 0-1,-27-73 1,27 95-609,0 0 1,-2 1-1,-20-34 0,32 64 511,1-1 0,-1 0 0,0 0 0,1 1-1,-1-1 1,0 0 0,0 1 0,1-1-1,-1 1 1,0-1 0,0 1 0,0-1-1,0 1 1,0-1 0,0 1 0,1 0-1,-1 0 1,0-1 0,0 1 0,0 0-1,0 0 1,0 0 0,0 0 0,0 0-1,0 0 1,0 0 0,0 1 0,0-1-1,0 0 1,0 0 0,-1 1 0,-22 13-3187,23-13 2758,-21 14-7955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6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4 416 8953,'-2'-10'586,"1"1"1,1 0-1,-1 0 0,1-1 1,1 1-1,0 0 1,3-15-1,-3 19 80,-1-1 0,1 1 0,-1-1 0,-1 0 0,1 0 0,-1 1 0,-2-9 0,1 2 369,2-1-351,0 11 754,0 5-1158,1 37 160,3 0 1,0-1-1,17 60 0,48 114 0,-53-177-386,2 0 0,1-2 1,29 40-1,-10-17-33,-34-51-11,0 1 0,0-2-1,1 1 1,0 0 0,0-1-1,1 0 1,-1 0 0,1 0-1,0-1 1,8 5 0,-11-8-11,0 0 0,0 1 0,0-1 1,0 0-1,1-1 0,-1 1 0,0-1 1,0 1-1,0-1 0,0 0 0,1 0 1,-1 0-1,0-1 0,0 1 0,0-1 1,0 1-1,1-1 0,-1 0 0,0 0 0,0-1 1,-1 1-1,1-1 0,0 1 0,0-1 1,3-3-1,2-2 11,0 0 0,-1-1 0,0 0 0,-1 0 0,1-1 0,6-12 0,27-60-20,-35 70-1,61-138-17,-17 35 147,119-199 0,-72 170 149,-89 134-249,0 0 1,0 0 0,1 1 0,0 1-1,0-1 1,1 1 0,18-11 0,-23 15-7,1 1 0,0 0 0,0 0-1,0 0 1,0 1 0,0 0 0,0-1 0,0 2 0,1-1 0,-1 1 0,0 0 0,11 1 0,-9 1-5,1 0 1,-1 0-1,0 1 0,0 1 0,0-1 1,0 1-1,-1 0 0,1 0 1,-1 1-1,0 0 0,0 0 1,-1 1-1,0-1 0,0 1 0,0 0 1,0 0-1,-1 1 0,6 12 1,9 18-308,-2 0 0,22 75-1,12 86-3416,-37-135 1430,4 17-3799,-4 0-3892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11 610 6573,'-2'-2'150,"1"0"1,0 0-1,0 0 1,0 0-1,0 0 1,0 0-1,0 0 1,1 0-1,-1 0 1,1-1-1,-1 1 1,1 0-1,0 0 1,0-1-1,0 1 1,0 0-1,1-4 1,1 1 204,1 0 0,-1 0 0,1 0 0,0 0 1,0 1-1,5-6 0,-7 8-300,10-14 1087,-1-1-1,9-17 0,15-25 927,-26 47-1744,26-37 929,1 1 0,78-79 1,-92 106-936,73-61 733,-83 73-946,1 1 0,0 0 0,1 1 0,0 0 0,0 1 0,17-6 0,-25 11-74,1 0 0,-1 0 0,1 0 0,0 1 1,0 0-1,-1 0 0,1 0 0,0 0 0,0 1 0,-1 0 1,1 1-1,-1-1 0,1 1 0,-1 0 0,1 0 0,7 5 1,-3-1-9,0 1 0,-1 0 0,0 0 1,0 1-1,-1 0 0,0 0 1,8 11-1,-2 1-159,-1 0 1,0 1 0,-1 0-1,-2 1 1,9 25-1,7 35-2718,-4 2-4780,-9-32-2300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7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 10345,'3'0'220,"0"1"1,0 0-1,-1 1 1,1-1-1,-1 1 0,1-1 1,-1 1-1,0-1 1,1 1-1,-1 0 1,0 0-1,0 0 0,-1 1 1,1-1-1,0 0 1,-1 1-1,1-1 1,-1 1-1,0-1 0,0 1 1,0 0-1,1 3 1,13 24 1580,73 138 2787,37 99-2529,-40-78-1552,-70-160-389,2-1 1,1-1-1,1-1 1,28 31-1,-45-54-52,1 0 0,0 0-1,0 0 1,0-1-1,0 0 1,0 1 0,1-1-1,-1 0 1,1 0-1,-1-1 1,1 1 0,0-1-1,-1 0 1,1 0-1,8 1 1,-9-2-12,1 0 0,-1-1 0,1 1 0,-1-1 0,1 0 0,-1 0 0,0 0-1,1 0 1,-1 0 0,0-1 0,0 0 0,0 0 0,0 0 0,4-3 0,4-6 75,0 0 0,-1-1 0,-1 0 1,0-1-1,0 0 0,11-24 0,11-30-97,32-103 0,-8 19-1653,-45 127 1081,71-169-3855,-21 67-3615,-18 44-2229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7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203 316 8005,'34'-15'1879,"-33"15"-1779,0 0-1,-1-1 1,1 1-1,0 0 0,0-1 1,-1 1-1,1-1 1,0 0-1,-1 1 1,1-1-1,-1 1 0,1-1 1,-1 0-1,1 1 1,-1-1-1,1 0 1,-1 0-1,1 1 0,-1-1 1,0 0-1,0 0 1,1 0-1,-1 1 1,0-1-1,0 0 0,0 0 1,0-1-1,0-1 324,4-7 208,0 0 0,1 0-1,0 1 1,1 0 0,0 0-1,7-9 1,-6 11-353,-2-1 0,1 1 0,-1-2 0,0 1 0,-1 0 0,0-1 0,6-18 0,-9 23-215,0 0 0,0 0 0,-1 0 1,1 0-1,-1-1 0,0 1 0,0 0 1,0 0-1,-1-1 0,0 1 0,1 0 0,-1 0 1,-1 0-1,1 0 0,-1 0 0,1 0 1,-1 0-1,0 1 0,0-1 0,-1 0 0,1 1 1,-4-4-1,3 5-18,-1-1 0,0 0 0,0 1 0,1 0 0,-1-1 0,-1 2 0,1-1 0,0 0 0,0 1 1,-1 0-1,1 0 0,-1 0 0,1 0 0,-1 1 0,1 0 0,-1 0 0,1 0 0,-1 0 0,1 1 0,-1 0 0,-4 1 0,-3 2 55,0-1 0,1 2 0,0 0-1,0 0 1,0 1 0,0 0 0,1 1-1,0 0 1,1 1 0,0 0 0,0 0-1,0 1 1,1 0 0,0 1 0,1 0-1,0 0 1,1 0 0,-6 14 0,6-12-44,0 1-1,1 0 1,1 0 0,0 0 0,1 0 0,0 1 0,1-1 0,0 1 0,2 0 0,-1-1 0,2 1-1,0 0 1,0-1 0,1 1 0,1-1 0,6 20 0,-2-16-207,1 0 0,1 0 0,1-1-1,0 0 1,1 0 0,1-1 0,0-1 0,1 0 0,1 0 0,0-2 0,30 22-1,-27-23-902,1 0-1,0-1 1,1-1-1,0-1 1,0-1-1,32 8 0,-6-5-3985,-1 1-2761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8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 9393,'12'-29'8201,"1"20"-6961,0 1-316,12 14-184,23 2-148,-7 4-132,0 8-112,0 0-212,4 0-344,3 0-584,-7 3-788,-3-3-504,0 2-3061,3-2-4096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8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690 12 12081,'-115'-11'2532,"71"22"289,0 6-293,-1 3-452,4 3-412,3 6-316,-4 5-288,1 9-248,0 8-235,6 6-741,3 6-785,-3 3-1199,-12 5-1624,-1 15-2301,7 6-5336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3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20 3408,'-48'-8'795,"0"2"0,-59 1 0,-97 10-143,74 3-739,-135 4 547,191-12-1826,-116-14-1,123 4 266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3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174 129 9345,'-1'-4'263,"0"1"1,-1 0-1,1 0 1,0 0-1,-1 0 1,0 0-1,0 0 1,0 0-1,0 1 1,0-1-1,-1 1 1,1-1-1,-1 1 1,1 0-1,-1 0 1,0 0-1,0 0 1,0 1-1,0-1 1,0 1-1,0 0 1,-6-2-1,-11-6 899,11 5 259,1-1-1,-1 0 1,1-1 0,1 0-1,-13-11 1,11 9 247,7 6-174,-12-5 1090,5 3-1292,9 22-708,8 10-573,1 1 0,2-1 0,1 0 0,28 46 0,-32-60-12,28 48 1,3-1 0,2-2 0,3-2 0,3-2 0,1-2 0,3-2 0,3-2 0,1-3 0,2-2 0,2-3 0,2-2 0,2-4 0,1-1 0,1-4 0,73 23 0,-30-19-455,0-5-1,2-5 1,1-4 0,1-6-1,143 1 1,140-19-5854,-135-12-1924,-45-5-4276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4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 11585,'-1'2'1740,"0"-1"-1510,0 1-1,0 0 1,0-1 0,0 1 0,0 0 0,0 0 0,1 0 0,-1 0 0,0-1 0,1 1 0,0 0 0,0 0 0,-1 0 0,1 0 0,0 0 0,1 0 0,-1 0 0,0 0 0,1 3 0,16 38 1931,-9-25-1317,22 54 512,-4 0-1,-3 3 1,16 92 0,34 256-973,-22-142-3847,-15-135-692,-2-50-3884,-15-51-51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4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0 281 10013,'17'0'3768,"-17"11"569,-3 1-4795,2-1 719,0 0 1,1 0 0,0 0-1,1 1 1,1-1-1,-1 0 1,2-1 0,-1 1-1,2 0 1,8 19 0,8 13 300,30 48 0,-47-87-519,63 102 329,6-2-1,4-5 1,128 132 0,-177-202-651,2-1-1,2-2 0,0-1 1,1-2-1,1 0 1,2-3-1,0-1 1,1-1-1,51 17 1,-78-32 178,0-1 1,1 0-1,-1 0 1,0-1 0,1 0-1,-1-1 1,1 0-1,16-3 1,-21 3 64,-1-1 0,0 0 0,1-1 0,-1 1 0,0-1 0,0 0 0,0 0 0,0 0 0,0 0 0,-1-1 0,1 1 0,-1-1 0,1 0 0,-1 0 0,0-1 0,0 1 0,0 0 0,-1-1 0,1 0 0,2-6 0,0-5-15,0 0-1,-1-1 1,-1 0-1,-1 1 1,0-1-1,-1 0 1,-2-28-1,1 31 29,-4-118 46,-28-176 0,-46-128 1938,47 277-659,6 40 159,25 115-627,-2 7 76,-2 5-690,1 0 0,1 0 0,-1 1 0,1-1 0,1 1 1,0 0-1,0 16 0,14 93 570,86 331-269,11-143-4613,-16-112-3516,-63-143 2411,3-5-2810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4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 11993,'31'5'1677,"-32"-5"-1491,0 0-1,0 1 1,-1 0-1,1-1 1,0 1-1,0 0 1,0 0 0,0-1-1,0 1 1,0 0-1,0 0 1,0 0 0,0 0-1,0 0 1,1 0-1,-1 1 1,0-1 0,1 0-1,-1 0 1,1 1-1,-1-1 1,1 0 0,0 0-1,-1 1 1,1 1-1,-8 34 1380,8-8-888,1 0 1,2 0-1,1 0 0,1-1 1,12 39-1,-8-30-109,-1-1-189,1-1 0,2-1 0,1 1 0,23 41 0,-31-67-333,1 0 1,1-1-1,0 1 0,0-1 1,1-1-1,0 1 1,0-1-1,1 0 1,0 0-1,0-1 0,0 0 1,1-1-1,0 0 1,0 0-1,0-1 1,1 0-1,-1-1 0,1 0 1,18 3-1,-23-5-33,0 0-1,0-1 0,0 0 0,0 0 1,0 0-1,0-1 0,-1 1 1,1-1-1,0 0 0,0-1 1,0 1-1,0-1 0,-1 0 1,1 0-1,-1-1 0,6-3 1,-4 1-4,-1 1 0,0-1 0,0 0 0,0-1 0,-1 1 0,0-1 1,0 0-1,0 0 0,-1 0 0,4-11 0,-2 3 4,0 0-1,-1-1 1,-1 1-1,-1-1 1,0 0-1,-1 0 1,0 0-1,-1 0 1,-1 1-1,-3-21 1,-1 16-7,0 1 0,-1 0 0,-1 1 0,-1-1 0,0 1 0,-1 1 0,-22-30 0,-6-2-195,-49-46 0,71 79 31,-51-47-2007,22 29-3357,42 31 3272,7 0-1723,0-3 2143,-2 1 96,10-7-5283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5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0 283 10949,'0'0'10435,"1"3"-9536,7 14-494,1 0 1,0-1 0,1 0-1,0-1 1,1 0 0,17 17-1,12 18 99,-1 9-222,-3 2 0,-2 1 0,39 105 0,-69-157-330,7 11 435,-6-21-132,2-13-114,40-155 312,5-15-328,-28 118 5,49-93 0,-58 131-14,1 1 1,1 1-1,1 1 1,1 1-1,1 0 1,24-20-1,-36 35-79,1 1-1,0 1 1,0 0 0,0 0-1,1 1 1,0 0 0,0 1-1,0 0 1,1 0 0,-1 1-1,1 1 1,0 0 0,0 0 0,0 1-1,0 0 1,0 1 0,0 1-1,0-1 1,0 2 0,0-1-1,12 5 1,-2 1-5,0 0 0,-1 2 0,0 0 0,-1 1 1,0 1-1,0 1 0,-1 0 0,-1 2 0,28 27 0,195 230-2762,-149-162-1996,4-1-4685,-42-52-1008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0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692 1372 12505,'2'16'1222,"-1"-1"-1,-1 0 0,-3 28 1,3-40 73,0-1-1060,0-1 0,1 1-1,-1 0 1,1-1 0,-1 1 0,1-1-1,0 1 1,0-1 0,-1 1-1,1-1 1,0 1 0,2 1-1,1-4-78,-1 0 0,0-1 0,0 1 0,0-1 0,0 0 0,0 0 0,0 0 0,-1 0 0,1 0 0,-1-1 0,1 1 0,3-6 0,0 2-75,11-13 112,-1-1 1,0-1 0,-2 0 0,0 0-1,-1-2 1,15-35 0,-15 23-84,-2 0 0,0-1 0,9-71 1,-13 25-78,-3-1 1,-4 0 0,-14-114 0,4 108 332,-3-1 0,-5 2 1,-3 0-1,-37-97 0,36 139-24,22 45-315,-1-1 1,1 1-1,-1 0 0,1 0 1,-1 0-1,1-1 1,-1 1-1,0 0 1,0 0-1,0 0 1,1 0-1,-1 1 1,0-1-1,0 0 1,0 0-1,0 0 1,0 1-1,-1-1 1,1 0-1,0 1 1,0-1-1,0 1 1,-1 0-1,1-1 0,0 1 1,0 0-1,-1 0 1,1 0-1,0 0 1,0 0-1,-3 0 1,1 1 22,1 0 1,0 0-1,0 1 1,-1-1-1,1 1 1,0-1-1,0 1 1,0 0-1,1 0 1,-1-1-1,0 1 1,1 1-1,-1-1 1,-1 3-1,-3 9 126,1 0-1,0 0 0,1 0 0,0 0 1,2 0-1,-1 1 0,1 15 0,-1-10 8,-12 140 322,10 301 0,68 158 80,-10-300-585,113 371 0,-46-327-232,-94-298 12,3-1 0,3-1 0,54 81 0,-65-115-445,1-2 0,1-1 0,2-1 0,0 0 0,40 27 0,-56-44 362,1-1-1,1 0 1,-1-1-1,1 0 0,0-1 1,0 0-1,1-1 1,-1 0-1,1 0 1,0-2-1,0 1 1,0-1-1,0-1 1,1-1-1,-1 1 0,0-2 1,20-2-1,-27 2 205,0 0 0,-1-1-1,1 1 1,-1-1-1,1 0 1,-1 0 0,0 0-1,0 0 1,0-1 0,0 0-1,0 0 1,0 0 0,-1 0-1,1-1 1,-1 1-1,0-1 1,0 0 0,-1 0-1,1 0 1,-1 0 0,0 0-1,0-1 1,0 1-1,0-1 1,-1 1 0,0-1-1,0 0 1,0 1 0,0-1-1,-1-6 1,0-1 21,-1 0 0,0 1 0,0-1 0,-1 0 0,-1 1 0,0 0 0,-1-1 0,0 1 0,0 0 0,-1 1 0,-9-15 0,0 4 59,-1 1-1,-1 1 1,0 0 0,-22-18-1,22 23 81,-1 0-1,-1 2 1,1 0-1,-30-14 1,-219-100 812,201 99-503,-1 3-1,-86-20 1,101 31-175,-593-150 1884,632 160-2044,-12-3 40,0-1-1,0-1 1,1-1-1,-36-19 1,55 26-66,-1-1 0,1 1 0,0-1 0,0-1 0,0 1 1,0 0-1,0-1 0,1 0 0,-1 0 0,1 0 0,0 0 0,1-1 1,-1 1-1,1-1 0,0 0 0,0 1 0,0-1 0,0 0 1,1 0-1,0 0 0,0 0 0,1 0 0,-1-1 0,1 1 1,0 0-1,0 0 0,1 0 0,1-8 0,1 0-3,1 1 0,0 0 0,1 1 0,0-1-1,1 1 1,0 0 0,14-19 0,65-66-237,-65 75 178,454-421-2160,-142 144 883,-230 197 1166,98-124 0,-186 209 266,-1-1 0,-1 0 0,0-1-1,-1 0 1,-1-1 0,11-30 0,-20 44-30,0-1 0,0 1 0,0 0 0,-1-1-1,1 1 1,-2-1 0,0-9 0,0-1 159,0 16-209,1 0-1,-1 0 1,1-1-1,-1 1 1,1 0 0,-1 0-1,0 0 1,1-1-1,-1 1 1,0 0-1,1 0 1,-1 0-1,1 0 1,-1 0-1,0 0 1,1 0 0,-1 1-1,0-1 1,1 0-1,-1 0 1,1 0-1,-1 1 1,0-1-1,1 0 1,-1 1 0,1-1-1,-1 1 1,-3 2 14,0-1 1,1 1-1,-1 0 1,1 1-1,0-1 1,0 0 0,0 1-1,1 0 1,-1 0-1,1 0 1,0 0-1,0 0 1,0 0-1,1 0 1,-1 1 0,1-1-1,0 1 1,0-1-1,1 1 1,-1 6-1,-1 10 69,2 1-1,0-1 0,4 23 0,0-9-53,2 0 0,2 0-1,1-1 1,1 0 0,2-1-1,2 0 1,1-1-1,1-1 1,2 0 0,1-1-1,1-1 1,1-1 0,2-1-1,1-1 1,1-1 0,48 38-1,-58-54-39,0 0 0,0-2-1,1 1 1,0-2 0,1 0 0,28 6 0,-44-12-12,8 2-9,0 0 0,0-1 0,0 0-1,0 0 1,0-1 0,0-1-1,0 1 1,0-2 0,0 1-1,0-1 1,0 0 0,-1-1-1,1 0 1,-1 0 0,1-1-1,-1 0 1,0-1 0,-1 0-1,1 0 1,-1 0 0,0-1-1,12-12 1,-1-3-26,-1 0 0,0-1 0,-2 0 0,-1-1 1,0-1-1,11-29 0,54-149-109,-4 9 297,-70 183-110,-2 2 29,0 1 0,0-1 0,1 1-1,0 0 1,6-7 0,-9 13-55,0 0 0,-1 0-1,1 0 1,0 0 0,0 1-1,0-1 1,0 0 0,0 0-1,0 1 1,0-1 0,0 1 0,0-1-1,0 1 1,1-1 0,-1 1-1,0 0 1,0 0 0,0-1-1,0 1 1,1 0 0,-1 0 0,0 0-1,0 0 1,0 1 0,1-1-1,-1 0 1,0 0 0,0 1-1,0-1 1,0 0 0,0 1 0,1-1-1,-1 1 1,0 0 0,0-1-1,0 1 1,-1 0 0,1 0-1,0-1 1,0 1 0,0 0-1,1 1 1,5 7 42,0-1 0,-1 1 0,0 0 0,0 0-1,5 12 1,13 21-7,14 18-517,55 78-2716,-78-120-179,1-1-1,33 29 0,-13-21-4435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0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96 9401,'7'0'2173,"-3"0"-1789,0 0 0,0 0 0,0 0 0,0 0 0,0 1 0,0 0 1,0 0-1,0 0 0,0 0 0,-1 1 0,1-1 0,0 1 0,-1 0 0,1 0 1,3 4-1,14 9 1,-1 0-1,-1 2 1,-1 0 0,0 1 0,-1 1 0,24 36 0,-31-41-322,-2 0 1,0 1-1,0 1 1,-2-1-1,0 1 1,-1 0-1,0 0 0,-1 0 1,-1 1-1,-1 0 1,1 22-1,-6 29 157,-13 69 0,13-111-54,8-41-70,7-25-55,72-142 1663,160-258 1,-243 438-1598,1-1 0,-1 0 0,1 1 1,0-1-1,0 1 0,0 0 0,0-1 0,0 1 0,0 0 0,1 0 0,-1 1 1,1-1-1,-1 0 0,1 1 0,0-1 0,4 0 0,-6 1-50,1 1 1,0 0-1,-1 0 0,1 1 1,0-1-1,-1 0 0,1 0 0,0 1 1,-1-1-1,1 1 0,0-1 0,-1 1 1,1 0-1,-1 0 0,1 0 1,-1 0-1,0 0 0,1 0 0,-1 0 1,3 3-1,4 6 134,-1 0 0,0 1-1,0 1 1,-1-1 0,8 21 0,-13-30-176,26 64 403,-8-17-682,3-1-1,33 56 1,-48-92-368,1 0 0,1 0 0,0-1 1,1 0-1,0-1 0,0 0 1,1-1-1,0 0 0,1 0 0,0-1 1,1-1-1,24 12 0,-34-18 98,0 0-1,1 0 1,-1 0-1,1 0 1,-1-1-1,0 1 1,1-1-1,-1 0 1,1 0-1,-1 0 0,1-1 1,-1 1-1,6-2 1,2 0-1088,43-9-7212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1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213 180 6701,'-68'-14'4013,"67"14"-3829,0 0 0,0-1 1,0 1-1,0 0 1,0 0-1,0-1 0,0 1 1,1-1-1,-1 1 1,0-1-1,0 1 0,0-1 1,1 1-1,-1-1 1,0 0-1,1 1 0,-2-3 1,2 3-138,0-1-1,-1 1 1,1 0 0,0-1 0,-1 1 0,1-1-1,-1 1 1,1 0 0,0-1 0,-1 1-1,1 0 1,-1-1 0,1 1 0,-1 0 0,1 0-1,-1-1 1,1 1 0,-1 0 0,1 0 0,-1 0-1,1 0 1,-1 0 0,0 0 0,1 0 0,-1 0-1,1 0 1,-1 0 0,1 0 0,-1 0-1,1 0 1,-1 0 0,1 1 0,-1-1 0,1 0-1,-1 0 1,1 1 0,-1-1 0,-4 3 207,0 1 1,1-1-1,0 1 1,-1 0-1,2 0 0,-1 0 1,0 1-1,1-1 1,0 1-1,0 0 1,0 0-1,0 0 0,1 0 1,0 0-1,-2 10 1,-6 18 544,-8 46 1,15-62-585,-6 28 295,3 0 1,-2 88-1,9-104-395,1 1 1,2-1-1,1 0 0,1-1 1,16 48-1,-14-56-249,0 1 1,2-1 0,0-1-1,1 1 1,1-2-1,1 0 1,0 0-1,1-1 1,32 29-1,-35-38-133,0 1 0,0-2 0,1 1-1,0-2 1,0 1 0,1-2 0,0 1-1,0-2 1,0 0 0,0 0-1,1-2 1,-1 1 0,1-2 0,0 0-1,-1 0 1,1-1 0,14-2 0,-13 0 140,-1 0 1,1-1-1,-1 0 0,0-1 1,0 0-1,0-1 1,0-1-1,-1-1 1,0 1-1,-1-2 1,1 0-1,-1 0 1,-1-1-1,0-1 1,0 0-1,-1-1 0,0 1 1,0-2-1,-2 1 1,1-2-1,-2 1 1,1-1-1,5-16 1,2-9 393,-2 0-1,-2-1 1,9-53 0,3-122 999,-16-7 672,1-24 1021,-8 245-2941,0 0 1,0 0 0,0 0 0,0 0-1,0 0 1,0 0 0,1 0 0,-1 1-1,0-1 1,0 0 0,0 0 0,0 0-1,0 0 1,0 0 0,1 0 0,-1 0-1,0 0 1,0 0 0,0 0 0,0 0-1,0 0 1,0 0 0,1 0 0,-1 0-1,0 0 1,0 0 0,0 0 0,0 0-1,0 0 1,1 0 0,-1 0 0,0 0-1,0 0 1,0 0 0,0 0 0,0 0-1,1 0 1,-1 0 0,0 0 0,0-1-1,0 1 1,0 0 0,0 0 0,0 0-1,0 0 1,0 0 0,1 0 0,-1 0-1,0-1 1,0 1 0,0 0 0,0 0-1,0 0 1,0 0 0,0 0 0,0-1 0,0 1-1,0 0 1,0 0 0,13 23 471,16 45-201,-24-57-156,7 19-34,175 379-2561,-136-312-2462,-31-57-405,-1-5-3075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3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25 466 8241,'-1'0'52,"0"0"0,0 0 1,1 1-1,-1-1 0,0 0 1,0 0-1,0-1 0,0 1 1,0 0-1,1 0 0,-1 0 1,0 0-1,0-1 0,0 1 1,1 0-1,-1-1 0,0 1 1,0-1-1,1 1 0,-1-1 1,0 1-1,1-1 0,-1 1 0,0-1 1,1 0-1,-1 1 0,1-1 1,-1 0-1,1 1 0,0-1 1,-1 0-1,1 0 0,-1 0 1,1 1-1,0-1 0,0 0 1,0 0-1,0 0 0,-1 0 1,1 0-1,0 0 0,2-4 160,-1 0 0,1 1-1,0-1 1,0 0 0,1 1-1,3-6 1,-2 4-98,9-12 347,0 0 0,2 0 0,0 2 0,1 0 0,27-21 0,-41 35-436,54-41 882,1 2 0,3 2-1,82-39 1,-115 63-402,1 2 1,1 1-1,0 1 1,53-12-1,-72 22-398,0 0 1,-1 1-1,1 1 0,-1 0 0,1 0 1,-1 0-1,0 2 0,10 2 0,-14-3-62,2 0-53,-1 0-1,0 1 0,0 0 0,0 0 0,-1 1 1,1 0-1,-1 0 0,0 0 0,0 0 0,0 1 1,4 6-1,15 17-3018,-5-4-3938,-6-10-1943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4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 2324,'41'6'748,"-31"-15"96,6 3-988,-1 1-424,8 10-1076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255 363 11769,'1'1'185,"0"0"0,0 0 0,0 1 0,0-1 0,0 0 0,0 0 0,0 0 0,0 1 1,0-1-1,-1 0 0,1 1 0,-1-1 0,1 1 0,0 2 0,-2-4 47,0 0-1,0 1 1,0-1 0,0 0 0,-1 0 0,1 0 0,0 0-1,0 0 1,0 0 0,0 0 0,0 0 0,0 0 0,0-1-1,0 1 1,0 0 0,0-1 0,-7-2 8326,-11 3-7224,5 3-647,27-1-730,29 1-1130,124-6-4977,-162 3 6018,0 0 0,0 0-1,1 0 1,-1-1-1,0 0 1,0 0 0,0 0-1,1 0 1,-1-1-1,-1 0 1,1 0 0,0 0-1,0 0 1,-1 0 0,6-5-1,-8 5 155,1 0 0,0 0 0,-1 0 0,1 0 1,-1-1-1,0 1 0,0 0 0,0-1 0,0 1 0,0-1 0,-1 0 0,1 1 0,-1-1 0,1 1 0,-1-1 0,0 0 0,0 1 0,0-1 1,-1 0-1,1 1 0,-1-1 0,1 0 0,-1 1 0,0-1 0,0 1 0,0-1 0,-1-1 0,-6-13 293,-1 0-1,-1 1 0,0 1 1,-1 0-1,-1 0 1,-19-18-1,4 7 223,0 2 0,-41-28 0,56 44-490,0 1 0,0-1 0,-1 2 1,0 0-1,0 0 0,0 1 0,-1 1 0,-25-5 0,34 8-270,0 1 0,-1 0 0,1 0 0,0 0 0,0 1 0,0-1-1,0 1 1,0 0 0,0 1 0,0-1 0,0 1 0,0 0 0,1 0 0,-1 1-1,1-1 1,0 1 0,-1 0 0,1 0 0,0 1 0,1-1 0,-1 1-1,1 0 1,-1 0 0,1 0 0,0 0 0,1 0 0,-5 9 0,-2 0-882,-1 2-662,3 1-2959,6 7-2880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2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37 127 4852,'8'-17'1269,"-6"14"2446,-4 0-2181,-7-13 1098,-14-26 4127,10 17-7430,15 22-624,1 0 0,-1 0 0,1 1 1,0-1-1,-1 1 0,5-3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2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12597,'0'0'2046,"-1"2"-125,-2 4-1294,0 0 0,0 0 0,1 0 0,0 0 0,0 0-1,0 1 1,1-1 0,0 0 0,0 13 0,3 62 1517,-1-63-1829,2 4 19,0-1-1,1 0 0,8 22 0,0 3-62,31 104-1414,-6-28-2351,-26-79 1547,9 36-6749,-10-47 64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2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68 120 8909,'-39'-51'1724,"33"28"-388,-3 3-304,2 9-236,1-4-488,15 38-5880,10 20 23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3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1 587 13801,'0'0'7824,"2"1"-6826,22 18 132,-1 0 0,40 43-1,-36-34-842,37 31-1,-20-24-184,-22-15-393,1-2 0,0 0 0,1-2 0,1 0 0,47 20 0,-64-33 215,-1-1 0,1 0 0,0 0 0,0 0 0,0-1 0,0-1 0,0 1 0,10-2 0,-16 1 66,1 0-1,-1-1 1,1 1 0,-1-1-1,1 0 1,-1 1-1,0-1 1,1 0-1,-1-1 1,0 1-1,0 0 1,0-1-1,0 1 1,0-1-1,0 0 1,0 1 0,0-1-1,-1 0 1,1 0-1,-1 0 1,1 0-1,-1-1 1,0 1-1,0 0 1,0-1-1,0 1 1,0 0-1,0-1 1,0-4 0,1-9 8,-1 1 1,-1 0 0,-1 0 0,0-1 0,-1 1-1,0 0 1,-1 0 0,-10-29 0,4 19 9,-2-1 0,0 2 0,-2-1 0,-19-28 1,14 28-2,0 2 1,-2 0 0,-43-39 0,60 60-13,-1-1 0,1 1-1,-1-1 1,0 1 0,0 1 0,0-1 0,0 0 0,0 1 0,0 0 0,-1 0-1,1 0 1,0 0 0,-1 1 0,1 0 0,0 0 0,-1 0 0,1 0 0,-6 2-1,7-2-9,1 1 0,0 0 0,-1-1 0,1 1 0,0 0 0,0 0 0,0 0 0,0 1 0,0-1 0,0 0 0,0 1 0,0-1 0,0 1 0,1 0 0,-1 0 0,1-1 0,-1 1 0,1 0 0,0 0 0,-1 0 0,1 1 0,0-1 0,1 0 0,-1 0-1,0 1 1,1-1 0,-1 0 0,1 1 0,-1-1 0,1 0 0,0 1 0,0-1 0,1 3 0,-1 0-25,0 0-1,1 0 1,0 0-1,0 0 1,0 0 0,1 0-1,0-1 1,0 1-1,0 0 1,0-1 0,1 0-1,-1 1 1,5 4-1,-4-7 33,-1 0-1,1 0 1,-1 0 0,1 0-1,0-1 1,0 1-1,0-1 1,0 1-1,0-1 1,0 0-1,0 0 1,0-1 0,0 1-1,1-1 1,-1 1-1,0-1 1,0 0-1,1 0 1,-1-1 0,0 1-1,0-1 1,1 1-1,-1-1 1,4-2-1,9-2 30,0-1-1,0-1 1,0 0-1,27-19 0,59-50 249,-64 46 171,62-38-1,-90 62-329,1 1 1,-1 0-1,1 1 0,0 0 1,0 0-1,1 1 0,-1 1 1,1 0-1,-1 0 1,1 1-1,14 1 0,-16 1-42,-1 0 1,0 1-1,0 0 0,0 0 0,0 1 0,0 1 0,-1-1 0,1 1 0,-1 1 0,0-1 1,0 1-1,-1 1 0,1-1 0,9 11 0,12 14 226,-12-13-813,0-1 0,35 27 1,-46-39 147,0 0 1,0 0 0,0-1 0,1 0-1,-1-1 1,1 1 0,0-1 0,-1-1 0,1 1-1,0-1 1,0 0 0,0-1 0,0 1-1,9-2 1,5-2-538,1 0 0,-1-2-1,-1-1 1,1 0 0,-1-1 0,0-2-1,0 0 1,33-21 0,-36 18 783,0 0 0,-1-2 0,-1 1 0,0-2 0,21-25 0,47-61 3277,-68 79-2530,1 0 0,2 1 0,0 1 0,1 1 0,1 0 0,27-18 0,0 4-899,-45 31-19,9-3-413,4-2-2821,-32 0-425,-4 1-2275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3.5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411 151 12349,'3'-26'1053,"-2"15"3,0 1 0,-1-1 0,-1-18 0,0 24-97,0 0 0,0 0 0,-1 0 0,0 0 0,0 0 0,-3-6 0,-9-11 3863,-34 147-3303,-46 189 0,44-136-951,43-155-568,-107 389 0,88-299 0,-18 196 0,41-269 0,2-1 0,2 1 0,2 0 0,1-1 0,2 0 0,2 0 0,1 0 0,27 69 0,-25-83 0,1-1 0,1-1 0,1 0 0,1-1 0,0 0 0,2-1 0,1-1 0,0-1 0,1 0 0,2-2 0,-1 0 0,2-1 0,0-1 0,26 12 0,-22-14-36,0-2 0,1-1 0,0-1 0,1-1 0,0-1-1,0-2 1,1-1 0,-1-1 0,1-1 0,0-2 0,-1-1 0,56-9 0,-53 4-11,0-2 1,0 0-1,-1-3 1,0 0-1,-1-2 1,-1-1-1,0-1 1,-1-2-1,0-1 1,-1-1-1,34-32 1,-25 15-61,-1-2 1,48-70 0,43-93 187,-52 80 349,-36 69-116,-35 52-288,-1 1 0,0 0 0,0-1-1,1 1 1,-1 0 0,0 0 0,0 0-1,0 0 1,0 0 0,0 0 0,0 1-1,0-1 1,0 0 0,0 0 0,1 3-1,1 3-15,1 0 0,-2 0 0,1 1 0,-1-1 0,0 1 0,0-1-1,1 15 1,0 63 17,-2-36-24,2 8-3,2-1 0,4 0 0,25 94 0,-26-122 0,3 0 0,0 0 0,1-1 0,2 0 0,1-1 0,1-1 0,1 0 0,34 38 0,-45-58 0,-1 0 0,0 0 0,1-1 0,0 1 0,0-2 0,0 1 0,1-1 0,-1 1 0,1-2 0,0 1 0,0-1 0,0 0 0,0 0 0,0-1 0,0 0 0,0-1 0,1 1 0,-1-1 0,0 0 0,8-2 0,-10 1 0,-1 0 0,1 0 0,0-1 0,-1 0 0,1 1 0,-1-2 0,0 1 0,1 0 0,-1-1 0,0 0 0,-1 0 0,1 0 0,0 0 0,-1-1 0,0 1 0,0-1 0,0 0 0,0 0 0,0 0 0,-1 0 0,0-1 0,0 1 0,0-1 0,0 1 0,-1-1 0,0 1 0,0-1 0,0 0 0,0 0 0,-1-6 0,0-5 0,0-1 0,-2 1 0,0 0 0,-1 0 0,0 0 0,-1 0 0,-1 0 0,-13-28 0,-2 3 0,-49-75 0,-7 11-944,-5 3 0,-4 4 0,-109-98 0,184 187 82,-17-14-1085,3 14-5873,13 9 1830,19 11-3398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4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1006 16478,'-4'-6'525,"3"5"-342,0 0 1,0 0-1,0-1 1,0 1-1,0 0 1,0-1-1,0 1 1,1-1-1,-1 1 1,1-1-1,-1 1 1,1-1-1,-1 0 1,1 1-1,0-1 1,0 0-1,0 1 1,0-1-1,0 1 1,0-1-1,0 0 1,1 1-1,-1-1 1,0 1-1,1-1 1,-1 0-1,2-1 1,5-46 4559,-2 31-4296,0 1 1,1 0-1,1 0 1,1 0-1,0 1 1,1 0-1,12-15 0,-6 10 14,1 1 0,1 1 0,1 0-1,32-26 1,-46 42-461,-1 0 0,1 0 0,0 1 0,1-1 0,-1 1 0,0 0 0,1 0 0,-1 0 0,1 1 0,0 0 0,-1 0 0,1 0 0,0 0 0,0 1 0,0-1 0,-1 1 0,1 1 0,0-1 0,0 1 0,0 0 0,-1 0 0,6 2 0,-3-1 0,-1 1 0,0 1 0,0-1 0,0 1 0,0 0 0,-1 1 0,0-1 0,1 1 0,-2 0 0,1 0 0,-1 0 0,1 1 0,-1 0 0,5 10 0,3 9 3,-1 1 1,-1 0-1,-1 1 1,-1 0-1,-1 0 0,-2 1 1,-1 0-1,-1 0 0,-1 0 1,-4 49-1,-2-29-34,-3-1 0,-2 0 0,-1-1 0,-3 0 0,-27 63 0,15-46-3326,23-60 2060,6-23-3907,24-115 1403,11-63 1998,88-595 4834,-90 639-689,-18 81-803,-18 67-1333,1 1 1,-1-1-1,1 1 0,0 0 0,0 0 1,0-1-1,1 1 0,0 0 0,0 1 1,0-1-1,5-4 0,-8 8-148,1 1-1,0-1 1,-1 0 0,1 1 0,0-1-1,0 1 1,-1 0 0,1-1-1,0 1 1,0 0 0,0-1-1,0 1 1,-1 0 0,1 0 0,0 0-1,0 0 1,0 0 0,0 0-1,0 0 1,0 0 0,0 0-1,-1 0 1,3 1 0,19 12 688,-16-9-556,9 8 80,-1 0 0,0 1 0,-1 1 0,0 0 0,-2 1 0,1 0 0,-2 1 0,13 25 0,60 150 941,60 228-2140,-67-189-7978,-60-181 1541,-3-5-4953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4.2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0 344 17966,'13'-12'3516,"3"4"-448,-4-1-612,7-5-551,13-6-381,0 3-304,28-3-296,13-3-736,13 0-324,19-5-852,12-4-780,10 1-676,13-1-933,-4-2-3695,1-6-6926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4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26 16702,'-50'-21'3124,"40"17"4924,4 124-3155,64 411-4893,-34-369 0,47 316 0,27-5 0,-84-418 5,3-1-1,2 0 1,2-2 0,3 0-1,37 60 1,-40-80-20,1-1-1,2-1 0,1-1 1,1-1-1,1-1 0,2-1 1,0-2-1,57 35 0,-51-39-715,0-2 0,1-2-1,1-1 1,0-1 0,1-3-1,48 9 1,-35-11-2926,0-3 0,65-1 0,21-11-9923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6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11661,'0'0'192,"0"-1"0,0 1-1,0 0 1,0 0 0,0-1 0,1 1-1,-1 0 1,0 0 0,0-1-1,0 1 1,0 0 0,0 0 0,1-1-1,-1 1 1,0 0 0,0 0 0,0 0-1,1-1 1,-1 1 0,0 0 0,0 0-1,1 0 1,-1 0 0,0 0 0,0 0-1,1 0 1,-1 0 0,0-1 0,1 1-1,-1 0 1,0 0 0,0 0-1,1 0 1,-1 0 0,0 0 0,1 1-1,5 9 2018,1 23-1296,-7-32-680,53 458 6156,-45-86-4868,-5-137-835,33 238 0,-36-470-676,1 1 0,0 0 0,0-1 0,0 1 0,0-1 0,1 1 1,0-1-1,4 8 0,-5-11-8,0 0 0,0 0 1,0 0-1,0 0 0,1 0 1,-1 0-1,0 0 0,0-1 1,0 1-1,1 0 0,-1-1 0,0 1 1,1-1-1,-1 1 0,0-1 1,1 0-1,-1 0 0,1 0 1,-1 0-1,1 0 0,-1 0 1,0 0-1,1 0 0,-1 0 1,1 0-1,-1-1 0,0 1 1,1-1-1,-1 1 0,0-1 1,2-1-1,1 0 3,0-1 1,0 0-1,0 0 1,-1 0-1,1-1 1,-1 1-1,0-1 1,0 0-1,0 0 1,-1 0-1,4-8 1,2 0-2,29-54 7,38-94 1,13-25-48,-72 157 32,1 1 0,1 0 0,1 2 1,31-33-1,-44 51 27,0 1 0,0 1 0,1-1 0,0 1 0,0 0 0,0 1 0,0-1 0,1 2 0,0-1 0,0 1 0,0 0 0,0 0 0,0 1 0,0 1 0,1-1 0,-1 1 0,0 0 0,1 1 0,-1 0 0,1 0 0,-1 1 0,1 0 0,-1 1 0,1 0 0,-1 0 0,0 1 0,0 0 0,0 0 0,-1 1 0,9 4 0,5 8 17,-2 0 0,1 1-1,-2 0 1,0 2 0,-2 0-1,0 1 1,22 36 0,-4 3 30,44 104 1,-36-60-71,37 132 0,-62-168-2458,4-1 0,37 81-1,-56-143 1091,0 0 0,1 0 0,-1-1 0,1 1-1,0-1 1,-1 1 0,5 2 0,-7-6 1354,16 15-11435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6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62 714 13465,'-5'-14'939,"3"10"-399,1 0 0,-1 0 0,1 0 1,-1 0-1,0 1 0,-1-1 0,-5-7 9878,-3 47-6440,4 135-3792,-11 279-186,20-336 0,32 220 0,-30-310 0,1-1 0,1 0 0,1 0 0,1-1 0,16 33 0,-21-49 0,0 0 0,0-1 0,1 1 0,0-1 0,0 0 0,1 0 0,-1 0 0,1-1 0,0 1 0,0-1 0,1 0 0,-1 0 0,1-1 0,0 0 0,0 0 0,0 0 0,0-1 0,0 0 0,1 0 0,-1 0 0,1-1 0,-1 0 0,1-1 0,9 1 0,-6-2-7,0 0 0,0 0 0,0-1 0,0 0 0,0-1 0,0 0 0,-1-1 0,0 0 0,0 0 0,10-7 1,-6 2-26,1-1-1,-1 0 1,-1-1 0,0 0 0,16-21 0,-3-2-95,-1-1 0,-2-1 0,33-77 0,-27 45-66,-4 0 0,-3-1 0,-2-2 0,-4 0 1,-3-1-1,-3 0 0,-4 0 0,-3-91 0,-6 82 153,-4 1-1,-3 0 0,-4 0 1,-3 2-1,-4 0 1,-2 1-1,-43-88 0,52 133 72,-36-55 0,42 74-23,-1 0 1,0 1 0,-1 0-1,0 1 1,-1 0 0,-17-12-1,22 19 2,-1 0-1,0 1 1,1 0-1,-1 0 0,0 0 1,0 1-1,-1 0 1,1 1-1,0-1 0,-1 2 1,1-1-1,0 1 1,-1 1-1,1-1 0,-1 1 1,1 1-1,0 0 1,0 0-1,-11 4 0,12-3 4,-1 0 0,1 0-1,-1 1 1,1-1-1,0 2 1,1-1 0,-1 1-1,1 0 1,0 0-1,0 1 1,0 0 0,-7 10-1,2-1 19,2 1 0,0 0 0,-14 34 0,13-22-4,1 1 1,2 0-1,0 0 0,2 1 1,2 0-1,0 0 0,2 0 1,1 1-1,2-1 1,1 0-1,1 0 0,2-1 1,13 46-1,-5-34-27,1 0-1,2-1 1,2-1-1,1-1 1,2 0 0,2-1-1,1-2 1,54 58-1,-57-72-183,1 0 0,0-1 0,2-2 0,1 0-1,0-2 1,1 0 0,37 14 0,-43-21-255,-1-2 1,1 0-1,0-2 0,1 0 0,-1-1 1,1-1-1,0-2 0,0 0 0,0-1 1,0-1-1,22-4 0,-30 2-271,-1-1 0,1 0 0,-1-1 0,0-1 0,0 0 0,23-15 0,32-28-6066,-19 7-2662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9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16 13885,'-6'-9'-683,"-7"3"14746,26 13-11902,21 11-1995,0 2 1,-1 1-1,-2 1 1,0 1-1,-1 2 0,-1 2 1,-2 0-1,34 44 1,-48-54-228,0 1-1,-2 0 1,0 1 0,-1 1 0,-1-1 0,-1 1 0,-1 1 0,0-1 0,-2 1 0,0 1 0,-2-1 0,0 1 0,-1-1 0,-2 1 0,0 0 0,-5 37 0,2-37-19,-2 1-1,0-2 1,-1 1-1,-2-1 1,0 0 0,-1 0-1,-1-1 1,0 0-1,-21 27 1,8-16 209,21-28-13,0-3-103,0 0 1,1 0 0,-1 0-1,0 0 1,1-1 0,-1 1-1,0 0 1,1-1 0,-1 1-1,1-1 1,-1 1 0,1-1-1,-1 0 1,1 0 0,-1 0-1,1 0 1,0 0 0,-1 0-1,1 0 1,0 0 0,0 0-1,0-1 1,0 1 0,0 0-1,0-1 1,0 1 0,0-1-1,1 1 1,-1-1 0,0 1-1,1-1 1,0 0 0,-1 1-1,1-1 1,0 1 0,0-1-1,-1 0 1,1 1 0,1-1-1,-1 0 1,0 1 0,0-1-1,1-2 1,2-9 41,-1 0-1,2 0 0,0 1 1,7-16-1,-10 24-34,21-44 221,1 1 0,3 1 0,1 1 0,3 1 0,1 2 0,2 1 0,64-60 0,-91 94-220,0 1 0,1 1-1,0-1 1,0 1-1,1 1 1,-1-1 0,1 1-1,0 1 1,0-1 0,0 1-1,1 1 1,-1-1-1,1 2 1,0-1 0,-1 1-1,1 0 1,0 1 0,-1 0-1,1 0 1,0 1-1,0 0 1,-1 1 0,1 0-1,-1 0 1,1 1 0,-1 0-1,0 0 1,0 1-1,8 5 1,4 3-21,0 1 0,-2 1 0,1 1 0,-2 1 0,21 22 0,70 97 0,-85-105 0,14 20 6,23 30-68,114 118 0,-150-174-331,44 39-3031,-33-38-1775,0-9-3875,-10-15-2501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 14573,'-25'28'605,"3"-2"661,1 1 1,-33 54-1,44-65-713,-11 17 644,1 1-1,2 1 1,1 0 0,2 1 0,-15 55-1,17-23-364,2 1 0,3 1 0,3-1 0,4 1-1,11 116 1,-3-132-722,2 0 1,3-1-1,1-1 0,3 0 0,3-1 1,1 0-1,50 87 0,-47-104-538,1-1 1,1-1-1,2-1 1,1-1-1,1-1 1,2-2-1,1-1 0,0-2 1,2-1-1,1-1 1,1-2-1,0-2 1,45 16-1,-41-20-1252,1-1 0,0-3-1,1-1 1,0-2 0,0-2 0,1-2-1,74-3 1,9-15-8491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11 13233,'-8'-11'4444,"17"27"-1916,1 4-1448,-1 0 0,8 29 0,12 32 556,-4-28-914,115 281 2539,-122-282-2840,-3 1-1,-2 0 1,-3 1-1,6 93 1,-15-99-290,-3 0 1,-2 0-1,-2 0 0,-2 0 1,-2-1-1,-2-1 0,-2 1 1,-2-2-1,-42 81 1,28-70-743,-3-2 1,-3-2 0,-1-1 0,-3-1-1,-2-3 1,-2-1 0,-52 41 0,78-72-199,0-2 1,-1 0-1,-1-1 1,0-1 0,-23 9-1,30-15-754,-1 0-1,0-1 0,0-1 1,0 0-1,-20 1 1,-14-6-8820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70 372 8565,'0'0'14076,"-4"-1"-13148,-33-6 826,33 7 1793,-9-6-2856,2-1-227,14 1 214,-2 5-639,0 0 1,0-1 0,0 1-1,-1 0 1,1 0-1,0-1 1,0 1 0,-1-1-1,1 1 1,-1 0-1,1-1 1,-1-1 0,32-156 447,-21 104-505,-5 32-118,-2 0-1,3-42 1,-11 76 95,2-9 43,1 1-1,0-1 0,-1 0 0,1 1 1,0-1-1,1 1 0,-1-1 1,0 1-1,1-1 0,-1 1 1,1-1-1,0 5 0,-1-2-7,-1 19-54,1 1-1,1 0 0,2-1 0,7 46 0,-5-55-393,1 0-1,1 0 1,0 0-1,1-1 1,0 0-1,2 0 1,-1-1-1,20 22 1,13 6-4107,5-6-4462,-27-24-1263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17 9377,'3'-17'5692,"-16"28"-5152,1 1-300,12 11-1428,0 0-340,9-1-2284,7 13-2525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2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29 7673,'0'0'24867,"-3"0"-24655,-26 5-197,-11 4-15,26-6 0,-6-1 0,15-7 0,5 3 0,0 2 0,0 0 0,0 0 0,0 0 0,0 0 0,1 0 0,-1 0 0,0 0 0,0 0 0,0 0 0,0 0 0,0 0 0,1 0 0,-1 0 0,0 0 0,0 0 0,0 0 0,0 0 0,0 0 0,1 0 0,-1 0 0,0 0 0,0 0 0,0-1 0,0 1 0,0 0 0,0 0 0,0 0 0,0 0 0,1 0 0,-1 0 0,0 0 0,0-1 0,0 1 0,0 0 0,0 0 0,0 0 0,0 0 0,0 0 0,0-1 0,0 1 0,0 0 0,0 0 0,0 0 0,0 0 0,0 0 0,0-1 0,0 1 0,0 0 0,0 0 0,0 0 0,0 0 0,0 0 0,0-1 0,0 1 0,-1 0 0,1 0 0,0 0 0,0 0 0,0 0 0,0 0 0,0 0 0,0-1 0,0 1 0,0 0 0,-1 0 0,1 0 0,0 0 0,12 0 0,-11 0 0,33 1 0,-1-2 0,8 1 0,-36 1 0,25-8 0,-13 1 0,5-7 0,-19 6 0,-3 4 0,2 6 0,-2 13 0,-4 23 0,-3-14 0,-1-1 0,0 0 0,-2 0 0,-24 41 0,3-16 0,-40 49 0,-112 159-6823,145-198-1687,8 1-5940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3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200 192 14065,'0'0'3649,"-2"2"-1830,-17 23 1728,14-19-2972,1 0 0,-1 0 0,1 1 0,0-1 0,0 1 0,-3 9 0,6-13-502,0 0 0,1 0 0,0 0 0,-1 0 0,1 1 0,0-1 0,0 0 1,1 0-1,-1 0 0,0 0 0,1 0 0,0 0 0,0 0 0,0 0 0,0 0 0,0 0 0,1-1 0,-1 1 0,1 0 0,3 3 0,1 1-40,0 0 1,1 0-1,0-1 0,0 0 0,1 0 0,0-1 0,0 0 0,0 0 0,0 0 1,1-1-1,0-1 0,0 0 0,0 0 0,9 2 0,20 2-369,0-1-1,43 1 0,-68-6 243,25 2-204,0-2-1,1-2 1,-1-1 0,57-11 0,-81 10 274,1-1-1,-1-1 1,0 0 0,0-1 0,0 0 0,15-11 0,-21 12 100,-1-1 1,0 1-1,0-2 0,0 1 1,-1-1-1,1 0 1,-2 0-1,1 0 0,-1-1 1,0 0-1,4-10 1,8-19 996,-1-2 0,-3 0 1,0-1-1,11-68 1,-21 84-963,-52 526-111,27-190 0,4-148 0,-70 285 0,69-369 0,-68 240 0,-132 266 0,184-513-103,-2-1 0,-3-2 0,-4-2 0,-69 85 0,103-140 160,-1-1 1,0 0-1,-1 0 0,0-1 0,-1 0 0,0-1 1,-1-1-1,-22 12 0,34-20-57,0-1 0,0 1 0,0-1 0,0 1 0,1-1 0,-1 0 0,0 0 0,0 0 0,0 0 0,0 0 0,0 0 0,0-1 0,0 1 0,0-1 0,0 1 0,0-1 0,0 0 0,0 0 0,1 1 0,-1-1 0,0-1 0,1 1 0,-1 0 0,1 0 0,-1-1 0,1 1 0,-3-3 0,1 0 0,0 0 0,1 0 0,-1 0 0,1 0 0,0 0 0,0 0 0,0-1 0,1 1 0,-1-1 0,0-6 0,0-14 0,0 1 0,2-1 0,1 1 0,1 0 0,1-1 0,8-26 0,46-143 0,-3 49-1525,6 3 0,6 3 0,94-148 0,-30 89-4085,206-243 0,-239 324-6853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4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15 555 5513,'-8'4'4625,"25"-19"10565,-29 5-14334,11 10-824,0 0 0,1 0 0,-1 0 0,1-1-1,-1 1 1,1 0 0,-1-1 0,1 1 0,-1 0 0,1-1 0,-1 1-1,1-1 1,-1 1 0,1-1 0,0 1 0,-1-1 0,1 1 0,0-1-1,-1 1 1,1-1 0,0 1 0,0-1 0,-1 0 0,1 1 0,0-1 0,0 0-1,0 1 1,0-1 0,0 1 0,0-1 0,0 0 0,0 1 0,0-1-1,0 0 1,0 1 0,0-1 0,1 1 0,-1-1 0,0 0 0,1 0 0,47-122 742,-29 77-715,-1 0-1,13-60 1,23-83-129,-53 187 24,-3 6 166,-20 40 174,2 2 0,2 0-1,-21 89 1,34-116-278,2 1 0,0 0-1,1 1 1,2-1 0,0 0 0,0 0 0,2 1-1,1-1 1,1 0 0,0-1 0,1 1 0,12 27-1,-14-41-133,-1-1-1,2 1 0,-1-1 1,1 0-1,-1 0 0,10 9 1,9 8-1119,30 22 0,-46-40 909,-1 0 0,1 0 0,0-1 0,0 1 0,0-1 0,1-1 0,-1 1 0,1-1 0,9 2 0,-4-1-428,-2-1-203,-1 0-1,0-1 1,1 0 0,-1-1 0,0 0 0,1 0 0,-1-1 0,17-4 0,-12 3-1068,24-6-6815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4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6 11549,'10'-5'2048,"-48"13"4945,28 4-7461,1-1-756,-1 3-5861,1 1-1744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4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1 12013,'-3'7'758,"-1"-1"0,0 1 0,0-1 0,0 0 0,-1 0 0,-9 9 0,9-10-437,1 0 1,-1 0-1,1 1 0,0-1 1,0 1-1,1 0 0,-5 10 1,1 5 154,0 0 1,2 0-1,1 0 1,1 1-1,0 0 0,1 35 1,4-9 106,15 92-1,-10-105-862,1 0-1,2 0 0,1-1 0,1 0 1,3-1-1,27 47 0,-25-52-771,3-1 1,0 0-1,1-2 0,30 28 0,16 5-4407,2-5-3264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5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75 10517,'58'-55'1897,"-57"53"-1704,1 1 0,0-1 1,0 0-1,0 1 0,0 0 0,0-1 1,0 1-1,1 0 0,-1 0 0,0 0 1,1 1-1,-1-1 0,0 1 1,3-1-1,1 0 457,-3 0 757,0 4-257,14 14-301,-9-9-614,0 0 0,-1 0 0,0 0 0,0 1 0,-1 0 0,8 15 1,-2 5 27,-1 0 0,-1 1 1,-1 0-1,-2 0 1,-1 1-1,-2-1 1,-1 2-1,-1-1 1,-1 0-1,-2 0 1,-1 0-1,-2 0 0,-8 31 1,-4 7-98,-4-1-1,-2-1 1,-3-1 0,-58 106 0,53-121-799,-2-1 0,-73 89 0,-94 74-6653,143-156 3004,-6 8-4799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5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1394 1 13193,'-4'29'751,"2"-19"-204,0 1 0,1-1-1,0 1 1,2 18 0,3 14 1286,1 42 1300,-5-17-1472,3-1 0,18 101 0,43 134 340,-38-191-1305,-11-45-375,38 191 667,-41-186-645,2 120 1,-13-127-334,-4 1 0,-2-1 1,-3 0-1,-3-1 0,-2 0 1,-3 0-1,-3-2 0,-3 0 1,-2-1-1,-3-2 0,-58 94 1,45-93-653,-2-2 0,-2-3 0,-3-1 0,-2-2 0,-3-2 0,-1-3 0,-3-2 0,-1-2 0,-2-3 1,-2-3-1,-1-2 0,-124 47 0,-74-8-4046,85-38-1908,49-12-2235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6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4 215 11677,'-3'-14'5889,"9"-6"-4129,23-32 2088,-14 32-3016,27-8-168,-1 10-180,3 1-384,17 3-392,5 3-212,7-1-468,10 6-668,0 4-548,-4 2-580,0 2-2213,-6 16-3944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89 275 11329,'-47'12'2364,"34"-30"-20,0 4 2885,7 3-3241,-3-4-480,21-2-240,17-11-312,15 8-299,17-3-593,21 0-925,10-6-615,10-2-1100,12 2-96,10 12-3305,13 6-5184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1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1956 211 8045,'-4'-6'852,"1"-1"1,0 1 0,0-1-1,0 0 1,1 0-1,-2-8 1,3 9-460,0 0-1,-1 0 1,0 0 0,0 1-1,0-1 1,-1 0 0,0 1-1,0 0 1,-8-10 0,3 7-152,0 0 1,-1 1-1,1 0 1,-2 0-1,1 1 1,-1 0-1,0 1 1,0 0-1,0 0 1,-12-3 0,4 3 21,0 1 0,-1 1 1,1 0-1,-1 1 1,-27 1-1,-2 4 272,1 3 0,0 1 0,-88 27 1,66-14-19,2 4 1,-91 45-1,120-48-369,1 1 1,0 1-1,2 2 0,0 2 1,-37 38-1,62-55-114,1 0-1,0 0 1,1 1 0,0 1 0,0-1 0,2 1 0,-1 0-1,-7 23 1,11-26-16,1-1 0,0 1 0,1 0-1,0 0 1,0 0 0,1 0 0,0 0-1,0 0 1,1 0 0,0 0 0,1 0-1,0-1 1,1 1 0,5 13 0,0-5-10,0 0 1,2-1 0,0 0 0,1-1 0,0 0 0,2-1 0,21 21 0,11 4-230,53 35 0,-36-28-52,-26-19 94,302 247-1042,-292-231 1079,-2 1 1,-2 2-1,-2 2 0,64 103 0,-88-122 115,-2 0 0,0 1 0,-2 0 0,-2 1 0,0 1 0,-3 0 0,0 0 0,-2 0 0,-1 1 0,-2-1 0,-1 1 0,-2 0 0,-1-1 0,-2 1 0,-1-1 0,-1 0 0,-2 0 0,-15 42 0,-6-4-5,-2-2 0,-3-2 0,-3-1 0,-85 113 1,46-84-51,-4-3 0,-111 98 1,151-151 53,-96 84-96,-198 140 1,329-259 120,-13 10-3,-421 289 30,312-232 130,85-57-75,42-13-74,-1 0 1,0 1 0,0-1-1,0 0 1,0 0 0,1 0-1,-1 1 1,0-1 0,0 0-1,0 0 1,0 0 0,0 0-1,0-1 1,1 1 0,-1 0-1,0 0 1,0 0 0,0-1-1,0 1 1,1 0 0,-1-1-1,0 1 1,0-1 0,1 1-1,-1-1 1,0 1 0,0-1-1,1 0 1,-1 1 0,1-1-1,-1 0 1,1 1 0,-1-2-1,1-1-1,1-1 1,0 1-1,0 0 0,0-1 1,0 1-1,1 0 0,-1 0 0,1 0 1,0 0-1,2-3 0,25-34 4,-26 36-4,9-11 9,0 0 1,1 1-1,1 0 1,0 1-1,0 1 1,23-14 0,101-62 240,-130 84-207,1 0 0,-1 0 0,0 0 0,1 1 0,0 1 0,0-1-1,0 1 1,0 1 0,0 0 0,0 0 0,16 1 0,-17 1 19,-1 0-1,0 1 1,-1 0 0,1 0 0,0 0-1,0 1 1,-1 0 0,0 0 0,1 1-1,-1 0 1,-1 0 0,8 6 0,-2 1 58,-1 0 0,-1 0 0,1 1 0,-2 1 0,0 0 0,0 0 0,-1 0 0,-1 1 0,0 0 0,-1 0 0,5 26 0,-1 4 176,-2 0 0,1 72-1,-12 96 375,-7-76-71,-36 174-1,-53 132 441,13-61-2,-44 425-491,119-669-496,6 0 0,6 0-1,35 266 1,-23-338-133,2 0 0,3-1 0,3-1 1,34 75-1,-39-106-41,2 0 0,1-1-1,1-1 1,1-1 0,2-1 0,1-1 0,1-1 0,2-1 0,42 33 0,-38-37-464,2-1-1,-1-2 1,2-2-1,1-1 1,0-1-1,0-2 0,1-1 1,53 9-1,-26-11-1787,1-3 0,1-2 0,-1-4-1,69-7 1,35-11-8694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2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16 286 10577,'-16'7'4774,"25"-4"5473,15-2-1784,-9-2-11428,231-49 4630,78-18-4365,0-18-5053,-165 42 418,13-3-4654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2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79 14389,'-15'-47'4374,"11"31"598,1 0 3872,9 73-8762,-2 105 0,-19 61 51,0 51-1479,8-11-8684,8-183 3007,12 0-4470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3.1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5 14701,'-1'-1'148,"1"1"-1,0 0 1,-1-1 0,1 1-1,0 0 1,-1-1-1,1 1 1,-1 0-1,1 0 1,0-1-1,-1 1 1,1 0-1,-1 0 1,1 0-1,-1 0 1,1 0 0,-1-1-1,1 1 1,-1 0-1,1 0 1,-1 0-1,1 0 1,-1 1-1,1-1 1,-1 0-1,1 0 1,-1 0 0,-5 14 2608,6-12-2799,-2 14 984,1 0 0,0 1 1,2-1-1,-1 1 0,2-1 0,4 19 0,-1-2-48,11 118 114,10 65 798,-17-164-1496,2 0 1,18 52-1,-18-72-509,1 1 1,2-1-1,30 51 1,-40-76 151,1 0-1,0 0 1,0 0 0,1 0-1,0-1 1,0 0 0,0 0 0,1-1-1,0 0 1,0 0 0,1 0-1,-1-1 1,1 0 0,0-1 0,0 1-1,0-2 1,0 1 0,1-1-1,-1 0 1,14 1 0,-14-3-16,-1 0 1,1-1-1,-1 0 0,0 0 1,1 0-1,-1-1 0,0 0 1,0 0-1,0-1 0,0 0 1,-1 0-1,1 0 0,7-7 1,-6 4 10,0-1 0,0 0 0,-1 0-1,0-1 1,0 0 0,-1 0 0,0 0 0,8-17 0,-6 8 65,-1 1 0,-1-1 0,0 0 0,-1 0 0,-1-1-1,-1 0 1,0 1 0,-2-1 0,0 0 0,-2-32 0,-2 32 27,0 0 1,0 0 0,-2 1 0,0-1-1,-1 1 1,-1 0 0,-1 0-1,0 1 1,-1 0 0,-1 1 0,0 0-1,-1 0 1,-1 1 0,0 1 0,-1 0-1,0 0 1,-1 2 0,0-1-1,-1 2 1,0 0 0,-1 1 0,0 0-1,0 1 1,-1 1 0,-19-5-1,30 10-492,0 1 0,0-1-1,-1 2 1,1-1-1,-1 1 1,1-1-1,-1 2 1,-7 0-1,11 0-3,0-1 0,1 1-1,-1 0 1,0 0 0,1 0-1,-1 0 1,1 1 0,0-1 0,-1 1-1,1-1 1,-4 4 0,6-4 54,-1 0 1,0-1-1,0 1 0,1 0 1,-1 0-1,0-1 1,1 1-1,-1 0 1,1 0-1,-1 0 1,1 0-1,0 0 1,-1 0-1,1 0 0,0 0 1,-1 1-1,10 22-10950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3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854 64 18262,'-11'-16'1074,"9"13"-790,0-1 0,0 1 1,0 0-1,0 0 0,0 0 0,-1 1 1,1-1-1,-1 1 0,0-1 0,0 1 1,0 0-1,0 0 0,0 0 0,0 0 1,0 1-1,-5-2 0,5 2-118,-1 0 0,1 0 0,-1 1-1,1-1 1,-1 1 0,1 0 0,-1 0 0,1 0-1,-1 0 1,1 1 0,-1 0 0,1-1 0,-1 1-1,1 0 1,-1 1 0,1-1 0,0 1 0,0-1-1,0 1 1,0 0 0,0 0 0,0 0 0,0 1-1,0-1 1,1 0 0,0 1 0,-1 0 0,1 0-1,-2 4 1,-3 4 352,2 1 0,-1 0 0,2 0-1,0 0 1,0 1 0,-3 20 0,4-16-714,0 1-1,1-1 1,1 0 0,1 0-1,1 1 1,4 28 0,-3-33 2,2 0 0,0-1 0,0 1 1,1-1-1,1 0 0,0 0 0,0-1 0,1 0 1,13 16-1,-9-14-424,0 0-1,1 0 1,25 20 0,-34-30 574,0-1-1,0 0 0,0 0 1,0 0-1,0 0 0,1 0 1,-1-1-1,1 0 0,-1 1 1,1-1-1,-1 0 1,1-1-1,0 1 0,-1-1 1,1 1-1,0-1 0,-1 0 1,1-1-1,0 1 1,0 0-1,-1-1 0,1 0 1,-1 0-1,1 0 0,3-2 1,-3 1 126,-1 0 1,1 0 0,-1 0-1,0-1 1,1 1 0,-1-1-1,0 0 1,-1 0 0,1 0-1,0 0 1,-1 0 0,0 0-1,1-1 1,-1 0 0,-1 1 0,1-1-1,2-7 1,58-205 5265,-46 179-5239,-7 24-109,-1 13 0,0 13 0,-7-12 0,5 13 0,-1-1 0,0 1 0,-1 0 0,0 1 0,-1-1 0,-1 0 0,0 1 0,-1 20 0,2 1 0,4 37 0,39 696 0,-71-204 0,5-388 0,-51 204 0,45-279 0,-4-2 0,-5-1 0,-4-2 0,-87 153 0,108-219 0,-1-2 0,-1-1 0,-2 0 0,-1-2 0,-1 0 0,-1-2 0,-2 0 0,-28 19 0,41-33 0,-1-1 0,0 0 0,0-1 0,0-1 0,-1-1 0,0 0 0,-1-1 0,1 0 0,-1-1 0,0-2 0,0 1 0,0-2 0,0 0 0,0-1 0,0-1 0,0 0 0,0-2 0,-21-4 0,28 4 0,1 0 0,-1-1 0,0 0 0,1 0 0,0-1 0,0 0 0,0-1 0,1 0 0,0 0 0,0-1 0,0 0 0,-8-10 0,8 6 0,1 1 0,0-1 0,1 0 0,0 0 0,1-1 0,0 0 0,1 0 0,0 0 0,-4-23 0,3-6 0,1-1 0,2 0 0,2 0 0,2 0 0,1 1 0,19-83 0,1 32 0,5 1 0,39-88 0,-14 60-853,6 3 0,4 3 0,5 2 0,5 4 0,5 3 0,180-185 0,-209 240-3138,3 3-1,113-77 0,-26 40-7845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4.9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36 13037,'0'-2'277,"0"0"0,1 0 0,-1 0 0,0 0 0,0 0 0,-1 0 0,1-1 0,0 1 0,-1 0 0,0-3 0,0 4-203,1 1 1,0-1-1,0 1 0,0-1 1,0 1-1,-1-1 0,1 1 0,0 0 1,-1-1-1,1 1 0,0-1 1,-1 1-1,1-1 0,-1 1 1,1 0-1,0-1 0,-1 1 0,1 0 1,-1 0-1,1-1 0,-1 1 1,1 0-1,-1 0 0,1 0 0,-1 0 1,1-1-1,-1 1 0,1 0 1,-1 0-1,1 0 0,-1 0 1,0 0-1,1 0 0,-1 0 0,1 0 1,-1 1-1,1-1 0,-1 0 1,1 0-1,-1 0 0,1 1 1,-1-1-1,1 0 0,-1 0 0,1 1 1,0-1-1,-1 0 0,1 1 1,-1-1-1,1 1 0,0-1 0,-1 1 1,-4 5 598,0-1 0,0 1 0,1 1 0,-1-1 0,1 1 1,1 0-1,-3 7 0,-26 63 2069,27-62-2433,-148 450 2280,120-331-1729,-26 213 0,53-280-860,2 1 0,4-1 0,2 0 0,13 76 0,-8-104 0,1 1 0,2-2 0,2 1 0,1-2 0,2 1 0,2-2 0,1 0 0,28 41 0,-27-52-299,1-2-1,1-1 1,0 0-1,2-2 1,1 0-1,0-2 1,1 0-1,1-2 1,1-1-1,0-1 1,1-1-1,39 12 1,-3-5-1020,2-3-1,0-3 1,1-3 0,104 4 0,1-14-6004,7-10-4648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5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49 10557,'-2'-1'441,"1"0"0,-1-1 0,0 1 0,1-1 0,-1 1 0,1-1 0,-1 0 0,1 0 0,0 0-1,0 0 1,0 0 0,0 0 0,0 0 0,0 0 0,1 0 0,-1 0 0,1-1 0,-1 1 0,1 0 0,0 0 0,0-4 0,0 3 1462,-4 5-364,0 1-1300,-1 0 1,1 0 0,-1 1 0,1-1 0,0 1-1,0 0 1,1 1 0,-1-1 0,1 0 0,0 1 0,0 0-1,1 0 1,-1 0 0,1 0 0,0 0 0,-2 11 0,-2 10 428,1 1 0,-2 37 0,2-13 53,-21 129-240,-19 156 680,24-1-538,18-248-623,3-85 0,0-1 0,0 0 0,0 0 0,0 0 0,1 0 0,-1 0 0,0 1 0,0-1 0,1 0 0,-1 0 0,1 0 0,-1 0 0,1 0 0,-1 0 0,1 0 0,0 1 0,1-2 0,0 0 0,-1 0 0,1 0 0,-1 0 0,1 0 0,0-1 0,-1 1 0,1-1 0,-1 1 0,1-1 0,-1 0 0,1 1 0,-1-1 0,1 0 0,-1 0 0,2-1 0,26-20 0,-27 21 0,89-78 0,-57 47 0,73-52 0,-95 76 0,1 1 0,-1 0 0,1 1 0,0 0 0,1 1 0,-1 1 0,1 0 0,0 1 0,0 0 0,23-1 0,-29 4 0,0 1 0,1 0 0,-1 0 0,0 0 0,0 1 0,-1 0 0,1 1 0,0 0 0,-1 0 0,1 0 0,-1 1 0,0 1 0,0-1 0,-1 1 0,1 0 0,7 8 0,6 8 0,-1 0 0,-1 2 0,19 30 0,14 28 0,44 82 0,-87-150 0,45 73 0,-44-75 0,0 0 0,20 18 0,-23-23-13,1 0 0,-1-1 1,1 0-1,0 0 0,1 0 0,-1-1 0,1 0 1,13 4-1,-16-7-9,-1 0 0,1 0 0,-1 0 1,1 0-1,-1-1 0,1 0 0,-1 0 1,1 0-1,0-1 0,-1 0 0,1 1 0,-1-1 1,0-1-1,1 1 0,-1-1 0,0 0 0,8-4 1,17-13-1015,-1-2 0,-1 0 1,0-2-1,31-36 0,37-59-5572,-93 115 6389,24-29-3217,-6 11-1604,5 3-3754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6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1 808 10541,'0'-2'41,"14"-82"3765,-12 75-3033,0 2 0,0-1 0,1 0 0,0 0 0,0 1 0,1-1 0,9-12 0,-12 17-399,-1 0 1,1 0-1,0 0 0,-1 0 1,0-1-1,0 1 0,0 0 1,0 0-1,0 0 0,-1-6 1,0 5 175,1 0 1544,2 8-986,3 5-903,0 1 1,-1 0-1,0 0 1,-1 0-1,0 1 1,0-1-1,-1 1 1,-1-1-1,0 1 1,0 14-1,-2 19 808,-8 51 1,7-78-976,-20 145-38,-12 138 0,32-255 0,2-1 0,2 0 0,2 1 0,17 76 0,-18-111 0,0-1 0,0 1 0,1-1 0,0 1 0,0-1 0,1 0 0,11 14 0,-14-20 0,1 0 0,-1 0 0,1 0 0,0-1 0,0 1 0,0-1 0,1 1 0,-1-1 0,0 0 0,1 0 0,-1-1 0,1 1 0,0-1 0,0 0 0,-1 0 0,1 0 0,0 0 0,0 0 0,0-1 0,0 0 0,0 0 0,0 0 0,4-1 0,3-2-4,-1 0 0,1 0 0,-1-1-1,0-1 1,0 0 0,-1 0 0,1-1 0,-1 0 0,0-1 0,-1 0 0,0 0-1,0-1 1,0 0 0,-1 0 0,0 0 0,6-12 0,10-15-66,-2-1 0,32-73 1,-32 56-179,-1 0 0,21-99 1,-26 66 62,5-121 1,-18 182 163,2-269-210,-12 200 166,-4 1 0,-31-123 1,36 189 40,-1 2 1,-16-38-1,21 57 18,0-1 0,0 1 0,-1 0 0,1 0 0,-2 0-1,1 1 1,-1-1 0,1 1 0,-1 0 0,-1 0 0,1 1-1,-1 0 1,0 0 0,-8-4 0,11 6 8,0 1 0,0 0 0,-1 0 0,1 0 0,0 1 0,-1-1 0,1 1-1,-1 0 1,1 0 0,-1 0 0,1 0 0,-1 0 0,1 1 0,0 0 0,-1 0 0,1 0 0,-4 1 0,1 1 19,0 1 0,0-1 0,1 1 1,-1 0-1,1 0 0,0 1 0,0-1 0,-5 8 0,-5 6 111,2 1-1,1 0 0,0 1 1,-9 24-1,4-5-30,1 1 0,3 1 0,1 0 0,2 0 0,2 1 0,2 0 0,1 1 0,3 0 0,1-1 0,8 73 0,-3-90-93,1 1 0,1-1 0,1-1 0,2 1 0,0-1 0,1-1 0,2 0-1,0 0 1,1-1 0,1-1 0,2 0 0,19 21 0,-15-21-177,1-1 1,1-1-1,0-1 1,2-1-1,0-1 1,0 0-1,2-2 0,0-2 1,0 0-1,43 12 1,-18-10-1161,-1-2 0,84 7 1,-100-17 26,-1-1 0,1-1 1,-1-2-1,1-2 0,35-8 0,8-8-4945,-1 0-3734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7.8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86 12705,'19'-18'1384,"-11"12"-501,-1 0-1,-1-1 0,1 0 0,6-9 0,-12 14-657,0 0 0,0 0 0,1 1 0,-1-1 0,1 0 0,-1 1 0,1-1-1,-1 1 1,1 0 0,0 0 0,0 0 0,0-1 0,0 2 0,0-1 0,0 0 0,0 0 0,0 1 0,0-1 0,0 1 0,0-1 0,0 1 0,3 0 0,0 0-9,0 1 0,-1 0-1,1 0 1,-1 0 0,1 0 0,0 1-1,-1 0 1,0 0 0,8 4-1,3 4 82,0 1-1,-1 1 0,0 0 0,15 17 0,-12-10-154,-2 0 0,-1 0 1,0 2-1,-2 0 0,0 0 1,-1 1-1,-1 0 0,-1 1 1,-2 0-1,0 1 0,5 27 1,-8-19-94,-1-1 1,-1 1-1,-1 0 1,-2-1-1,-2 1 1,0-1-1,-2 1 1,-11 35-1,-15 81 120,30-144-136,6-5-25,2 0-8,1-1 0,-1-1 0,0 1 0,0-1 1,0 0-1,0-1 0,-1 1 0,1-2 0,-1 1 0,0 0 1,0-1-1,0 0 0,-1-1 0,6-6 0,24-25-10,-2-3-1,30-45 1,-15 19 45,61-62 1158,-103 127-628,-2 3-498,1-1 0,0 0 0,0 1 1,0 0-1,-1 0 0,1 0 0,-1 1 0,0-1 0,0 1 1,0 0-1,7 7 0,-4-2 20,-1 0 0,0 1 0,0-1 0,-1 1 0,6 13 0,11 27-181,55 100-1138,-67-133 972,2 0 0,0 0 0,0-1 0,1-1 0,1 0 0,25 19 0,8-5-3509,26 4-8518,-43-20 1706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8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0 11661,'0'0'3942,"-2"3"-1961,-3 6-1345,0 0 1,0 0-1,1 1 1,0 0-1,1-1 1,0 1-1,1 0 1,0 0-1,0 1 1,0 13-1,3 120 2687,1-74-1991,-8 71-34,-34 193 0,3-47-367,35-270-1276,1 0 1,1 0-1,0 0 1,1 0-1,2 0 1,-1 0-1,10 30 1,-9-39 134,0 0-1,0-1 1,1 0 0,0 0 0,1 0 0,-1 0 0,1-1 0,0 1 0,1-1 0,0 0 0,0-1 0,0 0 0,0 0-1,1 0 1,0 0 0,0-1 0,0-1 0,11 5 0,-9-5-474,0 0 0,0 0 0,0-1 1,1-1-1,-1 0 0,1 0 0,12-1 0,39-8-6558,-7-8-3080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8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0 11253,'-5'21'2390,"4"-16"-1915,0-1 0,0 1 1,0-1-1,0 1 0,1-1 0,0 1 1,0 6-1,28 165 6530,11 90-3496,-33-211-3321,-2-1 1,-3 1 0,-2 0 0,-3-1-1,-2 0 1,-2 1 0,-2-2 0,-3 0-1,-3 0 1,-1-1 0,-3-1 0,-2-1 0,-2-1-1,-2-1 1,-34 45 0,-92 104-2199,125-168 1033,-1-1 0,-1-1 0,-2-1 1,-37 24-1,-30 4-4542,61-34 1000,-17 11-6544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9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756 232 6013,'-2'-5'317,"1"1"39,0 0 0,-1 1 1,1-1-1,-1 0 0,0 1 1,0-1-1,-4-5 0,4 7-82,1 0 0,0 0 0,0 0 1,1-1-1,-1 1 0,0-1 0,1 1 0,-1 0 0,1-1 0,0 1 0,0-1 0,0 1 0,0-1 0,0 1 1,0-1-1,1 1 0,-1 0 0,1-1 0,1-2 0,-1 0 189,0 1 0,0-1-1,-1 0 1,1 0 0,-1 0 0,-1-10 0,-2-17 1709,2 22-1222,0 1 1,0 0 0,0-1-1,-6-15 1,6 23 1831,-2 3-2370,0 0-317,1-1-37,1 1 1,-1-1 0,1 1 0,-1-1 0,1 1 0,0 0-1,-1 0 1,1 0 0,0-1 0,-1 1 0,1 0-1,-1 2 1,1-2-26,1 0 1,-1 1-1,1-1 0,0 1 0,0-1 1,-1 0-1,1 1 0,0-1 0,0 1 0,0-1 1,1 0-1,-1 1 0,0-1 0,0 1 0,1-1 1,-1 0-1,2 3 0,29 84 1167,20 66 180,-15-7-1262,-6 2 0,-7 0 0,-6 2 1,-7 0-1,-17 291 0,-3-361-286,-4-1 0,-2 0 0,-5-1 0,-2-2 0,-49 109 0,32-101-263,-4-3 0,-3-2 0,-3-2-1,-93 109 1,88-125-2215,-65 56 0,-9-12-6050,25-32-3935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2.8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1 10897,'-45'130'7072,"14"-37"-760,22-64-5320,1 0-1,1 1 1,1 0-1,-2 43 1,7-52-1305,1 0 0,1-1 0,1 1-1,5 22 1,-6-38-287,0 0-1,-1 0 1,0 0-1,0 1 1,0-1-1,-1 0 1,1 0 0,-1 0-1,-2 7 1,-4 25-7774,4-12-1937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2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11297,'9'-20'3332,"1"9"-2104,-1-3 157,7 19-1969,6 1-981,-3 3-2807,13 14-3365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3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22 784 12205,'3'2'1750,"8"3"-632,0 0-1,1 0 0,-1-1 0,21 4 1,-12-5-472,0 0-1,30-1 1,-26-2-524,0-1 0,1-2 1,-1 0-1,0-2 0,27-9 0,-42 11-62,0-1 0,-1 1 0,0-2 0,0 1 0,0-1 0,-1-1 0,1 1 0,-1-1 0,0 0 0,-1-1 0,0 0 0,0 0 0,0 0-1,-1-1 1,0 0 0,0 0 0,-1 0 0,0 0 0,-1-1 0,5-13 0,1-15 626,-2 1-1,-1-1 0,2-69 1,-1 17 240,5 8 582,38-136 0,-49 214-1468,16-40 800,-17 68 341,-6 41-936,-17 76 0,2-27-184,-78 468-61,-42-7 0,-151 452 0,286-1006-32,-3 10-349,2 0-1,-5 48 1,11-73 288,1 0 0,-1 0 0,1-1 0,1 1 0,-1 0 0,1 0-1,0-1 1,1 1 0,0 0 0,0-1 0,0 0 0,1 1 0,0-1 0,0 0 0,0 0 0,1-1 0,8 11 0,-10-15-31,-1 0-1,1 0 1,0 0-1,0 0 1,0 0-1,0 0 1,0-1-1,0 1 1,0-1-1,0 1 1,0-1 0,0 0-1,0 0 1,0 0-1,0 0 1,0 0-1,0 0 1,0-1-1,0 1 1,0-1-1,0 1 1,0-1-1,4-1 1,40-23-1164,-44 24 1171,15-10-361,-1-1 1,-1-1-1,-1 0 1,1-1 0,-2-1-1,0 0 1,19-31-1,-16 21 91,-2-1-1,0-1 0,-2 0 0,13-44 0,-19 46 342,0 1 0,-2-1 0,-1 0 0,-1 0 1,-1-1-1,-1 1 0,-1 0 0,-1 0 0,-7-28 0,-2 4 364,-3 0 0,-2 1 0,-34-70 0,12 37 231,3-2 1,-27-101 0,59 170-537,1 1 0,-1-1 0,2 0 0,0 0 0,1 1 0,0-1 0,1 0 0,0 0 0,2 1 0,-1-1 0,2 1 0,-1-1-1,2 1 1,0 1 0,0-1 0,2 1 0,8-15 0,-2 9-281,0 1-1,2 0 0,0 1 1,0 0-1,2 1 0,0 1 1,0 1-1,1 0 0,1 2 1,23-12-1,108-43-3234,-46 31-1879,-17 14-2254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4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64 12993,'-1'-3'1965,"-14"-57"11714,13 61-13524,0 0 1,1 0-1,-1 1 0,1-1 0,-1 1 0,1-1 0,0 1 0,-1-1 1,1 1-1,0 0 0,0 0 0,0-1 0,0 1 0,0 0 0,0 3 1,-7 33 255,3 0 1,0 0 0,3 62 0,2-70-412,1 0 0,2 0 0,8 40 0,-7-55 0,1 1 0,0-1 0,1 0 0,0 0 0,2-1 0,-1 0 0,19 25 0,-13-22-51,2 0 1,-1-1-1,2 0 0,0-1 1,34 25-1,-42-36 31,0 1 0,0-1-1,0 0 1,1 0 0,-1-1 0,1 0-1,-1-1 1,1 0 0,0 0 0,0-1-1,0 0 1,0 0 0,1-1 0,-1-1 0,0 1-1,0-2 1,11-1 0,-9-1 36,-1 1 1,1-1-1,-1-1 0,0 0 0,0-1 1,0 1-1,-1-2 0,0 1 1,13-13-1,4-8 167,37-47 0,4-6-44,-67 79-139,0 1 0,0 0 0,0 0 0,0-1 0,1 1 0,-1 0 0,0-1 0,0 1 0,0 0 0,0 0 0,1-1 0,-1 1 0,0 0 0,0 0 0,1 0 0,-1-1 0,0 1 0,0 0 0,1 0 0,-1 0 0,0 0 0,0 0 0,1-1 0,-1 1 0,0 0 0,0 0 0,1 0 0,-1 0 0,0 0 0,1 0 0,-1 0 0,0 0 0,1 0 0,-1 0 0,0 0 0,1 0 0,-1 0 0,0 0 0,0 1 0,1-1 0,-1 0 0,0 0 0,0 0 0,1 0 0,-1 0 0,0 1 0,0-1 0,1 0 0,-1 0 0,0 0 0,0 1 0,1-1 0,1 13 0,-2-11 0,2 25 0,-2 1 0,0 0 0,-9 49 0,-23 84 0,-25 53 0,-94 231 0,104-328-176,-6-3 0,-5-2 0,-4-3 0,-119 157 1,164-243 123,-2-1 1,0-1 0,-34 29 0,51-48 66,-1 0 0,0 0 0,0 0 0,0 0 0,1-1 0,-2 1 0,1-1 0,0 0 0,0 0 0,0 0 0,-1 0 0,-3 0 0,6-1-3,0 0-1,0 0 1,-1 0-1,1 0 1,0-1-1,0 1 0,0 0 1,0-1-1,0 1 1,0-1-1,0 1 1,0-1-1,0 1 1,0-1-1,0 0 0,0 0 1,0 1-1,1-1 1,-1 0-1,0 0 1,0 0-1,1 0 1,-1 0-1,0 0 1,1 0-1,-1 0 0,1 0 1,0 0-1,-1 0 1,1 0-1,0 0 1,0 0-1,-1-2 1,0-9 16,0-1 0,1 1 0,0 0 0,1 0 0,0-1 0,1 1 0,0 0 0,1 0 0,7-19 1,8-15 76,24-45 1,-31 69-99,30-57-448,2 1 1,5 3-1,2 2 0,3 2 0,4 2 1,3 3-1,107-93 0,156-90-6132,-100 94-3619,-118 86 700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4.9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83 14317,'16'-11'4965,"-6"-9"-4001,28 0 224,9 8-1184,-5-2-620,5 8-716,10 6-540,-3 3-565,-9 6-1959,6 5-3405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5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133 129 11393,'-20'6'591,"9"-3"-113,1 0 1,0 1 0,1 0 0,-1 1 0,1 0 0,-12 8 0,-12 1 9095,37-16-9126,119-35-2152,29-11-2518,-113 34-197,69-37 0,-48 17-3191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5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7 10177,'15'-7'4565,"-26"17"3188,-4 4-3707,3-1-5089,6-2 1459,0 0 0,1 0 0,1 1 0,0-1 0,1 1 1,0 0-1,-2 15 0,-2 11 292,-88 369 1215,65-271-4968,2-1-3396,19-82-692,5-2-4722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5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80 16482,'-12'-8'2640,"5"-9"-560,1 0 3140,9-3-5896,3 2-600,17 21-20210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7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185 208 8665,'-48'9'1901,"39"-7"-187,6-1 19,-121 1 16291,147-17-17294,3 4-730,0 2 0,1 1 0,0 1 0,0 1 0,42-3 0,-13 0 0,673-87 0,-630 84 0,127-9-3148,-216 20 1355,0 0 1,1-1-1,-1-1 1,11-4-1,-7 3-3355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8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1724 12001,'34'14'1912,"-27"-11"2248,-13-3 1184,-8-1-4946,13 1 237,0 0-522,1 0-1,0 0 1,-1 0-1,1 0 1,0 0-1,-1 0 1,1 0-1,0 0 1,-1 0-1,1 0 1,0 0 0,-1-1-1,1 1 1,0 0-1,-1 0 1,1 0-1,0-1 1,-1 1-1,1 0 1,0 0-1,0-1 1,0 1-1,-1 0 1,1 0-1,0-1 1,0 1-1,0 0 1,-1-1-1,1 1 1,0 0-1,0-1 1,3-14 1807,19-24-822,-8 17-481,34-93-449,-5-1 1,-5-2 0,27-151-1,-33 84 36,12-270-1,-43 428-203,4-55 0,-4 1 0,-10-95 0,8 175 0,1-1 0,0 0 0,0 0 0,-1 0 0,1 0 0,-1 1 0,0-1 0,0 0 0,1 1 0,-1-1 0,0 0 0,0 1 0,0-1 0,-1 1 0,-1-2 0,3 2 0,-1 1 0,0-1 0,0 1 0,0-1 0,0 1 0,0-1 0,0 1 0,0 0 0,0-1 0,-1 1 0,1 0 0,0 0 0,0 0 0,0 0 0,0 0 0,0 0 0,0 0 0,0 0 0,-2 1 0,0 0 0,0 0 0,0 1 0,0-1 0,0 1 0,0 0 0,0 0 0,0 0 0,0 0 0,1 0 0,-1 0 0,1 1 0,0 0 0,-4 5 0,-6 13 0,1 1 0,1 0 0,1 0 0,1 1 0,-8 40 0,-15 128 0,28-171 0,-19 300 0,22-262 0,4 0 0,1 0 0,20 84 0,-18-116-249,0 0-1,1-1 1,1 0 0,2 0-1,20 34 1,-27-53 178,-1 0-1,2 0 0,-1 0 1,1-1-1,0 1 1,0-1-1,0 0 0,1-1 1,0 1-1,0-1 1,0 0-1,0-1 0,1 0 1,-1 0-1,1 0 1,0 0-1,0-1 1,0-1-1,0 1 0,0-1 1,0 0-1,0 0 1,1-1-1,10-1 0,-1-2-93,-1 0 0,-1-1 0,1-1 0,-1-1-1,1 0 1,-2-1 0,1 0 0,-1-1 0,0-1-1,13-11 1,17-15-137,59-61 0,-83 75 287,16-14 172,-34 35-130,-1-1 0,0 1-1,0 0 1,0 0 0,0 0 0,0 0 0,0 0 0,0 1-1,1-1 1,-1 0 0,0 1 0,0-1 0,0 0 0,0 1 0,0-1-1,0 1 1,0-1 0,0 1 0,-1 0 0,1-1 0,1 2 0,0 0 55,3 1-10,0 1 0,0 0 0,-1 1 0,1-1 0,-1 1 0,0 0-1,-1 0 1,1 0 0,-1 0 0,0 1 0,4 10 0,3 10 231,8 37 0,-9-29-98,-1-8-83,10 39 102,3 0 0,2-2 0,34 65 0,-51-117-200,1-1 1,0 1-1,1-1 0,-1 0 1,13 11-1,-16-17-28,0-1 1,1 1-1,-1-1 0,0 0 0,1-1 1,-1 1-1,1-1 0,0 0 1,0 0-1,0 0 0,0-1 1,0 0-1,1 0 0,6 1 0,-10-3 0,1 1 0,-1 0 0,1-1 0,-1 1 0,0-1 0,1 0 0,-1 1 0,1-1 0,-1 0 0,0-1 0,0 1 0,0 0 0,0-1 0,0 1 0,0-1 0,0 0 0,0 1 0,0-1 0,-1 0 0,1 0 0,-1 0 0,1 0 0,-1-1-1,0 1 1,0 0 0,0 0 0,0-1 0,0-3 0,3-6-10,0 0 0,-2 0-1,0 0 1,1-18 0,-1-9-27,-2 0-1,-2-1 1,-7-40 0,-30-115-287,12 62-1222,25 123 643,1-1 1,0 0 0,1 0-1,2-17 1,-1 11-3109,-1-1-3582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9.0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974 78 12841,'-3'-4'484,"0"0"-1,-1 0 0,0 1 1,1-1-1,-1 1 0,0 0 1,-1 0-1,1 0 0,0 1 1,-1-1-1,-8-2 0,-24-14 4345,32 16-4382,0 0 0,-1 1 0,0 0 0,1 0 0,-1 0 0,0 1 0,0 0 0,0 0 0,0 0 0,0 1 0,0 0 0,-9 1 0,0 1 178,-1 0-1,1 1 1,-25 8-1,24-5-531,-1 1 0,1 0 0,1 2 0,0 0-1,0 0 1,1 1 0,0 1 0,1 1 0,0 0 0,0 0 0,-12 18 0,10-10-121,0 1 0,2 1 0,0 1 0,1 0 0,2 0 0,-15 47 0,24-67-102,0 1 0,1-1 0,0 1 0,-1-1 0,1 1 0,0 0 0,1-1 0,-1 1 0,0 0 0,1-1 0,0 1 0,0-1 0,0 1 0,1-1 0,-1 0-1,1 1 1,-1-1 0,1 0 0,4 5 0,-1-3-132,-1 1-1,1-1 0,0-1 0,0 1 1,1-1-1,-1 0 0,1 0 1,0 0-1,8 3 0,-5-4 147,0 1 0,0-2 0,1 1 0,-1-2 0,1 1 0,-1-1 0,1 0 0,0-1 0,-1 0 0,1-1 0,0 0 0,-1-1 0,1 0 0,-1 0 0,0-1 0,1 0 0,-1 0 0,-1-1 0,1 0 0,0-1 0,-1 0 0,0 0 0,0-1 0,-1 0 0,1-1 0,-2 1 0,1-1 0,0-1 0,7-11 0,1-8 793,0 0 0,-3-1 0,15-43 1,12-28 2377,-25 65-1915,-13 31-680,2 6 22,3 5-429,-1 0-1,0 1 1,0 0 0,0 0-1,-1 0 1,0 1 0,-1-1-1,0 1 1,-1 0 0,0 0 0,1 15-1,0 18 156,-2 57 1,-1-93-207,-7 137-1,-7 1 0,-6-2 0,-6 0 0,-7-2 0,-5-1 0,-7-3 0,-109 233 0,-191 273 0,257-510-19,78-120 17,-1 0 0,0-1-1,-1 0 1,0-1 0,-1 0 0,0-1 0,-20 12-1,31-21-4,0 0-1,0 0 1,0 0-1,0 0 1,-1 0-1,1 0 1,0-1-1,0 1 1,-1-1-1,1 1 1,0-1-1,-1 0 1,1 0-1,-1 0 1,-3-1-1,5 1 7,0-1 0,0 1 0,0-1-1,0 1 1,0-1 0,0 0 0,0 0-1,0 1 1,0-1 0,0 0 0,0 0-1,1 0 1,-1 0 0,0 0 0,1 0-1,-1 0 1,1 0 0,-1 0 0,1 0-1,-1-1 1,1-1 0,-1-5 7,0 0 0,0 0-1,1 0 1,0 0 0,1 0 0,0 0 0,2-8 0,3-9 4,1 0 0,1 0 0,1 1 0,16-32 0,60-91-102,-54 95-11,-30 50 99,120-182-1065,149-176-2398,4 29-2066,-231 282 4231,100-107-5571,0 13-4380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 1 12225,'-37'18'2539,"28"-15"-1952,1 0 0,0 0 1,0 1-1,1 0 0,-1 1 0,1 0 1,0 0-1,0 0 0,1 1 0,-1 0 1,1 1-1,1-1 0,-1 1 1,-4 7-1,-8 24 625,2 0-1,1 0 1,2 1 0,-8 43-1,6-11-110,-6 104-1,19-147-952,2 1-1,0-1 1,2 0 0,2-1-1,10 49 1,-10-62-147,0-1 1,1 1-1,0-1 0,1 0 1,1-1-1,0 0 0,0 0 1,1 0-1,1-1 1,0 0-1,0 0 0,1-1 1,13 9-1,-20-16-26,0-1 0,0 0-1,1-1 1,-1 1 0,1-1 0,-1 1-1,1-1 1,0 0 0,-1 0 0,1 0 0,0-1-1,0 0 1,-1 1 0,1-1 0,0-1-1,0 1 1,0 0 0,-1-1 0,1 0-1,0 0 1,-1 0 0,1 0 0,0-1 0,-1 1-1,0-1 1,7-4 0,-4 2 15,0 0 1,0-1 0,-1 1-1,0-1 1,1-1-1,-2 1 1,1-1-1,-1 0 1,1 0-1,-2 0 1,1-1-1,5-12 1,-2-7-26,0 0-1,-2-1 1,-1 0 0,-1 0-1,-1 0 1,-1 0 0,-6-53 0,-3 27 16,-1 0 0,-4 1 0,-18-52 1,19 68 39,-34-66 0,37 87-331,1 1 1,-2-1-1,0 1 0,-1 1 0,0 0 1,-23-19-1,-5 7-3196,38 25 3274,0-1 0,0 1 1,0 0-1,0-1 0,0 1 0,-1 0 1,1 0-1,0 0 0,0 0 1,0 0-1,0 0 0,-1 0 0,1 0 1,0 0-1,0 1 0,0-1 1,0 0-1,0 1 0,0-1 1,-2 2-1,-1-1-902,-17 5-5299,20-6 5879,1 1 0,0 0 0,-1-1 0,1 1-1,-1 0 1,1-1 0,0 1 0,-1 0 0,1-1 0,0 1 0,0 0 0,0 0 0,0-1 0,-1 1 0,1 0 0,0 0 0,0-1 0,1 3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6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35 129 10973,'-29'14'2564,"33"-34"-72,-1 3 2349,-10 3-2985,4 0 1712,0-3-2972,3-3-556,16 8-676,-3 4-408,-4-1-816,4-2-904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9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 16113,'-2'1'296,"-1"0"-1,0-1 0,0 2 0,1-1 0,-1 0 0,1 0 0,-1 1 0,1 0 0,0-1 0,0 1 0,0 0 0,0 0 0,0 0 0,0 0 0,0 1 0,0-1 0,1 0 0,-1 1 0,1-1 1,-1 4-1,-5 8 895,2 0 1,-7 24 0,8-22-297,-135 553 2737,117-435-2844,6 1-1,1 180 1,17-242-787,4 0 0,2 0 0,4-1 0,3-1 0,31 93 0,-35-135-4,1 0 0,1-1 0,2 0 0,0-1 0,2 0 0,1-2 1,1 0-1,34 34 0,-36-43-84,0-1 0,1-1 0,1 0 0,0-2 0,0 0 0,1-1 0,1-1 0,0-1 0,0 0 0,1-2 0,0-1 0,29 5 0,-6-6-2203,0-1-1,88-6 1,14-14-6232,-13-7-4684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1.0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169 169 9597,'-7'4'1128,"-2"1"-2872,-6-2 20010,14-3-18212,0 0 0,0 0 0,0 0 0,0 0 0,0 0 0,0 0 0,0 0 0,0-1 0,0 1 0,0 0 1,0 0-1,1-1 0,-1 1 0,0-1 0,0 1 0,-1-2 0,0 1 125,1 1 0,-1-1 0,1 0 0,-1 0 0,0 1 0,1-1 0,-1 1 0,0-1 0,0 1 0,-3-1 0,-29 4 285,32-5-463,1-1-1,0 0 0,0 1 1,0-1-1,0 0 0,0 0 1,0 0-1,1 0 0,-1-3 1,-2-58 8,3 62 34,1-1-72,-1 0 29,1 0 0,-1 1 0,1-1 0,0 1 0,0-1 0,0 1 0,1-1 0,-1 1-1,0-1 1,1 1 0,0 0 0,0 0 0,-1 0 0,1 0 0,0 0 0,0 0 0,5-2 0,-5 3 10,-2-1 21,1 0-1,-1 0 1,1 1-1,0-1 0,-1 0 1,1 1-1,0-1 1,0 1-1,0-1 0,0 1 1,1 0-1,-1-1 1,3-1-1,-2 1 1609,1 13-1630,-1-1 1,1 1-1,-2 0 0,1 1 0,-2-1 0,0 0 0,0 0 0,-2 13 0,-19 96-20,12-80 7,-66 447 4,71-403-4071,8 115-1,-4-192 3812,8 58-7774,9 1-5312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1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1 220 15445,'29'-25'7169,"-23"8"-5293,35-18 1853,-9 24-3005,22 2-152,-10 4-144,14-1-348,5-3-440,13 1-872,10-7-465,6-2-871,3-3-800,7-3-2797,9 3-5484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1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297 25 9545,'-4'-16'2192,"3"15"-2096,1 1 0,0 0 0,-1-1 1,1 1-1,0 0 0,-1-1 0,1 1 0,0 0 0,-1 0 0,1 0 0,-1-1 1,1 1-1,0 0 0,-1 0 0,1 0 0,-1 0 0,1-1 0,-1 1 1,1 0-1,0 0 0,-1 0 0,1 0 0,-1 0 0,1 0 0,-1 0 0,1 1 1,-1-1-1,-2 0 2219,-3-2 1520,-16 0-1250,19 4-2263,-1 1 0,1 0 0,0 0 0,0 0-1,0 0 1,1 1 0,-1-1 0,1 1 0,0 0 0,-3 7 0,1-4 128,-5 10 58,1 1 0,1 0-1,1 1 1,-8 32 0,-6 79 2132,13-71-2207,-73 402-433,62-352 0,-17 122 0,30-174 0,2 0 0,4 62 0,4-99 0,-5-19 0,1 0 0,-1 0 0,1 0 0,-1 0 0,1 0 0,0 0 0,-1 0 0,1 0 0,0-1 0,0 1 0,-1 0 0,1-1 0,0 1 0,0 0 0,0-1 0,0 1 0,0-1 0,0 0 0,0 1 0,0-1 0,0 1 0,0-1 0,0 0 0,0 0 0,0 0 0,0 0 0,0 0 0,0 0 0,0 0 0,0 0 0,0 0 0,0 0 0,0-1 0,0 1 0,0 0 0,0-1 0,0 1 0,0 0 0,0-1 0,0 0 0,0 1 0,1-1 0,3-4 0,0 0 0,0 0 0,0 0 0,0 0 0,4-7 0,-5 6 0,82-112 2,38-48-1,-100 138-5,1 2-1,1 0 1,48-37 0,-68 59 4,1-1-1,-1 1 1,1 1 0,0-1 0,0 1-1,0 0 1,0 1 0,0 0 0,1 0-1,-1 0 1,1 1 0,13-1 0,-15 3 1,1-1 0,-1 1 0,0 0 0,1 1 0,-1-1 0,0 1 0,0 1 0,0-1 0,0 1 0,-1 0 1,1 0-1,-1 1 0,1-1 0,-1 1 0,6 7 0,9 9 3,-1 2 0,0 0 0,-2 2 0,-1 0 0,-1 0 0,21 47 0,-7-1-74,27 98 1,-47-140-1898,25 53 0,-15-47-2580,1-1-3503,-4-8-5091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2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239 627 14489,'0'-10'1199,"-1"0"-1,0 0 0,-1 0 0,0 0 0,-1 0 0,0 1 1,0-1-1,-1 1 0,-5-9 0,6 12-384,2 3 488,0 8 78,-7 48-589,3 0 0,1 97 0,3-38-364,-5 54-427,29 314 0,-22-474 0,17 98 0,-16-95 0,0 0 0,1-1 0,1 1 0,-1 0 0,1-1 0,1 0 0,-1 0 0,11 13 0,-13-19 0,0 0 0,0 0 0,1 0 0,-1 0 0,0-1 0,1 1 0,-1-1 0,1 0 0,0 0 0,-1 0 0,1 0 0,0 0 0,-1 0 0,1-1 0,0 1 0,0-1 0,0 0 0,0 0 0,0 0 0,-1 0 0,1 0 0,0-1 0,0 1 0,0-1 0,-1 0 0,1 0 0,3-1 0,0-1 0,0 0 0,0 0 0,0 0 0,-1-1 0,0 0 0,1 0 0,-1 0 0,-1-1 0,1 0 0,6-9 0,12-20-26,-2-2 1,-2-1-1,-1-1 0,-2 0 0,-2-1 1,-1-1-1,11-61 0,-4-21-135,4-151-1,-20 171-182,-11-145-1,0 184 241,-2 0-1,-3 0 1,-29-89 0,38 144 95,-7-20-35,-18-39 0,23 57 34,-1 1 0,0-1-1,0 1 1,-1 0 0,0 1-1,-1 0 1,-15-13 0,21 19 8,-4-4-1,-1 1-1,0-1 0,0 1 1,0 1-1,-1-1 1,1 1-1,-1 1 0,0-1 1,0 1-1,-1 1 1,1 0-1,-1 0 0,1 0 1,-1 1-1,-9 0 0,7 2 24,0 1 0,0 0 0,1 1 0,-1 0-1,1 0 1,0 1 0,0 1 0,0-1-1,1 2 1,0-1 0,0 1 0,0 1-1,1 0 1,-1 0 0,2 0 0,-1 1-1,1 1 1,0-1 0,1 1 0,-7 12 0,-1 2 34,2 1 0,1-1 0,1 2 1,1-1-1,1 2 0,2-1 1,-6 36-1,9-25-46,1 0 0,1 1 0,3-1 0,1 1 1,1-1-1,2 0 0,2 0 0,1-1 0,1 0 0,2 0 0,2-1 0,1-1 1,2-1-1,1 0 0,31 42 0,-34-55-248,1-2 1,1 0-1,0-1 0,1 0 0,1-1 1,0-1-1,1-1 0,1-1 1,0-1-1,0-1 0,1 0 1,25 6-1,-26-10-544,0-1 1,0-1 0,1-1-1,0-1 1,35-1-1,-39-2-710,1-1 0,0-1 0,0 0 0,-1-2 0,0 0-1,32-13 1,5-10-9119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3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46 10677,'-3'-2'2338,"-11"-10"-417,-18-17 7549,30 27-7402,14 15-610,7 6-1161,-1 2 0,-1 1 0,0 0 0,-2 1-1,-1 0 1,0 1 0,18 50 0,-24-54-261,-2 1 0,0 1 0,-2-1 0,0 1 0,-1-1 0,-1 1 0,-1 0-1,-1 0 1,-1 0 0,-6 33 0,1-25-18,4-12-2,-2 0 1,0 0 0,0 0-1,-2 0 1,0-1 0,-2 0-1,-10 20 1,8-19-41,11-16-16,6-12 16,101-179-108,-4 9 67,-100 174 136,0 0-1,1 0 1,-1 1 0,9-8-1,-12 13-26,0 1-1,0-1 1,0 0-1,1 0 1,-1 0-1,-1 1 1,1-1-1,0 1 0,0-1 1,0 0-1,0 1 1,0 0-1,0-1 1,0 1-1,-1 0 0,1-1 1,1 2-1,-1-1 56,2 1-63,0 1 0,0 0-1,0 0 1,0 0-1,0 0 1,-1 0 0,0 1-1,1-1 1,-1 1 0,3 7-1,15 47 365,-3-7-227,-10-35-472,1-1 0,0-1-1,1 0 1,1 0 0,0-1 0,1 0 0,22 21-1,-23-26-51,1 0 0,0 0-1,1-1 1,0 0-1,0-1 1,0-1-1,0 0 1,1 0 0,0-1-1,15 2 1,98 12-10886,-59-9-1050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5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6 6405,'0'0'1605,"-3"-1"-43,-35-3 12413,35 5-12813,-2 2-899,0 1 0,1 0-1,-1 0 1,1 1 0,0-1 0,0 1 0,0 0 0,0 0 0,1 0-1,0 1 1,0-1 0,0 1 0,-3 10 0,-3 14 718,-10 46 1,12-45-441,-14 63 32,-10 101 0,27-155-451,2 0-1,2 0 0,1 0 0,2 0 1,11 53-1,-7-69-426,1 0 0,0-1 0,2 0 0,1-1 0,1 1 0,1-2 0,0 0 0,2-1 0,0 0 0,26 24 0,-8-11-622,2-3 0,0-1-1,2-1 1,74 41 0,-71-49-1756,74 28 0,-1-13-4387,-14-9-2286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5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14 8493,'-2'-1'1883,"-10"-7"-1432,1 4 4548,3 25-1874,1 9-2232,3-15-135,1 0 0,-3 30 0,-36 467 5275,32-445-5912,-2-1 1,-2-1-1,-4 0 0,-36 87 0,44-131-594,0 1 0,-2-2 0,0 1 0,-2-2 0,0 1 0,-1-2 0,-1 0 0,-28 25 0,20-24-2198,-1 0 0,0-1 0,-40 20 0,-4-5-8161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8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9 202 10497,'2'-5'10980,"-3"-1"-4411,-4-5-2568,0 9-5365,8 17 2822,-1-11-1443,0 0 0,0-1 0,0 1-1,1 0 1,-1-1 0,1 1 0,0-1 0,0 0 0,0 0 0,1 0 0,-1-1-1,1 1 1,0-1 0,-1 1 0,1-1 0,0 0 0,6 1 0,9 4-59,0-1 0,29 5 0,-33-7-27,35 5-359,-1-1 0,1-3 0,59-1 0,-79-4 244,1-2 1,-1-1 0,0-2-1,0-1 1,0-1-1,41-16 1,-63 20 173,-1-1 0,1 0 0,-1 0 0,0 0 0,0-1 0,-1 0 0,1-1-1,-1 1 1,6-8 0,-9 9 62,0 0-1,0 0 1,0-1-1,-1 1 0,1-1 1,-1 1-1,0-1 1,-1 0-1,1 0 1,-1 0-1,0 0 0,0 0 1,0 0-1,-1 0 1,0-9-1,-1-6 281,1 8 75,-1 1 1,-1-1-1,0 0 0,0 1 0,-5-13 1,-1 8-306,2 16-58,0 10-37,3-3-5,1 0 0,0 1 0,0 0 0,0-1 0,1 1 0,0 0 0,1 0 0,0-1 0,0 1 0,2 14 0,-1 4 0,6 266 0,-1-71 0,8 179 0,-5-206 0,-6-108 0,-4 417 0,-6-403 0,2-23 0,-19 96 0,20-158 0,0 1 0,-1-1 0,-1 0 0,0 0 0,-1 0 0,0-1 0,-1 0 0,-1-1 0,-1 1 0,1-2 0,-21 20 0,21-24 0,0 0 0,0 0 0,-1-1 0,0-1 0,0 0 0,-1 0 0,0-1 0,0 0 0,0-1 0,0 0 0,-1-1 0,1-1 0,-1 1 0,0-2 0,0 0 0,-15 0 0,16-1 0,0 0 0,1-1 0,-1-1 0,1 0 0,0 0 0,-1-1 0,1 0 0,0-1 0,1 0 0,-1-1 0,1 0 0,-1 0 0,2-1 0,-1 0 0,1 0 0,0-1 0,0 0 0,0-1 0,1 0 0,0 0 0,1 0 0,0-1 0,0 0 0,1 0 0,0-1 0,-4-11 0,1-1 0,0-2 0,2 1 0,0-1 0,2 0 0,1 0 0,0 0 0,2-1 0,1 1 0,1-1 0,1 1 0,1 0 0,1 0 0,8-25 0,-1 13 0,2-1 0,2 2 0,1 0 0,2 1 0,1 1 0,2 1 0,40-49 0,-27 40-316,1 2 0,3 2 0,0 1 0,68-47 0,-16 26-2198,3 3-1,135-55 1,64 3-8924,-181 73 2216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33 126 13429,'-32'-23'1936,"38"3"-395,1 3 603,28-23-1604,-7 31-1172,10 1-804,3 2-445,10 3-2675,3 6-3545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0 117 10449,'0'0'10605,"29"-11"-10525,15 0-640,-2-7-704,8 4-820,1-3-513,10-6-1615,12 0-3221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0.7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0 139 4040,'2'-8'1599,"0"0"-1,-1-1 0,0 1 0,-1 0 1,0-10-1,0 11-1383,1 5 98,0-1 0,-1 1 0,1 0 0,0-1-1,0 1 1,0 0 0,1-1 0,-1 1 0,0 0 0,1 0-1,-1 0 1,4-2 0,3-8 767,-7 11-968,0-1-1,0 0 0,0 0 0,1 0 0,-1 0 1,0 1-1,1-1 0,-1 1 0,1-1 1,-1 1-1,1-1 0,0 1 0,0 0 0,-1 0 1,1 0-1,0 0 0,0 0 0,0 0 1,0 1-1,0-1 0,1 0 0,-1 1 0,4-1 1,-4 2-33,1-1 0,-1 1 1,1 0-1,0-1 1,-1 1-1,1 0 1,-1 0-1,0 1 0,1-1 1,-1 1-1,0-1 1,0 1-1,0-1 1,0 1-1,0 0 0,0 0 1,0 0-1,-1 0 1,3 3-1,9 16 373,0 1 0,-1 0 0,13 36 0,20 78 516,-24-68-720,146 481 684,-71-179-3835,-71-295-79,-4-30-3390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1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1 240 7649,'8'29'1813,"-7"-28"-1594,0 1 0,0-1 1,1 1-1,-1-1 0,0 0 0,1 0 0,-1 0 0,1 0 0,-1 0 1,1 0-1,-1 0 0,1 0 0,0 0 0,0-1 0,-1 1 0,4 0 1,-2 0 239,38 10 533,0-1 0,78 8-1,-14-7-1703,0-6-1,1-4 1,-1-4-1,0-5 1,112-24-1,-156 21 256,99-25-522,-144 31 1039,1-1 0,-1-1 0,0 0 0,-1-1 0,1-1 0,-2 0-1,17-13 1,-22 14 475,0 1-1,-1-1 0,0-1 1,0 0-1,-1 0 1,11-18-1,-17 25-427,1 0 1,-1 0-1,-1-1 1,1 1-1,0 0 1,0-1 0,-1 1-1,1 0 1,-1-1-1,0 1 1,0-1-1,0 1 1,0 0-1,0-1 1,0 1-1,-1-1 1,1 1-1,-1 0 1,0-1-1,0 1 1,0 0-1,0 0 1,0 0-1,0 0 1,0-1-1,-1 2 1,1-1-1,-1 0 1,1 0-1,-1 0 1,0 1-1,0-1 1,0 1-1,0-1 1,0 1-1,0 0 1,0 0-1,-3-1 1,-35-17 371,37 18-782,1 0 1,-1 1-1,0-1 0,1 1 0,-1 0 1,0 0-1,0 0 0,1 0 0,-1 0 1,0 0-1,1 1 0,-6 1 0,2-2-4629,-13-5-3019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1.9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4564,'32'-15'11223,"-31"20"-10209,8 40 153,2 1 0,2-2 1,27 63-1,-6-16-365,-10-24-125,61 119 0,-68-156-601,2-1 0,0 0 1,2-2-1,1 0 0,1-2 0,27 24 0,-16-19-81,-16-12-139,1-1 0,0-1 1,1-1-1,1-1 0,44 23 0,-39-26-603,-1-2 0,1 0 0,1-2 0,-1-1 0,1-1-1,0-1 1,0-1 0,1-2 0,-1-1 0,1-1-1,33-5 1,-55 5 151,0-1 0,0 0-1,0 0 1,0 0 0,-1-1-1,1 1 1,-1-1 0,1-1-1,4-3 1,18-15-4782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2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12 5164,'0'0'1405,"-3"-1"-47,-20-9 1189,20 9-279,1 4-1217,-3 4-655,0 1 1,0 0-1,1 0 1,0 0-1,0 1 1,1-1-1,0 1 1,1 0-1,-1 0 1,0 11-1,0 7 187,0 1 0,2 35 0,4 23 134,4-1-1,33 158 1,19-28-269,15 67-404,-69-259-185,-2 1 1,0 0-1,-1 0 1,-2 31-1,0-45 37,-1 0 0,-1 0-1,0 0 1,0 0 0,-1 0-1,0-1 1,-1 1 0,0-1-1,0 0 1,-1 0 0,0 0-1,-12 15 1,4-11-197,0 0 0,-2 0-1,1-1 1,-1-1 0,-1-1 0,0 0 0,0-1-1,-1 0 1,0-2 0,-1 0 0,-33 8 0,-12-1-1790,0-4 0,-71 4 0,85-10 47,-26 4-3527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2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 14029,'32'-11'3093,"-16"2"-2025,0 4 384,-3-4-1372,-1 1-728,-2-1-992,6 3-1073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1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19 235 7461,'14'-11'4239,"-14"4"1731,-15 3-793,-3 4-4256,22 1 179,74 14-193,0-3-1,1-3 0,89-3 1,-112-4-663,1014-5 756,1-54-555,-24-46 1628,-951 86-1817,135-44-1,-206 51-255,-23 7 0,-2 3-17,0 0 1,0 0-1,-1 0 0,1-1 0,0 1 1,0 0-1,0 0 0,0 0 1,0 0-1,0 0 0,0 0 1,0 0-1,0 0 0,0 0 0,0 0 1,-1 0-1,1 0 0,0 0 1,0 0-1,0 0 0,0 0 0,0 0 1,0 0-1,0 0 0,0-1 1,0 1-1,0 0 0,0 0 1,0 0-1,0 0 0,0 0 0,0 0 1,0 0-1,0 0 0,0 0 1,0 0-1,0-1 0,0 1 0,0 0 1,0 0-1,0 0 0,0 0 1,0 0-1,0 0 0,0 0 0,0 0 1,0 0-1,0 0 0,0 0 1,0-1-1,0 1 0,-15 5-1991,-11 7-1843,23-11 1706,-20 20-9267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2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1578 92 3076,'29'17'842,"-23"-14"3267,-34-16 34,2-2 3081,25 12-6602,0-5 285,-2 0 0,1 0 0,-1 0 0,0 0 0,-6-9 3755,8 17-4612,0 0-1,0-1 1,1 1 0,-1 0 0,0 0 0,0-1 0,1 1 0,-1 0 0,0-1-1,1 1 1,-1-1 0,0 1 0,1 0 0,-1-1 0,0 0 0,1 1 0,-1-1-1,1 1 1,-1-1 0,0-1 0,-3-1 714,0 16-520,-3 9-56,7-21-185,-1 0-1,1 0 1,0 0 0,-1 1-1,1-2 1,-1 1-1,0 0 1,1 0-1,-1 0 1,0 0 0,1 0-1,-1 0 1,0-1-1,0 1 1,0 0-1,0-1 1,0 1-1,1 0 1,-3 0 0,-3-35 391,14 8-329,-7 23-56,-1 7-8,-49 284 394,-107 355 0,124-524-395,7 2 0,4 1 0,-6 161 0,23-112 0,33 311 0,6-220 0,12 114 0,-46-365 0,0 0 0,-1 0 0,-1 0 0,1 0 0,-2 0 0,1 0 0,-1 0 0,-1-1 0,0 1 0,-8 17 0,7-20 0,-1-1 0,0 1 0,0-1 0,-1 0 0,0 0 0,0-1 0,-1 1 0,0-1 0,0-1 0,0 1 0,-1-1 0,0-1 0,-13 7 0,-2-1 0,-2-1 0,1-1 0,-1-2 0,0 0 0,0-1 0,-1-2 0,-34 1 0,-185-15 0,217 9 0,-66-7-140,1-3 0,-162-45 1,230 49-1005,2-1 0,-1-1 1,-31-19-1,16 3-3557,4-2-3664,15 8-3358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3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326 79 7393,'-4'-6'1256,"0"-1"1,1 0-1,-1 0 1,1 0-1,-3-12 1,-4-6 1929,10 25-3047,-1 0 0,0 0 0,0 0-1,0 0 1,0 0 0,0 0 0,1 0 0,-1 0-1,0 0 1,0 1 0,0-1 0,0 0-1,1 1 1,-1-1 0,0 0 0,0 1 0,1-1-1,-1 1 1,0-1 0,0 2 0,0-2 47,-3 3 104,0 1 0,0-1 0,0 1 0,0 0 0,1 0 0,0 0 0,0 1 0,0-1 0,0 1 0,1-1 0,-4 9 0,-19 63 1901,18-52-1599,-129 524 2407,111-410-2237,7 2 0,-1 142 0,19-224-760,2 0 0,14 75 0,-12-106-6,2 0-1,2 0 1,0-1-1,1 0 1,2-1-1,27 48 1,-29-60-274,1 1 0,1-1 0,1 0 0,0-1 0,0-1 0,1 0 0,0-1 0,1 0 0,0-1 0,1 0 0,0-1 0,0-1 0,1 0 0,0-1 0,0-1 0,0-1 0,19 3 1,-7-2-1007,-1-2 1,1-1-1,51-3 1,-42-3-1602,0-1-1,48-13 1,17-12-8080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3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 21 11841,'1'4'567,"-1"-1"-1,0 0 0,1 1 1,-1-1-1,-1 0 1,1 1-1,0-1 1,-1 0-1,0 0 0,0 1 1,-2 4-1,-5 25 1663,-25 124 2391,-3 23-2142,16 205-145,22-297-2045,5 1-1,23 117 1,-27-191-276,0 0 0,1-1 0,1 1 0,1-1 1,0 0-1,0 0 0,2-1 0,10 17 0,-14-26-38,0 1-1,0-1 1,0 1-1,1-1 1,-1-1 0,1 1-1,0-1 1,0 1-1,0-2 1,0 1-1,1 0 1,-1-1-1,1 0 1,-1 0-1,1-1 1,0 1-1,0-1 1,0-1 0,-1 1-1,1-1 1,0 0-1,0 0 1,0-1-1,8-1 1,-4-1-64,0 0 1,0 0 0,0-2-1,0 1 1,-1-1 0,0 0 0,0-1-1,0 0 1,0 0 0,-1-1-1,0 0 1,-1-1 0,0 0-1,9-11 1,4-8-308,-1-2 0,-1 0 0,17-36 0,-16 22-39,-2-1 1,-2 0 0,-2-1-1,14-83 1,-18 60 51,-3 0 0,-5-114 0,-3 140 292,-2 0-1,-2 0 1,-2 0 0,-1 1-1,-26-70 1,28 94 61,-1 1 1,0 1-1,-1-1 1,-1 1-1,0 1 1,-1 0-1,-14-13 1,16 18 24,0 1 1,0 1-1,-1 0 1,0 0-1,-1 1 1,1 0-1,-1 1 1,0 0-1,-1 1 1,1 0-1,-17-3 0,17 5 5,1 1 0,0 1 0,-1 0-1,1 0 1,-1 1 0,1 1 0,0 0-1,-1 0 1,1 1 0,-17 6-1,23-7 2,-4 0 2,1 1 0,-1 1 0,1-1 0,0 1 0,0 0 0,0 1 0,1 0 0,-1 0 0,1 0 0,0 1 0,1 0 0,-1 0 0,1 0 0,1 1 0,-1-1 0,1 1 0,0 0 0,0 1 0,1-1 0,0 1 0,1-1 0,-4 17 0,5-15-126,0 0-1,0 0 1,1 0-1,0 0 1,1 0 0,0 1-1,0-1 1,1 0-1,0 0 1,1-1-1,0 1 1,0 0 0,1-1-1,0 0 1,0 0-1,1 0 1,0 0-1,1-1 1,7 9 0,4 0-850,0 0 0,1-1 0,31 20 0,27 8-4677,2-8-2849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4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81 3860,'-3'-63'9557,"0"61"-9196,0-1-1,0 1 0,0 0 0,0 0 1,0 0-1,0 1 0,-4-3 0,-13 18 483,13-11-523,1 2 0,0-1 0,0 1 0,0 0 0,0 0 1,1 0-1,0 1 0,-5 6 0,7-8-186,0 0 0,1 1-1,-1-1 1,1 1 0,0-1-1,1 1 1,-1 0 0,1 0-1,0 0 1,0 0 0,-1 6 0,2-8-112,1-1 1,-1 1 0,0-1 0,1 1 0,0 0-1,-1-1 1,1 0 0,0 1 0,0-1 0,1 1-1,-1-1 1,0 0 0,1 0 0,-1 0 0,1 0-1,0 0 1,0 0 0,-1 0 0,1-1 0,1 1-1,-1 0 1,0-1 0,3 2 0,13 7-112,1-1 0,0-1 0,0 0 0,1-2 0,0 0 0,0-1 1,40 4-1,-34-7-1116,-1-1 0,27-3 0,-21-1-2796,42-10 1,-29 3-2864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7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34 5841,'9'14'10615,"-11"-15"-9363,-48-29 3358,49 31-4539,0-1 1,1 0-1,-1 0 0,0 1 0,0-1 1,0 0-1,0 1 0,0-1 1,1 1-1,-1-1 0,0 1 1,0-1-1,1 1 0,-1 0 0,0-1 1,0 2-1,0-1 125,-8 5 124,0 1-1,1 0 1,0 0-1,0 1 1,0 0-1,1 0 1,1 1-1,-1 0 1,1 0-1,1 0 1,-6 13-1,-5 14 185,-18 66 1,29-84-420,1 0 0,0 1 1,1-1-1,0 39 0,3-50-64,0 1-1,1 0 0,0 0 1,0 0-1,1 0 0,0 0 1,0-1-1,1 1 1,0-1-1,0 0 0,1 0 1,0 0-1,0 0 0,7 9 1,-8-14-18,0 1 1,-1 0 0,1-1-1,0 0 1,0 0-1,1 0 1,-1 0 0,0 0-1,1 0 1,-1-1 0,1 0-1,-1 0 1,1 0 0,-1 0-1,1 0 1,0-1-1,0 0 1,-1 1 0,1-1-1,0-1 1,0 1 0,-1-1-1,1 1 1,0-1 0,-1 0-1,1 0 1,-1-1-1,1 1 1,-1-1 0,0 1-1,6-5 1,-2 2-4,1-1 0,-1-1 0,-1 1 0,1-1 0,-1 0 0,0-1 1,0 0-1,0 0 0,-1 0 0,0 0 0,-1-1 0,6-13 0,-2-1-99,-2 0 1,-1-1-1,0 0 0,-2 0 0,0 0 1,-2 0-1,0-1 0,-2 1 1,-1 0-1,0 0 0,-2 0 0,-1 0 1,0 0-1,-2 1 0,-1 0 1,-10-23-1,16 43-148,0-1 1,1 1 0,-1-1-1,0 1 1,-1 0-1,1 0 1,0 0 0,0 0-1,-1 0 1,1 0-1,-1 1 1,-5-3 0,6 3-52,1 1-303,-1 0 1,1 0-1,-1 0 1,1 0-1,-1 1 1,1-1-1,-1 1 1,1-1-1,-1 1 0,1-1 1,-1 1-1,1 0 1,0-1-1,0 1 1,-1 0-1,1 0 1,0 0-1,-2 2 1,3 15-9245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8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94 8445,'-2'-19'793,"-2"-33"8675,4 49-7807,-8-6 1381,8 8-2947,-1 0-1,1 1 0,0-1 1,0 1-1,-1-1 1,1 1-1,0-1 1,-1 1-1,1-1 1,0 1-1,-1-1 1,1 1-1,-1 0 0,1-1 1,-1 1-1,1 0 1,-1-1-1,1 1 1,-1 0-1,1-1 1,-1 1-1,1 0 0,-1 0 1,0 0-1,-8 3 155,0 1 0,0 0-1,1 0 1,-1 1 0,1 0-1,0 1 1,1 0 0,-1 0-1,1 0 1,0 1 0,1 0-1,-10 13 1,-5 11-1142,2 0 0,-16 36 0,14-27-1906,9-17-2321,-15 40 0,16-22-5181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8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254 773 11741,'9'16'2243,"-16"-6"697,-11 9-1311,-9 29 127,3 1 0,-22 57-1,35-78-1390,-18 43 462,3 2 0,-31 139 1,50-175-708,2 0 0,2 1 0,1 0 1,2-1-1,1 1 0,2 0 0,15 69 1,-16-99-100,1 1 0,0-1 1,1 1-1,0-1 0,0 0 1,0 0-1,1-1 1,0 0-1,1 0 0,-1 0 1,2 0-1,-1-1 1,14 11-1,-17-15-10,0-1-1,1 1 1,-1-1-1,0 0 1,1 0 0,-1 0-1,1 0 1,0-1 0,-1 0-1,1 1 1,-1-1 0,5-1-1,37-5 43,-42 5-47,6-1-3,0-1-1,0-1 1,0 0 0,0 0 0,-1-1 0,1 1 0,-1-2 0,-1 1 0,1-2 0,-1 1 0,0 0 0,0-1 0,-1-1 0,8-9 0,7-13-2,-1-2 0,20-41-1,-36 65-1,34-70-92,-4-3 0,46-163 0,14-179-296,-77 337 336,33-220-185,-43 234 126,-3-2-1,-7-87 1,3 151 82,-1 0-1,-1 0 1,0 1-1,0-1 0,-1 0 1,0 0-1,0 1 1,-7-13-1,8 19 27,0 0 0,0 1 0,0-1 0,0 1 0,0-1 0,0 1 0,-1 0 0,1 0-1,-1 0 1,0 0 0,1 1 0,-1-1 0,0 0 0,0 1 0,0 0 0,0 0 0,0 0 0,0 0 0,-1 1 0,1-1 0,0 1 0,0-1 0,0 1-1,-1 0 1,1 1 0,0-1 0,0 0 0,0 1 0,-5 1 0,-4 2 1,1 0 0,-1 1 0,1 0 1,0 1-1,0 0 0,1 0 0,0 1 0,0 1 0,1 0 0,-17 17 1,4 0-12,1 1 0,-33 53 0,32-41 19,2 0 0,2 2 0,2 0 0,1 0 0,2 2 0,2 0 1,2 0-1,1 1 0,3-1 0,1 2 0,3 51 0,3-72-79,1 0 0,2 1-1,0-2 1,2 1 0,0-1-1,1 0 1,1 0 0,2-1-1,0 0 1,24 34 0,-9-20-221,1-2 1,1-1-1,2-1 1,2-1-1,35 26 1,-57-48 100,12 9-9,46 27 0,-63-41-69,1 0-1,0 0 0,-1 0 0,1-1 0,0 0 0,0-1 0,0 1 0,0-1 0,0 0 0,1 0 0,-1-1 0,0 0 1,0 0-1,12-2 0,-16 1-278,0 0 1,0 0 0,0 0 0,0 0-1,0 0 1,0-1 0,0 1-1,-1 0 1,1-1 0,-1 0 0,1 1-1,-1-1 1,2-2 0,-6-13-7950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8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1 11577,'3'8'2248,"-19"-13"6125,0 10-6921,4 4-248,-1 8-228,-3 0-216,-3 6-156,-3 11-111,9-5-285,7 2-829,-4 4-723,-6-7-1188,10 7-1336,3 16-1941,-10 3-4928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9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2086 23 10465,'8'-11'3102,"-16"7"910,-7-4-1647,9 14-2048,2 0-1,-1 0 1,1 1-1,0-1 0,0 1 1,1 0-1,0 0 0,0 0 1,-4 15-1,1 8 380,-4 36 0,8-48-376,-5 79 1086,12 191-1,-2-211-1078,4 341 1077,-11-316-1111,-5 0 1,-24 111-1,13-129-250,-4-2 1,-3 0-1,-4-2 0,-3-1 0,-4-2 1,-3-2-1,-4-1 0,-2-3 1,-92 106-1,42-67-1366,-4-5 1,-221 176 0,238-219-515,-2-5 0,-3-3 1,-2-4-1,-188 73 0,90-61-3832,1-7-3202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1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12 123 10413,'-1'0'78,"1"0"1,-1 0-1,1-1 0,-1 1 0,1 0 1,-1 0-1,1 0 0,-1-1 1,1 1-1,-1 0 0,1-1 1,-1 1-1,1 0 0,-1-1 0,1 1 1,0 0-1,-1-1 0,1 1 1,-1-1-1,1 1 0,0-1 1,0 1-1,-1-1 0,1 1 0,0-1 1,0 1-1,0-1 0,0 0 1,-1 1-1,1-1 0,0 1 1,0-1-1,0 1 0,0-1 0,0 0 1,0 1-1,0-1 0,1 1 1,-1-1-1,0 1 0,0-1 1,0 1-1,1-1 0,-1 0 0,0 1 1,0 0-1,1-1 0,-1 1 1,1-1-1,1-3 3112,-3 2-2006,1-1-1081,-1 1 0,1-1 0,0 1 0,0-1 0,0 1 0,0 0 0,0-1 0,1 1 0,-1-1 0,1 1 0,-1-1 0,1 1 0,0 0 0,0-1 0,0 1 0,0 0 0,1 0 0,-1 0 0,0 0 0,1 0 0,0 0 0,-1 0 0,1 0 0,0 1 0,0-1 0,0 1 0,0-1 0,0 1 0,0 0 0,0 0 0,1 0 0,-1 0 0,0 0 0,1 0 0,2 0 0,18-6 12,0 2-1,1 0 1,0 1 0,45 0 0,103 8-2320,-155-3 1629,3 0-1498,0 1 0,1 1 0,22 6-1,8 7-6847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1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 11561,'3'-8'-1228,"2"-1"8948,-4 17-1997,0 4-4697,6 112 2058,4 127-1055,-11-191-1798,7 313-3026,-1-160-2633,-5-73-2302,1-27-3479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86 115 12101,'-38'-3'2396,"13"0"537,3 3 4987,34-11-6816,-2 2-243,34 9-173,33-3-232,-4-2-628,19-4-893,3-2-595,-6-9-1148,9 5 96,4 7-3245,-7-9-5144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3 192 18550,'-1'-3'614,"1"0"1,-1 0-1,1-1 1,0 1-1,-1 0 1,2-1-1,-1 1 1,0 0-1,1 0 1,-1-1-1,1 1 1,0 0-1,0 0 1,3-5 0,-1 5-324,0 0 0,0 1 1,0-1-1,1 1 0,-1 0 1,1 0-1,-1 0 0,1 0 1,0 1-1,0-1 0,0 1 1,0 0-1,5-1 0,81-16 16,0 3 0,135-5 0,1427-6-307,-1263 33-164,446-3-1485,-601-24-3412,-134 2-5863,-74 14-1061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10 111 12873,'-2'-4'1067,"0"-1"0,1 0-1,-1 1 1,1-1 0,1 0-1,-2-7 1,2 10-846,1 0 0,-1 0 1,0 0-1,1 0 0,-1 0 1,1 0-1,0 1 0,-1-1 0,1 0 1,0 0-1,0 0 0,0 1 1,0-1-1,1 1 0,-1-1 0,0 1 1,1-1-1,2-1 0,1-1-58,0 1 0,0 0 0,1 0 0,0 0 0,-1 1 0,1 0 0,0 0 0,0 0 0,8-1 0,57-4 580,-36 6-519,-1 2 0,0 1 0,0 2 0,61 14 1,-72-12-169,-1 1 0,0 1 1,-1 1-1,0 1 1,0 0-1,-1 2 0,0 0 1,20 18-1,-32-23-38,0 0-1,-1 1 0,0 0 1,0 0-1,-1 1 1,1 0-1,-2 0 0,0 0 1,0 1-1,0-1 0,-1 1 1,-1 0-1,0 1 0,3 15 1,-4-12-7,-1 1-1,-1-1 1,0 0 0,-1 1-1,0-1 1,-1 0 0,-1 0-1,0 0 1,-1 0 0,-8 19-1,-4 3 22,-1-1 0,-37 56 0,-56 60 48,77-108-65,11-14-35,7-11 38,0 1-1,2 1 0,0 0 0,1 0 0,1 1 0,-13 34 1,23-51-13,1-1 0,-1 0 0,0 0 1,1 1-1,-1-1 0,1 0 1,0 1-1,0-1 0,1 0 0,-1 1 1,1-1-1,-1 0 0,1 0 0,0 0 1,0 1-1,1-1 0,-1 0 0,1 0 1,-1 0-1,1-1 0,0 1 0,0 0 1,0-1-1,0 1 0,1-1 1,-1 0-1,1 1 0,-1-1 0,1 0 1,0-1-1,0 1 0,4 1 0,5 3-25,0-1 0,1-1 0,0 0 1,0 0-1,1-2 0,22 3 0,-5-4-369,-1 0 0,1-2 0,-1-2 1,1 0-1,-1-2 0,0-1 1,42-15-1,64-33-3742,-7-13-4058,-37 16-2646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13 14813,'-2'-1'293,"0"0"0,0-1-1,0 1 1,0 0-1,1 0 1,-1 0-1,-1 0 1,1 1 0,0-1-1,0 0 1,0 1-1,0 0 1,0-1 0,-5 1-1,6 0-79,0 1 0,0 0 0,-1-1 0,1 1 1,0 0-1,0-1 0,0 1 0,0 0 0,0 0 0,0 0 0,0 0 0,1 0 0,-1 0 0,0 0 0,0 0 0,1 0 0,-1 0 1,1 1-1,-1-1 0,1 0 0,0 0 0,-1 0 0,1 1 0,0-1 0,0 0 0,0 1 0,0 1 0,-4 26 1762,2 1-1,2 38 1,21 122-206,-2-23-1990,-7-46-3355,-4-55-1306,-8-62 4357,0 0 1,0 1 0,0-1 0,0 0 0,-1 0-1,-1 8 1,-7 12-7556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11173,'1'0'99,"0"0"-1,-1 1 1,1-1-1,0 0 1,0 0-1,0 0 1,0 0-1,-1 0 1,1 0-1,0 0 1,0 0-1,0-1 1,0 1-1,-1 0 1,1 0 0,0-1-1,0 1 1,-1 0-1,1-1 1,0 1-1,0-1 1,-1 1-1,1-1 1,-1 1-1,1-1 1,0 0-1,-1 1 1,1-1-1,-1 0 1,1-1-1,-1 0 214,0 0-1,-1-1 1,1 1-1,-1 0 1,1-1-1,-1 1 1,0 0-1,0 0 0,-2-3 1,2 3-208,2 1 19,-1 0-1,0 1 0,1-1 0,-1 0 1,0 0-1,1 0 0,-1 1 1,1-1-1,-1 0 0,1 0 0,0 1 1,-1-1-1,1 1 0,0-1 1,-1 0-1,1 1 0,0-1 1,0 1-1,-1 0 0,3-1 0,-2 0 174,1 0-173,0 0 1,1 0-1,-1 0 1,0 0-1,1 0 1,-1 0-1,1 1 1,-1-1-1,1 1 0,-1 0 1,1 0-1,0 0 1,-1 0-1,1 0 1,-1 1-1,1-1 1,-1 1-1,1-1 1,-1 1-1,0 0 1,1 0-1,2 2 1,10 4 380,0 0 1,17 13 0,-28-18-387,22 16 193,0 1 1,-1 1-1,0 1 1,-2 1 0,-1 1-1,-1 2 1,0 0-1,17 29 1,-26-34-239,-1 0 1,0 1-1,-1 0 1,-2 1-1,0 0 1,-1 1-1,-1-1 1,-2 1-1,0 1 0,-1-1 1,-1 42-1,-14 86 217,11-148-225,2-7-85,11-41 23,1 2 0,27-58-1,50-83-245,-63 136 161,63-87-1,-75 115 47,2 0 0,0 2 0,2 0 0,0 1 0,0 1 0,34-21 0,-48 34 55,0 0 0,1 1-1,-1-1 1,1 1 0,-1 0 0,1 0 0,0 1 0,0 0-1,-1 0 1,1 0 0,0 1 0,0 0 0,0 0 0,10 2 0,-8 0 33,-1 0 1,1 0 0,-1 1-1,0 0 1,0 0-1,0 1 1,0 0 0,-1 0-1,1 1 1,5 5 0,3 5 85,0 1 1,-1 0 0,-1 1-1,0 1 1,-2 0-1,0 0 1,11 25 0,-6-6 36,-3 1 1,0 0 0,9 56 0,-20-88-159,8 51-97,-2 0 0,1 64 0,-4-27-1416,-2-42-1390,-5 57 1,-5-5-6084,7-102 8707,-6 54-10857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5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45 174 8077,'-34'3'2317,"27"-3"1921,6-4-2414,0 1-1578,1 0 0,-1 0 0,1-1 0,0 1 0,0 0 0,0 0 0,0-1 0,1 1 0,-1 0 0,1 0 0,0-1 0,-1 1 0,2 0 0,-1 0 0,0 0 0,1 0 0,-1 0 0,1 0 0,0 1 0,0-1 0,0 1 0,0-1 0,0 1 0,1-1 0,3-2 0,9-4 78,0 1 0,1 0 0,0 1 0,0 0 0,0 1 0,1 1 0,26-4 1,127-10 610,-135 16-776,186-8 530,257 20 0,221 52-273,-610-51-359,756 105 178,-602-78-269,-214-32-348,153 25-87,-66-2-7331,-122-13-9156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6.2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15 5264,'0'1'97,"0"-1"-1,0 1 0,0-1 0,0 0 0,0 1 0,-1-1 0,1 1 0,0-1 0,0 1 0,-1-1 0,1 1 0,0-1 0,-1 0 0,1 1 0,0-1 0,-1 0 0,1 1 0,0-1 1,-1 0-1,1 1 0,-1-1 0,1 0 0,-1 0 0,1 0 0,-1 0 0,1 1 0,-1-1 0,1 0 0,-1 0 0,0 0 0,-11-9 2442,7 5 206,-26-7 562,43 39-2426,1-1-1,1 0 0,1 0 0,28 36 1,88 92 310,-42-53-595,195 227 301,29-28-708,-267-264-455,2-2 1,1-3 0,1-1 0,2-3 0,1-2 0,1-2 0,113 32 0,-92-38-257,114 13 0,-185-31 477,30-2-48,-30 1 126,-22-2-58,-94-19 19,97 19 7,0 2 0,0 0 0,0 1 0,-1 1 0,-19 2 0,18 0-2,-1-2-1,1 0 1,-21-3-1,19 1-35,-36 3-1,-16 10 39,2 3 0,0 3 0,1 2 0,1 4 0,1 3 0,1 2 0,-83 52 0,111-57 5,1 2-1,1 1 1,2 2 0,0 1-1,2 2 1,-47 61-1,69-79-4,-1-1 1,2 1-1,0 1 0,0-1 0,2 1 1,-8 24-1,12-34 11,1 1 0,0-1 0,0 1 0,0 0 0,1-1 0,0 1 0,0 0 0,0-1 0,1 1 0,0-1 0,0 1 0,0-1 0,1 1 0,0-1 0,0 0 0,0 1 0,1-1 0,0 0 0,-1-1 1,2 1-1,-1 0 0,5 4 0,2 1 14,1-1 0,-1-1-1,1 1 1,1-2 0,-1 0 0,1 0 0,1-1 0,-1-1 0,17 6 0,15 1 60,62 10 0,-92-19-72,587 67 251,-21-45-131,-529-23-102,258 15 187,-293-16-87,0-1 1,0 0-1,21-3 1,-3 0-2380,2 3-6311,-15 2-235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1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54 4740,'0'0'36,"0"0"0,0 0-1,-1 0 1,1 1 0,0-1-1,0 0 1,0 0 0,0 0-1,0 0 1,0 0 0,0 0-1,0 1 1,0-1 0,0 0-1,0 0 1,0 0 0,0 0-1,0 0 1,0 0 0,0 1-1,0-1 1,0 0 0,0 0-1,0 0 1,0 0 0,1 0-1,-1 0 1,0 1 0,0-1-1,0 0 1,0 0 0,0 0-1,0 0 1,0 0 0,0 0-1,0 0 1,1 0 0,-1 0-1,0 0 1,0 1 0,0-1-1,0 0 1,0 0 0,0 0-1,1 0 1,-1 0 0,0 0-1,0 0 1,0 0 0,0 0-1,0 0 1,0 0 0,1 0-1,-1 0 1,3-8 5856,-4 5-5239,-7-25 4575,28 9-2682,-3 34-2501,-14-12-48,-1 0 0,1-1-1,0 0 1,0 1 0,-1-1 0,1 0 0,4 2 0,25-13 43,0 4-28,-29 5 24,-4 2-37,-4 29 14,4-27 69,0-2-110,0 1 23,-1 0-1,1 0 1,1 0-1,-1 0 1,0 1-1,1-1 1,-1 0-1,1 6 1,6 1 11,-4-7-3,1 1-1,-1-1 1,0 1-1,0 0 0,-1 0 1,1 0-1,-1 0 1,0 1-1,1 5 1,-2-9 0,1-1 0,-1 1 0,0 0 0,0-1 0,1 1 0,-1-1 0,0 1 1,1 0-1,-1-1 0,1 1 0,-1-1 0,0 1 0,1-1 0,-1 0 0,1 1 1,-1-1-1,1 1 0,0-1 0,-1 0 0,2 1 0,-2-1-23,0 0 0,1 0 0,-1 1 0,1-1 0,-1 0 0,0 0 0,1 0 0,-1 1 0,0-1 0,1 0 0,-1 1 0,0-1 0,1 0 0,-1 1 0,0-1 0,0 0 0,1 1-1,-1-1 1,0 0 0,0 1 0,0-1 0,0 1 0,0-1 0,1 1 0,-2 1 1,0-1 0,0 0 0,0 0 0,-1 0 0,1 0 0,0 0 0,0 0 0,-1 0 0,1 0 0,0 0 0,-1-1 0,1 1 0,-1-1 0,-1 1 0,1 0 966,-1 0-911,1 0-29,-1 0 0,1 0 0,-1 0 0,1 0 0,0 0 0,-1 0 0,1 1 0,0-1 0,0 1 0,0-1 0,0 1 0,0 0 0,0 0 0,1 0 0,-1 0 0,0 0 1,1 0-1,-2 5 0,1-4 1016,2-21-647,-1-16-40,2-28 318,-1 58-571,0-30 214,1 31-340,-1 0 0,1 0 0,0 0 0,0 1 0,0-1 0,0 0 0,1 0 0,1-2 0,8 31-258,-10-24 136,-2 1-643,-3 8 792,-2-1-111,-8-25 8,12 13 115,-2-2-8,1 0 1,-1 0-1,1 0 0,0 0 1,0 0-1,1-1 1,-3-5-1,5 10 7,1-1 0,-1 0-1,0 1 1,1-1 0,-1 1-1,1-1 1,-1 0 0,0 1 0,1-1-1,0 1 1,-1 0 0,1-1-1,-1 1 1,1-1 0,0 1 0,-1 0-1,1 0 1,-1-1 0,1 1-1,0 0 1,-1 0 0,1 0 0,0-1-1,0 1 1,-1 0 0,1 0-1,0 0 1,-1 0 0,1 0 0,1 1-1,5-2 5,-5 0-10,0 0-22,0-1 23,-1 1 0,1 0 0,0 0 0,0-1 1,0 1-1,0 0 0,0 1 0,0-1 0,0 0 0,0 1 0,1-1 1,3 0-1,-3 2 5,1-1 1,-1 0 0,0 1 0,1 0-1,-1 0 1,0 0 0,0 0 0,0 1-1,0-1 1,0 1 0,0-1-1,0 1 1,0 0 0,2 3 0,-3-3 5,4 15-33,-3 2 30,0-1-1,-1 1 1,-1 21 0,0-17 14,5 35 0,-6-55-20,10 12 46,-4-7 45,10-11-44,-12 2-25,-1-1 0,0 0 1,0 0-1,0 0 0,0 0 0,0 0 0,-1-1 0,1 1 0,-1-1 0,1 0 0,-1 0 0,3-5 0,19-44 88,-2 5-83,-21 45-19,0 0 1,1 0-1,-1 1 1,1-1 0,-1 0-1,1 1 1,-1-1-1,1 1 1,0-1 0,0 1-1,0 0 1,0 0-1,0 0 1,0 0 0,0 0-1,0 0 1,0 0-1,4 0 1,-2 1-1,0 0 0,0 0 0,0 0 0,-1 0 0,1 1 0,0-1-1,0 1 1,0 0 0,7 3 0,5 4 4,-1 0-1,0 1 1,26 20-1,-29-21 9,-9-6 12,16-26-21,-18 22-3,-1 0 0,1 0 0,0 0-1,0 0 1,0 0 0,0 0 0,0 0 0,0 0 0,0 1 0,0-1-1,1 0 1,-1 1 0,1-1 0,-1 1 0,1 0 0,0-1 0,0 1-1,-1 0 1,3-1 0,0 1 0,-1 0 0,1 0-1,0 0 1,-1 0 0,1 1-1,-1-1 1,1 1 0,0 0 0,-1 1-1,6 0 1,9 2-1,-1 2 0,0 0 0,30 14 0,-34-14 1,4 2-1462,0 0-1,-1 1 1,0 0 0,-1 2-1,20 14 1,-29-21-2768,15 4-2196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8421,'0'-20'8281,"22"26"-8417,-3 3-489,-12 8-683,2-3-2904,-9 12-3225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10617,'-15'-1'3063,"19"7"1955,8 6-1642,-7 0-3968,1 24 1534,-1 0 0,0 44 0,0 4-1901,-3-63-1430,11 42 1,-11-57 1635,1 0-619,-2-1-4184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9173,'29'-11'2296,"-17"5"2637,-5-8-3885,2 2-240,4 1-452,6 2-508,3 6-836,0-2-589,4 7-591,-1 1-1800,-3 0-2809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23 103 7321,'-23'-23'5428,"33"9"-4144,-1 0 560,4 8-1219,0 0-321,9-5-1757,13-4 25,-3 7-2588,-16 2-2909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3.1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4 11289,'32'-3'5821,"-42"17"-4265,4 0 1156,3 6-1636,0 6-184,3 0-192,0-3-220,-3 8-80,-1 23-588,1-14-332,-3 3-740,-10-3-1072,3 3 284,4 3-3497,-1-3-4504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5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443 298 4420,'3'-1'593,"-1"-1"0,1 0 1,-1 0-1,0 0 0,1 0 0,-1 0 0,0 0 0,0-1 0,0 1 0,0-1 0,-1 0 0,1 1 0,-1-1 0,0 0 0,2-3 0,1-16 220,-4 6 209,-1 1-1,0-1 1,-1 1 0,-1 0 0,-6-19-1,0-4-24,7 31-715,1-1 0,-2 1 0,1 0-1,-1 0 1,0 1 0,0-1 0,-5-6-1,7 11-201,-1 0 0,1 0 0,0 1 0,-1-1-1,1 0 1,-1 1 0,1 0 0,-1-1 0,0 1-1,0 0 1,1 0 0,-1 0 0,0 0 0,0 0-1,0 0 1,0 0 0,0 1 0,0-1 0,-1 1-1,1 0 1,0 0 0,0-1 0,0 1 0,0 0-1,0 1 1,-1-1 0,1 0 0,0 1-1,0-1 1,-2 2 0,-4 1 113,0 1-1,1 0 0,0 0 1,0 1-1,0 0 1,0 1-1,1-1 1,0 1-1,0 0 1,0 1-1,-6 9 0,-8 14 728,-22 44-1,32-56-674,-25 49-107,4 1 1,2 1-1,4 2 0,2 1 0,4 1 0,3 0 1,3 1-1,3 1 0,4 0 0,3 0 1,3 0-1,17 128 0,-8-142-370,2 0 0,3 0 0,35 96 0,-37-130 19,0 0 1,1-1 0,2 0-1,1-2 1,0 1 0,2-2-1,1 0 1,1-2 0,42 37-1,-34-37-1204,1-1 0,0-1 0,47 21 0,-43-26-2774,51 16 1,20-5-8492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5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298 0 7141,'0'0'5914,"0"9"-3940,-16 84 2440,0-13-2460,-62 304 3740,70-353-5467,-76 240 1178,53-182-951,-30 137 1,60-223-446,0 0 1,1-1-1,-1 1 0,1 0 1,0 0-1,0 0 0,0-1 1,0 1-1,0 0 1,1 0-1,-1-1 0,1 1 1,0 0-1,0-1 0,0 1 1,0 0-1,0-1 0,1 1 1,1 1-1,-2-2-4,1 0 0,0-1 0,0 1 0,0-1 0,1 0 0,-1 0 0,0 0 0,0 0 0,1 0 0,-1 0 0,0 0 0,1-1 0,-1 1 0,1-1 0,-1 0 0,6 0 0,5-1 3,1 0-1,0-1 1,-1-1-1,1-1 1,24-9-1,157-81-52,-28 10 3,-140 73 35,0 1 0,1 1 0,0 1-1,40-5 1,-56 12 4,0 1 0,0 0 0,0 0 0,0 1 1,-1 1-1,1 0 0,0 1 0,-1 0 0,1 1 0,-1 0 0,0 0 0,-1 1 0,1 1 0,-1 0 1,0 0-1,0 1 0,-1 1 0,14 12 0,6 10-7,-2 1 1,-1 0-1,-2 2 0,22 39 1,-33-54-635,0 0 0,2-2 0,0 1-1,1-2 1,35 28 0,-44-39-34,-1 1-1,1-1 0,0-1 0,1 1 0,-1-1 1,1 0-1,-1-1 0,1 0 0,13 2 0,-16-3-196,0-1 0,0 0 0,0 0 0,1-1-1,-1 1 1,0-1 0,0 0 0,0 0-1,9-4 1,8-9-6459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6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138 506 6229,'0'0'4747,"-1"-3"-3181,0-5-1508,-6-26 9901,4 22-8614,-15 39 141,-3 9-643,11-21-429,1 0 1,-13 33 0,10-12-88,2 1 0,2 0 0,-6 55 0,13-73-265,0 1 0,1-1 0,1 1 0,1 0 0,1-1 0,0 0 0,12 37 0,-13-50-54,1 1-1,-1 0 0,1-1 1,0 1-1,1-1 0,-1 0 0,1 0 1,1 0-1,-1-1 0,1 0 1,8 8-1,-9-10-39,0 0 0,1-1 0,0 1 0,-1-1 0,1 0 0,0 0 0,0 0-1,0-1 1,0 0 0,1 0 0,-1 0 0,0-1 0,0 1 0,0-1 0,1-1 0,-1 1 0,6-2 0,1 1-119,1-2 0,-1 0 0,0-1 0,0 0 1,0 0-1,-1-1 0,1-1 0,15-10 0,-11 4-157,0 0-1,-1-2 1,-1 1-1,0-2 1,18-24 0,-10 9-53,-2-1 1,-1-1 0,-1-1-1,-2 0 1,-1-1 0,12-44-1,-15 33 101,-3-2 0,-2 0-1,-1 0 1,-2-55 0,-5 69 231,-1 0 1,-1 0-1,-2 1 1,-2 0-1,0 0 1,-25-60-1,30 85 40,-23-41 98,23 45-103,-1 0 0,1 0 0,-1 1 0,0-1-1,1 0 1,-1 1 0,0 0 0,-1 0-1,1 0 1,0 0 0,-1 1 0,-3-3-1,5 4-4,1 0 0,0 0 0,0 0-1,-1-1 1,1 1 0,0 0 0,0 0 0,-1 0-1,1 1 1,0-1 0,0 0 0,0 0 0,-1 1-1,1-1 1,0 1 0,-2 0 0,-2 1 8,-7 2 15,0 0 1,1 1-1,-1 0 0,2 1 1,-1 0-1,0 1 0,1 0 0,0 0 1,1 1-1,0 1 0,0 0 1,-8 10-1,0 2 38,0 2 0,1-1 0,1 2 1,-15 34-1,20-36-36,1 1 0,2 0 1,0 0-1,1 0 0,1 1 1,2 0-1,0 0 0,1 29 1,2-34-16,1-1 0,1 1 0,1-1 0,1 1 1,0-1-1,1 0 0,1 0 0,1-1 0,0 0 1,2 0-1,11 19 0,-12-27-4,-1 1 0,2-1 1,-1 0-1,1-1 0,0 0 0,1 0 0,0-1 1,18 10-1,-23-14-51,0-1 1,1 0 0,-1-1 0,0 1-1,1-1 1,-1 0 0,0-1-1,1 1 1,-1-1 0,10 0-1,1-2-194,-1 0-1,22-6 1,-22 5-381,0-1 0,0-1 0,-1 0 1,0-1-1,0 0 0,0-1 1,-1-1-1,0 0 0,0 0 0,-1-2 1,20-18-1,-3-8-3779,3 2-2444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7.8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98 6345,'3'-3'590,"-1"1"1,1-1 0,-1 0 0,0 1 0,0-1-1,0 0 1,0-1 0,0 1 0,-1 0 0,1 0-1,1-7 1,-2 6-418,1 1 1497,-3 3-1545,1-1 0,0 0 0,0 1 0,0-1 0,0 1-1,0-1 1,0 0 0,0 1 0,0-1 0,0 0 0,0 1 0,0-1-1,0 1 1,1-1 0,-1 0 0,0 1 0,0-1 0,1 1-1,-1-1 1,0 1 0,1-1 0,-1 1 0,1-1 0,0 0-21,-1 0 1,1 1-1,-1-1 1,1 0-1,-1 0 1,0 0-1,1 1 1,-1-1-1,0 0 1,1 0-1,-1 0 1,0 0-1,0 0 1,0 0-1,0 0 1,0 1-1,0-1 1,0 0 0,0 0-1,-1-2 1,-11-12 3125,22 36 5,3 6-3220,5 16 373,65 179 496,-75-190-843,-1 1 0,-2 0-1,-2 0 1,0 0 0,-3 1 0,0-1 0,-2 0 0,-9 45 0,6-61-38,0 1 0,0-1-1,-2-1 1,0 1 0,-1-1 0,-18 26-1,-70 85-23,83-111-6,-19 16-70,31-30 12,1-4-86,1 1 137,-1-1 0,1 0 0,0 1 0,0-1 0,-1 1-1,1-1 1,0 1 0,1-1 0,-1 1 0,0 0 0,2-3 0,2-1-59,26-28-837,61-51 0,4-4-149,-41 27 629,35-47-136,-59 70 568,-1-1-1,-3-1 1,-1-1-1,21-46 0,-46 85 171,0-2 99,1 1 1,0-1-1,0 1 1,0-1 0,0 1-1,1 0 1,4-5 0,-5 10-58,1 1 1,0 0-1,-1-1 1,0 1-1,1 0 1,-1 0-1,0 0 1,2 7 0,32 98 1041,-31-94-1420,0 0-1,1-1 0,1 0 0,0 0 0,0-1 1,1 1-1,1-2 0,0 1 0,1-1 1,0-1-1,1 0 0,0 0 0,0-1 1,1 0-1,1-1 0,14 7 0,-10-6-886,1-1-1,1-1 1,-1-1-1,28 6 1,37 0-6708,-26-9-1749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8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0 618 5400,'0'-1'256,"0"0"0,0 0 0,0 0 0,0 0 0,0 0 0,0 0 0,0 0 0,1 0 0,-1 0 0,0 0 0,1 1-1,-1-1 1,0 0 0,1 0 0,-1 0 0,1 0 0,-1 1 0,1-1 0,-1 0 0,1 1 0,0-1 0,-1 0 0,1 1-1,0-1 1,0 1 0,-1-1 0,2 0 0,33-19 1756,-11 6-285,-15 7-1522,-1-1 0,-1 0-1,1 0 1,-1-1 0,-1 0 0,0 0 0,0-1 0,-1 0-1,0 0 1,0 0 0,-1 0 0,-1-1 0,0 1 0,3-14-1,1-21-88,-1 0-1,0-51 1,-5 71-4,-1 25-108,1-45 346,3 1 0,12-64 1,-9 130 300,-5-18-592,0 0 0,-1 0-1,0 0 1,0 1 0,0-1 0,0 1-1,-1 4 1,2 11 110,0-1 1,10 38-1,0 7-33,-8-25-926,17 72 1,-15-89-287,9 28-7375,-3-27-115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8.5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 6845,'-16'28'1776,"-3"-16"-76,6-1-424,7 1-212,-4-1-188,1 9-168,-1 3-164,4 8 132,0-2-348,2 11-80,1 17-236,3-11-420,7-3-408,-7 0-408,3-18-484,0 10-1784,7 13-1929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8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 8333,'0'14'691,"-2"0"0,0 0 0,0 0 0,-1 0 0,-9 23 0,9-29-335,1 1 0,0-1 0,1 1 0,-1 0 0,2 0 0,-1-1 0,1 1 0,1 0 0,-1 0 0,1 0 0,1-1 0,0 1 0,0 0 0,1-1 1,6 14-1,2 3 106,2 0 1,1-1 0,28 37 0,-17-29-324,1-2 0,1-1 0,2-2 0,1 0 0,38 26 1,-19-20-1391,64 33 0,-92-56 51,0-1 0,30 10 0,16-3-4118,-17-10-1140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9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572 0 6533,'47'44'3750,"-38"-37"-3149,0 1 0,0 0-1,-1 0 1,0 1-1,0 0 1,-1 1 0,-1-1-1,10 18 1,-8-8-240,-1 1 0,-1 0 1,-1 1-1,0-1 0,-2 1 0,0 0 1,-2-1-1,0 31 0,-4-23-124,0 0 0,-1 0 0,-2 0 0,-1 0 0,-18 45 0,9-36-207,-2 0 0,-2-1 0,-1-1 0,-2-1 0,-1-1 0,-1-1-1,-2-1 1,-54 48 0,36-42-808,-2-1-1,-53 30 1,65-47-1607,-70 29 1,49-26-1821,9 0-2133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9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40 4808,'12'-3'6876,"-22"0"-3048,1 1-5181,7 2 3283,-17-3-2254,3 1-426,12 1-542,6-1-960,5-10-1282,0 0-1419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1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77 8521,'-2'0'317,"1"0"1,-1 0 0,1-1-1,-1 1 1,1-1 0,-1 1-1,1-1 1,0 1-1,-1-1 1,1 0 0,0 0-1,-1 0 1,1 0 0,0 0-1,0 0 1,0 0 0,0 0-1,0 0 1,0-1-1,0 1 1,0 0 0,1 0-1,-1-1 1,0 1 0,1-1-1,-1-1 1,0 1 1450,-22-4 1964,18 4 1985,132 24-4545,248 9-1,-243-29-2899,200-21 0,-303 15 439,0-1 1,49-16-1,-56 13-3602,37-18 1,-39 13-5680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2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238 104 9701,'-2'-5'1248,"-5"-15"-530,7 13 2596,2 1 3802,-9 20-6643,1 1-1,0 0 0,1 0 0,1 1 0,0-1 1,1 1-1,1 0 0,1 0 0,0 19 1,1-20-397,0 0 1,1-1 0,1 1 0,1 0 0,0-1-1,1 1 1,0-1 0,1 0 0,1-1 0,8 16 0,-9-21-125,2-1 1,-1 1 0,1-1 0,0-1-1,0 1 1,1-1 0,0 0 0,0-1-1,0 0 1,1 0 0,-1-1 0,1 0 0,1 0-1,-1-1 1,0 0 0,1-1 0,-1 0-1,1 0 1,10-1 0,-1 1-103,1-1-1,-1-1 1,0-1 0,1-1-1,-1-1 1,0 0 0,0-2-1,32-11 1,-35 9 91,0-1 1,-1 0-1,0-1 0,0-1 1,-1-1-1,0 0 1,-1-1-1,0 0 0,-1-1 1,0 0-1,-1-1 0,15-26 1,-1-4 676,-3 0 0,-2-1 1,20-63-1,-34 78-4,-5 25-455,0-1 0,0 0 1,1 0-1,0 1 0,3-8 0,2 32 757,-3 3-675,-1-1 0,-2 1 0,0 0 0,-3 38 0,-20 93 1364,8-64-1211,-41 268-394,-16-2 0,-215 631 0,267-932-4,-171 437-252,189-489 234,1 0-1,-1 0 1,0 0-1,0 0 1,0 0 0,0 0-1,-1 0 1,1-1-1,-1 1 1,1 0 0,-1-1-1,1 1 1,-1-1 0,0 1-1,0-1 1,0 0-1,-3 2 1,4-3 12,0 0 1,-1 0-1,1 0 0,0 0 1,-1 0-1,1 0 1,0 0-1,-1 0 0,1-1 1,0 1-1,-1-1 1,1 1-1,0-1 0,0 1 1,-1-1-1,1 1 0,0-1 1,0 0-1,0 0 1,-2-2-1,-5-5-6,1 0 0,0-1 1,0 0-1,1-1 0,-6-12 0,7 13 9,-24-48-50,2-1 1,3-1-1,2-2 0,3 0 0,3-1 0,2 0 1,4-2-1,-6-97 0,15 108-420,2 0 1,2 0-1,2 0 0,3 0 1,2 1-1,22-66 0,-17 74-233,1 1 0,3 0 0,2 1-1,1 2 1,2 0 0,2 2 0,46-53 0,-29 45-1153,1 2 1,94-72-1,-92 84-1511,83-43 1,-16 24-3579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4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98 4248,'-1'0'63,"1"0"0,-1 0 0,1-1 0,-1 1 0,1 0 0,-1 0 0,1 0 0,-1 0-1,1 0 1,-1-1 0,1 1 0,0 0 0,-1 0 0,1-1 0,-1 1 0,1 0 0,-1-1-1,1 1 1,0 0 0,-1-1 0,1 1 0,0-1 0,0 1 0,-1 0 0,1-1 0,0 1-1,0-1 1,-1 1 0,1-1 0,0 1 0,0-1 0,0 1 0,0-1 0,0 1 0,0-1-1,0 1 1,0-1 0,0 1 0,0-2 0,18-10 1913,-17 11-1967,1 0 1872,0-4-1462,0 0 0,1 0 0,-1 1 1,1-1-1,0 1 0,0 0 0,0-1 1,0 1-1,1 0 0,0 1 0,0-1 1,0 1-1,0 0 0,0 0 0,6-3 1,-7 4 1622,-5 6-1550,-18 57 934,3-2-651,-25 53 27,-29 125-1,59-185-976,2 1 0,3 0 0,2 1 0,4 101 0,2-139-314,1 0 0,0-1 1,1 1-1,1 0 0,1-1 0,0 0 1,1 0-1,14 26 0,-13-30-547,0-1 0,1 1-1,0-2 1,1 1 0,0-1-1,0-1 1,15 11 0,27 15-6092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5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2 5180,'-34'10'1707,"27"-8"1530,8-4-2939,1 1 0,0 0 1,0-1-1,-1 1 1,1 0-1,0 0 0,0 0 1,0 1-1,0-1 0,0 0 1,0 1-1,0-1 1,0 1-1,3-1 0,-1 4-94,1-1 0,-1 1 0,1-1 1,-1 1-1,0 1 0,0-1 0,0 0 0,-1 1 0,1 0 0,-1 0 0,0 0 0,0 0 0,0 1 0,0-1 0,-1 1 0,0 0 0,0-1 0,0 1 0,1 7 0,16 45 528,-3 1 0,-3 1-1,12 115 1,-21-100-516,-11 118 0,3-151-491,-3 0 0,-1-1 1,-2 1-1,-21 52 0,18-61-811,-1-2 0,-1 0 0,-37 54 0,35-62-1201,-2 0 0,-35 33 0,6-12-4189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7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20 401 3900,'-16'-5'1284,"13"4"-101,17 17 1844,-8-10 2595,-6-5-5402,0 0 0,1 0 1,-1 0-1,1 0 0,-1 0 0,1 0 0,-1 0 1,1 0-1,0 0 0,0 0 0,-1-1 0,1 1 1,0 0-1,0-1 0,0 1 0,0 0 0,0-1 1,1 2-1,0-3-151,-1 0 1,0 0-1,1 0 1,-1 0-1,0 0 0,0 0 1,0 0-1,0 0 1,0 0-1,0-1 0,0 1 1,0 0-1,0-1 1,-1 1-1,1 0 0,0-1 1,0-1-1,190-372 137,-190 371-217,1 1 0,0 0 0,0 0 0,1 0 0,-1 0 0,1 0 0,-1 1 0,1-1 0,0 1 0,4-3 1,-5 4 65,0 5-9,0 1 0,-1-1-1,1 1 1,-1-1 0,0 1 0,0 0 0,0-1-1,-1 1 1,1 0 0,-2 6 0,-14 203 114,8-137-465,-6 57-2696,12-123 1810,1-1 1,0 1 0,2 14-1,-1-9-2314,2 6-3192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7.8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46 5152,'-44'-20'1281,"3"9"-277,25 2-200,-7 6-84,-2 0-208,6 3-260,-3 3-340,0-3-568,-17 12-1972,8-7-741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8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7153,'1'0'238,"1"1"0,0 0 0,0 0 0,-1 0 1,1 1-1,0-1 0,-1 0 0,0 0 0,1 1 1,-1-1-1,0 1 0,1-1 0,-1 1 0,0 0 0,0 0 1,0-1-1,0 1 0,-1 0 0,1 0 0,0 0 1,-1 0-1,1 0 0,-1 0 0,0 0 0,0 0 1,0 2-1,7 23 1028,29 78 812,32 162-1,-47-120-2236,12 53-3172,-30-187 2110,0-1-1,2 1 0,-1-1 1,10 18-1,8 3-5201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8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489 0 7557,'1'5'313,"-2"0"0,1 0 0,0 0 0,-1 0-1,0 0 1,-3 8 0,3-8 8,0 0 0,-1 0 0,2 0 0,-1 0 0,0 0 0,1 0 0,1 9-1,4 17 673,12 33-1,5 24-135,-16-48-660,-1 1-1,-2-1 1,-2 1 0,-8 77 0,4-96-163,-1 0-1,-1 0 1,-2 0 0,0-1 0,-1 0 0,-1 0 0,-1-1 0,0 0 0,-2-1 0,-21 28 0,13-24-269,-1 0 1,-1-2-1,-1 0 0,0-2 1,-43 28-1,42-33-778,0-1 0,-1-1 0,-43 14 0,12-7-2375,6 3-1293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886 35 5096,'1'-3'2007,"11"-28"7820,-9 32-9093,-1 0-606,1 1-1,-1-1 1,1 1-1,-1 0 1,0 0-1,0 0 1,0 0-1,0 0 1,0 0-1,0 0 1,0 1-1,-1-1 1,1 1-1,1 3 1,0 3 162,0 1 0,-1 0 1,2 15-1,1 10 250,-3 0-1,-1 0 1,-6 58 0,-24 110 1473,23-163-1669,-30 141 647,-7-2 0,-86 226 0,-135 228-436,177-444-1398,65-138 317,15-35 178,-1 0 1,-1 0-1,0-1 1,-1 0-1,-1 0 1,0-1-1,-25 24 1,31-34 50,1 0 0,-1 0 0,0-1 0,0 0 0,0 0 0,0 0-1,0 0 1,-1-1 0,1 0 0,-1 0 0,0 0 0,0-1 0,0 0 0,1 0 0,-1 0 0,0-1 0,0 0 0,0 0 0,0-1 0,0 1 0,0-1 0,0-1 0,0 1 0,1-1 0,-1 0 0,1 0 0,-7-3-1,-26-22-4853,5-8-3029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1.4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 5072,'17'-5'448,"1"-1"170,-2 5 2826,10-20-638,-14 16-2592,0 2-1,0-1 0,1 2 0,-1 0 1,1 0-1,-1 1 0,1 1 0,-1 0 1,1 0-1,17 4 0,-28-4-183,0 1 0,-1-1 0,1 1 0,0-1 0,-1 1-1,1-1 1,0 1 0,-1 0 0,1 0 0,-1 0 0,1 0 0,-1 0 0,0 1 0,1-1 0,-1 0-1,0 0 1,0 1 0,0-1 0,0 1 0,0-1 0,0 1 0,0-1 0,-1 1 0,1 0 0,-1-1 0,1 1-1,-1 0 1,1 0 0,-1-1 0,0 1 0,0 0 0,0 0 0,0 0 0,0-1 0,-1 3 0,0 6 58,0 0 0,-2 0 0,1-1 0,-1 1 0,-4 9 1,-11 24 99,2 0 0,3 2 0,1-1 0,-11 87 0,22-123-177,-1 1-1,1-1 0,-7 16 1,5-14 29,2-6 22,1 33 166,31-50-122,4-4-1112,56-20 0,-6 10-5779,-51 15 808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7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1206 4392,'4'-2'558,"-1"0"0,1 0-1,0 0 1,-1 0 0,1 0-1,-1-1 1,0 0-1,0 1 1,0-1 0,3-4-1,-5 5 1154,0 0-865,27-47 9090,-25 46-9895,1 1 0,-1 0 0,1 0 0,0 0 0,0 0 0,-1 1 0,6-1 0,-7 2-33,-1 1 0,1 0 0,0 0 0,0 0 0,-1 0 0,1 1 0,-1-1 1,1 0-1,-1 1 0,1-1 0,-1 1 0,0-1 0,0 1 0,1 0 0,-1-1 0,0 1 0,0 2 1,5 37 171,-5-32-185,0 39 114,-2-32-31,2 0 1,3 28 0,7 31-10,7 35 99,-15-101-188,0 7 40,1 0 0,1-1-1,0 0 1,1 0 0,1 0 0,11 19-1,15 17-5,3-1 0,1-1 0,77 76 0,-99-113-7,0 0 0,0-1 0,1-1 0,0 0 0,1-1 0,0-1 0,26 9 0,-3-6-9,0-1 0,54 6 0,224 46-97,-219-40 76,-58-13 13,-6-1 9,55 6 0,249 18-58,-43-10 129,97 11-101,13 13-7,93 16 73,-293-40-25,398-8 0,-178-27-42,265-14 11,-430 6 44,-57-2 5,-72 7-52,326-44-21,-122 9 73,-275 38-34,-1-2-1,-1-4 1,85-38 0,-102 34 3,-2-2 0,0-2 0,-2-2 0,-1-1 0,57-60 0,-71 63 14,-1 0 1,-1-1-1,31-57 0,-39 59-17,12-34-1,1-3 36,-5 15-18,-8 18-1,1 1 1,20-32 0,-16 32-22,19-45 1,-6 11 28,-14 28-27,-2 0-1,-2-1 1,-1-1-1,-2 0 1,-1-1-1,4-41 1,-7-110-48,-7 142 53,2 11 4,1-1 1,1 1-1,2 0 0,2 0 1,20-64-1,-22 88-5,-1 0-1,0 0 1,-1-1 0,0 1-1,-1-1 1,-1 0 0,0 1 0,0-1-1,-2 0 1,1 0 0,-2 0-1,1 1 1,-2-1 0,-6-19 0,6 24 10,2 4-3,-2-27 1,2 27-5,0 0 0,1 0 0,0 0 0,0 0 0,0 0 0,0 0 1,0 0-1,1 0 0,0 0 0,0 0 0,0 0 0,0 0 1,0 0-1,1 1 0,0-1 0,0 1 0,0-1 0,0 1 0,0 0 1,1-1-1,-1 1 0,1 0 0,0 1 0,0-1 0,5-3 1,4-4 49,6-2-126,-25 34-43,6-20 103,-20 17 11,14-13 0,-1 1 1,2-1 0,-1 1 0,1 0 0,0 0 0,0 1-1,1 0 1,0 0 0,0 0 0,1 1 0,-5 11 0,0 17 21,1 0 0,1 0 0,-2 69 0,5-52 10,-10 52 0,5-58-18,-2 0 0,-2-1 0,-3-1 0,-1 0 0,-23 43 0,32-71-6,0-1-1,2 1 1,-7 30-1,0-3-4,-13 50 72,19-67-68,0 0 0,-18 43 1,-2-20 20,-2-2 0,-38 48 0,49-71 7,-8 11-114,2 1-1,-32 67 0,44-76-1335,-8 33 1,-8 19-2945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8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27 4988,'0'0'5181,"0"-2"-3948,-1-22 3846,-5 45 502,1 3-6466,-1 17 1036,1 0 0,1 0 0,4 47 0,0-68-387,5 122-4069,-2-79-837,0 8-3972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9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4747 1 6241,'-7'1'1200,"1"1"1,0 1 0,0-1 0,0 1 0,0 0 0,-8 6 0,5 2-723,0 0 1,1 0-1,0 1 1,1 0-1,0 1 1,1 0-1,-6 17 1,-24 99 1108,31-106-1274,-103 326 1682,46-161-1663,15-31-188,16-91-135,30-63-7,-1 0 0,1-1 0,-1 1 1,0-1-1,0 1 0,1-1 0,-2 0 1,1 0-1,0 0 0,0 0 0,-1 0 1,1 0-1,-1-1 0,1 1 0,-1-1 1,0 0-1,0 0 0,1 1 0,-1-2 1,-4 2-1,-7 1 2,1-1 1,-1 0-1,-19 0 0,-300-13 32,-3-26 2,47 5-8,-188-16 41,-378-32 159,-798 10-59,1380 74-2344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1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11777 1 4072,'0'0'5804,"-3"0"-5634,-6 1-78,1 0-1,0 1 1,1 0-1,-1 0 1,0 1-1,1 0 1,-1 0 0,-12 8-1,-30 13 257,5-7 18,1-1 79,0-1 0,-69 14 0,-24-11 971,-200 1-1,-285 0 925,496-18-2063,-1197 1 2261,599-15-1695,620 11-773,-452-1 211,20 27-151,310-6-63,-1204 84-68,1015-77-13,-91 4 23,-1-26-76,-438-16 71,33 32-19,159 0 6,157-13-29,368-6 44,-68 3-186,181-11-416,202 0 549,-3-4 74,-81 12-13,16 6 74,-14-4-42,1 1-1,-2 0 1,1 0 0,0 0 0,-1 1 0,1-1 0,-1 1 0,0 0-1,0 1 1,0-1 0,-1 0 0,0 1 0,0 0 0,3 6 0,4 9 64,0 1 1,6 26-1,-12-36-77,21 77 154,-11-33-123,-3-14-33,24 104-86,7 73-2871,-3-16-7223,-27-153 3452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2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7 323 4948,'0'-1'104,"-1"0"-1,0 1 1,1-1-1,-1 0 1,1 0-1,-1 0 1,1 0-1,-1 1 1,1-1-1,0 0 1,-1 0-1,1 0 1,0 0-1,0 0 1,0 0-1,0 0 1,0 0-1,0 0 1,0 0-1,0 0 1,3-9 10668,0 9-10676,7-1-33,1 0 0,0 1-1,0 0 1,0 0 0,0 1 0,-1 1-1,1 0 1,0 0 0,15 4-1,18 2-7,247 38-327,152 12-3914,-382-53 3454,-35-1 309,0-1-1,1-1 1,-1-1 0,0-2 0,0 0 0,27-7 0,-48 8 334,0-1 0,0 0 1,-1 0-1,1 0 0,0-1 1,-1 0-1,0 0 1,1 0-1,-1 0 0,-1 0 1,1-1-1,0 0 0,-1 0 1,1 0-1,-1 0 1,-1 0-1,1-1 0,0 1 1,-1-1-1,0 0 0,3-8 1,-1-5 84,0-1 1,-2 0 0,0 0 0,-1-31-1,1 4 804,-2 41-656,0-1 0,0 0 0,0 1 1,-1-1-1,0 0 0,0 1 0,0-1 0,-1 1 1,0 0-1,0-1 0,0 1 0,-1 0 1,1 0-1,-1 0 0,0 1 0,-1-1 0,1 1 1,-1-1-1,-5-3 0,3 3-2,1 1-1,-1 0 1,-1 0-1,1 1 1,-1-1 0,1 2-1,-1-1 1,0 1-1,0 0 1,0 0 0,0 1-1,0 0 1,0 0-1,-1 0 1,-9 2 0,0 0-51,-1 1 0,1 0 0,0 2 0,1 0 0,-1 1 0,1 0 0,-1 2 0,2 0 0,-1 0 1,1 2-1,0 0 0,1 0 0,0 2 0,-25 22 0,26-19-333,-1 1-1,2 0 1,0 1 0,1 0 0,1 1-1,0 0 1,1 1 0,-8 20 0,-12 52-5346,17-42 471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3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7117,'4'2'521,"0"-1"1,0 1 0,0 1 0,0-1 0,-1 0-1,1 1 1,5 4 0,-5-3-111,0 0 0,1-1-1,-1 0 1,1 0 0,0 0 0,7 2 0,75 28 2551,259 86 592,-282-104-4085,1-3 0,67 5 0,-102-15-734,-1-1 0,53-5 0,-61 1-836,-1 0 1,31-10-1,-12-1-3908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3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708 69 10121,'-58'-14'1677,"54"13"-1224,-1-1 0,0 0 0,1 0 0,0-1 0,-1 1 0,-6-6 0,-7-4 800,13 9-1019,-1 0 0,0 0 0,0 0 0,0 1-1,0 0 1,0 0 0,-1 1 0,1 0 0,-1 0 0,1 0 0,-1 1 0,1 0-1,-1 0 1,1 0 0,-1 1 0,-11 3 0,-4 4-288,1 2-1,0 0 1,0 1-1,1 1 1,0 1 0,1 0-1,-26 26 1,22-17-256,2 2 1,0 0-1,2 1 1,1 2-1,-16 27 0,9-4-1071,2 2 0,2 0 0,2 1-1,3 1 1,2 0 0,-7 60 0,9-12-3872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0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510 475 6145,'-22'-44'790,"11"21"3,0 0 1,2 0-1,-8-27 0,9 28 170,-1 0 0,-1 0-1,-1 1 1,-1 0 0,-1 1 0,0 0-1,-2 1 1,0 1 0,-1 0-1,-1 1 1,-1 1 0,0 0-1,-1 2 1,-21-13 0,36 24-834,0 1-1,1 0 1,-1 0 0,0 0-1,0 1 1,-1-1 0,1 1-1,0 0 1,0 0 0,-1 1 0,1-1-1,0 1 1,-1 0 0,1 0-1,-1 0 1,1 1 0,0-1-1,-1 1 1,1 0 0,0 0 0,0 1-1,0-1 1,0 1 0,0 0-1,0 0 1,0 1 0,1-1-1,-1 1 1,1-1 0,-1 1 0,1 0-1,0 0 1,0 1 0,1-1-1,-1 1 1,-2 4 0,-4 10 191,2 1 1,0 1 0,1-1 0,1 1-1,-3 27 1,-5 107 709,7-15-863,7 0 1,32 246-1,-12-269-279,5-2 0,5-1 0,51 122 1,-48-156-61,3-2 0,3-1 0,4-2 0,104 134 0,-124-180-299,1-1 1,0-1-1,2-1 0,1-1 0,1-2 0,61 36 0,-76-50 303,1-1 0,1 0 0,-1-1-1,1-1 1,0 0 0,0-1 0,0-1-1,1 0 1,-1-2 0,1 1-1,-1-2 1,1-1 0,-1 0 0,1 0-1,-1-2 1,1 0 0,21-8 0,-16 2 68,-1 0 1,-1-2-1,0 0 1,0-1-1,-1-1 1,0-1-1,-2-1 1,1 0-1,-2-2 1,0 0-1,25-34 1,1-13 169,-3-1 0,38-87 0,-22 42 809,-53 106-742,0 0-1,0 0 1,0 0 0,1 0-1,0 0 1,6-6-1,-9 10-106,1 0-1,-1-1 0,1 1 0,-1 0 0,1-1 0,-1 1 0,1 0 1,-1 0-1,1 0 0,-1-1 0,1 1 0,-1 0 0,1 0 0,-1 0 1,1 0-1,0 0 0,-1 0 0,1 0 0,-1 0 0,1 0 0,-1 1 1,1-1-1,0 0 0,1 1 29,-1 0 0,0 0 1,0 0-1,0 0 0,0 0 0,0 0 0,0 0 1,0 0-1,0 1 0,0-1 0,0 0 1,0 3-1,13 28 236,-2 0-1,-1 0 1,7 37 0,-9-32-159,1-1 0,22 50 1,-28-77-135,4 8 5,1 0 0,19 29 0,-23-40-44,-1-1 1,1 0-1,0 0 0,1 0 0,-1-1 0,1 0 1,-1 0-1,1 0 0,0-1 0,1 0 0,7 3 1,-3-2-78,-1-2 0,1 1 1,0-1-1,0-1 0,0 0 1,0 0-1,0-1 0,0-1 1,17-2-1,-19 2 44,-1-1 0,0 0-1,1 0 1,-1-1 0,0 0 0,0-1 0,-1 1-1,1-1 1,-1-1 0,0 0 0,0 0-1,0 0 1,5-7 0,-1 0 17,0-1 0,-1 0 0,-1 0 0,0-1 0,-1-1 0,-1 0 0,0 0-1,-1 0 1,0-1 0,-1 1 0,-1-1 0,4-32 0,-7 29 31,-1 0 0,0 0 0,-2 0 0,0 1 0,-1-1 0,-1 1 0,0 0 0,-2 0 0,0 0 0,-1 0 0,-10-18 0,1 9-34,0 0-1,-2 1 0,0 1 1,-2 1-1,-1 1 0,-1 0 0,0 2 1,-2 0-1,-1 2 0,0 1 1,-1 0-1,-47-22 0,68 38-135,0 0 0,0 1-1,0-1 1,-1 1 0,1 0 0,0 0-1,-1 1 1,1 0 0,-1 0-1,1 0 1,-8 1 0,10 0-247,-1 0 0,0 0 1,1 0-1,-1 0 0,1 1 0,-7 3 1,8-4-228,0 1 1,0-1-1,0 1 1,0 0 0,0 0-1,1 0 1,-1 0 0,0 0-1,1 0 1,-2 3-1,-4 10-8339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0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433 452 11385,'-17'1'769,"13"0"-577,1-1 0,-1 1 0,1-1 0,0 0 0,-1 0 0,1-1 0,-1 1 0,1-1 0,0 0-1,-1 1 1,1-2 0,0 1 0,-1 0 0,1-1 0,0 1 0,0-1 0,-3-2 0,-7-9 1562,0 0-1,0-1 1,-19-29 0,26 35-1432,1 0 1,0-1-1,1 0 0,0 0 0,0 0 1,1 0-1,0 0 0,0-1 1,1 0-1,1 1 0,0-1 0,0 0 1,0 0-1,2-12 0,1 11-229,0-1 1,0 1-1,2-1 0,-1 1 0,1 0 1,1 0-1,0 0 0,1 1 0,-1 0 1,14-17-1,-14 20-60,0 1 1,1-1-1,-1 1 0,1 0 1,0 1-1,1-1 1,-1 1-1,1 0 0,9-4 1,-14 8-30,1 0 1,0 0-1,0 1 1,0-1-1,-1 1 0,1-1 1,0 1-1,0 0 1,0 0-1,0 0 1,0 0-1,0 1 1,0-1-1,0 1 0,-1 0 1,1 0-1,0 0 1,0 0-1,-1 0 1,1 1-1,-1-1 1,1 1-1,-1 0 0,0-1 1,1 1-1,-1 0 1,0 0-1,3 5 1,5 5 7,0 1 1,-1 0-1,-1 0 1,0 1-1,-1 0 1,0 0-1,4 17 1,-1-3 46,-2 1 0,8 54 1,-12-47-13,-2 0 1,-2 1-1,-1 0 1,-2-1-1,-1 0 1,-2 0 0,-1 0-1,-2-1 1,-2 0-1,-1 0 1,-1-1-1,-2-1 1,-1 0-1,-2-1 1,-1-1-1,-2-1 1,-1-1 0,-36 39-1,-59 44 82,69-67-842,-67 77 1,103-107 175,-16 18-2475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0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0 11805,'-3'2'1211,"0"0"0,0 0 0,0 1 0,0-1 1,0 1-1,0 0 0,1 0 0,-4 4 0,4-4-670,0 0 0,1 1 0,-1-1 0,1 1 0,0 0 0,-1-1 1,1 6-1,-1 3-343,2 0-1,-1 0 1,2 0 0,2 16 0,-1 1 1326,22 242-79,9 194 330,-33-328-5116,-5 1 0,-44 248-1,39-337-4062,-2-5-4951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1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35 286 13841,'-35'-26'9073,"64"12"-7789,25-3-352,9 2-108,20-2-408,12-3-788,13-3-376,6-5-748,-6-4-808,0 1-1008,0-1-2089,-3 1-4352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4.5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131 100 7617,'-11'-17'1669,"-2"-3"3513,-19-40 1,30 57-3416,-1 6-1504,0 1-1,-1-1 1,1 1-1,0-1 1,1 1 0,-1 0-1,1 0 1,0 0 0,0 0-1,0 1 1,0-1-1,1 0 1,-1 1 0,1 0-1,0-1 1,1 1-1,-1 9 1,-12 344 4613,9-149-3374,-5-31-1364,0 273-19,12-387-122,3 0 1,3-1-1,2 0 1,39 121-1,-37-150-188,1-1 1,2 0-1,1 0 1,1-2-1,2 0 0,48 55 1,-48-64-77,2-1 1,1-1 0,1-1-1,0-1 1,1-1-1,1-1 1,1-1 0,49 19-1,-38-20-618,1-2-1,1-2 1,0-2 0,1-1-1,43 1 1,-21-6-2490,1-3-1,97-14 1,-8-9-7238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5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4 10913,'1'-3'3226,"-1"7"-738,-2 20 721,-7 35-721,-38 302 3643,35-228-5133,-42 703 1407,53-830-2386,1 0 0,1 0 0,-1 0 0,1 0 0,0 0 0,3 8 0,-4-13-20,1 0 0,0 1 1,-1-1-1,1 0 0,0 0 0,0 0 1,-1 0-1,1 0 0,0 0 1,0 0-1,0 0 0,0 0 1,1 0-1,-1 0 0,0 0 0,0-1 1,0 1-1,1-1 0,-1 1 1,0-1-1,1 1 0,-1-1 1,0 0-1,1 1 0,-1-1 0,1 0 1,-1 0-1,0 0 0,2 0 1,5-1-16,0-1 1,-1 1-1,1-1 1,-1 0-1,0-1 1,1 0-1,-1 0 1,0 0 0,-1-1-1,9-6 1,12-10-127,27-25 0,-25 19 58,12-9 7,1 2 1,1 3-1,2 0 1,56-25-1,-82 46 77,0 1 0,1 0 0,0 2 0,1 1 0,-1 0 0,1 1-1,0 2 1,0 0 0,0 1 0,0 1 0,0 1 0,0 1 0,31 6 0,-25-1 23,-1 2 1,0 0-1,-1 2 1,0 0 0,23 16-1,120 90 44,-37-15 6,-105-81-484,0-2 0,48 27 0,-62-40-143,-1-1-1,1 0 1,0-1-1,1 0 1,-1-1-1,0-1 0,1 0 1,0-1-1,23 0 1,-31-1 36,0-1 0,0 0 0,0 0 1,0 0-1,-1-1 0,1 1 0,0-1 0,-1 0 1,1-1-1,-1 1 0,0-1 0,0 0 0,0 0 1,6-6-1,7-5-3606,14-5-5552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7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318 835 4828,'0'0'97,"0"0"0,-1 0-1,1 0 1,-1 0-1,1 0 1,0 0-1,-1 0 1,1 0 0,0 0-1,-1-1 1,1 1-1,0 0 1,-1 0-1,1 0 1,0-1-1,-1 1 1,1 0 0,0 0-1,0 0 1,-1-1-1,1 1 1,0 0-1,0-1 1,0 1 0,-1 0-1,1-1 1,0 1-1,0 0 1,0-1-1,0 1 1,0 0 0,-1-1-1,1 1 1,0 0-1,0-1 1,0 1-1,0-1 1,0 1-1,0 0 1,0-1 0,0 1-1,1 0 1,-1-1-1,-3-16 2659,-2 5 1463,2-3-2100,3 12-1767,-1 1-1,1-1 1,-1 1-1,0-1 1,0 1-1,0-1 1,0 1-1,0-1 0,0 1 1,-3-4-1,4 6-288,0 0 1,0 0-1,-1 0 0,1 0 0,0-1 0,0 1 0,-1 0 1,1 0-1,0 0 0,0 0 0,0 0 0,-1 0 0,1 0 0,0 0 1,0 0-1,-1 0 0,1 0 0,0 0 0,-1 0 0,1 0 1,0 0-1,0 0 0,-1 0 0,1 0 0,0 0 0,0 0 0,0 0 1,-1 0-1,1 0 0,0 0 0,0 1 0,-1-1 0,1 0 0,0 0 1,0 0-1,0 0 0,-1 1 0,1-1 0,0 0 0,0 0 1,0 0-1,0 1 0,0-1 0,0 0 0,-1 0 0,1 0 0,0 1 1,0-1-1,0 0 0,0 0 0,0 1 0,0-1 0,-11 27 989,-6 35-165,-10 178 1488,13-79-1603,8-112-567,2 1-1,5 94 0,1-125-188,0-1 0,1 0 0,0 1 0,2-2 0,0 1 0,1 0 0,1-1 0,0 0 0,2-1-1,0 0 1,11 16 0,-17-29-45,-1 0-1,1 1 0,0-2 0,0 1 1,0 0-1,0-1 0,1 1 1,-1-1-1,1 0 0,0 0 1,-1 0-1,1 0 0,0-1 1,0 0-1,0 0 0,6 1 1,-4-1-15,0-1 1,-1 0 0,1-1-1,0 1 1,0-1 0,0 0-1,-1-1 1,1 1 0,-1-1 0,10-4-1,-4 0-54,0-1 0,0 1 0,-1-2 0,1 1 0,-2-2 0,1 1 0,-1-1 0,-1-1-1,1 1 1,7-15 0,0-2-117,-1-1 0,-2-1-1,0 0 1,-2-1 0,8-35 0,-6 6-197,-3-1 1,3-62 0,-12 112 373,5-77-396,-4-91 0,-11 59 241,-4 0 0,-6 1-1,-5 1 1,-69-202 0,89 306 173,-1 0 0,0 1 1,-1-1-1,0 1 0,-1 0 1,0 1-1,-1-1 0,0 1 0,-10-9 1,16 17 25,-1 0 0,1 1 0,-1-1 0,0 1 0,1 0 1,-1 0-1,0 0 0,0 0 0,0 0 0,0 0 1,0 1-1,0 0 0,0-1 0,0 1 0,0 0 1,0 1-1,0-1 0,0 0 0,0 1 0,0 0 0,0-1 1,0 1-1,0 1 0,-4 1 0,0 0 38,-1 1 0,1 0 0,-1 1 0,1 0 0,0 0 0,1 0 0,-9 10 0,-14 17 140,3 3-1,1 0 1,1 1 0,2 2-1,2 0 1,-23 60-1,20-35-6,4 1 0,2 1 0,-13 99-1,26-133-128,1 0 0,2-1 0,1 1-1,1 0 1,7 33 0,-6-51-40,0-1 0,1 0-1,1 0 1,0 0 0,1-1 0,0 1 0,0-1 0,2 0 0,-1-1 0,1 1 0,1-1 0,0-1 0,0 1 0,1-1 0,12 10 0,1-4-243,1-2 0,0 0 1,1-1-1,0-1 0,1-1 0,0-1 0,1-2 1,-1 0-1,1-2 0,1-1 0,-1-1 1,35 0-1,-12-3-1743,95-13 0,41-25-5940,-74 7-1469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7.9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0 118 10877,'0'-31'2065,"1"29"-1829,-1 0 1,0 0-1,1 0 1,0-1-1,-1 1 1,1 0 0,0 1-1,0-1 1,0 0-1,0 0 1,0 0-1,0 1 1,1-1-1,-1 0 1,1 1-1,-1-1 1,3-1-1,1-2 562,0 0-528,1 1 0,-1-1 0,1 1 0,-1 1 0,1-1 0,0 1 0,1 0 0,-1 0 0,1 1 0,-1 0 0,1 0 0,-1 0 0,1 1 0,12-1 0,3 1 100,0 0-1,0 2 0,26 3 1,-33-2-261,1 1 0,-1 0 0,0 1-1,0 1 1,0 0 0,-1 1 0,1 0 0,-2 2 0,1-1 0,-1 2 0,0 0 0,0 0 0,-1 1 0,-1 1 0,0 0-1,0 0 1,-1 1 0,0 1 0,-1-1 0,-1 2 0,0-1 0,-1 1 0,0 0 0,-1 1 0,-1-1 0,0 1-1,-1 0 1,0 1 0,-2-1 0,3 29 0,-5-4-35,-2 0-1,-1 0 1,-2 0-1,-17 66 1,-60 155 16,39-136 54,29-88-103,10-28-7,0 0 0,1 0 0,0 0 0,1 0-1,-3 13 1,5-21-32,0 0-1,0-1 0,0 1 0,0-1 1,0 1-1,0-1 0,0 1 1,0-1-1,0 1 0,0-1 1,0 1-1,0-1 0,0 1 1,0-1-1,1 1 0,-1-1 0,0 1 1,0-1-1,1 1 0,-1-1 1,0 1-1,1-1 0,-1 1 1,0-1-1,1 1 0,1-1-1,0 0 1,0 0-1,0 1 0,0-1 0,0-1 1,0 1-1,0 0 0,0 0 0,0-1 1,0 1-1,-1-1 0,1 0 0,0 0 1,0 1-1,0-1 0,-1 0 0,1 0 1,-1-1-1,1 1 0,-1 0 0,1 0 1,1-2-1,33-37 52,9-30-77,-3-3 0,-4-1-1,-2-1 1,39-123 0,-61 158-2,66-211-182,-71 220 329,-9 31-101,0 0 0,0 0 0,0 0 0,0 0 0,0 1 0,0-1 0,1 0 0,-1 0 0,0 0 0,0 0 0,0 0 0,0 0 0,0 0 0,0 0 0,0 0 0,0 0 0,0 0-1,1 0 1,-1 0 0,0 0 0,0 0 0,0 0 0,0 0 0,0 0 0,0-1 0,0 1 0,0 0 0,0 0 0,0 0 0,0 0 0,1 0 0,-1 0 0,0 0 0,0 0 0,0 0 0,0 0 0,0 0 0,0 0 0,0-1 0,-3 50 1488,1-27-1568,0 38 608,3 0 0,2 1 0,17 83 0,-15-112-482,1-1 0,2 0 1,1-1-1,2 0 0,0 0 1,2-1-1,28 45 0,-32-60-316,1 0 0,0-1 0,1 0 0,0-1 0,1 0 0,1-1 0,0 0 0,0-1 0,1 0 0,0-1 0,1-1 0,0 0 0,0-1 0,1-1 0,0 0 0,16 3 0,-1-3-825,0-2 0,1 0 0,-1-2 0,1-2 0,42-4 0,-32-2-3615,69-17 1,-35 1-4734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8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73 9425,'2'-4'547,"0"-1"0,1 1 0,-1 0-1,1 0 1,-1 0 0,1 1 0,0-1 0,1 1 0,-1-1 0,1 1 0,-1 0-1,1 1 1,0-1 0,0 0 0,9-3 0,-9 4-273,-1 0 0,1 0 0,1 1 0,-1-1 0,0 1 0,0 0 0,0 0 0,1 0 0,-1 1 0,1-1 0,-1 1 0,0 0 0,1 0 0,-1 1 0,1-1 0,6 3 0,-9-2-167,-1 0 0,1 1 0,-1-1 0,1 0-1,-1 1 1,1-1 0,-1 1 0,0-1-1,0 1 1,0 0 0,1 0 0,-2-1 0,1 1-1,0 0 1,0 0 0,-1 0 0,1 0-1,-1 0 1,1 0 0,-1 0 0,0 0 0,0 0-1,0 4 1,-6 51 1111,4-48-976,-45 227 1405,-4 28 1149,44-215-2429,3 1 0,1 0 0,7 67 0,2-72-736,1-1 0,3 0 0,2 0-1,1-1 1,3-1 0,1 0 0,2-1 0,2-1 0,2-1 0,1-1 0,58 69-1,-50-71-109,1-1 0,2-2 0,1-1 0,2-2-1,1-1 1,1-3 0,1-1 0,1-1-1,2-3 1,0-2 0,51 16 0,-67-28-1456,36 6 1,-2-8-3640,3-6-4586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8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40 8257,'4'-6'1211,"11"-17"-24,-10 12 6930,30 95-4903,68 112-1,-57-112-2302,-24-42-557,121 234 1340,-105-194-1197,41 131 0,-66-168-386,-2 2 0,-2-1 0,-2 1 0,2 72 0,-9-86-65,-2 0 1,-1 1 0,-2-1 0,-1 0 0,-2-1 0,-1 0 0,-17 42-1,7-34-180,-1-1 0,-1-1 0,-3-1-1,0-1 1,-3-1 0,-1-2 0,-1 0-1,-2-2 1,-53 41 0,38-37-1254,-2-1 0,-69 34 0,55-37-3550,-108 37 0,47-28-6777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0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12 546 5000,'0'0'19300,"-1"-1"-18664,0-1-575,0 1 0,0 0 1,0-1-1,0 1 1,0-1-1,0 1 1,1-1-1,-1 1 1,0-1-1,1 1 0,0-1 1,-1 0-1,1 1 1,0-1-1,0 1 1,0-1-1,0 0 0,0 1 1,0-1-1,1-3 1,0 2-10,0-1-1,1 1 1,0-1 0,0 1 0,0 0 0,0 0-1,0 0 1,0 0 0,6-5 0,8-8 7,0-1 0,-2-1 0,0 0 0,-1 0 0,-1-1 0,0-1 0,14-36 0,0-7-236,-15 38 8,0-1 0,8-37 0,18-46-443,-36 106 530,-1 23 118,0-9 30,0-1-1,-1 1 0,-2 16 0,-3 23 119,5-31-201,-1 20 168,1 1 1,3-1-1,6 48 1,-6-77-251,0 0 1,0 0-1,1-1 1,0 1-1,1-1 1,0 1-1,0-1 1,1 0 0,0-1-1,1 1 1,0-1-1,0 0 1,1-1-1,0 1 1,0-1-1,1-1 1,15 12 0,-16-14-670,0-1 0,1 0 1,-1 0-1,0 0 0,1-1 1,14 2-1,20-3-7886,-25-8 530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1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 7505,'0'-23'5540,"7"54"-4200,2-19-2716,1 2-444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3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194 108 4328,'15'-37'10618,"-11"28"-10154,-7-13 1141,3 20-1516,0 1 0,0-1 0,0 1 1,0-1-1,0 1 0,-1-1 0,1 1 1,0-1-1,-1 1 0,1 0 0,-1-1 1,1 1-1,-1-1 0,0 1 0,1 0 1,-1-1-1,0 1 0,-2-2 0,3 2-39,-1 0 0,0 0 0,0 0-1,-1 1 1,1-1 0,0 0 0,0 0 0,0 1-1,0-1 1,-1 0 0,1 1 0,0 0-1,-1-1 1,1 1 0,0 0 0,-1-1 0,1 1-1,-1 0 1,1 0 0,0 0 0,-1 0-1,1 0 1,-2 1 0,0 0 18,0 0-1,1 0 1,-1 1-1,0-1 1,1 1-1,-1-1 1,1 1-1,-1 0 1,1 0-1,-3 3 1,-5 6 188,1 1 1,1 0 0,-11 18 0,19-29-255,-14 24 239,1 1 0,1 1 1,1 0-1,1 1 0,2 0 0,1 0 0,-7 57 0,12-64-227,2 0 0,0 0 0,1 0 0,1 1 0,0-2 0,2 1 0,1 0 0,0-1 0,2 1 0,0-2 0,17 33 0,-14-34-403,0-1-1,1 0 1,1-1 0,0-1-1,2 0 1,-1 0-1,2-1 1,0-1-1,22 15 1,-19-17-1090,1 0 0,0-2 0,1 0-1,-1-1 1,28 6 0,30 6-6542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3.4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32 11861,'-1'-8'-82,"-4"-15"3022,3 25-730,-2 13-477,4-14-1636,0 0-1,0 0 1,1 0-1,-1 0 0,0-1 1,1 1-1,-1 0 1,0 0-1,1 0 1,-1-1-1,1 1 0,-1 0 1,1-1-1,-1 1 1,1 0-1,0-1 0,-1 1 1,1-1-1,1 2 1,0 0 204,9 12-45,-1 1 0,0 1 0,-1 0 0,-1 0 0,-1 1 0,0-1 0,-1 2 0,-1-1 0,0 1 0,-1-1 0,-1 1 0,-1 1 0,-1-1 0,0 0 0,-2 0 0,0 0 0,-3 20 0,0-15-341,-1-1 0,-1 0 0,-1 0 0,0-1 0,-2 0 0,-1 0 0,0-1 0,-1 0 0,-1-1 1,-1 0-1,-1-1 0,-1 0 0,-21 19 0,-1-5-1170,-1-2 0,-75 44 1,-93 36-6067,158-85 4670,-40 19-4940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59.0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43 4556,'-6'-12'2881,"-1"4"2817,9 23 2666,-1-2-9720,1-10 1414,1 1 0,-1-1 0,1 0 0,-1 0 0,1 0 1,0 0-1,5 4 0,-7-7-50,1 0 0,-1 0 0,1 0 0,-1 1 0,1-1 0,-1 0 0,0 1 0,1-1 0,-1 1 0,0 0 0,1-1 0,1 3 0,5-1 195,0-14-81,6-34-24,-13 43-82,-7-8-24,6 11-30,0-1 0,0 0 1,0 0-1,0 0 1,0 1-1,0-1 1,0 0-1,-1 0 0,1 1 1,0-1-1,-1 0 1,1 0-1,-1 1 1,1-1-1,0 1 1,-1-1-1,1 0 0,-1 1 1,0-1-1,1 1 1,-1-1-1,1 1 1,-1-1-1,0 1 0,0-1 1,-64 12-81,63-11 15,-21 18-1212,22-19 1211,1 0 0,0-1-1,-1 1 1,1 0 0,-1 0-1,1 0 1,-1 0 0,0 1-1,1-1 1,-1 0 0,0 0-1,0 0 1,0 0 0,0 1-1,0-1 1,1 0 0,-1 1-1,0-1 1,0 1 0,-1-1-1,1 1 1,0-1-1,0 1 1,-1 0 0,-1 0-178,1 0 0,0 0 0,0 1 0,0 0 0,-1-1 0,1 1 0,0 0 0,0 0 0,0 0 0,0 0 0,0 0 0,-3 4 0,-9 6-3495,-2-2-1818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0.4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45 314 7349,'10'-22'2044,"-10"20"-1628,0 0-1,0 0 1,-1 0 0,1 0-1,-1 0 1,1 0 0,-1 0-1,1 1 1,-1-1 0,0 0-1,0 0 1,0 0 0,0 1 0,-1-1-1,1 1 1,0-1 0,-1 1-1,1-1 1,-1 1 0,-1-2-1,0 0 373,0 0-223,1 0-79,0-1 1,-1 1-1,0 0 1,0 0 0,0 0-1,0 1 1,0-1 0,-4-2-1,7 28 164,1-18-614,-1 0-1,1 0 0,1 0 1,-1-1-1,1 1 0,-1 0 1,1 0-1,1-1 0,-1 0 1,1 1-1,-1-1 1,1 0-1,1 0 0,-1 0 1,0-1-1,1 1 0,0-1 1,8 6-1,4 2 26,0-1 1,1 0-1,28 11 0,-20-11-39,0-2 0,0-1 0,1 0 0,1-2-1,35 2 1,134-4-191,-176-4 155,-1 0-1,1-2 1,0 0-1,-1-1 1,0 0 0,0-2-1,0-1 1,-1 0 0,1-1-1,-2-1 1,1 0-1,-2-2 1,1 0 0,-1-1-1,-1 0 1,0-1-1,-1-1 1,14-16 0,-19 16 63,-1 1 0,0-1 0,-1-1-1,-1 1 1,0-1 0,7-30 0,-6 24 233,-5 10 228,1 0 0,-2 0 1,1 0-1,-1 0 1,-1-1-1,0 1 0,-4-22 1,9 61-98,-3 1 0,0 0 1,-2 0-1,-1 0 0,-9 56 1,2-16-32,-201 1387-294,168-1257-88,21-97 0,-15 56 0,31-144-18,0 1-93,0-1 0,0 1 1,-2-1-1,-11 22 0,16-33 94,-1 0-1,1-1 0,-1 1 1,0 0-1,0-1 1,0 0-1,-1 1 0,1-1 1,0 0-1,-1 0 0,0-1 1,1 1-1,-1 0 1,0-1-1,0 0 0,0 1 1,0-1-1,0 0 0,0-1 1,0 1-1,0 0 1,0-1-1,0 0 0,-1 0 1,1 0-1,0 0 0,0 0 1,-4-1-1,1 0-16,1-1-1,-1 1 0,1-1 0,0 0 1,-1 0-1,1 0 0,0-1 1,0 0-1,1 0 0,-1 0 1,0-1-1,1 0 0,0 1 0,-6-8 1,6 5-39,-1-1-1,1 1 1,1-1 0,-1 0-1,1 0 1,0 0 0,1 0 0,0-1-1,-2-12 1,2-1-179,0 1-1,2-1 0,1 1 1,0 0-1,2-1 1,0 1-1,8-27 1,31-92-1896,96-209 0,93-118-1979,-150 313 2319,48-93-2319,-53 79-1965,-47 97 1115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1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18 1912,'-63'-17'-640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1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20 129 5436,'13'26'6931,"-14"-22"-6417,0 0 1,-1 1-1,0-1 0,0 0 0,0 0 1,0 0-1,0 0 0,-4 4 0,-2 5-105,7-10 1054,-3 21 1309,14-31-2677,0 0-1,-1-1 0,0 0 0,0 0 0,13-17 1,-15 15-74,-1 0 1,0 0 0,0 0 0,-1-1-1,0 0 1,5-19 0,12-27 233,-9 35-177,-12 20 341,-2 6-175,-8 34 113,2 1 0,-3 52 0,9-72-404,1 0 1,1 0-1,1 0 0,0 0 0,2 0 0,5 19 1,23 55-5399,-32-92 5287,1 0 0,0-1 0,0 1-1,0-1 1,0 1 0,0-1 0,0 1-1,0-1 1,0 0 0,0 1-1,0-1 1,0 0 0,0 0 0,0 0-1,1 0 1,-1 0 0,0 0 0,0 0-1,1 0 1,0 0-256,-1 0 220,0 0 0,0 0 0,0 0 0,0 1 0,0-1-1,0 0 1,0 0 0,0-1 0,0 1 0,0 0 0,0 0-1,0 0 1,0-1 0,0 1 0,0 0 0,0-1 0,0 1-1,0-1 1,0 0 0,0 1 0,0-1 0,0 1 0,-1-1-1,1 0 1,0 0 0,0 0 0,-1 1 0,1-1 0,-1 0-1,1 0 1,0-1 0,8-12-5682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1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0 6249,'0'0'9664,"-3"12"-12140,-3-1 880,-10-2-1880,-3-6-1905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2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 9089,'2'1'219,"-1"0"-1,0 0 1,0 0 0,0 0-1,-1 0 1,1 0 0,0 0-1,0 1 1,-1-1 0,1 0 0,0 0-1,-1 1 1,1-1 0,-1 1-1,0-1 1,1 0 0,-1 1-1,0-1 1,0 3 0,-8 26 2470,-1-4-1508,-7 40 137,3 0-1,2 1 1,-2 105-1,11-90-982,0-52-515,1 0 0,1 0 0,2 0 0,1 0-1,14 58 1,-15-81-79,1 0 0,0-1 0,0 1-1,1 0 1,-1-1 0,2 0 0,-1 0 0,1 0-1,-1-1 1,2 1 0,-1-1 0,0 0 0,1-1-1,0 1 1,0-1 0,1 0 0,10 4-1,-4-3-624,-1 0 0,1-1-1,0-1 1,0 0-1,0-1 1,0 0-1,1-1 1,-1 0-1,15-2 1,24-2-4479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2.2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705 1 6573,'-13'19'1938,"10"-15"2684,1-2-3462,-1 0-997,0 1 1,0 0 0,0 0 0,0 0-1,1 0 1,0 0 0,-1 1 0,1-1-1,0 1 1,1-1 0,-1 1-1,1 0 1,-1 0 0,0 5 0,-1 8 238,0 1 1,0 19-1,1-8 20,-5 63 355,-13 100 361,15-170-1038,0 1 0,-1-1-1,-2 0 1,0-1 0,-1 1 0,-17 27-1,5-18-17,-2-1 0,0-1 0,-2-1 0,-2-1-1,0-1 1,-2-2 0,-33 23 0,-83 46-2809,-2-11-6750,128-74 3019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2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1499 70 9029,'1'-2'168,"0"0"1,0 1 0,0-1-1,0 0 1,0 0 0,0 0-1,-1 0 1,1 0 0,-1 0-1,1 0 1,-1 0-1,0 0 1,0 0 0,0 0-1,0 0 1,0 0 0,0 0-1,-1 0 1,1 0-1,-1 0 1,-1-4 0,0 4 194,-1 0 0,0-1 0,1 1 0,-1 1 0,0-1 0,0 0 0,0 1 0,0-1 0,-1 1 0,1 0 0,0 0 0,0 0 0,-1 1 0,1-1 0,-5 1 0,3-1-101,-1 1 0,0 0 1,0 1-1,0-1 0,0 1 0,1 1 1,-1-1-1,0 1 0,1 0 0,-1 0 1,1 0-1,-1 1 0,1-1 0,0 2 1,0-1-1,1 0 0,-1 1 0,1 0 0,-1 0 1,1 0-1,0 1 0,-4 5 0,-1 2 46,1 0 0,0 1-1,0-1 1,1 1 0,1 1-1,0-1 1,1 1 0,-4 19-1,3 1 38,2 0-1,1 1 1,2-1-1,1 1 1,2-1-1,1 1 1,11 47-1,76 238 1030,-74-273-1165,1 6-164,35 106 274,41 213 0,-84-318-275,-2-1 0,-2 1 1,-3 0-1,-2 0 0,-3 0 0,-2 0 1,-2 0-1,-17 61 0,9-66-323,-3-1-1,-2-1 1,-2 0 0,-1-2-1,-3-1 1,-2 0-1,-1-3 1,-3 0 0,-1-2-1,-54 49 1,30-37-281,-2-2 1,-2-3-1,-2-3 1,-2-3-1,-2-2 1,-96 39-1,73-43-2188,-141 34-1,13-21-5651,107-26-496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7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5469,'21'10'1420,"-16"-8"-172,-11-3 232,-15-1 890,16 2 1325,10 0-3272,97 5-154,107 19 1,-41-2-1281,420 10-6895,-419-30 3163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9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341 229 7745,'-3'-71'2397,"-7"-6"3503,10 76-5884,-2-8 908,0 0-1,0 1 1,0-1-1,-1 0 0,-1 1 1,-8-17-1,11 23 1503,4 28-253,1 16-1164,-2-1-1,-2 1 0,-7 62 1,-25 59-414,-62 187 1,-4 15-175,82-295-421,-3 9 0,3 1 0,4 1 0,-2 86 0,14-164 0,0 0 0,0 1 0,0-1 0,1 0 0,-1 0 0,1 1 0,-1-1 0,1 0 0,0 0 0,1 0 0,-1 0 0,3 5 0,-3-7 0,0 0 0,1 0 0,-1 0 0,1 0 0,-1 0 0,0 0 0,1 0 0,0 0 0,-1-1 0,1 1 0,-1-1 0,1 1 0,0-1 0,-1 0 0,1 1 0,0-1 0,0 0 0,-1 0 0,1 0 0,0 0 0,-1-1 0,1 1 0,0 0 0,0-1 0,1 0 0,7-3 0,-1 0 0,0 0 0,0-1 0,0-1 0,0 1 0,-1-1 0,0-1 0,-1 0 0,1 0 0,10-13 0,-6 8 0,99-109 0,-48 50 0,74-64 0,-115 116 0,1 1 0,0 1 0,1 1 0,2 1 0,-1 1 0,1 1 0,48-15 0,-64 25 0,1 0 0,0 1 0,0 0 0,0 1 0,0 1 0,0 0 0,0 0 0,1 1 0,-1 0 0,0 1 0,-1 0 0,1 1 0,0 0 0,-1 1 0,1 0 0,-1 0 0,11 7 0,-8-2 0,0 0 0,-1 1 0,0 0 0,0 0 0,-1 1 0,0 1 0,-1 0 0,0 1 0,-1 0 0,-1 0 0,12 23 0,3 18 0,-1 1 0,18 75 0,15 120 0,-49-219-1694,2-1 1,1 0-1,23 51 0,-26-69 647,1 1 0,0-1 0,0 0 0,1 0-1,1-1 1,0 0 0,1-1 0,0 0 0,0-1 0,21 15-1,13 0-10441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0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288 174 8317,'0'0'4136,"-2"2"-2229,-9 9-972,0 0 0,1 1 0,0 0 0,1 0 0,0 1 0,1 0 0,0 1 0,-6 16 0,-22 62 1993,-48 186 0,69-208-2387,-5 73 0,18-121-460,1 0 0,1 0 0,1 1 0,1-1 0,1 0 0,1 0 0,11 34 0,-11-46-78,1-1-1,-1 0 1,1 0 0,1 0 0,0-1-1,0 1 1,1-2 0,0 1 0,0-1 0,0 0-1,1 0 1,0-1 0,1 0 0,-1 0 0,1-1-1,16 7 1,-19-10-40,1-1 1,0 1-1,0-1 1,0-1-1,-1 1 0,1-1 1,0 0-1,0-1 0,0 0 1,0 0-1,0 0 0,-1-1 1,1 0-1,-1 0 1,1-1-1,-1 0 0,0 0 1,11-7-1,-4 2-52,-1-1 1,0-1-1,0 1 0,-1-2 0,0 0 1,-1 0-1,0-1 0,16-25 0,-15 17-24,0-1 0,-2 0 0,0-1-1,-1 0 1,6-32 0,0-19-63,-4-1-1,-3 0 1,-3-1 0,-4 0 0,-3 1-1,-3 0 1,-27-129 0,30 188 160,0 1 1,-1-1-1,-1 0 1,0 1 0,-1 0-1,0 0 1,-2 1-1,1 0 1,-2 0-1,-14-18 1,20 28 30,0 0 1,0 1 0,0-1-1,0 0 1,-1 1-1,1 0 1,-1 0 0,0 0-1,0 0 1,0 1 0,0-1-1,0 1 1,-5-1-1,-10-2 143,0 2 0,0 0 1,-36 1-1,49 2-114,-1 0 0,0 0 0,1 0 0,0 1 0,-1 0 1,1 1-1,0-1 0,0 1 0,0 0 0,0 0 1,1 1-1,-1 0 0,1 0 0,0 0 0,0 1 1,-6 6-1,3-3 19,-5 6 33,0 1 0,1 0 0,0 1 0,1 1 0,1 0-1,1 0 1,0 1 0,-9 27 0,10-19-12,0 0 0,2 0 1,1 0-1,1 1 0,-1 45 0,6-58-55,0 0 0,0 0 0,1-1-1,1 1 1,0-1 0,1 1 0,0-1 0,1 0-1,0 0 1,1-1 0,14 21 0,-9-17-43,1-1 0,1 0 0,1-1 0,0-1 0,0 0 1,1-1-1,28 17 0,-9-10-449,0-1 0,2-2 0,0-2 0,0-1-1,2-2 1,-1-1 0,72 8 0,-64-13-1108,1-3 0,47-3 1,-64-1-1322,-1-2 0,35-8-1,-4-7-6951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2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7633,'32'-27'4473,"-28"22"-3750,1 0 0,0 1 0,1-1 0,-1 1-1,1 1 1,-1-1 0,1 1 0,0 0 0,10-4-1,-8 5-443,1 0 0,-1 0 0,1 0 0,0 1 0,-1 1 0,1 0-1,14 1 1,-18-1-159,0 1 0,0 0-1,0 0 1,0 0 0,0 1-1,0 0 1,0-1 0,-1 2-1,1-1 1,-1 1 0,1-1-1,-1 1 1,0 1 0,0-1-1,5 6 1,1 4 138,-1 0 0,-1 0 0,-1 1 0,0 0 0,0 1 0,-1-1 0,-1 1-1,6 30 1,-2 4 230,3 78-1,-11-54-322,-2 0 0,-4 0 0,-3 0 1,-27 111-1,27-157-152,-1 0 1,-20 39 0,10-23 132,18-39-110,2-13-105,1-1 17,0 1-1,0 1 0,1-1 0,0 0 0,1 1 0,0-1 1,0 1-1,1 0 0,0 1 0,12-15 0,9-17-358,90-182-1278,-97 174 1456,-2-2 1,-2 0-1,10-60 0,0-56-120,-25 160 392,1 0 0,-1-1 0,-1 1 0,1 0 0,-1-1 1,-2-7-1,1 2 302,1 11-264,-1 0 0,1 0 0,0 0 0,-1 0 1,1 0-1,0 1 0,-1-1 0,1 0 1,0 1-1,0-1 0,-1 1 0,1 0 0,0-1 1,0 1-1,-2 1 0,-4 3 36,1 0 0,-1 1 1,1 0-1,0 0 0,1 0 0,-1 0 0,1 1 0,1 0 1,-1 0-1,1 1 0,0-1 0,1 1 0,0 0 0,0 0 1,0 0-1,1 0 0,0 0 0,1 1 0,-1 14 0,1 1 22,1 0-1,1 0 1,2 0-1,0 0 0,12 44 1,-9-48-163,1-1 1,1 0-1,1-1 1,1 0-1,0 0 1,1-1 0,1 0-1,1-1 1,0-1-1,1 0 1,1 0-1,18 13 1,4 0-510,0-2 0,2-2 0,0-1 0,61 24 0,-36-20-1224,1-4 1,114 25-1,35-17-8036,-147-23 2191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3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 8 5893,'-1'-1'140,"1"1"0,-1-1 1,1 1-1,-1-1 1,1 1-1,-1-1 1,1 1-1,-1-1 0,1 1 1,-1 0-1,0-1 1,1 1-1,-1 0 1,0 0-1,1-1 0,-1 1 1,0 0-1,1 0 1,-1 0-1,0 0 1,0 0-1,1 0 0,-1 0 1,0 0-1,0 0 1,-26 8 3639,20-4-3195,0-1 1,0 1-1,0 0 1,1 1-1,-7 5 1,0 4-16,0 2-1,0 0 1,2 0 0,0 1-1,1 1 1,-10 23 0,8-11-21,1-1 1,2 1 0,-9 45-1,9-18-32,1 2-1,2 72 0,6-98-397,2 0-1,1 0 1,2 0-1,2-1 1,15 49 0,-7-40-182,1-1 0,2 0 1,2-2-1,42 62 0,-41-72-325,2-1 0,0-1 0,1-2 0,2 0 0,0-2 0,40 27 0,-29-26-736,1-2 0,2-1 0,46 17-1,-40-21-2212,49 10-1,-2-7-4760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3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804 0 7841,'0'1'243,"-1"-1"0,1 1 0,0 0 0,0-1 0,-1 1 0,1-1 0,0 1 1,0 0-1,0-1 0,0 1 0,0 0 0,0-1 0,0 1 0,0-1 0,0 1 0,0 0 1,0-1-1,1 1 0,-1 0 0,0-1 0,0 1 0,1-1 0,-1 1 0,0-1 0,1 1 1,-1-1-1,0 1 0,1-1 0,-1 1 0,2 0 0,19 29 400,-8-12 281,17 39 187,-3 2 0,25 74 0,-37-90-826,6 15 26,-3 2 0,-2 0 1,12 94-1,-24-113-214,-2 1 0,-1-1 0,-2 0 0,-3 1 0,0-1 1,-14 52-1,7-53-61,-2 0 0,-1-1 0,-2-1 1,-2 0-1,-1-1 0,-2-1 0,-2-1 1,-1-1-1,-1-1 0,-2-1 0,-1-1 0,-2-2 1,-1-1-1,-45 32 0,24-24-299,0-3 1,-2-2-1,-2-3 1,-73 28-1,4-17-2957,-1-14-3609,68-20-1855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4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13 452 5613,'6'-8'1007,"-6"7"-688,0 1 0,0-1 1,0 0-1,0 1 1,0-1-1,1 1 1,-1-1-1,0 0 1,0 1-1,-1-1 1,1 1-1,0-1 1,0 0-1,0 1 0,0-1 1,0 1-1,-1-1 1,1 1-1,0-1 1,0 1-1,-1-1 1,1 1-1,-1-1 1,1 1-1,0-1 1,-1 1-1,1-1 0,-1 1 1,1 0-1,-1-1 1,1 1-1,-1 0 1,1-1-1,-1 1 1,1 0-1,-1 0 1,1-1-1,-2 1 1,-4-3-1061,4 1 1563,3-1-653,0-1-1,0 1 0,0 0 0,0 0 0,0-1 1,1 1-1,-1 0 0,1 0 0,2-3 0,4-7 151,26-54 543,-25 52-783,-1 0 1,0-1-1,10-31 1,7-24 14,-18 55-6,0 0 0,-2 0 0,0-1 0,0 0 0,-2 0 0,2-22 0,-5 36 49,-26 66 566,18-37-626,1 0 0,2 1 0,0 0 0,2 0 0,1 0 0,2 45 0,11 7-2600,-6-58-757,14 36-1,-10-39-1559,3-5-2682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4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0 5581,'0'0'5896,"-10"12"-5472,1-4-112,9 9-1872,3 3-1608,-6-2-1333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4.8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12093,'4'-17'2004,"-1"-1"-268,3 4-255,1 0 595,15-18-992,0 24-1244,13-4-760,-3 4-852,-4-4-753,14 7-1847,-4 10-3369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19 220 7549,'-19'17'6140,"26"-31"-4308,-1 3-335,10 5-305,12-8-304,4 2-168,9 1-156,7-9-320,9-3-480,7-3-772,2 0-852,-5-2-1081,-4 2-1255,10 6-3205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6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50 9133,'8'-23'2652,"-8"22"-2421,0-1 1,0 1-1,0 0 0,0 0 0,-1 0 1,1 0-1,0 0 0,0 0 0,-1 0 1,1 0-1,-1 0 0,1 0 0,-1 0 1,1 0-1,-1 0 0,0 0 0,1 1 1,-1-1-1,0 0 0,1 0 0,-1 1 1,0-1-1,0 0 0,0 1 0,0-1 1,0 1-1,-3-3 4266,-27 154-399,-21 215-4393,37-255-3306,2-12-4830,4-33-2882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7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512 29 10405,'-65'-12'735,"37"6"-95,0 1 1,0 2-1,-1 0 1,-55 4-1,39 1 491,-58 5 1967,92-5-2647,0 0 1,0 0 0,0 1-1,1 1 1,-1-1-1,-18 11 1,28-13-420,1-1-1,-1 0 1,1 0 0,0 0-1,-1 1 1,1-1 0,-1 0-1,1 0 1,0 1 0,-1-1-1,1 0 1,0 1 0,-1-1-1,1 0 1,0 1 0,0-1-1,-1 1 1,1-1 0,0 0 0,0 1-1,0-1 1,0 1 0,-1-1-1,1 1 1,0-1 0,0 1-1,0-1 1,0 1 0,0-1-1,0 0 1,0 2 0,13 9 619,27 5 98,63 7 0,1-5-1,126 6 0,-151-17-564,1574 92 1088,2-75-1005,-591-12-204,514-2-113,-427-71-315,-1123 58-591,0 1 1,56 5 0,-106 14-2784,-70 30-5161,42-22-373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7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20 8693,'0'0'2788,"-3"-1"235,-21-12 76,19 7 2107,4 8-4803,0 0 1,0 1-1,0-1 0,0 0 1,0-1-1,0 1 1,0 0-1,-1 0 1,-2 2-1,-4 7 567,-9 20 764,-13 39 1,-12 22-344,-65 117-1333,90-168-1054,1 1 0,3 1 1,-12 54-1,-7 164-7129,31-86-956,9-86 523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8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49 9993,'-1'-2'289,"-1"1"-1,0-1 1,0 1 0,1-1 0,-1 1-1,0 0 1,0 0 0,0 0-1,-1 0 1,1 0 0,-3 0 0,3 0-19,0 1 1,0-1 0,0 0-1,-1 0 1,1 0 0,0 0-1,1 0 1,-1 0 0,0-1-1,-2-1 1,1 1 323,0 0-1,0-1 1,0 1 0,0 1-1,0-1 1,-1 0 0,1 1 0,0 0-1,-1-1 1,0 2 0,-5-2-1,6 1 679,2 4-57,1 8-691,-1 0 0,2-1 0,-1 1 0,1 0 0,1-1 0,0 1-1,6 18 1,-3-12-142,-1 1 1,2 25-1,-4 27 46,-3 1 1,-3-1 0,-24 124-1,-27 46-412,12-81-2741,1-5-3250,5-1-4307,27-114-866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8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0 280 9921,'1'-3'2421,"0"-4"-1108,1 3-652,-1-1 0,0 0 0,-1 0 0,1 1 0,-1-1 0,0-9 0,-1 10-414,1-1 0,1 0 0,-1 0 0,1 1 0,-1-1 0,1 0 0,1 1 0,-1-1 0,1 1 0,0-1 0,0 1 1,0 0-1,0 0 0,1 0 0,-1 0 0,1 0 0,0 0 0,0 1 0,1-1 0,5-4 0,2-1 19,0 1-1,1 0 0,0 0 1,0 1-1,24-10 0,4 3-50,0 2 0,1 2 0,79-10 0,127 3-1275,-246 16 1052,304-1-4578,-101 11-3410,-72-2-1292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9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270 282 9745,'0'0'134,"-1"1"0,1-1 0,-1 0 0,0 0 0,1 0 1,-1 1-1,1-1 0,-1 0 0,1 1 0,-1-1 0,1 1 0,-1-1 0,1 1 0,0-1 0,-1 0 1,1 1-1,-1-1 0,1 1 0,0 0 0,0-1 0,-1 1 0,1-1 0,0 1 0,0-1 1,0 1-1,-1 0 0,13 16 4166,-7-12-3552,2 3-359,0-1 1,0 0 0,1 0-1,0-1 1,0 0-1,1 0 1,12 6 0,8-1-174,1 0 0,0-3-1,0 0 1,0-2 0,1-1 0,0-2 0,39 0 0,-25-2-74,0-2 1,60-10-1,-84 8-123,-2-2 0,1 0-1,0-1 1,-1 0 0,0-2-1,-1 0 1,28-17 0,-36 17-15,0 0-1,0-1 1,0 0 0,-1 0-1,-1-1 1,0 0 0,0 0-1,-1-1 1,0 0 0,0-1-1,-2 0 1,1 1 0,-2-2-1,1 1 1,-2 0 0,0-1-1,0 0 1,-1 0 0,-1 0 0,1-13-1,-3 21-11,1 1 0,0 0 1,-1-1-1,0 1 0,0 0 0,-1 0 0,1-1 0,-1 1 0,0 0 1,0 0-1,0 1 0,0-1 0,-1 0 0,1 1 0,-1-1 0,-4-2 1,3 2 34,-1 0-1,0 1 1,0 0 0,-1 0 0,1 0 0,-1 0 0,1 1 0,-1 0 0,0 0 0,-8-1 0,-5 1 207,0 0-1,0 1 1,1 1-1,-1 1 1,0 1-1,-24 5 1,2 2 359,0 3 0,2 1 0,-1 1 0,-60 34 1,20-3 839,-78 59 0,119-75-1297,1 1 0,1 2 0,2 2 1,2 1-1,1 1 0,2 2 0,1 1 0,-27 50 0,47-73-136,2 0 0,-1 0 0,2 1 0,0 0 0,1 0 0,1 1 0,1-1 0,0 1 0,0 24 0,3-30 0,1-1 0,0 1 0,1-1 0,0 1 0,0-1 0,1 0 0,1 0 0,0 0 0,1 0 0,0 0 0,0-1 0,1 0 0,1 0 0,-1-1 0,12 12 0,1-2-38,1-2 0,1 0 0,0-2 0,1 0 0,1-1 0,0-1 0,0-2-1,2 0 1,45 13 0,6-3-542,157 22 0,-145-32-1031,1-5 1,-1-3 0,171-17 0,-186 3-2366,1-3 0,122-40 0,-77 11-5897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0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69 6537,'-3'-3'1076,"0"0"1,0 0 0,0 1 0,-1 0-1,0-1 1,1 1 0,-1 0 0,-6-1-1,-7 0 191,15 3-1004,0-1 0,1 0 0,-1 0 0,1 0 0,-1 0 0,0 0 0,1 0 0,0 0 1,-1 0-1,-1-3 0,-1 1 4152,8 0-4330,1 0 0,-1 1 0,0-1 0,1 1 0,0 0 0,-1 0 0,1 1 0,0-1 0,0 1 0,0 0 0,0 1 0,7-1 0,72 1-276,-38 2-332,92-4-2909,-11 1-5261,-49-2-1392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0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9 4600,'-53'1'5681,"49"-2"-3454,1 2-1715,-23 9 383,23-9 994,6 0-1380,8 2-245,1 0 0,-1-1 1,1 0-1,0 0 0,0-1 1,14-1-1,78-9 229,-31 1-233,22 0 100,24-1-256,-99 9-94,-18 1-8,-1 1-1,1-1 1,-1 1-1,0-1 0,0 1 1,0-1-1,0 1 0,0 0 1,0 0-1,0 0 1,-1-1-1,1 1 0,0 0 1,-1 0-1,0 0 0,1 3 1,-1 0 16,-1 0 0,1-1-1,-1 1 1,0 0 0,-1-1 0,1 1 0,-1 0 0,1-1 0,-1 0 0,-1 1-1,1-1 1,-1 0 0,-4 6 0,-47 52 299,40-48-249,-29 28 262,-1-2 1,-54 36 0,-39 33 411,135-108-724,0 1 1,1 0 0,-1-1-1,0 1 1,0 0 0,1 0-1,-1 0 1,1 0 0,0 1-1,0-1 1,0 0 0,0 0-1,0 1 1,0-1 0,-1 5-1,3-6-11,-1 1 0,0 0-1,1 0 1,-1-1 0,1 1 0,0-1-1,-1 1 1,1 0 0,0-1 0,0 1-1,0-1 1,0 0 0,0 1 0,0-1-1,1 0 1,-1 0 0,0 1 0,1-1-1,-1 0 1,1 0 0,-1-1 0,1 1-1,-1 0 1,1 0 0,2 0 0,12 6-40,0-1 1,1-1-1,-1-1 0,1 0 1,0-1-1,26 1 1,108-4-1892,-100-2 561,-26 1-485,1-2-1,-1-1 1,-1 0-1,34-12 1,-10 4-4668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0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32 7241,'-19'-8'8364,"10"-4"-6843,-1 1 2719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4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51 9861,'0'0'2028,"-6"-11"-200,-4 0 2433,20-1-3293,-1 4-232,10 2-152,-3 3-108,22 6-152,23 3-20,-11-4-264,1 1-396,13 3-532,-1 3-704,-3-4-677,4 1-2511,3 5-3761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4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1 137 10829,'12'-8'1572,"1"-1"-32,9 1-124,16-9-227,1 8-337,8 3-84,14-2-224,12-1-420,6 1-564,0-4-864,4-2-657,3-3-2423,-4 5-3377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6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0 7665,'0'0'7328,"-1"2"-7097,0-1 0,0 0 0,0 1 1,0-1-1,0 1 0,0-1 0,1 1 0,-1-1 1,1 1-1,-1-1 0,1 1 0,0-1 1,-1 1-1,1 2 0,2-1-104,-1 1-1,1 0 1,0-1 0,1 1-1,-1-1 1,1 0 0,-1 0-1,1 0 1,0 0-1,5 4 1,2 3 123,101 98 1221,20 21-644,32 39-228,76 86-153,-225-237-431,0 0 0,-1 0 0,-1 1-1,0 1 1,-2 0 0,15 37-1,-22-49-9,-1 1 0,0 0-1,0 1 1,-1-1-1,0 0 1,-1 0 0,1 1-1,-2-1 1,1 0-1,-1 0 1,0 1 0,-1-1-1,0 0 1,0 0-1,-1 0 1,0-1 0,0 1-1,-1-1 1,0 1-1,0-1 1,-6 7 0,0-2-1,0-1 0,-1 0 1,0-1-1,0 1 1,-16 8-1,-69 41-22,54-35-26,-44 25-161,-108 72-734,173-106 352,1 0-1,1 1 1,0 1 0,2 1-1,0 0 1,-25 39-1,38-52-235,0 2 0,0-1-1,1 0 1,0 1 0,0-1-1,1 1 1,0 0 0,-2 12-1,5 15-7142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5.5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253 174 6397,'0'0'8943,"-2"-2"-7891,-1-2-175,0 0-1,0 0 1,-1 0 0,0 0-1,1 1 1,-7-5 0,1 2-155,-1 1 0,0 0-1,-15-6 1,2 1 1005,20 9-1306,3-2-86,1 1-311,-1 0 1,1-1-1,-1 1 1,1 0-1,0 0 1,0 0-1,0 0 1,0 0-1,0 0 1,0 0 0,0 0-1,1 0 1,-1 0-1,1 1 1,-1-1-1,1 0 1,0 1-1,0 0 1,-1-1-1,1 1 1,0 0 0,0 0-1,0 0 1,1 0-1,-1 0 1,3 0-1,10-4 44,1 0 0,28-3 0,-32 6-26,186-22 180,-45 13-248,-150 11 21,0 0 1,0 1 0,-1-1 0,1 1 0,0-1 0,0 1-1,-1 0 1,1 0 0,4 2 0,-3-1-6,-1 0 6,-3 0 8,2 4-6,-1-1-1,-1 1 0,1 0 0,-1-1 0,0 1 1,0-1-1,-1 1 0,0 0 0,0-1 0,0 1 1,0-1-1,-1 0 0,0 1 0,0-1 0,-5 9 1,-22 32 14,-1 0 0,-71 80-1,-92 73-16,109-115-23,32-32 63,4-6 11,-59 76 1,107-122-46,0 1 0,0 0 0,0 0 0,0-1 0,1 1 0,-1 0 0,0-1 0,0 1 0,1 0 0,-1-1 0,1 1 0,-1-1 0,0 1 0,1 0 0,-1-1 0,1 1 0,-1-1 0,1 0 0,0 1 0,-1-1 0,1 1 0,-1-1 0,2 1 0,-1-1 2,2 3 1,0-1 0,0 0 0,0 0 1,0 0-1,1-1 0,-1 1 0,1-1 0,-1 0 0,1 0 0,0 0 0,6 0 1,43 0 21,-34-1-19,344-23-191,-152-3-177,70-22-1997,-224 32-2579,-54 15 1915,-9-19-12279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7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1 166 10869,'44'-52'1720,"-31"44"-56,6-1-60,0-2-235,3-1-249,13-5-292,-6 6-184,9-1-136,0 1-184,3 0-396,-6 5-716,3 0-456,0 6-576,-15 0-801,-4 6-1443,12 8-2993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7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23 117 7629,'-22'-8'9453,"31"-1"-8245,4 1-316,6 2-184,22-8-188,7 5-72,6 1-296,16-1-440,3-2-484,3 2-584,-3-2-620,-9 8-721,-10 3-1319,-4-12-2905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9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252 391 4476,'39'-31'2839,"-38"30"-2723,-1 1 0,1-1 0,-1 0 0,0 1 0,1-1 0,-1 1 0,1-1 0,-1 0 0,0 1 0,1-1 0,-1 0 0,0 1 0,0-1 0,0 0 0,1 1 0,-1-1 0,0 0 0,0 1 0,0-1 0,0-1 0,0-3 447,1-5 505,0 1 0,1-1 0,1 1-1,-1 0 1,7-14 0,-8 20-822,0-1 0,-1 1 0,1-1 1,-1 1-1,1-1 0,-1 0 0,-1 1 0,1-1 1,0 0-1,-2-3 0,1-2 301,-4-21 1448,5 28-177,-3 0-975,3 1-796,-1 0 65,0 0 1,0 0-1,0 0 0,0 0 1,0 0-1,0 1 1,-1-1-1,1 0 1,0 0-1,0 1 1,-1-1-1,1 1 1,-2-1-1,2 1-59,0 1 0,0-1 0,-1 1 0,1-1 0,0 1 0,0-1 0,0 1 0,0 0 1,0 0-1,0 0 0,0-1 0,0 1 0,1 0 0,-1 0 0,0 0 0,0 0 0,1 0 0,-2 2 0,-8 12 305,1 0 0,0 1 0,2 0 0,-1 1 0,-4 17 0,-23 93 918,23-77-910,-138 726 1350,132-536-1838,18-209 67,2 1 0,0-1 0,2 0 0,2 0 0,14 49 0,-17-71-74,1 0 1,0 0-1,0 0 0,1-1 1,0 1-1,0-1 0,1 0 1,0 0-1,0-1 0,13 11 1,-13-13-28,1 0 0,0-1 1,0 0-1,0-1 0,0 1 1,0-1-1,1-1 0,-1 0 0,1 0 1,0 0-1,0-1 0,-1 0 1,12 0-1,2-1-145,-1-1 0,0-1 0,0 0 0,0-2 0,0 0 0,-1-2 0,0 0 0,0-1 0,0-1 0,-1 0 0,0-2 0,0 0 0,29-23 1,-16 7-188,0-2 1,-2-1-1,-2-1 1,0-1-1,40-65 1,-36 46-83,-3-1 1,-2-2-1,22-64 1,-37 87 331,10-23-164,-3-2-1,-2 0 0,-3-1 1,-2 0-1,4-62 0,-13 63 236,-2 1-1,-3 0 1,-2 0-1,-2 0 0,-15-56 1,9 65 341,-1 2 1,-3-1 0,-1 2-1,-2 1 1,-33-51 0,46 80-54,-1 0 1,-1 1 0,0 0-1,0 1 1,-1 0 0,0 1-1,-1-1 1,0 2 0,0 0-1,-1 0 1,0 1-1,-18-8 1,20 12-5,0 0 0,0 0 0,-1 1 1,1 0-1,-1 0 0,1 1 0,-1 1 0,0 0 0,1 0 0,-1 1 0,1 1 1,-1-1-1,1 2 0,0-1 0,-1 2 0,-16 7 0,7-1 18,1 1-1,0 2 1,1 0-1,0 0 1,1 2-1,1 0 1,0 1-1,1 1 1,1 0-1,0 1 0,1 0 1,-20 39-1,21-32-81,1 0 0,0 0-1,2 1 1,1 0 0,1 0-1,2 1 1,0 0 0,2 0-1,0 0 1,3 36 0,1-48-99,0 0 0,1 0 0,1 0 0,1-1 0,0 1 0,0-1 1,2 0-1,0 0 0,0-1 0,1 1 0,1-2 0,0 1 0,1-1 0,0 0 1,1-1-1,0 0 0,1 0 0,0-1 0,1-1 0,18 12 0,-14-11-373,1 0-1,0-1 1,1-1-1,0 0 1,0-2 0,1 0-1,30 5 1,-8-5-2408,0-2 0,66-2 0,-28-4-3982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34 8609,'-35'-5'2277,"28"4"-176,0 2 257,-1 0-1242,3-1-621,-1 0 0,0 1 0,1 0 1,-1 0-1,1 1 0,-1-1 0,1 1 1,-1 0-1,1 1 0,0-1 0,0 1 1,0 0-1,0 0 0,-7 8 1,5-1-215,1 0 0,0 0 0,1 1 1,0 0-1,1 0 0,0 1 1,1-1-1,0 1 0,1-1 1,0 1-1,1 0 0,0 13 1,1 24 323,10 79-1,-6-86-378,0-7-64,1-1 0,17 60 1,-19-83-142,1 0 0,0 0 1,0-1-1,1 1 0,1-1 1,0-1-1,0 1 0,1-1 1,0 0-1,0 0 0,1-1 1,11 9-1,-15-14-33,0 0 0,1 0 0,-1-1-1,1 1 1,0-1 0,0 0 0,0 0 0,0-1 0,0 0 0,0 0-1,0 0 1,1 0 0,-1-1 0,0 0 0,0 0 0,1 0-1,-1 0 1,0-1 0,0 0 0,1 0 0,-1-1 0,0 0 0,0 1-1,-1-2 1,1 1 0,0 0 0,-1-1 0,1 0 0,3-3-1,3-3-37,-1 0 0,0 0-1,0-1 1,-1-1-1,0 1 1,-1-1 0,-1-1-1,1 1 1,9-25-1,-6 8-3,-2 0-1,-1 0 0,-1-1 1,-1 0-1,-2 0 0,-1 0 1,-2-1-1,0 1 0,-2-1 1,-1 1-1,-2 0 0,0 0 1,-2 0-1,-13-36 0,14 53 29,0-1-1,-1 2 0,0-1 0,-1 1 1,0 0-1,-1 0 0,-14-15 1,19 23-170,0 0 1,1 1 0,-1-1 0,0 1 0,0-1 0,-1 1 0,1 0 0,0 0 0,-1 0 0,1 1 0,-1-1 0,1 1-1,-1 0 1,0 0 0,0 0 0,1 1 0,-1-1 0,0 1 0,0 0 0,0 0 0,0 0 0,0 0 0,1 1 0,-1 0-1,0 0 1,0 0 0,1 0 0,-1 0 0,0 1 0,-5 3 0,8-5-142,0 1 0,0-1-1,0 1 1,0 0 0,0-1 0,0 1-1,0 0 1,1 0 0,-1 0 0,0 0 0,0 0-1,1 0 1,-1 0 0,0 0 0,1 0 0,-1 0-1,1 0 1,-1 0 0,1 0 0,0 0-1,0 1 1,-1-1 0,1 0 0,0 0 0,0 0-1,0 1 1,0-1 0,0 0 0,0 0-1,1 0 1,-1 2 0,3 32-7684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0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 11397,'0'0'6384,"-1"3"-4341,-18 69 2858,12-35-3529,-2 40 1,-2 136 297,13-70-3363,2-14-2539,-5-44-4948,-2-38-1871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1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55 121 12797,'-5'-7'643,"-20"-25"2299,3 8 3064,22 24-5963,0 0-1,0 0 1,0-1 0,-1 1-1,1 0 1,0 0 0,0-1-1,0 1 1,0 0 0,-1 0-1,1-1 1,0 1 0,0 0-1,0 0 1,0-1 0,0 1-1,0 0 1,0 0 0,0-1-1,0 1 1,0 0 0,0-1-1,0 1 1,0 0 0,0 0-1,0-1 1,0 1 0,0 0-1,0 0 1,0-1 0,0 1-1,1 0 1,-1 0 0,0-1-1,0 1 1,0 0 0,0 0-1,1 0 1,-1-1 0,0 1-1,0 0 1,0 0 0,1 0-1,-1-1 1,0 1 0,0 0-1,1 0 1,-1 0 0,0 0-1,0 0 1,1 0 0,-1 0-1,27-7 1067,38 3-32,-17 2-517,296-3-1628,-59-3-3653,-94-6-4754,-105 8 328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4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266 498 3468,'13'-3'9333,"-26"6"-3838,0 0-5905,7-34 2486,-2 0-882,40-8-283,-31 37-463,0-1-325,4-9-130,-1 2 479,-17 20 137,5 0-302,1 0 0,0 0 0,0 1 0,1 0 0,1 0 0,0 0 0,-7 23 0,-1 0 245,-23 57 661,-33 121 1,59-167-1083,2 0 1,1 1-1,3 0 1,1 0-1,6 67 0,10 29 43,-12-119-169,2-1 0,1 1 0,1 0 0,1-1 0,1 0 0,1 0 0,18 35 0,-25-54-56,0 0-1,1-1 0,0 1 0,-1 0 1,1-1-1,0 0 0,0 1 0,0-1 0,1 0 1,-1 0-1,0 0 0,1 0 0,-1 0 0,1-1 1,0 1-1,0-1 0,0 0 0,-1 1 1,1-1-1,0-1 0,0 1 0,0 0 0,0-1 1,1 1-1,-1-1 0,0 0 0,0 0 0,0 0 1,0-1-1,0 1 0,0-1 0,0 0 1,0 1-1,0-1 0,0-1 0,4-1 0,4-2-208,0 0-1,-1-1 1,1-1-1,-1 1 1,0-2-1,-1 1 0,0-1 1,10-12-1,-5 2-46,-1 0 0,0-1 0,-2 0 0,0 0 0,9-27 0,32-108-860,-36 92 822,-2 0-1,-3-2 0,-3 1 0,-3-1 0,-5-121 0,-6 96 85,-32-153 0,32 214 295,-1 1-1,-2 1 1,-1-1 0,-1 1 0,-1 1-1,-1 0 1,-1 1 0,-2 0-1,-33-39 1,40 55 29,1 0 0,-1 1-1,0 0 1,-1 1 0,1 0-1,-1 1 1,0-1 0,-1 2-1,-14-5 1,18 8-13,0 0-1,0 1 1,1 0-1,-1 0 1,0 1-1,0-1 1,1 2 0,-1-1-1,0 1 1,1 0-1,0 0 1,-1 1-1,1-1 1,-10 7 0,16-9-48,-6 4 31,1-1-1,-1 1 1,1 0 0,-1 0-1,1 1 1,1 0 0,-1 0-1,1 0 1,0 0 0,0 1-1,-6 10 1,3-1 46,-1 1 0,-6 25 0,13-40-77,-4 19-6,0 0 1,1 0-1,1 1 0,0 0 0,2 0 0,1-1 0,0 1 0,2 0 0,0 0 0,1-1 0,1 1 0,1-1 0,1 0 0,1-1 0,0 1 0,2-1 0,0 0 1,1-1-1,1 0 0,1-1 0,0 0 0,1-1 0,1-1 0,0 0 0,1 0 0,1-2 0,0 0 0,1 0 0,0-2 0,1 0 0,34 15 0,-16-12-749,0-1 0,1-2 0,70 11 1,-80-18-741,-1-2 1,1-1 0,-1-1-1,1-2 1,-1 0 0,40-9 0,-12-3-4564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5.2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3 9345,'-3'-1'2268,"0"1"-1736,-1-1-1,1 1 0,0 0 1,-1 0-1,1 0 1,0 0-1,-1 1 1,1 0-1,0-1 1,-1 1-1,1 0 1,0 0-1,0 1 1,0-1-1,0 1 1,-5 3-1,5-2-276,0 0 0,-1 0-1,1 0 1,0 0 0,1 1 0,-1 0-1,0-1 1,-2 8 0,-10 21 512,1 0 1,2 1 0,-8 39-1,9-23-1269,-6 79 1,13-97-1843,-17 61 0,3-13-5734,10-26-1180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5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6541,'1'-1'538,"1"1"0,-1 0 0,1 0-1,-1 0 1,1 0 0,-1 1 0,1-1 0,-1 0 0,0 1 0,1-1 0,-1 1 0,1-1 0,-1 1 0,2 0 0,13 17 3012,-12-9-3360,1 1 0,-2-1 0,5 17 1,0 1 755,3 3-718,-1 0 0,-2 1 0,-1 0 0,-1 1-1,-2-1 1,-1 1 0,-2 0 0,-1 0 0,-1 0 0,-7 41-1,0-36-161,-2-1-1,-1 0 0,-22 48 1,26-57 13,7-26-78,0-1 0,0 0 0,0 0 0,0 0 0,0 0 0,0 0 0,0 0 0,0 0 0,0 0 0,0 0 1,0 1-1,0-1 0,0 0 0,0 0 0,0 0 0,0 0 0,0 0 0,0 0 0,0 0 0,0 0 0,0 0 0,1 0 0,-1 0 0,0 1 0,0-1 0,0 0 0,0 0 0,0 0 0,0 0 0,0 0 0,0 0 0,0 0 0,0 0 0,0 0 0,0 0 0,1 0 0,-1 0 0,0 0 0,0 0 0,0 0 0,0 0 0,0 0 0,0 0 0,0 0 0,0 0 0,0 0 0,0 0 0,1 0 0,-1 0 0,0 0 0,0 0 0,0 0 0,0 0 0,0 0 0,0 0 0,0 0 0,0 0 1,0 0-1,0 0 0,0 0 0,1 0 0,-1-1 0,0 1 0,9-13 44,70-112-115,-16 26 0,-60 94 71,1 0 1,0 1-1,0-1 1,0 1-1,1 0 1,-1 0-1,1 0 1,0 0-1,0 1 1,9-5-1,-12 8 22,0 1-1,0-1 0,0 0 1,-1 1-1,1 0 1,0-1-1,0 1 0,-1 0 1,1 0-1,-1 0 0,1 0 1,0 0-1,-1 0 0,0 1 1,1-1-1,-1 0 0,0 1 1,2 2-1,0 1 34,-1 0 0,-1 0-1,1 0 1,-1 0 0,0 0 0,0 0 0,0 0-1,0 6 1,1 14 276,19 178 536,-16-177-1010,2 1 1,17 46-1,-20-63-39,-2-2-453,0 0 1,1-1 0,0 1 0,0-1 0,1 0 0,0 0 0,0 0 0,1 0 0,-1-1 0,1 0 0,1 0 0,0 0 0,6 5 0,-5-8-4199,11 0-2711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6.0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0 8817,'-19'0'9169,"6"14"-7909,1 1-396,2 5-180,-6 14-128,4-8-112,2 2-88,1 7 24,2-1-448,-6 3-584,10-23-888,-3 15-776,6-1-3025,-3-2-4288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40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1161 8329,'3'8'1036,"-1"1"-1,1-1 1,0 0 0,1 0 0,0-1 0,6 10-1,-9-17-929,-1 1 0,1 0-1,0-1 1,0 1 0,-1 0-1,1-1 1,0 1 0,0-1-1,0 0 1,0 1 0,0-1-1,0 0 1,0 1 0,0-1-1,-1 0 1,1 0 0,0 0-1,0 0 1,0 0 0,0 0-1,2 0 1,1 0 259,2 1-144,0-1 1,0 0-1,0 0 0,0 0 1,-1 0-1,1-1 1,0 0-1,0 0 0,7-3 1,52-23 1103,-58 23-1119,53-24 818,280-118 1234,418-67-1374,19 54-843,-598 125-151,2805-426-6241,-2457 392 3020,-179 18-2474,-112 13-1835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46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83 129 4684,'-1'-4'1114,"1"-1"-619,-1 0-1,0 0 1,1-1-1,0 1 1,1 0 0,-1 0-1,1 0 1,0 0 0,0 0-1,3-9 1,-3 11 1088,-2 7-1288,-22 51 515,16-42-683,1 1 0,0 1-1,1-1 1,-3 17 0,-7 24 23,11-41-96,0-1 0,1 1 0,-3 20 0,5-29-45,1-1 1,0 1-1,0-1 0,1 1 0,-1-1 0,1 1 0,0-1 0,0 1 0,0-1 0,1 0 0,-1 0 0,1 1 0,0-1 0,3 3 0,-4-5-3,1 0 0,0 0-1,0 0 1,0-1-1,0 1 1,0-1-1,1 0 1,-1 1-1,0-1 1,1 0-1,-1 0 1,1-1-1,-1 1 1,1 0-1,-1-1 1,1 1 0,-1-1-1,1 0 1,-1 0-1,1 0 1,0 0-1,-1-1 1,1 1-1,-1-1 1,5-1-1,29-8-183,-2-1 0,1-2-1,-2-2 1,50-28-1,119-92-2298,-44 9-2367,-68 60 834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58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450 146 5344,'-6'-19'2081,"1"-1"0,2 0 0,-3-26 0,1 9 160,5 34 81,-5 28-1156,-27 136 642,-145 601 2776,165-722-4453,-108 380 832,93-308-658,-20 204 1,43-251-225,3 1 1,3 0 0,18 112-1,-10-128-42,1 0-1,3-1 0,2 0 0,2-1 1,31 59-1,-34-80-20,1-1 0,1 0 1,1-1-1,1-1 0,1-1 1,2-1-1,0-1 0,26 20 1,-32-29-18,0-2 1,1 0-1,0 0 1,0-2-1,1 0 0,0-1 1,0-1-1,1-1 1,0 0-1,0-2 1,0 0-1,0-1 1,38-1-1,-28-4-145,1 0 0,-1-3 0,0 0 0,54-20 0,-34 6-381,87-49 1,-57 20-191,92-74 1,-158 112 641,68-51-259,-2-4 0,-4-3 0,-3-3 0,79-102-1,25-50 50,-175 223 282,0 1-1,0-1 0,-1 1 1,1-1-1,0 1 1,0-1-1,0 1 1,-1 0-1,1 0 1,0-1-1,0 1 1,0 0-1,0 0 0,0 0 1,0 0-1,-1 0 1,1 0-1,0 0 1,0 0-1,0 0 1,0 1-1,1-1 0,17 7 9,-16-4-5,1 0 0,0 1 0,-1-1 0,1 1 0,-1 0 0,0 0 0,0 0 0,-1 0 0,1 0 0,-1 1 0,0-1 0,0 1 0,1 6 0,15 59 38,-11-26 58,0 75-1,-4-49-46,-2-45-36,1-1-1,1 1 1,1-1 0,1 0 0,2 0-1,0-1 1,1 1 0,17 30-1,-17-38-4,1 0-1,0-1 0,2-1 0,22 27 0,-24-33-6,-1 0 1,1-1 0,0 0 0,1-1 0,-1 0 0,1-1-1,0 0 1,1 0 0,11 3 0,-9-4 1,1 0-1,0-2 1,0 1 0,0-2 0,0 0-1,0 0 1,0-2 0,0 1 0,0-2-1,0 0 1,0 0 0,0-2 0,-1 0-1,0 0 1,1-1 0,-1-1 0,-1 0-1,1 0 1,17-14 0,-17 10 3,1 0 0,-2-2-1,1 1 1,-1-2 0,-1 1 0,0-2-1,-1 1 1,-1-1 0,0-1 0,-1 0-1,0 0 1,-1-1 0,-1 0 0,-1 0-1,7-31 1,-9 22-18,0 0-1,-2 0 1,-1-1-1,-2 1 1,0 0-1,-1-1 1,-2 1-1,0 1 1,-12-31-1,3 14-17,-3 1 1,-1 1-1,-2 1 0,-40-58 0,50 82-189,0 0 0,-1 1 0,0 0 0,-1 0-1,0 1 1,-1 1 0,-1 0 0,-22-13 0,34 22 46,-1 1 0,1 0 0,-1 0 0,1 0 0,-1 1 0,0-1 0,1 1 0,-1-1 0,0 1 1,0 0-1,0 0 0,1 0 0,-1 0 0,0 0 0,0 1 0,1 0 0,-1-1 0,0 1 0,1 0 0,-1 0 0,1 0 0,-1 0 0,1 1 0,-1-1 0,1 1 0,0 0 0,0-1 0,-3 5 1,3-5-177,0 1 1,1 0-1,0 1 1,-1-1 0,1 0-1,0 0 1,0 0 0,0 1-1,1-1 1,-1 1 0,0-1-1,1 0 1,0 1 0,-1-1-1,1 1 1,0-1 0,0 1-1,1-1 1,-1 1 0,0-1-1,1 3 1,11 30-5635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58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653 89 7265,'-65'-66'4219,"62"64"-3948,0-1 0,0 1 0,0 0 1,0 0-1,0 0 0,0 1 0,-1-1 0,1 1 0,-1-1 0,1 1 0,-1 0 0,0 1 0,1-1 0,-1 1 0,0-1 0,0 1 0,1 0 0,-1 0 0,-6 2 0,2-1 13,0 1-1,0 1 1,0-1-1,0 1 1,1 0-1,-1 1 1,-8 6-1,2 0-140,1 0-1,1 1 0,0 1 1,1 0-1,0 0 1,1 1-1,0 0 1,1 1-1,0 0 1,2 1-1,-1 0 1,2 0-1,0 0 1,1 1-1,-6 26 1,8-29-121,1 1 0,0-1 0,0 1 0,1 0 0,1 0 0,1-1 1,0 1-1,0 0 0,2 0 0,-1-1 0,2 0 0,0 1 0,0-1 1,1 0-1,1-1 0,0 0 0,1 0 0,16 22 0,-21-31-23,0-1 0,0 0-1,0 1 1,1-1 0,-1 0-1,0 0 1,1-1 0,0 1-1,-1-1 1,1 1 0,0-1-1,0 0 1,0 0 0,0 0-1,0 0 1,0 0 0,0-1-1,0 1 1,5-1-1,-4 0 2,0-1-1,0 0 0,0 0 0,0 0 0,0-1 1,0 1-1,0-1 0,0 0 0,-1 0 0,1 0 1,-1-1-1,6-4 0,1-2 3,-1 0 1,-1-1 0,0 0-1,-1 0 1,1-1-1,-2 1 1,0-2-1,8-18 1,-8 11 17,-1 1 1,3-28 0,-6 32 41,0-1 1,1 1-1,1 0 0,0 0 0,11-23 1,-15 36-60,0 1 1,0 0 0,0 0-1,0-1 1,0 1-1,0 0 1,0 0 0,1-1-1,-1 1 1,0 0-1,0 0 1,0 0 0,0-1-1,0 1 1,1 0-1,-1 0 1,0 0 0,0-1-1,0 1 1,1 0-1,-1 0 1,0 0 0,0 0-1,1 0 1,-1 0-1,0-1 1,0 1 0,1 0-1,-1 0 1,0 0-1,0 0 1,1 0 0,-1 0-1,0 0 1,0 0-1,1 0 1,-1 0 0,0 0-1,1 0 1,-1 1-1,0-1 1,0 0 0,1 0-1,-1 0 1,0 0-1,0 0 1,0 0 0,1 1-1,-1-1 1,0 0-1,0 0 1,1 1 0,8 19 160,3 30 127,3 54 439,1 0-75,-4 0-1,-2 133 1,-18-77-420,-8-1 1,-6 0-1,-7-2 1,-84 261-1,-69 56-310,164-433 60,-2 0-1,-2-1 1,-1-1 0,-48 60-1,68-95 19,-1-1 0,1 1-1,-1-1 1,1 0 0,-1 0-1,0-1 1,0 1-1,0-1 1,0 0 0,-1 0-1,1 0 1,0-1-1,-1 1 1,-8 0 0,11-1-1,-1-2 0,1 1 0,-1 0 0,1 0 0,0-1 0,-1 1 0,1-1 1,0 0-1,-1 0 0,1 0 0,0 0 0,0 0 0,0 0 0,0-1 0,0 1 0,0-1 1,0 1-1,0-1 0,1 0 0,-1 1 0,1-1 0,-1 0 0,1 0 0,0 0 0,-1 0 0,1-1 1,0 1-1,0 0 0,1 0 0,-1-1 0,0-3 0,-4-13-69,0 0-1,2-1 1,0 1-1,0-35 1,10-84-515,-5 110 480,9-88-478,6 0 1,4 1-1,6 2 0,4 0 1,59-138-1,-45 148-728,5 2 1,4 2-1,70-95 0,-116 181 1065,189-248-7908,-130 187 2492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59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462 1034 8021,'-1'-9'563,"0"-1"0,0 1 1,-1 0-1,-1 1 0,1-1 1,-2 0-1,1 1 0,-1 0 1,0-1-1,-1 1 0,0 1 1,0-1-1,0 1 0,-8-8 1,6 15 324,-3 6-672,-1 0 0,1 0 0,1 1 0,-1 1-1,1-1 1,0 2 0,1-1 0,0 1 0,0 0 0,-7 12 0,-10 19 213,-27 55-1,27-48-138,-9 19-65,2 2 1,4 1-1,2 1 1,-29 130 0,50-169-188,1-1 0,1 1 0,2 0 0,3 37 0,0-46-17,1 0 1,1 0-1,1 0 0,1-1 0,0 1 0,14 26 0,-19-45-17,0 0 1,1 0-1,-1-1 0,1 1 0,-1-1 0,1 1 0,0-1 0,0 0 0,1 1 0,-1-1 0,0 0 0,1-1 1,-1 1-1,1 0 0,4 2 0,-5-4-3,0 1-1,0-1 1,1 1 0,-1-1-1,0 0 1,0 0 0,1 0-1,-1 0 1,0 0 0,0 0-1,1-1 1,-1 1 0,0-1-1,0 0 1,0 0 0,4-1-1,1-2 4,0-1 0,-1 0 0,1 0 0,-1 0-1,0-1 1,0 0 0,-1 0 0,1 0 0,7-14 0,19-34 2,-3-1 1,-3-1-1,25-74 1,41-187 7,-79 271-15,129-553-8,-117 461-51,-5 0 0,1-196 0,-21 313 43,-2 1-1,-5-26 1,7 43 15,-1 0 1,1 0-1,-1 1 0,0-1 1,0 0-1,0 0 0,-1 1 0,1-1 1,-1 1-1,-1-3 0,2 4 2,1 1 0,-1 0 0,1-1 0,-1 1 0,0 0-1,1 0 1,-1 0 0,1-1 0,-1 1 0,0 0 0,1 0 0,-1 0 0,0 0-1,1 0 1,-1 0 0,1 0 0,-1 0 0,0 1 0,1-1 0,-1 0 0,0 0-1,1 0 1,-1 1 0,1-1 0,-1 0 0,1 1 0,-1-1 0,1 0 0,-1 1-1,1-1 1,-1 1 0,1-1 0,-1 1 0,1-1 0,0 1 0,-1-1-1,1 1 1,0-1 0,0 1 0,-1 0 0,1-1 0,0 2 0,-8 10 11,1 1 1,1 0-1,0 0 1,1 0-1,0 1 1,1 0-1,1 0 0,0 0 1,-1 24-1,1 19 34,4 62 1,0-90-39,4 103 40,6-1-1,40 190 0,-37-260-31,3-1 0,2 0 0,3-2 0,2 0 0,3-2 0,2-1 0,51 73 0,-66-110-24,0 0 0,1 0 0,0-1 0,2-1 0,0-1 0,25 18 0,-35-29 4,1 1 1,0-1-1,0 0 0,1 0 0,-1-1 0,1-1 1,0 1-1,0-1 0,0-1 0,0 0 0,0 0 1,0 0-1,0-1 0,0-1 0,0 0 0,0 0 1,0 0-1,14-5 0,-9 1 3,-1-1 1,1 0-1,-1 0 0,0-2 0,0 0 1,-1 0-1,14-12 0,72-76-12,-25 23-93,-72 71 105,1 1-1,-1-1 0,1 1 0,0 0 1,-1 0-1,1 0 0,0-1 1,0 2-1,0-1 0,0 0 0,-1 0 1,1 0-1,0 1 0,0-1 1,1 1-1,-1 0 0,0 0 0,0-1 1,0 1-1,0 1 0,0-1 0,0 0 1,0 0-1,0 1 0,0-1 1,0 1-1,0 0 0,0-1 0,0 1 1,0 0-1,0 0 0,-1 0 0,3 2 1,3 3-3,1 1 0,-2 1 0,1-1 0,-1 1 0,9 14 0,-7-10 10,44 75 27,-40-64-34,1 0 0,1-1 0,25 31 0,-36-50 9,4 6 10,1-1 1,0 0-1,0-1 1,14 10-1,-20-16-15,0 1 0,0-1-1,0 0 1,0 0 0,0 0 0,0-1-1,0 1 1,0 0 0,0-1 0,1 1-1,-1-1 1,0 0 0,0 0 0,0 0-1,1 0 1,-1 0 0,0 0 0,0-1-1,0 1 1,1-1 0,-1 1 0,0-1-1,0 0 1,0 0 0,0 0 0,0 0-1,0 0 1,-1 0 0,3-2 0,1-1 0,0 0 0,-1-1 1,1 0-1,-1 1 0,0-2 1,0 1-1,-1 0 0,1-1 1,-1 1-1,-1-1 0,1 0 1,-1 0-1,0 0 0,0 0 0,-1 0 1,1-1-1,-1 1 0,0-8 1,-1-6-4,0-1-1,-2 0 1,0 0 0,-1 0 0,-1 1 0,-1 0 0,-1 0 0,-1 0-1,0 0 1,-2 1 0,0 1 0,-1-1 0,-20-27 0,-22-14 5,45 53-5,0 1 1,-1 0-1,1 0 0,-1 1 0,0 0 1,0 0-1,-14-5 0,16 9-106,0-1 0,0 1-1,0 0 1,0 1 0,0-1-1,0 1 1,0 0 0,0 1-1,0 0 1,-1 0 0,1 0-1,1 0 1,-1 1 0,0 0-1,0 0 1,1 1 0,-1 0-1,1 0 1,0 0 0,-10 8-1,10-5-401,1 0-1,-1 0 1,1 1 0,0 0-1,0-1 1,1 1-1,0 1 1,-3 12 0,3-11-729,1-1 0,1 1 0,-1 0 0,1 10 0,5 18-5249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0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0 7313,'0'0'3129,"1"4"-1762,3 12-646,-1 0-1,-1 1 1,-1-1-1,0 0 1,-3 27-1,-19 151 1633,10-121-1853,4 1 1,2 103-1,8-125-329,2 1 1,14 62 0,-18-111-163,1 1 1,-1-1-1,1 0 1,0 0-1,0 0 1,1 0 0,-1 0-1,1 0 1,0-1-1,0 1 1,0-1 0,0 0-1,7 5 1,-8-6-7,0 0 0,1-1 1,0 0-1,-1 1 0,1-1 1,0 0-1,0 0 0,-1 0 1,1-1-1,0 1 0,0-1 1,0 1-1,0-1 0,0 0 1,0 0-1,0 0 0,0-1 1,0 1-1,0-1 0,5-1 1,2-3 0,-1 1 0,0-2 0,-1 1 0,1-1 0,-1-1 0,0 0 0,0 0 0,-1 0 0,0-1 0,0 0 1,-1 0-1,0-1 0,6-11 0,8-18 8,29-75 0,-41 91 5,113-313 153,-116 324-127,-1-1 0,1 1 1,9-14-1,-13 24-31,1 0 0,-1 0 0,0 0 0,0 0 0,0 0 0,1 0 0,-1 0 0,0 0 0,1 0 0,-1 1 0,1-1 0,-1 1 0,1-1 0,-1 1 0,1 0 0,-1-1 0,1 1 0,0 0 0,-1 0 0,1 0 0,-1 0 0,1 0 0,0 0 0,-1 1 0,1-1 0,-1 1 0,1-1 0,-1 1 0,1-1 0,2 3 0,2-1 35,0 1 0,0 1-1,-1-1 1,1 1 0,-1 0 0,7 6 0,3 8 62,-1 0 0,0 0 0,11 21 0,6 9 39,12 14 74,58 111 1,-88-145-174,0 0 0,-2 1 1,-1 0-1,-2 1 0,-1-1 1,7 61-1,-13-79-39,-1-1 0,0 1-1,-1-1 1,0 1 0,-1 0 0,0-1-1,0 0 1,-1 0 0,-1 1 0,0-2-1,0 1 1,-1 0 0,0-1 0,-11 16-1,6-14-62,-1 1 0,0-2-1,0 1 1,-1-1 0,0-1-1,-1 0 1,0-1 0,0-1-1,-24 10 1,9-6-734,-1-1 1,-30 6-1,-21 1-4177,51-11 1512,-14 3-5621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0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775 84 6305,'7'-31'4967,"-7"29"-4692,0-1 0,1 1 0,-1-1 0,1 1 0,-1-1 0,1 1 0,0-1 0,0 1 0,0 0 0,0-1 0,1 1 0,-1 0 0,1 0 0,-1 0 0,3-2 0,-3 2 843,10-3 570,-10 4-1645,0 1 1,-1-1-1,1 0 1,0 1-1,0-1 1,0 1 0,-1 0-1,1-1 1,0 1-1,0 0 1,0-1 0,0 1-1,0 0 1,0 0-1,0 0 1,1-1-1,7 4 120,0 0-1,-1 0 1,0 0-1,0 1 0,0 0 1,0 1-1,-1 0 1,1 0-1,-1 1 0,0-1 1,7 9-1,24 24 291,-1 2 0,-2 1 0,-2 2 0,-1 1 0,-3 2 0,29 60 0,-18-18-148,-5 2 1,-3 2-1,-4 1 0,-5 1 0,20 161 1,-39-207-250,-1-1 0,-3 1 0,-2-1 0,-2 1-1,-1-1 1,-14 47 0,3-31-240,-3-2-1,-3-1 0,-57 112 1,19-71-809,-3-2 0,-6-4 0,-3-2 0,-130 129 0,95-120-2509,-4-5 0,-234 156 0,142-127-3866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1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281 0 4544,'0'0'3556,"-4"11"-2141,-25 58 1472,-22 60-248,-3 47-799,8 2 0,-37 287 1,75-381-1788,4 0 1,3 0 0,3 0 0,5 0 0,3 0 0,3-1 0,49 160 0,-17-121-1147,5-2 0,76 131 0,-66-149-2650,77 98 1,-36-70-3503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3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58 13033,'-1'-2'401,"0"1"1,0 0-1,0-1 0,0 1 0,0 0 0,0 0 0,0 0 1,-1 0-1,1 0 0,0 0 0,-1 0 0,1 0 0,-1 0 1,1 1-1,-1-1 0,1 0 0,-1 1 0,1 0 0,-1-1 1,-1 1-1,-7-3-379,9 4 94,1-1 0,-1 1 0,1 0 0,-1 0-1,1 0 1,-1 0 0,1-1 0,0 1 0,-1 0 0,1 0 0,0 0 0,0 0-1,-1 0 1,1 0 0,0 2 0,0-3 15,-1 10 116,0 0 0,0 0-1,1 0 1,0 0 0,0 0-1,1-1 1,1 1 0,0 0-1,0 0 1,7 15 0,-3-10-107,1 0 1,0-1 0,2 0 0,-1-1 0,2 0 0,11 13-1,3-1-304,1-1 0,2-1-1,0-2 1,1 0 0,47 25-1,-37-26-200,1-1 0,1-3 1,0-1-1,84 20 0,-111-33 336,1 0 1,-1 0 0,0-2 0,1 0 0,-1 0 0,1-1 0,-1 0 0,0-2 0,0 1 0,0-2-1,0 1 1,0-2 0,-1 0 0,1 0 0,-1-1 0,-1-1 0,1 0 0,-1 0 0,0-1 0,-1-1 0,0 0-1,0 0 1,-1-1 0,0 0 0,-1-1 0,0 0 0,11-19 0,14-38 1368,-4-1 0,35-118 1,-57 164-776,5-20 269,-11 40-67,1 7-270,4 9-252,-1 1 0,0-1 1,-1 1-1,-1 1 0,0-1 0,-1 0 0,0 22 0,3 82 222,-7 161-379,-10-8-88,10-250 0,-45 404 0,24-302 0,-53 171 0,-87 137 5,111-320-17,-115 183 0,161-286-25,0 1 0,0-1 1,-1 0-1,0-1 0,-1 1 1,1-1-1,-1-1 0,-1 0 0,-9 6 1,13-9 19,1-1 1,-1 0-1,0 0 0,0-1 1,0 1-1,1-1 0,-1 0 1,0 0-1,0-1 1,0 1-1,-1-1 0,1 0 1,0-1-1,0 1 0,0-1 1,0 0-1,0 0 1,1-1-1,-1 1 0,-6-4 1,0-1 8,1 0-1,0-1 1,0-1 0,0 0 0,1 0 0,0 0 0,0-1 0,1-1 0,1 1 0,-1-1 0,2-1-1,-1 1 1,1-1 0,-6-17 0,2 3 19,1-1 0,1 0-1,2-1 1,0 0 0,-2-41-1,7 26-298,1 0 1,3 1-1,1-1 0,2 1 0,2 0 0,2 0 1,2 1-1,1 1 0,28-58 0,6 3-2863,4 2-1,100-134 1,-63 111-3242,4 6-3872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60 540 9969,'-12'-18'2467,"-23"-39"3324,32 52-5591,2 1 0,-1 0 0,0-1 0,1 0 0,0 1-1,0-1 1,0 0 0,1 0 0,-1 0 0,1 1-1,1-8 1,25-143 1306,-20 127-1372,2 1 1,0 0 0,17-35 0,-19 49 116,-1-1 1,6-24-1,0 3 314,-10 32 916,-2 6-1351,1-1-1,-1 1 1,0-1-1,0 1 1,0-1 0,0 0-1,0 1 1,0-1-1,-2 3 1,-5 10 222,3-2-225,1 0-1,1 0 1,0 0 0,1 1 0,1-1 0,0 1 0,0 0-1,1-1 1,1 1 0,4 22 0,-1-20-239,0 1-1,1 0 1,0-1 0,2 0 0,0 0 0,1-1 0,0 0-1,12 16 1,-1-5-755,48 64-3192,-17-34-5158,-24-30-1159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4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 8185,'-48'26'968,"36"-18"-232,2 4-352,-3-1-600,4 0-884,-7 1-1516,3-1-741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7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0 12845,'-10'39'989,"5"-23"-140,1 0-1,1 0 1,0 1 0,0 26 0,-7 85 4583,4-66-3420,2 80-1,9-50-1006,18 104 0,-15-159-1284,0 1-1,3-1 1,1 0-1,2-1 0,27 51 1,-22-53-925,2-1 1,1-1-1,48 52 0,-51-65-1280,1 0-1,0-2 0,37 24 0,5-7-7643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0 9261,'3'4'2002,"8"8"-1134,-2 0-1,0 1 1,0 1 0,-1-1 0,-1 1-1,0 0 1,-1 1 0,-1 0-1,5 19 1,1 15 674,8 84 0,-16-88-1138,-1 0-1,-3 0 1,-1 0-1,-3 0 1,-1-1 0,-20 70-1,5-48-421,-2-2-1,-2-1 1,-59 102 0,57-122-767,-1-1 0,-2-1 0,-1-2 0,-58 55 0,50-58-2301,-2-1-1,-51 31 1,4-10-6522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3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505 48 5765,'-19'-13'2209,"-2"1"0,-25-11 0,45 23-2084,0 1 0,0-1-1,0 0 1,0 0 0,0 1-1,0-1 1,0 0-1,0 1 1,0-1 0,0 1-1,0-1 1,0 1-1,1 0 1,-1-1 0,0 1-1,0 0 1,1 0-1,-2 1 1,-1 1 270,-13 13 287,1 2-1,0 0 1,1 0-1,1 2 1,1-1-1,-15 36 0,1-7-73,-3 8 162,3 0-1,-31 103 0,-18 127 304,70-266-1030,-18 85 188,5 0 0,4 1 0,1 208 1,16-234-400,4 0 1,3-1-1,3 0 1,4-1-1,51 145 1,-57-196-61,1-1 0,1 0 1,1-1-1,1-1 0,1 0 0,1-1 0,1-1 1,27 26-1,-34-38 61,0-1 0,0 0 1,0-1-1,1 0 1,1-1-1,-1 0 0,1-1 1,0 0-1,0-1 0,1-1 1,0 0-1,0-1 0,0 0 1,0-1-1,0 0 0,0-2 1,0 0-1,22-2 0,-17-1 40,0-1 0,-1-1 0,0-1 0,0 0 0,0-1-1,-1-1 1,0-1 0,-1 0 0,0-1 0,28-23 0,-22 13 218,0-1 1,-2 0 0,0-2 0,-2 0 0,0-1 0,17-32 0,-21 26 601,0 0 1,-3 0-1,15-59 1,-25 85-587,0 0 0,0 0 0,0 0 1,-1 1-1,0-1 0,0 0 0,0 0 1,-1 0-1,1 0 0,-2-6 0,-1-2 257,3 12-353,0 0-1,0 0 1,0 0-1,0-1 1,0 1-1,0 0 1,0 0-1,0 0 1,0 0-1,0 0 1,0 0-1,0-1 1,0 1-1,0 0 0,0 0 1,0 0-1,0 0 1,0 0-1,0 0 1,0 0-1,0-1 1,0 1-1,-1 0 1,1 0-1,0 0 1,0 0-1,0 0 1,0 0-1,0 0 1,0 0-1,0 0 1,-1 0-1,1 0 1,0 0-1,0 0 1,0 0-1,0 0 1,0-1-1,0 1 1,-1 0-1,1 0 1,0 1-1,0-1 1,0 0-1,0 0 1,0 0-1,0 0 1,-1 0-1,1 0 1,0 0-1,0 0 1,0 0-1,0 0 1,0 0-1,-4 0 44,1 1-1,0-1 1,0 1-1,-1 0 1,1 0-1,0 0 1,0 0-1,0 0 1,0 1-1,0-1 0,0 1 1,0 0-1,1 0 1,-1 0-1,1 0 1,-1 0-1,1 1 1,0-1-1,0 1 0,0-1 1,0 1-1,0 0 1,1 0-1,-1 0 1,1 0-1,0 0 1,0 0-1,-1 4 1,-6 15 102,2 0 0,0 1 0,2-1 0,0 1 0,2 0 0,-1 27 0,5-16-153,1 0 0,2-1 0,1 0 0,1 0 0,2 0 0,15 35 0,-16-48-158,1 0-1,1-1 1,0 0-1,2-1 1,0 0 0,2 0-1,-1-2 1,2 0-1,0 0 1,27 20-1,-32-29 44,0-1-1,0 0 1,0-1-1,1 0 1,0-1-1,0 0 1,0 0-1,0-1 1,1-1-1,-1 0 1,1-1-1,0 0 1,-1 0-1,1-1 1,0-1-1,-1 0 1,1-1-1,-1 0 1,1 0-1,-1-1 1,19-8-1,-17 5 1,0-1 0,0 1 0,0-2 1,-1 0-1,0 0 0,-1-1 0,0-1 0,0 0 0,-1 0 0,0-1 0,-1 0 0,0-1 0,-1 0 0,0 0 0,-1-1 0,0 0 0,5-15 0,-4 2 31,0-1 1,-2 1-1,-1-1 0,-1 0 0,-1 0 0,-2 0 1,0-1-1,-2 1 0,-1 0 0,-1 0 0,-2 0 1,0 0-1,-2 0 0,-1 1 0,-14-31 0,-1 3 193,-3 1-1,-57-85 1,58 104 41,0 1 1,-3 0-1,0 2 1,-51-42-1,70 66-104,-1 0-1,1 1 1,-2-1-1,1 2 1,-13-6-1,20 10-113,4 5 40,1 1 1,-1-1 0,1 0 0,0 0-1,0 0 1,0 0 0,1 0-1,-1 0 1,1 0 0,0-1-1,3 4 1,1 2-110,19 30-672,8 12-1202,-31-47 1817,0 0-1,0-1 0,0 0 0,1 0 1,-1 0-1,1 0 0,0 0 1,0-1-1,0 0 0,5 3 0,-6-4-413,16 15-3593,-57-29 680,16 7 874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4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302 919 7169,'-34'9'1982,"27"-7"-31,5 0-43,1-1-1663,0 0-1,0 0 1,0 0 0,-1 0-1,1-1 1,0 1 0,0 0 0,0-1-1,-1 1 1,1-1 0,0 1-1,-1-1 1,1 1 0,0-1 0,-1 0-1,1 0 1,-1 0 0,1 0-1,0 0 1,-1 0 0,1 0 0,-1 0-1,-2-1 1,3 0-179,1 0 1,-1 1-1,0-1 0,0 0 1,0 1-1,1-1 0,-1 0 0,0 0 1,1 0-1,-1 0 0,1 0 1,-1 0-1,1 0 0,-1 0 1,1 0-1,-1 0 0,1 0 1,0 0-1,0 0 0,0 0 1,0 0-1,0 0 0,0 0 0,0 0 1,0 0-1,0 0 0,0 0 1,0 0-1,1 0 0,-1 0 1,0 0-1,1-2 0,18-49 575,2 1-1,45-80 0,-41 86-539,-2-1 0,-2-1 1,20-67-1,-22 43 189,-3 0 0,10-115 0,-21 150 81,0-21 1210,1 121-1005,1 6-212,2 0 1,22 76-1,-9-69-271,-2 1 0,-4 1 0,10 143 1,-25-202-107,-1 0 0,-2 0 1,0 1-1,-1-1 0,0-1 1,-9 24-1,3-13-65,-1 0 0,-1 0 0,-2-2 0,-1 1 0,-18 27 1,11-28-228,0 0 1,-2-1 0,-43 39 0,-88 60-1291,-11 10-3932,101-81-2896,49-46 464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4.6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314 48 8529,'6'-33'2178,"-6"33"-2084,0-1 1,0 1-1,-1-1 0,1 0 1,0 1-1,0-1 0,0 1 1,0-1-1,-1 1 0,1-1 1,0 1-1,0-1 0,-1 1 1,1 0-1,0-1 0,-1 1 1,1-1-1,-1 1 0,1 0 1,0-1-1,-1 1 0,1 0 1,-1-1-1,1 1 0,-1 0 1,1 0-1,-1-1 0,1 1 0,-1 0 1,1 0-1,-1 0 0,0 0 1,1 0-1,-1 0 0,1 0 1,-1 0-1,0 0 257,0-1-236,-1 1 0,1 0-1,0-1 1,0 1 0,-1 0 0,1 0-1,0 0 1,0 0 0,-1 0 0,1 0-1,0 0 1,0 0 0,-1 0 0,1 1-1,0-1 1,0 1 0,-2 0 0,-8 4 500,1 1 1,0 0 0,0 1 0,0 0 0,1 1 0,0 0-1,0 1 1,-13 16 0,5-3 155,0 0-1,2 1 0,-17 33 1,17-22-247,1 1 1,2 0 0,1 0-1,-8 54 1,-6 150 845,22-125-897,4 0 1,31 221-1,-15-241-365,5 0-1,3-2 1,70 168 0,-93-257-116,14 35-304,1-1 0,3 0-1,0-2 1,30 38 0,-44-65 5,1 0 1,0 0-1,1-1 0,0 1 1,0-2-1,1 1 1,-1-1-1,1 0 1,1-1-1,-1 0 1,1-1-1,0 0 1,0 0-1,0-1 1,0 0-1,1-1 0,-1 0 1,1-1-1,0 0 1,-1 0-1,15-2 1,-14 0-632,1-1 0,0 1 1,0-2-1,19-6 0,-25 6-27,0 1 0,0-2 1,0 1-1,-1 0 0,0-1 0,9-7 0,20-25-7377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4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0 255 10801,'16'-8'3448,"0"-4"-2188,12-8-259,7 6-125,10 0-276,21-1-236,17-2-404,6-6-640,19-5-601,0-7-443,6 1-2484,0 0-3225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6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368 15 6889,'6'-15'14046,"-6"18"-12946,-30 96 3100,5-22-2374,-152 417 2880,146-419-4706,4 1 0,3 1 0,-22 130 0,40-165 0,1 1 0,3-1 0,1 1 0,3 0 0,1-1 0,2 1 0,2-1 0,19 66 0,-19-88-232,0-1-1,1 0 1,1 0-1,1-1 1,1 0-1,1-1 1,0 0-1,1-1 1,0 0 0,26 22-1,-16-20-273,1 0 1,0-2-1,0-1 1,2-1-1,0-2 0,0 0 1,32 9-1,-20-10-1940,65 12 0,-6-11-3686,21-5-6025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7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 10713,'-10'-5'1714,"22"10"-58,-8-4-1325,0 1 1,-1 0-1,1 0 1,-1 1-1,1-1 1,-1 1-1,0 0 1,5 5-1,6 16 415,-1 2 0,-1-1-1,-2 2 1,0-1 0,-2 2-1,-1-1 1,4 29 0,11 200 1684,-21-143-1698,-13 115 1,-29 110-39,34-285-581,3-18-31,2-17-9,0 0 1,-5 18-1,22-75-178,3 0 1,0 2-1,36-54 0,-46 79 187,1 0-1,0 0 1,1 1-1,0 0 1,1 1 0,0 0-1,0 0 1,1 1-1,0 1 1,1 0-1,20-9 1,-23 13 39,0 0-1,1 1 1,-1 0 0,1 0-1,-1 1 1,1 1 0,0 0-1,0 1 1,0 0 0,0 0-1,0 1 1,-1 0 0,1 1-1,0 1 1,-1-1 0,16 8-1,-13-5-35,0 1 0,-1 0 0,1 1 1,-2 1-1,1 0 0,-1 0 0,0 1 0,-1 0 0,0 1 0,0 1 0,-1-1 0,-1 1 0,0 1 0,0 0 0,-1 0 0,0 0 0,-1 1 0,-1 0 0,4 15 0,-2-5-169,-2 0 1,0 0 0,-2 1 0,0 0-1,-2-1 1,-2 36 0,0-46-452,0 0 0,1 0 0,1 0 0,0 0 0,5 22 0,4-1-3735,8-3-4647,5 2-3467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7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234 501 9325,'1'-1'326,"-1"-1"-1,1 0 1,-1 0 0,0 0-1,0 0 1,0 0 0,0 0-1,0 0 1,0 0 0,0 0 0,-1 0-1,1 0 1,-1 0 0,0 0-1,1 1 1,-1-1 0,0 0-1,0 0 1,0 1 0,0-1-1,-3-2 1,-2-3 1388,0 1 0,-1 0 1,-13-9-1,-4-5 5649,23 21-7317,-1-1 0,1 0 1,0 1-1,0-1 0,-1 1 0,1-1 0,0 1 0,0-1 0,0 1 0,-1 0 1,1 0-1,0-1 0,0 1 0,0 0 0,0 0 0,1 0 0,-1 0 0,0 0 1,-1 3-1,-11 25 651,-1 16-591,-70 292 225,72-257-331,-2 97 0,13-135 0,3 1 0,1 0 0,2-1 0,11 45 0,-11-68 0,1 1 0,0-1 0,2-1 0,0 1 0,15 22 0,-17-31 0,1 0 0,0-1 0,1 0 0,0 0 0,0-1 0,1 0 0,0 0 0,0-1 0,1 0 0,11 6 0,-18-12 0,1 0 0,-1 0 0,0 0 0,0 0 0,0-1 0,0 1 0,1-1 0,-1 0 0,0 0 0,1 0 0,-1 0 0,0-1 0,0 1 0,0-1 0,1 0 0,-1 0 0,0 0 0,0 0 0,4-3 0,1 0 0,0-1 0,0 0 0,0-1 0,0 0 0,8-9 0,1-4-111,-1 0 1,0-1-1,-2-1 1,0-1-1,-2 0 0,0 0 1,14-40-1,44-180-1455,-56 186 1265,3-19-395,-5-1-1,-2 0 1,-4-1 0,-3 1 0,-4-1 0,-2 0 0,-16-79 0,12 114 457,-1 0 0,-16-43 0,20 71 214,-1 1 0,-1 1 0,1-1 0,-2 1 1,0 0-1,0 0 0,-1 1 0,-1 0 1,0 0-1,-15-13 0,21 21 79,0 1 1,0-1-1,-1 1 0,1 0 0,-1 0 0,0 0 1,1 0-1,-1 1 0,0-1 0,0 1 0,0 0 1,0 0-1,0 1 0,0-1 0,0 1 1,0 0-1,-1 0 0,1 0 0,0 0 0,0 1 1,0 0-1,0-1 0,0 2 0,0-1 0,0 0 1,1 1-1,-1 0 0,-4 2 0,-3 4 87,0 0-1,1 0 1,0 1-1,1 0 1,0 1-1,1 0 1,0 0-1,0 1 1,1 0-1,0 1 1,1-1-1,0 1 1,1 0-1,1 1 0,0-1 1,0 1-1,1 0 1,-2 25-1,3-20-87,2 0 1,0 0-1,1 0 0,1 0 0,0 0 0,2 0 0,0 0 0,1-1 1,0 1-1,2-1 0,0-1 0,1 1 0,14 21 0,-10-22-343,1-2 0,0 1 0,1-2 0,0 0 0,1-1-1,23 15 1,-8-6-422,-4-3-756,1-1 0,40 18-1,16 2-8088,-65-28 805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9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51 9705,'0'0'4503,"2"-2"-2586,0-2-1558,1 1 0,-1 0 0,1 0-1,0 0 1,0 0 0,0 0 0,0 0-1,0 1 1,1 0 0,-1 0 0,1 0-1,-1 0 1,1 0 0,0 1 0,0-1-1,0 1 1,4-1 0,0 0-25,0 1 1,1 0-1,-1 0 1,0 1-1,1-1 1,-1 2-1,0-1 1,1 2-1,-1-1 1,0 1-1,12 4 1,-14-4-254,0 0 0,-1 1 0,1 0 0,0 0 1,-1 0-1,0 1 0,0 0 0,0 0 0,0 0 0,-1 0 0,1 1 1,-1 0-1,0 0 0,-1 0 0,6 8 0,-3 3-5,1 0-1,-2 0 0,0 1 1,-1-1-1,-1 1 0,0 0 1,-1 0-1,-1 0 1,-1 0-1,-2 18 0,-4 25 5,-21 88 0,21-117-37,-5 4 58,10-31-56,5-5-39,0 1-1,1-1 0,-1 0 1,0 0-1,1 0 1,-1-1-1,0 1 0,0-1 1,0 0-1,0 0 0,-1-1 1,1 1-1,-1-1 1,1 0-1,-1 1 0,0-2 1,5-5-1,5-7-27,-1 0 0,16-31 0,-10 17 22,53-100-261,-29 49 51,-40 78 190,1 4 40,-1 0 14,1 0 1,0 0-1,-1 1 1,1-1-1,-1 1 1,0 0-1,1 0 0,-1 0 1,4 4-1,-3-1 6,-1-1 0,1 1 0,-1 0 0,1 0 0,-1 0 0,-1 0 0,1 1 0,0 6 0,0-5-1,0 0 0,0 0 0,0 0 1,7 13-1,-3-11-95,-1 0 0,2 0 0,-1-1 0,1 0 0,0-1 0,1 1 1,0-1-1,0-1 0,0 1 0,15 7 0,-10-8-310,0 0 1,0-1-1,0 0 0,0-1 0,1-1 1,0 0-1,21 1 0,1-2-2358,71-3 0,-12-12-6135,-51 4 158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189 1 10037,'-24'20'2535,"15"-13"-1497,0 0 0,1 0 1,0 1-1,0 0 0,1 0 0,0 1 1,-9 13-1,1 8 560,2 1 1,1 0-1,-16 64 0,19-49-1119,2 0 0,2 1 0,2 0 0,4 67 0,0-99-634,1 0 0,1 0 0,0 0 0,1 0 0,1-1 0,0 1 0,1-1 0,0 0 0,1-1 0,1 0 0,0 0 0,1 0 0,0-1 0,1 0 0,0-1 0,1 0 0,16 12 1,-6-7-1041,0 0 0,1-2 0,41 20 0,-30-19-1838,2-2 0,37 11 0,3-6-6981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276 1 11309,'0'0'2179,"1"2"-96,4 16-53,1 0 0,11 23 1,12 33 513,-12-4-1603,-2 0-1,-4 1 1,-2 1-1,-2 126 1,-10-145-897,-3-1 1,-2 1-1,-2-2 1,-2 1 0,-3-2-1,-1 0 1,-3 0-1,-2-2 1,-52 87 0,20-57-1719,47-71 1242,0 0 0,0 0 0,-1-1 0,0 0 0,0 0 0,-1-1 0,-13 8 0,18-11-123,0-1-1,-1 0 1,1 0-1,0-1 1,-1 1 0,1-1-1,-1 1 1,1-1 0,-1 0-1,1-1 1,-1 1 0,1 0-1,-1-1 1,1 0 0,0 0-1,-1 0 1,1 0 0,0 0-1,0-1 1,-6-3-1,-4-11-9022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1 468 8069,'0'0'11488,"0"1"-11313,1 1 0,-1 0 0,1-1-1,0 1 1,0-1 0,0 1 0,0-1 0,0 1 0,0-1-1,0 0 1,0 0 0,1 1 0,1 0 0,3-5-114,1 0-1,-1-1 1,0 0 0,0-1 0,0 1 0,-1-1 0,0 0 0,0 0 0,0 0 0,0-1 0,-1 0-1,0 0 1,0 0 0,-1-1 0,1 1 0,-1-1 0,2-7 0,3-13-29,-2-1 1,0 0-1,-2 0 1,1-32-1,-9-117 417,4 168-731,-3-19 1517,3 28-1218,0 0 1,0 0 0,-1 0 0,1 0-1,0 0 1,0-1 0,0 1 0,0 0-1,0 0 1,0 0 0,0 0 0,0 0-1,0 0 1,0 0 0,0 0 0,0-1-1,0 1 1,0 0 0,0 0 0,0 0-1,-1 0 1,1 0 0,0 0 0,0 0-1,0 0 1,0 0 0,0 0 0,0 0-1,0 0 1,0 0 0,-1 0 0,1 0-1,0 0 1,0 0 0,0 0 0,0 0-1,0 0 1,0 0 0,0 0-1,-1 0 1,1 0 0,0 0 0,0 0-1,0 0 1,0 0 0,0 0 0,0 0-1,0 0 1,0 0 0,-1 0 0,1 0-1,0 0 1,0 0 0,0 1 0,-8 13 521,2 7-375,1 1 1,1 0 0,0 1-1,2-1 1,1 0-1,0 1 1,4 25 0,0-20-751,2 1 0,1-1 0,2 0 0,17 44 0,-20-57-677,2-1 0,13 23 0,9 2-6112,-5-17-3044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26 9585,'-16'-26'3932,"3"35"-4432,4 0-684,2 8-7665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1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 9149,'-1'2'1620,"-6"63"4537,12 39-2588,-2-43-1838,12 143 1726,-10-176-3325,0 0 1,2 0-1,0-1 1,3 0-1,13 30 1,-9-30-1042,0 0 0,2-2 1,35 45-1,-36-53-1642,2 0-1,0-1 1,21 15 0,0-6-7103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1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1 7061,'-2'4'618,"1"1"1,1-1 0,-1 1 0,1 0 0,-1-1 0,1 1-1,1 0 1,-1-1 0,1 1 0,1 6 0,2 23 1245,3 31-78,2 0 1,19 66-1,-15-75-1388,-2 0 1,-2 0-1,2 95 0,-12-123-450,-1 0 0,-1-1 0,-1 0 0,-2 1-1,-1-2 1,-10 29 0,10-39-524,0-1 1,-1 0-1,-1 0 0,-15 20 1,15-24-743,-1 0-1,0-1 1,0 0 0,-1 0 0,-22 14 0,-14 3-7230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3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 5773,'0'0'17279,"2"2"-17165,1-1 0,-1 1-1,0 0 1,1-1 0,-1 0-1,1 0 1,-1 0 0,4 1 0,43-27 498,-19 7-412,-1 4-2334,-6 2-2587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6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397 3 7537,'0'0'10068,"-3"-1"-8737,-1 1-1102,-1-1-1,1 1 0,-1 0 0,1 0 0,0 0 0,-1 0 0,1 1 0,0 0 1,-1 0-1,1 0 0,0 0 0,0 1 0,0-1 0,0 1 0,0 0 0,0 0 1,0 1-1,-5 4 0,-18 15 345,2 2 0,0 1 0,-32 42 0,-53 96-3385,99-143 477,1 0 1,1 0 0,-7 23-1,-3 14-8094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8.0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673 18 8201,'6'11'2557,"-8"-24"-1524,-1-2 1607,10 26 4982,59 155-3681,-1-10-1706,58 216 0,-103-283-2023,-4 0 0,-3 1 0,-5 1 0,-3 0 0,-5 0 0,-3-1 0,-5 1 0,-3-1 0,-39 150 0,2-75-1188,-7-2-1,-83 169 0,61-179-1410,-6-3-1,-112 153 0,-28-31-7118,117-156-495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2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17 229 5300,'-14'-9'1641,"12"7"-5,5 0 5,34-18 5332,-1-3-3517,-20 12-2963,-1 0 0,2 2 0,-1 0-1,34-12 1,13 5-537,0 3 0,76-5 0,38-7-3660,-30-5-4309,-69 21-265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2.5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61 197 7009,'-48'0'2268,"42"-17"-472,0 0 1964,9-9-2912,3 3-360,10 12-440,12-6-600,11 0-596,2-3-1032,3-6-1424,20 3-2145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3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2846 214 6397,'-4'-8'105,"-7"-17"1206,0 0 1,-23-36-1,29 54-935,1 1 0,-1 0 0,0 0 0,-1 0 0,0 0 0,1 1 1,-2 0-1,1 0 0,-1 0 0,1 1 0,-1 0 0,0 1 0,-14-6 0,-2 4 84,0 0-1,0 2 0,0 0 0,0 2 0,-1 0 1,1 2-1,0 1 0,0 0 0,-42 11 0,9 2 117,1 3-1,-93 43 1,75-25-346,2 4 0,1 2 0,3 4 1,2 2-1,-86 82 0,120-100-156,1 2 0,-36 50 0,56-68-57,1 0 0,1 0 0,0 1 0,1 0 0,0 0 0,2 1 0,-1 0 0,2 0 0,-4 22 1,7-30-8,1 0 1,0 0 0,0 0 0,1 1 0,0-1 0,0 0-1,1-1 1,0 1 0,1 0 0,-1 0 0,7 11 0,-3-8-3,0-1 0,1 0 0,1-1 1,-1 1-1,1-2 0,1 1 1,10 8-1,7 2 3,1-1 0,0-1 0,2-1 0,57 22 0,191 58 58,-21-8-73,-253-87 3,56 21 18,-2 3 0,106 62 0,-146-75-11,0 0-1,-1 1 1,-1 1 0,0 1 0,18 22 0,-25-27-8,-1 1-1,0 1 0,0 0 1,-1 0-1,-1 0 1,0 0-1,0 1 1,-1 0-1,2 17 1,-3-8 16,-2-1 0,0 1 1,-1-1-1,-2 1 0,0-1 1,-1 0-1,-1 0 0,-1 0 1,-1 0-1,-11 25 1,7-23-11,0 0 0,-2-1 0,0 0 0,-22 28 0,-170 214 46,160-213-34,-2-2 0,-2-2 0,-62 47-1,72-64-28,-399 293-297,-20-27-175,353-229 380,-744 425-884,812-473 916,0 2-231,-2-2 1,0-2 0,-64 20 0,73-33-106,22-6 231,17-6 37,7-1 207,1 1 0,0 1 0,0 0 0,0 2 0,1 0 0,0 1 0,35-3 0,-15 5 126,0 1 1,0 2-1,39 7 0,-51-4-59,-1 2-1,-1 0 1,1 2 0,-1 1 0,0 0-1,-1 2 1,0 1 0,-1 1-1,-1 1 1,0 1 0,0 1 0,25 25-1,-26-20 98,0 1 0,-2 1-1,-1 1 1,0 1-1,-2 0 1,-1 1 0,-1 1-1,-1 0 1,-2 0-1,15 53 1,-11-12 100,-3 1-1,-4-1 1,1 125 0,-32 209 285,-34 112-209,46-404-390,-27 322 122,28 1-53,11-397-73,1-1 0,2 0 1,2 0-1,1 0 0,2 0 0,13 34 1,-16-54-14,1 1 1,1-1 0,0-1 0,1 1 0,1-1-1,0-1 1,1 0 0,0 0 0,1-1 0,0-1-1,1 0 1,1-1 0,-1 0 0,28 14 0,-5-7 11,1-3 0,1-1 1,0-1-1,1-2 0,0-2 1,68 5-1,242-7-64,-320-7 45,156-5 54,-1-8 0,-1-8 0,191-49 0,-357 67-39,-1 0 0,0-2 1,0 0-1,18-10 0,-29 14-7,-1-1-1,0 0 1,1 0 0,-1 0-1,0-1 1,0 1 0,-1-1-1,1 0 1,-1 0 0,0 0-1,0-1 1,0 1-1,-1-1 1,1 1 0,-1-1-1,0 0 1,2-8 0,-2 4 42,17-63-1675,-16 65 954,0 0-1,0 1 0,0-1 1,1 0-1,0 1 0,1 0 0,8-10 1,28-34-10146,-31 37 2675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5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581 155 7729,'1'-3'2161,"0"2"-1789,0-1-1,0 1 1,-1-1-1,1 1 1,0-1-1,-1 0 0,1 1 1,-1-1-1,0 0 1,0 1-1,1-1 1,-1 0-1,0 1 1,0-1-1,-1 0 1,1 1-1,0-1 1,-1 0-1,1 1 0,-1-1 1,1 0-1,-1 1 1,1-1-1,-1 1 1,0-1-1,0 1 1,-2-3-1,2 2 1971,-15-4-585,16 6-1706,-1-1 0,1 1 0,-1-1 0,1 1 0,-1 0 0,0-1 0,1 1 0,-1 0 0,0-1 0,1 1-1,-1 0 1,1 0 0,-1 0 0,0 0 0,0 0 0,1 0 0,-1 0 0,0 0 0,1 0 0,-1 0 0,0 0 0,1 0 0,-1 0 0,0 0 0,1 0 0,-1 1 0,1-1-1,-1 0 1,0 1 0,1-1 0,-1 0 0,1 1 0,-1-1 0,0 1 0,-3 2 129,-11 6 479,1 1 1,1 1-1,-19 17 0,30-26-494,1-1-138,0-1 1,0 0-1,0 1 1,0-1 0,0 1-1,0 0 1,0-1-1,0 1 1,0 0 0,0 0-1,1-1 1,-1 1-1,0 0 1,0 0-1,0 2 1,0 0 258,11-13-189,-2-1-15,-1-1 0,0 0-1,0-1 1,-2 0 0,0 0-1,7-24 1,0 2 814,-12 34-830,1 0 0,-1 0 0,1 0 0,0-1 0,0 1 0,-1 0 0,1 0 0,0 0 0,0 0 0,0 1 0,0-1 0,0 0 0,2-1 0,3-3 307,-17 37-368,3-1-1,0 2 1,2-1 0,2 1 0,-1 46 0,5-29-7,2 0 0,17 96 0,-13-120 2,1 0 0,0-1 0,3 0 0,0 0 0,1-1 0,1 0 0,1-1 0,2 0 0,0-1 0,1-1 0,1-1 0,22 21 0,-29-33 0,0 0 0,1-1 0,0-1 0,0 1 0,0-2 0,1 1 0,0-2 0,0 0 0,0 0 0,1-1 0,-1 0 0,1-1 0,-1-1 0,1 0 0,0 0 0,-1-2 0,21-2 0,-19 2 0,-1-2 0,0 0 0,0 0 0,0-1 0,-1-1 0,1 0 0,-1-1 0,0 0 0,-1 0 0,1-2 0,-1 1 0,-1-2 0,1 1 0,-2-1 0,1-1 0,14-18 0,-11 7 0,-2 0 0,0 0 0,-1-2 0,7-23 0,-7 20 0,1-1 0,18-32 0,-54 157 0,-8 25 0,-52 165 0,-369 688 0,379-842-15,-168 226 1,222-335-41,-1 0 1,-1-2-1,-1 0 1,-47 33 0,67-53 57,0-1 1,0 1 0,0-1-1,0 0 1,0 0 0,-1 0 0,1-1-1,-1 1 1,1-1 0,-1 0-1,0-1 1,1 1 0,-1-1 0,0 0-1,1 0 1,-1 0 0,0-1-1,1 0 1,-1 1 0,0-2 0,1 1-1,-1 0 1,1-1 0,0 0-1,0 0 1,-1 0 0,1-1 0,0 0-1,1 1 1,-1-1 0,0 0-1,1-1 1,0 1 0,0-1 0,0 1-1,0-1 1,0 0 0,1 0-1,0 0 1,0 0 0,0-1 0,0 1-1,-2-9 1,2-10 7,0 1 0,2-1 0,1 0 0,0 0 0,2 1 0,0-1 0,2 1 0,13-40 0,3 3-322,4 1-1,31-55 1,-19 48-766,3 2 1,3 1 0,55-61 0,34-18-3250,8 11-4274,-39 46-2979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6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78 8989,'22'-18'1952,"-16"7"-388,4 2-196,6-2-320,15 0 120,-12 8-1596,4 0-672,2-3-668,0 3-1952,1 0-2369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6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 6121,'0'0'1152,"16"-6"-224,3 3-232,-3-8-388,3 2-524,0-8-692,12-3-1416,4 6-449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6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0 9117,'0'0'2155,"1"3"-31,2 5-720,-1 1 0,1-1 0,-1 1 0,-1 0 0,1 16 0,3 17 899,6 25-1223,-4 1 1,-2 0-1,-4-1 1,-2 1-1,-4 0 1,-2 0-1,-27 109 1,-74 183-6321,79-286-541,12-34-192,-3 17-6816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8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1 181 11625,'0'-4'593,"1"1"0,0-1 0,0 0 0,0 1-1,0-1 1,1 1 0,-1 0 0,1 0 0,0-1 0,0 1 0,0 0-1,0 0 1,1 1 0,4-6 0,8-10 2064,-13 15-2477,1 1 0,-1 0-1,1 0 1,0 0 0,0 0-1,-1 0 1,1 0 0,1 1-1,-1 0 1,0-1 0,0 1-1,0 0 1,1 0 0,-1 1-1,0-1 1,1 1 0,5 0-1,3-2 86,554-58 261,-477 53-1997,9 0-1803,-34 4-1977,-41 2 2018,28-2-7754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8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1 18178,'0'0'2653,"0"3"-49,-44 226 6728,-44 185-9332,75-353-2086,4 1 1,2 0-1,3 1 0,5 75 1,7-87-5235,9 3-4715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9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 12293,'-9'4'917,"0"0"0,0 0 1,1 1-1,0 0 0,0 1 0,0 0 0,0 0 1,1 0-1,0 1 0,0 0 0,1 1 0,0-1 1,-9 17-1,11-17-491,1 1 1,0 0 0,0-1-1,1 1 1,0 0 0,-2 13 0,2-6-156,1 0 1,1 0-1,0 1 1,1-1-1,0 0 1,1 0-1,1 0 1,1-1 0,7 23-1,3-7 12,0 0 0,2-2-1,33 45 1,-36-56-359,0-1-1,1 0 1,1-1 0,1-1 0,0 0 0,30 19 0,-43-32 58,0 1-1,0-1 1,0 0 0,1 0 0,-1 0 0,0 0 0,0 0 0,1-1 0,-1 1 0,0-1 0,1 0 0,-1 0 0,1-1 0,-1 1 0,0-1 0,0 1 0,1-1 0,-1 0 0,0 0 0,0 0 0,0-1 0,0 1 0,0-1 0,0 0 0,0 0 0,4-3 0,-2 0 1,1 0 1,-1 0 0,0 0-1,0-1 1,0 1 0,-1-1-1,0 0 1,0-1 0,-1 1-1,6-12 1,-6 6 16,0 1 0,-1 0 0,0-1 0,-1 1 0,0-1 1,0 0-1,-1 1 0,-1-1 0,0 0 0,-1 1 0,0-1 0,-1 1 0,0 0 1,-1 0-1,0 0 0,0 0 0,-1 1 0,-1-1 0,0 1 0,0 1 0,-10-12 0,4 7-62,0 1-1,-1 0 0,0 0 0,-1 1 0,0 1 0,-1 1 0,-1 0 0,0 1 0,0 0 0,0 1 0,-1 1 1,0 1-1,-20-5 0,-13 2-3329,16 10-2628,28 17-11473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9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475 13 11441,'-35'5'2408,"34"-5"-2162,-1 0 1,0 0-1,0 0 1,0 0 0,1-1-1,-1 1 1,0-1-1,0 1 1,1-1-1,-1 0 1,0 0 0,1 1-1,-1-1 1,1 0-1,-1-1 1,1 1 0,-1 0-1,1 0 1,-2-2-1,1 1 426,2 2-560,-1 0-1,0 0 1,1 0 0,-1 0 0,0 0 0,1 0 0,-1 0-1,0 0 1,0 0 0,1 1 0,-1-1 0,0 0 0,1 0-1,-1 1 1,1-1 0,-1 1 0,0-1 0,1 0-1,-1 1 1,1-1 0,-1 1 0,1-1 0,-1 2 0,-11 9 265,11-8-310,-1 1 0,0-1 1,1 1-1,0-1 0,-1 1 0,1 0 1,1-1-1,-1 1 0,1 0 0,-1 0 1,1 0-1,0-1 0,0 1 0,1 0 1,-1 0-1,1-1 0,0 1 0,0 0 1,0-1-1,0 1 0,1-1 0,2 5 1,0 2-102,1 0 0,0 0 1,1 0-1,0-1 0,1 0 1,10 11-1,1-3-209,35 27 0,-51-42 206,8-7 55,-9 5 3,-1 0 0,1 0 1,0 0-1,0 0 1,-1 0-1,1 0 1,0-1-1,-1 1 1,1 0-1,-1 0 0,1-1 1,0 1-1,-1 0 1,1-1-1,-1 1 1,1-1-1,-1 1 1,1 0-1,-1-1 0,1 1 1,-1-1-1,1 1 1,-1-1-1,0 0 1,1 1-1,0-2 1,-2-2 155,1 1 0,0 0 0,-1-1 0,0 1 1,0-1-1,0 1 0,0 0 0,0 0 1,-1 0-1,1-1 0,-1 1 0,0 1 0,0-1 1,0 0-1,0 0 0,-1 1 0,1-1 1,-4-1-1,-9-14 1035,13 16 972,-1 4-1355,1 0-791,-1-1 0,1 1 0,-1 0 0,1 0 0,0 1 0,0-1 0,0 0 0,0 1 0,0-1 0,0 1 0,1 0 0,-1 0 0,1-1 0,0 1 0,0 0 0,0 0 0,0 0 0,1 0 0,-1 5 0,-1 7 125,1 1 0,2 28 1,-1-26-137,31 280-27,-14-167 0,27 371 0,-45 2 0,-26-282 0,20-188 0,-1 0 0,-2 0 0,-2-1 0,-19 40 0,28-65 0,-1-1 0,-1 0 0,1 0 0,-1-1 0,0 1 0,0-1 0,-1 0 0,0-1 0,0 1 0,0-1 0,-1-1 0,0 1 0,0-1 0,0 0 0,0 0 0,-1-1 0,1 0 0,-1 0 0,0-1 0,-8 1 0,6-1 0,0-2 0,0 1 0,1-1 0,-1-1 0,0 0 0,0 0 0,0-1 0,1 0 0,-1-1 0,1 0 0,0-1 0,-1 0 0,2 0 0,-1 0 0,0-2 0,-8-6 0,6 5-32,1-2-1,1 1 1,-1-1 0,2-1 0,-1 1-1,1-2 1,0 1 0,1-1 0,1 0-1,0 0 1,-6-15 0,6 9-87,1 0 1,0 0-1,2-1 1,0 1-1,1-1 1,0 0-1,2-22 1,5-13-342,2 0 1,3 1 0,2 1-1,26-74 1,-14 60-1435,2 0 0,49-86 0,92-108-9101,-97 166 1521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0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523 196 4772,'0'0'5040,"1"-3"-3460,2-30 1625,-3 29-1350,-1 1-1053,-4-25 468,4 25 1585,2 0-2529,0-3 283,-1-1 0,0 1 0,0 0 0,0-1 0,0 1 0,-1 0 1,-3-13 4661,3 16-5135,1 0-46,-1-1-1,0 1 1,0-1-1,0 1 1,0 0-1,-1-1 1,1 1-1,-1 0 0,0 0 1,0 0-1,0 0 1,-1 0-1,1 0 1,-6-4-1,7 7-86,0 0-1,0 0 1,0 1-1,0-1 1,0 0-1,0 0 1,1 1-1,-1-1 1,0 1-1,0-1 1,0 1-1,0-1 1,0 1-1,0-1 0,1 1 1,-1 0-1,0 0 1,1-1-1,-2 2 1,0 0-4,-5 4 1,0 1 0,1 0 0,0 1 0,0-1 0,0 1 0,1 0 0,-7 16 0,-24 70 0,26-65 0,-302 1042 0,293-979 0,4 0 0,5 0 0,3 1 0,4 1 0,5-1 0,3 0 0,5 0 0,22 95 0,-21-140-438,2-1 0,2 0 1,3-1-1,1-1 0,2-1 0,2-1 0,39 55 0,-38-67-75,0-1 1,2-1-1,1-1 0,1-1 0,2-1 0,0-2 0,2-1 0,0-2 0,60 30 1,-18-20-2810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1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354 286 4436,'-13'-17'1151,"10"14"-194,-6-2 239,-6 0-304,10-2 4585,-31-130 761,11 51-4450,16 64-1024,9 21-720,0 1-1,-1 0 1,1 0 0,0 0-1,0-1 1,-1 1 0,1 0-1,0 0 1,0 0 0,-1 0-1,1 0 1,0-1 0,0 1-1,-1 0 1,1 0-1,0 0 1,-1 0 0,1 0-1,0 0 1,0 0 0,-1 0-1,1 0 1,0 0 0,-1 0-1,1 0 1,0 0 0,-1 0-1,1 0 1,0 0 0,0 1-1,-1-1 1,1 0 0,0 0-1,0 0 1,-1 0 0,1 1-1,-4 3 201,1-1 0,0 2-1,1-1 1,-1 0 0,1 0-1,-3 7 1,3-7-371,-10 25 523,1 1-1,2 0 1,1 1 0,-5 33-1,2-8-11,-106 657 1508,105-625-1804,4 0 0,5 115-1,3-199-82,0-1 0,1 0 0,-1 1-1,1-1 1,0 0 0,0 1 0,0-1 0,0 0 0,1 0-1,-1 0 1,1 0 0,0 0 0,0 0 0,0 0 0,5 4-1,-6-6 0,0-1-1,0 1 0,0-1 0,1 0 0,-1 1 0,0-1 0,0 0 0,0 0 0,1 0 0,-1 0 0,0 0 0,1 0 0,-1 0 0,0 0 0,0-1 1,0 1-1,1-1 0,1 0 0,1 0 2,11-3-5,0-1-1,-1 0 0,0-1 0,0-1 0,-1 0 1,1-1-1,13-11 0,-15 11-8,0-1 1,1 2-1,0 0 1,0 0-1,1 1 1,-1 1-1,1 0 1,25-5-1,-35 10 6,1 0 0,0 0 1,0 1-1,-1-1 0,1 1 0,0 0 0,-1 1 0,1-1 1,-1 1-1,1 0 0,-1 0 0,0 0 0,0 0 0,0 1 1,0 0-1,0 0 0,-1 0 0,1 0 0,-1 0 0,1 1 1,-1 0-1,-1-1 0,1 1 0,4 8 0,6 11-7,-2 0 0,0 1 0,10 34 0,-11-30-75,1 1-1073,28 53 0,-4-31-3298,-28-44 2226,-1 0-1,1 0 1,1 0-1,8 5 1,8 1-7334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1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186 328 11461,'-3'15'739,"3"-13"-550,-1 1-1,1 0 1,-1 0 0,1 0 0,-1 0-1,0-1 1,0 1 0,-1 0 0,1-1-1,0 1 1,-1-1 0,0 0 0,1 1-1,-1-1 1,0 0 0,0 0 0,0 0-1,-3 2 1,-1 1 328,1 0 0,1 0 0,-1 0 0,1 1-1,0 0 1,0-1 0,0 2 0,-3 6 0,-22 60 2785,23-58-2806,-13 39 813,2 2-1,-11 68 1,22-88-1051,2 1 1,1-1 0,2 1-1,6 56 1,-4-79-203,1-1 1,1 0 0,0 0 0,8 20-1,-10-29-63,0-1-1,1 0 0,0 1 0,0-1 0,0 0 1,0 0-1,0 0 0,0 0 0,1-1 1,0 1-1,-1-1 0,1 1 0,0-1 1,0 0-1,0 0 0,1 0 0,-1-1 1,0 1-1,1-1 0,6 2 0,-5-2-52,1-1 0,-1 0-1,0 0 1,1 0 0,-1-1-1,0 1 1,1-2-1,-1 1 1,0 0 0,0-1-1,0 0 1,0 0 0,0 0-1,5-4 1,-1 0-118,0 0 0,0 0 1,-1-1-1,0 0 0,0-1 1,9-10-1,-4-1-142,0-1 0,-1 0 0,-1 0 0,13-34 0,24-92-635,-27 54 658,-3-1 1,-5-1-1,-3 0 0,-6-165 0,-4 235 257,-1 1 0,-2-1-1,-8-37 1,11 59 43,0 1 0,-1-1-1,1 1 1,-1-1 0,1 1-1,-1 0 1,0-1 0,1 1-1,-1 0 1,0-1 0,0 1 0,0 0-1,0 0 1,0 0 0,0 0-1,0 0 1,0 0 0,-1 0 0,1 0-1,0 0 1,-1 1 0,1-1-1,0 0 1,-1 1 0,1-1-1,-1 1 1,1 0 0,-1-1 0,1 1-1,-1 0 1,-2 0 0,1 1 13,0-1 0,0 1 1,0 0-1,1 0 1,-1 0-1,0 0 0,0 1 1,1-1-1,-1 1 0,0 0 1,1 0-1,0 0 1,-1 0-1,1 0 0,0 0 1,0 0-1,-2 4 0,-14 22 167,1 0-1,1 1 1,1 1-1,2 1 1,-13 42-1,6-1 140,-18 107-1,16-6-114,20-143-157,1 1-1,2-1 1,7 51-1,-6-71-125,0 1 0,1-2 0,0 1-1,0 0 1,1-1 0,1 1 0,-1-1 0,1 0-1,1-1 1,0 1 0,0-1 0,1 0-1,0-1 1,0 1 0,0-1 0,1-1 0,0 0-1,1 0 1,-1 0 0,1-1 0,0 0 0,1-1-1,-1 0 1,1 0 0,0-1 0,0-1-1,11 3 1,2-2-923,1-1 0,0 0 0,0-2 0,39-5 1,-44 2-1038,0 0 1,-1-2-1,31-12 1,1-3-5461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2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202 0 8093,'0'0'1986,"-2"4"-108,-28 85 3964,-13 47-1514,20-61-2543,-6 20-213,3 2 0,-13 102 0,35-167-1497,1 0 1,1 0-1,2 1 0,1-1 1,2 0-1,1 0 0,1 0 1,2-1-1,1 0 0,17 42 1,-16-54-440,1-1 0,0 0-1,1 0 1,1-1 0,1-1 0,0 0 0,1-1 0,19 16 0,-17-17-656,1-2 1,0 0-1,1-1 0,30 14 0,-43-22 419,1-1 0,0 1-1,-1-2 1,1 1 0,0 0 0,0-1-1,0 0 1,0-1 0,0 1-1,0-1 1,0-1 0,0 1 0,0-1-1,0 0 1,0 0 0,0 0-1,0-1 1,7-3 0,26-13-6072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2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0 7205,'0'0'6314,"1"2"-5391,6 6-634,0 0-1,-1 1 1,0 0-1,0 0 1,-1 0-1,-1 1 1,1-1-1,-2 1 1,1 0-1,-1 0 1,-1 1 0,0-1-1,0 1 1,-1-1-1,0 1 1,-1-1-1,-1 12 1,0-3-192,-1 0 0,0 0 0,-2-1 1,0 0-1,-1 1 0,-1-1 0,-15 32 0,-48 100 128,66-145-210,1 1 1,-1 0-1,1-1 0,0 1 1,0 0-1,-1 11 0,3-16-13,0 0 0,0 1 0,0-1-1,1 0 1,-1 1 0,0-1 0,1 0-1,-1 0 1,1 1 0,-1-1 0,1 0-1,-1 0 1,1 0 0,0 0 0,0 0-1,0 0 1,-1 0 0,1 0 0,0 0-1,0 0 1,0 0 0,0 0 0,1-1-1,-1 1 1,0 0 0,0-1 0,0 1 0,0-1-1,1 1 1,-1-1 0,0 0 0,1 0-1,-1 1 1,0-1 0,3 0 0,5-3-12,-1-1 0,0 1 0,0-1 0,0-1 1,0 0-1,0 0 0,-1 0 0,0-1 0,0 0 1,-1 0-1,1-1 0,7-11 0,7-11 72,32-60 0,-29 48-10,-21 36 6,0 1 0,0 0 0,0 0 0,1 0 0,-1 0 0,1 0 0,6-4 0,-8 7 210,6 26 228,-3-15-392,-4-7-108,13 44-431,3 1 1,31 60-1,-43-98-196,17 28-1256,-21-35 1321,1-1 0,-1 0 0,1-1 0,0 1 0,0 0 0,0 0 0,0-1 0,0 1 0,0-1 0,0 0 0,0 1-1,0-1 1,1 0 0,-1 0 0,5 1 0,9 0-5756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3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756 0 6069,'-4'0'261,"0"1"0,0-1 0,0 1 1,1 0-1,-1 0 0,0 0 1,0 0-1,1 1 0,-1-1 0,0 1 1,1 0-1,0 0 0,-1 1 0,1-1 1,0 0-1,0 1 0,1 0 1,-1 0-1,0 0 0,1 0 0,0 0 1,-1 1-1,1-1 0,1 1 1,-1-1-1,0 1 0,1 0 0,0-1 1,0 1-1,0 0 0,0 0 1,1 0-1,-1 0 0,1 6 0,-2 32 1049,2 1 0,9 78 0,26 88 584,5 39-182,-35-197-1253,-2 1 0,-2 0 0,-3 0 0,-2 0 1,-2-1-1,-2 0 0,-3 0 0,-2-1 0,-29 75 1,15-67-358,-2-1 1,-2-1 0,-3-2 0,-46 57 0,39-61-1227,-2-3-1,-53 46 1,-86 45-6566,143-110 3851,-30 21-6130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46 104 11337,'-29'-17'9837,"29"16"-9684,0 1 1,0-1-1,-1 1 0,1-1 1,0 1-1,0-1 0,-1 1 1,1-1-1,0 1 1,0-1-1,-1 1 0,1 0 1,-1-1-1,1 1 0,0 0 1,-1-1-1,1 1 0,-1 0 1,1-1-1,-1 1 0,1 0 1,-1 0-1,1 0 1,-1-1-1,0 1 0,1 0 6,0 0-1,-1 0 0,1 0 1,0 0-1,-1 0 0,1 0 1,0 0-1,0-1 0,-1 1 1,1 0-1,0 0 1,0 0-1,-1 0 0,1-1 1,0 1-1,0 0 0,-1 0 1,1 0-1,0-1 0,0 1 1,0 0-1,-1 0 1,1-1-1,0 1 0,0 0 1,0-1-1,0 1 0,0 0 1,0 0-1,0-1 0,0 1 1,20-17 2379,8-2-2538,-25 15 0,22-11 0,-21 12 0,20-6 0,-10 6 0,-13 3 0,0 0 0,0-1 0,-1 1 0,1 0 0,0 0 0,0 0 0,0 0 0,0 0 0,-1 0 0,1 0 0,0 0 0,0 1 0,0-1 0,0 0 0,-1 0 0,1 1 0,0-1 0,0 0 0,-1 1 0,1-1 0,0 1 0,-1-1 0,1 1 0,0-1 0,-1 1 0,1 0 0,-1-1 0,1 1 0,-1 0 0,1-1 0,-1 1 0,1 0 0,-1-1 0,0 1 0,1 0 0,-1 0 0,0 0 0,0-1 0,0 1 0,0 0 0,1 0 0,-1 0 0,0 0 0,0-1 0,-1 1 0,1 0 0,0 0 0,0 0 0,0 0 0,-1 1 0,1-1 0,-1 34 0,0-20 0,1 1 0,0-1 0,1 0 0,1 1 0,0-1 0,1 0 0,6 16 0,-3-15 0,1 0 0,0 0 0,2-1 0,0-1 0,0 1 0,1-1 0,1-1 0,0 0 0,1 0 0,1-1 0,25 19 0,-23-21 0,1-1 0,0 0 0,1-1 0,-1-1 0,1-1 0,1 0 0,-1-1 0,22 3 0,-28-6 0,0-1 0,-1-1 0,1 0 0,0 0 0,-1-1 0,1 0 0,-1-1 0,1 0 0,-1-1 0,0 0 0,1-1 0,-2 0 0,1 0 0,0-1 0,12-9 0,-4-1 0,0 0 0,-1-2 0,-1 0 0,-1-1 0,0-1 0,19-32 0,7-8 0,-38 55 0,0 0 0,-1 1 0,1 0 0,0-1 0,0 1 0,1 0 0,6-4 0,-10 6 0,1 1 0,-1 0 0,0 0 0,1 0 0,-1 0 0,0 0 0,1-1 0,-1 1 0,0 0 0,1 0 0,-1 0 0,1 0 0,-1 0 0,0 0 0,1 0 0,-1 0 0,0 0 0,1 0 0,-1 1 0,1-1 0,-1 0 0,0 0 0,1 0 0,-1 0 0,0 0 0,1 1 0,-1-1 0,0 0 0,0 0 0,1 1 0,-1-1 0,0 0 0,0 0 0,1 1 0,-1-1 0,0 0 0,0 1 0,0-1 0,1 0 0,-1 1 0,0-1 0,0 0 0,0 1 0,1 5 0,0 0 0,-1 0 0,1 1 0,-2-1 0,1 0 0,-2 7 0,-10 106 0,-16 108 0,11-116 0,-4 0 0,-51 155 0,50-205 0,-2 0 0,-3-2 0,-2 0 0,-3-3 0,-66 90 0,68-110 0,-2-2 0,-1-1 0,-2-2 0,-1-1 0,-1-2 0,-43 25 0,75-51 0,1 1 0,-1-1 0,1 0 0,-1 0 0,0 0 0,0-1 0,0 0 0,0 0 0,0 0 0,-7 0 0,10-1 0,0 0 0,-1 0 0,1-1 0,0 1 0,0 0 0,1-1 0,-1 0 0,0 1 0,0-1 0,0 0 0,0 0 0,0 0 0,1 0 0,-1-1 0,1 1 0,-1 0 0,1-1 0,-1 1 0,1-1 0,-1 1 0,1-1 0,0 0 0,0 1 0,0-1 0,0 0 0,0 0 0,1 0 0,-1 0 0,0-2 0,-2-8 0,1-1 0,0 1 0,1-1 0,1 1 0,0 0 0,0-1 0,2 1 0,-1-1 0,1 1 0,6-18 0,4-8 0,33-73 0,-8 38-137,4 2-1,86-118 1,-31 72-3883,117-109 1,-46 72-6337,-81 85-620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64 109 10505,'-12'12'2464,"-7"-21"-356,-4-2-319,20-6-369,-3-1 444,19 4-1348,9-3-448,10 6-744,3 2-516,6 3-560,10 1-497,-7 2-2043,-3 11-3297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22 152 7957,'-22'15'4376,"28"-30"-3320,1 1 436,15 8-1128,0-2-428,4-1-420,12-8-348,-7 3-200,-2 2-268,-4-13-280,1 2-1380,2 0-1049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270 163 7209,'-1'0'427,"0"1"0,1 0 0,-1-1 1,0 1-1,0-1 0,1 1 0,-1 0 1,1-1-1,-1 1 0,0 0 0,1 0 1,-1-1-1,1 1 0,0 0 0,-1 0 1,1 0-1,0 0 0,-1 0 0,1 0 1,0-1-1,0 1 0,0 0 0,0 0 1,0 0-1,0 1 0,-9 46 2741,3-16-2037,4-25-836,-6 20 537,1 0 0,1 0 1,2 1-1,0-1 1,1 41-1,4-49-633,1 1 0,0-1 0,1 0 1,1 0-1,1 0 0,1-1 0,0 0 0,12 23 0,-12-31-148,-1 0 0,2-1 0,-1 0 0,1 0 0,1 0 0,-1-1 0,2 0 0,-1 0-1,1-1 1,0 0 0,0-1 0,1 0 0,0 0 0,0-1 0,14 5 0,-20-9-42,1 1-1,-1-1 0,1 0 1,-1 0-1,1 0 1,0-1-1,-1 0 1,1 0-1,0 0 0,-1 0 1,1-1-1,-1 1 1,1-1-1,0 0 1,-1-1-1,0 1 1,1-1-1,-1 0 0,0 0 1,0 0-1,0-1 1,0 1-1,0-1 1,0 0-1,-1 0 0,7-7 1,-5 4-8,-1-1 0,1 0 0,-1 1 0,0-1 0,0-1 0,-1 1 0,0 0 0,-1-1 0,1 0 0,-1 0 0,-1 1 0,0-1 0,0 0 0,0-14 0,-3-3 5,-1 0-1,-2 0 0,0 0 0,-2 1 0,0 0 0,-2 0 0,0 1 0,-19-32 0,2 10-70,-2 1 0,-2 2 0,-39-43 0,48 60-415,-1 2 1,-1 0-1,-37-27 1,50 43-314,-1 0 0,-1 0-1,1 1 1,-21-7 0,23 10-427,0 1 1,0 0-1,0 0 1,0 1-1,-1 0 1,1 1-1,-14 1 1,-27 6-10698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0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77 178 7177,'8'-9'2003,"-8"9"-1910,0 0 0,0-1 1,0 1-1,0 0 0,0 0 0,0-1 0,0 1 0,0 0 0,0 0 0,0 0 0,-1-1 0,1 1 0,0 0 1,0 0-1,0-1 0,0 1 0,0 0 0,0 0 0,0 0 0,-1 0 0,1-1 0,0 1 0,0 0 0,0 0 0,-1 0 1,1 0-1,0 0 0,0-1 0,0 1 0,-1 0 0,1 0 0,0 0 0,0 0 0,0 0 0,-1 0 0,1 0 1,0 0-1,0 0 0,-1 0 0,1 0 0,-2 1 2726,-1-2-939,-6-3-396,-1 1 0,0 0 0,0 1-1,0 0 1,-10-1 0,16 3 2764,8-1-3223,19-7-907,-1 2 1,2 0 0,-1 2 0,1 0 0,-1 2 0,37 0-1,17-2-54,32-5-370,292-31-3394,-287 18-991,-39 4-1994,-59 13 4394,43-9-9819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0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4 12081,'-11'-3'2024,"2"6"5410,6 10-919,2-2-6124,0-6-1317,-1 35 3483,2-21-1691,-2 1 0,-5 30 0,-25 77-714,-16 73-1649,31-64-3850,10-48-140,2-28-2317,1-15-1903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0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7 12381,'-1'1'151,"0"0"1,0-1-1,1 1 0,-1 0 0,0-1 0,0 1 0,0-1 1,0 1-1,0-1 0,0 1 0,0-1 0,0 0 1,0 1-1,0-1 0,0 0 0,0 0 0,-2 0 1,2 0 133,0-1 1,0 0-1,0 1 1,1-1-1,-1 0 1,0 0-1,0 0 1,0 0-1,1 0 1,-1 0-1,0 0 1,1 0-1,-1 0 1,0-1-1,-6 40 5212,2 300 915,6-201-5706,0-91-460,8 60 0,-6-85-237,1-1 0,1 1 0,1-1 0,1 0 0,10 23 0,-14-38-97,1 0 0,-1 0 0,1 0 0,0-1 0,1 1 0,-1-1 0,0 0 0,1-1 0,0 1 0,0-1 0,8 4 0,-12-6 61,1-1-1,-1 1 1,0-1-1,1 0 1,-1 0 0,1 0-1,-1 0 1,0 0-1,1 0 1,-1 0-1,0 0 1,1 0-1,-1-1 1,0 1-1,1 0 1,-1-1 0,0 1-1,1-1 1,0 0-1,4-2-75,2 1 33,-1-1-1,-1 1 1,1-1-1,0-1 1,-1 0-1,0 0 0,1 0 1,-2 0-1,1-1 1,0 0-1,-1 0 1,6-8-1,-4 3 2,0 0-1,0-1 0,-1 0 0,0 0 1,-1-1-1,6-19 0,-3-1-8,-1 0 0,-2-1 0,-1 1 0,-1-57 0,-4 61 40,-2 0 1,-1 0-1,-2 0 1,0 1 0,-13-33-1,8 25-36,7 21 118,4 11-516,-1-1 1,0 1 0,0 0 0,0-1 0,-1 1 0,1 0 0,-1 0-1,0 0 1,1 0 0,-1 0 0,-1 0 0,-3-4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902 135 9257,'10'-10'530,"-8"8"-104,1 0-1,-1-1 1,1 1-1,-1-1 1,0 0 0,0 0-1,3-6 1,-4 8-212,-1-1 0,0 0 0,1 1 0,-1-1 1,0 0-1,0 1 0,0-1 0,0 0 0,-1 1 0,1-1 0,0 0 0,-1 1 0,1-1 1,-1 0-1,0 1 0,0-1 0,1 1 0,-1-1 0,-2-1 0,0-2 42,-1 0 0,1 0 0,-1 1 0,0 0 0,-1-1 0,1 2 0,-1-1 0,1 0 0,-1 1 0,0 0 0,-1 0 0,1 0-1,0 1 1,-1 0 0,0 0 0,1 0 0,-1 1 0,0 0 0,0 0 0,0 0 0,1 1 0,-1 0 0,0 0 0,0 0 0,0 1 0,0 0 0,-9 2 0,6-1-176,0 1 0,0-1 0,1 2 0,-1-1 0,1 1 0,-1 1 0,1-1 0,1 1 0,-1 1 1,1-1-1,0 1 0,0 1 0,0-1 0,1 1 0,0 0 0,0 1 0,-4 9 0,5-10-150,1 1-1,0 0 1,0 1-1,1-1 0,0 1 1,0-1-1,1 1 0,1 0 1,-1 0-1,1 0 1,1 0-1,0 0 0,0 0 1,1 0-1,0 0 1,0 0-1,1 0 0,0 0 1,1-1-1,0 1 1,5 11-1,17 29-651,-24-47 527,13 1-97,-13-2 287,0-1 1,1 0-1,-1 0 0,0 0 0,1 0 0,-1 0 0,1 0 1,-1-1-1,0 1 0,1 0 0,-1-1 0,0 1 1,0 0-1,1-1 0,-1 0 0,0 1 0,0-1 0,0 0 1,1 0-1,-1 1 0,0-1 0,0 0 0,0 0 0,0 0 1,-1 0-1,1-1 0,0 1 0,0 0 0,-1 0 1,1 0-1,-1-1 0,1 1 0,-1 0 0,1 0 0,-1-2 1,2-5 190,0 0 1,-1 1 0,0-1 0,-1-13-1,0 18 420,-1 0 26,-6-22 762,7 25-1375,0-1 1,0 1-1,0 0 0,0 0 1,0 0-1,0 0 0,0 0 1,0 0-1,0 0 1,0 0-1,0 0 0,0 0 1,0-1-1,0 1 1,0 0-1,0 0 0,0 0 1,-1 0-1,1 0 1,0 0-1,0 0 0,0 0 1,0 0-1,0 0 1,0 0-1,0 0 0,0 0 1,0 0-1,0 0 0,-1 0 1,1 0-1,0 0 1,0 0-1,0 0 0,0 0 1,0 0-1,0 0 1,0 0-1,0 0 0,0 0 1,-1 0-1,1 0 1,0 0-1,0 0 0,0 0 1,0 0-1,0 0 0,0 0 1,0 0-1,0 0 1,0 0-1,0 0 0,0 0 1,-1 0-1,1 0 1,0 1-1,0-1 0,0 0 1,0 0-1,0 0 1,0 0-1,0 0 0,0 0 1,0 0-1,0 0 0,-3 19 899,2 2-432,1 0 0,4 24 0,1 23 315,-7 18-8,-20 134 0,-7-15-780,20-151-13,-21 68 0,21-91 0,-33 97 0,-66 139 0,92-231 0,-88 181-82,89-192 61,-1 0 0,-1-1 0,-1 0 0,-1-1 0,0-2 0,-24 21 0,40-40 8,1-1 0,0 1 0,-1-1 0,1 1 0,-1-1 0,1 0 1,-1 0-1,0 0 0,1 0 0,-1 0 0,0 0 0,0-1 0,0 0 1,1 1-1,-1-1 0,0 0 0,0 0 0,0-1 0,0 1 0,0-1 0,1 1 1,-1-1-1,0 0 0,1 0 0,-1 0 0,0 0 0,1-1 0,-1 1 1,1-1-1,-4-2 0,0-1 2,1 1 0,-1-1 0,1-1 0,0 1 0,1-1 0,-1 0 1,1 0-1,0 0 0,1 0 0,-6-13 0,0-7-64,2 0 0,0-1 0,2 0 0,1 0 0,1 0 0,1-1 0,2 1 0,0-1 0,2 1 0,1 0 0,10-40 0,-2 24-400,3 1 0,1 1 0,2 0 0,2 2 0,1 0 0,37-52 1,-20 37-1178,63-69 0,-19 45-1952,-56 57-154,40-24 0,1 8-6629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9713,'0'0'4003,"-13"6"-619,5-2-2703,0 0 1,1 1 0,-1 0 0,1 0 0,0 0 0,1 1 0,-1 0 0,-10 14 0,-41 62 2559,55-77-2987,-39 64 428,4 1 0,2 2 1,4 1-1,-29 100 0,34-78-26,5 1 0,3 1 0,-5 111 0,21-159-656,2-1 0,3 1 1,1-1-1,3 1 0,2-1 0,15 52 0,-15-73 0,1-1-1,1 1 1,1-2-1,2 1 1,0-2-1,2 1 1,0-2-1,2 0 1,0-1-1,2-1 1,0-1-1,23 19 1,-14-18-839,0-1 0,2-2 0,0 0 1,1-3-1,55 22 0,-58-28-1559,0-1 0,0-2-1,1 0 1,32 1 0,22-5-10356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2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190 0 10333,'21'5'2399,"-29"14"3645,4-13-4544,-4 15 121,1 0 0,0 0 0,2 1 1,1-1-1,-3 34 0,-2 9 228,-58 263-1034,22-113-715,32-153-495,-12 80-2873,24-121 2619,0-1-1,1 0 0,1 1 0,1-1 0,7 31 1,-7-39-1598,1-1 0,0 0 0,1 1 0,7 15 0,7-2-8740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3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1 121 11545,'38'-9'2124,"-22"-5"-104,12 8-471,17-11-289,-14 6-340,7 2-184,1-2-144,5 5-72,0-5-352,4 2-448,3 3-632,3 1-828,-3-1-925,-4 12-1959,1-6-3605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3.5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22 13413,'0'-1'171,"0"0"0,0 0-1,0 0 1,-1 0 0,1 0-1,0 0 1,-1 0 0,1 0 0,-1 0-1,1 0 1,-1 1 0,1-1-1,-1 0 1,0 0 0,0 0-1,1 1 1,-1-1 0,0 0-1,0 1 1,0-1 0,1 1 0,-1-1-1,0 1 1,0-1 0,0 1-1,0 0 1,0-1 0,0 1-1,0 0 1,0 0 0,0 0 0,0 0-1,0 0 1,0 0 0,0 0-1,0 0 1,0 0 0,0 0-1,-2 1 1,-4-1 662,4 0 1130,4 2-1659,-1 0 0,1-1 0,0 1-1,0-1 1,0 1 0,0 0 0,0-1-1,0 1 1,0-1 0,0 0-1,2 2 1,6 7 592,-3 2-653,0 1 0,-1-1 1,-1 1-1,0 1 0,0-1 1,-1 0-1,-1 1 0,0-1 1,-1 1-1,-1 14 0,-1 23 985,-12 67 1,10-96-1173,-46 234-56,0-3 0,48-216 0,1-36 0,0-1 0,0 1 0,0 0 0,0-1 0,0 1 0,0 0 0,0-1 0,0 1 0,0 0 0,0-1 0,0 1 0,1 0 0,-1-1 0,0 1 0,0 0 0,1-1 0,-1 1 0,1-1 0,0 2 0,1-2 0,-1 1 0,1-1 0,0 1 0,0-1 0,0 0 0,0 1 0,0-1 0,1 0 0,-1 0 0,0-1 0,0 1 0,0 0 0,0-1 0,0 1 0,-1-1 0,1 0 0,0 1 0,0-1 0,0 0 0,0 0 0,-1 0 0,4-3 0,40-31 0,-38 29 0,12-11 0,101-80 0,-99 82 0,0 1 0,1 1 0,0 2 0,25-10 0,-39 17-42,0 1 0,1 1 0,-1 0 0,1 0 0,-1 1 1,1 0-1,0 0 0,0 1 0,0 0 0,-1 0 0,1 1 0,0 1 0,-1-1 0,1 1 0,11 5 1,-8-2-123,-1 1 0,0 0 0,0 1 0,0 0 0,-1 1 0,0 0 0,-1 1 0,0 0 0,13 16 1,7 16-627,-2 0 0,-2 2 0,-2 1 0,23 62-1,-26-60 193,-16-36-306,19 44-9124,-16-34-1965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4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150 275 9569,'1'0'172,"0"0"1,0-1-1,0 1 1,0 0-1,0 0 1,-1-1-1,1 1 1,0-1-1,0 1 1,0-1-1,0 1 0,-1-1 1,1 1-1,0-1 1,0 0-1,-1 1 1,1-1-1,-1 0 1,1 1-1,0-1 1,-1 0-1,1 0 1,-1 0-1,0 0 0,1 0 1,-1 1-1,0-1 1,0 0-1,1-1 1,-2-2 578,1 1 0,-1 0 1,0 0-1,1-1 0,-2 1 1,1 0-1,-3-7 3784,0 10-3632,2 0-776,-1 0 0,1 0-1,-1 1 1,1-1 0,0 0-1,-1 1 1,1 0-1,-1-1 1,1 1 0,0 0-1,-1 0 1,1 1 0,0-1-1,0 0 1,0 1 0,0-1-1,-2 3 1,0 1 94,0 0 0,0 0-1,1 1 1,0-1 0,0 1 0,1 0 0,-3 6 0,-14 41 146,3 1-1,2 1 1,2 0 0,-8 98 0,17-76-6,3-1 1,3 1-1,13 75 1,-13-134-367,0 0-1,1-1 1,1 0 0,13 29-1,-15-38-4,1 0-1,1-1 0,-1 0 1,1 0-1,0 0 0,1-1 1,0 1-1,0-2 0,0 1 1,0 0-1,1-1 0,8 5 1,-12-9-32,-1 0 0,0 0 0,1 0 0,-1 0 1,1 0-1,-1 0 0,1-1 0,-1 1 0,1-1 0,-1 0 1,1 1-1,-1-1 0,1 0 0,-1-1 0,1 1 0,0 0 1,-1-1-1,3 0 0,0-1-11,-1 0-1,0 0 1,0-1 0,0 1-1,0-1 1,0 0 0,-1 0 0,1 0-1,4-5 1,2-5-82,-1 1 0,0-1 1,-1-1-1,0 0 0,6-17 0,51-138-2023,44-184 0,-54 115 590,-46 189 1299,-1 11 76,22-144-540,-30 176 699,1 0 1,-1 0-1,0-1 0,0 1 0,-1 0 0,0 0 0,0 0 1,0 1-1,-1-1 0,-3-7 0,5 11 29,-1 1 1,0-1-1,0 1 0,0 0 0,0-1 0,0 1 0,0 0 0,-1 0 1,1 0-1,0 0 0,0 0 0,-1 0 0,1 0 0,-1 0 1,1 0-1,-1 1 0,1-1 0,-1 1 0,1-1 0,-1 1 0,0-1 1,1 1-1,-1 0 0,0 0 0,1 0 0,-1 0 0,0 0 1,1 0-1,-1 0 0,0 1 0,1-1 0,-1 1 0,1-1 0,-1 1 1,1-1-1,-1 1 0,-2 2 0,-13 6 20,0 0 0,0 2 0,1 0 0,1 1 0,0 1 0,1 0 0,0 1 0,1 0 0,1 1 0,-16 24 0,9-10 33,2 1 0,1 1-1,1 0 1,2 1 0,-11 39-1,19-55-32,2-1 0,-1 1-1,2-1 1,0 1-1,1 0 1,1 0 0,0 0-1,1 0 1,5 23-1,-4-30-69,1 1 0,0-1 0,1 1 0,0-1 0,0 0 0,1-1-1,0 1 1,1-1 0,0 0 0,0 0 0,0-1 0,1 1 0,0-2-1,1 1 1,0-1 0,10 7 0,14 6-1093,0-1-1,1-1 1,53 18 0,-54-25-1477,0-1 1,35 5 0,-10-10-4416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5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4 112 6945,'3'-18'1659,"-3"17"-1538,1 1 0,-1-1 1,0 1-1,0-1 0,0 1 0,0-1 0,0 1 0,0-1 0,0 1 0,0-1 0,0 1 0,0-1 1,0 1-1,0-1 0,0 1 0,0-1 0,-1 1 0,1-1 0,0 1 0,0-1 0,0 1 0,-1 0 1,1-1-1,0 1 0,-1-1 0,1 1 0,0 0 0,-1-1 0,1 1 0,0 0 0,-1-1 0,1 1 1,-1 0-1,1 0 0,-1-1 0,1-2 1570,18-52 4163,-17 53-5139,4-4 351,-4 5-1025,-1 0 0,0 1 1,1-1-1,-1 0 0,0 1 0,1-1 0,-1 1 0,0-1 0,1 0 0,-1 1 0,1-1 0,0 1 0,-1-1 0,1 1 0,-1 0 0,1-1 0,0 1 1,-1 0-1,1-1 0,-1 1 0,1 0 0,0 0 0,0-1 0,-1 1 0,1 0 0,0 0 0,0 0 0,6 4 113,-1 0-1,0 0 0,-1 0 1,1 1-1,-1 0 1,0 0-1,0 1 1,0-1-1,-1 1 0,0 0 1,0 1-1,0-1 1,-1 0-1,0 1 1,0 0-1,2 10 0,1 7-53,-1 1 0,-1-1-1,-1 1 1,-1-1 0,-1 1-1,-2 0 1,0 0 0,-2-1-1,-6 32 1,5-44-286,2-1 1,0 1-1,0 0 0,1 0 1,1-1-1,0 1 0,0 0 0,4 21 1,-4-33 178,0 0 0,0 1 1,0-1-1,0 0 0,0 0 1,0 1-1,0-1 0,0 0 1,0 1-1,0-1 0,1 0 1,-1 0-1,0 1 0,0-1 1,0 0-1,0 0 1,0 1-1,1-1 0,-1 0 1,0 0-1,0 0 0,0 1 1,1-1-1,-1 0 0,0 0 1,0 0-1,1 1 0,-1-1 1,0 0-1,0 0 0,1 0 1,-1 0-1,0 0 0,0 0 1,1 0-1,-1 0 0,0 0 1,1 0-1,-1 0 0,1 0 1,10-10-222,13-31-36,-19 32 247,90-147-248,-70 118 233,3-5 2,-28 42 48,1 0 0,-1 0 0,0 0 0,1 0 0,-1 0 0,1 0 1,-1 0-1,1 0 0,-1 0 0,1 0 0,0 0 0,-1 1 0,1-1 0,0 0 0,0 1 0,-1-1 1,1 0-1,0 1 0,0-1 0,1 0 0,-1 1-1,-1 1 0,1-1 0,-1 0 0,1 0 0,-1 1 0,1-1 0,-1 0 0,1 1 0,-1-1 0,1 0 0,-1 1 0,1-1 0,-1 1 0,0-1 0,1 1 0,-1-1 0,0 1 0,1-1 0,-1 1 0,0-1 0,0 1 0,1-1 0,-1 2 0,9 39 488,-4 3-255,-4-21-371,2 0 1,0-1 0,1 1-1,1-1 1,2 0 0,0 0 0,1-1-1,12 23 1,-9-26-883,0 0 1,1-1-1,26 30 0,-30-38-713,1-2-1,0 1 0,1-1 0,-1 0 0,14 6 1,2-1-5714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5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 10873,'-19'14'1415,"14"-11"-1023,1 0 1,-1 0-1,1 1 1,-1-1-1,1 1 1,0 0-1,1 0 1,-1 0-1,1 1 1,0 0-1,0-1 1,0 1-1,0 0 1,-2 9-1,-1 2 28,1 0-1,1 0 1,1 0-1,0 1 1,1-1-1,1 1 1,0 0 0,2-1-1,3 31 1,2-26-377,1 0 1,1 0-1,0 0 0,2-1 1,0 0-1,2-1 1,0 0-1,1-1 1,16 19-1,-12-19-961,1 0 0,0 0 0,1-2 0,1-1 0,1 0 0,0-1 0,39 18 0,-37-22-3898,9-7-2845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5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689 0 6701,'3'6'641,"0"0"0,-1 0 1,0 0-1,0 0 0,-1 1 0,1-1 1,-1 1-1,0 6 0,1 7 1157,0-1-1233,-1 0 1,-1 1-1,0-1 1,-2 0-1,0 0 1,-2 0-1,0 0 1,-1 0-1,-11 28 1,-3 0-105,-3 0-1,-37 59 1,37-73-342,-1-2 1,-1 0-1,-1-1 0,-2-2 0,-1 0 0,-53 39 0,-61 26-2533,-8-16-5841,94-51-233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7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1471 24 9665,'1'-2'1721,"15"-17"1436,-14 17-1777,0 3-193,6 3-813,0 0-1,0 1 0,0 0 1,-1 0-1,0 1 0,0 0 1,0 0-1,-1 0 0,1 1 1,8 13-1,-8-8-14,1 1 1,-2 0-1,0 0 1,0 1-1,-1-1 1,3 16-1,1 18 398,-3-1 0,-1 1 0,-2 54-1,-3-89-582,0 152 2151,-37 272-1,12-283-1646,-84 281-1,65-307-758,-5-1 0,-5-2 0,-6-3 0,-5-3 0,-5-3-1,-161 202 1,132-202-1924,-162 148 0,200-211-384,-84 54-1,94-74-908,-2-3 0,-72 31 0,16-18-7405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7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469 155 7253,'2'-25'7534,"-3"2"-3825,2-17-1272,0 36-1614,-6-31 669,1 31-713,1 1-1,-1 0 1,0 0-1,-1 1 0,1-1 1,-5-2-1,-7 1-1044,13 4 439,1 2-4,-87 160 851,-123 317 0,183-393-347,-33 172 0,53-195-521,2 1 0,3 0 0,6 96 0,1-118-152,2-1 0,20 73 0,-21-97 0,2-1 0,0 0 0,1 0 0,0 0 0,1-1 0,1 0 0,1-1 0,0 0 0,17 19 0,-20-27-11,-1 0 0,1 0 0,0-1 1,0 0-1,0 0 0,1-1 0,0 0 0,0 0 0,0-1 1,0 0-1,0 0 0,1-1 0,-1 0 0,14 1 0,-10-3-26,0 0 0,0-1-1,0 0 1,-1-1-1,1 0 1,0-1-1,-1 0 1,0-1 0,18-9-1,-2-1-50,-2-1 0,0-1 0,-1-1 0,-1-2 0,0 0 0,-2-1 0,33-40 0,135-202-905,-94 125 661,-94 135 348,0 1 0,0-1 0,0 1 0,0-1 0,0 1 0,0 0 0,1-1 0,-1 1 0,1 0 0,-1 0 0,1 0-1,-1 0 1,1 0 0,0 1 0,2-2 0,-3 2 5,0 0 0,0 0 0,0 0-1,0 0 1,0 0 0,0 0-1,0 0 1,-1 1 0,1-1-1,0 0 1,0 1 0,0-1 0,0 1-1,0-1 1,-1 0 0,1 1-1,0 0 1,-1-1 0,1 1 0,0-1-1,0 2 1,2 2 51,0 0 0,-1 1 0,1-1 0,-1 0 0,0 1 0,-1 0 0,1-1 0,1 10 0,0 9 147,-1 0 1,-1 1-1,-3 27 0,0 17 63,3-28-271,1 1 0,2-1 1,2 1-1,14 50 0,-16-79-11,1 1-1,0-1 1,1 0-1,0 0 1,1-1-1,0 1 1,11 12 0,-11-17-1,-1-1 1,1 1-1,0-1 1,1-1 0,-1 1-1,1-1 1,0-1 0,0 1-1,1-1 1,-1-1-1,15 5 1,-15-7 0,0 1 0,0-1 0,0 0 0,0-1 0,0 0 0,0-1 0,0 1 0,0-1 0,0-1 0,0 1 0,-1-2 0,1 1 0,0-1 0,-1 0 0,1 0 0,11-9 0,-12 8 0,1-1 0,-2 0-1,1 0 1,0-1 0,-1 0 0,0 0-1,-1-1 1,1 1 0,-1-1 0,-1 0-1,1-1 1,6-14 0,-7 11-1,-1-1 0,1 1-1,-2-1 1,0 0 0,0 0 0,-1 0 0,-1 0 0,0-16 0,-3 1-5,-2 0 0,0 1 1,-1 0-1,-2 0 0,-1 1 1,0 0-1,-22-38 0,20 42-162,-2 1 0,0 0 0,-1 1 0,-1 1-1,-1 0 1,0 1 0,-2 1 0,1 0 0,-2 2 0,0 0-1,-1 1 1,0 0 0,-1 2 0,0 1 0,-1 0 0,-28-7-1,45 16-151,1 0 0,-1 0 0,0 0 0,0 1 0,0 0 0,0 0 0,0 0 0,0 0 0,0 1 0,-6 2 0,-13 10-3284,22-12 2968,1 1 1,0-1-1,-1 1 1,1-1-1,0 1 1,0 0-1,0-1 0,0 1 1,1 0-1,-1 0 1,0 0-1,0 2 1,0 23-10844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8.0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534 385 13021,'4'-4'405,"0"-1"-1,0 0 1,-1 0-1,1 0 1,-1 0-1,0 0 1,-1-1-1,1 0 1,-1 1-1,0-1 1,-1 0-1,0 0 1,1 0-1,-2 0 1,1-10-1,1 3 765,0 0 1,1 1-1,1-1 0,-1 1 1,9-16-1,-4 11-776,53-114 4871,-45 96-4663,-5 23-601,-9 12 0,0 0 0,0-1 0,0 1 0,0 0 0,0 0 0,0 0 0,0 0 0,0 0 0,0 1 0,0-1 0,0 1 0,0-1 0,0 1 0,0 0 0,0 0 0,0-1 0,-1 1 0,1 1 0,0-1 0,2 3 0,2 0 0,-1 1 0,0 0 0,0 0 0,0 0 0,4 8 0,11 20 0,0 1 0,-2 1 0,-2 0 0,-2 1 0,17 59 0,-20-46 0,-1 0 0,-2 1 0,1 97 0,-10-120 1,0-1 0,-2 0 0,-1 0 0,-1 0 0,-1-1 0,-2 1 0,0-1 0,-1-1 0,-2 0 0,-26 45 0,20-44-7,-1-1 1,-1 0 0,-1-2-1,-1 0 1,-1-1 0,-1-1-1,0-1 1,-2-2 0,-34 20-1,-1-5-1035,-88 34-1,82-42-1908,-86 19-1,79-24-879,26-5-2628,4-1-5010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9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472 23 7609,'13'-4'2397,"-17"0"-130,3 3-1805,1 1 0,-1-1 1,1 1-1,-1-1 0,0 1 1,1-1-1,-1 0 0,1 1 0,-1-1 1,1 0-1,-1 1 0,1-1 0,0 0 1,-1 0-1,1 1 0,0-1 0,0 0 1,-1-1-1,-19 26 3504,18-17-3528,1 0 0,0 0 0,0 0 0,0 12 0,-2 16 667,-17 61 944,-59 174 0,51-186-1697,-68 194-352,-21 69 0,84-232 0,-20 124 0,46-197 0,2 1 0,2-1 0,2 1 0,1-1 0,3 1 0,1-1 0,15 61 0,-15-84 0,2 0 0,0-1 0,1 0 0,1 0 0,1 0 0,0-1 0,1-1 0,1 1 0,1-2 0,0 0 0,1 0 0,0-1 0,1 0 0,1-2 0,0 1 0,1-2 0,0 0 0,24 11 0,-22-14-400,0-1 0,0 0-1,0-2 1,1 0 0,-1-1 0,1-1 0,0-1 0,1-1-1,-1 0 1,0-1 0,0-1 0,0-1 0,0-1-1,0-1 1,0 0 0,-1-1 0,0-1 0,0-1-1,0-1 1,-1 0 0,0-1 0,-1-1 0,0-1 0,0 0-1,-1-1 1,14-14 0,22-27-6793,-3-1-4592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9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13 112 12201,'-13'12'2464,"26"-24"-499,-3 1-253,2 0-352,17-4-252,28 1-208,3 11-40,13-3-308,16 4-136,10 4-356,12-4-276,6-4-604,4-3-840,0-5-856,-7 0-2973,-6 8-4424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0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 55 8145,'-22'-34'9525,"21"32"-9378,1 1 1,-1 0-1,1 0 0,-1 0 0,1 0 1,-1 0-1,0 0 0,0 0 0,0 0 0,0 0 1,1 0-1,-1 0 0,0 0 0,0 0 0,-1 1 1,1-1-1,0 0 0,0 1 0,0-1 0,0 1 1,0-1-1,-1 1 0,1 0 0,0 0 0,0-1 1,-1 1-1,0 0 0,-1 1 27,0-1 1,1 1-1,-1 0 1,1 0-1,0 0 0,-1 0 1,1 1-1,0-1 0,0 0 1,0 1-1,-1 0 1,-2 3-1,-5 6 565,-1 1 1,1 1 0,-12 21-1,-52 93 2136,-112 267 0,51-23-2875,101-260 0,-27 160 0,54-228-20,3 0-1,1 1 1,2-1 0,3 0-1,1 1 1,2-1 0,1 0-1,15 48 1,-14-66-50,2-1 0,0 0 1,1-1-1,2 0 0,0-1 0,1 0 0,1-1 0,2 0 0,0-1 0,0-1 1,2 0-1,1-2 0,0 0 0,1-1 0,25 15 0,-11-11-1433,1-3 0,1 0 0,1-3 0,67 18 0,-60-22-3344,86 8 1,-13-15-6428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4.5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133 148 5228,'11'-11'495,"-8"9"-215,0-1 0,0 0-1,0 1 1,0-1 0,0 1-1,1 0 1,6-3 0,-3-5 3525,0-12-2571,-3 10-253,-2 7-405,1 0 1,0 0-1,0 1 1,1-1-1,5-6 1,-4 5 1,3-19 2402,-7 20-753,-5 19-948,-37 141 1526,-4 56-1326,-5 26-817,-29 222-223,75-434-393,1-4 20,0-1-1,0 26 1,23-54-21,-3-4-46,0-1 0,-1-1 0,0 0 0,24-30 0,7-5-22,-29 30 2,1 2 0,1 0 0,1 1 0,1 1 0,39-21 0,-52 32 16,-1 0 0,1 1 0,-1 0 0,1 1 0,0 0 0,0 0 0,0 0 0,0 2 0,0-1 0,0 1 0,1 0 0,-1 1 0,0 0 0,0 0 0,0 1 0,0 0 0,-1 1 0,1 0 0,15 8 0,-14-5 4,-1 0-1,0 0 0,0 1 0,0 1 0,-1 0 1,0 0-1,-1 0 0,0 1 0,0 0 0,0 0 0,-2 1 1,1 0-1,-1 0 0,7 20 0,0 9 10,-1 0 0,10 72-1,-9 3-667,-2-17-2949,-8-77 1902,2 14-1363,3-10-4113,2-4-3523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5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166 562 10513,'0'0'115,"-1"0"1,1 0-1,0 0 0,-1 0 1,1 0-1,0 0 1,-1 0-1,1 0 0,-1 0 1,1 0-1,0-1 0,-1 1 1,1 0-1,0 0 1,-1 0-1,1 0 0,0-1 1,-1 1-1,1 0 0,0 0 1,-1-1-1,1 1 1,0 0-1,0 0 0,-1-1 1,1 1-1,0 0 0,0-1 1,0 1-1,-1 0 1,1-1-1,0 1 0,0 0 1,0-1-1,0 1 0,0-1 1,0 1-1,0 0 1,0-1-1,0 1 0,0-1 1,0 1-1,0 0 0,0-1 1,-6-27 2447,4 20-1069,-8-3-361,-2 7 9747,-6 44-10669,2 1-1,-20 79 1,-6 95 149,36-179-360,2 1 0,1 0 0,3 36 0,0-58 0,2 0 0,0 0 0,0-1 0,1 1 0,1-1 0,1 0 0,0 0 0,0 0 0,2-1 0,9 17 0,-13-25-16,1-1 1,-1 0-1,1 0 1,-1 0-1,1-1 1,0 1-1,0-1 0,1 0 1,-1 0-1,1 0 1,-1-1-1,1 0 0,0 0 1,0 0-1,0 0 1,0-1-1,0 0 1,0 0-1,0 0 0,1 0 1,-1-1-1,0 0 1,1 0-1,-1-1 1,0 1-1,0-1 0,8-2 1,-3 0-33,-1 0 0,1-1 0,-1 0 0,0 0 0,0-1 0,-1 0 0,1-1 0,-1 0 0,0 0 0,-1 0 0,1-1 0,-1-1 1,10-12-1,11-24-433,-2-2 1,-2-1 0,-2 0-1,-2-2 1,-2-1 0,-2 0 0,-3-1-1,8-54 1,-12 43 157,-3-1-1,-2 0 1,-4 0-1,-2 0 0,-2 0 1,-18-83-1,18 126 257,-1 1-1,-1 0 0,-1 0 0,0 1 1,-16-27-1,20 39 59,0 0 1,-1 0-1,0 1 1,0 0-1,-1 0 1,1 0-1,-1 0 1,0 1-1,0 0 1,0 0-1,-1 0 1,0 0-1,1 1 1,-1 0 0,0 0-1,-1 1 1,1 0-1,0 0 1,-1 0-1,-6 0 1,7 2 17,0 0 1,0 1 0,0 0 0,1 0 0,-1 1 0,0-1 0,1 1-1,-1 0 1,1 1 0,0 0 0,0-1 0,0 2 0,0-1-1,0 0 1,-7 8 0,0 0 43,1 0 1,0 1-1,1 0 0,-14 22 1,15-18-15,1 1 1,0 0 0,2 0-1,0 0 1,0 1 0,2 0-1,-3 20 1,-6 131 115,13-145-190,1-1 0,1 1 0,1-1 0,1 0 0,1 0 0,1 0 1,1 0-1,1-1 0,16 32 0,-21-49-114,0 0 0,0-1 0,0 1-1,1-1 1,0 0 0,-1 0 0,1 0 0,1-1 0,-1 1 0,0-1 0,1 0-1,0 0 1,0 0 0,0-1 0,6 2 0,-3-1-323,0-1 1,0-1-1,1 1 1,-1-2-1,1 1 1,-1-1-1,1 0 1,-1-1-1,15-2 1,11-5-3383,50-20 0,-22 6-3388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6.6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54 5072,'0'0'4710,"-3"1"-3322,-23 13 8818,13-32-10122,11 6 2358,4-21-1976,20 29-152,-15 3-272,-1 1 1,1-1 0,-1 1 0,1 0 0,-1 1 0,0-1 0,1 1 0,-1 1 0,0-1 0,1 1-1,-1 0 1,0 0 0,0 1 0,10 6 0,-12-7-7,0 1-1,0 0 1,0 0-1,-1 0 1,1 0-1,-1 1 1,0-1-1,0 1 1,0 0-1,0 0 1,-1 0-1,1 1 1,-1-1-1,0 0 1,0 1 0,-1 0-1,1-1 1,-1 1-1,1 8 1,-1-1 38,-1 0 0,0 0 1,-1-1-1,0 1 0,0 0 1,-2-1-1,1 1 0,-1-1 1,-1 0-1,0 0 0,-11 20 1,-18 46 310,32-74 454,-7-23-669,7 18-169,0 0 0,0 1 1,0-1-1,1 0 0,-1 1 1,0-1-1,1 0 1,-1 0-1,1 0 0,0 1 1,-1-1-1,1-2 0,9-46 15,-9 48-91,6-30 112,-5 29-72,27 22-154,-21-12 194,0 0 0,0 1-1,-1 0 1,0 0-1,-1 0 1,0 1 0,0 0-1,4 12 1,3 7 64,11 44 0,-19-53-51,0 1 1,-1-1 0,-1 1-1,-1 0 1,-1 0-1,-1 0 1,0 0 0,-1 0-1,-2-1 1,-6 23 0,0-8 3,-2 0 0,-2-1-1,-1-1 1,-34 55 0,20-43 19,9-15 234,-26 53-1,45-80-157,6-3-96,0 0 0,0-1 0,0 0-1,0 0 1,0-1 0,-1 1 0,1-1 0,-1 0 0,0 0-1,0 0 1,0-1 0,5-5 0,-6 6-5,25-24 9,-1-1 0,-2-1 0,28-43 0,57-104-160,-84 133 73,130-232-288,-152 269 336,0 0 0,1 0 0,0 0 0,7-6 1,-3 2 84,-7 10-24,0 1-1,-1-1 1,1 1 0,-1 0-1,1 0 1,-1 0-1,1 0 1,-1 0 0,1 0-1,-1 0 1,0 0 0,0 0-1,0 1 1,0-1-1,2 2 1,0 5 73,0 0-1,0 0 1,-1 1-1,0-1 1,-1 0 0,0 1-1,1 13 1,1 11 144,14 168 643,4 27-1285,-17-211-45,0 0 1,1-1-1,0 0 0,1 0 1,1 0-1,15 24 1,-14-27-1103,1 0 0,20 22 0,-21-27-815,0-1 1,1 0-1,0 0 1,14 9-1,-4-7-7077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7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8 7757,'2'-7'2662,"-11"18"-452,-12 25 1138,-39 93 2272,2-3-2755,1 24-817,-57 233 0,106-347-2010,1 0 1,1 0-1,2 1 1,3 71-1,2-94-286,0-1 1,1 1-1,1-1 1,1 1-1,-1-1 0,2 0 1,0 0-1,1-1 1,0 0-1,0 0 0,2 0 1,-1-1-1,2 0 1,-1 0-1,1-1 1,15 13-1,-14-15-360,0 0-1,1 0 1,0-1 0,1 0-1,0-1 1,0-1 0,0 0 0,0 0-1,22 4 1,-17-6-1015,0-1 0,-1 0 0,1-1 0,20-2 1,16-2-5738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7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819 0 6725,'-4'1'434,"-1"1"0,0-1 1,0 1-1,1 0 1,0 1-1,-1-1 1,1 1-1,0-1 1,-5 5-1,4-3 104,5-3-432,-1 0-1,1 0 1,-1 0 0,1 0-1,-1 0 1,1 0 0,-1 0-1,1 0 1,0 0 0,0 0-1,0 0 1,-1 0 0,1 0-1,0 0 1,0 0 0,0 0-1,1 0 1,-1 0 0,0 0-1,0 0 1,1 1-1,0 4 271,4 45 1598,17 74 0,1 3-849,-13-50-827,-3 2-1,-4-1 0,-3 1 0,-4-1 1,-14 82-1,12-130-261,-2 0 0,-1-1 0,-1 0 1,-2 0-1,-1-1 0,-1-1 0,-2 0 0,-35 47 1,25-43-173,-1-1 1,-2-2 0,-2-1-1,0-1 1,-2-1 0,-46 27 0,36-28-750,-1-1 1,-2-2 0,-50 17 0,59-28-1756,1 0 0,-50 6-1,58-11-3460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3 360 5008,'0'0'11828,"0"-3"-11216,-2-6-337,2 0 1,-1 0-1,1 0 1,1-1-1,-1 1 1,5-16-1,19-59-177,-3 11 46,11-47 465,-46 131 121,7-1-619,0-1 1,1 1-1,0 1 0,0-1 0,1 1 0,0 0 1,1 0-1,1 0 0,-1 1 0,2-1 0,-3 21 0,2-2 1,2-1-1,1 1 0,5 47 1,2-39-999,2 0 0,17 45 0,-25-80 775,1 3-700,0 0-1,1-1 0,-1 1 1,1 0-1,7 8 0,-6-8-387,2 2-3356,7 1-1792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0 5553,'0'0'5588,"-3"17"-5536,0-2-368,9-1-800,7-3-1776,-7 9-993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0 10661,'-7'16'555,"3"-8"-179,1-1 0,-1 1 0,0-1 0,-1 0 0,1 0 0,-1-1 0,-1 0 0,1 0-1,-11 9 1,10-11 1,-4 3 257,0 1-1,0-1 1,1 2 0,0-1 0,0 1-1,1 0 1,0 1 0,-9 15-1,7-8-13,-8 14 515,1 0 1,-22 55-1,36-75-1030,-1 0 0,2-1-1,-1 1 1,2 0 0,-1 0 0,1 0-1,1 1 1,0-1 0,1 0 0,0 0 0,0 0-1,7 21 1,3-2-428,1-1 1,1 0-1,1-1 0,2 0 1,38 50-1,-38-58-751,1-1 0,1-1 0,1 0 0,30 22 0,-33-29-976,0-2-1,0 0 1,25 10 0,6-2-5902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1 6053,'1'16'1804,"0"1"1,-1 0 0,-3 17 0,2-17-674,-2 11-498,-2 1-1,0-2 1,-2 1 0,-1-1 0,-2 0 0,0 0 0,-18 31 0,13-30-773,-1-1 1,-2 0-1,0-2 0,-2 0 1,0-1-1,-34 30 0,25-31-2277,-56 33 0,51-34-990,-14 9-3856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0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398 1 10761,'0'0'5116,"-29"14"-1383,10 0-2901,0 1-172,-10-1-112,-12 14-108,6-5 60,4 0-256,-4 3-148,6 8-360,-6 0-660,3 4-1052,1-4-920,8 3-2077,14-3-3940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7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810 83 3596,'-32'-13'6848,"22"7"-7002,8 5 606,-28 0 759,25 2-962,2-1 733,2-1-946,1 1 0,-1-1 1,0 1-1,1-1 0,-1 1 0,1 0 1,-1-1-1,1 1 0,-1 0 0,0-1 1,1 1-1,-1 0 0,0 0 0,1 0 1,-1 0-1,0 0 0,1 0 0,-1 0 1,0 0-1,0 0 0,-1 0 135,1 0 0,0 0 0,-1-1-1,1 1 1,0 0 0,-1 0 0,1-1 0,0 1 0,0-1-1,-1 1 1,1-1 0,0 0 0,-2 0 0,-4-13 69,-16-19 3554,21 33-3608,1-1 0,-1 0 0,0 1 1,0-1-1,0 1 0,0-1 1,1 1-1,-1 0 0,0 0 1,0 0-1,0 0 0,0 0 0,-3 1 1,14 6-109,0 1 1,-1 0-1,0 1 1,0 0-1,-1 0 1,0 1-1,6 10 1,38 80 499,-44-84-513,21 46 424,-2 0-1,18 74 1,-32-91-295,-3 1 1,-2-1-1,-2 1 1,0 49-1,-8-11-16,-3 1 0,-4-1 0,-38 151 0,3-84-1028,-71 164 0,91-255 11,-2-1-1,-3-2 0,-3-1 0,-47 63 0,60-94 30,-1-1 0,-1 0 0,-1-2 0,-1 0 0,-1-2 0,0-1 0,-2-1 0,0-1 0,-1-1 0,-43 17-1,-11-8-3090,2-4-1804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2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3 16795,'-17'23'0,"51"-23"0,-51-23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431 29 8489,'13'-24'2328,"-10"20"3230,-3 7-4227,-16 44 1770,12-41-2887,1 1 0,1 0 0,0 0-1,0 0 1,0 0 0,0 1 0,1-1 0,1 0 0,-1 14-1,2-9-136,1 0 0,0 0 0,0 0 0,1-1 0,1 0-1,0 1 1,0-1 0,1 0 0,0-1 0,1 1-1,1-1 1,-1-1 0,1 1 0,1-1 0,0 0 0,0-1-1,19 15 1,-6-7-60,1-1-1,1-2 0,0 0 1,0-2-1,1 0 0,0-1 1,1-2-1,1 0 0,-1-2 1,1-1-1,43 3 1,-50-7-30,-1 0 0,0-2 0,0 0 0,1-1 1,-1 0-1,0-2 0,-1 0 0,1-1 0,-1-1 1,0-1-1,0 0 0,-1-1 0,0-1 0,0 0 1,-1-1-1,0-1 0,22-21 0,-21 15 35,4-3 10,0 0 0,29-21 0,-47 39 272,-3 7 188,-34 70 943,21-47-735,-18 50 0,-65 254 1966,-6 18-1181,-3-54-1294,-13-6 0,-163 290 0,255-529-191,7-9 0,-2-1 0,-2-1 0,-2-1 0,-47 55 0,66-86 0,-1-1 1,-1 1-1,1-1 1,-1-1-1,-1 0 1,1 0-1,-1-1 0,-20 9 1,25-13-2,1 0 0,0 0 1,0 0-1,0 0 0,-1-1 1,1 1-1,0-1 0,0 0 0,-1-1 1,1 1-1,0-1 0,0 0 1,-1 0-1,1 0 0,0 0 0,0-1 1,0 0-1,0 1 0,1-2 1,-1 1-1,0 0 0,1-1 0,0 1 1,-1-1-1,1 0 0,-3-4 1,-5-7-214,0 0 1,1-1-1,1 0 1,0-1-1,1 0 0,1 0 1,0-1-1,2 0 1,0 0-1,0-1 1,2 1-1,0-1 1,1 0-1,0-33 1,5-10-928,2 1-1,3 0 1,17-64 0,-4 36-2206,61-161 0,-20 109-2879,-2 21-2854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0 306 7041,'0'0'10609,"5"0"-10337,6 0-185,1 0 1,0-1-1,0 0 0,-1-1 1,1 0-1,-1-1 1,17-7-1,-23 8-65,1-1 0,-1 0 0,1-1 1,-1 1-1,0-1 0,0 0 0,-1 0 0,1-1 0,-1 1 0,0-1 0,0 0 0,0 0 0,-1 0 0,0-1 0,0 1 0,4-11 0,-2 2 7,45-128 779,-46 98-288,-4 41-50,1 7-208,1 30 14,-1 0-1,-5 44 0,1-37-243,3 56 0,5-11-1602,0 0-4804,-2-66 2528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7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6369,'-41'11'4712,"32"1"-3712,-4 2 468,3 6-1096,1 0-140,3 0-672,-1 3-536,4-3-2732,0 6-2337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0 11573,'-14'32'693,"9"-19"-217,-2 0-1,1 0 0,-2 0 0,1 0 0,-2-1 0,-10 11 0,9-11 56,1 0 0,0 1 0,0 1 0,2-1 0,-1 1 0,2 0 0,0 1 0,0 0 0,2 0 0,0 0 1,-3 20-1,6-23-429,0 1-1,1 0 1,1 0 0,0 0 0,0-1 0,2 1 0,-1 0 0,2-1 0,-1 0 0,2 1 0,0-2 0,0 1 0,14 21 0,-3-10-224,1 0-1,1-2 1,0 0 0,2-1-1,1-1 1,0-1 0,44 28-1,-30-24-1089,2-2-1,1-1 0,0-2 1,64 19-1,-84-32 82,-1 0 0,1-1 0,0-1 0,0 0 0,24-2 0,21-2-5449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2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715 0 8073,'0'0'3833,"-1"5"-2063,-12 67 1721,-32 103 0,39-155-3250,-20 69 63,-4-1 1,-4-2 0,-4-2-1,-4-1 1,-3-2 0,-60 81-1,-53 34-4587,39-80-4026,66-70 854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3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1416 63 7045,'1'-3'141,"-1"2"4,0 0 1,1-1-1,-1 1 0,0-1 1,1 0-1,-1 1 0,0-1 1,0 1-1,0-1 0,-1 1 1,1-1-1,0 1 0,0-1 0,-1 1 1,1-1-1,-1 1 0,0-1 1,1 1-1,-1 0 0,0-1 1,0 1-1,0 0 0,0 0 1,0-1-1,-2-1 0,1 2 1613,-14-18 4373,27 94-4175,67 368 4600,-24-221-4792,27 240-1,-63-291-1279,-7 2 0,-12 179 0,-3-288-419,-2-1 0,-4 0-1,-2-1 1,-3 0 0,-2-1 0,-46 105-1,45-129-93,-1 0 0,-3-1 0,0-1 0,-3-1-1,0-1 1,-2-1 0,-2-1 0,-1-2 0,-1-1-1,-1-2 1,-47 31 0,30-29-325,-2-2 1,0-2-1,-2-2 1,0-2-1,-65 14 0,39-17-783,0-3 0,-1-3-1,-84-1 1,116-9-852,-89-12 0,103 6-2008,-51-16 1,12-7-6825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4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13 112 11753,'-9'-14'2140,"5"-15"2581,11 12-3797,9 6-184,12-4-112,10 7-164,10-1-124,6 4-196,9 2-432,10 3-452,4 3-696,2 5-612,-3 1-773,-9-6-1355,-4 14-3185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4.4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33 144 7325,'-23'3'2380,"14"-9"7453,18-11-9109,17-3-140,15 11-228,16-2-456,3-3-636,13-6-1084,-3 0-1101,7 8-1627,11-5-3545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6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64 178 6341,'0'0'3759,"-5"-2"-1834,-14-6 659,14 6 1665,-17-1-2202,10 0 1491,12 0-1387,21-6-725,41-4-1101,513-48 1307,-482 54-1512,-9 0-44,268-28 332,-348 34-389,1 0 0,0-1-1,-1 1 1,1-1-1,7-4 1,-2 1-30,-34 2-1745,-3-1-3358,25 5 4482,1-1 0,0 0 0,-1 1-1,1-1 1,0 0 0,0 1 0,-1 0 0,1-1-1,0 1 1,0 0 0,0 0 0,0-1 0,0 1-1,0 0 1,0 0 0,0 0 0,0 0 0,-1 2-1,-7 11-8183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7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472 105 4896,'0'0'3080,"0"-2"-1629,-15-56 5601,14 55-5125,-1 1-1145,-38-37 2917,38 39-3659,1 0 0,0 0 1,0 0-1,0 0 0,0 0 0,0 1 0,-1-1 0,1 0 0,0 1 0,0-1 0,0 1 0,0-1 0,0 1 0,0-1 0,0 1 0,-1 1 0,1-2 40,-1 2-26,0-1 0,0 0-1,0 0 1,0 1 0,0-1-1,1 1 1,-1 0 0,0-1-1,1 1 1,0 0 0,-1 0-1,1 0 1,0 0 0,0 0-1,0 0 1,0 1 0,-1 2-1,1 0-1,0 0 0,1-1 0,0 1 1,-1 0-1,1 0 0,1 0 0,-1-1 0,2 7 0,1 2 10,1-1 0,0 1 0,1-1 0,0 0 0,8 14 0,-7-17-21,1 0-1,0-1 1,0 1 0,0-1-1,1-1 1,0 0-1,1 0 1,-1 0 0,17 8-1,8 3 57,49 18-1,-54-25-155,-1-2 1,1-1-1,1-1 1,0-1 0,-1-2-1,2-1 1,-1-1-1,0-1 1,0-2-1,52-7 1,-73 6 43,0 0 0,1 0 1,-1-1-1,-1 0 0,1 0 0,0-1 1,-1 0-1,0 0 0,0-1 0,0 1 1,0-2-1,-1 1 0,0-1 0,0 0 1,0 0-1,-1-1 0,0 0 0,0 0 1,6-11-1,0-8-6,0-1 1,-2 1-1,-1-2 1,9-55-1,-16 80 766,-4 5-654,-1-1-1,1 1 1,0 0-1,0 0 1,0 1-1,0-1 0,1 0 1,-1 1-1,1 0 1,-1 0-1,1 0 1,0 0-1,-2 4 0,-10 18 373,2 1-1,1 0 0,1 0 0,1 1 0,-9 48 1,5-23 169,-53 232 1666,-74 348-2250,-63 239-57,192-830 9,-2-1 0,-2-1 0,-1 0 0,-38 64 0,47-92 0,0 0 0,-1 0 0,-1-1 0,0 0 0,0 0 0,-1-1 0,0 0 0,0-1 0,-1 0 0,0-1 0,-1 0 0,1 0 0,-1-2 0,-1 1 0,1-2 0,-1 1 0,0-2 0,-25 5 0,26-7 1,0 0 0,0 0 1,0-2-1,0 1 0,0-1 0,0-1 0,0 0 1,0-1-1,1 0 0,-1-1 0,1 0 0,-21-11 1,23 9-8,1 0 1,-1-1 0,1 0 0,0 0 0,0-1-1,1 0 1,0 0 0,1 0 0,-1-1-1,2 0 1,-1-1 0,1 1 0,1-1 0,-6-17-1,4 7-208,2-1 0,0 0 0,1 1 0,1-1 0,1 0 0,1 0-1,1 0 1,1 0 0,0 0 0,2 0 0,0 0 0,8-20 0,7-12-536,1 0 1,3 1 0,37-61-1,-20 49-131,3 1 1,2 3-1,2 1 0,4 2 0,1 3 1,3 2-1,111-81 0,-22 32-2597,-47 39-2297,-29 22-1865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9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0 5993,'0'0'5026,"1"5"-3339,2 3-1100,-1 1 0,0 0-1,0 0 1,-1 0 0,-1 0 0,1 0 0,-1 0 0,-1 0 0,0 0 0,-3 13 0,-4 12 255,-18 48 0,3-13 252,-81 236 1299,89-258-2057,-14 68 1,12-42-145,11-47-132,1 0 0,1 1 1,1-1-1,1 35 0,2-50-33,1 1-1,0-1 1,1 1-1,0 0 1,1-1-1,0 0 1,1 0 0,0 0-1,0 0 1,2-1-1,-1 1 1,9 11-1,-10-18-23,1 1-1,0-1 1,-1 0 0,1 0-1,1-1 1,-1 1-1,1-1 1,-1 0-1,1-1 1,0 1-1,0-1 1,0-1-1,0 1 1,0-1-1,0 0 1,1 0 0,-1 0-1,0-1 1,10-1-1,-3 1-30,0-1-1,-1-1 0,1 0 1,0-1-1,0 0 1,-1-1-1,0-1 0,18-8 1,17-17-137,-1-3 1,-2-1-1,51-51 1,-59 53 14,-34 30 117,8 18 144,-7-8-80,0 0 1,0 1-1,-1-1 0,-1 1 0,1-1 0,-1 1 0,0-1 1,-1 1-1,-1 12 0,1 8 29,1-4-13,1 0-1,1 0 1,12 43-1,-12-59-20,0 1-1,1-1 0,0 0 1,1-1-1,0 1 0,0-1 0,1 0 1,0 0-1,0-1 0,1 1 0,0-1 1,13 10-1,-12-12-14,0 1 1,0-2-1,1 1 0,0-1 1,-1-1-1,1 1 0,0-2 0,1 1 1,-1-1-1,0 0 0,1-1 1,-1 0-1,1-1 0,-1 0 0,16-2 1,-17 1-11,1-1-1,-2 1 1,1-2 0,0 1-1,0-1 1,-1 0 0,1-1 0,-1 1-1,0-2 1,0 1 0,-1-1 0,1 0-1,-1 0 1,0-1 0,0 1 0,-1-1-1,1-1 1,5-9 0,-4 4-99,-1-1-1,-1 0 1,0 0 0,0 0 0,-1 0 0,-1-1 0,-1 1 0,1-1-1,-2 0 1,0 0 0,-1 1 0,0-1 0,-1 0 0,-4-17-1,1 8-349,-1 1-1,-2-1 0,0 1 0,-1 1 1,-2 0-1,0 0 0,-24-37 0,22 43-757,0 1 0,-26-24 0,-5-6-7132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675 21 9421,'-4'-3'433,"-1"0"0,0 1 1,1 0-1,-1-1 0,0 2 0,0-1 1,0 1-1,0 0 0,-1 0 0,1 0 1,0 0-1,0 1 0,-9 1 0,6 0-30,-1 0-1,1 1 0,-1 0 1,1 0-1,0 1 0,0 0 1,-14 8-1,10-4-198,0 1 0,1 0 0,-1 1 0,2 0 0,-1 0 0,1 1 1,1 1-1,0 0 0,0 0 0,-7 14 0,13-20-161,0 1 0,1 0 1,-1 0-1,1 1 0,0-1 0,1 0 1,0 1-1,0-1 0,0 1 0,1-1 1,0 1-1,0-1 0,0 1 0,1-1 1,0 1-1,3 10 0,-3-13-33,1-1-1,-1 0 1,1 1 0,0-1-1,0 0 1,0 0 0,0 0-1,1 0 1,-1 0-1,1-1 1,-1 1 0,1-1-1,0 1 1,0-1-1,0 0 1,1 0 0,-1-1-1,0 1 1,1-1 0,-1 1-1,1-1 1,-1 0-1,1 0 1,-1-1 0,1 1-1,0-1 1,0 0 0,-1 0-1,1 0 1,4-1-1,-2 0 30,0-1-1,0 1 1,-1-2-1,1 1 1,-1 0-1,0-1 1,0 0-1,1 0 1,-2-1-1,1 0 1,4-4-1,0 1 16,-4 2 41,-1 0 0,0-1 0,0 1 0,0-1 0,-1 0 0,0 0 0,0-1 0,0 1 0,-1-1 0,0 1 0,0-1 0,1-10 0,3-6 423,-6 23-479,0 0 1,0 0 0,0 0 0,0 0 0,0 0 0,0 0 0,0 0 0,0 1 0,1-1 0,-1 0 0,0 0 0,0 0 0,0 0-1,0 0 1,0 0 0,0 0 0,0 0 0,0 0 0,1 0 0,-1 0 0,0 0 0,0-1 0,0 1 0,0 0 0,0 0 0,0 0-1,0 0 1,0 0 0,1 0 0,-1 0 0,0 0 0,0 0 0,0 0 0,0 0 0,0 0 0,0 0 0,0 0 0,0-1 0,0 1-1,0 0 1,0 0 0,0 0 0,0 0 0,1 0 0,1 21 647,-2 35-99,0-54-516,11 302 1876,1 3-1213,-14-179-535,-18 130 0,11-194-159,-3-1-1,-3-1 1,-2 0-1,-27 62 1,35-102-33,-2 0 0,-1-1-1,0 0 1,-1-1 0,-1-1 0,-1 0 0,-1-1 0,-20 18 0,23-24-5,0-1 0,-1-1-1,-1-1 1,0 1 0,0-2 0,0 0 0,-1-1 0,0-1 0,-1-1 0,1 0 0,-34 5 0,44-9-5,0 0 0,-1-1-1,1 1 1,0-2 0,0 1 0,0-1 0,0 1 0,0-2-1,0 1 1,0-1 0,0 0 0,1 0 0,-1 0 0,1-1-1,-1 0 1,-9-7 0,10 6-20,1-1-1,0 1 0,0-1 1,0 0-1,0-1 1,1 1-1,0 0 0,0-1 1,0 0-1,1 0 1,0 0-1,0 0 0,0 0 1,1 0-1,0 0 1,-1-9-1,2-3-197,0 1-1,2 0 1,-1-1 0,2 1-1,0 0 1,2 0 0,-1 1-1,2-1 1,11-23 0,8-9-1121,50-78 1,-26 56-1305,88-99-1,5 26-5037,-41 55-1841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0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498 37 6241,'-45'-27'2334,"42"26"-1887,0-1-1,0 1 0,1 0 0,-1 0 1,0 0-1,0 0 0,0 1 0,-3-1 0,2 1-264,0 0 0,1 0 0,-1 0-1,0 1 1,1-1 0,-7 3 0,3-1 432,0 0-255,0 0 0,0 1 1,0-1-1,0 2 0,1-1 0,-1 1 0,1 0 1,0 0-1,0 1 0,1 0 0,-9 8 1,1 3 439,0 0 0,-21 34 1,5 1 188,3 1 0,2 1 1,2 1-1,-15 61 0,8-2 304,-16 124-1,31-131-934,5-1 1,5 2-1,4-1 0,5 0 0,4 0 0,33 150 1,-20-161-659,46 121 0,-51-173-409,2-1 0,1 0 0,3-2 0,52 72 0,-55-87-347,0-2 0,2 0 0,0-2 0,51 38 0,-50-44-1208,1-1 0,1-1 1,33 13-1,20 3-7467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1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221 0 5893,'-3'9'662,"1"-5"-380,1 0 0,0-1-1,0 1 1,0 0 0,1 0 0,-1 0 0,1 0 0,0 0-1,0 0 1,0-1 0,1 1 0,-1 0 0,1 0 0,0 0-1,2 4 1,3 20 833,-1-1-1,-1 1 0,-1 0 1,-2 51-1,-18 138 2009,-86 409 0,87-562-3008,-79 394 676,93-448-739,1 0 1,0 1-1,1-1 1,0 0-1,0 0 1,3 13-1,-2-21-41,-1 0 0,1 1 0,0-1-1,0 0 1,0 0 0,0 0 0,0 0 0,0 0 0,1 0 0,-1 0-1,1 0 1,-1 0 0,1 0 0,0-1 0,0 1 0,-1-1 0,1 1-1,0-1 1,0 0 0,1 0 0,-1 0 0,0 0 0,0 0 0,0 0 0,1-1-1,-1 1 1,0-1 0,1 0 0,-1 1 0,0-1 0,1 0 0,-1 0-1,3-1 1,14-1 4,-1 0-1,0-1 0,0-1 0,0-1 1,23-9-1,90-45 87,-39 17-134,-68 32 22,171-68-53,-154 64 50,2 2 1,74-13-1,-102 24 71,0 0 0,-1 0 0,1 1-1,-1 1 1,1 1 0,-1 0 0,18 5-1,-25-5 29,0 0 1,0 0-1,-1 1 0,1 0 0,-1 1 0,1-1 0,-1 1 0,0 0 0,-1 1 0,1-1 0,-1 1 0,0 0 0,0 1 0,0-1 0,-1 1 0,4 7 0,0 2 83,-1 0 0,-1 0 0,-1 1-1,0 0 1,-1 0 0,4 25 0,0 103 405,-8-103-1117,2 0-1,9 49 0,11 1-2991,-13-62-244,2 4-3680,-2-8-1356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286 490 7225,'0'0'6993,"-3"14"-4151,-10 28-1407,-1-2 0,-2 0 0,-1 0 0,-30 47 1,1 0-20,17-28-478,-41 124 0,62-157-826,1 0-1,2 1 0,0 0 0,2 0 1,1 0-1,2 0 0,3 45 1,-1-62-87,-1 1 0,1-1 0,1 1-1,0-1 1,1 0 0,0 0 0,0 0 0,1-1 0,0 1 0,1-1 0,8 11 0,-9-16-23,-1 1 0,1-1-1,0 0 1,0 0 0,1 0 0,-1-1 0,1 0-1,-1 0 1,1 0 0,0-1 0,0 0-1,1 0 1,-1-1 0,0 1 0,0-1-1,1-1 1,-1 1 0,1-1 0,-1 0 0,9-2-1,3 0-127,-1-2-1,-1 0 1,1-2-1,-1 1 0,0-2 1,0 0-1,0-1 1,-1-1-1,0 0 0,-1-1 1,0 0-1,22-23 1,-14 12-207,-1-2 0,-1 0 0,-1-1 0,-1-1 0,-1-1 0,21-42 0,-6-5-222,-3-1 1,-3 0-1,-3-2 1,12-80-1,-25 92 316,-2 0-1,-3-1 1,-4 1 0,-2-1-1,-12-84 1,10 125 196,-2 1 1,-1-1 0,-1 1-1,-1 0 1,-18-35-1,23 52 49,0 0-1,-1 0 1,1 0-1,-1 0 1,-1 1-1,1 0 1,-1 0-1,0 0 1,0 0-1,-1 1 1,1-1-1,-1 2 1,0-1-1,0 0 0,-1 1 1,1 0-1,0 1 1,-1 0-1,0 0 1,0 0-1,1 0 1,-1 1-1,0 1 1,-13-1-1,6 2 65,1 0-1,0 2 0,0-1 1,0 2-1,1-1 0,-1 2 1,1 0-1,0 0 1,0 1-1,0 1 0,-14 10 1,10-5-26,1 1 1,1 0 0,0 1 0,1 0 0,0 2 0,2-1 0,-1 1 0,2 1 0,0 0-1,1 0 1,1 1 0,0 0 0,2 1 0,0 0 0,1 0 0,1 0 0,0 0-1,2 0 1,0 1 0,1 0 0,1-1 0,1 1 0,1-1 0,1 1 0,0-1-1,1 0 1,2 0 0,0 0 0,0-1 0,2 1 0,11 18 0,-4-12-71,1-1 1,1-1 0,1 0 0,2-1 0,0-1-1,1-1 1,1-1 0,0-1 0,2-1-1,0 0 1,39 18 0,-35-22-789,0-1-1,1-1 1,0-2 0,1-1 0,0-1-1,47 4 1,-60-10-981,0-1 0,-1-1 0,22-3 0,8-2-4759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4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53 5697,'0'-1'185,"0"0"1,-1 1 0,1-1-1,0 0 1,0 0 0,0 0-1,0 0 1,0 0 0,0 0-1,0 1 1,0-1 0,0 0-1,1 0 1,-1 0 0,0 0-1,1 0 1,-1 1 0,0-1-1,1 0 1,-1 0 0,1 1-1,-1-1 1,1 0 0,-1 1-1,1-1 1,1-1 0,23-19 3673,-15 13-2708,-9 8-1087,1-1-1,-1 1 1,0 0-1,0 0 1,0 0-1,0 1 1,0-1-1,0 0 1,0 0-1,0 1 1,0-1-1,1 0 1,-1 1 0,0-1-1,0 1 1,1 0-1,0 0 97,5 2-29,0 1 0,-1-1-1,1 1 1,-1 0 0,0 0-1,0 1 1,0 0 0,-1 0 0,0 0-1,0 1 1,0 0 0,0 0-1,-1 0 1,0 0 0,0 1 0,-1 0-1,5 13 1,-1-4 27,-1 1 0,-1 0 0,-1 0 0,0 0 0,-1 0 0,1 32 0,-5-22-30,-1 0 1,-1 0-1,-2 0 1,-13 46-1,0-21 18,-31 67 1,7-11 100,41-105-215,4-2 8,2 0-36,1-1 1,-1 1 0,0-1-1,1 0 1,-1 0 0,1 0 0,-1-1-1,1 0 1,-1 0 0,0 0-1,0-1 1,1 0 0,-1 0 0,0 0-1,4-3 1,14-7 3,-2-1 1,21-15-1,14-17-18,-3-3-1,-1-2 0,45-58 1,-94 106 29,-1 0 1,1 0-1,0 0 1,-1 0 0,1 0-1,0 0 1,0 1-1,0-1 1,1 1-1,-1 0 1,0 0 0,0 0-1,5 0 1,-7 1-8,1 0-1,-1 0 1,0 0 0,0 0 0,0 1 0,0-1 0,0 0 0,0 1 0,0-1 0,0 1 0,0-1 0,0 1-1,0-1 1,0 1 0,0 0 0,0 0 0,0-1 0,-1 1 0,1 0 0,0 0 0,-1 0 0,1 0 0,0 0-1,-1 0 1,1 0 0,-1 0 0,0 0 0,1 0 0,-1 0 0,0 0 0,1 0 0,-1 0 0,0 2 0,3 40 156,-3-40-152,-9 233 331,8-192-628,0-19-1008,1 0 0,6 43 0,5-43-3311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2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240 1 3184,'0'0'4853,"-2"1"-4575,-3 2 115,1-1 0,1 1 0,-1 0 0,0 0 0,1 1-1,-1-1 1,1 1 0,0 0 0,0-1 0,1 1-1,-1 0 1,1 1 0,0-1 0,-2 6 0,-2 9 478,0-1-1,-3 28 1,-5 15 392,-6 5-116,-61 211 1754,65-212-2604,3 0-1,3 1 1,-3 119-1,13-143-277,2-1 1,2 0-1,2 0 0,1 0 0,3-1 0,1 0 1,21 51-1,-15-52-381,2-1 0,2-1 0,1-1 0,2-1-1,2-1 1,0-1 0,45 42 0,-45-51-675,2-1 0,1-1-1,46 26 1,-44-32-851,0-1-1,1-1 1,62 17-1,-10-10-3998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3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8 4368,'-21'-8'4650,"50"24"3196,-6 4-8311,-14-9 738,0 1 1,-1 0-1,-1 0 1,0 1-1,0 0 0,-2 0 1,1 1-1,-2 0 1,0-1-1,0 2 1,-1-1-1,-1 0 0,-1 1 1,0-1-1,0 1 1,-2-1-1,0 1 1,-4 23-1,-2-12-119,-2 1 0,0-2-1,-2 1 1,0-1 0,-2-1 0,-1 0 0,-1 0 0,-1-2-1,0 0 1,-2-1 0,-1 0 0,-29 24 0,-25 14-1636,-3-2 1,-107 59 0,32-21-6013,78-46-1178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7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9 6201,'-12'-2'2293,"-20"-3"10239,13 4-7947,25 1-3834,491 24 2368,270 37-2237,122 8-518,-648-55-351,234 6-3262,-417-26-427,-47 2-427,-31 1-2127,-21 2-4268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0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7037,'0'0'10265,"-9"9"-8493,6-5-1647,1-1 1,1 0 0,-1 1 0,0 0-1,1-1 1,0 1 0,0 0 0,0 0-1,0-1 1,1 1 0,-1 0 0,1 0-1,0 0 1,0 0 0,1 4 0,8 57 431,-3-44-467,1 0 0,0 0 1,1-1-1,2-1 1,0 1-1,1-1 0,0-1 1,2 0-1,0-1 1,1 0-1,1-1 0,20 17 1,-15-16-70,0-1 1,1-1-1,1-1 0,1 0 1,0-2-1,0-1 0,1 0 1,1-2-1,42 11 0,-56-19-13,0 0 0,-1 0 0,1-1 0,-1 0 0,1-1 1,11-2-1,-12 1-2,-2 0-5,1 0 0,-1 0 0,0-1 0,0 0 0,0-1 0,0 0 0,-1 0 0,1-1 0,-1 0 0,0 0 1,-1 0-1,1-1 0,-1 0 0,0-1 0,0 1 0,-1-1 0,5-8 0,3-2-4,-1-1 0,-1 1 0,0-2 0,-2 0 0,0 0 0,-1-1 0,6-22 0,-13 37-4,0 1-1,1-1 0,0 0 0,0 1 1,0-1-1,1 1 0,-1 0 0,5-6 0,-4 7 35,-7 5 48,-2 3-5,-1 0 0,1 1-1,-1-1 1,2 1 0,-1 1 0,1-1 0,0 1 0,0 0 0,0 0 0,1 0-1,-4 11 1,-7 17 427,-12 47-1,8-23-24,-71 171 346,-9-5 0,-162 267 0,233-444-737,17-27-33,-1 0 1,-1 0 0,-1-2 0,-1 1 0,-26 26 0,38-44 12,-19-11-31,20 8-26,0-1 0,0 1-1,0-1 1,1 0 0,-1 0-1,0 1 1,1-1 0,-1 0-1,1 0 1,0 0 0,-1-1-1,1 1 1,0 0 0,0 0-1,1-1 1,-1 1 0,0 0-1,1-1 1,-1 1 0,1-1-1,0 1 1,0-5 0,0-3 3,0 0 0,1 0 1,1 0-1,3-17 1,2 6-225,1 0-1,0 1 1,2-1 0,0 2 0,1-1 0,1 2 0,22-27 0,113-112-3258,-138 147 3201,116-108-4335,-37 46-1822,-12 19-2524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0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1023 12 5657,'-10'-11'3738,"21"38"-538,47 200 3948,-42-174-6660,-3 1 1,-1 0-1,-3 0 0,-2 2 1,-3-1-1,-4 82 0,-3-103-373,-1 0 0,-1 0 0,-3-1 0,0 0 0,-2 0 0,-1-1 0,-2-1 0,-1 0 0,-2 0 0,-1-2 0,-37 51 0,8-26-274,-3-1 1,-1-3 0,-4-2-1,-114 80 1,-43 5-2444,-7-10-3427,134-77 2449,-15 7-4974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9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 55 4920,'0'-1'103,"0"0"0,0 0 0,0 0 0,0 0 0,0 0-1,0 0 1,0 1 0,0-1 0,1 0 0,-1 0-1,0 0 1,1 0 0,-1 0 0,1 0 0,-1 0-1,1 1 1,-1-1 0,1 0 0,-1 0 0,1 1-1,0-1 1,-1 0 0,1 1 0,0-1 0,0 1 0,0-1-1,-1 1 1,3-1 0,34-13 5283,-32 13-4660,-1 0 0,0 0 0,1-1 0,-1 0 0,0 0-1,0 0 1,7-4 0,-13 9-532,1-1 1,0 1-1,0 0 0,0 0 0,0-1 1,1 1-1,-1 0 0,1 0 0,-1 0 1,1 5-1,-2 10 469,-41 101 2637,-14 53-998,3-11-1262,41-117-795,-31 135-698,40-159-104,2 0 0,0 0 0,1 0 0,2 0 1,0 0-1,0 0 0,6 21 0,-5-33 8,0-1-1,1 0 1,0 0-1,0 0 1,1 0-1,-1 0 1,9 10-1,23 21-6352,1-7-2690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9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0 183 7717,'14'-11'1355,"-11"7"-593,1 1 0,0 0 0,0 0 0,0 0 0,0 0 0,0 1 0,1-1 0,-1 1 0,1 0 0,7-2 0,97-19 1672,-30 5-1793,-50 13-480,20-4-133,69-21-1,-48 10-1486,-26 8-954,-3-2-3352,-24 5-2359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1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357 72 5412,'-2'-6'951,"1"0"0,0 0 0,0-1-1,0 1 1,1-1 0,0 1-1,0 0 1,2-12 0,-1 15 3174,9 12-2418,-9-8-1633,0 0 0,0 1-1,0-1 1,0 1 0,-1-1 0,1 1-1,0 0 1,-1-1 0,1 1 0,-1 0-1,0-1 1,1 1 0,-1 0 0,0-1-1,0 1 1,0 0 0,0 0 0,0-1-1,-1 1 1,1 2 0,-12 38 849,8-30-587,-14 39 1124,-2 0 0,-48 85 0,-10 22-74,62-119-1194,-23 51 342,4 2 1,-25 106 0,53-168-560,1 1 1,2-1-1,1 1 1,1 0-1,2 0 1,1 0-1,2 0 0,1-1 1,1 1-1,1-1 1,12 32-1,-8-38-310,1 0-1,1-1 1,1-1 0,1 0-1,1-1 1,1 0 0,1-2-1,0 0 1,2 0 0,0-2-1,24 17 1,5 1-2441,3-3 1,0-2-1,98 42 1,15-8-8991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6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468 15 6373,'6'-14'7096,"-8"16"-5692,-14 17 316,0 1 0,-19 33 0,-29 52 910,-29 51 61,50-65-1515,-42 132-1,-10 104-509,88-297-1053,0 1-1,2 0 1,2 0 0,0 0 0,3 34 0,1-47-284,1-1 0,1 0 0,0 0 0,1 0-1,1-1 1,0 1 0,1-1 0,1 0 0,1-1 0,15 25 0,-19-35-54,0 0-1,0 0 1,0-1 0,0 1 0,1-1 0,0 0 0,0 0-1,0-1 1,0 0 0,9 5 0,23 9-6980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7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0 10629,'-25'32'2471,"1"1"-1,2 2 1,-29 56-1,44-76-2281,1 0 0,0 1 1,1-1-1,1 1 0,0 0 0,1 1 0,1-1 0,1 0 0,0 1 0,1-1 0,4 30 0,-2-38-163,0 1-1,1 0 1,0-1-1,0 0 1,1 0-1,0 0 1,1 0-1,-1 0 1,2-1-1,-1 0 1,1 0-1,0 0 1,0-1-1,1 0 1,0 0 0,0-1-1,0 0 1,1 0-1,-1 0 1,12 4-1,-6-3-55,1-1 0,-1 0 0,1-1 0,0-1 0,0 0 0,1-1 0,-1 0 1,0-1-1,1-1 0,-1 0 0,0-1 0,15-3 0,-20 2-9,-1 0 1,1-1 0,-1 0-1,0-1 1,0 1 0,0-2-1,-1 1 1,1-1 0,-1 0-1,0-1 1,-1 1 0,1-2-1,-1 1 1,0-1-1,-1 1 1,1-1 0,-1-1-1,-1 1 1,1-1 0,3-9-1,-5 8 20,1 1-1,-1-1 1,0 0-1,-1 0 0,0 0 1,-1-1-1,0 1 1,0 0-1,-1-1 1,0 1-1,0 0 0,-1 0 1,-1-1-1,1 1 1,-1 0-1,-1 0 0,0 0 1,-6-13-1,1 9 18,0 1 1,-1 1-1,0 0 0,0 0 0,-1 0 0,-1 1 0,0 1 1,0 0-1,0 0 0,-16-7 0,9 6-152,0 0-1,0 2 1,-1 0 0,0 1-1,-1 1 1,-30-5 0,43 10-266,0 0-1,0 1 1,0 0 0,0 0 0,0 1 0,0 0 0,1 0 0,-1 0 0,-9 4 0,-10 9-5247,7 0-2130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7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878 48 7473,'-8'-6'607,"0"0"1,-1 1-1,1 0 1,-1 1-1,0 0 1,-1 0-1,1 1 1,0 0-1,-1 1 1,0 0-1,0 0 1,1 1-1,-1 0 1,-18 2 0,2 3-124,0 1 0,0 1 1,1 1-1,0 2 1,0 0-1,1 2 0,0 0 1,-34 23-1,47-26-427,1 0-1,0 1 0,1 0 1,0 0-1,1 1 0,0 0 1,0 1-1,1 0 0,0 0 0,1 0 1,0 1-1,1 0 0,0 0 1,1 0-1,1 1 0,0 0 1,0-1-1,1 1 0,1 0 1,0 0-1,1 0 0,0 0 1,1 0-1,6 25 0,-5-30-42,0 0 0,1-1-1,0 1 1,1-1-1,-1 0 1,1 0-1,1 0 1,-1 0 0,1-1-1,1 0 1,-1 0-1,1 0 1,0-1-1,0 0 1,13 9 0,-14-12-10,1 1 1,-1 0-1,1-1 1,0 0 0,0 0-1,-1-1 1,1 0 0,0 0-1,0 0 1,1-1 0,-1 0-1,0 0 1,0 0 0,0-1-1,0 0 1,0 0 0,0 0-1,0-1 1,-1 0-1,1 0 1,8-5 0,9-7 11,-1-1 0,-1-1 0,-1-1 1,0-1-1,33-39 0,-38 41 3,-14 15-14,0 0-1,0-1 0,-1 1 0,2 0 0,-1 0 0,0 0 0,0 1 0,0-1 0,0 0 1,1 0-1,-1 1 0,0-1 0,1 1 0,-1-1 0,0 1 0,3-1 0,-3 1 2,0 0-1,-1 0 0,1 0 0,0 1 0,-1-1 0,1 0 0,-1 1 1,1-1-1,-1 0 0,1 1 0,-1-1 0,1 1 0,-1-1 1,1 0-1,-1 1 0,1-1 0,-1 1 0,0 0 0,1-1 0,-1 1 1,0-1-1,1 1 0,-1 0 0,0-1 0,0 1 0,2 7 39,-1-1-1,1 0 1,-2 1-1,1 12 0,-1-13-40,0 45 168,-2 0 0,-3 0 1,-15 70-1,-51 149 179,49-200-300,-3 0 0,-3-2 1,-4 0-1,-2-3 0,-83 121 1,93-156-26,-2-1 1,-44 42-1,51-56 0,0 0 0,-1-2-1,0 0 1,-1-1 0,-28 13-1,35-20-16,0-1-1,-28 7 0,38-11-2,1-1 0,-1 1 0,1 0 0,-1-1 0,0 0 0,1 0 0,-1 0-1,1-1 1,-1 1 0,0-1 0,1 1 0,-1-1 0,1-1 0,-1 1 0,1 0 0,0-1-1,-5-2 1,5 1-5,2 0-1,-1 0 1,0 0-1,1 0 0,-1 0 1,1 0-1,0-1 1,0 1-1,0 0 0,0-1 1,1 1-1,-1 0 1,1-1-1,0 1 1,1-7-1,-1 0-5,1 1 0,1-1 0,-1 1 0,2-1-1,-1 1 1,1 0 0,1 0 0,0 0 0,9-16 0,6-4-142,30-37 1,-42 58 104,63-79-922,5 4-1,3 3 1,92-73 0,-100 98-1204,2 3-1,97-51 1,-89 60-2172,-6 5-2441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9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0 4912,'0'0'6828,"0"3"-5958,-2 6-325,2-3-128,-1 0-1,-1 0 0,1-1 0,-1 1 0,0 0 0,0-1 0,-1 0 1,1 1-1,-5 5 0,-21 24 1515,27-32-625,0 1-1124,0 0-1,-1 0 1,1-1-1,-1 1 1,1 0 0,-5 5-1,0 0 173,0-1-1,-1 0 1,0 0-1,0-1 0,-11 9 1,-10 10 415,-12 20 215,1 2-1,3 1 1,2 2 0,-53 106-1,52-80-565,4 0 1,4 2-1,-20 88 0,40-133-388,1 1 0,2-1-1,1 1 1,1 0 0,3 0 0,0 0-1,3-1 1,0 1 0,3-1 0,15 50-1,-14-61-353,0 0-1,2 0 0,1-1 0,1-1 0,1 0 1,0 0-1,2-2 0,0 1 0,2-2 0,0 0 0,0-1 1,2-1-1,0-1 0,1 0 0,34 19 0,-19-17-1125,0-2-1,0-1 1,70 18-1,44-7-6973,-58-18-802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9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294 0 7737,'1'1'161,"0"-1"0,-1 0 0,1 0 1,0 1-1,-1-1 0,1 0 0,-1 1 0,1-1 1,0 0-1,-1 1 0,1-1 0,-1 1 0,1-1 1,-1 1-1,1-1 0,-1 1 0,1-1 0,-1 1 1,0 0-1,1-1 0,-1 1 0,0 0 1,1-1-1,-1 1 0,0 0 0,0-1 0,0 1 1,0 0-1,0 0 0,0-1 0,0 2 0,-12 21 5662,4-10-5982,-57 81 4431,40-61-3365,2 1 0,2 1 0,-19 42 0,-33 116 393,62-156-1929,2 0 1,2 1-1,-4 53 0,11-88 514,-2 90-4063,12-29-4639,4-15-333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0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92 5877,'0'0'174,"-1"0"1,1-1 0,0 1-1,0 0 1,0 0 0,-1-1 0,1 1-1,0 0 1,0-1 0,0 1 0,0 0-1,0-1 1,0 1 0,0 0 0,0 0-1,0-1 1,0 1 0,0 0-1,0-1 1,0 1 0,0 0 0,0-1-1,0 1 1,0 0 0,0-1 0,0 1-1,0 0 1,1-1 0,-1 1 0,0 0-1,0 0 1,0-1 0,0 1-1,1 0 1,-1 0 0,0-1 0,0 1-1,1 0 1,-1 0 0,0 0 0,1-1-1,-1 1 1,0 0 0,0 0 0,1 0-1,-1 0 1,0 0 0,1 0 0,-1 0-1,31-12 2542,37-2-2033,122-1 628,-86 9-999,147-1 279,-37 1-3888,-209 6 2575,1-1 0,0 0 0,-1-1 0,0 1 0,7-3-1,-12 4 654,0 0-1,0 0 0,0 0 0,0-1 0,0 1 0,0 0 0,0 0 0,0 0 0,0 0 0,0 0 1,-1 0-1,1 0 0,0 0 0,0 0 0,0 0 0,0 0 0,0 0 0,0-1 0,0 1 1,0 0-1,0 0 0,1 0 0,-1 0 0,0 0 0,0 0 0,0 0 0,0 0 0,0 0 0,0 0 1,0 0-1,0 0 0,0 0 0,0-1 0,0 1-280,0 0 281,0 0-1,0 0 0,0 0 0,1 0 0,-1 0 0,0 0 0,0 0 0,0 0 0,0 0 0,0 0 1,0 0-1,0 0 0,0 0 0,0 0 0,0 0 0,0 0 0,-10-7-5628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2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 13 5909,'-4'-12'2279,"13"12"1793,8 10-514,-9-2-4088,-5-2 754,0 1-1,0 0 0,-1 0 1,0 0-1,0 0 1,-1 0-1,0 0 1,0 0-1,0 1 0,-1-1 1,-1 12-1,1-12 2,-2 37 279,-2 0 1,-2-1-1,-2 0 1,-2 0-1,-1-1 1,-3 0-1,-30 65 1,-50 161 186,91-261-663,1 6-16,-1 0 1,2 0-1,-1 1 0,2-1 1,0 14-1,1-10 22,-1-16-29,0 0-1,1-1 1,-1 1-1,0 0 1,1 0-1,-1-1 1,1 1-1,-1-1 1,1 1-1,0-1 0,-1 1 1,1 0-1,0-1 1,-1 0-1,1 1 1,0-1-1,-1 1 1,1-1-1,0 0 1,0 0-1,1 1 1,0 0 0,2 0-6,0 0-1,0 1 0,0-1 0,0-1 0,0 1 1,0-1-1,0 1 0,0-1 0,0-1 0,1 1 0,-1 0 1,0-1-1,0 0 0,0 0 0,0 0 0,6-3 0,5-2 30,0-1-1,0 0 1,15-10-1,178-103-75,-182 108 44,-1 2-1,1 0 1,1 2-1,-1 1 1,1 1-1,48-5 1,-61 11 47,1 0 0,-1 1 1,0 1-1,1 0 0,-1 1 0,23 8 0,-28-7 51,0 0 0,0 1-1,0 0 1,-1 0 0,0 1-1,0 0 1,0 0-1,-1 1 1,0 0 0,0 0-1,-1 1 1,0 0-1,0 0 1,-1 0 0,0 1-1,0 0 1,5 14-1,2 10 165,-1 2 0,-1-1 0,6 47 0,-2 23 91,-11-72-683,1-1-1,1 1 1,2-1 0,1-1-1,13 32 1,-17-52-85,6 13-855,0-2-1,14 23 0,-19-37-55,0 0 1,1-1-1,0 1 0,0-1 0,10 9 0,18 8-7987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4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459 445 5412,'0'0'1327,"-23"-16"3744,21 15-4894,0-1 1,0 1 0,0-1 0,0 1-1,0 0 1,0 0 0,-1 0-1,1 0 1,0 0 0,-1 0 0,1 1-1,0-1 1,-1 1 0,1 0-1,-1-1 1,1 1 0,0 0-1,-1 1 1,1-1 0,-1 0 0,1 1-1,0-1 1,-1 1 0,1 0-1,0 0 1,0 0 0,-5 2 0,-2 2 116,-1 0 1,1 0 0,0 1 0,1 1 0,-1-1 0,-12 15 0,-10 7 489,6-7-537,2 2 0,1 1 0,1 0 0,0 2 0,2 0 0,2 2 0,0-1 0,2 2 0,1 0 0,1 1-1,1 1 1,2-1 0,1 2 0,2-1 0,1 1 0,1 0 0,0 60 0,7-65-193,1 1 0,2-1-1,1 0 1,1 0 0,1-1 0,2 0 0,23 46 0,-30-67-43,0 0 1,0 0 0,1-1 0,0 1 0,0-1-1,0 0 1,1 0 0,-1 0 0,11 5 0,-6-2 9,-8-7-19,0 1 1,0-1 0,0 1-1,0-1 1,0 1-1,0-1 1,1 0-1,-1 1 1,0-1-1,0 0 1,0 0 0,1 0-1,-1 0 1,0 0-1,0 0 1,0-1-1,2 1 1,3-1 6,-2 1-8,0 0 1,0 0 0,0-1 0,1 0 0,-1 0-1,0 0 1,0 0 0,-1 0 0,1-1 0,0 0-1,0 1 1,-1-2 0,1 1 0,-1 0 0,0-1 0,1 1-1,3-6 1,5-5-18,-1 0-1,19-30 1,-8 11-3,79-101-361,-21 30-540,113-191 0,-162 236 578,-2-1 1,-4-1-1,-1-2 0,-4 0 0,-2-1 1,18-127-1,-34 171 235,-1 0 0,-2-30 0,1 44 102,0 0-1,-1 0 0,0 0 0,0 0 0,-1 0 0,1 0 1,-1 0-1,0 0 0,0 0 0,-1 1 0,1 0 0,-1-1 1,-6-7-1,7 11 8,-1-1 0,1 1 0,0 0 0,0-1 0,-1 1 0,1 0 0,-1 0 0,1 1 0,-1-1 0,1 0 0,-1 1 0,0 0 1,1-1-1,-1 1 0,1 0 0,-1 0 0,0 1 0,-4 0 0,-42 13 59,39-10-4,0 0 1,0 0-1,1 2 0,-1-1 1,-12 11-1,6-2 113,0 1 0,-25 32 0,-47 68 473,70-90-529,2 1 0,0 1-1,2 0 1,1 1 0,-9 30-1,9-16-18,3 1 0,-8 59-1,15-82-69,0 0-1,2 0 1,0 0-1,1 0 1,1 0-1,1 0 1,1 0-1,0 0 1,2 0-1,10 30 1,-13-46-93,0-1 0,0 1 0,0-1 1,0 0-1,1 0 0,-1 0 0,1 0 0,0 0 1,0 0-1,0-1 0,0 1 0,0-1 1,0 0-1,1 0 0,4 2 0,-1-1-166,-1-1 1,1 0-1,1 0 0,-1-1 1,0 0-1,0 0 0,14 0 0,-1-3-701,1 0-1,-1-1 0,0-1 0,0-1 0,22-9 0,3-3-3357,5-2-2347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4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68 5348,'10'-8'2215,"-1"0"0,15-20 0,0 12-155,-17 12-1639,-6 4-359,0-1 0,0 1-1,0-1 1,0 1 0,0 0 0,0-1 0,1 1-1,-1 0 1,0 0 0,0-1 0,0 1 0,1 0-1,-1 0 1,0 1 0,0-1 0,0 0 0,2 1-1,3 0 146,-3-1-109,1 0-1,0 0 1,-1 1 0,1-1-1,-1 1 1,0 0-1,1 0 1,-1 0-1,1 1 1,-1-1-1,0 1 1,0 0-1,0 0 1,0 0-1,4 4 1,-3-2 20,0 1 1,0 0-1,0 0 1,0 0-1,-1 0 1,0 1-1,0-1 1,2 9-1,1 1 85,-2 1 0,0 0 0,-1 1 0,-1-1-1,0 0 1,-1 18 0,-2-14-48,0 0 0,-2 0 0,0 0 0,-2-1 0,0 1 0,-13 31 0,-60 106 354,57-117-397,-16 20 1,27-45-70,0 0 0,2 0 0,-1 1 0,-5 18-1,13-31 171,16-16-224,-4 2 24,0-1-1,0-1 1,-1 0-1,13-23 1,14-17-67,-16 26 57,7-11-48,1 2 1,2 1-1,66-57 0,-95 90 47,0 1 1,0-1-1,0 1 1,0 0-1,0-1 1,0 1-1,0 0 1,1 0-1,-1 1 0,0-1 1,1 0-1,-1 1 1,0-1-1,1 1 1,-1 0-1,1 0 0,-1 0 1,1 0-1,3 1 1,-4 0 9,0 0 0,0 0 0,1 0 0,-1 0 0,0 1 1,0-1-1,0 1 0,0 0 0,-1-1 0,1 1 0,0 0 0,-1 0 1,1 0-1,-1 0 0,2 4 0,4 9 64,-2 0 0,0 0 1,0 0-1,3 29 0,-4-23-67,63 215 92,-57-200-1024,26 62-1,6-15-3781,-23-57-2021,-12-17 346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5.2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339 0 5777,'-35'24'1124,"18"-13"93,0 0-1,0 1 1,1 1 0,1 1 0,-27 30 0,20-12 424,1 1 0,-27 56-1,31-49-1158,1 0 0,2 1-1,2 0 1,-8 54 0,15-59-390,2-1 0,2 0 0,1 0 1,1 1-1,2-1 0,2 0 1,1 0-1,1-1 0,17 46 0,-19-67-523,0-1 0,1 0 0,0 0 0,1 0 0,0-1-1,1 0 1,0 0 0,18 18 0,-25-28 46,1 1 0,0-1 0,0 0 0,0 0 0,1 0 0,-1 0 0,0 0-1,0 0 1,0 0 0,1-1 0,-1 1 0,0-1 0,1 0 0,-1 0 0,0 0 0,3 0 0,1 0-653,36 1-6969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5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1 7473,'6'9'878,"-1"1"1,0 0 0,0 0 0,-1 1 0,0-1 0,-1 1-1,0 0 1,0 0 0,1 20 0,-1 129 3365,-5-135-3954,0-1-1,-2 0 1,-1 1 0,-12 37-1,-3-13-40,-1 0-1,-53 87 0,-74 81 15,50-79-555,69-96-893,-49 57 1,61-81-576,-29 23 1,32-30-685,-1-1 1,-27 15-1,29-15-4022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5.9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1991 0 4484,'23'9'2719,"-25"-2"-1037,-2 19-68,2 1 0,1-1 0,3 42 0,-2 44 757,-8-29-960,-3 0 0,-32 123 0,29-160-1058,-1 0 0,-3-1 0,-1-2 0,-3 0 0,-49 76 0,23-57-74,-2-3 0,-2-1 0,-3-3 0,-87 67 0,-268 162-679,298-217-1173,-211 93 0,16-44-3439,159-67-369,10-1-3154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7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29 110 3904,'-28'-14'5593,"30"12"-5231,-1 0-248,1 1-1,-1-1 1,0 1 0,0-1-1,1 1 1,-1-1 0,0 0 0,-1 0-1,1 0 1,0 1 0,0-1-1,-1 0 1,1 0 0,-1 0 0,0 0-1,1 0 1,-1 0 0,0 0-1,0 0 1,0 0 0,-1 0 0,1 0-1,0 0 1,-1 0 0,1 0-1,-2-3 1,1 3 168,26-14 471,17 7-533,1 3 1,0 2 0,63 0-1,351 19 258,3 25-738,-157-11-417,704 42-6155,-749-61 2261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8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3976,'240'26'3036,"-152"-16"-2705,316 38 349,817 75-1692,-102-85-2105,-828-38 2207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273B-1FE7-AD95-953B-AF1782D2C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37C5C-C2A2-3818-406A-ECE813B30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4E54F-7E22-CCC0-C0BC-8AF9EDE5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8182-D2FE-CB7F-D590-12EAE137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A3B10-0D2C-77C6-6A24-EE2AAE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8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C4C3-7533-4B1C-4BBB-E6F4CD97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E4F57-97C7-0752-441B-B00E3958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82256-ABF4-4000-F654-45903672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2A7A9-1290-039E-8AFF-152F38A3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2C80-E5DF-8405-1313-FB82C011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07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23FE-E9EC-66CD-149E-D7630A1A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D99FA-BF31-1AB7-A654-9AF7222B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C27EB-F9DB-2060-996F-5553B4C2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C0731-331C-8A50-E1D0-62B15E0A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CCBDC-04E2-9E48-216A-BFB69A6B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86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E69C-6ECF-AED4-3F09-4FD53C3C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58A6-2518-DBB4-05F1-40298EF47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E9836-CE75-9B1F-FC64-3C23F177F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10DDD-B415-9C9B-EB83-9F8FE8D5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DD0AF-0C7F-7710-7F0B-433534A4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E4D3C-4FA2-2473-3D19-7CC72404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3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0D3E-ABA5-F15A-857F-45948483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AC36A-82AC-6168-9ED5-C85A5F34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4C41-C85C-4C95-D5A2-4293F93EB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53396-DAD7-E6C7-85B3-615704082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D4D7E-27F8-92F2-4F77-1D3DB0D5A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8458E-4263-54B1-AC45-DF912C34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CC757-8039-F3EB-F38D-D956A56D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2DB8A-C745-C470-2ED8-7270FF96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1BF9-6550-40A1-B69B-4B6BF162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77116-8C3E-0704-C0C3-16D52914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4237F-B9F4-8B53-7151-F7823D88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2ECC1-CDE3-7CF2-CCB0-DD11D56C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58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77E4B5-513A-2408-3361-0633F42B8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35F5D-BE18-70B5-4A3E-EF3AF456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83CFE-C41E-27C8-C02B-E67D60E9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20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C730-7B37-97DB-A1CB-D278FCF6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A614-C914-5086-6432-464590EEF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4A5F3-2109-115E-92E0-F5AA22B29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D3802-79C6-4B3E-B646-8838322F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0B55-85F7-609E-0E3B-DA44088D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3A2B5-2558-61D7-AD2D-5E7A7080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7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1590-BA24-8716-0C8E-59AD6D44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97004-3319-9DFA-7A06-23537A9E7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BFBD4-5F6F-BAB9-26F4-C0F303165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1C1CC-911A-D016-FE98-66E0A67A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F67FB-3765-8D81-3B08-9D7CEACD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D99F5-AE96-699A-83FD-15EC047B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63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5898-63C7-8F8A-0C3F-04B1949B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3A66D-5C28-C132-D97D-633C25B30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36C6-BCF5-FF81-702B-99FF18F7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56DE-A229-EDD7-68FA-EAEDC5B4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F240-BDA7-8712-DE2B-87020FC3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7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69174-C7E3-2B73-47B6-EBAA3D105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D6176-C106-724F-DD16-80842CA5E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82CFC-DB5A-F9C4-8805-38BD3430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FE23-E697-CB9E-EFF0-58C59B35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7132-1EAC-E863-488C-7DD3E5AC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62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41279-0572-B2E5-6089-A2B23D3B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124B1-5459-55C0-A558-DD296B58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B7D8-6715-E762-C7C5-B9D60E6ED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590E0-232F-4354-9C8F-EE9112267EC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7BC1-4241-0C56-F98F-201ED2B0B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975E1-9AC5-ED9A-06F4-C45163CF2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510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.xml"/><Relationship Id="rId21" Type="http://schemas.openxmlformats.org/officeDocument/2006/relationships/image" Target="../media/image71.png"/><Relationship Id="rId42" Type="http://schemas.openxmlformats.org/officeDocument/2006/relationships/customXml" Target="../ink/ink82.xml"/><Relationship Id="rId47" Type="http://schemas.openxmlformats.org/officeDocument/2006/relationships/image" Target="../media/image84.png"/><Relationship Id="rId63" Type="http://schemas.openxmlformats.org/officeDocument/2006/relationships/image" Target="../media/image92.png"/><Relationship Id="rId68" Type="http://schemas.openxmlformats.org/officeDocument/2006/relationships/customXml" Target="../ink/ink95.xml"/><Relationship Id="rId84" Type="http://schemas.openxmlformats.org/officeDocument/2006/relationships/customXml" Target="../ink/ink103.xml"/><Relationship Id="rId89" Type="http://schemas.openxmlformats.org/officeDocument/2006/relationships/image" Target="../media/image105.png"/><Relationship Id="rId16" Type="http://schemas.openxmlformats.org/officeDocument/2006/relationships/customXml" Target="../ink/ink69.xml"/><Relationship Id="rId107" Type="http://schemas.openxmlformats.org/officeDocument/2006/relationships/image" Target="../media/image114.png"/><Relationship Id="rId11" Type="http://schemas.openxmlformats.org/officeDocument/2006/relationships/image" Target="../media/image66.png"/><Relationship Id="rId32" Type="http://schemas.openxmlformats.org/officeDocument/2006/relationships/customXml" Target="../ink/ink77.xml"/><Relationship Id="rId37" Type="http://schemas.openxmlformats.org/officeDocument/2006/relationships/image" Target="../media/image79.png"/><Relationship Id="rId53" Type="http://schemas.openxmlformats.org/officeDocument/2006/relationships/image" Target="../media/image87.png"/><Relationship Id="rId58" Type="http://schemas.openxmlformats.org/officeDocument/2006/relationships/customXml" Target="../ink/ink90.xml"/><Relationship Id="rId74" Type="http://schemas.openxmlformats.org/officeDocument/2006/relationships/customXml" Target="../ink/ink98.xml"/><Relationship Id="rId79" Type="http://schemas.openxmlformats.org/officeDocument/2006/relationships/image" Target="../media/image100.png"/><Relationship Id="rId102" Type="http://schemas.openxmlformats.org/officeDocument/2006/relationships/customXml" Target="../ink/ink112.xml"/><Relationship Id="rId5" Type="http://schemas.openxmlformats.org/officeDocument/2006/relationships/image" Target="../media/image63.png"/><Relationship Id="rId90" Type="http://schemas.openxmlformats.org/officeDocument/2006/relationships/customXml" Target="../ink/ink106.xml"/><Relationship Id="rId95" Type="http://schemas.openxmlformats.org/officeDocument/2006/relationships/image" Target="../media/image108.png"/><Relationship Id="rId22" Type="http://schemas.openxmlformats.org/officeDocument/2006/relationships/customXml" Target="../ink/ink72.xml"/><Relationship Id="rId27" Type="http://schemas.openxmlformats.org/officeDocument/2006/relationships/image" Target="../media/image74.png"/><Relationship Id="rId43" Type="http://schemas.openxmlformats.org/officeDocument/2006/relationships/image" Target="../media/image82.png"/><Relationship Id="rId48" Type="http://schemas.openxmlformats.org/officeDocument/2006/relationships/customXml" Target="../ink/ink85.xml"/><Relationship Id="rId64" Type="http://schemas.openxmlformats.org/officeDocument/2006/relationships/customXml" Target="../ink/ink93.xml"/><Relationship Id="rId69" Type="http://schemas.openxmlformats.org/officeDocument/2006/relationships/image" Target="../media/image95.png"/><Relationship Id="rId80" Type="http://schemas.openxmlformats.org/officeDocument/2006/relationships/customXml" Target="../ink/ink101.xml"/><Relationship Id="rId85" Type="http://schemas.openxmlformats.org/officeDocument/2006/relationships/image" Target="../media/image103.png"/><Relationship Id="rId12" Type="http://schemas.openxmlformats.org/officeDocument/2006/relationships/customXml" Target="../ink/ink67.xml"/><Relationship Id="rId17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customXml" Target="../ink/ink80.xml"/><Relationship Id="rId59" Type="http://schemas.openxmlformats.org/officeDocument/2006/relationships/image" Target="../media/image90.png"/><Relationship Id="rId103" Type="http://schemas.openxmlformats.org/officeDocument/2006/relationships/image" Target="../media/image112.png"/><Relationship Id="rId20" Type="http://schemas.openxmlformats.org/officeDocument/2006/relationships/customXml" Target="../ink/ink71.xml"/><Relationship Id="rId41" Type="http://schemas.openxmlformats.org/officeDocument/2006/relationships/image" Target="../media/image81.png"/><Relationship Id="rId54" Type="http://schemas.openxmlformats.org/officeDocument/2006/relationships/customXml" Target="../ink/ink88.xml"/><Relationship Id="rId62" Type="http://schemas.openxmlformats.org/officeDocument/2006/relationships/customXml" Target="../ink/ink92.xml"/><Relationship Id="rId70" Type="http://schemas.openxmlformats.org/officeDocument/2006/relationships/customXml" Target="../ink/ink96.xml"/><Relationship Id="rId75" Type="http://schemas.openxmlformats.org/officeDocument/2006/relationships/image" Target="../media/image98.png"/><Relationship Id="rId83" Type="http://schemas.openxmlformats.org/officeDocument/2006/relationships/image" Target="../media/image102.png"/><Relationship Id="rId88" Type="http://schemas.openxmlformats.org/officeDocument/2006/relationships/customXml" Target="../ink/ink105.xml"/><Relationship Id="rId91" Type="http://schemas.openxmlformats.org/officeDocument/2006/relationships/image" Target="../media/image106.png"/><Relationship Id="rId96" Type="http://schemas.openxmlformats.org/officeDocument/2006/relationships/customXml" Target="../ink/ink10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.xml"/><Relationship Id="rId15" Type="http://schemas.openxmlformats.org/officeDocument/2006/relationships/image" Target="../media/image68.png"/><Relationship Id="rId23" Type="http://schemas.openxmlformats.org/officeDocument/2006/relationships/image" Target="../media/image72.png"/><Relationship Id="rId28" Type="http://schemas.openxmlformats.org/officeDocument/2006/relationships/customXml" Target="../ink/ink75.xml"/><Relationship Id="rId36" Type="http://schemas.openxmlformats.org/officeDocument/2006/relationships/customXml" Target="../ink/ink79.xml"/><Relationship Id="rId49" Type="http://schemas.openxmlformats.org/officeDocument/2006/relationships/image" Target="../media/image85.png"/><Relationship Id="rId57" Type="http://schemas.openxmlformats.org/officeDocument/2006/relationships/image" Target="../media/image89.png"/><Relationship Id="rId106" Type="http://schemas.openxmlformats.org/officeDocument/2006/relationships/customXml" Target="../ink/ink114.xml"/><Relationship Id="rId10" Type="http://schemas.openxmlformats.org/officeDocument/2006/relationships/customXml" Target="../ink/ink66.xml"/><Relationship Id="rId31" Type="http://schemas.openxmlformats.org/officeDocument/2006/relationships/image" Target="../media/image76.png"/><Relationship Id="rId44" Type="http://schemas.openxmlformats.org/officeDocument/2006/relationships/customXml" Target="../ink/ink83.xml"/><Relationship Id="rId52" Type="http://schemas.openxmlformats.org/officeDocument/2006/relationships/customXml" Target="../ink/ink87.xml"/><Relationship Id="rId60" Type="http://schemas.openxmlformats.org/officeDocument/2006/relationships/customXml" Target="../ink/ink91.xml"/><Relationship Id="rId65" Type="http://schemas.openxmlformats.org/officeDocument/2006/relationships/image" Target="../media/image93.png"/><Relationship Id="rId73" Type="http://schemas.openxmlformats.org/officeDocument/2006/relationships/image" Target="../media/image97.png"/><Relationship Id="rId78" Type="http://schemas.openxmlformats.org/officeDocument/2006/relationships/customXml" Target="../ink/ink100.xml"/><Relationship Id="rId81" Type="http://schemas.openxmlformats.org/officeDocument/2006/relationships/image" Target="../media/image101.png"/><Relationship Id="rId86" Type="http://schemas.openxmlformats.org/officeDocument/2006/relationships/customXml" Target="../ink/ink104.xml"/><Relationship Id="rId94" Type="http://schemas.openxmlformats.org/officeDocument/2006/relationships/customXml" Target="../ink/ink108.xml"/><Relationship Id="rId99" Type="http://schemas.openxmlformats.org/officeDocument/2006/relationships/image" Target="../media/image110.png"/><Relationship Id="rId101" Type="http://schemas.openxmlformats.org/officeDocument/2006/relationships/image" Target="../media/image111.png"/><Relationship Id="rId4" Type="http://schemas.openxmlformats.org/officeDocument/2006/relationships/customXml" Target="../ink/ink63.xml"/><Relationship Id="rId9" Type="http://schemas.openxmlformats.org/officeDocument/2006/relationships/image" Target="../media/image65.png"/><Relationship Id="rId13" Type="http://schemas.openxmlformats.org/officeDocument/2006/relationships/image" Target="../media/image67.png"/><Relationship Id="rId18" Type="http://schemas.openxmlformats.org/officeDocument/2006/relationships/customXml" Target="../ink/ink70.xml"/><Relationship Id="rId39" Type="http://schemas.openxmlformats.org/officeDocument/2006/relationships/image" Target="../media/image80.png"/><Relationship Id="rId34" Type="http://schemas.openxmlformats.org/officeDocument/2006/relationships/customXml" Target="../ink/ink78.xml"/><Relationship Id="rId50" Type="http://schemas.openxmlformats.org/officeDocument/2006/relationships/customXml" Target="../ink/ink86.xml"/><Relationship Id="rId55" Type="http://schemas.openxmlformats.org/officeDocument/2006/relationships/image" Target="../media/image88.png"/><Relationship Id="rId76" Type="http://schemas.openxmlformats.org/officeDocument/2006/relationships/customXml" Target="../ink/ink99.xml"/><Relationship Id="rId97" Type="http://schemas.openxmlformats.org/officeDocument/2006/relationships/image" Target="../media/image109.png"/><Relationship Id="rId104" Type="http://schemas.openxmlformats.org/officeDocument/2006/relationships/customXml" Target="../ink/ink113.xml"/><Relationship Id="rId7" Type="http://schemas.openxmlformats.org/officeDocument/2006/relationships/image" Target="../media/image64.png"/><Relationship Id="rId71" Type="http://schemas.openxmlformats.org/officeDocument/2006/relationships/image" Target="../media/image96.png"/><Relationship Id="rId92" Type="http://schemas.openxmlformats.org/officeDocument/2006/relationships/customXml" Target="../ink/ink107.xml"/><Relationship Id="rId2" Type="http://schemas.openxmlformats.org/officeDocument/2006/relationships/customXml" Target="../ink/ink62.xml"/><Relationship Id="rId29" Type="http://schemas.openxmlformats.org/officeDocument/2006/relationships/image" Target="../media/image75.png"/><Relationship Id="rId24" Type="http://schemas.openxmlformats.org/officeDocument/2006/relationships/customXml" Target="../ink/ink73.xml"/><Relationship Id="rId40" Type="http://schemas.openxmlformats.org/officeDocument/2006/relationships/customXml" Target="../ink/ink81.xml"/><Relationship Id="rId45" Type="http://schemas.openxmlformats.org/officeDocument/2006/relationships/image" Target="../media/image83.png"/><Relationship Id="rId66" Type="http://schemas.openxmlformats.org/officeDocument/2006/relationships/customXml" Target="../ink/ink94.xml"/><Relationship Id="rId87" Type="http://schemas.openxmlformats.org/officeDocument/2006/relationships/image" Target="../media/image104.png"/><Relationship Id="rId61" Type="http://schemas.openxmlformats.org/officeDocument/2006/relationships/image" Target="../media/image91.png"/><Relationship Id="rId82" Type="http://schemas.openxmlformats.org/officeDocument/2006/relationships/customXml" Target="../ink/ink102.xml"/><Relationship Id="rId19" Type="http://schemas.openxmlformats.org/officeDocument/2006/relationships/image" Target="../media/image70.png"/><Relationship Id="rId14" Type="http://schemas.openxmlformats.org/officeDocument/2006/relationships/customXml" Target="../ink/ink68.xml"/><Relationship Id="rId30" Type="http://schemas.openxmlformats.org/officeDocument/2006/relationships/customXml" Target="../ink/ink76.xml"/><Relationship Id="rId35" Type="http://schemas.openxmlformats.org/officeDocument/2006/relationships/image" Target="../media/image78.png"/><Relationship Id="rId56" Type="http://schemas.openxmlformats.org/officeDocument/2006/relationships/customXml" Target="../ink/ink89.xml"/><Relationship Id="rId77" Type="http://schemas.openxmlformats.org/officeDocument/2006/relationships/image" Target="../media/image99.png"/><Relationship Id="rId100" Type="http://schemas.openxmlformats.org/officeDocument/2006/relationships/customXml" Target="../ink/ink111.xml"/><Relationship Id="rId105" Type="http://schemas.openxmlformats.org/officeDocument/2006/relationships/image" Target="../media/image113.png"/><Relationship Id="rId8" Type="http://schemas.openxmlformats.org/officeDocument/2006/relationships/customXml" Target="../ink/ink65.xml"/><Relationship Id="rId51" Type="http://schemas.openxmlformats.org/officeDocument/2006/relationships/image" Target="../media/image86.png"/><Relationship Id="rId72" Type="http://schemas.openxmlformats.org/officeDocument/2006/relationships/customXml" Target="../ink/ink97.xml"/><Relationship Id="rId93" Type="http://schemas.openxmlformats.org/officeDocument/2006/relationships/image" Target="../media/image107.png"/><Relationship Id="rId98" Type="http://schemas.openxmlformats.org/officeDocument/2006/relationships/customXml" Target="../ink/ink110.xml"/><Relationship Id="rId3" Type="http://schemas.openxmlformats.org/officeDocument/2006/relationships/image" Target="../media/image62.png"/><Relationship Id="rId25" Type="http://schemas.openxmlformats.org/officeDocument/2006/relationships/image" Target="../media/image73.png"/><Relationship Id="rId46" Type="http://schemas.openxmlformats.org/officeDocument/2006/relationships/customXml" Target="../ink/ink84.xml"/><Relationship Id="rId67" Type="http://schemas.openxmlformats.org/officeDocument/2006/relationships/image" Target="../media/image9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7.xml"/><Relationship Id="rId21" Type="http://schemas.openxmlformats.org/officeDocument/2006/relationships/image" Target="../media/image124.png"/><Relationship Id="rId42" Type="http://schemas.openxmlformats.org/officeDocument/2006/relationships/customXml" Target="../ink/ink135.xml"/><Relationship Id="rId47" Type="http://schemas.openxmlformats.org/officeDocument/2006/relationships/image" Target="../media/image137.png"/><Relationship Id="rId63" Type="http://schemas.openxmlformats.org/officeDocument/2006/relationships/image" Target="../media/image145.png"/><Relationship Id="rId68" Type="http://schemas.openxmlformats.org/officeDocument/2006/relationships/customXml" Target="../ink/ink148.xml"/><Relationship Id="rId7" Type="http://schemas.openxmlformats.org/officeDocument/2006/relationships/image" Target="../media/image117.png"/><Relationship Id="rId71" Type="http://schemas.openxmlformats.org/officeDocument/2006/relationships/image" Target="../media/image149.png"/><Relationship Id="rId2" Type="http://schemas.openxmlformats.org/officeDocument/2006/relationships/customXml" Target="../ink/ink115.xml"/><Relationship Id="rId16" Type="http://schemas.openxmlformats.org/officeDocument/2006/relationships/customXml" Target="../ink/ink122.xml"/><Relationship Id="rId29" Type="http://schemas.openxmlformats.org/officeDocument/2006/relationships/image" Target="../media/image128.png"/><Relationship Id="rId11" Type="http://schemas.openxmlformats.org/officeDocument/2006/relationships/image" Target="../media/image119.png"/><Relationship Id="rId24" Type="http://schemas.openxmlformats.org/officeDocument/2006/relationships/customXml" Target="../ink/ink126.xml"/><Relationship Id="rId32" Type="http://schemas.openxmlformats.org/officeDocument/2006/relationships/customXml" Target="../ink/ink130.xml"/><Relationship Id="rId37" Type="http://schemas.openxmlformats.org/officeDocument/2006/relationships/image" Target="../media/image132.png"/><Relationship Id="rId40" Type="http://schemas.openxmlformats.org/officeDocument/2006/relationships/customXml" Target="../ink/ink134.xml"/><Relationship Id="rId45" Type="http://schemas.openxmlformats.org/officeDocument/2006/relationships/image" Target="../media/image136.png"/><Relationship Id="rId53" Type="http://schemas.openxmlformats.org/officeDocument/2006/relationships/image" Target="../media/image140.png"/><Relationship Id="rId58" Type="http://schemas.openxmlformats.org/officeDocument/2006/relationships/customXml" Target="../ink/ink143.xml"/><Relationship Id="rId66" Type="http://schemas.openxmlformats.org/officeDocument/2006/relationships/customXml" Target="../ink/ink147.xml"/><Relationship Id="rId5" Type="http://schemas.openxmlformats.org/officeDocument/2006/relationships/image" Target="../media/image116.png"/><Relationship Id="rId61" Type="http://schemas.openxmlformats.org/officeDocument/2006/relationships/image" Target="../media/image144.png"/><Relationship Id="rId19" Type="http://schemas.openxmlformats.org/officeDocument/2006/relationships/image" Target="../media/image123.png"/><Relationship Id="rId14" Type="http://schemas.openxmlformats.org/officeDocument/2006/relationships/customXml" Target="../ink/ink121.xml"/><Relationship Id="rId22" Type="http://schemas.openxmlformats.org/officeDocument/2006/relationships/customXml" Target="../ink/ink125.xml"/><Relationship Id="rId27" Type="http://schemas.openxmlformats.org/officeDocument/2006/relationships/image" Target="../media/image127.png"/><Relationship Id="rId30" Type="http://schemas.openxmlformats.org/officeDocument/2006/relationships/customXml" Target="../ink/ink129.xml"/><Relationship Id="rId35" Type="http://schemas.openxmlformats.org/officeDocument/2006/relationships/image" Target="../media/image131.png"/><Relationship Id="rId43" Type="http://schemas.openxmlformats.org/officeDocument/2006/relationships/image" Target="../media/image135.png"/><Relationship Id="rId48" Type="http://schemas.openxmlformats.org/officeDocument/2006/relationships/customXml" Target="../ink/ink138.xml"/><Relationship Id="rId56" Type="http://schemas.openxmlformats.org/officeDocument/2006/relationships/customXml" Target="../ink/ink142.xml"/><Relationship Id="rId64" Type="http://schemas.openxmlformats.org/officeDocument/2006/relationships/customXml" Target="../ink/ink146.xml"/><Relationship Id="rId69" Type="http://schemas.openxmlformats.org/officeDocument/2006/relationships/image" Target="../media/image148.png"/><Relationship Id="rId8" Type="http://schemas.openxmlformats.org/officeDocument/2006/relationships/customXml" Target="../ink/ink118.xml"/><Relationship Id="rId51" Type="http://schemas.openxmlformats.org/officeDocument/2006/relationships/image" Target="../media/image139.png"/><Relationship Id="rId3" Type="http://schemas.openxmlformats.org/officeDocument/2006/relationships/image" Target="../media/image115.png"/><Relationship Id="rId12" Type="http://schemas.openxmlformats.org/officeDocument/2006/relationships/customXml" Target="../ink/ink120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image" Target="../media/image130.png"/><Relationship Id="rId38" Type="http://schemas.openxmlformats.org/officeDocument/2006/relationships/customXml" Target="../ink/ink133.xml"/><Relationship Id="rId46" Type="http://schemas.openxmlformats.org/officeDocument/2006/relationships/customXml" Target="../ink/ink137.xml"/><Relationship Id="rId59" Type="http://schemas.openxmlformats.org/officeDocument/2006/relationships/image" Target="../media/image143.png"/><Relationship Id="rId67" Type="http://schemas.openxmlformats.org/officeDocument/2006/relationships/image" Target="../media/image147.png"/><Relationship Id="rId20" Type="http://schemas.openxmlformats.org/officeDocument/2006/relationships/customXml" Target="../ink/ink124.xml"/><Relationship Id="rId41" Type="http://schemas.openxmlformats.org/officeDocument/2006/relationships/image" Target="../media/image134.png"/><Relationship Id="rId54" Type="http://schemas.openxmlformats.org/officeDocument/2006/relationships/customXml" Target="../ink/ink141.xml"/><Relationship Id="rId62" Type="http://schemas.openxmlformats.org/officeDocument/2006/relationships/customXml" Target="../ink/ink145.xml"/><Relationship Id="rId70" Type="http://schemas.openxmlformats.org/officeDocument/2006/relationships/customXml" Target="../ink/ink1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7.xml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128.xml"/><Relationship Id="rId36" Type="http://schemas.openxmlformats.org/officeDocument/2006/relationships/customXml" Target="../ink/ink132.xml"/><Relationship Id="rId49" Type="http://schemas.openxmlformats.org/officeDocument/2006/relationships/image" Target="../media/image138.png"/><Relationship Id="rId57" Type="http://schemas.openxmlformats.org/officeDocument/2006/relationships/image" Target="../media/image142.png"/><Relationship Id="rId10" Type="http://schemas.openxmlformats.org/officeDocument/2006/relationships/customXml" Target="../ink/ink119.xml"/><Relationship Id="rId31" Type="http://schemas.openxmlformats.org/officeDocument/2006/relationships/image" Target="../media/image129.png"/><Relationship Id="rId44" Type="http://schemas.openxmlformats.org/officeDocument/2006/relationships/customXml" Target="../ink/ink136.xml"/><Relationship Id="rId52" Type="http://schemas.openxmlformats.org/officeDocument/2006/relationships/customXml" Target="../ink/ink140.xml"/><Relationship Id="rId60" Type="http://schemas.openxmlformats.org/officeDocument/2006/relationships/customXml" Target="../ink/ink144.xml"/><Relationship Id="rId65" Type="http://schemas.openxmlformats.org/officeDocument/2006/relationships/image" Target="../media/image146.png"/><Relationship Id="rId4" Type="http://schemas.openxmlformats.org/officeDocument/2006/relationships/customXml" Target="../ink/ink116.xml"/><Relationship Id="rId9" Type="http://schemas.openxmlformats.org/officeDocument/2006/relationships/image" Target="../media/image118.png"/><Relationship Id="rId13" Type="http://schemas.openxmlformats.org/officeDocument/2006/relationships/image" Target="../media/image120.png"/><Relationship Id="rId18" Type="http://schemas.openxmlformats.org/officeDocument/2006/relationships/customXml" Target="../ink/ink123.xml"/><Relationship Id="rId39" Type="http://schemas.openxmlformats.org/officeDocument/2006/relationships/image" Target="../media/image133.png"/><Relationship Id="rId34" Type="http://schemas.openxmlformats.org/officeDocument/2006/relationships/customXml" Target="../ink/ink131.xml"/><Relationship Id="rId50" Type="http://schemas.openxmlformats.org/officeDocument/2006/relationships/customXml" Target="../ink/ink139.xml"/><Relationship Id="rId55" Type="http://schemas.openxmlformats.org/officeDocument/2006/relationships/image" Target="../media/image14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.png"/><Relationship Id="rId299" Type="http://schemas.openxmlformats.org/officeDocument/2006/relationships/image" Target="../media/image297.png"/><Relationship Id="rId21" Type="http://schemas.openxmlformats.org/officeDocument/2006/relationships/image" Target="../media/image159.png"/><Relationship Id="rId63" Type="http://schemas.openxmlformats.org/officeDocument/2006/relationships/image" Target="../media/image180.png"/><Relationship Id="rId159" Type="http://schemas.openxmlformats.org/officeDocument/2006/relationships/customXml" Target="../ink/ink229.xml"/><Relationship Id="rId324" Type="http://schemas.openxmlformats.org/officeDocument/2006/relationships/customXml" Target="../ink/ink312.xml"/><Relationship Id="rId170" Type="http://schemas.openxmlformats.org/officeDocument/2006/relationships/image" Target="../media/image233.png"/><Relationship Id="rId226" Type="http://schemas.openxmlformats.org/officeDocument/2006/relationships/customXml" Target="../ink/ink263.xml"/><Relationship Id="rId268" Type="http://schemas.openxmlformats.org/officeDocument/2006/relationships/customXml" Target="../ink/ink284.xml"/><Relationship Id="rId32" Type="http://schemas.openxmlformats.org/officeDocument/2006/relationships/customXml" Target="../ink/ink165.xml"/><Relationship Id="rId74" Type="http://schemas.openxmlformats.org/officeDocument/2006/relationships/customXml" Target="../ink/ink186.xml"/><Relationship Id="rId128" Type="http://schemas.openxmlformats.org/officeDocument/2006/relationships/image" Target="../media/image212.png"/><Relationship Id="rId5" Type="http://schemas.openxmlformats.org/officeDocument/2006/relationships/image" Target="../media/image151.png"/><Relationship Id="rId181" Type="http://schemas.openxmlformats.org/officeDocument/2006/relationships/customXml" Target="../ink/ink240.xml"/><Relationship Id="rId237" Type="http://schemas.openxmlformats.org/officeDocument/2006/relationships/image" Target="../media/image266.png"/><Relationship Id="rId279" Type="http://schemas.openxmlformats.org/officeDocument/2006/relationships/image" Target="../media/image287.png"/><Relationship Id="rId43" Type="http://schemas.openxmlformats.org/officeDocument/2006/relationships/image" Target="../media/image170.png"/><Relationship Id="rId139" Type="http://schemas.openxmlformats.org/officeDocument/2006/relationships/customXml" Target="../ink/ink219.xml"/><Relationship Id="rId290" Type="http://schemas.openxmlformats.org/officeDocument/2006/relationships/customXml" Target="../ink/ink295.xml"/><Relationship Id="rId304" Type="http://schemas.openxmlformats.org/officeDocument/2006/relationships/customXml" Target="../ink/ink302.xml"/><Relationship Id="rId85" Type="http://schemas.openxmlformats.org/officeDocument/2006/relationships/image" Target="../media/image191.png"/><Relationship Id="rId150" Type="http://schemas.openxmlformats.org/officeDocument/2006/relationships/image" Target="../media/image223.png"/><Relationship Id="rId192" Type="http://schemas.openxmlformats.org/officeDocument/2006/relationships/image" Target="../media/image244.png"/><Relationship Id="rId206" Type="http://schemas.openxmlformats.org/officeDocument/2006/relationships/image" Target="../media/image251.png"/><Relationship Id="rId248" Type="http://schemas.openxmlformats.org/officeDocument/2006/relationships/customXml" Target="../ink/ink274.xml"/><Relationship Id="rId12" Type="http://schemas.openxmlformats.org/officeDocument/2006/relationships/customXml" Target="../ink/ink155.xml"/><Relationship Id="rId108" Type="http://schemas.openxmlformats.org/officeDocument/2006/relationships/customXml" Target="../ink/ink203.xml"/><Relationship Id="rId315" Type="http://schemas.openxmlformats.org/officeDocument/2006/relationships/image" Target="../media/image305.png"/><Relationship Id="rId54" Type="http://schemas.openxmlformats.org/officeDocument/2006/relationships/customXml" Target="../ink/ink176.xml"/><Relationship Id="rId96" Type="http://schemas.openxmlformats.org/officeDocument/2006/relationships/customXml" Target="../ink/ink197.xml"/><Relationship Id="rId161" Type="http://schemas.openxmlformats.org/officeDocument/2006/relationships/customXml" Target="../ink/ink230.xml"/><Relationship Id="rId217" Type="http://schemas.openxmlformats.org/officeDocument/2006/relationships/customXml" Target="../ink/ink258.xml"/><Relationship Id="rId259" Type="http://schemas.openxmlformats.org/officeDocument/2006/relationships/image" Target="../media/image277.png"/><Relationship Id="rId23" Type="http://schemas.openxmlformats.org/officeDocument/2006/relationships/image" Target="../media/image160.png"/><Relationship Id="rId119" Type="http://schemas.openxmlformats.org/officeDocument/2006/relationships/image" Target="../media/image208.png"/><Relationship Id="rId270" Type="http://schemas.openxmlformats.org/officeDocument/2006/relationships/customXml" Target="../ink/ink285.xml"/><Relationship Id="rId326" Type="http://schemas.openxmlformats.org/officeDocument/2006/relationships/customXml" Target="../ink/ink313.xml"/><Relationship Id="rId65" Type="http://schemas.openxmlformats.org/officeDocument/2006/relationships/image" Target="../media/image181.png"/><Relationship Id="rId130" Type="http://schemas.openxmlformats.org/officeDocument/2006/relationships/image" Target="../media/image213.png"/><Relationship Id="rId172" Type="http://schemas.openxmlformats.org/officeDocument/2006/relationships/image" Target="../media/image234.png"/><Relationship Id="rId228" Type="http://schemas.openxmlformats.org/officeDocument/2006/relationships/customXml" Target="../ink/ink264.xml"/><Relationship Id="rId281" Type="http://schemas.openxmlformats.org/officeDocument/2006/relationships/image" Target="../media/image288.png"/><Relationship Id="rId34" Type="http://schemas.openxmlformats.org/officeDocument/2006/relationships/customXml" Target="../ink/ink166.xml"/><Relationship Id="rId76" Type="http://schemas.openxmlformats.org/officeDocument/2006/relationships/customXml" Target="../ink/ink187.xml"/><Relationship Id="rId141" Type="http://schemas.openxmlformats.org/officeDocument/2006/relationships/customXml" Target="../ink/ink220.xml"/><Relationship Id="rId7" Type="http://schemas.openxmlformats.org/officeDocument/2006/relationships/image" Target="../media/image152.png"/><Relationship Id="rId183" Type="http://schemas.openxmlformats.org/officeDocument/2006/relationships/customXml" Target="../ink/ink241.xml"/><Relationship Id="rId239" Type="http://schemas.openxmlformats.org/officeDocument/2006/relationships/image" Target="../media/image267.png"/><Relationship Id="rId250" Type="http://schemas.openxmlformats.org/officeDocument/2006/relationships/customXml" Target="../ink/ink275.xml"/><Relationship Id="rId292" Type="http://schemas.openxmlformats.org/officeDocument/2006/relationships/customXml" Target="../ink/ink296.xml"/><Relationship Id="rId306" Type="http://schemas.openxmlformats.org/officeDocument/2006/relationships/customXml" Target="../ink/ink303.xml"/><Relationship Id="rId24" Type="http://schemas.openxmlformats.org/officeDocument/2006/relationships/customXml" Target="../ink/ink161.xml"/><Relationship Id="rId45" Type="http://schemas.openxmlformats.org/officeDocument/2006/relationships/image" Target="../media/image171.png"/><Relationship Id="rId66" Type="http://schemas.openxmlformats.org/officeDocument/2006/relationships/customXml" Target="../ink/ink182.xml"/><Relationship Id="rId87" Type="http://schemas.openxmlformats.org/officeDocument/2006/relationships/image" Target="../media/image192.png"/><Relationship Id="rId110" Type="http://schemas.openxmlformats.org/officeDocument/2006/relationships/customXml" Target="../ink/ink204.xml"/><Relationship Id="rId131" Type="http://schemas.openxmlformats.org/officeDocument/2006/relationships/customXml" Target="../ink/ink215.xml"/><Relationship Id="rId327" Type="http://schemas.openxmlformats.org/officeDocument/2006/relationships/image" Target="../media/image311.png"/><Relationship Id="rId152" Type="http://schemas.openxmlformats.org/officeDocument/2006/relationships/image" Target="../media/image224.png"/><Relationship Id="rId173" Type="http://schemas.openxmlformats.org/officeDocument/2006/relationships/customXml" Target="../ink/ink236.xml"/><Relationship Id="rId194" Type="http://schemas.openxmlformats.org/officeDocument/2006/relationships/image" Target="../media/image245.png"/><Relationship Id="rId208" Type="http://schemas.openxmlformats.org/officeDocument/2006/relationships/image" Target="../media/image252.png"/><Relationship Id="rId229" Type="http://schemas.openxmlformats.org/officeDocument/2006/relationships/image" Target="../media/image262.png"/><Relationship Id="rId240" Type="http://schemas.openxmlformats.org/officeDocument/2006/relationships/customXml" Target="../ink/ink270.xml"/><Relationship Id="rId261" Type="http://schemas.openxmlformats.org/officeDocument/2006/relationships/image" Target="../media/image278.png"/><Relationship Id="rId14" Type="http://schemas.openxmlformats.org/officeDocument/2006/relationships/customXml" Target="../ink/ink156.xml"/><Relationship Id="rId35" Type="http://schemas.openxmlformats.org/officeDocument/2006/relationships/image" Target="../media/image166.png"/><Relationship Id="rId56" Type="http://schemas.openxmlformats.org/officeDocument/2006/relationships/customXml" Target="../ink/ink177.xml"/><Relationship Id="rId77" Type="http://schemas.openxmlformats.org/officeDocument/2006/relationships/image" Target="../media/image187.png"/><Relationship Id="rId100" Type="http://schemas.openxmlformats.org/officeDocument/2006/relationships/customXml" Target="../ink/ink199.xml"/><Relationship Id="rId282" Type="http://schemas.openxmlformats.org/officeDocument/2006/relationships/customXml" Target="../ink/ink291.xml"/><Relationship Id="rId317" Type="http://schemas.openxmlformats.org/officeDocument/2006/relationships/image" Target="../media/image306.png"/><Relationship Id="rId8" Type="http://schemas.openxmlformats.org/officeDocument/2006/relationships/customXml" Target="../ink/ink153.xml"/><Relationship Id="rId98" Type="http://schemas.openxmlformats.org/officeDocument/2006/relationships/customXml" Target="../ink/ink198.xml"/><Relationship Id="rId121" Type="http://schemas.openxmlformats.org/officeDocument/2006/relationships/image" Target="../media/image209.png"/><Relationship Id="rId142" Type="http://schemas.openxmlformats.org/officeDocument/2006/relationships/image" Target="../media/image219.png"/><Relationship Id="rId163" Type="http://schemas.openxmlformats.org/officeDocument/2006/relationships/customXml" Target="../ink/ink231.xml"/><Relationship Id="rId184" Type="http://schemas.openxmlformats.org/officeDocument/2006/relationships/image" Target="../media/image240.png"/><Relationship Id="rId219" Type="http://schemas.openxmlformats.org/officeDocument/2006/relationships/customXml" Target="../ink/ink259.xml"/><Relationship Id="rId230" Type="http://schemas.openxmlformats.org/officeDocument/2006/relationships/customXml" Target="../ink/ink265.xml"/><Relationship Id="rId251" Type="http://schemas.openxmlformats.org/officeDocument/2006/relationships/image" Target="../media/image273.png"/><Relationship Id="rId25" Type="http://schemas.openxmlformats.org/officeDocument/2006/relationships/image" Target="../media/image161.png"/><Relationship Id="rId46" Type="http://schemas.openxmlformats.org/officeDocument/2006/relationships/customXml" Target="../ink/ink172.xml"/><Relationship Id="rId67" Type="http://schemas.openxmlformats.org/officeDocument/2006/relationships/image" Target="../media/image182.png"/><Relationship Id="rId272" Type="http://schemas.openxmlformats.org/officeDocument/2006/relationships/customXml" Target="../ink/ink286.xml"/><Relationship Id="rId293" Type="http://schemas.openxmlformats.org/officeDocument/2006/relationships/image" Target="../media/image294.png"/><Relationship Id="rId307" Type="http://schemas.openxmlformats.org/officeDocument/2006/relationships/image" Target="../media/image301.png"/><Relationship Id="rId328" Type="http://schemas.openxmlformats.org/officeDocument/2006/relationships/customXml" Target="../ink/ink314.xml"/><Relationship Id="rId88" Type="http://schemas.openxmlformats.org/officeDocument/2006/relationships/customXml" Target="../ink/ink193.xml"/><Relationship Id="rId111" Type="http://schemas.openxmlformats.org/officeDocument/2006/relationships/image" Target="../media/image204.png"/><Relationship Id="rId132" Type="http://schemas.openxmlformats.org/officeDocument/2006/relationships/image" Target="../media/image214.png"/><Relationship Id="rId153" Type="http://schemas.openxmlformats.org/officeDocument/2006/relationships/customXml" Target="../ink/ink226.xml"/><Relationship Id="rId174" Type="http://schemas.openxmlformats.org/officeDocument/2006/relationships/image" Target="../media/image235.png"/><Relationship Id="rId195" Type="http://schemas.openxmlformats.org/officeDocument/2006/relationships/customXml" Target="../ink/ink247.xml"/><Relationship Id="rId209" Type="http://schemas.openxmlformats.org/officeDocument/2006/relationships/customXml" Target="../ink/ink254.xml"/><Relationship Id="rId220" Type="http://schemas.openxmlformats.org/officeDocument/2006/relationships/image" Target="../media/image258.png"/><Relationship Id="rId241" Type="http://schemas.openxmlformats.org/officeDocument/2006/relationships/image" Target="../media/image268.png"/><Relationship Id="rId15" Type="http://schemas.openxmlformats.org/officeDocument/2006/relationships/image" Target="../media/image156.png"/><Relationship Id="rId36" Type="http://schemas.openxmlformats.org/officeDocument/2006/relationships/customXml" Target="../ink/ink167.xml"/><Relationship Id="rId57" Type="http://schemas.openxmlformats.org/officeDocument/2006/relationships/image" Target="../media/image177.png"/><Relationship Id="rId262" Type="http://schemas.openxmlformats.org/officeDocument/2006/relationships/customXml" Target="../ink/ink281.xml"/><Relationship Id="rId283" Type="http://schemas.openxmlformats.org/officeDocument/2006/relationships/image" Target="../media/image289.png"/><Relationship Id="rId318" Type="http://schemas.openxmlformats.org/officeDocument/2006/relationships/customXml" Target="../ink/ink309.xml"/><Relationship Id="rId78" Type="http://schemas.openxmlformats.org/officeDocument/2006/relationships/customXml" Target="../ink/ink188.xml"/><Relationship Id="rId99" Type="http://schemas.openxmlformats.org/officeDocument/2006/relationships/image" Target="../media/image198.png"/><Relationship Id="rId101" Type="http://schemas.openxmlformats.org/officeDocument/2006/relationships/image" Target="../media/image199.png"/><Relationship Id="rId122" Type="http://schemas.openxmlformats.org/officeDocument/2006/relationships/customXml" Target="../ink/ink210.xml"/><Relationship Id="rId143" Type="http://schemas.openxmlformats.org/officeDocument/2006/relationships/customXml" Target="../ink/ink221.xml"/><Relationship Id="rId164" Type="http://schemas.openxmlformats.org/officeDocument/2006/relationships/image" Target="../media/image230.png"/><Relationship Id="rId185" Type="http://schemas.openxmlformats.org/officeDocument/2006/relationships/customXml" Target="../ink/ink242.xml"/><Relationship Id="rId9" Type="http://schemas.openxmlformats.org/officeDocument/2006/relationships/image" Target="../media/image153.png"/><Relationship Id="rId210" Type="http://schemas.openxmlformats.org/officeDocument/2006/relationships/image" Target="../media/image253.png"/><Relationship Id="rId26" Type="http://schemas.openxmlformats.org/officeDocument/2006/relationships/customXml" Target="../ink/ink162.xml"/><Relationship Id="rId231" Type="http://schemas.openxmlformats.org/officeDocument/2006/relationships/image" Target="../media/image263.png"/><Relationship Id="rId252" Type="http://schemas.openxmlformats.org/officeDocument/2006/relationships/customXml" Target="../ink/ink276.xml"/><Relationship Id="rId273" Type="http://schemas.openxmlformats.org/officeDocument/2006/relationships/image" Target="../media/image284.png"/><Relationship Id="rId294" Type="http://schemas.openxmlformats.org/officeDocument/2006/relationships/customXml" Target="../ink/ink297.xml"/><Relationship Id="rId308" Type="http://schemas.openxmlformats.org/officeDocument/2006/relationships/customXml" Target="../ink/ink304.xml"/><Relationship Id="rId329" Type="http://schemas.openxmlformats.org/officeDocument/2006/relationships/image" Target="../media/image312.png"/><Relationship Id="rId47" Type="http://schemas.openxmlformats.org/officeDocument/2006/relationships/image" Target="../media/image172.png"/><Relationship Id="rId68" Type="http://schemas.openxmlformats.org/officeDocument/2006/relationships/customXml" Target="../ink/ink183.xml"/><Relationship Id="rId89" Type="http://schemas.openxmlformats.org/officeDocument/2006/relationships/image" Target="../media/image193.png"/><Relationship Id="rId112" Type="http://schemas.openxmlformats.org/officeDocument/2006/relationships/customXml" Target="../ink/ink205.xml"/><Relationship Id="rId133" Type="http://schemas.openxmlformats.org/officeDocument/2006/relationships/customXml" Target="../ink/ink216.xml"/><Relationship Id="rId154" Type="http://schemas.openxmlformats.org/officeDocument/2006/relationships/image" Target="../media/image225.png"/><Relationship Id="rId175" Type="http://schemas.openxmlformats.org/officeDocument/2006/relationships/customXml" Target="../ink/ink237.xml"/><Relationship Id="rId196" Type="http://schemas.openxmlformats.org/officeDocument/2006/relationships/image" Target="../media/image246.png"/><Relationship Id="rId200" Type="http://schemas.openxmlformats.org/officeDocument/2006/relationships/image" Target="../media/image248.png"/><Relationship Id="rId16" Type="http://schemas.openxmlformats.org/officeDocument/2006/relationships/customXml" Target="../ink/ink157.xml"/><Relationship Id="rId221" Type="http://schemas.openxmlformats.org/officeDocument/2006/relationships/customXml" Target="../ink/ink260.xml"/><Relationship Id="rId242" Type="http://schemas.openxmlformats.org/officeDocument/2006/relationships/customXml" Target="../ink/ink271.xml"/><Relationship Id="rId263" Type="http://schemas.openxmlformats.org/officeDocument/2006/relationships/image" Target="../media/image279.png"/><Relationship Id="rId284" Type="http://schemas.openxmlformats.org/officeDocument/2006/relationships/customXml" Target="../ink/ink292.xml"/><Relationship Id="rId319" Type="http://schemas.openxmlformats.org/officeDocument/2006/relationships/image" Target="../media/image307.png"/><Relationship Id="rId37" Type="http://schemas.openxmlformats.org/officeDocument/2006/relationships/image" Target="../media/image167.png"/><Relationship Id="rId58" Type="http://schemas.openxmlformats.org/officeDocument/2006/relationships/customXml" Target="../ink/ink178.xml"/><Relationship Id="rId79" Type="http://schemas.openxmlformats.org/officeDocument/2006/relationships/image" Target="../media/image188.png"/><Relationship Id="rId102" Type="http://schemas.openxmlformats.org/officeDocument/2006/relationships/customXml" Target="../ink/ink200.xml"/><Relationship Id="rId123" Type="http://schemas.openxmlformats.org/officeDocument/2006/relationships/customXml" Target="../ink/ink211.xml"/><Relationship Id="rId144" Type="http://schemas.openxmlformats.org/officeDocument/2006/relationships/image" Target="../media/image220.png"/><Relationship Id="rId330" Type="http://schemas.openxmlformats.org/officeDocument/2006/relationships/customXml" Target="../ink/ink315.xml"/><Relationship Id="rId90" Type="http://schemas.openxmlformats.org/officeDocument/2006/relationships/customXml" Target="../ink/ink194.xml"/><Relationship Id="rId165" Type="http://schemas.openxmlformats.org/officeDocument/2006/relationships/customXml" Target="../ink/ink232.xml"/><Relationship Id="rId186" Type="http://schemas.openxmlformats.org/officeDocument/2006/relationships/image" Target="../media/image241.png"/><Relationship Id="rId211" Type="http://schemas.openxmlformats.org/officeDocument/2006/relationships/customXml" Target="../ink/ink255.xml"/><Relationship Id="rId232" Type="http://schemas.openxmlformats.org/officeDocument/2006/relationships/customXml" Target="../ink/ink266.xml"/><Relationship Id="rId253" Type="http://schemas.openxmlformats.org/officeDocument/2006/relationships/image" Target="../media/image274.png"/><Relationship Id="rId274" Type="http://schemas.openxmlformats.org/officeDocument/2006/relationships/customXml" Target="../ink/ink287.xml"/><Relationship Id="rId295" Type="http://schemas.openxmlformats.org/officeDocument/2006/relationships/image" Target="../media/image295.png"/><Relationship Id="rId309" Type="http://schemas.openxmlformats.org/officeDocument/2006/relationships/image" Target="../media/image302.png"/><Relationship Id="rId27" Type="http://schemas.openxmlformats.org/officeDocument/2006/relationships/image" Target="../media/image162.png"/><Relationship Id="rId48" Type="http://schemas.openxmlformats.org/officeDocument/2006/relationships/customXml" Target="../ink/ink173.xml"/><Relationship Id="rId69" Type="http://schemas.openxmlformats.org/officeDocument/2006/relationships/image" Target="../media/image183.png"/><Relationship Id="rId113" Type="http://schemas.openxmlformats.org/officeDocument/2006/relationships/image" Target="../media/image205.png"/><Relationship Id="rId134" Type="http://schemas.openxmlformats.org/officeDocument/2006/relationships/image" Target="../media/image215.png"/><Relationship Id="rId320" Type="http://schemas.openxmlformats.org/officeDocument/2006/relationships/customXml" Target="../ink/ink310.xml"/><Relationship Id="rId80" Type="http://schemas.openxmlformats.org/officeDocument/2006/relationships/customXml" Target="../ink/ink189.xml"/><Relationship Id="rId155" Type="http://schemas.openxmlformats.org/officeDocument/2006/relationships/customXml" Target="../ink/ink227.xml"/><Relationship Id="rId176" Type="http://schemas.openxmlformats.org/officeDocument/2006/relationships/image" Target="../media/image236.png"/><Relationship Id="rId197" Type="http://schemas.openxmlformats.org/officeDocument/2006/relationships/customXml" Target="../ink/ink248.xml"/><Relationship Id="rId201" Type="http://schemas.openxmlformats.org/officeDocument/2006/relationships/customXml" Target="../ink/ink250.xml"/><Relationship Id="rId222" Type="http://schemas.openxmlformats.org/officeDocument/2006/relationships/image" Target="../media/image259.png"/><Relationship Id="rId243" Type="http://schemas.openxmlformats.org/officeDocument/2006/relationships/image" Target="../media/image269.png"/><Relationship Id="rId264" Type="http://schemas.openxmlformats.org/officeDocument/2006/relationships/customXml" Target="../ink/ink282.xml"/><Relationship Id="rId285" Type="http://schemas.openxmlformats.org/officeDocument/2006/relationships/image" Target="../media/image290.png"/><Relationship Id="rId17" Type="http://schemas.openxmlformats.org/officeDocument/2006/relationships/image" Target="../media/image157.png"/><Relationship Id="rId38" Type="http://schemas.openxmlformats.org/officeDocument/2006/relationships/customXml" Target="../ink/ink168.xml"/><Relationship Id="rId59" Type="http://schemas.openxmlformats.org/officeDocument/2006/relationships/image" Target="../media/image178.png"/><Relationship Id="rId103" Type="http://schemas.openxmlformats.org/officeDocument/2006/relationships/image" Target="../media/image200.png"/><Relationship Id="rId124" Type="http://schemas.openxmlformats.org/officeDocument/2006/relationships/image" Target="../media/image210.png"/><Relationship Id="rId310" Type="http://schemas.openxmlformats.org/officeDocument/2006/relationships/customXml" Target="../ink/ink305.xml"/><Relationship Id="rId70" Type="http://schemas.openxmlformats.org/officeDocument/2006/relationships/customXml" Target="../ink/ink184.xml"/><Relationship Id="rId91" Type="http://schemas.openxmlformats.org/officeDocument/2006/relationships/image" Target="../media/image194.png"/><Relationship Id="rId145" Type="http://schemas.openxmlformats.org/officeDocument/2006/relationships/customXml" Target="../ink/ink222.xml"/><Relationship Id="rId166" Type="http://schemas.openxmlformats.org/officeDocument/2006/relationships/image" Target="../media/image231.png"/><Relationship Id="rId187" Type="http://schemas.openxmlformats.org/officeDocument/2006/relationships/customXml" Target="../ink/ink243.xml"/><Relationship Id="rId331" Type="http://schemas.openxmlformats.org/officeDocument/2006/relationships/image" Target="../media/image313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54.png"/><Relationship Id="rId233" Type="http://schemas.openxmlformats.org/officeDocument/2006/relationships/image" Target="../media/image264.png"/><Relationship Id="rId254" Type="http://schemas.openxmlformats.org/officeDocument/2006/relationships/customXml" Target="../ink/ink277.xml"/><Relationship Id="rId28" Type="http://schemas.openxmlformats.org/officeDocument/2006/relationships/customXml" Target="../ink/ink163.xml"/><Relationship Id="rId49" Type="http://schemas.openxmlformats.org/officeDocument/2006/relationships/image" Target="../media/image173.png"/><Relationship Id="rId114" Type="http://schemas.openxmlformats.org/officeDocument/2006/relationships/customXml" Target="../ink/ink206.xml"/><Relationship Id="rId275" Type="http://schemas.openxmlformats.org/officeDocument/2006/relationships/image" Target="../media/image285.png"/><Relationship Id="rId296" Type="http://schemas.openxmlformats.org/officeDocument/2006/relationships/customXml" Target="../ink/ink298.xml"/><Relationship Id="rId300" Type="http://schemas.openxmlformats.org/officeDocument/2006/relationships/customXml" Target="../ink/ink300.xml"/><Relationship Id="rId60" Type="http://schemas.openxmlformats.org/officeDocument/2006/relationships/customXml" Target="../ink/ink179.xml"/><Relationship Id="rId81" Type="http://schemas.openxmlformats.org/officeDocument/2006/relationships/image" Target="../media/image189.png"/><Relationship Id="rId135" Type="http://schemas.openxmlformats.org/officeDocument/2006/relationships/customXml" Target="../ink/ink217.xml"/><Relationship Id="rId156" Type="http://schemas.openxmlformats.org/officeDocument/2006/relationships/image" Target="../media/image226.png"/><Relationship Id="rId177" Type="http://schemas.openxmlformats.org/officeDocument/2006/relationships/customXml" Target="../ink/ink238.xml"/><Relationship Id="rId198" Type="http://schemas.openxmlformats.org/officeDocument/2006/relationships/image" Target="../media/image247.png"/><Relationship Id="rId321" Type="http://schemas.openxmlformats.org/officeDocument/2006/relationships/image" Target="../media/image308.png"/><Relationship Id="rId202" Type="http://schemas.openxmlformats.org/officeDocument/2006/relationships/image" Target="../media/image249.png"/><Relationship Id="rId223" Type="http://schemas.openxmlformats.org/officeDocument/2006/relationships/customXml" Target="../ink/ink261.xml"/><Relationship Id="rId244" Type="http://schemas.openxmlformats.org/officeDocument/2006/relationships/customXml" Target="../ink/ink272.xml"/><Relationship Id="rId18" Type="http://schemas.openxmlformats.org/officeDocument/2006/relationships/customXml" Target="../ink/ink158.xml"/><Relationship Id="rId39" Type="http://schemas.openxmlformats.org/officeDocument/2006/relationships/image" Target="../media/image168.png"/><Relationship Id="rId265" Type="http://schemas.openxmlformats.org/officeDocument/2006/relationships/image" Target="../media/image280.png"/><Relationship Id="rId286" Type="http://schemas.openxmlformats.org/officeDocument/2006/relationships/customXml" Target="../ink/ink293.xml"/><Relationship Id="rId50" Type="http://schemas.openxmlformats.org/officeDocument/2006/relationships/customXml" Target="../ink/ink174.xml"/><Relationship Id="rId104" Type="http://schemas.openxmlformats.org/officeDocument/2006/relationships/customXml" Target="../ink/ink201.xml"/><Relationship Id="rId125" Type="http://schemas.openxmlformats.org/officeDocument/2006/relationships/customXml" Target="../ink/ink212.xml"/><Relationship Id="rId146" Type="http://schemas.openxmlformats.org/officeDocument/2006/relationships/image" Target="../media/image221.png"/><Relationship Id="rId167" Type="http://schemas.openxmlformats.org/officeDocument/2006/relationships/customXml" Target="../ink/ink233.xml"/><Relationship Id="rId188" Type="http://schemas.openxmlformats.org/officeDocument/2006/relationships/image" Target="../media/image242.png"/><Relationship Id="rId311" Type="http://schemas.openxmlformats.org/officeDocument/2006/relationships/image" Target="../media/image303.png"/><Relationship Id="rId332" Type="http://schemas.openxmlformats.org/officeDocument/2006/relationships/customXml" Target="../ink/ink316.xml"/><Relationship Id="rId71" Type="http://schemas.openxmlformats.org/officeDocument/2006/relationships/image" Target="../media/image184.png"/><Relationship Id="rId92" Type="http://schemas.openxmlformats.org/officeDocument/2006/relationships/customXml" Target="../ink/ink195.xml"/><Relationship Id="rId213" Type="http://schemas.openxmlformats.org/officeDocument/2006/relationships/customXml" Target="../ink/ink256.xml"/><Relationship Id="rId234" Type="http://schemas.openxmlformats.org/officeDocument/2006/relationships/customXml" Target="../ink/ink267.xml"/><Relationship Id="rId2" Type="http://schemas.openxmlformats.org/officeDocument/2006/relationships/customXml" Target="../ink/ink150.xml"/><Relationship Id="rId29" Type="http://schemas.openxmlformats.org/officeDocument/2006/relationships/image" Target="../media/image163.png"/><Relationship Id="rId255" Type="http://schemas.openxmlformats.org/officeDocument/2006/relationships/image" Target="../media/image275.png"/><Relationship Id="rId276" Type="http://schemas.openxmlformats.org/officeDocument/2006/relationships/customXml" Target="../ink/ink288.xml"/><Relationship Id="rId297" Type="http://schemas.openxmlformats.org/officeDocument/2006/relationships/image" Target="../media/image296.png"/><Relationship Id="rId40" Type="http://schemas.openxmlformats.org/officeDocument/2006/relationships/customXml" Target="../ink/ink169.xml"/><Relationship Id="rId115" Type="http://schemas.openxmlformats.org/officeDocument/2006/relationships/image" Target="../media/image206.png"/><Relationship Id="rId136" Type="http://schemas.openxmlformats.org/officeDocument/2006/relationships/image" Target="../media/image216.png"/><Relationship Id="rId157" Type="http://schemas.openxmlformats.org/officeDocument/2006/relationships/customXml" Target="../ink/ink228.xml"/><Relationship Id="rId178" Type="http://schemas.openxmlformats.org/officeDocument/2006/relationships/image" Target="../media/image237.png"/><Relationship Id="rId301" Type="http://schemas.openxmlformats.org/officeDocument/2006/relationships/image" Target="../media/image298.png"/><Relationship Id="rId322" Type="http://schemas.openxmlformats.org/officeDocument/2006/relationships/customXml" Target="../ink/ink311.xml"/><Relationship Id="rId61" Type="http://schemas.openxmlformats.org/officeDocument/2006/relationships/image" Target="../media/image179.png"/><Relationship Id="rId82" Type="http://schemas.openxmlformats.org/officeDocument/2006/relationships/customXml" Target="../ink/ink190.xml"/><Relationship Id="rId199" Type="http://schemas.openxmlformats.org/officeDocument/2006/relationships/customXml" Target="../ink/ink249.xml"/><Relationship Id="rId203" Type="http://schemas.openxmlformats.org/officeDocument/2006/relationships/customXml" Target="../ink/ink251.xml"/><Relationship Id="rId19" Type="http://schemas.openxmlformats.org/officeDocument/2006/relationships/image" Target="../media/image158.png"/><Relationship Id="rId224" Type="http://schemas.openxmlformats.org/officeDocument/2006/relationships/image" Target="../media/image260.png"/><Relationship Id="rId245" Type="http://schemas.openxmlformats.org/officeDocument/2006/relationships/image" Target="../media/image270.png"/><Relationship Id="rId266" Type="http://schemas.openxmlformats.org/officeDocument/2006/relationships/customXml" Target="../ink/ink283.xml"/><Relationship Id="rId287" Type="http://schemas.openxmlformats.org/officeDocument/2006/relationships/image" Target="../media/image291.png"/><Relationship Id="rId30" Type="http://schemas.openxmlformats.org/officeDocument/2006/relationships/customXml" Target="../ink/ink164.xml"/><Relationship Id="rId105" Type="http://schemas.openxmlformats.org/officeDocument/2006/relationships/image" Target="../media/image201.png"/><Relationship Id="rId126" Type="http://schemas.openxmlformats.org/officeDocument/2006/relationships/image" Target="../media/image211.png"/><Relationship Id="rId147" Type="http://schemas.openxmlformats.org/officeDocument/2006/relationships/customXml" Target="../ink/ink223.xml"/><Relationship Id="rId168" Type="http://schemas.openxmlformats.org/officeDocument/2006/relationships/image" Target="../media/image232.png"/><Relationship Id="rId312" Type="http://schemas.openxmlformats.org/officeDocument/2006/relationships/customXml" Target="../ink/ink306.xml"/><Relationship Id="rId333" Type="http://schemas.openxmlformats.org/officeDocument/2006/relationships/image" Target="../media/image314.png"/><Relationship Id="rId51" Type="http://schemas.openxmlformats.org/officeDocument/2006/relationships/image" Target="../media/image174.png"/><Relationship Id="rId72" Type="http://schemas.openxmlformats.org/officeDocument/2006/relationships/customXml" Target="../ink/ink185.xml"/><Relationship Id="rId93" Type="http://schemas.openxmlformats.org/officeDocument/2006/relationships/image" Target="../media/image195.png"/><Relationship Id="rId189" Type="http://schemas.openxmlformats.org/officeDocument/2006/relationships/customXml" Target="../ink/ink244.xml"/><Relationship Id="rId3" Type="http://schemas.openxmlformats.org/officeDocument/2006/relationships/image" Target="../media/image150.png"/><Relationship Id="rId214" Type="http://schemas.openxmlformats.org/officeDocument/2006/relationships/image" Target="../media/image255.png"/><Relationship Id="rId235" Type="http://schemas.openxmlformats.org/officeDocument/2006/relationships/image" Target="../media/image265.png"/><Relationship Id="rId256" Type="http://schemas.openxmlformats.org/officeDocument/2006/relationships/customXml" Target="../ink/ink278.xml"/><Relationship Id="rId277" Type="http://schemas.openxmlformats.org/officeDocument/2006/relationships/image" Target="../media/image286.png"/><Relationship Id="rId298" Type="http://schemas.openxmlformats.org/officeDocument/2006/relationships/customXml" Target="../ink/ink299.xml"/><Relationship Id="rId116" Type="http://schemas.openxmlformats.org/officeDocument/2006/relationships/customXml" Target="../ink/ink207.xml"/><Relationship Id="rId137" Type="http://schemas.openxmlformats.org/officeDocument/2006/relationships/customXml" Target="../ink/ink218.xml"/><Relationship Id="rId158" Type="http://schemas.openxmlformats.org/officeDocument/2006/relationships/image" Target="../media/image227.png"/><Relationship Id="rId302" Type="http://schemas.openxmlformats.org/officeDocument/2006/relationships/customXml" Target="../ink/ink301.xml"/><Relationship Id="rId323" Type="http://schemas.openxmlformats.org/officeDocument/2006/relationships/image" Target="../media/image309.png"/><Relationship Id="rId20" Type="http://schemas.openxmlformats.org/officeDocument/2006/relationships/customXml" Target="../ink/ink159.xml"/><Relationship Id="rId41" Type="http://schemas.openxmlformats.org/officeDocument/2006/relationships/image" Target="../media/image169.png"/><Relationship Id="rId62" Type="http://schemas.openxmlformats.org/officeDocument/2006/relationships/customXml" Target="../ink/ink180.xml"/><Relationship Id="rId83" Type="http://schemas.openxmlformats.org/officeDocument/2006/relationships/image" Target="../media/image190.png"/><Relationship Id="rId179" Type="http://schemas.openxmlformats.org/officeDocument/2006/relationships/customXml" Target="../ink/ink239.xml"/><Relationship Id="rId190" Type="http://schemas.openxmlformats.org/officeDocument/2006/relationships/image" Target="../media/image243.png"/><Relationship Id="rId204" Type="http://schemas.openxmlformats.org/officeDocument/2006/relationships/image" Target="../media/image250.png"/><Relationship Id="rId225" Type="http://schemas.openxmlformats.org/officeDocument/2006/relationships/customXml" Target="../ink/ink262.xml"/><Relationship Id="rId246" Type="http://schemas.openxmlformats.org/officeDocument/2006/relationships/customXml" Target="../ink/ink273.xml"/><Relationship Id="rId267" Type="http://schemas.openxmlformats.org/officeDocument/2006/relationships/image" Target="../media/image281.png"/><Relationship Id="rId288" Type="http://schemas.openxmlformats.org/officeDocument/2006/relationships/customXml" Target="../ink/ink294.xml"/><Relationship Id="rId106" Type="http://schemas.openxmlformats.org/officeDocument/2006/relationships/customXml" Target="../ink/ink202.xml"/><Relationship Id="rId127" Type="http://schemas.openxmlformats.org/officeDocument/2006/relationships/customXml" Target="../ink/ink213.xml"/><Relationship Id="rId313" Type="http://schemas.openxmlformats.org/officeDocument/2006/relationships/image" Target="../media/image304.png"/><Relationship Id="rId10" Type="http://schemas.openxmlformats.org/officeDocument/2006/relationships/customXml" Target="../ink/ink154.xml"/><Relationship Id="rId31" Type="http://schemas.openxmlformats.org/officeDocument/2006/relationships/image" Target="../media/image164.png"/><Relationship Id="rId52" Type="http://schemas.openxmlformats.org/officeDocument/2006/relationships/customXml" Target="../ink/ink175.xml"/><Relationship Id="rId73" Type="http://schemas.openxmlformats.org/officeDocument/2006/relationships/image" Target="../media/image185.png"/><Relationship Id="rId94" Type="http://schemas.openxmlformats.org/officeDocument/2006/relationships/customXml" Target="../ink/ink196.xml"/><Relationship Id="rId148" Type="http://schemas.openxmlformats.org/officeDocument/2006/relationships/image" Target="../media/image222.png"/><Relationship Id="rId169" Type="http://schemas.openxmlformats.org/officeDocument/2006/relationships/customXml" Target="../ink/ink234.xml"/><Relationship Id="rId4" Type="http://schemas.openxmlformats.org/officeDocument/2006/relationships/customXml" Target="../ink/ink151.xml"/><Relationship Id="rId180" Type="http://schemas.openxmlformats.org/officeDocument/2006/relationships/image" Target="../media/image238.png"/><Relationship Id="rId215" Type="http://schemas.openxmlformats.org/officeDocument/2006/relationships/customXml" Target="../ink/ink257.xml"/><Relationship Id="rId236" Type="http://schemas.openxmlformats.org/officeDocument/2006/relationships/customXml" Target="../ink/ink268.xml"/><Relationship Id="rId257" Type="http://schemas.openxmlformats.org/officeDocument/2006/relationships/image" Target="../media/image276.png"/><Relationship Id="rId278" Type="http://schemas.openxmlformats.org/officeDocument/2006/relationships/customXml" Target="../ink/ink289.xml"/><Relationship Id="rId303" Type="http://schemas.openxmlformats.org/officeDocument/2006/relationships/image" Target="../media/image299.png"/><Relationship Id="rId42" Type="http://schemas.openxmlformats.org/officeDocument/2006/relationships/customXml" Target="../ink/ink170.xml"/><Relationship Id="rId84" Type="http://schemas.openxmlformats.org/officeDocument/2006/relationships/customXml" Target="../ink/ink191.xml"/><Relationship Id="rId138" Type="http://schemas.openxmlformats.org/officeDocument/2006/relationships/image" Target="../media/image217.png"/><Relationship Id="rId191" Type="http://schemas.openxmlformats.org/officeDocument/2006/relationships/customXml" Target="../ink/ink245.xml"/><Relationship Id="rId205" Type="http://schemas.openxmlformats.org/officeDocument/2006/relationships/customXml" Target="../ink/ink252.xml"/><Relationship Id="rId247" Type="http://schemas.openxmlformats.org/officeDocument/2006/relationships/image" Target="../media/image271.png"/><Relationship Id="rId107" Type="http://schemas.openxmlformats.org/officeDocument/2006/relationships/image" Target="../media/image202.png"/><Relationship Id="rId289" Type="http://schemas.openxmlformats.org/officeDocument/2006/relationships/image" Target="../media/image292.png"/><Relationship Id="rId11" Type="http://schemas.openxmlformats.org/officeDocument/2006/relationships/image" Target="../media/image154.png"/><Relationship Id="rId53" Type="http://schemas.openxmlformats.org/officeDocument/2006/relationships/image" Target="../media/image175.png"/><Relationship Id="rId149" Type="http://schemas.openxmlformats.org/officeDocument/2006/relationships/customXml" Target="../ink/ink224.xml"/><Relationship Id="rId314" Type="http://schemas.openxmlformats.org/officeDocument/2006/relationships/customXml" Target="../ink/ink307.xml"/><Relationship Id="rId95" Type="http://schemas.openxmlformats.org/officeDocument/2006/relationships/image" Target="../media/image196.png"/><Relationship Id="rId160" Type="http://schemas.openxmlformats.org/officeDocument/2006/relationships/image" Target="../media/image228.png"/><Relationship Id="rId216" Type="http://schemas.openxmlformats.org/officeDocument/2006/relationships/image" Target="../media/image256.png"/><Relationship Id="rId258" Type="http://schemas.openxmlformats.org/officeDocument/2006/relationships/customXml" Target="../ink/ink279.xml"/><Relationship Id="rId22" Type="http://schemas.openxmlformats.org/officeDocument/2006/relationships/customXml" Target="../ink/ink160.xml"/><Relationship Id="rId64" Type="http://schemas.openxmlformats.org/officeDocument/2006/relationships/customXml" Target="../ink/ink181.xml"/><Relationship Id="rId118" Type="http://schemas.openxmlformats.org/officeDocument/2006/relationships/customXml" Target="../ink/ink208.xml"/><Relationship Id="rId325" Type="http://schemas.openxmlformats.org/officeDocument/2006/relationships/image" Target="../media/image310.png"/><Relationship Id="rId171" Type="http://schemas.openxmlformats.org/officeDocument/2006/relationships/customXml" Target="../ink/ink235.xml"/><Relationship Id="rId227" Type="http://schemas.openxmlformats.org/officeDocument/2006/relationships/image" Target="../media/image261.png"/><Relationship Id="rId269" Type="http://schemas.openxmlformats.org/officeDocument/2006/relationships/image" Target="../media/image282.png"/><Relationship Id="rId33" Type="http://schemas.openxmlformats.org/officeDocument/2006/relationships/image" Target="../media/image165.png"/><Relationship Id="rId129" Type="http://schemas.openxmlformats.org/officeDocument/2006/relationships/customXml" Target="../ink/ink214.xml"/><Relationship Id="rId280" Type="http://schemas.openxmlformats.org/officeDocument/2006/relationships/customXml" Target="../ink/ink290.xml"/><Relationship Id="rId75" Type="http://schemas.openxmlformats.org/officeDocument/2006/relationships/image" Target="../media/image186.png"/><Relationship Id="rId140" Type="http://schemas.openxmlformats.org/officeDocument/2006/relationships/image" Target="../media/image218.png"/><Relationship Id="rId182" Type="http://schemas.openxmlformats.org/officeDocument/2006/relationships/image" Target="../media/image239.png"/><Relationship Id="rId6" Type="http://schemas.openxmlformats.org/officeDocument/2006/relationships/customXml" Target="../ink/ink152.xml"/><Relationship Id="rId238" Type="http://schemas.openxmlformats.org/officeDocument/2006/relationships/customXml" Target="../ink/ink269.xml"/><Relationship Id="rId291" Type="http://schemas.openxmlformats.org/officeDocument/2006/relationships/image" Target="../media/image293.png"/><Relationship Id="rId305" Type="http://schemas.openxmlformats.org/officeDocument/2006/relationships/image" Target="../media/image300.png"/><Relationship Id="rId44" Type="http://schemas.openxmlformats.org/officeDocument/2006/relationships/customXml" Target="../ink/ink171.xml"/><Relationship Id="rId86" Type="http://schemas.openxmlformats.org/officeDocument/2006/relationships/customXml" Target="../ink/ink192.xml"/><Relationship Id="rId151" Type="http://schemas.openxmlformats.org/officeDocument/2006/relationships/customXml" Target="../ink/ink225.xml"/><Relationship Id="rId193" Type="http://schemas.openxmlformats.org/officeDocument/2006/relationships/customXml" Target="../ink/ink246.xml"/><Relationship Id="rId207" Type="http://schemas.openxmlformats.org/officeDocument/2006/relationships/customXml" Target="../ink/ink253.xml"/><Relationship Id="rId249" Type="http://schemas.openxmlformats.org/officeDocument/2006/relationships/image" Target="../media/image272.png"/><Relationship Id="rId13" Type="http://schemas.openxmlformats.org/officeDocument/2006/relationships/image" Target="../media/image155.png"/><Relationship Id="rId109" Type="http://schemas.openxmlformats.org/officeDocument/2006/relationships/image" Target="../media/image203.png"/><Relationship Id="rId260" Type="http://schemas.openxmlformats.org/officeDocument/2006/relationships/customXml" Target="../ink/ink280.xml"/><Relationship Id="rId316" Type="http://schemas.openxmlformats.org/officeDocument/2006/relationships/customXml" Target="../ink/ink308.xml"/><Relationship Id="rId55" Type="http://schemas.openxmlformats.org/officeDocument/2006/relationships/image" Target="../media/image176.png"/><Relationship Id="rId97" Type="http://schemas.openxmlformats.org/officeDocument/2006/relationships/image" Target="../media/image197.png"/><Relationship Id="rId120" Type="http://schemas.openxmlformats.org/officeDocument/2006/relationships/customXml" Target="../ink/ink209.xml"/><Relationship Id="rId162" Type="http://schemas.openxmlformats.org/officeDocument/2006/relationships/image" Target="../media/image229.png"/><Relationship Id="rId218" Type="http://schemas.openxmlformats.org/officeDocument/2006/relationships/image" Target="../media/image257.png"/><Relationship Id="rId271" Type="http://schemas.openxmlformats.org/officeDocument/2006/relationships/image" Target="../media/image28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2.png"/><Relationship Id="rId21" Type="http://schemas.openxmlformats.org/officeDocument/2006/relationships/image" Target="../media/image324.png"/><Relationship Id="rId42" Type="http://schemas.openxmlformats.org/officeDocument/2006/relationships/customXml" Target="../ink/ink337.xml"/><Relationship Id="rId63" Type="http://schemas.openxmlformats.org/officeDocument/2006/relationships/image" Target="../media/image345.png"/><Relationship Id="rId84" Type="http://schemas.openxmlformats.org/officeDocument/2006/relationships/customXml" Target="../ink/ink358.xml"/><Relationship Id="rId138" Type="http://schemas.openxmlformats.org/officeDocument/2006/relationships/customXml" Target="../ink/ink385.xml"/><Relationship Id="rId107" Type="http://schemas.openxmlformats.org/officeDocument/2006/relationships/image" Target="../media/image367.png"/><Relationship Id="rId11" Type="http://schemas.openxmlformats.org/officeDocument/2006/relationships/image" Target="../media/image319.png"/><Relationship Id="rId32" Type="http://schemas.openxmlformats.org/officeDocument/2006/relationships/customXml" Target="../ink/ink332.xml"/><Relationship Id="rId53" Type="http://schemas.openxmlformats.org/officeDocument/2006/relationships/image" Target="../media/image340.png"/><Relationship Id="rId74" Type="http://schemas.openxmlformats.org/officeDocument/2006/relationships/customXml" Target="../ink/ink353.xml"/><Relationship Id="rId128" Type="http://schemas.openxmlformats.org/officeDocument/2006/relationships/customXml" Target="../ink/ink380.xml"/><Relationship Id="rId149" Type="http://schemas.openxmlformats.org/officeDocument/2006/relationships/image" Target="../media/image388.png"/><Relationship Id="rId5" Type="http://schemas.openxmlformats.org/officeDocument/2006/relationships/image" Target="../media/image316.png"/><Relationship Id="rId95" Type="http://schemas.openxmlformats.org/officeDocument/2006/relationships/image" Target="../media/image361.png"/><Relationship Id="rId22" Type="http://schemas.openxmlformats.org/officeDocument/2006/relationships/customXml" Target="../ink/ink327.xml"/><Relationship Id="rId43" Type="http://schemas.openxmlformats.org/officeDocument/2006/relationships/image" Target="../media/image335.png"/><Relationship Id="rId64" Type="http://schemas.openxmlformats.org/officeDocument/2006/relationships/customXml" Target="../ink/ink348.xml"/><Relationship Id="rId118" Type="http://schemas.openxmlformats.org/officeDocument/2006/relationships/customXml" Target="../ink/ink375.xml"/><Relationship Id="rId139" Type="http://schemas.openxmlformats.org/officeDocument/2006/relationships/image" Target="../media/image383.png"/><Relationship Id="rId80" Type="http://schemas.openxmlformats.org/officeDocument/2006/relationships/customXml" Target="../ink/ink356.xml"/><Relationship Id="rId85" Type="http://schemas.openxmlformats.org/officeDocument/2006/relationships/image" Target="../media/image356.png"/><Relationship Id="rId150" Type="http://schemas.openxmlformats.org/officeDocument/2006/relationships/customXml" Target="../ink/ink391.xml"/><Relationship Id="rId155" Type="http://schemas.openxmlformats.org/officeDocument/2006/relationships/image" Target="../media/image391.png"/><Relationship Id="rId12" Type="http://schemas.openxmlformats.org/officeDocument/2006/relationships/customXml" Target="../ink/ink322.xml"/><Relationship Id="rId17" Type="http://schemas.openxmlformats.org/officeDocument/2006/relationships/image" Target="../media/image322.png"/><Relationship Id="rId33" Type="http://schemas.openxmlformats.org/officeDocument/2006/relationships/image" Target="../media/image330.png"/><Relationship Id="rId38" Type="http://schemas.openxmlformats.org/officeDocument/2006/relationships/customXml" Target="../ink/ink335.xml"/><Relationship Id="rId59" Type="http://schemas.openxmlformats.org/officeDocument/2006/relationships/image" Target="../media/image343.png"/><Relationship Id="rId103" Type="http://schemas.openxmlformats.org/officeDocument/2006/relationships/image" Target="../media/image365.png"/><Relationship Id="rId108" Type="http://schemas.openxmlformats.org/officeDocument/2006/relationships/customXml" Target="../ink/ink370.xml"/><Relationship Id="rId124" Type="http://schemas.openxmlformats.org/officeDocument/2006/relationships/customXml" Target="../ink/ink378.xml"/><Relationship Id="rId129" Type="http://schemas.openxmlformats.org/officeDocument/2006/relationships/image" Target="../media/image378.png"/><Relationship Id="rId54" Type="http://schemas.openxmlformats.org/officeDocument/2006/relationships/customXml" Target="../ink/ink343.xml"/><Relationship Id="rId70" Type="http://schemas.openxmlformats.org/officeDocument/2006/relationships/customXml" Target="../ink/ink351.xml"/><Relationship Id="rId75" Type="http://schemas.openxmlformats.org/officeDocument/2006/relationships/image" Target="../media/image351.png"/><Relationship Id="rId91" Type="http://schemas.openxmlformats.org/officeDocument/2006/relationships/image" Target="../media/image359.png"/><Relationship Id="rId96" Type="http://schemas.openxmlformats.org/officeDocument/2006/relationships/customXml" Target="../ink/ink364.xml"/><Relationship Id="rId140" Type="http://schemas.openxmlformats.org/officeDocument/2006/relationships/customXml" Target="../ink/ink386.xml"/><Relationship Id="rId145" Type="http://schemas.openxmlformats.org/officeDocument/2006/relationships/image" Target="../media/image3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9.xml"/><Relationship Id="rId23" Type="http://schemas.openxmlformats.org/officeDocument/2006/relationships/image" Target="../media/image325.png"/><Relationship Id="rId28" Type="http://schemas.openxmlformats.org/officeDocument/2006/relationships/customXml" Target="../ink/ink330.xml"/><Relationship Id="rId49" Type="http://schemas.openxmlformats.org/officeDocument/2006/relationships/image" Target="../media/image338.png"/><Relationship Id="rId114" Type="http://schemas.openxmlformats.org/officeDocument/2006/relationships/customXml" Target="../ink/ink373.xml"/><Relationship Id="rId119" Type="http://schemas.openxmlformats.org/officeDocument/2006/relationships/image" Target="../media/image373.png"/><Relationship Id="rId44" Type="http://schemas.openxmlformats.org/officeDocument/2006/relationships/customXml" Target="../ink/ink338.xml"/><Relationship Id="rId60" Type="http://schemas.openxmlformats.org/officeDocument/2006/relationships/customXml" Target="../ink/ink346.xml"/><Relationship Id="rId65" Type="http://schemas.openxmlformats.org/officeDocument/2006/relationships/image" Target="../media/image346.png"/><Relationship Id="rId81" Type="http://schemas.openxmlformats.org/officeDocument/2006/relationships/image" Target="../media/image354.png"/><Relationship Id="rId86" Type="http://schemas.openxmlformats.org/officeDocument/2006/relationships/customXml" Target="../ink/ink359.xml"/><Relationship Id="rId130" Type="http://schemas.openxmlformats.org/officeDocument/2006/relationships/customXml" Target="../ink/ink381.xml"/><Relationship Id="rId135" Type="http://schemas.openxmlformats.org/officeDocument/2006/relationships/image" Target="../media/image381.png"/><Relationship Id="rId151" Type="http://schemas.openxmlformats.org/officeDocument/2006/relationships/image" Target="../media/image389.png"/><Relationship Id="rId156" Type="http://schemas.openxmlformats.org/officeDocument/2006/relationships/customXml" Target="../ink/ink394.xml"/><Relationship Id="rId13" Type="http://schemas.openxmlformats.org/officeDocument/2006/relationships/image" Target="../media/image320.png"/><Relationship Id="rId18" Type="http://schemas.openxmlformats.org/officeDocument/2006/relationships/customXml" Target="../ink/ink325.xml"/><Relationship Id="rId39" Type="http://schemas.openxmlformats.org/officeDocument/2006/relationships/image" Target="../media/image333.png"/><Relationship Id="rId109" Type="http://schemas.openxmlformats.org/officeDocument/2006/relationships/image" Target="../media/image368.png"/><Relationship Id="rId34" Type="http://schemas.openxmlformats.org/officeDocument/2006/relationships/customXml" Target="../ink/ink333.xml"/><Relationship Id="rId50" Type="http://schemas.openxmlformats.org/officeDocument/2006/relationships/customXml" Target="../ink/ink341.xml"/><Relationship Id="rId55" Type="http://schemas.openxmlformats.org/officeDocument/2006/relationships/image" Target="../media/image341.png"/><Relationship Id="rId76" Type="http://schemas.openxmlformats.org/officeDocument/2006/relationships/customXml" Target="../ink/ink354.xml"/><Relationship Id="rId97" Type="http://schemas.openxmlformats.org/officeDocument/2006/relationships/image" Target="../media/image362.png"/><Relationship Id="rId104" Type="http://schemas.openxmlformats.org/officeDocument/2006/relationships/customXml" Target="../ink/ink368.xml"/><Relationship Id="rId120" Type="http://schemas.openxmlformats.org/officeDocument/2006/relationships/customXml" Target="../ink/ink376.xml"/><Relationship Id="rId125" Type="http://schemas.openxmlformats.org/officeDocument/2006/relationships/image" Target="../media/image376.png"/><Relationship Id="rId141" Type="http://schemas.openxmlformats.org/officeDocument/2006/relationships/image" Target="../media/image384.png"/><Relationship Id="rId146" Type="http://schemas.openxmlformats.org/officeDocument/2006/relationships/customXml" Target="../ink/ink389.xml"/><Relationship Id="rId7" Type="http://schemas.openxmlformats.org/officeDocument/2006/relationships/image" Target="../media/image317.png"/><Relationship Id="rId71" Type="http://schemas.openxmlformats.org/officeDocument/2006/relationships/image" Target="../media/image349.png"/><Relationship Id="rId92" Type="http://schemas.openxmlformats.org/officeDocument/2006/relationships/customXml" Target="../ink/ink362.xml"/><Relationship Id="rId2" Type="http://schemas.openxmlformats.org/officeDocument/2006/relationships/customXml" Target="../ink/ink317.xml"/><Relationship Id="rId29" Type="http://schemas.openxmlformats.org/officeDocument/2006/relationships/image" Target="../media/image328.png"/><Relationship Id="rId24" Type="http://schemas.openxmlformats.org/officeDocument/2006/relationships/customXml" Target="../ink/ink328.xml"/><Relationship Id="rId40" Type="http://schemas.openxmlformats.org/officeDocument/2006/relationships/customXml" Target="../ink/ink336.xml"/><Relationship Id="rId45" Type="http://schemas.openxmlformats.org/officeDocument/2006/relationships/image" Target="../media/image336.png"/><Relationship Id="rId66" Type="http://schemas.openxmlformats.org/officeDocument/2006/relationships/customXml" Target="../ink/ink349.xml"/><Relationship Id="rId87" Type="http://schemas.openxmlformats.org/officeDocument/2006/relationships/image" Target="../media/image357.png"/><Relationship Id="rId110" Type="http://schemas.openxmlformats.org/officeDocument/2006/relationships/customXml" Target="../ink/ink371.xml"/><Relationship Id="rId115" Type="http://schemas.openxmlformats.org/officeDocument/2006/relationships/image" Target="../media/image371.png"/><Relationship Id="rId131" Type="http://schemas.openxmlformats.org/officeDocument/2006/relationships/image" Target="../media/image379.png"/><Relationship Id="rId136" Type="http://schemas.openxmlformats.org/officeDocument/2006/relationships/customXml" Target="../ink/ink384.xml"/><Relationship Id="rId157" Type="http://schemas.openxmlformats.org/officeDocument/2006/relationships/image" Target="../media/image392.png"/><Relationship Id="rId61" Type="http://schemas.openxmlformats.org/officeDocument/2006/relationships/image" Target="../media/image344.png"/><Relationship Id="rId82" Type="http://schemas.openxmlformats.org/officeDocument/2006/relationships/customXml" Target="../ink/ink357.xml"/><Relationship Id="rId152" Type="http://schemas.openxmlformats.org/officeDocument/2006/relationships/customXml" Target="../ink/ink392.xml"/><Relationship Id="rId19" Type="http://schemas.openxmlformats.org/officeDocument/2006/relationships/image" Target="../media/image323.png"/><Relationship Id="rId14" Type="http://schemas.openxmlformats.org/officeDocument/2006/relationships/customXml" Target="../ink/ink323.xml"/><Relationship Id="rId30" Type="http://schemas.openxmlformats.org/officeDocument/2006/relationships/customXml" Target="../ink/ink331.xml"/><Relationship Id="rId35" Type="http://schemas.openxmlformats.org/officeDocument/2006/relationships/image" Target="../media/image331.png"/><Relationship Id="rId56" Type="http://schemas.openxmlformats.org/officeDocument/2006/relationships/customXml" Target="../ink/ink344.xml"/><Relationship Id="rId77" Type="http://schemas.openxmlformats.org/officeDocument/2006/relationships/image" Target="../media/image352.png"/><Relationship Id="rId100" Type="http://schemas.openxmlformats.org/officeDocument/2006/relationships/customXml" Target="../ink/ink366.xml"/><Relationship Id="rId105" Type="http://schemas.openxmlformats.org/officeDocument/2006/relationships/image" Target="../media/image366.png"/><Relationship Id="rId126" Type="http://schemas.openxmlformats.org/officeDocument/2006/relationships/customXml" Target="../ink/ink379.xml"/><Relationship Id="rId147" Type="http://schemas.openxmlformats.org/officeDocument/2006/relationships/image" Target="../media/image387.png"/><Relationship Id="rId8" Type="http://schemas.openxmlformats.org/officeDocument/2006/relationships/customXml" Target="../ink/ink320.xml"/><Relationship Id="rId51" Type="http://schemas.openxmlformats.org/officeDocument/2006/relationships/image" Target="../media/image339.png"/><Relationship Id="rId72" Type="http://schemas.openxmlformats.org/officeDocument/2006/relationships/customXml" Target="../ink/ink352.xml"/><Relationship Id="rId93" Type="http://schemas.openxmlformats.org/officeDocument/2006/relationships/image" Target="../media/image360.png"/><Relationship Id="rId98" Type="http://schemas.openxmlformats.org/officeDocument/2006/relationships/customXml" Target="../ink/ink365.xml"/><Relationship Id="rId121" Type="http://schemas.openxmlformats.org/officeDocument/2006/relationships/image" Target="../media/image374.png"/><Relationship Id="rId142" Type="http://schemas.openxmlformats.org/officeDocument/2006/relationships/customXml" Target="../ink/ink387.xml"/><Relationship Id="rId3" Type="http://schemas.openxmlformats.org/officeDocument/2006/relationships/image" Target="../media/image315.png"/><Relationship Id="rId25" Type="http://schemas.openxmlformats.org/officeDocument/2006/relationships/image" Target="../media/image326.png"/><Relationship Id="rId46" Type="http://schemas.openxmlformats.org/officeDocument/2006/relationships/customXml" Target="../ink/ink339.xml"/><Relationship Id="rId67" Type="http://schemas.openxmlformats.org/officeDocument/2006/relationships/image" Target="../media/image347.png"/><Relationship Id="rId116" Type="http://schemas.openxmlformats.org/officeDocument/2006/relationships/customXml" Target="../ink/ink374.xml"/><Relationship Id="rId137" Type="http://schemas.openxmlformats.org/officeDocument/2006/relationships/image" Target="../media/image382.png"/><Relationship Id="rId20" Type="http://schemas.openxmlformats.org/officeDocument/2006/relationships/customXml" Target="../ink/ink326.xml"/><Relationship Id="rId41" Type="http://schemas.openxmlformats.org/officeDocument/2006/relationships/image" Target="../media/image334.png"/><Relationship Id="rId62" Type="http://schemas.openxmlformats.org/officeDocument/2006/relationships/customXml" Target="../ink/ink347.xml"/><Relationship Id="rId83" Type="http://schemas.openxmlformats.org/officeDocument/2006/relationships/image" Target="../media/image355.png"/><Relationship Id="rId88" Type="http://schemas.openxmlformats.org/officeDocument/2006/relationships/customXml" Target="../ink/ink360.xml"/><Relationship Id="rId111" Type="http://schemas.openxmlformats.org/officeDocument/2006/relationships/image" Target="../media/image369.png"/><Relationship Id="rId132" Type="http://schemas.openxmlformats.org/officeDocument/2006/relationships/customXml" Target="../ink/ink382.xml"/><Relationship Id="rId153" Type="http://schemas.openxmlformats.org/officeDocument/2006/relationships/image" Target="../media/image390.png"/><Relationship Id="rId15" Type="http://schemas.openxmlformats.org/officeDocument/2006/relationships/image" Target="../media/image321.png"/><Relationship Id="rId36" Type="http://schemas.openxmlformats.org/officeDocument/2006/relationships/customXml" Target="../ink/ink334.xml"/><Relationship Id="rId57" Type="http://schemas.openxmlformats.org/officeDocument/2006/relationships/image" Target="../media/image342.png"/><Relationship Id="rId106" Type="http://schemas.openxmlformats.org/officeDocument/2006/relationships/customXml" Target="../ink/ink369.xml"/><Relationship Id="rId127" Type="http://schemas.openxmlformats.org/officeDocument/2006/relationships/image" Target="../media/image377.png"/><Relationship Id="rId10" Type="http://schemas.openxmlformats.org/officeDocument/2006/relationships/customXml" Target="../ink/ink321.xml"/><Relationship Id="rId31" Type="http://schemas.openxmlformats.org/officeDocument/2006/relationships/image" Target="../media/image329.png"/><Relationship Id="rId52" Type="http://schemas.openxmlformats.org/officeDocument/2006/relationships/customXml" Target="../ink/ink342.xml"/><Relationship Id="rId73" Type="http://schemas.openxmlformats.org/officeDocument/2006/relationships/image" Target="../media/image350.png"/><Relationship Id="rId78" Type="http://schemas.openxmlformats.org/officeDocument/2006/relationships/customXml" Target="../ink/ink355.xml"/><Relationship Id="rId94" Type="http://schemas.openxmlformats.org/officeDocument/2006/relationships/customXml" Target="../ink/ink363.xml"/><Relationship Id="rId99" Type="http://schemas.openxmlformats.org/officeDocument/2006/relationships/image" Target="../media/image363.png"/><Relationship Id="rId101" Type="http://schemas.openxmlformats.org/officeDocument/2006/relationships/image" Target="../media/image364.png"/><Relationship Id="rId122" Type="http://schemas.openxmlformats.org/officeDocument/2006/relationships/customXml" Target="../ink/ink377.xml"/><Relationship Id="rId143" Type="http://schemas.openxmlformats.org/officeDocument/2006/relationships/image" Target="../media/image385.png"/><Relationship Id="rId148" Type="http://schemas.openxmlformats.org/officeDocument/2006/relationships/customXml" Target="../ink/ink390.xml"/><Relationship Id="rId4" Type="http://schemas.openxmlformats.org/officeDocument/2006/relationships/customXml" Target="../ink/ink318.xml"/><Relationship Id="rId9" Type="http://schemas.openxmlformats.org/officeDocument/2006/relationships/image" Target="../media/image318.png"/><Relationship Id="rId26" Type="http://schemas.openxmlformats.org/officeDocument/2006/relationships/customXml" Target="../ink/ink329.xml"/><Relationship Id="rId47" Type="http://schemas.openxmlformats.org/officeDocument/2006/relationships/image" Target="../media/image337.png"/><Relationship Id="rId68" Type="http://schemas.openxmlformats.org/officeDocument/2006/relationships/customXml" Target="../ink/ink350.xml"/><Relationship Id="rId89" Type="http://schemas.openxmlformats.org/officeDocument/2006/relationships/image" Target="../media/image358.png"/><Relationship Id="rId112" Type="http://schemas.openxmlformats.org/officeDocument/2006/relationships/customXml" Target="../ink/ink372.xml"/><Relationship Id="rId133" Type="http://schemas.openxmlformats.org/officeDocument/2006/relationships/image" Target="../media/image380.png"/><Relationship Id="rId154" Type="http://schemas.openxmlformats.org/officeDocument/2006/relationships/customXml" Target="../ink/ink393.xml"/><Relationship Id="rId16" Type="http://schemas.openxmlformats.org/officeDocument/2006/relationships/customXml" Target="../ink/ink324.xml"/><Relationship Id="rId37" Type="http://schemas.openxmlformats.org/officeDocument/2006/relationships/image" Target="../media/image332.png"/><Relationship Id="rId58" Type="http://schemas.openxmlformats.org/officeDocument/2006/relationships/customXml" Target="../ink/ink345.xml"/><Relationship Id="rId79" Type="http://schemas.openxmlformats.org/officeDocument/2006/relationships/image" Target="../media/image353.png"/><Relationship Id="rId102" Type="http://schemas.openxmlformats.org/officeDocument/2006/relationships/customXml" Target="../ink/ink367.xml"/><Relationship Id="rId123" Type="http://schemas.openxmlformats.org/officeDocument/2006/relationships/image" Target="../media/image375.png"/><Relationship Id="rId144" Type="http://schemas.openxmlformats.org/officeDocument/2006/relationships/customXml" Target="../ink/ink388.xml"/><Relationship Id="rId90" Type="http://schemas.openxmlformats.org/officeDocument/2006/relationships/customXml" Target="../ink/ink361.xml"/><Relationship Id="rId27" Type="http://schemas.openxmlformats.org/officeDocument/2006/relationships/image" Target="../media/image327.png"/><Relationship Id="rId48" Type="http://schemas.openxmlformats.org/officeDocument/2006/relationships/customXml" Target="../ink/ink340.xml"/><Relationship Id="rId69" Type="http://schemas.openxmlformats.org/officeDocument/2006/relationships/image" Target="../media/image348.png"/><Relationship Id="rId113" Type="http://schemas.openxmlformats.org/officeDocument/2006/relationships/image" Target="../media/image370.png"/><Relationship Id="rId134" Type="http://schemas.openxmlformats.org/officeDocument/2006/relationships/customXml" Target="../ink/ink38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0.png"/><Relationship Id="rId21" Type="http://schemas.openxmlformats.org/officeDocument/2006/relationships/image" Target="../media/image402.png"/><Relationship Id="rId42" Type="http://schemas.openxmlformats.org/officeDocument/2006/relationships/customXml" Target="../ink/ink415.xml"/><Relationship Id="rId63" Type="http://schemas.openxmlformats.org/officeDocument/2006/relationships/image" Target="../media/image423.png"/><Relationship Id="rId84" Type="http://schemas.openxmlformats.org/officeDocument/2006/relationships/customXml" Target="../ink/ink436.xml"/><Relationship Id="rId138" Type="http://schemas.openxmlformats.org/officeDocument/2006/relationships/customXml" Target="../ink/ink463.xml"/><Relationship Id="rId107" Type="http://schemas.openxmlformats.org/officeDocument/2006/relationships/image" Target="../media/image445.png"/><Relationship Id="rId11" Type="http://schemas.openxmlformats.org/officeDocument/2006/relationships/image" Target="../media/image397.png"/><Relationship Id="rId32" Type="http://schemas.openxmlformats.org/officeDocument/2006/relationships/customXml" Target="../ink/ink410.xml"/><Relationship Id="rId53" Type="http://schemas.openxmlformats.org/officeDocument/2006/relationships/image" Target="../media/image418.png"/><Relationship Id="rId74" Type="http://schemas.openxmlformats.org/officeDocument/2006/relationships/customXml" Target="../ink/ink431.xml"/><Relationship Id="rId128" Type="http://schemas.openxmlformats.org/officeDocument/2006/relationships/customXml" Target="../ink/ink458.xml"/><Relationship Id="rId149" Type="http://schemas.openxmlformats.org/officeDocument/2006/relationships/image" Target="../media/image466.png"/><Relationship Id="rId5" Type="http://schemas.openxmlformats.org/officeDocument/2006/relationships/image" Target="../media/image394.png"/><Relationship Id="rId95" Type="http://schemas.openxmlformats.org/officeDocument/2006/relationships/image" Target="../media/image439.png"/><Relationship Id="rId22" Type="http://schemas.openxmlformats.org/officeDocument/2006/relationships/customXml" Target="../ink/ink405.xml"/><Relationship Id="rId27" Type="http://schemas.openxmlformats.org/officeDocument/2006/relationships/image" Target="../media/image405.png"/><Relationship Id="rId43" Type="http://schemas.openxmlformats.org/officeDocument/2006/relationships/image" Target="../media/image413.png"/><Relationship Id="rId48" Type="http://schemas.openxmlformats.org/officeDocument/2006/relationships/customXml" Target="../ink/ink418.xml"/><Relationship Id="rId64" Type="http://schemas.openxmlformats.org/officeDocument/2006/relationships/customXml" Target="../ink/ink426.xml"/><Relationship Id="rId69" Type="http://schemas.openxmlformats.org/officeDocument/2006/relationships/image" Target="../media/image426.png"/><Relationship Id="rId113" Type="http://schemas.openxmlformats.org/officeDocument/2006/relationships/image" Target="../media/image448.png"/><Relationship Id="rId118" Type="http://schemas.openxmlformats.org/officeDocument/2006/relationships/customXml" Target="../ink/ink453.xml"/><Relationship Id="rId134" Type="http://schemas.openxmlformats.org/officeDocument/2006/relationships/customXml" Target="../ink/ink461.xml"/><Relationship Id="rId139" Type="http://schemas.openxmlformats.org/officeDocument/2006/relationships/image" Target="../media/image461.png"/><Relationship Id="rId80" Type="http://schemas.openxmlformats.org/officeDocument/2006/relationships/customXml" Target="../ink/ink434.xml"/><Relationship Id="rId85" Type="http://schemas.openxmlformats.org/officeDocument/2006/relationships/image" Target="../media/image434.png"/><Relationship Id="rId12" Type="http://schemas.openxmlformats.org/officeDocument/2006/relationships/customXml" Target="../ink/ink400.xml"/><Relationship Id="rId17" Type="http://schemas.openxmlformats.org/officeDocument/2006/relationships/image" Target="../media/image400.png"/><Relationship Id="rId33" Type="http://schemas.openxmlformats.org/officeDocument/2006/relationships/image" Target="../media/image408.png"/><Relationship Id="rId38" Type="http://schemas.openxmlformats.org/officeDocument/2006/relationships/customXml" Target="../ink/ink413.xml"/><Relationship Id="rId59" Type="http://schemas.openxmlformats.org/officeDocument/2006/relationships/image" Target="../media/image421.png"/><Relationship Id="rId103" Type="http://schemas.openxmlformats.org/officeDocument/2006/relationships/image" Target="../media/image443.png"/><Relationship Id="rId108" Type="http://schemas.openxmlformats.org/officeDocument/2006/relationships/customXml" Target="../ink/ink448.xml"/><Relationship Id="rId124" Type="http://schemas.openxmlformats.org/officeDocument/2006/relationships/customXml" Target="../ink/ink456.xml"/><Relationship Id="rId129" Type="http://schemas.openxmlformats.org/officeDocument/2006/relationships/image" Target="../media/image456.png"/><Relationship Id="rId54" Type="http://schemas.openxmlformats.org/officeDocument/2006/relationships/customXml" Target="../ink/ink421.xml"/><Relationship Id="rId70" Type="http://schemas.openxmlformats.org/officeDocument/2006/relationships/customXml" Target="../ink/ink429.xml"/><Relationship Id="rId75" Type="http://schemas.openxmlformats.org/officeDocument/2006/relationships/image" Target="../media/image429.png"/><Relationship Id="rId91" Type="http://schemas.openxmlformats.org/officeDocument/2006/relationships/image" Target="../media/image437.png"/><Relationship Id="rId96" Type="http://schemas.openxmlformats.org/officeDocument/2006/relationships/customXml" Target="../ink/ink442.xml"/><Relationship Id="rId140" Type="http://schemas.openxmlformats.org/officeDocument/2006/relationships/customXml" Target="../ink/ink464.xml"/><Relationship Id="rId145" Type="http://schemas.openxmlformats.org/officeDocument/2006/relationships/image" Target="../media/image4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7.xml"/><Relationship Id="rId23" Type="http://schemas.openxmlformats.org/officeDocument/2006/relationships/image" Target="../media/image403.png"/><Relationship Id="rId28" Type="http://schemas.openxmlformats.org/officeDocument/2006/relationships/customXml" Target="../ink/ink408.xml"/><Relationship Id="rId49" Type="http://schemas.openxmlformats.org/officeDocument/2006/relationships/image" Target="../media/image416.png"/><Relationship Id="rId114" Type="http://schemas.openxmlformats.org/officeDocument/2006/relationships/customXml" Target="../ink/ink451.xml"/><Relationship Id="rId119" Type="http://schemas.openxmlformats.org/officeDocument/2006/relationships/image" Target="../media/image451.png"/><Relationship Id="rId44" Type="http://schemas.openxmlformats.org/officeDocument/2006/relationships/customXml" Target="../ink/ink416.xml"/><Relationship Id="rId60" Type="http://schemas.openxmlformats.org/officeDocument/2006/relationships/customXml" Target="../ink/ink424.xml"/><Relationship Id="rId65" Type="http://schemas.openxmlformats.org/officeDocument/2006/relationships/image" Target="../media/image424.png"/><Relationship Id="rId81" Type="http://schemas.openxmlformats.org/officeDocument/2006/relationships/image" Target="../media/image432.png"/><Relationship Id="rId86" Type="http://schemas.openxmlformats.org/officeDocument/2006/relationships/customXml" Target="../ink/ink437.xml"/><Relationship Id="rId130" Type="http://schemas.openxmlformats.org/officeDocument/2006/relationships/customXml" Target="../ink/ink459.xml"/><Relationship Id="rId135" Type="http://schemas.openxmlformats.org/officeDocument/2006/relationships/image" Target="../media/image459.png"/><Relationship Id="rId13" Type="http://schemas.openxmlformats.org/officeDocument/2006/relationships/image" Target="../media/image398.png"/><Relationship Id="rId18" Type="http://schemas.openxmlformats.org/officeDocument/2006/relationships/customXml" Target="../ink/ink403.xml"/><Relationship Id="rId39" Type="http://schemas.openxmlformats.org/officeDocument/2006/relationships/image" Target="../media/image411.png"/><Relationship Id="rId109" Type="http://schemas.openxmlformats.org/officeDocument/2006/relationships/image" Target="../media/image446.png"/><Relationship Id="rId34" Type="http://schemas.openxmlformats.org/officeDocument/2006/relationships/customXml" Target="../ink/ink411.xml"/><Relationship Id="rId50" Type="http://schemas.openxmlformats.org/officeDocument/2006/relationships/customXml" Target="../ink/ink419.xml"/><Relationship Id="rId55" Type="http://schemas.openxmlformats.org/officeDocument/2006/relationships/image" Target="../media/image419.png"/><Relationship Id="rId76" Type="http://schemas.openxmlformats.org/officeDocument/2006/relationships/customXml" Target="../ink/ink432.xml"/><Relationship Id="rId97" Type="http://schemas.openxmlformats.org/officeDocument/2006/relationships/image" Target="../media/image440.png"/><Relationship Id="rId104" Type="http://schemas.openxmlformats.org/officeDocument/2006/relationships/customXml" Target="../ink/ink446.xml"/><Relationship Id="rId120" Type="http://schemas.openxmlformats.org/officeDocument/2006/relationships/customXml" Target="../ink/ink454.xml"/><Relationship Id="rId125" Type="http://schemas.openxmlformats.org/officeDocument/2006/relationships/image" Target="../media/image454.png"/><Relationship Id="rId141" Type="http://schemas.openxmlformats.org/officeDocument/2006/relationships/image" Target="../media/image462.png"/><Relationship Id="rId146" Type="http://schemas.openxmlformats.org/officeDocument/2006/relationships/customXml" Target="../ink/ink467.xml"/><Relationship Id="rId7" Type="http://schemas.openxmlformats.org/officeDocument/2006/relationships/image" Target="../media/image395.png"/><Relationship Id="rId71" Type="http://schemas.openxmlformats.org/officeDocument/2006/relationships/image" Target="../media/image427.png"/><Relationship Id="rId92" Type="http://schemas.openxmlformats.org/officeDocument/2006/relationships/customXml" Target="../ink/ink440.xml"/><Relationship Id="rId2" Type="http://schemas.openxmlformats.org/officeDocument/2006/relationships/customXml" Target="../ink/ink395.xml"/><Relationship Id="rId29" Type="http://schemas.openxmlformats.org/officeDocument/2006/relationships/image" Target="../media/image406.png"/><Relationship Id="rId24" Type="http://schemas.openxmlformats.org/officeDocument/2006/relationships/customXml" Target="../ink/ink406.xml"/><Relationship Id="rId40" Type="http://schemas.openxmlformats.org/officeDocument/2006/relationships/customXml" Target="../ink/ink414.xml"/><Relationship Id="rId45" Type="http://schemas.openxmlformats.org/officeDocument/2006/relationships/image" Target="../media/image414.png"/><Relationship Id="rId66" Type="http://schemas.openxmlformats.org/officeDocument/2006/relationships/customXml" Target="../ink/ink427.xml"/><Relationship Id="rId87" Type="http://schemas.openxmlformats.org/officeDocument/2006/relationships/image" Target="../media/image435.png"/><Relationship Id="rId110" Type="http://schemas.openxmlformats.org/officeDocument/2006/relationships/customXml" Target="../ink/ink449.xml"/><Relationship Id="rId115" Type="http://schemas.openxmlformats.org/officeDocument/2006/relationships/image" Target="../media/image449.png"/><Relationship Id="rId131" Type="http://schemas.openxmlformats.org/officeDocument/2006/relationships/image" Target="../media/image457.png"/><Relationship Id="rId136" Type="http://schemas.openxmlformats.org/officeDocument/2006/relationships/customXml" Target="../ink/ink462.xml"/><Relationship Id="rId61" Type="http://schemas.openxmlformats.org/officeDocument/2006/relationships/image" Target="../media/image422.png"/><Relationship Id="rId82" Type="http://schemas.openxmlformats.org/officeDocument/2006/relationships/customXml" Target="../ink/ink435.xml"/><Relationship Id="rId19" Type="http://schemas.openxmlformats.org/officeDocument/2006/relationships/image" Target="../media/image401.png"/><Relationship Id="rId14" Type="http://schemas.openxmlformats.org/officeDocument/2006/relationships/customXml" Target="../ink/ink401.xml"/><Relationship Id="rId30" Type="http://schemas.openxmlformats.org/officeDocument/2006/relationships/customXml" Target="../ink/ink409.xml"/><Relationship Id="rId35" Type="http://schemas.openxmlformats.org/officeDocument/2006/relationships/image" Target="../media/image409.png"/><Relationship Id="rId56" Type="http://schemas.openxmlformats.org/officeDocument/2006/relationships/customXml" Target="../ink/ink422.xml"/><Relationship Id="rId77" Type="http://schemas.openxmlformats.org/officeDocument/2006/relationships/image" Target="../media/image430.png"/><Relationship Id="rId100" Type="http://schemas.openxmlformats.org/officeDocument/2006/relationships/customXml" Target="../ink/ink444.xml"/><Relationship Id="rId105" Type="http://schemas.openxmlformats.org/officeDocument/2006/relationships/image" Target="../media/image444.png"/><Relationship Id="rId126" Type="http://schemas.openxmlformats.org/officeDocument/2006/relationships/customXml" Target="../ink/ink457.xml"/><Relationship Id="rId147" Type="http://schemas.openxmlformats.org/officeDocument/2006/relationships/image" Target="../media/image465.png"/><Relationship Id="rId8" Type="http://schemas.openxmlformats.org/officeDocument/2006/relationships/customXml" Target="../ink/ink398.xml"/><Relationship Id="rId51" Type="http://schemas.openxmlformats.org/officeDocument/2006/relationships/image" Target="../media/image417.png"/><Relationship Id="rId72" Type="http://schemas.openxmlformats.org/officeDocument/2006/relationships/customXml" Target="../ink/ink430.xml"/><Relationship Id="rId93" Type="http://schemas.openxmlformats.org/officeDocument/2006/relationships/image" Target="../media/image438.png"/><Relationship Id="rId98" Type="http://schemas.openxmlformats.org/officeDocument/2006/relationships/customXml" Target="../ink/ink443.xml"/><Relationship Id="rId121" Type="http://schemas.openxmlformats.org/officeDocument/2006/relationships/image" Target="../media/image452.png"/><Relationship Id="rId142" Type="http://schemas.openxmlformats.org/officeDocument/2006/relationships/customXml" Target="../ink/ink465.xml"/><Relationship Id="rId3" Type="http://schemas.openxmlformats.org/officeDocument/2006/relationships/image" Target="../media/image393.png"/><Relationship Id="rId25" Type="http://schemas.openxmlformats.org/officeDocument/2006/relationships/image" Target="../media/image404.png"/><Relationship Id="rId46" Type="http://schemas.openxmlformats.org/officeDocument/2006/relationships/customXml" Target="../ink/ink417.xml"/><Relationship Id="rId67" Type="http://schemas.openxmlformats.org/officeDocument/2006/relationships/image" Target="../media/image425.png"/><Relationship Id="rId116" Type="http://schemas.openxmlformats.org/officeDocument/2006/relationships/customXml" Target="../ink/ink452.xml"/><Relationship Id="rId137" Type="http://schemas.openxmlformats.org/officeDocument/2006/relationships/image" Target="../media/image460.png"/><Relationship Id="rId20" Type="http://schemas.openxmlformats.org/officeDocument/2006/relationships/customXml" Target="../ink/ink404.xml"/><Relationship Id="rId41" Type="http://schemas.openxmlformats.org/officeDocument/2006/relationships/image" Target="../media/image412.png"/><Relationship Id="rId62" Type="http://schemas.openxmlformats.org/officeDocument/2006/relationships/customXml" Target="../ink/ink425.xml"/><Relationship Id="rId83" Type="http://schemas.openxmlformats.org/officeDocument/2006/relationships/image" Target="../media/image433.png"/><Relationship Id="rId88" Type="http://schemas.openxmlformats.org/officeDocument/2006/relationships/customXml" Target="../ink/ink438.xml"/><Relationship Id="rId111" Type="http://schemas.openxmlformats.org/officeDocument/2006/relationships/image" Target="../media/image447.png"/><Relationship Id="rId132" Type="http://schemas.openxmlformats.org/officeDocument/2006/relationships/customXml" Target="../ink/ink460.xml"/><Relationship Id="rId15" Type="http://schemas.openxmlformats.org/officeDocument/2006/relationships/image" Target="../media/image399.png"/><Relationship Id="rId36" Type="http://schemas.openxmlformats.org/officeDocument/2006/relationships/customXml" Target="../ink/ink412.xml"/><Relationship Id="rId57" Type="http://schemas.openxmlformats.org/officeDocument/2006/relationships/image" Target="../media/image420.png"/><Relationship Id="rId106" Type="http://schemas.openxmlformats.org/officeDocument/2006/relationships/customXml" Target="../ink/ink447.xml"/><Relationship Id="rId127" Type="http://schemas.openxmlformats.org/officeDocument/2006/relationships/image" Target="../media/image455.png"/><Relationship Id="rId10" Type="http://schemas.openxmlformats.org/officeDocument/2006/relationships/customXml" Target="../ink/ink399.xml"/><Relationship Id="rId31" Type="http://schemas.openxmlformats.org/officeDocument/2006/relationships/image" Target="../media/image407.png"/><Relationship Id="rId52" Type="http://schemas.openxmlformats.org/officeDocument/2006/relationships/customXml" Target="../ink/ink420.xml"/><Relationship Id="rId73" Type="http://schemas.openxmlformats.org/officeDocument/2006/relationships/image" Target="../media/image428.png"/><Relationship Id="rId78" Type="http://schemas.openxmlformats.org/officeDocument/2006/relationships/customXml" Target="../ink/ink433.xml"/><Relationship Id="rId94" Type="http://schemas.openxmlformats.org/officeDocument/2006/relationships/customXml" Target="../ink/ink441.xml"/><Relationship Id="rId99" Type="http://schemas.openxmlformats.org/officeDocument/2006/relationships/image" Target="../media/image441.png"/><Relationship Id="rId101" Type="http://schemas.openxmlformats.org/officeDocument/2006/relationships/image" Target="../media/image442.png"/><Relationship Id="rId122" Type="http://schemas.openxmlformats.org/officeDocument/2006/relationships/customXml" Target="../ink/ink455.xml"/><Relationship Id="rId143" Type="http://schemas.openxmlformats.org/officeDocument/2006/relationships/image" Target="../media/image463.png"/><Relationship Id="rId148" Type="http://schemas.openxmlformats.org/officeDocument/2006/relationships/customXml" Target="../ink/ink468.xml"/><Relationship Id="rId4" Type="http://schemas.openxmlformats.org/officeDocument/2006/relationships/customXml" Target="../ink/ink396.xml"/><Relationship Id="rId9" Type="http://schemas.openxmlformats.org/officeDocument/2006/relationships/image" Target="../media/image396.png"/><Relationship Id="rId26" Type="http://schemas.openxmlformats.org/officeDocument/2006/relationships/customXml" Target="../ink/ink407.xml"/><Relationship Id="rId47" Type="http://schemas.openxmlformats.org/officeDocument/2006/relationships/image" Target="../media/image415.png"/><Relationship Id="rId68" Type="http://schemas.openxmlformats.org/officeDocument/2006/relationships/customXml" Target="../ink/ink428.xml"/><Relationship Id="rId89" Type="http://schemas.openxmlformats.org/officeDocument/2006/relationships/image" Target="../media/image436.png"/><Relationship Id="rId112" Type="http://schemas.openxmlformats.org/officeDocument/2006/relationships/customXml" Target="../ink/ink450.xml"/><Relationship Id="rId133" Type="http://schemas.openxmlformats.org/officeDocument/2006/relationships/image" Target="../media/image458.png"/><Relationship Id="rId16" Type="http://schemas.openxmlformats.org/officeDocument/2006/relationships/customXml" Target="../ink/ink402.xml"/><Relationship Id="rId37" Type="http://schemas.openxmlformats.org/officeDocument/2006/relationships/image" Target="../media/image410.png"/><Relationship Id="rId58" Type="http://schemas.openxmlformats.org/officeDocument/2006/relationships/customXml" Target="../ink/ink423.xml"/><Relationship Id="rId79" Type="http://schemas.openxmlformats.org/officeDocument/2006/relationships/image" Target="../media/image431.png"/><Relationship Id="rId102" Type="http://schemas.openxmlformats.org/officeDocument/2006/relationships/customXml" Target="../ink/ink445.xml"/><Relationship Id="rId123" Type="http://schemas.openxmlformats.org/officeDocument/2006/relationships/image" Target="../media/image453.png"/><Relationship Id="rId144" Type="http://schemas.openxmlformats.org/officeDocument/2006/relationships/customXml" Target="../ink/ink466.xml"/><Relationship Id="rId90" Type="http://schemas.openxmlformats.org/officeDocument/2006/relationships/customXml" Target="../ink/ink43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.png"/><Relationship Id="rId21" Type="http://schemas.openxmlformats.org/officeDocument/2006/relationships/image" Target="../media/image476.png"/><Relationship Id="rId42" Type="http://schemas.openxmlformats.org/officeDocument/2006/relationships/customXml" Target="../ink/ink489.xml"/><Relationship Id="rId63" Type="http://schemas.openxmlformats.org/officeDocument/2006/relationships/image" Target="../media/image497.png"/><Relationship Id="rId84" Type="http://schemas.openxmlformats.org/officeDocument/2006/relationships/customXml" Target="../ink/ink510.xml"/><Relationship Id="rId138" Type="http://schemas.openxmlformats.org/officeDocument/2006/relationships/customXml" Target="../ink/ink537.xml"/><Relationship Id="rId159" Type="http://schemas.openxmlformats.org/officeDocument/2006/relationships/image" Target="../media/image545.png"/><Relationship Id="rId170" Type="http://schemas.openxmlformats.org/officeDocument/2006/relationships/customXml" Target="../ink/ink553.xml"/><Relationship Id="rId107" Type="http://schemas.openxmlformats.org/officeDocument/2006/relationships/image" Target="../media/image519.png"/><Relationship Id="rId11" Type="http://schemas.openxmlformats.org/officeDocument/2006/relationships/image" Target="../media/image471.png"/><Relationship Id="rId32" Type="http://schemas.openxmlformats.org/officeDocument/2006/relationships/customXml" Target="../ink/ink484.xml"/><Relationship Id="rId53" Type="http://schemas.openxmlformats.org/officeDocument/2006/relationships/image" Target="../media/image492.png"/><Relationship Id="rId74" Type="http://schemas.openxmlformats.org/officeDocument/2006/relationships/customXml" Target="../ink/ink505.xml"/><Relationship Id="rId128" Type="http://schemas.openxmlformats.org/officeDocument/2006/relationships/customXml" Target="../ink/ink532.xml"/><Relationship Id="rId149" Type="http://schemas.openxmlformats.org/officeDocument/2006/relationships/image" Target="../media/image540.png"/><Relationship Id="rId5" Type="http://schemas.openxmlformats.org/officeDocument/2006/relationships/image" Target="../media/image468.png"/><Relationship Id="rId95" Type="http://schemas.openxmlformats.org/officeDocument/2006/relationships/image" Target="../media/image513.png"/><Relationship Id="rId160" Type="http://schemas.openxmlformats.org/officeDocument/2006/relationships/customXml" Target="../ink/ink548.xml"/><Relationship Id="rId22" Type="http://schemas.openxmlformats.org/officeDocument/2006/relationships/customXml" Target="../ink/ink479.xml"/><Relationship Id="rId43" Type="http://schemas.openxmlformats.org/officeDocument/2006/relationships/image" Target="../media/image487.png"/><Relationship Id="rId64" Type="http://schemas.openxmlformats.org/officeDocument/2006/relationships/customXml" Target="../ink/ink500.xml"/><Relationship Id="rId118" Type="http://schemas.openxmlformats.org/officeDocument/2006/relationships/customXml" Target="../ink/ink527.xml"/><Relationship Id="rId139" Type="http://schemas.openxmlformats.org/officeDocument/2006/relationships/image" Target="../media/image535.png"/><Relationship Id="rId85" Type="http://schemas.openxmlformats.org/officeDocument/2006/relationships/image" Target="../media/image508.png"/><Relationship Id="rId150" Type="http://schemas.openxmlformats.org/officeDocument/2006/relationships/customXml" Target="../ink/ink543.xml"/><Relationship Id="rId171" Type="http://schemas.openxmlformats.org/officeDocument/2006/relationships/image" Target="../media/image551.png"/><Relationship Id="rId12" Type="http://schemas.openxmlformats.org/officeDocument/2006/relationships/customXml" Target="../ink/ink474.xml"/><Relationship Id="rId33" Type="http://schemas.openxmlformats.org/officeDocument/2006/relationships/image" Target="../media/image482.png"/><Relationship Id="rId108" Type="http://schemas.openxmlformats.org/officeDocument/2006/relationships/customXml" Target="../ink/ink522.xml"/><Relationship Id="rId129" Type="http://schemas.openxmlformats.org/officeDocument/2006/relationships/image" Target="../media/image530.png"/><Relationship Id="rId54" Type="http://schemas.openxmlformats.org/officeDocument/2006/relationships/customXml" Target="../ink/ink495.xml"/><Relationship Id="rId75" Type="http://schemas.openxmlformats.org/officeDocument/2006/relationships/image" Target="../media/image503.png"/><Relationship Id="rId96" Type="http://schemas.openxmlformats.org/officeDocument/2006/relationships/customXml" Target="../ink/ink516.xml"/><Relationship Id="rId140" Type="http://schemas.openxmlformats.org/officeDocument/2006/relationships/customXml" Target="../ink/ink538.xml"/><Relationship Id="rId161" Type="http://schemas.openxmlformats.org/officeDocument/2006/relationships/image" Target="../media/image546.png"/><Relationship Id="rId6" Type="http://schemas.openxmlformats.org/officeDocument/2006/relationships/customXml" Target="../ink/ink471.xml"/><Relationship Id="rId23" Type="http://schemas.openxmlformats.org/officeDocument/2006/relationships/image" Target="../media/image477.png"/><Relationship Id="rId28" Type="http://schemas.openxmlformats.org/officeDocument/2006/relationships/customXml" Target="../ink/ink482.xml"/><Relationship Id="rId49" Type="http://schemas.openxmlformats.org/officeDocument/2006/relationships/image" Target="../media/image490.png"/><Relationship Id="rId114" Type="http://schemas.openxmlformats.org/officeDocument/2006/relationships/customXml" Target="../ink/ink525.xml"/><Relationship Id="rId119" Type="http://schemas.openxmlformats.org/officeDocument/2006/relationships/image" Target="../media/image525.png"/><Relationship Id="rId44" Type="http://schemas.openxmlformats.org/officeDocument/2006/relationships/customXml" Target="../ink/ink490.xml"/><Relationship Id="rId60" Type="http://schemas.openxmlformats.org/officeDocument/2006/relationships/customXml" Target="../ink/ink498.xml"/><Relationship Id="rId65" Type="http://schemas.openxmlformats.org/officeDocument/2006/relationships/image" Target="../media/image498.png"/><Relationship Id="rId81" Type="http://schemas.openxmlformats.org/officeDocument/2006/relationships/image" Target="../media/image506.png"/><Relationship Id="rId86" Type="http://schemas.openxmlformats.org/officeDocument/2006/relationships/customXml" Target="../ink/ink511.xml"/><Relationship Id="rId130" Type="http://schemas.openxmlformats.org/officeDocument/2006/relationships/customXml" Target="../ink/ink533.xml"/><Relationship Id="rId135" Type="http://schemas.openxmlformats.org/officeDocument/2006/relationships/image" Target="../media/image533.png"/><Relationship Id="rId151" Type="http://schemas.openxmlformats.org/officeDocument/2006/relationships/image" Target="../media/image541.png"/><Relationship Id="rId156" Type="http://schemas.openxmlformats.org/officeDocument/2006/relationships/customXml" Target="../ink/ink546.xml"/><Relationship Id="rId177" Type="http://schemas.openxmlformats.org/officeDocument/2006/relationships/image" Target="../media/image554.png"/><Relationship Id="rId172" Type="http://schemas.openxmlformats.org/officeDocument/2006/relationships/customXml" Target="../ink/ink554.xml"/><Relationship Id="rId13" Type="http://schemas.openxmlformats.org/officeDocument/2006/relationships/image" Target="../media/image472.png"/><Relationship Id="rId18" Type="http://schemas.openxmlformats.org/officeDocument/2006/relationships/customXml" Target="../ink/ink477.xml"/><Relationship Id="rId39" Type="http://schemas.openxmlformats.org/officeDocument/2006/relationships/image" Target="../media/image485.png"/><Relationship Id="rId109" Type="http://schemas.openxmlformats.org/officeDocument/2006/relationships/image" Target="../media/image520.png"/><Relationship Id="rId34" Type="http://schemas.openxmlformats.org/officeDocument/2006/relationships/customXml" Target="../ink/ink485.xml"/><Relationship Id="rId50" Type="http://schemas.openxmlformats.org/officeDocument/2006/relationships/customXml" Target="../ink/ink493.xml"/><Relationship Id="rId55" Type="http://schemas.openxmlformats.org/officeDocument/2006/relationships/image" Target="../media/image493.png"/><Relationship Id="rId76" Type="http://schemas.openxmlformats.org/officeDocument/2006/relationships/customXml" Target="../ink/ink506.xml"/><Relationship Id="rId97" Type="http://schemas.openxmlformats.org/officeDocument/2006/relationships/image" Target="../media/image514.png"/><Relationship Id="rId104" Type="http://schemas.openxmlformats.org/officeDocument/2006/relationships/customXml" Target="../ink/ink520.xml"/><Relationship Id="rId120" Type="http://schemas.openxmlformats.org/officeDocument/2006/relationships/customXml" Target="../ink/ink528.xml"/><Relationship Id="rId125" Type="http://schemas.openxmlformats.org/officeDocument/2006/relationships/image" Target="../media/image528.png"/><Relationship Id="rId141" Type="http://schemas.openxmlformats.org/officeDocument/2006/relationships/image" Target="../media/image536.png"/><Relationship Id="rId146" Type="http://schemas.openxmlformats.org/officeDocument/2006/relationships/customXml" Target="../ink/ink541.xml"/><Relationship Id="rId167" Type="http://schemas.openxmlformats.org/officeDocument/2006/relationships/image" Target="../media/image549.png"/><Relationship Id="rId7" Type="http://schemas.openxmlformats.org/officeDocument/2006/relationships/image" Target="../media/image469.png"/><Relationship Id="rId71" Type="http://schemas.openxmlformats.org/officeDocument/2006/relationships/image" Target="../media/image501.png"/><Relationship Id="rId92" Type="http://schemas.openxmlformats.org/officeDocument/2006/relationships/customXml" Target="../ink/ink514.xml"/><Relationship Id="rId162" Type="http://schemas.openxmlformats.org/officeDocument/2006/relationships/customXml" Target="../ink/ink549.xml"/><Relationship Id="rId2" Type="http://schemas.openxmlformats.org/officeDocument/2006/relationships/customXml" Target="../ink/ink469.xml"/><Relationship Id="rId29" Type="http://schemas.openxmlformats.org/officeDocument/2006/relationships/image" Target="../media/image480.png"/><Relationship Id="rId24" Type="http://schemas.openxmlformats.org/officeDocument/2006/relationships/customXml" Target="../ink/ink480.xml"/><Relationship Id="rId40" Type="http://schemas.openxmlformats.org/officeDocument/2006/relationships/customXml" Target="../ink/ink488.xml"/><Relationship Id="rId45" Type="http://schemas.openxmlformats.org/officeDocument/2006/relationships/image" Target="../media/image488.png"/><Relationship Id="rId66" Type="http://schemas.openxmlformats.org/officeDocument/2006/relationships/customXml" Target="../ink/ink501.xml"/><Relationship Id="rId87" Type="http://schemas.openxmlformats.org/officeDocument/2006/relationships/image" Target="../media/image509.png"/><Relationship Id="rId110" Type="http://schemas.openxmlformats.org/officeDocument/2006/relationships/customXml" Target="../ink/ink523.xml"/><Relationship Id="rId115" Type="http://schemas.openxmlformats.org/officeDocument/2006/relationships/image" Target="../media/image523.png"/><Relationship Id="rId131" Type="http://schemas.openxmlformats.org/officeDocument/2006/relationships/image" Target="../media/image531.png"/><Relationship Id="rId136" Type="http://schemas.openxmlformats.org/officeDocument/2006/relationships/customXml" Target="../ink/ink536.xml"/><Relationship Id="rId157" Type="http://schemas.openxmlformats.org/officeDocument/2006/relationships/image" Target="../media/image544.png"/><Relationship Id="rId178" Type="http://schemas.openxmlformats.org/officeDocument/2006/relationships/customXml" Target="../ink/ink557.xml"/><Relationship Id="rId61" Type="http://schemas.openxmlformats.org/officeDocument/2006/relationships/image" Target="../media/image496.png"/><Relationship Id="rId82" Type="http://schemas.openxmlformats.org/officeDocument/2006/relationships/customXml" Target="../ink/ink509.xml"/><Relationship Id="rId152" Type="http://schemas.openxmlformats.org/officeDocument/2006/relationships/customXml" Target="../ink/ink544.xml"/><Relationship Id="rId173" Type="http://schemas.openxmlformats.org/officeDocument/2006/relationships/image" Target="../media/image552.png"/><Relationship Id="rId19" Type="http://schemas.openxmlformats.org/officeDocument/2006/relationships/image" Target="../media/image475.png"/><Relationship Id="rId14" Type="http://schemas.openxmlformats.org/officeDocument/2006/relationships/customXml" Target="../ink/ink475.xml"/><Relationship Id="rId30" Type="http://schemas.openxmlformats.org/officeDocument/2006/relationships/customXml" Target="../ink/ink483.xml"/><Relationship Id="rId35" Type="http://schemas.openxmlformats.org/officeDocument/2006/relationships/image" Target="../media/image483.png"/><Relationship Id="rId56" Type="http://schemas.openxmlformats.org/officeDocument/2006/relationships/customXml" Target="../ink/ink496.xml"/><Relationship Id="rId77" Type="http://schemas.openxmlformats.org/officeDocument/2006/relationships/image" Target="../media/image504.png"/><Relationship Id="rId100" Type="http://schemas.openxmlformats.org/officeDocument/2006/relationships/customXml" Target="../ink/ink518.xml"/><Relationship Id="rId105" Type="http://schemas.openxmlformats.org/officeDocument/2006/relationships/image" Target="../media/image518.png"/><Relationship Id="rId126" Type="http://schemas.openxmlformats.org/officeDocument/2006/relationships/customXml" Target="../ink/ink531.xml"/><Relationship Id="rId147" Type="http://schemas.openxmlformats.org/officeDocument/2006/relationships/image" Target="../media/image539.png"/><Relationship Id="rId168" Type="http://schemas.openxmlformats.org/officeDocument/2006/relationships/customXml" Target="../ink/ink552.xml"/><Relationship Id="rId8" Type="http://schemas.openxmlformats.org/officeDocument/2006/relationships/customXml" Target="../ink/ink472.xml"/><Relationship Id="rId51" Type="http://schemas.openxmlformats.org/officeDocument/2006/relationships/image" Target="../media/image491.png"/><Relationship Id="rId72" Type="http://schemas.openxmlformats.org/officeDocument/2006/relationships/customXml" Target="../ink/ink504.xml"/><Relationship Id="rId93" Type="http://schemas.openxmlformats.org/officeDocument/2006/relationships/image" Target="../media/image512.png"/><Relationship Id="rId98" Type="http://schemas.openxmlformats.org/officeDocument/2006/relationships/customXml" Target="../ink/ink517.xml"/><Relationship Id="rId121" Type="http://schemas.openxmlformats.org/officeDocument/2006/relationships/image" Target="../media/image526.png"/><Relationship Id="rId142" Type="http://schemas.openxmlformats.org/officeDocument/2006/relationships/customXml" Target="../ink/ink539.xml"/><Relationship Id="rId163" Type="http://schemas.openxmlformats.org/officeDocument/2006/relationships/image" Target="../media/image547.png"/><Relationship Id="rId3" Type="http://schemas.openxmlformats.org/officeDocument/2006/relationships/image" Target="../media/image467.png"/><Relationship Id="rId25" Type="http://schemas.openxmlformats.org/officeDocument/2006/relationships/image" Target="../media/image478.png"/><Relationship Id="rId46" Type="http://schemas.openxmlformats.org/officeDocument/2006/relationships/customXml" Target="../ink/ink491.xml"/><Relationship Id="rId67" Type="http://schemas.openxmlformats.org/officeDocument/2006/relationships/image" Target="../media/image499.png"/><Relationship Id="rId116" Type="http://schemas.openxmlformats.org/officeDocument/2006/relationships/customXml" Target="../ink/ink526.xml"/><Relationship Id="rId137" Type="http://schemas.openxmlformats.org/officeDocument/2006/relationships/image" Target="../media/image534.png"/><Relationship Id="rId158" Type="http://schemas.openxmlformats.org/officeDocument/2006/relationships/customXml" Target="../ink/ink547.xml"/><Relationship Id="rId20" Type="http://schemas.openxmlformats.org/officeDocument/2006/relationships/customXml" Target="../ink/ink478.xml"/><Relationship Id="rId41" Type="http://schemas.openxmlformats.org/officeDocument/2006/relationships/image" Target="../media/image486.png"/><Relationship Id="rId62" Type="http://schemas.openxmlformats.org/officeDocument/2006/relationships/customXml" Target="../ink/ink499.xml"/><Relationship Id="rId83" Type="http://schemas.openxmlformats.org/officeDocument/2006/relationships/image" Target="../media/image507.png"/><Relationship Id="rId88" Type="http://schemas.openxmlformats.org/officeDocument/2006/relationships/customXml" Target="../ink/ink512.xml"/><Relationship Id="rId111" Type="http://schemas.openxmlformats.org/officeDocument/2006/relationships/image" Target="../media/image521.png"/><Relationship Id="rId132" Type="http://schemas.openxmlformats.org/officeDocument/2006/relationships/customXml" Target="../ink/ink534.xml"/><Relationship Id="rId153" Type="http://schemas.openxmlformats.org/officeDocument/2006/relationships/image" Target="../media/image542.png"/><Relationship Id="rId174" Type="http://schemas.openxmlformats.org/officeDocument/2006/relationships/customXml" Target="../ink/ink555.xml"/><Relationship Id="rId179" Type="http://schemas.openxmlformats.org/officeDocument/2006/relationships/image" Target="../media/image555.png"/><Relationship Id="rId15" Type="http://schemas.openxmlformats.org/officeDocument/2006/relationships/image" Target="../media/image473.png"/><Relationship Id="rId36" Type="http://schemas.openxmlformats.org/officeDocument/2006/relationships/customXml" Target="../ink/ink486.xml"/><Relationship Id="rId57" Type="http://schemas.openxmlformats.org/officeDocument/2006/relationships/image" Target="../media/image494.png"/><Relationship Id="rId106" Type="http://schemas.openxmlformats.org/officeDocument/2006/relationships/customXml" Target="../ink/ink521.xml"/><Relationship Id="rId127" Type="http://schemas.openxmlformats.org/officeDocument/2006/relationships/image" Target="../media/image529.png"/><Relationship Id="rId10" Type="http://schemas.openxmlformats.org/officeDocument/2006/relationships/customXml" Target="../ink/ink473.xml"/><Relationship Id="rId31" Type="http://schemas.openxmlformats.org/officeDocument/2006/relationships/image" Target="../media/image481.png"/><Relationship Id="rId52" Type="http://schemas.openxmlformats.org/officeDocument/2006/relationships/customXml" Target="../ink/ink494.xml"/><Relationship Id="rId73" Type="http://schemas.openxmlformats.org/officeDocument/2006/relationships/image" Target="../media/image502.png"/><Relationship Id="rId78" Type="http://schemas.openxmlformats.org/officeDocument/2006/relationships/customXml" Target="../ink/ink507.xml"/><Relationship Id="rId94" Type="http://schemas.openxmlformats.org/officeDocument/2006/relationships/customXml" Target="../ink/ink515.xml"/><Relationship Id="rId99" Type="http://schemas.openxmlformats.org/officeDocument/2006/relationships/image" Target="../media/image515.png"/><Relationship Id="rId101" Type="http://schemas.openxmlformats.org/officeDocument/2006/relationships/image" Target="../media/image516.png"/><Relationship Id="rId122" Type="http://schemas.openxmlformats.org/officeDocument/2006/relationships/customXml" Target="../ink/ink529.xml"/><Relationship Id="rId143" Type="http://schemas.openxmlformats.org/officeDocument/2006/relationships/image" Target="../media/image537.png"/><Relationship Id="rId148" Type="http://schemas.openxmlformats.org/officeDocument/2006/relationships/customXml" Target="../ink/ink542.xml"/><Relationship Id="rId164" Type="http://schemas.openxmlformats.org/officeDocument/2006/relationships/customXml" Target="../ink/ink550.xml"/><Relationship Id="rId169" Type="http://schemas.openxmlformats.org/officeDocument/2006/relationships/image" Target="../media/image550.png"/><Relationship Id="rId4" Type="http://schemas.openxmlformats.org/officeDocument/2006/relationships/customXml" Target="../ink/ink470.xml"/><Relationship Id="rId9" Type="http://schemas.openxmlformats.org/officeDocument/2006/relationships/image" Target="../media/image470.png"/><Relationship Id="rId26" Type="http://schemas.openxmlformats.org/officeDocument/2006/relationships/customXml" Target="../ink/ink481.xml"/><Relationship Id="rId47" Type="http://schemas.openxmlformats.org/officeDocument/2006/relationships/image" Target="../media/image489.png"/><Relationship Id="rId68" Type="http://schemas.openxmlformats.org/officeDocument/2006/relationships/customXml" Target="../ink/ink502.xml"/><Relationship Id="rId89" Type="http://schemas.openxmlformats.org/officeDocument/2006/relationships/image" Target="../media/image510.png"/><Relationship Id="rId112" Type="http://schemas.openxmlformats.org/officeDocument/2006/relationships/customXml" Target="../ink/ink524.xml"/><Relationship Id="rId133" Type="http://schemas.openxmlformats.org/officeDocument/2006/relationships/image" Target="../media/image532.png"/><Relationship Id="rId154" Type="http://schemas.openxmlformats.org/officeDocument/2006/relationships/customXml" Target="../ink/ink545.xml"/><Relationship Id="rId175" Type="http://schemas.openxmlformats.org/officeDocument/2006/relationships/image" Target="../media/image553.png"/><Relationship Id="rId16" Type="http://schemas.openxmlformats.org/officeDocument/2006/relationships/customXml" Target="../ink/ink476.xml"/><Relationship Id="rId37" Type="http://schemas.openxmlformats.org/officeDocument/2006/relationships/image" Target="../media/image484.png"/><Relationship Id="rId58" Type="http://schemas.openxmlformats.org/officeDocument/2006/relationships/customXml" Target="../ink/ink497.xml"/><Relationship Id="rId79" Type="http://schemas.openxmlformats.org/officeDocument/2006/relationships/image" Target="../media/image505.png"/><Relationship Id="rId102" Type="http://schemas.openxmlformats.org/officeDocument/2006/relationships/customXml" Target="../ink/ink519.xml"/><Relationship Id="rId123" Type="http://schemas.openxmlformats.org/officeDocument/2006/relationships/image" Target="../media/image527.png"/><Relationship Id="rId144" Type="http://schemas.openxmlformats.org/officeDocument/2006/relationships/customXml" Target="../ink/ink540.xml"/><Relationship Id="rId90" Type="http://schemas.openxmlformats.org/officeDocument/2006/relationships/customXml" Target="../ink/ink513.xml"/><Relationship Id="rId165" Type="http://schemas.openxmlformats.org/officeDocument/2006/relationships/image" Target="../media/image548.png"/><Relationship Id="rId27" Type="http://schemas.openxmlformats.org/officeDocument/2006/relationships/image" Target="../media/image479.png"/><Relationship Id="rId48" Type="http://schemas.openxmlformats.org/officeDocument/2006/relationships/customXml" Target="../ink/ink492.xml"/><Relationship Id="rId69" Type="http://schemas.openxmlformats.org/officeDocument/2006/relationships/image" Target="../media/image500.png"/><Relationship Id="rId113" Type="http://schemas.openxmlformats.org/officeDocument/2006/relationships/image" Target="../media/image522.png"/><Relationship Id="rId134" Type="http://schemas.openxmlformats.org/officeDocument/2006/relationships/customXml" Target="../ink/ink535.xml"/><Relationship Id="rId80" Type="http://schemas.openxmlformats.org/officeDocument/2006/relationships/customXml" Target="../ink/ink508.xml"/><Relationship Id="rId155" Type="http://schemas.openxmlformats.org/officeDocument/2006/relationships/image" Target="../media/image543.png"/><Relationship Id="rId176" Type="http://schemas.openxmlformats.org/officeDocument/2006/relationships/customXml" Target="../ink/ink556.xml"/><Relationship Id="rId17" Type="http://schemas.openxmlformats.org/officeDocument/2006/relationships/image" Target="../media/image474.png"/><Relationship Id="rId38" Type="http://schemas.openxmlformats.org/officeDocument/2006/relationships/customXml" Target="../ink/ink487.xml"/><Relationship Id="rId59" Type="http://schemas.openxmlformats.org/officeDocument/2006/relationships/image" Target="../media/image495.png"/><Relationship Id="rId103" Type="http://schemas.openxmlformats.org/officeDocument/2006/relationships/image" Target="../media/image517.png"/><Relationship Id="rId124" Type="http://schemas.openxmlformats.org/officeDocument/2006/relationships/customXml" Target="../ink/ink530.xml"/><Relationship Id="rId70" Type="http://schemas.openxmlformats.org/officeDocument/2006/relationships/customXml" Target="../ink/ink503.xml"/><Relationship Id="rId91" Type="http://schemas.openxmlformats.org/officeDocument/2006/relationships/image" Target="../media/image511.png"/><Relationship Id="rId145" Type="http://schemas.openxmlformats.org/officeDocument/2006/relationships/image" Target="../media/image538.png"/><Relationship Id="rId166" Type="http://schemas.openxmlformats.org/officeDocument/2006/relationships/customXml" Target="../ink/ink55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3.png"/><Relationship Id="rId299" Type="http://schemas.openxmlformats.org/officeDocument/2006/relationships/image" Target="../media/image704.png"/><Relationship Id="rId21" Type="http://schemas.openxmlformats.org/officeDocument/2006/relationships/image" Target="../media/image565.png"/><Relationship Id="rId63" Type="http://schemas.openxmlformats.org/officeDocument/2006/relationships/image" Target="../media/image586.png"/><Relationship Id="rId159" Type="http://schemas.openxmlformats.org/officeDocument/2006/relationships/image" Target="../media/image634.png"/><Relationship Id="rId324" Type="http://schemas.openxmlformats.org/officeDocument/2006/relationships/customXml" Target="../ink/ink719.xml"/><Relationship Id="rId170" Type="http://schemas.openxmlformats.org/officeDocument/2006/relationships/customXml" Target="../ink/ink642.xml"/><Relationship Id="rId226" Type="http://schemas.openxmlformats.org/officeDocument/2006/relationships/customXml" Target="../ink/ink670.xml"/><Relationship Id="rId268" Type="http://schemas.openxmlformats.org/officeDocument/2006/relationships/customXml" Target="../ink/ink691.xml"/><Relationship Id="rId32" Type="http://schemas.openxmlformats.org/officeDocument/2006/relationships/customXml" Target="../ink/ink573.xml"/><Relationship Id="rId74" Type="http://schemas.openxmlformats.org/officeDocument/2006/relationships/customXml" Target="../ink/ink594.xml"/><Relationship Id="rId128" Type="http://schemas.openxmlformats.org/officeDocument/2006/relationships/customXml" Target="../ink/ink621.xml"/><Relationship Id="rId335" Type="http://schemas.openxmlformats.org/officeDocument/2006/relationships/image" Target="../media/image722.png"/><Relationship Id="rId5" Type="http://schemas.openxmlformats.org/officeDocument/2006/relationships/image" Target="../media/image557.png"/><Relationship Id="rId181" Type="http://schemas.openxmlformats.org/officeDocument/2006/relationships/image" Target="../media/image645.png"/><Relationship Id="rId237" Type="http://schemas.openxmlformats.org/officeDocument/2006/relationships/image" Target="../media/image673.png"/><Relationship Id="rId279" Type="http://schemas.openxmlformats.org/officeDocument/2006/relationships/image" Target="../media/image694.png"/><Relationship Id="rId43" Type="http://schemas.openxmlformats.org/officeDocument/2006/relationships/image" Target="../media/image576.png"/><Relationship Id="rId139" Type="http://schemas.openxmlformats.org/officeDocument/2006/relationships/image" Target="../media/image624.png"/><Relationship Id="rId290" Type="http://schemas.openxmlformats.org/officeDocument/2006/relationships/customXml" Target="../ink/ink702.xml"/><Relationship Id="rId304" Type="http://schemas.openxmlformats.org/officeDocument/2006/relationships/customXml" Target="../ink/ink709.xml"/><Relationship Id="rId85" Type="http://schemas.openxmlformats.org/officeDocument/2006/relationships/image" Target="../media/image597.png"/><Relationship Id="rId150" Type="http://schemas.openxmlformats.org/officeDocument/2006/relationships/customXml" Target="../ink/ink632.xml"/><Relationship Id="rId192" Type="http://schemas.openxmlformats.org/officeDocument/2006/relationships/customXml" Target="../ink/ink653.xml"/><Relationship Id="rId206" Type="http://schemas.openxmlformats.org/officeDocument/2006/relationships/customXml" Target="../ink/ink660.xml"/><Relationship Id="rId248" Type="http://schemas.openxmlformats.org/officeDocument/2006/relationships/customXml" Target="../ink/ink681.xml"/><Relationship Id="rId12" Type="http://schemas.openxmlformats.org/officeDocument/2006/relationships/customXml" Target="../ink/ink563.xml"/><Relationship Id="rId108" Type="http://schemas.openxmlformats.org/officeDocument/2006/relationships/customXml" Target="../ink/ink611.xml"/><Relationship Id="rId315" Type="http://schemas.openxmlformats.org/officeDocument/2006/relationships/image" Target="../media/image712.png"/><Relationship Id="rId54" Type="http://schemas.openxmlformats.org/officeDocument/2006/relationships/customXml" Target="../ink/ink584.xml"/><Relationship Id="rId96" Type="http://schemas.openxmlformats.org/officeDocument/2006/relationships/customXml" Target="../ink/ink605.xml"/><Relationship Id="rId161" Type="http://schemas.openxmlformats.org/officeDocument/2006/relationships/image" Target="../media/image635.png"/><Relationship Id="rId217" Type="http://schemas.openxmlformats.org/officeDocument/2006/relationships/image" Target="../media/image663.png"/><Relationship Id="rId259" Type="http://schemas.openxmlformats.org/officeDocument/2006/relationships/image" Target="../media/image684.png"/><Relationship Id="rId23" Type="http://schemas.openxmlformats.org/officeDocument/2006/relationships/image" Target="../media/image566.png"/><Relationship Id="rId119" Type="http://schemas.openxmlformats.org/officeDocument/2006/relationships/image" Target="../media/image614.png"/><Relationship Id="rId270" Type="http://schemas.openxmlformats.org/officeDocument/2006/relationships/customXml" Target="../ink/ink692.xml"/><Relationship Id="rId326" Type="http://schemas.openxmlformats.org/officeDocument/2006/relationships/customXml" Target="../ink/ink720.xml"/><Relationship Id="rId65" Type="http://schemas.openxmlformats.org/officeDocument/2006/relationships/image" Target="../media/image587.png"/><Relationship Id="rId130" Type="http://schemas.openxmlformats.org/officeDocument/2006/relationships/customXml" Target="../ink/ink622.xml"/><Relationship Id="rId172" Type="http://schemas.openxmlformats.org/officeDocument/2006/relationships/customXml" Target="../ink/ink643.xml"/><Relationship Id="rId228" Type="http://schemas.openxmlformats.org/officeDocument/2006/relationships/customXml" Target="../ink/ink671.xml"/><Relationship Id="rId281" Type="http://schemas.openxmlformats.org/officeDocument/2006/relationships/image" Target="../media/image695.png"/><Relationship Id="rId337" Type="http://schemas.openxmlformats.org/officeDocument/2006/relationships/image" Target="../media/image723.png"/><Relationship Id="rId34" Type="http://schemas.openxmlformats.org/officeDocument/2006/relationships/customXml" Target="../ink/ink574.xml"/><Relationship Id="rId76" Type="http://schemas.openxmlformats.org/officeDocument/2006/relationships/customXml" Target="../ink/ink595.xml"/><Relationship Id="rId141" Type="http://schemas.openxmlformats.org/officeDocument/2006/relationships/image" Target="../media/image625.png"/><Relationship Id="rId7" Type="http://schemas.openxmlformats.org/officeDocument/2006/relationships/image" Target="../media/image558.png"/><Relationship Id="rId183" Type="http://schemas.openxmlformats.org/officeDocument/2006/relationships/image" Target="../media/image646.png"/><Relationship Id="rId239" Type="http://schemas.openxmlformats.org/officeDocument/2006/relationships/image" Target="../media/image674.png"/><Relationship Id="rId250" Type="http://schemas.openxmlformats.org/officeDocument/2006/relationships/customXml" Target="../ink/ink682.xml"/><Relationship Id="rId292" Type="http://schemas.openxmlformats.org/officeDocument/2006/relationships/customXml" Target="../ink/ink703.xml"/><Relationship Id="rId306" Type="http://schemas.openxmlformats.org/officeDocument/2006/relationships/customXml" Target="../ink/ink710.xml"/><Relationship Id="rId45" Type="http://schemas.openxmlformats.org/officeDocument/2006/relationships/image" Target="../media/image577.png"/><Relationship Id="rId87" Type="http://schemas.openxmlformats.org/officeDocument/2006/relationships/image" Target="../media/image598.png"/><Relationship Id="rId110" Type="http://schemas.openxmlformats.org/officeDocument/2006/relationships/customXml" Target="../ink/ink612.xml"/><Relationship Id="rId152" Type="http://schemas.openxmlformats.org/officeDocument/2006/relationships/customXml" Target="../ink/ink633.xml"/><Relationship Id="rId194" Type="http://schemas.openxmlformats.org/officeDocument/2006/relationships/customXml" Target="../ink/ink654.xml"/><Relationship Id="rId208" Type="http://schemas.openxmlformats.org/officeDocument/2006/relationships/customXml" Target="../ink/ink661.xml"/><Relationship Id="rId261" Type="http://schemas.openxmlformats.org/officeDocument/2006/relationships/image" Target="../media/image685.png"/><Relationship Id="rId14" Type="http://schemas.openxmlformats.org/officeDocument/2006/relationships/customXml" Target="../ink/ink564.xml"/><Relationship Id="rId35" Type="http://schemas.openxmlformats.org/officeDocument/2006/relationships/image" Target="../media/image572.png"/><Relationship Id="rId56" Type="http://schemas.openxmlformats.org/officeDocument/2006/relationships/customXml" Target="../ink/ink585.xml"/><Relationship Id="rId77" Type="http://schemas.openxmlformats.org/officeDocument/2006/relationships/image" Target="../media/image593.png"/><Relationship Id="rId100" Type="http://schemas.openxmlformats.org/officeDocument/2006/relationships/customXml" Target="../ink/ink607.xml"/><Relationship Id="rId282" Type="http://schemas.openxmlformats.org/officeDocument/2006/relationships/customXml" Target="../ink/ink698.xml"/><Relationship Id="rId317" Type="http://schemas.openxmlformats.org/officeDocument/2006/relationships/image" Target="../media/image713.png"/><Relationship Id="rId338" Type="http://schemas.openxmlformats.org/officeDocument/2006/relationships/customXml" Target="../ink/ink726.xml"/><Relationship Id="rId8" Type="http://schemas.openxmlformats.org/officeDocument/2006/relationships/customXml" Target="../ink/ink561.xml"/><Relationship Id="rId98" Type="http://schemas.openxmlformats.org/officeDocument/2006/relationships/customXml" Target="../ink/ink606.xml"/><Relationship Id="rId121" Type="http://schemas.openxmlformats.org/officeDocument/2006/relationships/image" Target="../media/image615.png"/><Relationship Id="rId142" Type="http://schemas.openxmlformats.org/officeDocument/2006/relationships/customXml" Target="../ink/ink628.xml"/><Relationship Id="rId163" Type="http://schemas.openxmlformats.org/officeDocument/2006/relationships/image" Target="../media/image636.png"/><Relationship Id="rId184" Type="http://schemas.openxmlformats.org/officeDocument/2006/relationships/customXml" Target="../ink/ink649.xml"/><Relationship Id="rId219" Type="http://schemas.openxmlformats.org/officeDocument/2006/relationships/image" Target="../media/image664.png"/><Relationship Id="rId230" Type="http://schemas.openxmlformats.org/officeDocument/2006/relationships/customXml" Target="../ink/ink672.xml"/><Relationship Id="rId251" Type="http://schemas.openxmlformats.org/officeDocument/2006/relationships/image" Target="../media/image680.png"/><Relationship Id="rId25" Type="http://schemas.openxmlformats.org/officeDocument/2006/relationships/image" Target="../media/image567.png"/><Relationship Id="rId46" Type="http://schemas.openxmlformats.org/officeDocument/2006/relationships/customXml" Target="../ink/ink580.xml"/><Relationship Id="rId67" Type="http://schemas.openxmlformats.org/officeDocument/2006/relationships/image" Target="../media/image588.png"/><Relationship Id="rId272" Type="http://schemas.openxmlformats.org/officeDocument/2006/relationships/customXml" Target="../ink/ink693.xml"/><Relationship Id="rId293" Type="http://schemas.openxmlformats.org/officeDocument/2006/relationships/image" Target="../media/image701.png"/><Relationship Id="rId307" Type="http://schemas.openxmlformats.org/officeDocument/2006/relationships/image" Target="../media/image708.png"/><Relationship Id="rId328" Type="http://schemas.openxmlformats.org/officeDocument/2006/relationships/customXml" Target="../ink/ink721.xml"/><Relationship Id="rId88" Type="http://schemas.openxmlformats.org/officeDocument/2006/relationships/customXml" Target="../ink/ink601.xml"/><Relationship Id="rId111" Type="http://schemas.openxmlformats.org/officeDocument/2006/relationships/image" Target="../media/image610.png"/><Relationship Id="rId132" Type="http://schemas.openxmlformats.org/officeDocument/2006/relationships/customXml" Target="../ink/ink623.xml"/><Relationship Id="rId153" Type="http://schemas.openxmlformats.org/officeDocument/2006/relationships/image" Target="../media/image631.png"/><Relationship Id="rId174" Type="http://schemas.openxmlformats.org/officeDocument/2006/relationships/customXml" Target="../ink/ink644.xml"/><Relationship Id="rId195" Type="http://schemas.openxmlformats.org/officeDocument/2006/relationships/image" Target="../media/image652.png"/><Relationship Id="rId209" Type="http://schemas.openxmlformats.org/officeDocument/2006/relationships/image" Target="../media/image659.png"/><Relationship Id="rId220" Type="http://schemas.openxmlformats.org/officeDocument/2006/relationships/customXml" Target="../ink/ink667.xml"/><Relationship Id="rId241" Type="http://schemas.openxmlformats.org/officeDocument/2006/relationships/image" Target="../media/image675.png"/><Relationship Id="rId15" Type="http://schemas.openxmlformats.org/officeDocument/2006/relationships/image" Target="../media/image562.png"/><Relationship Id="rId36" Type="http://schemas.openxmlformats.org/officeDocument/2006/relationships/customXml" Target="../ink/ink575.xml"/><Relationship Id="rId57" Type="http://schemas.openxmlformats.org/officeDocument/2006/relationships/image" Target="../media/image583.png"/><Relationship Id="rId262" Type="http://schemas.openxmlformats.org/officeDocument/2006/relationships/customXml" Target="../ink/ink688.xml"/><Relationship Id="rId283" Type="http://schemas.openxmlformats.org/officeDocument/2006/relationships/image" Target="../media/image696.png"/><Relationship Id="rId318" Type="http://schemas.openxmlformats.org/officeDocument/2006/relationships/customXml" Target="../ink/ink716.xml"/><Relationship Id="rId339" Type="http://schemas.openxmlformats.org/officeDocument/2006/relationships/image" Target="../media/image724.png"/><Relationship Id="rId78" Type="http://schemas.openxmlformats.org/officeDocument/2006/relationships/customXml" Target="../ink/ink596.xml"/><Relationship Id="rId99" Type="http://schemas.openxmlformats.org/officeDocument/2006/relationships/image" Target="../media/image604.png"/><Relationship Id="rId101" Type="http://schemas.openxmlformats.org/officeDocument/2006/relationships/image" Target="../media/image605.png"/><Relationship Id="rId122" Type="http://schemas.openxmlformats.org/officeDocument/2006/relationships/customXml" Target="../ink/ink618.xml"/><Relationship Id="rId143" Type="http://schemas.openxmlformats.org/officeDocument/2006/relationships/image" Target="../media/image626.png"/><Relationship Id="rId164" Type="http://schemas.openxmlformats.org/officeDocument/2006/relationships/customXml" Target="../ink/ink639.xml"/><Relationship Id="rId185" Type="http://schemas.openxmlformats.org/officeDocument/2006/relationships/image" Target="../media/image647.png"/><Relationship Id="rId9" Type="http://schemas.openxmlformats.org/officeDocument/2006/relationships/image" Target="../media/image559.png"/><Relationship Id="rId210" Type="http://schemas.openxmlformats.org/officeDocument/2006/relationships/customXml" Target="../ink/ink662.xml"/><Relationship Id="rId26" Type="http://schemas.openxmlformats.org/officeDocument/2006/relationships/customXml" Target="../ink/ink570.xml"/><Relationship Id="rId231" Type="http://schemas.openxmlformats.org/officeDocument/2006/relationships/image" Target="../media/image670.png"/><Relationship Id="rId252" Type="http://schemas.openxmlformats.org/officeDocument/2006/relationships/customXml" Target="../ink/ink683.xml"/><Relationship Id="rId273" Type="http://schemas.openxmlformats.org/officeDocument/2006/relationships/image" Target="../media/image691.png"/><Relationship Id="rId294" Type="http://schemas.openxmlformats.org/officeDocument/2006/relationships/customXml" Target="../ink/ink704.xml"/><Relationship Id="rId308" Type="http://schemas.openxmlformats.org/officeDocument/2006/relationships/customXml" Target="../ink/ink711.xml"/><Relationship Id="rId329" Type="http://schemas.openxmlformats.org/officeDocument/2006/relationships/image" Target="../media/image719.png"/><Relationship Id="rId47" Type="http://schemas.openxmlformats.org/officeDocument/2006/relationships/image" Target="../media/image578.png"/><Relationship Id="rId68" Type="http://schemas.openxmlformats.org/officeDocument/2006/relationships/customXml" Target="../ink/ink591.xml"/><Relationship Id="rId89" Type="http://schemas.openxmlformats.org/officeDocument/2006/relationships/image" Target="../media/image599.png"/><Relationship Id="rId112" Type="http://schemas.openxmlformats.org/officeDocument/2006/relationships/customXml" Target="../ink/ink613.xml"/><Relationship Id="rId133" Type="http://schemas.openxmlformats.org/officeDocument/2006/relationships/image" Target="../media/image621.png"/><Relationship Id="rId154" Type="http://schemas.openxmlformats.org/officeDocument/2006/relationships/customXml" Target="../ink/ink634.xml"/><Relationship Id="rId175" Type="http://schemas.openxmlformats.org/officeDocument/2006/relationships/image" Target="../media/image642.png"/><Relationship Id="rId340" Type="http://schemas.openxmlformats.org/officeDocument/2006/relationships/customXml" Target="../ink/ink727.xml"/><Relationship Id="rId196" Type="http://schemas.openxmlformats.org/officeDocument/2006/relationships/customXml" Target="../ink/ink655.xml"/><Relationship Id="rId200" Type="http://schemas.openxmlformats.org/officeDocument/2006/relationships/customXml" Target="../ink/ink657.xml"/><Relationship Id="rId16" Type="http://schemas.openxmlformats.org/officeDocument/2006/relationships/customXml" Target="../ink/ink565.xml"/><Relationship Id="rId221" Type="http://schemas.openxmlformats.org/officeDocument/2006/relationships/image" Target="../media/image665.png"/><Relationship Id="rId242" Type="http://schemas.openxmlformats.org/officeDocument/2006/relationships/customXml" Target="../ink/ink678.xml"/><Relationship Id="rId263" Type="http://schemas.openxmlformats.org/officeDocument/2006/relationships/image" Target="../media/image686.png"/><Relationship Id="rId284" Type="http://schemas.openxmlformats.org/officeDocument/2006/relationships/customXml" Target="../ink/ink699.xml"/><Relationship Id="rId319" Type="http://schemas.openxmlformats.org/officeDocument/2006/relationships/image" Target="../media/image714.png"/><Relationship Id="rId37" Type="http://schemas.openxmlformats.org/officeDocument/2006/relationships/image" Target="../media/image573.png"/><Relationship Id="rId58" Type="http://schemas.openxmlformats.org/officeDocument/2006/relationships/customXml" Target="../ink/ink586.xml"/><Relationship Id="rId79" Type="http://schemas.openxmlformats.org/officeDocument/2006/relationships/image" Target="../media/image594.png"/><Relationship Id="rId102" Type="http://schemas.openxmlformats.org/officeDocument/2006/relationships/customXml" Target="../ink/ink608.xml"/><Relationship Id="rId123" Type="http://schemas.openxmlformats.org/officeDocument/2006/relationships/image" Target="../media/image616.png"/><Relationship Id="rId144" Type="http://schemas.openxmlformats.org/officeDocument/2006/relationships/customXml" Target="../ink/ink629.xml"/><Relationship Id="rId330" Type="http://schemas.openxmlformats.org/officeDocument/2006/relationships/customXml" Target="../ink/ink722.xml"/><Relationship Id="rId90" Type="http://schemas.openxmlformats.org/officeDocument/2006/relationships/customXml" Target="../ink/ink602.xml"/><Relationship Id="rId165" Type="http://schemas.openxmlformats.org/officeDocument/2006/relationships/image" Target="../media/image637.png"/><Relationship Id="rId186" Type="http://schemas.openxmlformats.org/officeDocument/2006/relationships/customXml" Target="../ink/ink650.xml"/><Relationship Id="rId211" Type="http://schemas.openxmlformats.org/officeDocument/2006/relationships/image" Target="../media/image660.png"/><Relationship Id="rId232" Type="http://schemas.openxmlformats.org/officeDocument/2006/relationships/customXml" Target="../ink/ink673.xml"/><Relationship Id="rId253" Type="http://schemas.openxmlformats.org/officeDocument/2006/relationships/image" Target="../media/image681.png"/><Relationship Id="rId274" Type="http://schemas.openxmlformats.org/officeDocument/2006/relationships/customXml" Target="../ink/ink694.xml"/><Relationship Id="rId295" Type="http://schemas.openxmlformats.org/officeDocument/2006/relationships/image" Target="../media/image702.png"/><Relationship Id="rId309" Type="http://schemas.openxmlformats.org/officeDocument/2006/relationships/image" Target="../media/image709.png"/><Relationship Id="rId27" Type="http://schemas.openxmlformats.org/officeDocument/2006/relationships/image" Target="../media/image568.png"/><Relationship Id="rId48" Type="http://schemas.openxmlformats.org/officeDocument/2006/relationships/customXml" Target="../ink/ink581.xml"/><Relationship Id="rId69" Type="http://schemas.openxmlformats.org/officeDocument/2006/relationships/image" Target="../media/image589.png"/><Relationship Id="rId113" Type="http://schemas.openxmlformats.org/officeDocument/2006/relationships/image" Target="../media/image611.png"/><Relationship Id="rId134" Type="http://schemas.openxmlformats.org/officeDocument/2006/relationships/customXml" Target="../ink/ink624.xml"/><Relationship Id="rId320" Type="http://schemas.openxmlformats.org/officeDocument/2006/relationships/customXml" Target="../ink/ink717.xml"/><Relationship Id="rId80" Type="http://schemas.openxmlformats.org/officeDocument/2006/relationships/customXml" Target="../ink/ink597.xml"/><Relationship Id="rId155" Type="http://schemas.openxmlformats.org/officeDocument/2006/relationships/image" Target="../media/image632.png"/><Relationship Id="rId176" Type="http://schemas.openxmlformats.org/officeDocument/2006/relationships/customXml" Target="../ink/ink645.xml"/><Relationship Id="rId197" Type="http://schemas.openxmlformats.org/officeDocument/2006/relationships/image" Target="../media/image653.png"/><Relationship Id="rId341" Type="http://schemas.openxmlformats.org/officeDocument/2006/relationships/image" Target="../media/image725.png"/><Relationship Id="rId201" Type="http://schemas.openxmlformats.org/officeDocument/2006/relationships/image" Target="../media/image655.png"/><Relationship Id="rId222" Type="http://schemas.openxmlformats.org/officeDocument/2006/relationships/customXml" Target="../ink/ink668.xml"/><Relationship Id="rId243" Type="http://schemas.openxmlformats.org/officeDocument/2006/relationships/image" Target="../media/image676.png"/><Relationship Id="rId264" Type="http://schemas.openxmlformats.org/officeDocument/2006/relationships/customXml" Target="../ink/ink689.xml"/><Relationship Id="rId285" Type="http://schemas.openxmlformats.org/officeDocument/2006/relationships/image" Target="../media/image697.png"/><Relationship Id="rId17" Type="http://schemas.openxmlformats.org/officeDocument/2006/relationships/image" Target="../media/image563.png"/><Relationship Id="rId38" Type="http://schemas.openxmlformats.org/officeDocument/2006/relationships/customXml" Target="../ink/ink576.xml"/><Relationship Id="rId59" Type="http://schemas.openxmlformats.org/officeDocument/2006/relationships/image" Target="../media/image584.png"/><Relationship Id="rId103" Type="http://schemas.openxmlformats.org/officeDocument/2006/relationships/image" Target="../media/image606.png"/><Relationship Id="rId124" Type="http://schemas.openxmlformats.org/officeDocument/2006/relationships/customXml" Target="../ink/ink619.xml"/><Relationship Id="rId310" Type="http://schemas.openxmlformats.org/officeDocument/2006/relationships/customXml" Target="../ink/ink712.xml"/><Relationship Id="rId70" Type="http://schemas.openxmlformats.org/officeDocument/2006/relationships/customXml" Target="../ink/ink592.xml"/><Relationship Id="rId91" Type="http://schemas.openxmlformats.org/officeDocument/2006/relationships/image" Target="../media/image600.png"/><Relationship Id="rId145" Type="http://schemas.openxmlformats.org/officeDocument/2006/relationships/image" Target="../media/image627.png"/><Relationship Id="rId166" Type="http://schemas.openxmlformats.org/officeDocument/2006/relationships/customXml" Target="../ink/ink640.xml"/><Relationship Id="rId187" Type="http://schemas.openxmlformats.org/officeDocument/2006/relationships/image" Target="../media/image648.png"/><Relationship Id="rId331" Type="http://schemas.openxmlformats.org/officeDocument/2006/relationships/image" Target="../media/image72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63.xml"/><Relationship Id="rId233" Type="http://schemas.openxmlformats.org/officeDocument/2006/relationships/image" Target="../media/image671.png"/><Relationship Id="rId254" Type="http://schemas.openxmlformats.org/officeDocument/2006/relationships/customXml" Target="../ink/ink684.xml"/><Relationship Id="rId28" Type="http://schemas.openxmlformats.org/officeDocument/2006/relationships/customXml" Target="../ink/ink571.xml"/><Relationship Id="rId49" Type="http://schemas.openxmlformats.org/officeDocument/2006/relationships/image" Target="../media/image579.png"/><Relationship Id="rId114" Type="http://schemas.openxmlformats.org/officeDocument/2006/relationships/customXml" Target="../ink/ink614.xml"/><Relationship Id="rId275" Type="http://schemas.openxmlformats.org/officeDocument/2006/relationships/image" Target="../media/image692.png"/><Relationship Id="rId296" Type="http://schemas.openxmlformats.org/officeDocument/2006/relationships/customXml" Target="../ink/ink705.xml"/><Relationship Id="rId300" Type="http://schemas.openxmlformats.org/officeDocument/2006/relationships/customXml" Target="../ink/ink707.xml"/><Relationship Id="rId60" Type="http://schemas.openxmlformats.org/officeDocument/2006/relationships/customXml" Target="../ink/ink587.xml"/><Relationship Id="rId81" Type="http://schemas.openxmlformats.org/officeDocument/2006/relationships/image" Target="../media/image595.png"/><Relationship Id="rId135" Type="http://schemas.openxmlformats.org/officeDocument/2006/relationships/image" Target="../media/image622.png"/><Relationship Id="rId156" Type="http://schemas.openxmlformats.org/officeDocument/2006/relationships/customXml" Target="../ink/ink635.xml"/><Relationship Id="rId177" Type="http://schemas.openxmlformats.org/officeDocument/2006/relationships/image" Target="../media/image643.png"/><Relationship Id="rId198" Type="http://schemas.openxmlformats.org/officeDocument/2006/relationships/customXml" Target="../ink/ink656.xml"/><Relationship Id="rId321" Type="http://schemas.openxmlformats.org/officeDocument/2006/relationships/image" Target="../media/image715.png"/><Relationship Id="rId342" Type="http://schemas.openxmlformats.org/officeDocument/2006/relationships/customXml" Target="../ink/ink728.xml"/><Relationship Id="rId202" Type="http://schemas.openxmlformats.org/officeDocument/2006/relationships/customXml" Target="../ink/ink658.xml"/><Relationship Id="rId223" Type="http://schemas.openxmlformats.org/officeDocument/2006/relationships/image" Target="../media/image666.png"/><Relationship Id="rId244" Type="http://schemas.openxmlformats.org/officeDocument/2006/relationships/customXml" Target="../ink/ink679.xml"/><Relationship Id="rId18" Type="http://schemas.openxmlformats.org/officeDocument/2006/relationships/customXml" Target="../ink/ink566.xml"/><Relationship Id="rId39" Type="http://schemas.openxmlformats.org/officeDocument/2006/relationships/image" Target="../media/image574.png"/><Relationship Id="rId265" Type="http://schemas.openxmlformats.org/officeDocument/2006/relationships/image" Target="../media/image687.png"/><Relationship Id="rId286" Type="http://schemas.openxmlformats.org/officeDocument/2006/relationships/customXml" Target="../ink/ink700.xml"/><Relationship Id="rId50" Type="http://schemas.openxmlformats.org/officeDocument/2006/relationships/customXml" Target="../ink/ink582.xml"/><Relationship Id="rId104" Type="http://schemas.openxmlformats.org/officeDocument/2006/relationships/customXml" Target="../ink/ink609.xml"/><Relationship Id="rId125" Type="http://schemas.openxmlformats.org/officeDocument/2006/relationships/image" Target="../media/image617.png"/><Relationship Id="rId146" Type="http://schemas.openxmlformats.org/officeDocument/2006/relationships/customXml" Target="../ink/ink630.xml"/><Relationship Id="rId167" Type="http://schemas.openxmlformats.org/officeDocument/2006/relationships/image" Target="../media/image638.png"/><Relationship Id="rId188" Type="http://schemas.openxmlformats.org/officeDocument/2006/relationships/customXml" Target="../ink/ink651.xml"/><Relationship Id="rId311" Type="http://schemas.openxmlformats.org/officeDocument/2006/relationships/image" Target="../media/image710.png"/><Relationship Id="rId332" Type="http://schemas.openxmlformats.org/officeDocument/2006/relationships/customXml" Target="../ink/ink723.xml"/><Relationship Id="rId71" Type="http://schemas.openxmlformats.org/officeDocument/2006/relationships/image" Target="../media/image590.png"/><Relationship Id="rId92" Type="http://schemas.openxmlformats.org/officeDocument/2006/relationships/customXml" Target="../ink/ink603.xml"/><Relationship Id="rId213" Type="http://schemas.openxmlformats.org/officeDocument/2006/relationships/image" Target="../media/image661.png"/><Relationship Id="rId234" Type="http://schemas.openxmlformats.org/officeDocument/2006/relationships/customXml" Target="../ink/ink674.xml"/><Relationship Id="rId2" Type="http://schemas.openxmlformats.org/officeDocument/2006/relationships/customXml" Target="../ink/ink558.xml"/><Relationship Id="rId29" Type="http://schemas.openxmlformats.org/officeDocument/2006/relationships/image" Target="../media/image569.png"/><Relationship Id="rId255" Type="http://schemas.openxmlformats.org/officeDocument/2006/relationships/image" Target="../media/image682.png"/><Relationship Id="rId276" Type="http://schemas.openxmlformats.org/officeDocument/2006/relationships/customXml" Target="../ink/ink695.xml"/><Relationship Id="rId297" Type="http://schemas.openxmlformats.org/officeDocument/2006/relationships/image" Target="../media/image703.png"/><Relationship Id="rId40" Type="http://schemas.openxmlformats.org/officeDocument/2006/relationships/customXml" Target="../ink/ink577.xml"/><Relationship Id="rId115" Type="http://schemas.openxmlformats.org/officeDocument/2006/relationships/image" Target="../media/image612.png"/><Relationship Id="rId136" Type="http://schemas.openxmlformats.org/officeDocument/2006/relationships/customXml" Target="../ink/ink625.xml"/><Relationship Id="rId157" Type="http://schemas.openxmlformats.org/officeDocument/2006/relationships/image" Target="../media/image633.png"/><Relationship Id="rId178" Type="http://schemas.openxmlformats.org/officeDocument/2006/relationships/customXml" Target="../ink/ink646.xml"/><Relationship Id="rId301" Type="http://schemas.openxmlformats.org/officeDocument/2006/relationships/image" Target="../media/image705.png"/><Relationship Id="rId322" Type="http://schemas.openxmlformats.org/officeDocument/2006/relationships/customXml" Target="../ink/ink718.xml"/><Relationship Id="rId343" Type="http://schemas.openxmlformats.org/officeDocument/2006/relationships/image" Target="../media/image726.png"/><Relationship Id="rId61" Type="http://schemas.openxmlformats.org/officeDocument/2006/relationships/image" Target="../media/image585.png"/><Relationship Id="rId82" Type="http://schemas.openxmlformats.org/officeDocument/2006/relationships/customXml" Target="../ink/ink598.xml"/><Relationship Id="rId199" Type="http://schemas.openxmlformats.org/officeDocument/2006/relationships/image" Target="../media/image654.png"/><Relationship Id="rId203" Type="http://schemas.openxmlformats.org/officeDocument/2006/relationships/image" Target="../media/image656.png"/><Relationship Id="rId19" Type="http://schemas.openxmlformats.org/officeDocument/2006/relationships/image" Target="../media/image564.png"/><Relationship Id="rId224" Type="http://schemas.openxmlformats.org/officeDocument/2006/relationships/customXml" Target="../ink/ink669.xml"/><Relationship Id="rId245" Type="http://schemas.openxmlformats.org/officeDocument/2006/relationships/image" Target="../media/image677.png"/><Relationship Id="rId266" Type="http://schemas.openxmlformats.org/officeDocument/2006/relationships/customXml" Target="../ink/ink690.xml"/><Relationship Id="rId287" Type="http://schemas.openxmlformats.org/officeDocument/2006/relationships/image" Target="../media/image698.png"/><Relationship Id="rId30" Type="http://schemas.openxmlformats.org/officeDocument/2006/relationships/customXml" Target="../ink/ink572.xml"/><Relationship Id="rId105" Type="http://schemas.openxmlformats.org/officeDocument/2006/relationships/image" Target="../media/image607.png"/><Relationship Id="rId126" Type="http://schemas.openxmlformats.org/officeDocument/2006/relationships/customXml" Target="../ink/ink620.xml"/><Relationship Id="rId147" Type="http://schemas.openxmlformats.org/officeDocument/2006/relationships/image" Target="../media/image628.png"/><Relationship Id="rId168" Type="http://schemas.openxmlformats.org/officeDocument/2006/relationships/customXml" Target="../ink/ink641.xml"/><Relationship Id="rId312" Type="http://schemas.openxmlformats.org/officeDocument/2006/relationships/customXml" Target="../ink/ink713.xml"/><Relationship Id="rId333" Type="http://schemas.openxmlformats.org/officeDocument/2006/relationships/image" Target="../media/image721.png"/><Relationship Id="rId51" Type="http://schemas.openxmlformats.org/officeDocument/2006/relationships/image" Target="../media/image580.png"/><Relationship Id="rId72" Type="http://schemas.openxmlformats.org/officeDocument/2006/relationships/customXml" Target="../ink/ink593.xml"/><Relationship Id="rId93" Type="http://schemas.openxmlformats.org/officeDocument/2006/relationships/image" Target="../media/image601.png"/><Relationship Id="rId189" Type="http://schemas.openxmlformats.org/officeDocument/2006/relationships/image" Target="../media/image649.png"/><Relationship Id="rId3" Type="http://schemas.openxmlformats.org/officeDocument/2006/relationships/image" Target="../media/image556.png"/><Relationship Id="rId214" Type="http://schemas.openxmlformats.org/officeDocument/2006/relationships/customXml" Target="../ink/ink664.xml"/><Relationship Id="rId235" Type="http://schemas.openxmlformats.org/officeDocument/2006/relationships/image" Target="../media/image672.png"/><Relationship Id="rId256" Type="http://schemas.openxmlformats.org/officeDocument/2006/relationships/customXml" Target="../ink/ink685.xml"/><Relationship Id="rId277" Type="http://schemas.openxmlformats.org/officeDocument/2006/relationships/image" Target="../media/image693.png"/><Relationship Id="rId298" Type="http://schemas.openxmlformats.org/officeDocument/2006/relationships/customXml" Target="../ink/ink706.xml"/><Relationship Id="rId116" Type="http://schemas.openxmlformats.org/officeDocument/2006/relationships/customXml" Target="../ink/ink615.xml"/><Relationship Id="rId137" Type="http://schemas.openxmlformats.org/officeDocument/2006/relationships/image" Target="../media/image623.png"/><Relationship Id="rId158" Type="http://schemas.openxmlformats.org/officeDocument/2006/relationships/customXml" Target="../ink/ink636.xml"/><Relationship Id="rId302" Type="http://schemas.openxmlformats.org/officeDocument/2006/relationships/customXml" Target="../ink/ink708.xml"/><Relationship Id="rId323" Type="http://schemas.openxmlformats.org/officeDocument/2006/relationships/image" Target="../media/image716.png"/><Relationship Id="rId344" Type="http://schemas.openxmlformats.org/officeDocument/2006/relationships/customXml" Target="../ink/ink729.xml"/><Relationship Id="rId20" Type="http://schemas.openxmlformats.org/officeDocument/2006/relationships/customXml" Target="../ink/ink567.xml"/><Relationship Id="rId41" Type="http://schemas.openxmlformats.org/officeDocument/2006/relationships/image" Target="../media/image575.png"/><Relationship Id="rId62" Type="http://schemas.openxmlformats.org/officeDocument/2006/relationships/customXml" Target="../ink/ink588.xml"/><Relationship Id="rId83" Type="http://schemas.openxmlformats.org/officeDocument/2006/relationships/image" Target="../media/image596.png"/><Relationship Id="rId179" Type="http://schemas.openxmlformats.org/officeDocument/2006/relationships/image" Target="../media/image644.png"/><Relationship Id="rId190" Type="http://schemas.openxmlformats.org/officeDocument/2006/relationships/customXml" Target="../ink/ink652.xml"/><Relationship Id="rId204" Type="http://schemas.openxmlformats.org/officeDocument/2006/relationships/customXml" Target="../ink/ink659.xml"/><Relationship Id="rId225" Type="http://schemas.openxmlformats.org/officeDocument/2006/relationships/image" Target="../media/image667.png"/><Relationship Id="rId246" Type="http://schemas.openxmlformats.org/officeDocument/2006/relationships/customXml" Target="../ink/ink680.xml"/><Relationship Id="rId267" Type="http://schemas.openxmlformats.org/officeDocument/2006/relationships/image" Target="../media/image688.png"/><Relationship Id="rId288" Type="http://schemas.openxmlformats.org/officeDocument/2006/relationships/customXml" Target="../ink/ink701.xml"/><Relationship Id="rId106" Type="http://schemas.openxmlformats.org/officeDocument/2006/relationships/customXml" Target="../ink/ink610.xml"/><Relationship Id="rId127" Type="http://schemas.openxmlformats.org/officeDocument/2006/relationships/image" Target="../media/image618.png"/><Relationship Id="rId313" Type="http://schemas.openxmlformats.org/officeDocument/2006/relationships/image" Target="../media/image711.png"/><Relationship Id="rId10" Type="http://schemas.openxmlformats.org/officeDocument/2006/relationships/customXml" Target="../ink/ink562.xml"/><Relationship Id="rId31" Type="http://schemas.openxmlformats.org/officeDocument/2006/relationships/image" Target="../media/image570.png"/><Relationship Id="rId52" Type="http://schemas.openxmlformats.org/officeDocument/2006/relationships/customXml" Target="../ink/ink583.xml"/><Relationship Id="rId73" Type="http://schemas.openxmlformats.org/officeDocument/2006/relationships/image" Target="../media/image591.png"/><Relationship Id="rId94" Type="http://schemas.openxmlformats.org/officeDocument/2006/relationships/customXml" Target="../ink/ink604.xml"/><Relationship Id="rId148" Type="http://schemas.openxmlformats.org/officeDocument/2006/relationships/customXml" Target="../ink/ink631.xml"/><Relationship Id="rId169" Type="http://schemas.openxmlformats.org/officeDocument/2006/relationships/image" Target="../media/image639.png"/><Relationship Id="rId334" Type="http://schemas.openxmlformats.org/officeDocument/2006/relationships/customXml" Target="../ink/ink724.xml"/><Relationship Id="rId4" Type="http://schemas.openxmlformats.org/officeDocument/2006/relationships/customXml" Target="../ink/ink559.xml"/><Relationship Id="rId180" Type="http://schemas.openxmlformats.org/officeDocument/2006/relationships/customXml" Target="../ink/ink647.xml"/><Relationship Id="rId215" Type="http://schemas.openxmlformats.org/officeDocument/2006/relationships/image" Target="../media/image662.png"/><Relationship Id="rId236" Type="http://schemas.openxmlformats.org/officeDocument/2006/relationships/customXml" Target="../ink/ink675.xml"/><Relationship Id="rId257" Type="http://schemas.openxmlformats.org/officeDocument/2006/relationships/image" Target="../media/image683.png"/><Relationship Id="rId278" Type="http://schemas.openxmlformats.org/officeDocument/2006/relationships/customXml" Target="../ink/ink696.xml"/><Relationship Id="rId303" Type="http://schemas.openxmlformats.org/officeDocument/2006/relationships/image" Target="../media/image706.png"/><Relationship Id="rId42" Type="http://schemas.openxmlformats.org/officeDocument/2006/relationships/customXml" Target="../ink/ink578.xml"/><Relationship Id="rId84" Type="http://schemas.openxmlformats.org/officeDocument/2006/relationships/customXml" Target="../ink/ink599.xml"/><Relationship Id="rId138" Type="http://schemas.openxmlformats.org/officeDocument/2006/relationships/customXml" Target="../ink/ink626.xml"/><Relationship Id="rId345" Type="http://schemas.openxmlformats.org/officeDocument/2006/relationships/image" Target="../media/image727.png"/><Relationship Id="rId191" Type="http://schemas.openxmlformats.org/officeDocument/2006/relationships/image" Target="../media/image650.png"/><Relationship Id="rId205" Type="http://schemas.openxmlformats.org/officeDocument/2006/relationships/image" Target="../media/image657.png"/><Relationship Id="rId247" Type="http://schemas.openxmlformats.org/officeDocument/2006/relationships/image" Target="../media/image678.png"/><Relationship Id="rId107" Type="http://schemas.openxmlformats.org/officeDocument/2006/relationships/image" Target="../media/image608.png"/><Relationship Id="rId289" Type="http://schemas.openxmlformats.org/officeDocument/2006/relationships/image" Target="../media/image699.png"/><Relationship Id="rId11" Type="http://schemas.openxmlformats.org/officeDocument/2006/relationships/image" Target="../media/image560.png"/><Relationship Id="rId53" Type="http://schemas.openxmlformats.org/officeDocument/2006/relationships/image" Target="../media/image581.png"/><Relationship Id="rId149" Type="http://schemas.openxmlformats.org/officeDocument/2006/relationships/image" Target="../media/image629.png"/><Relationship Id="rId314" Type="http://schemas.openxmlformats.org/officeDocument/2006/relationships/customXml" Target="../ink/ink714.xml"/><Relationship Id="rId95" Type="http://schemas.openxmlformats.org/officeDocument/2006/relationships/image" Target="../media/image602.png"/><Relationship Id="rId160" Type="http://schemas.openxmlformats.org/officeDocument/2006/relationships/customXml" Target="../ink/ink637.xml"/><Relationship Id="rId216" Type="http://schemas.openxmlformats.org/officeDocument/2006/relationships/customXml" Target="../ink/ink665.xml"/><Relationship Id="rId258" Type="http://schemas.openxmlformats.org/officeDocument/2006/relationships/customXml" Target="../ink/ink686.xml"/><Relationship Id="rId22" Type="http://schemas.openxmlformats.org/officeDocument/2006/relationships/customXml" Target="../ink/ink568.xml"/><Relationship Id="rId64" Type="http://schemas.openxmlformats.org/officeDocument/2006/relationships/customXml" Target="../ink/ink589.xml"/><Relationship Id="rId118" Type="http://schemas.openxmlformats.org/officeDocument/2006/relationships/customXml" Target="../ink/ink616.xml"/><Relationship Id="rId325" Type="http://schemas.openxmlformats.org/officeDocument/2006/relationships/image" Target="../media/image717.png"/><Relationship Id="rId171" Type="http://schemas.openxmlformats.org/officeDocument/2006/relationships/image" Target="../media/image640.png"/><Relationship Id="rId227" Type="http://schemas.openxmlformats.org/officeDocument/2006/relationships/image" Target="../media/image668.png"/><Relationship Id="rId269" Type="http://schemas.openxmlformats.org/officeDocument/2006/relationships/image" Target="../media/image689.png"/><Relationship Id="rId33" Type="http://schemas.openxmlformats.org/officeDocument/2006/relationships/image" Target="../media/image571.png"/><Relationship Id="rId129" Type="http://schemas.openxmlformats.org/officeDocument/2006/relationships/image" Target="../media/image619.png"/><Relationship Id="rId280" Type="http://schemas.openxmlformats.org/officeDocument/2006/relationships/customXml" Target="../ink/ink697.xml"/><Relationship Id="rId336" Type="http://schemas.openxmlformats.org/officeDocument/2006/relationships/customXml" Target="../ink/ink725.xml"/><Relationship Id="rId75" Type="http://schemas.openxmlformats.org/officeDocument/2006/relationships/image" Target="../media/image592.png"/><Relationship Id="rId140" Type="http://schemas.openxmlformats.org/officeDocument/2006/relationships/customXml" Target="../ink/ink627.xml"/><Relationship Id="rId182" Type="http://schemas.openxmlformats.org/officeDocument/2006/relationships/customXml" Target="../ink/ink648.xml"/><Relationship Id="rId6" Type="http://schemas.openxmlformats.org/officeDocument/2006/relationships/customXml" Target="../ink/ink560.xml"/><Relationship Id="rId238" Type="http://schemas.openxmlformats.org/officeDocument/2006/relationships/customXml" Target="../ink/ink676.xml"/><Relationship Id="rId291" Type="http://schemas.openxmlformats.org/officeDocument/2006/relationships/image" Target="../media/image700.png"/><Relationship Id="rId305" Type="http://schemas.openxmlformats.org/officeDocument/2006/relationships/image" Target="../media/image707.png"/><Relationship Id="rId44" Type="http://schemas.openxmlformats.org/officeDocument/2006/relationships/customXml" Target="../ink/ink579.xml"/><Relationship Id="rId86" Type="http://schemas.openxmlformats.org/officeDocument/2006/relationships/customXml" Target="../ink/ink600.xml"/><Relationship Id="rId151" Type="http://schemas.openxmlformats.org/officeDocument/2006/relationships/image" Target="../media/image630.png"/><Relationship Id="rId193" Type="http://schemas.openxmlformats.org/officeDocument/2006/relationships/image" Target="../media/image651.png"/><Relationship Id="rId207" Type="http://schemas.openxmlformats.org/officeDocument/2006/relationships/image" Target="../media/image658.png"/><Relationship Id="rId249" Type="http://schemas.openxmlformats.org/officeDocument/2006/relationships/image" Target="../media/image679.png"/><Relationship Id="rId13" Type="http://schemas.openxmlformats.org/officeDocument/2006/relationships/image" Target="../media/image561.png"/><Relationship Id="rId109" Type="http://schemas.openxmlformats.org/officeDocument/2006/relationships/image" Target="../media/image609.png"/><Relationship Id="rId260" Type="http://schemas.openxmlformats.org/officeDocument/2006/relationships/customXml" Target="../ink/ink687.xml"/><Relationship Id="rId316" Type="http://schemas.openxmlformats.org/officeDocument/2006/relationships/customXml" Target="../ink/ink715.xml"/><Relationship Id="rId55" Type="http://schemas.openxmlformats.org/officeDocument/2006/relationships/image" Target="../media/image582.png"/><Relationship Id="rId97" Type="http://schemas.openxmlformats.org/officeDocument/2006/relationships/image" Target="../media/image603.png"/><Relationship Id="rId120" Type="http://schemas.openxmlformats.org/officeDocument/2006/relationships/customXml" Target="../ink/ink617.xml"/><Relationship Id="rId162" Type="http://schemas.openxmlformats.org/officeDocument/2006/relationships/customXml" Target="../ink/ink638.xml"/><Relationship Id="rId218" Type="http://schemas.openxmlformats.org/officeDocument/2006/relationships/customXml" Target="../ink/ink666.xml"/><Relationship Id="rId271" Type="http://schemas.openxmlformats.org/officeDocument/2006/relationships/image" Target="../media/image690.png"/><Relationship Id="rId24" Type="http://schemas.openxmlformats.org/officeDocument/2006/relationships/customXml" Target="../ink/ink569.xml"/><Relationship Id="rId66" Type="http://schemas.openxmlformats.org/officeDocument/2006/relationships/customXml" Target="../ink/ink590.xml"/><Relationship Id="rId131" Type="http://schemas.openxmlformats.org/officeDocument/2006/relationships/image" Target="../media/image620.png"/><Relationship Id="rId327" Type="http://schemas.openxmlformats.org/officeDocument/2006/relationships/image" Target="../media/image718.png"/><Relationship Id="rId173" Type="http://schemas.openxmlformats.org/officeDocument/2006/relationships/image" Target="../media/image641.png"/><Relationship Id="rId229" Type="http://schemas.openxmlformats.org/officeDocument/2006/relationships/image" Target="../media/image669.png"/><Relationship Id="rId240" Type="http://schemas.openxmlformats.org/officeDocument/2006/relationships/customXml" Target="../ink/ink67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3.png"/><Relationship Id="rId18" Type="http://schemas.openxmlformats.org/officeDocument/2006/relationships/customXml" Target="../ink/ink738.xml"/><Relationship Id="rId26" Type="http://schemas.openxmlformats.org/officeDocument/2006/relationships/customXml" Target="../ink/ink742.xml"/><Relationship Id="rId39" Type="http://schemas.openxmlformats.org/officeDocument/2006/relationships/image" Target="../media/image746.png"/><Relationship Id="rId21" Type="http://schemas.openxmlformats.org/officeDocument/2006/relationships/image" Target="../media/image737.png"/><Relationship Id="rId34" Type="http://schemas.openxmlformats.org/officeDocument/2006/relationships/customXml" Target="../ink/ink746.xml"/><Relationship Id="rId42" Type="http://schemas.openxmlformats.org/officeDocument/2006/relationships/customXml" Target="../ink/ink750.xml"/><Relationship Id="rId47" Type="http://schemas.openxmlformats.org/officeDocument/2006/relationships/image" Target="../media/image750.png"/><Relationship Id="rId50" Type="http://schemas.openxmlformats.org/officeDocument/2006/relationships/customXml" Target="../ink/ink754.xml"/><Relationship Id="rId7" Type="http://schemas.openxmlformats.org/officeDocument/2006/relationships/image" Target="../media/image730.png"/><Relationship Id="rId2" Type="http://schemas.openxmlformats.org/officeDocument/2006/relationships/customXml" Target="../ink/ink730.xml"/><Relationship Id="rId16" Type="http://schemas.openxmlformats.org/officeDocument/2006/relationships/customXml" Target="../ink/ink737.xml"/><Relationship Id="rId29" Type="http://schemas.openxmlformats.org/officeDocument/2006/relationships/image" Target="../media/image741.png"/><Relationship Id="rId11" Type="http://schemas.openxmlformats.org/officeDocument/2006/relationships/image" Target="../media/image732.png"/><Relationship Id="rId24" Type="http://schemas.openxmlformats.org/officeDocument/2006/relationships/customXml" Target="../ink/ink741.xml"/><Relationship Id="rId32" Type="http://schemas.openxmlformats.org/officeDocument/2006/relationships/customXml" Target="../ink/ink745.xml"/><Relationship Id="rId37" Type="http://schemas.openxmlformats.org/officeDocument/2006/relationships/image" Target="../media/image745.png"/><Relationship Id="rId40" Type="http://schemas.openxmlformats.org/officeDocument/2006/relationships/customXml" Target="../ink/ink749.xml"/><Relationship Id="rId45" Type="http://schemas.openxmlformats.org/officeDocument/2006/relationships/image" Target="../media/image749.png"/><Relationship Id="rId53" Type="http://schemas.openxmlformats.org/officeDocument/2006/relationships/image" Target="../media/image753.png"/><Relationship Id="rId5" Type="http://schemas.openxmlformats.org/officeDocument/2006/relationships/image" Target="../media/image729.png"/><Relationship Id="rId10" Type="http://schemas.openxmlformats.org/officeDocument/2006/relationships/customXml" Target="../ink/ink734.xml"/><Relationship Id="rId19" Type="http://schemas.openxmlformats.org/officeDocument/2006/relationships/image" Target="../media/image736.png"/><Relationship Id="rId31" Type="http://schemas.openxmlformats.org/officeDocument/2006/relationships/image" Target="../media/image742.png"/><Relationship Id="rId44" Type="http://schemas.openxmlformats.org/officeDocument/2006/relationships/customXml" Target="../ink/ink751.xml"/><Relationship Id="rId52" Type="http://schemas.openxmlformats.org/officeDocument/2006/relationships/customXml" Target="../ink/ink755.xml"/><Relationship Id="rId4" Type="http://schemas.openxmlformats.org/officeDocument/2006/relationships/customXml" Target="../ink/ink731.xml"/><Relationship Id="rId9" Type="http://schemas.openxmlformats.org/officeDocument/2006/relationships/image" Target="../media/image731.png"/><Relationship Id="rId14" Type="http://schemas.openxmlformats.org/officeDocument/2006/relationships/customXml" Target="../ink/ink736.xml"/><Relationship Id="rId22" Type="http://schemas.openxmlformats.org/officeDocument/2006/relationships/customXml" Target="../ink/ink740.xml"/><Relationship Id="rId27" Type="http://schemas.openxmlformats.org/officeDocument/2006/relationships/image" Target="../media/image740.png"/><Relationship Id="rId30" Type="http://schemas.openxmlformats.org/officeDocument/2006/relationships/customXml" Target="../ink/ink744.xml"/><Relationship Id="rId35" Type="http://schemas.openxmlformats.org/officeDocument/2006/relationships/image" Target="../media/image744.png"/><Relationship Id="rId43" Type="http://schemas.openxmlformats.org/officeDocument/2006/relationships/image" Target="../media/image748.png"/><Relationship Id="rId48" Type="http://schemas.openxmlformats.org/officeDocument/2006/relationships/customXml" Target="../ink/ink753.xml"/><Relationship Id="rId8" Type="http://schemas.openxmlformats.org/officeDocument/2006/relationships/customXml" Target="../ink/ink733.xml"/><Relationship Id="rId51" Type="http://schemas.openxmlformats.org/officeDocument/2006/relationships/image" Target="../media/image752.png"/><Relationship Id="rId3" Type="http://schemas.openxmlformats.org/officeDocument/2006/relationships/image" Target="../media/image728.png"/><Relationship Id="rId12" Type="http://schemas.openxmlformats.org/officeDocument/2006/relationships/customXml" Target="../ink/ink735.xml"/><Relationship Id="rId17" Type="http://schemas.openxmlformats.org/officeDocument/2006/relationships/image" Target="../media/image735.png"/><Relationship Id="rId25" Type="http://schemas.openxmlformats.org/officeDocument/2006/relationships/image" Target="../media/image739.png"/><Relationship Id="rId33" Type="http://schemas.openxmlformats.org/officeDocument/2006/relationships/image" Target="../media/image743.png"/><Relationship Id="rId38" Type="http://schemas.openxmlformats.org/officeDocument/2006/relationships/customXml" Target="../ink/ink748.xml"/><Relationship Id="rId46" Type="http://schemas.openxmlformats.org/officeDocument/2006/relationships/customXml" Target="../ink/ink752.xml"/><Relationship Id="rId20" Type="http://schemas.openxmlformats.org/officeDocument/2006/relationships/customXml" Target="../ink/ink739.xml"/><Relationship Id="rId41" Type="http://schemas.openxmlformats.org/officeDocument/2006/relationships/image" Target="../media/image74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2.xml"/><Relationship Id="rId15" Type="http://schemas.openxmlformats.org/officeDocument/2006/relationships/image" Target="../media/image734.png"/><Relationship Id="rId23" Type="http://schemas.openxmlformats.org/officeDocument/2006/relationships/image" Target="../media/image738.png"/><Relationship Id="rId28" Type="http://schemas.openxmlformats.org/officeDocument/2006/relationships/customXml" Target="../ink/ink743.xml"/><Relationship Id="rId36" Type="http://schemas.openxmlformats.org/officeDocument/2006/relationships/customXml" Target="../ink/ink747.xml"/><Relationship Id="rId49" Type="http://schemas.openxmlformats.org/officeDocument/2006/relationships/image" Target="../media/image751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68.xml"/><Relationship Id="rId117" Type="http://schemas.openxmlformats.org/officeDocument/2006/relationships/image" Target="../media/image811.png"/><Relationship Id="rId21" Type="http://schemas.openxmlformats.org/officeDocument/2006/relationships/image" Target="../media/image763.png"/><Relationship Id="rId42" Type="http://schemas.openxmlformats.org/officeDocument/2006/relationships/customXml" Target="../ink/ink776.xml"/><Relationship Id="rId47" Type="http://schemas.openxmlformats.org/officeDocument/2006/relationships/image" Target="../media/image776.png"/><Relationship Id="rId63" Type="http://schemas.openxmlformats.org/officeDocument/2006/relationships/image" Target="../media/image784.png"/><Relationship Id="rId68" Type="http://schemas.openxmlformats.org/officeDocument/2006/relationships/customXml" Target="../ink/ink789.xml"/><Relationship Id="rId84" Type="http://schemas.openxmlformats.org/officeDocument/2006/relationships/customXml" Target="../ink/ink797.xml"/><Relationship Id="rId89" Type="http://schemas.openxmlformats.org/officeDocument/2006/relationships/image" Target="../media/image797.png"/><Relationship Id="rId112" Type="http://schemas.openxmlformats.org/officeDocument/2006/relationships/customXml" Target="../ink/ink811.xml"/><Relationship Id="rId16" Type="http://schemas.openxmlformats.org/officeDocument/2006/relationships/customXml" Target="../ink/ink763.xml"/><Relationship Id="rId107" Type="http://schemas.openxmlformats.org/officeDocument/2006/relationships/image" Target="../media/image806.png"/><Relationship Id="rId11" Type="http://schemas.openxmlformats.org/officeDocument/2006/relationships/image" Target="../media/image758.png"/><Relationship Id="rId32" Type="http://schemas.openxmlformats.org/officeDocument/2006/relationships/customXml" Target="../ink/ink771.xml"/><Relationship Id="rId37" Type="http://schemas.openxmlformats.org/officeDocument/2006/relationships/image" Target="../media/image771.png"/><Relationship Id="rId53" Type="http://schemas.openxmlformats.org/officeDocument/2006/relationships/image" Target="../media/image779.png"/><Relationship Id="rId58" Type="http://schemas.openxmlformats.org/officeDocument/2006/relationships/customXml" Target="../ink/ink784.xml"/><Relationship Id="rId74" Type="http://schemas.openxmlformats.org/officeDocument/2006/relationships/customXml" Target="../ink/ink792.xml"/><Relationship Id="rId79" Type="http://schemas.openxmlformats.org/officeDocument/2006/relationships/image" Target="../media/image792.png"/><Relationship Id="rId102" Type="http://schemas.openxmlformats.org/officeDocument/2006/relationships/customXml" Target="../ink/ink806.xml"/><Relationship Id="rId123" Type="http://schemas.openxmlformats.org/officeDocument/2006/relationships/image" Target="../media/image814.png"/><Relationship Id="rId5" Type="http://schemas.openxmlformats.org/officeDocument/2006/relationships/image" Target="../media/image755.png"/><Relationship Id="rId90" Type="http://schemas.openxmlformats.org/officeDocument/2006/relationships/customXml" Target="../ink/ink800.xml"/><Relationship Id="rId95" Type="http://schemas.openxmlformats.org/officeDocument/2006/relationships/image" Target="../media/image800.png"/><Relationship Id="rId22" Type="http://schemas.openxmlformats.org/officeDocument/2006/relationships/customXml" Target="../ink/ink766.xml"/><Relationship Id="rId27" Type="http://schemas.openxmlformats.org/officeDocument/2006/relationships/image" Target="../media/image766.png"/><Relationship Id="rId43" Type="http://schemas.openxmlformats.org/officeDocument/2006/relationships/image" Target="../media/image774.png"/><Relationship Id="rId48" Type="http://schemas.openxmlformats.org/officeDocument/2006/relationships/customXml" Target="../ink/ink779.xml"/><Relationship Id="rId64" Type="http://schemas.openxmlformats.org/officeDocument/2006/relationships/customXml" Target="../ink/ink787.xml"/><Relationship Id="rId69" Type="http://schemas.openxmlformats.org/officeDocument/2006/relationships/image" Target="../media/image787.png"/><Relationship Id="rId113" Type="http://schemas.openxmlformats.org/officeDocument/2006/relationships/image" Target="../media/image809.png"/><Relationship Id="rId118" Type="http://schemas.openxmlformats.org/officeDocument/2006/relationships/customXml" Target="../ink/ink814.xml"/><Relationship Id="rId80" Type="http://schemas.openxmlformats.org/officeDocument/2006/relationships/customXml" Target="../ink/ink795.xml"/><Relationship Id="rId85" Type="http://schemas.openxmlformats.org/officeDocument/2006/relationships/image" Target="../media/image795.png"/><Relationship Id="rId12" Type="http://schemas.openxmlformats.org/officeDocument/2006/relationships/customXml" Target="../ink/ink761.xml"/><Relationship Id="rId17" Type="http://schemas.openxmlformats.org/officeDocument/2006/relationships/image" Target="../media/image761.png"/><Relationship Id="rId33" Type="http://schemas.openxmlformats.org/officeDocument/2006/relationships/image" Target="../media/image769.png"/><Relationship Id="rId38" Type="http://schemas.openxmlformats.org/officeDocument/2006/relationships/customXml" Target="../ink/ink774.xml"/><Relationship Id="rId59" Type="http://schemas.openxmlformats.org/officeDocument/2006/relationships/image" Target="../media/image782.png"/><Relationship Id="rId103" Type="http://schemas.openxmlformats.org/officeDocument/2006/relationships/image" Target="../media/image804.png"/><Relationship Id="rId108" Type="http://schemas.openxmlformats.org/officeDocument/2006/relationships/customXml" Target="../ink/ink809.xml"/><Relationship Id="rId54" Type="http://schemas.openxmlformats.org/officeDocument/2006/relationships/customXml" Target="../ink/ink782.xml"/><Relationship Id="rId70" Type="http://schemas.openxmlformats.org/officeDocument/2006/relationships/customXml" Target="../ink/ink790.xml"/><Relationship Id="rId75" Type="http://schemas.openxmlformats.org/officeDocument/2006/relationships/image" Target="../media/image790.png"/><Relationship Id="rId91" Type="http://schemas.openxmlformats.org/officeDocument/2006/relationships/image" Target="../media/image798.png"/><Relationship Id="rId96" Type="http://schemas.openxmlformats.org/officeDocument/2006/relationships/customXml" Target="../ink/ink8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8.xml"/><Relationship Id="rId23" Type="http://schemas.openxmlformats.org/officeDocument/2006/relationships/image" Target="../media/image764.png"/><Relationship Id="rId28" Type="http://schemas.openxmlformats.org/officeDocument/2006/relationships/customXml" Target="../ink/ink769.xml"/><Relationship Id="rId49" Type="http://schemas.openxmlformats.org/officeDocument/2006/relationships/image" Target="../media/image777.png"/><Relationship Id="rId114" Type="http://schemas.openxmlformats.org/officeDocument/2006/relationships/customXml" Target="../ink/ink812.xml"/><Relationship Id="rId119" Type="http://schemas.openxmlformats.org/officeDocument/2006/relationships/image" Target="../media/image812.png"/><Relationship Id="rId44" Type="http://schemas.openxmlformats.org/officeDocument/2006/relationships/customXml" Target="../ink/ink777.xml"/><Relationship Id="rId60" Type="http://schemas.openxmlformats.org/officeDocument/2006/relationships/customXml" Target="../ink/ink785.xml"/><Relationship Id="rId65" Type="http://schemas.openxmlformats.org/officeDocument/2006/relationships/image" Target="../media/image785.png"/><Relationship Id="rId81" Type="http://schemas.openxmlformats.org/officeDocument/2006/relationships/image" Target="../media/image793.png"/><Relationship Id="rId86" Type="http://schemas.openxmlformats.org/officeDocument/2006/relationships/customXml" Target="../ink/ink798.xml"/><Relationship Id="rId4" Type="http://schemas.openxmlformats.org/officeDocument/2006/relationships/customXml" Target="../ink/ink757.xml"/><Relationship Id="rId9" Type="http://schemas.openxmlformats.org/officeDocument/2006/relationships/image" Target="../media/image757.png"/><Relationship Id="rId13" Type="http://schemas.openxmlformats.org/officeDocument/2006/relationships/image" Target="../media/image759.png"/><Relationship Id="rId18" Type="http://schemas.openxmlformats.org/officeDocument/2006/relationships/customXml" Target="../ink/ink764.xml"/><Relationship Id="rId39" Type="http://schemas.openxmlformats.org/officeDocument/2006/relationships/image" Target="../media/image772.png"/><Relationship Id="rId109" Type="http://schemas.openxmlformats.org/officeDocument/2006/relationships/image" Target="../media/image807.png"/><Relationship Id="rId34" Type="http://schemas.openxmlformats.org/officeDocument/2006/relationships/customXml" Target="../ink/ink772.xml"/><Relationship Id="rId50" Type="http://schemas.openxmlformats.org/officeDocument/2006/relationships/customXml" Target="../ink/ink780.xml"/><Relationship Id="rId55" Type="http://schemas.openxmlformats.org/officeDocument/2006/relationships/image" Target="../media/image780.png"/><Relationship Id="rId76" Type="http://schemas.openxmlformats.org/officeDocument/2006/relationships/customXml" Target="../ink/ink793.xml"/><Relationship Id="rId97" Type="http://schemas.openxmlformats.org/officeDocument/2006/relationships/image" Target="../media/image801.png"/><Relationship Id="rId104" Type="http://schemas.openxmlformats.org/officeDocument/2006/relationships/customXml" Target="../ink/ink807.xml"/><Relationship Id="rId120" Type="http://schemas.openxmlformats.org/officeDocument/2006/relationships/customXml" Target="../ink/ink815.xml"/><Relationship Id="rId7" Type="http://schemas.openxmlformats.org/officeDocument/2006/relationships/image" Target="../media/image756.png"/><Relationship Id="rId71" Type="http://schemas.openxmlformats.org/officeDocument/2006/relationships/image" Target="../media/image788.png"/><Relationship Id="rId92" Type="http://schemas.openxmlformats.org/officeDocument/2006/relationships/customXml" Target="../ink/ink801.xml"/><Relationship Id="rId2" Type="http://schemas.openxmlformats.org/officeDocument/2006/relationships/customXml" Target="../ink/ink756.xml"/><Relationship Id="rId29" Type="http://schemas.openxmlformats.org/officeDocument/2006/relationships/image" Target="../media/image767.png"/><Relationship Id="rId24" Type="http://schemas.openxmlformats.org/officeDocument/2006/relationships/customXml" Target="../ink/ink767.xml"/><Relationship Id="rId40" Type="http://schemas.openxmlformats.org/officeDocument/2006/relationships/customXml" Target="../ink/ink775.xml"/><Relationship Id="rId45" Type="http://schemas.openxmlformats.org/officeDocument/2006/relationships/image" Target="../media/image775.png"/><Relationship Id="rId66" Type="http://schemas.openxmlformats.org/officeDocument/2006/relationships/customXml" Target="../ink/ink788.xml"/><Relationship Id="rId87" Type="http://schemas.openxmlformats.org/officeDocument/2006/relationships/image" Target="../media/image796.png"/><Relationship Id="rId110" Type="http://schemas.openxmlformats.org/officeDocument/2006/relationships/customXml" Target="../ink/ink810.xml"/><Relationship Id="rId115" Type="http://schemas.openxmlformats.org/officeDocument/2006/relationships/image" Target="../media/image810.png"/><Relationship Id="rId61" Type="http://schemas.openxmlformats.org/officeDocument/2006/relationships/image" Target="../media/image783.png"/><Relationship Id="rId82" Type="http://schemas.openxmlformats.org/officeDocument/2006/relationships/customXml" Target="../ink/ink796.xml"/><Relationship Id="rId19" Type="http://schemas.openxmlformats.org/officeDocument/2006/relationships/image" Target="../media/image762.png"/><Relationship Id="rId14" Type="http://schemas.openxmlformats.org/officeDocument/2006/relationships/customXml" Target="../ink/ink762.xml"/><Relationship Id="rId30" Type="http://schemas.openxmlformats.org/officeDocument/2006/relationships/customXml" Target="../ink/ink770.xml"/><Relationship Id="rId35" Type="http://schemas.openxmlformats.org/officeDocument/2006/relationships/image" Target="../media/image770.png"/><Relationship Id="rId56" Type="http://schemas.openxmlformats.org/officeDocument/2006/relationships/customXml" Target="../ink/ink783.xml"/><Relationship Id="rId77" Type="http://schemas.openxmlformats.org/officeDocument/2006/relationships/image" Target="../media/image791.png"/><Relationship Id="rId100" Type="http://schemas.openxmlformats.org/officeDocument/2006/relationships/customXml" Target="../ink/ink805.xml"/><Relationship Id="rId105" Type="http://schemas.openxmlformats.org/officeDocument/2006/relationships/image" Target="../media/image805.png"/><Relationship Id="rId8" Type="http://schemas.openxmlformats.org/officeDocument/2006/relationships/customXml" Target="../ink/ink759.xml"/><Relationship Id="rId51" Type="http://schemas.openxmlformats.org/officeDocument/2006/relationships/image" Target="../media/image778.png"/><Relationship Id="rId72" Type="http://schemas.openxmlformats.org/officeDocument/2006/relationships/customXml" Target="../ink/ink791.xml"/><Relationship Id="rId93" Type="http://schemas.openxmlformats.org/officeDocument/2006/relationships/image" Target="../media/image799.png"/><Relationship Id="rId98" Type="http://schemas.openxmlformats.org/officeDocument/2006/relationships/customXml" Target="../ink/ink804.xml"/><Relationship Id="rId121" Type="http://schemas.openxmlformats.org/officeDocument/2006/relationships/image" Target="../media/image813.png"/><Relationship Id="rId3" Type="http://schemas.openxmlformats.org/officeDocument/2006/relationships/image" Target="../media/image754.png"/><Relationship Id="rId25" Type="http://schemas.openxmlformats.org/officeDocument/2006/relationships/image" Target="../media/image765.png"/><Relationship Id="rId46" Type="http://schemas.openxmlformats.org/officeDocument/2006/relationships/customXml" Target="../ink/ink778.xml"/><Relationship Id="rId67" Type="http://schemas.openxmlformats.org/officeDocument/2006/relationships/image" Target="../media/image786.png"/><Relationship Id="rId116" Type="http://schemas.openxmlformats.org/officeDocument/2006/relationships/customXml" Target="../ink/ink813.xml"/><Relationship Id="rId20" Type="http://schemas.openxmlformats.org/officeDocument/2006/relationships/customXml" Target="../ink/ink765.xml"/><Relationship Id="rId41" Type="http://schemas.openxmlformats.org/officeDocument/2006/relationships/image" Target="../media/image773.png"/><Relationship Id="rId62" Type="http://schemas.openxmlformats.org/officeDocument/2006/relationships/customXml" Target="../ink/ink786.xml"/><Relationship Id="rId83" Type="http://schemas.openxmlformats.org/officeDocument/2006/relationships/image" Target="../media/image794.png"/><Relationship Id="rId88" Type="http://schemas.openxmlformats.org/officeDocument/2006/relationships/customXml" Target="../ink/ink799.xml"/><Relationship Id="rId111" Type="http://schemas.openxmlformats.org/officeDocument/2006/relationships/image" Target="../media/image808.png"/><Relationship Id="rId15" Type="http://schemas.openxmlformats.org/officeDocument/2006/relationships/image" Target="../media/image760.png"/><Relationship Id="rId36" Type="http://schemas.openxmlformats.org/officeDocument/2006/relationships/customXml" Target="../ink/ink773.xml"/><Relationship Id="rId57" Type="http://schemas.openxmlformats.org/officeDocument/2006/relationships/image" Target="../media/image781.png"/><Relationship Id="rId106" Type="http://schemas.openxmlformats.org/officeDocument/2006/relationships/customXml" Target="../ink/ink808.xml"/><Relationship Id="rId10" Type="http://schemas.openxmlformats.org/officeDocument/2006/relationships/customXml" Target="../ink/ink760.xml"/><Relationship Id="rId31" Type="http://schemas.openxmlformats.org/officeDocument/2006/relationships/image" Target="../media/image768.png"/><Relationship Id="rId52" Type="http://schemas.openxmlformats.org/officeDocument/2006/relationships/customXml" Target="../ink/ink781.xml"/><Relationship Id="rId73" Type="http://schemas.openxmlformats.org/officeDocument/2006/relationships/image" Target="../media/image789.png"/><Relationship Id="rId78" Type="http://schemas.openxmlformats.org/officeDocument/2006/relationships/customXml" Target="../ink/ink794.xml"/><Relationship Id="rId94" Type="http://schemas.openxmlformats.org/officeDocument/2006/relationships/customXml" Target="../ink/ink802.xml"/><Relationship Id="rId99" Type="http://schemas.openxmlformats.org/officeDocument/2006/relationships/image" Target="../media/image802.png"/><Relationship Id="rId101" Type="http://schemas.openxmlformats.org/officeDocument/2006/relationships/image" Target="../media/image803.png"/><Relationship Id="rId122" Type="http://schemas.openxmlformats.org/officeDocument/2006/relationships/customXml" Target="../ink/ink81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2.png"/><Relationship Id="rId21" Type="http://schemas.openxmlformats.org/officeDocument/2006/relationships/image" Target="../media/image824.png"/><Relationship Id="rId42" Type="http://schemas.openxmlformats.org/officeDocument/2006/relationships/customXml" Target="../ink/ink837.xml"/><Relationship Id="rId63" Type="http://schemas.openxmlformats.org/officeDocument/2006/relationships/image" Target="../media/image845.png"/><Relationship Id="rId84" Type="http://schemas.openxmlformats.org/officeDocument/2006/relationships/customXml" Target="../ink/ink858.xml"/><Relationship Id="rId138" Type="http://schemas.openxmlformats.org/officeDocument/2006/relationships/customXml" Target="../ink/ink885.xml"/><Relationship Id="rId159" Type="http://schemas.openxmlformats.org/officeDocument/2006/relationships/image" Target="../media/image893.png"/><Relationship Id="rId170" Type="http://schemas.openxmlformats.org/officeDocument/2006/relationships/customXml" Target="../ink/ink901.xml"/><Relationship Id="rId191" Type="http://schemas.openxmlformats.org/officeDocument/2006/relationships/image" Target="../media/image909.png"/><Relationship Id="rId205" Type="http://schemas.openxmlformats.org/officeDocument/2006/relationships/image" Target="../media/image916.png"/><Relationship Id="rId107" Type="http://schemas.openxmlformats.org/officeDocument/2006/relationships/image" Target="../media/image867.png"/><Relationship Id="rId11" Type="http://schemas.openxmlformats.org/officeDocument/2006/relationships/image" Target="../media/image819.png"/><Relationship Id="rId32" Type="http://schemas.openxmlformats.org/officeDocument/2006/relationships/customXml" Target="../ink/ink832.xml"/><Relationship Id="rId53" Type="http://schemas.openxmlformats.org/officeDocument/2006/relationships/image" Target="../media/image840.png"/><Relationship Id="rId74" Type="http://schemas.openxmlformats.org/officeDocument/2006/relationships/customXml" Target="../ink/ink853.xml"/><Relationship Id="rId128" Type="http://schemas.openxmlformats.org/officeDocument/2006/relationships/customXml" Target="../ink/ink880.xml"/><Relationship Id="rId149" Type="http://schemas.openxmlformats.org/officeDocument/2006/relationships/image" Target="../media/image888.png"/><Relationship Id="rId5" Type="http://schemas.openxmlformats.org/officeDocument/2006/relationships/image" Target="../media/image816.png"/><Relationship Id="rId95" Type="http://schemas.openxmlformats.org/officeDocument/2006/relationships/image" Target="../media/image861.png"/><Relationship Id="rId160" Type="http://schemas.openxmlformats.org/officeDocument/2006/relationships/customXml" Target="../ink/ink896.xml"/><Relationship Id="rId181" Type="http://schemas.openxmlformats.org/officeDocument/2006/relationships/image" Target="../media/image904.png"/><Relationship Id="rId216" Type="http://schemas.openxmlformats.org/officeDocument/2006/relationships/customXml" Target="../ink/ink924.xml"/><Relationship Id="rId22" Type="http://schemas.openxmlformats.org/officeDocument/2006/relationships/customXml" Target="../ink/ink827.xml"/><Relationship Id="rId43" Type="http://schemas.openxmlformats.org/officeDocument/2006/relationships/image" Target="../media/image835.png"/><Relationship Id="rId64" Type="http://schemas.openxmlformats.org/officeDocument/2006/relationships/customXml" Target="../ink/ink848.xml"/><Relationship Id="rId118" Type="http://schemas.openxmlformats.org/officeDocument/2006/relationships/customXml" Target="../ink/ink875.xml"/><Relationship Id="rId139" Type="http://schemas.openxmlformats.org/officeDocument/2006/relationships/image" Target="../media/image883.png"/><Relationship Id="rId85" Type="http://schemas.openxmlformats.org/officeDocument/2006/relationships/image" Target="../media/image856.png"/><Relationship Id="rId150" Type="http://schemas.openxmlformats.org/officeDocument/2006/relationships/customXml" Target="../ink/ink891.xml"/><Relationship Id="rId171" Type="http://schemas.openxmlformats.org/officeDocument/2006/relationships/image" Target="../media/image899.png"/><Relationship Id="rId192" Type="http://schemas.openxmlformats.org/officeDocument/2006/relationships/customXml" Target="../ink/ink912.xml"/><Relationship Id="rId206" Type="http://schemas.openxmlformats.org/officeDocument/2006/relationships/customXml" Target="../ink/ink919.xml"/><Relationship Id="rId12" Type="http://schemas.openxmlformats.org/officeDocument/2006/relationships/customXml" Target="../ink/ink822.xml"/><Relationship Id="rId33" Type="http://schemas.openxmlformats.org/officeDocument/2006/relationships/image" Target="../media/image830.png"/><Relationship Id="rId108" Type="http://schemas.openxmlformats.org/officeDocument/2006/relationships/customXml" Target="../ink/ink870.xml"/><Relationship Id="rId129" Type="http://schemas.openxmlformats.org/officeDocument/2006/relationships/image" Target="../media/image878.png"/><Relationship Id="rId54" Type="http://schemas.openxmlformats.org/officeDocument/2006/relationships/customXml" Target="../ink/ink843.xml"/><Relationship Id="rId75" Type="http://schemas.openxmlformats.org/officeDocument/2006/relationships/image" Target="../media/image851.png"/><Relationship Id="rId96" Type="http://schemas.openxmlformats.org/officeDocument/2006/relationships/customXml" Target="../ink/ink864.xml"/><Relationship Id="rId140" Type="http://schemas.openxmlformats.org/officeDocument/2006/relationships/customXml" Target="../ink/ink886.xml"/><Relationship Id="rId161" Type="http://schemas.openxmlformats.org/officeDocument/2006/relationships/image" Target="../media/image894.png"/><Relationship Id="rId182" Type="http://schemas.openxmlformats.org/officeDocument/2006/relationships/customXml" Target="../ink/ink907.xml"/><Relationship Id="rId217" Type="http://schemas.openxmlformats.org/officeDocument/2006/relationships/image" Target="../media/image922.png"/><Relationship Id="rId6" Type="http://schemas.openxmlformats.org/officeDocument/2006/relationships/customXml" Target="../ink/ink819.xml"/><Relationship Id="rId23" Type="http://schemas.openxmlformats.org/officeDocument/2006/relationships/image" Target="../media/image825.png"/><Relationship Id="rId119" Type="http://schemas.openxmlformats.org/officeDocument/2006/relationships/image" Target="../media/image873.png"/><Relationship Id="rId44" Type="http://schemas.openxmlformats.org/officeDocument/2006/relationships/customXml" Target="../ink/ink838.xml"/><Relationship Id="rId65" Type="http://schemas.openxmlformats.org/officeDocument/2006/relationships/image" Target="../media/image846.png"/><Relationship Id="rId86" Type="http://schemas.openxmlformats.org/officeDocument/2006/relationships/customXml" Target="../ink/ink859.xml"/><Relationship Id="rId130" Type="http://schemas.openxmlformats.org/officeDocument/2006/relationships/customXml" Target="../ink/ink881.xml"/><Relationship Id="rId151" Type="http://schemas.openxmlformats.org/officeDocument/2006/relationships/image" Target="../media/image889.png"/><Relationship Id="rId172" Type="http://schemas.openxmlformats.org/officeDocument/2006/relationships/customXml" Target="../ink/ink902.xml"/><Relationship Id="rId193" Type="http://schemas.openxmlformats.org/officeDocument/2006/relationships/image" Target="../media/image910.png"/><Relationship Id="rId207" Type="http://schemas.openxmlformats.org/officeDocument/2006/relationships/image" Target="../media/image917.png"/><Relationship Id="rId13" Type="http://schemas.openxmlformats.org/officeDocument/2006/relationships/image" Target="../media/image820.png"/><Relationship Id="rId109" Type="http://schemas.openxmlformats.org/officeDocument/2006/relationships/image" Target="../media/image868.png"/><Relationship Id="rId34" Type="http://schemas.openxmlformats.org/officeDocument/2006/relationships/customXml" Target="../ink/ink833.xml"/><Relationship Id="rId55" Type="http://schemas.openxmlformats.org/officeDocument/2006/relationships/image" Target="../media/image841.png"/><Relationship Id="rId76" Type="http://schemas.openxmlformats.org/officeDocument/2006/relationships/customXml" Target="../ink/ink854.xml"/><Relationship Id="rId97" Type="http://schemas.openxmlformats.org/officeDocument/2006/relationships/image" Target="../media/image862.png"/><Relationship Id="rId120" Type="http://schemas.openxmlformats.org/officeDocument/2006/relationships/customXml" Target="../ink/ink876.xml"/><Relationship Id="rId141" Type="http://schemas.openxmlformats.org/officeDocument/2006/relationships/image" Target="../media/image884.png"/><Relationship Id="rId7" Type="http://schemas.openxmlformats.org/officeDocument/2006/relationships/image" Target="../media/image817.png"/><Relationship Id="rId162" Type="http://schemas.openxmlformats.org/officeDocument/2006/relationships/customXml" Target="../ink/ink897.xml"/><Relationship Id="rId183" Type="http://schemas.openxmlformats.org/officeDocument/2006/relationships/image" Target="../media/image905.png"/><Relationship Id="rId24" Type="http://schemas.openxmlformats.org/officeDocument/2006/relationships/customXml" Target="../ink/ink828.xml"/><Relationship Id="rId45" Type="http://schemas.openxmlformats.org/officeDocument/2006/relationships/image" Target="../media/image836.png"/><Relationship Id="rId66" Type="http://schemas.openxmlformats.org/officeDocument/2006/relationships/customXml" Target="../ink/ink849.xml"/><Relationship Id="rId87" Type="http://schemas.openxmlformats.org/officeDocument/2006/relationships/image" Target="../media/image857.png"/><Relationship Id="rId110" Type="http://schemas.openxmlformats.org/officeDocument/2006/relationships/customXml" Target="../ink/ink871.xml"/><Relationship Id="rId131" Type="http://schemas.openxmlformats.org/officeDocument/2006/relationships/image" Target="../media/image879.png"/><Relationship Id="rId152" Type="http://schemas.openxmlformats.org/officeDocument/2006/relationships/customXml" Target="../ink/ink892.xml"/><Relationship Id="rId173" Type="http://schemas.openxmlformats.org/officeDocument/2006/relationships/image" Target="../media/image900.png"/><Relationship Id="rId194" Type="http://schemas.openxmlformats.org/officeDocument/2006/relationships/customXml" Target="../ink/ink913.xml"/><Relationship Id="rId208" Type="http://schemas.openxmlformats.org/officeDocument/2006/relationships/customXml" Target="../ink/ink920.xml"/><Relationship Id="rId14" Type="http://schemas.openxmlformats.org/officeDocument/2006/relationships/customXml" Target="../ink/ink823.xml"/><Relationship Id="rId30" Type="http://schemas.openxmlformats.org/officeDocument/2006/relationships/customXml" Target="../ink/ink831.xml"/><Relationship Id="rId35" Type="http://schemas.openxmlformats.org/officeDocument/2006/relationships/image" Target="../media/image831.png"/><Relationship Id="rId56" Type="http://schemas.openxmlformats.org/officeDocument/2006/relationships/customXml" Target="../ink/ink844.xml"/><Relationship Id="rId77" Type="http://schemas.openxmlformats.org/officeDocument/2006/relationships/image" Target="../media/image852.png"/><Relationship Id="rId100" Type="http://schemas.openxmlformats.org/officeDocument/2006/relationships/customXml" Target="../ink/ink866.xml"/><Relationship Id="rId105" Type="http://schemas.openxmlformats.org/officeDocument/2006/relationships/image" Target="../media/image866.png"/><Relationship Id="rId126" Type="http://schemas.openxmlformats.org/officeDocument/2006/relationships/customXml" Target="../ink/ink879.xml"/><Relationship Id="rId147" Type="http://schemas.openxmlformats.org/officeDocument/2006/relationships/image" Target="../media/image887.png"/><Relationship Id="rId168" Type="http://schemas.openxmlformats.org/officeDocument/2006/relationships/customXml" Target="../ink/ink900.xml"/><Relationship Id="rId8" Type="http://schemas.openxmlformats.org/officeDocument/2006/relationships/customXml" Target="../ink/ink820.xml"/><Relationship Id="rId51" Type="http://schemas.openxmlformats.org/officeDocument/2006/relationships/image" Target="../media/image839.png"/><Relationship Id="rId72" Type="http://schemas.openxmlformats.org/officeDocument/2006/relationships/customXml" Target="../ink/ink852.xml"/><Relationship Id="rId93" Type="http://schemas.openxmlformats.org/officeDocument/2006/relationships/image" Target="../media/image860.png"/><Relationship Id="rId98" Type="http://schemas.openxmlformats.org/officeDocument/2006/relationships/customXml" Target="../ink/ink865.xml"/><Relationship Id="rId121" Type="http://schemas.openxmlformats.org/officeDocument/2006/relationships/image" Target="../media/image874.png"/><Relationship Id="rId142" Type="http://schemas.openxmlformats.org/officeDocument/2006/relationships/customXml" Target="../ink/ink887.xml"/><Relationship Id="rId163" Type="http://schemas.openxmlformats.org/officeDocument/2006/relationships/image" Target="../media/image895.png"/><Relationship Id="rId184" Type="http://schemas.openxmlformats.org/officeDocument/2006/relationships/customXml" Target="../ink/ink908.xml"/><Relationship Id="rId189" Type="http://schemas.openxmlformats.org/officeDocument/2006/relationships/image" Target="../media/image908.png"/><Relationship Id="rId3" Type="http://schemas.openxmlformats.org/officeDocument/2006/relationships/image" Target="../media/image815.png"/><Relationship Id="rId214" Type="http://schemas.openxmlformats.org/officeDocument/2006/relationships/customXml" Target="../ink/ink923.xml"/><Relationship Id="rId25" Type="http://schemas.openxmlformats.org/officeDocument/2006/relationships/image" Target="../media/image826.png"/><Relationship Id="rId46" Type="http://schemas.openxmlformats.org/officeDocument/2006/relationships/customXml" Target="../ink/ink839.xml"/><Relationship Id="rId67" Type="http://schemas.openxmlformats.org/officeDocument/2006/relationships/image" Target="../media/image847.png"/><Relationship Id="rId116" Type="http://schemas.openxmlformats.org/officeDocument/2006/relationships/customXml" Target="../ink/ink874.xml"/><Relationship Id="rId137" Type="http://schemas.openxmlformats.org/officeDocument/2006/relationships/image" Target="../media/image882.png"/><Relationship Id="rId158" Type="http://schemas.openxmlformats.org/officeDocument/2006/relationships/customXml" Target="../ink/ink895.xml"/><Relationship Id="rId20" Type="http://schemas.openxmlformats.org/officeDocument/2006/relationships/customXml" Target="../ink/ink826.xml"/><Relationship Id="rId41" Type="http://schemas.openxmlformats.org/officeDocument/2006/relationships/image" Target="../media/image834.png"/><Relationship Id="rId62" Type="http://schemas.openxmlformats.org/officeDocument/2006/relationships/customXml" Target="../ink/ink847.xml"/><Relationship Id="rId83" Type="http://schemas.openxmlformats.org/officeDocument/2006/relationships/image" Target="../media/image855.png"/><Relationship Id="rId88" Type="http://schemas.openxmlformats.org/officeDocument/2006/relationships/customXml" Target="../ink/ink860.xml"/><Relationship Id="rId111" Type="http://schemas.openxmlformats.org/officeDocument/2006/relationships/image" Target="../media/image869.png"/><Relationship Id="rId132" Type="http://schemas.openxmlformats.org/officeDocument/2006/relationships/customXml" Target="../ink/ink882.xml"/><Relationship Id="rId153" Type="http://schemas.openxmlformats.org/officeDocument/2006/relationships/image" Target="../media/image890.png"/><Relationship Id="rId174" Type="http://schemas.openxmlformats.org/officeDocument/2006/relationships/customXml" Target="../ink/ink903.xml"/><Relationship Id="rId179" Type="http://schemas.openxmlformats.org/officeDocument/2006/relationships/image" Target="../media/image903.png"/><Relationship Id="rId195" Type="http://schemas.openxmlformats.org/officeDocument/2006/relationships/image" Target="../media/image911.png"/><Relationship Id="rId209" Type="http://schemas.openxmlformats.org/officeDocument/2006/relationships/image" Target="../media/image918.png"/><Relationship Id="rId190" Type="http://schemas.openxmlformats.org/officeDocument/2006/relationships/customXml" Target="../ink/ink911.xml"/><Relationship Id="rId204" Type="http://schemas.openxmlformats.org/officeDocument/2006/relationships/customXml" Target="../ink/ink918.xml"/><Relationship Id="rId15" Type="http://schemas.openxmlformats.org/officeDocument/2006/relationships/image" Target="../media/image821.png"/><Relationship Id="rId36" Type="http://schemas.openxmlformats.org/officeDocument/2006/relationships/customXml" Target="../ink/ink834.xml"/><Relationship Id="rId57" Type="http://schemas.openxmlformats.org/officeDocument/2006/relationships/image" Target="../media/image842.png"/><Relationship Id="rId106" Type="http://schemas.openxmlformats.org/officeDocument/2006/relationships/customXml" Target="../ink/ink869.xml"/><Relationship Id="rId127" Type="http://schemas.openxmlformats.org/officeDocument/2006/relationships/image" Target="../media/image877.png"/><Relationship Id="rId10" Type="http://schemas.openxmlformats.org/officeDocument/2006/relationships/customXml" Target="../ink/ink821.xml"/><Relationship Id="rId31" Type="http://schemas.openxmlformats.org/officeDocument/2006/relationships/image" Target="../media/image829.png"/><Relationship Id="rId52" Type="http://schemas.openxmlformats.org/officeDocument/2006/relationships/customXml" Target="../ink/ink842.xml"/><Relationship Id="rId73" Type="http://schemas.openxmlformats.org/officeDocument/2006/relationships/image" Target="../media/image850.png"/><Relationship Id="rId78" Type="http://schemas.openxmlformats.org/officeDocument/2006/relationships/customXml" Target="../ink/ink855.xml"/><Relationship Id="rId94" Type="http://schemas.openxmlformats.org/officeDocument/2006/relationships/customXml" Target="../ink/ink863.xml"/><Relationship Id="rId99" Type="http://schemas.openxmlformats.org/officeDocument/2006/relationships/image" Target="../media/image863.png"/><Relationship Id="rId101" Type="http://schemas.openxmlformats.org/officeDocument/2006/relationships/image" Target="../media/image864.png"/><Relationship Id="rId122" Type="http://schemas.openxmlformats.org/officeDocument/2006/relationships/customXml" Target="../ink/ink877.xml"/><Relationship Id="rId143" Type="http://schemas.openxmlformats.org/officeDocument/2006/relationships/image" Target="../media/image885.png"/><Relationship Id="rId148" Type="http://schemas.openxmlformats.org/officeDocument/2006/relationships/customXml" Target="../ink/ink890.xml"/><Relationship Id="rId164" Type="http://schemas.openxmlformats.org/officeDocument/2006/relationships/customXml" Target="../ink/ink898.xml"/><Relationship Id="rId169" Type="http://schemas.openxmlformats.org/officeDocument/2006/relationships/image" Target="../media/image898.png"/><Relationship Id="rId185" Type="http://schemas.openxmlformats.org/officeDocument/2006/relationships/image" Target="../media/image906.png"/><Relationship Id="rId4" Type="http://schemas.openxmlformats.org/officeDocument/2006/relationships/customXml" Target="../ink/ink818.xml"/><Relationship Id="rId9" Type="http://schemas.openxmlformats.org/officeDocument/2006/relationships/image" Target="../media/image818.png"/><Relationship Id="rId180" Type="http://schemas.openxmlformats.org/officeDocument/2006/relationships/customXml" Target="../ink/ink906.xml"/><Relationship Id="rId210" Type="http://schemas.openxmlformats.org/officeDocument/2006/relationships/customXml" Target="../ink/ink921.xml"/><Relationship Id="rId215" Type="http://schemas.openxmlformats.org/officeDocument/2006/relationships/image" Target="../media/image921.png"/><Relationship Id="rId26" Type="http://schemas.openxmlformats.org/officeDocument/2006/relationships/customXml" Target="../ink/ink829.xml"/><Relationship Id="rId47" Type="http://schemas.openxmlformats.org/officeDocument/2006/relationships/image" Target="../media/image837.png"/><Relationship Id="rId68" Type="http://schemas.openxmlformats.org/officeDocument/2006/relationships/customXml" Target="../ink/ink850.xml"/><Relationship Id="rId89" Type="http://schemas.openxmlformats.org/officeDocument/2006/relationships/image" Target="../media/image858.png"/><Relationship Id="rId112" Type="http://schemas.openxmlformats.org/officeDocument/2006/relationships/customXml" Target="../ink/ink872.xml"/><Relationship Id="rId133" Type="http://schemas.openxmlformats.org/officeDocument/2006/relationships/image" Target="../media/image880.png"/><Relationship Id="rId154" Type="http://schemas.openxmlformats.org/officeDocument/2006/relationships/customXml" Target="../ink/ink893.xml"/><Relationship Id="rId175" Type="http://schemas.openxmlformats.org/officeDocument/2006/relationships/image" Target="../media/image901.png"/><Relationship Id="rId196" Type="http://schemas.openxmlformats.org/officeDocument/2006/relationships/customXml" Target="../ink/ink914.xml"/><Relationship Id="rId200" Type="http://schemas.openxmlformats.org/officeDocument/2006/relationships/customXml" Target="../ink/ink916.xml"/><Relationship Id="rId16" Type="http://schemas.openxmlformats.org/officeDocument/2006/relationships/customXml" Target="../ink/ink824.xml"/><Relationship Id="rId37" Type="http://schemas.openxmlformats.org/officeDocument/2006/relationships/image" Target="../media/image832.png"/><Relationship Id="rId58" Type="http://schemas.openxmlformats.org/officeDocument/2006/relationships/customXml" Target="../ink/ink845.xml"/><Relationship Id="rId79" Type="http://schemas.openxmlformats.org/officeDocument/2006/relationships/image" Target="../media/image853.png"/><Relationship Id="rId102" Type="http://schemas.openxmlformats.org/officeDocument/2006/relationships/customXml" Target="../ink/ink867.xml"/><Relationship Id="rId123" Type="http://schemas.openxmlformats.org/officeDocument/2006/relationships/image" Target="../media/image875.png"/><Relationship Id="rId144" Type="http://schemas.openxmlformats.org/officeDocument/2006/relationships/customXml" Target="../ink/ink888.xml"/><Relationship Id="rId90" Type="http://schemas.openxmlformats.org/officeDocument/2006/relationships/customXml" Target="../ink/ink861.xml"/><Relationship Id="rId165" Type="http://schemas.openxmlformats.org/officeDocument/2006/relationships/image" Target="../media/image896.png"/><Relationship Id="rId186" Type="http://schemas.openxmlformats.org/officeDocument/2006/relationships/customXml" Target="../ink/ink909.xml"/><Relationship Id="rId211" Type="http://schemas.openxmlformats.org/officeDocument/2006/relationships/image" Target="../media/image919.png"/><Relationship Id="rId27" Type="http://schemas.openxmlformats.org/officeDocument/2006/relationships/image" Target="../media/image827.png"/><Relationship Id="rId48" Type="http://schemas.openxmlformats.org/officeDocument/2006/relationships/customXml" Target="../ink/ink840.xml"/><Relationship Id="rId69" Type="http://schemas.openxmlformats.org/officeDocument/2006/relationships/image" Target="../media/image848.png"/><Relationship Id="rId113" Type="http://schemas.openxmlformats.org/officeDocument/2006/relationships/image" Target="../media/image870.png"/><Relationship Id="rId134" Type="http://schemas.openxmlformats.org/officeDocument/2006/relationships/customXml" Target="../ink/ink883.xml"/><Relationship Id="rId80" Type="http://schemas.openxmlformats.org/officeDocument/2006/relationships/customXml" Target="../ink/ink856.xml"/><Relationship Id="rId155" Type="http://schemas.openxmlformats.org/officeDocument/2006/relationships/image" Target="../media/image891.png"/><Relationship Id="rId176" Type="http://schemas.openxmlformats.org/officeDocument/2006/relationships/customXml" Target="../ink/ink904.xml"/><Relationship Id="rId197" Type="http://schemas.openxmlformats.org/officeDocument/2006/relationships/image" Target="../media/image912.png"/><Relationship Id="rId201" Type="http://schemas.openxmlformats.org/officeDocument/2006/relationships/image" Target="../media/image914.png"/><Relationship Id="rId17" Type="http://schemas.openxmlformats.org/officeDocument/2006/relationships/image" Target="../media/image822.png"/><Relationship Id="rId38" Type="http://schemas.openxmlformats.org/officeDocument/2006/relationships/customXml" Target="../ink/ink835.xml"/><Relationship Id="rId59" Type="http://schemas.openxmlformats.org/officeDocument/2006/relationships/image" Target="../media/image843.png"/><Relationship Id="rId103" Type="http://schemas.openxmlformats.org/officeDocument/2006/relationships/image" Target="../media/image865.png"/><Relationship Id="rId124" Type="http://schemas.openxmlformats.org/officeDocument/2006/relationships/customXml" Target="../ink/ink878.xml"/><Relationship Id="rId70" Type="http://schemas.openxmlformats.org/officeDocument/2006/relationships/customXml" Target="../ink/ink851.xml"/><Relationship Id="rId91" Type="http://schemas.openxmlformats.org/officeDocument/2006/relationships/image" Target="../media/image859.png"/><Relationship Id="rId145" Type="http://schemas.openxmlformats.org/officeDocument/2006/relationships/image" Target="../media/image886.png"/><Relationship Id="rId166" Type="http://schemas.openxmlformats.org/officeDocument/2006/relationships/customXml" Target="../ink/ink899.xml"/><Relationship Id="rId187" Type="http://schemas.openxmlformats.org/officeDocument/2006/relationships/image" Target="../media/image9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22.xml"/><Relationship Id="rId28" Type="http://schemas.openxmlformats.org/officeDocument/2006/relationships/customXml" Target="../ink/ink830.xml"/><Relationship Id="rId49" Type="http://schemas.openxmlformats.org/officeDocument/2006/relationships/image" Target="../media/image838.png"/><Relationship Id="rId114" Type="http://schemas.openxmlformats.org/officeDocument/2006/relationships/customXml" Target="../ink/ink873.xml"/><Relationship Id="rId60" Type="http://schemas.openxmlformats.org/officeDocument/2006/relationships/customXml" Target="../ink/ink846.xml"/><Relationship Id="rId81" Type="http://schemas.openxmlformats.org/officeDocument/2006/relationships/image" Target="../media/image854.png"/><Relationship Id="rId135" Type="http://schemas.openxmlformats.org/officeDocument/2006/relationships/image" Target="../media/image881.png"/><Relationship Id="rId156" Type="http://schemas.openxmlformats.org/officeDocument/2006/relationships/customXml" Target="../ink/ink894.xml"/><Relationship Id="rId177" Type="http://schemas.openxmlformats.org/officeDocument/2006/relationships/image" Target="../media/image902.png"/><Relationship Id="rId198" Type="http://schemas.openxmlformats.org/officeDocument/2006/relationships/customXml" Target="../ink/ink915.xml"/><Relationship Id="rId202" Type="http://schemas.openxmlformats.org/officeDocument/2006/relationships/customXml" Target="../ink/ink917.xml"/><Relationship Id="rId18" Type="http://schemas.openxmlformats.org/officeDocument/2006/relationships/customXml" Target="../ink/ink825.xml"/><Relationship Id="rId39" Type="http://schemas.openxmlformats.org/officeDocument/2006/relationships/image" Target="../media/image833.png"/><Relationship Id="rId50" Type="http://schemas.openxmlformats.org/officeDocument/2006/relationships/customXml" Target="../ink/ink841.xml"/><Relationship Id="rId104" Type="http://schemas.openxmlformats.org/officeDocument/2006/relationships/customXml" Target="../ink/ink868.xml"/><Relationship Id="rId125" Type="http://schemas.openxmlformats.org/officeDocument/2006/relationships/image" Target="../media/image876.png"/><Relationship Id="rId146" Type="http://schemas.openxmlformats.org/officeDocument/2006/relationships/customXml" Target="../ink/ink889.xml"/><Relationship Id="rId167" Type="http://schemas.openxmlformats.org/officeDocument/2006/relationships/image" Target="../media/image897.png"/><Relationship Id="rId188" Type="http://schemas.openxmlformats.org/officeDocument/2006/relationships/customXml" Target="../ink/ink910.xml"/><Relationship Id="rId71" Type="http://schemas.openxmlformats.org/officeDocument/2006/relationships/image" Target="../media/image849.png"/><Relationship Id="rId92" Type="http://schemas.openxmlformats.org/officeDocument/2006/relationships/customXml" Target="../ink/ink862.xml"/><Relationship Id="rId213" Type="http://schemas.openxmlformats.org/officeDocument/2006/relationships/image" Target="../media/image920.png"/><Relationship Id="rId2" Type="http://schemas.openxmlformats.org/officeDocument/2006/relationships/customXml" Target="../ink/ink817.xml"/><Relationship Id="rId29" Type="http://schemas.openxmlformats.org/officeDocument/2006/relationships/image" Target="../media/image828.png"/><Relationship Id="rId40" Type="http://schemas.openxmlformats.org/officeDocument/2006/relationships/customXml" Target="../ink/ink836.xml"/><Relationship Id="rId115" Type="http://schemas.openxmlformats.org/officeDocument/2006/relationships/image" Target="../media/image871.png"/><Relationship Id="rId136" Type="http://schemas.openxmlformats.org/officeDocument/2006/relationships/customXml" Target="../ink/ink884.xml"/><Relationship Id="rId157" Type="http://schemas.openxmlformats.org/officeDocument/2006/relationships/image" Target="../media/image892.png"/><Relationship Id="rId178" Type="http://schemas.openxmlformats.org/officeDocument/2006/relationships/customXml" Target="../ink/ink905.xml"/><Relationship Id="rId61" Type="http://schemas.openxmlformats.org/officeDocument/2006/relationships/image" Target="../media/image844.png"/><Relationship Id="rId82" Type="http://schemas.openxmlformats.org/officeDocument/2006/relationships/customXml" Target="../ink/ink857.xml"/><Relationship Id="rId199" Type="http://schemas.openxmlformats.org/officeDocument/2006/relationships/image" Target="../media/image913.png"/><Relationship Id="rId203" Type="http://schemas.openxmlformats.org/officeDocument/2006/relationships/image" Target="../media/image915.png"/><Relationship Id="rId19" Type="http://schemas.openxmlformats.org/officeDocument/2006/relationships/image" Target="../media/image823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0.png"/><Relationship Id="rId21" Type="http://schemas.openxmlformats.org/officeDocument/2006/relationships/image" Target="../media/image932.png"/><Relationship Id="rId42" Type="http://schemas.openxmlformats.org/officeDocument/2006/relationships/customXml" Target="../ink/ink945.xml"/><Relationship Id="rId63" Type="http://schemas.openxmlformats.org/officeDocument/2006/relationships/image" Target="../media/image953.png"/><Relationship Id="rId84" Type="http://schemas.openxmlformats.org/officeDocument/2006/relationships/customXml" Target="../ink/ink966.xml"/><Relationship Id="rId138" Type="http://schemas.openxmlformats.org/officeDocument/2006/relationships/customXml" Target="../ink/ink993.xml"/><Relationship Id="rId159" Type="http://schemas.openxmlformats.org/officeDocument/2006/relationships/image" Target="../media/image1001.png"/><Relationship Id="rId170" Type="http://schemas.openxmlformats.org/officeDocument/2006/relationships/customXml" Target="../ink/ink1009.xml"/><Relationship Id="rId191" Type="http://schemas.openxmlformats.org/officeDocument/2006/relationships/image" Target="../media/image1017.png"/><Relationship Id="rId205" Type="http://schemas.openxmlformats.org/officeDocument/2006/relationships/image" Target="../media/image1024.png"/><Relationship Id="rId226" Type="http://schemas.openxmlformats.org/officeDocument/2006/relationships/customXml" Target="../ink/ink1037.xml"/><Relationship Id="rId107" Type="http://schemas.openxmlformats.org/officeDocument/2006/relationships/image" Target="../media/image975.png"/><Relationship Id="rId11" Type="http://schemas.openxmlformats.org/officeDocument/2006/relationships/image" Target="../media/image927.png"/><Relationship Id="rId32" Type="http://schemas.openxmlformats.org/officeDocument/2006/relationships/customXml" Target="../ink/ink940.xml"/><Relationship Id="rId53" Type="http://schemas.openxmlformats.org/officeDocument/2006/relationships/image" Target="../media/image948.png"/><Relationship Id="rId74" Type="http://schemas.openxmlformats.org/officeDocument/2006/relationships/customXml" Target="../ink/ink961.xml"/><Relationship Id="rId128" Type="http://schemas.openxmlformats.org/officeDocument/2006/relationships/customXml" Target="../ink/ink988.xml"/><Relationship Id="rId149" Type="http://schemas.openxmlformats.org/officeDocument/2006/relationships/image" Target="../media/image996.png"/><Relationship Id="rId5" Type="http://schemas.openxmlformats.org/officeDocument/2006/relationships/image" Target="../media/image924.png"/><Relationship Id="rId95" Type="http://schemas.openxmlformats.org/officeDocument/2006/relationships/image" Target="../media/image969.png"/><Relationship Id="rId160" Type="http://schemas.openxmlformats.org/officeDocument/2006/relationships/customXml" Target="../ink/ink1004.xml"/><Relationship Id="rId181" Type="http://schemas.openxmlformats.org/officeDocument/2006/relationships/image" Target="../media/image1012.png"/><Relationship Id="rId216" Type="http://schemas.openxmlformats.org/officeDocument/2006/relationships/customXml" Target="../ink/ink1032.xml"/><Relationship Id="rId22" Type="http://schemas.openxmlformats.org/officeDocument/2006/relationships/customXml" Target="../ink/ink935.xml"/><Relationship Id="rId43" Type="http://schemas.openxmlformats.org/officeDocument/2006/relationships/image" Target="../media/image943.png"/><Relationship Id="rId64" Type="http://schemas.openxmlformats.org/officeDocument/2006/relationships/customXml" Target="../ink/ink956.xml"/><Relationship Id="rId118" Type="http://schemas.openxmlformats.org/officeDocument/2006/relationships/customXml" Target="../ink/ink983.xml"/><Relationship Id="rId139" Type="http://schemas.openxmlformats.org/officeDocument/2006/relationships/image" Target="../media/image991.png"/><Relationship Id="rId85" Type="http://schemas.openxmlformats.org/officeDocument/2006/relationships/image" Target="../media/image964.png"/><Relationship Id="rId150" Type="http://schemas.openxmlformats.org/officeDocument/2006/relationships/customXml" Target="../ink/ink999.xml"/><Relationship Id="rId171" Type="http://schemas.openxmlformats.org/officeDocument/2006/relationships/image" Target="../media/image1007.png"/><Relationship Id="rId192" Type="http://schemas.openxmlformats.org/officeDocument/2006/relationships/customXml" Target="../ink/ink1020.xml"/><Relationship Id="rId206" Type="http://schemas.openxmlformats.org/officeDocument/2006/relationships/customXml" Target="../ink/ink1027.xml"/><Relationship Id="rId227" Type="http://schemas.openxmlformats.org/officeDocument/2006/relationships/image" Target="../media/image1035.png"/><Relationship Id="rId12" Type="http://schemas.openxmlformats.org/officeDocument/2006/relationships/customXml" Target="../ink/ink930.xml"/><Relationship Id="rId33" Type="http://schemas.openxmlformats.org/officeDocument/2006/relationships/image" Target="../media/image938.png"/><Relationship Id="rId108" Type="http://schemas.openxmlformats.org/officeDocument/2006/relationships/customXml" Target="../ink/ink978.xml"/><Relationship Id="rId129" Type="http://schemas.openxmlformats.org/officeDocument/2006/relationships/image" Target="../media/image986.png"/><Relationship Id="rId54" Type="http://schemas.openxmlformats.org/officeDocument/2006/relationships/customXml" Target="../ink/ink951.xml"/><Relationship Id="rId75" Type="http://schemas.openxmlformats.org/officeDocument/2006/relationships/image" Target="../media/image959.png"/><Relationship Id="rId96" Type="http://schemas.openxmlformats.org/officeDocument/2006/relationships/customXml" Target="../ink/ink972.xml"/><Relationship Id="rId140" Type="http://schemas.openxmlformats.org/officeDocument/2006/relationships/customXml" Target="../ink/ink994.xml"/><Relationship Id="rId161" Type="http://schemas.openxmlformats.org/officeDocument/2006/relationships/image" Target="../media/image1002.png"/><Relationship Id="rId182" Type="http://schemas.openxmlformats.org/officeDocument/2006/relationships/customXml" Target="../ink/ink1015.xml"/><Relationship Id="rId217" Type="http://schemas.openxmlformats.org/officeDocument/2006/relationships/image" Target="../media/image1030.png"/><Relationship Id="rId6" Type="http://schemas.openxmlformats.org/officeDocument/2006/relationships/customXml" Target="../ink/ink927.xml"/><Relationship Id="rId23" Type="http://schemas.openxmlformats.org/officeDocument/2006/relationships/image" Target="../media/image933.png"/><Relationship Id="rId119" Type="http://schemas.openxmlformats.org/officeDocument/2006/relationships/image" Target="../media/image981.png"/><Relationship Id="rId44" Type="http://schemas.openxmlformats.org/officeDocument/2006/relationships/customXml" Target="../ink/ink946.xml"/><Relationship Id="rId65" Type="http://schemas.openxmlformats.org/officeDocument/2006/relationships/image" Target="../media/image954.png"/><Relationship Id="rId86" Type="http://schemas.openxmlformats.org/officeDocument/2006/relationships/customXml" Target="../ink/ink967.xml"/><Relationship Id="rId130" Type="http://schemas.openxmlformats.org/officeDocument/2006/relationships/customXml" Target="../ink/ink989.xml"/><Relationship Id="rId151" Type="http://schemas.openxmlformats.org/officeDocument/2006/relationships/image" Target="../media/image997.png"/><Relationship Id="rId172" Type="http://schemas.openxmlformats.org/officeDocument/2006/relationships/customXml" Target="../ink/ink1010.xml"/><Relationship Id="rId193" Type="http://schemas.openxmlformats.org/officeDocument/2006/relationships/image" Target="../media/image1018.png"/><Relationship Id="rId207" Type="http://schemas.openxmlformats.org/officeDocument/2006/relationships/image" Target="../media/image1025.png"/><Relationship Id="rId228" Type="http://schemas.openxmlformats.org/officeDocument/2006/relationships/customXml" Target="../ink/ink1038.xml"/><Relationship Id="rId13" Type="http://schemas.openxmlformats.org/officeDocument/2006/relationships/image" Target="../media/image928.png"/><Relationship Id="rId109" Type="http://schemas.openxmlformats.org/officeDocument/2006/relationships/image" Target="../media/image976.png"/><Relationship Id="rId34" Type="http://schemas.openxmlformats.org/officeDocument/2006/relationships/customXml" Target="../ink/ink941.xml"/><Relationship Id="rId55" Type="http://schemas.openxmlformats.org/officeDocument/2006/relationships/image" Target="../media/image949.png"/><Relationship Id="rId76" Type="http://schemas.openxmlformats.org/officeDocument/2006/relationships/customXml" Target="../ink/ink962.xml"/><Relationship Id="rId97" Type="http://schemas.openxmlformats.org/officeDocument/2006/relationships/image" Target="../media/image970.png"/><Relationship Id="rId120" Type="http://schemas.openxmlformats.org/officeDocument/2006/relationships/customXml" Target="../ink/ink984.xml"/><Relationship Id="rId141" Type="http://schemas.openxmlformats.org/officeDocument/2006/relationships/image" Target="../media/image992.png"/><Relationship Id="rId7" Type="http://schemas.openxmlformats.org/officeDocument/2006/relationships/image" Target="../media/image925.png"/><Relationship Id="rId162" Type="http://schemas.openxmlformats.org/officeDocument/2006/relationships/customXml" Target="../ink/ink1005.xml"/><Relationship Id="rId183" Type="http://schemas.openxmlformats.org/officeDocument/2006/relationships/image" Target="../media/image1013.png"/><Relationship Id="rId218" Type="http://schemas.openxmlformats.org/officeDocument/2006/relationships/customXml" Target="../ink/ink1033.xml"/><Relationship Id="rId24" Type="http://schemas.openxmlformats.org/officeDocument/2006/relationships/customXml" Target="../ink/ink936.xml"/><Relationship Id="rId45" Type="http://schemas.openxmlformats.org/officeDocument/2006/relationships/image" Target="../media/image944.png"/><Relationship Id="rId66" Type="http://schemas.openxmlformats.org/officeDocument/2006/relationships/customXml" Target="../ink/ink957.xml"/><Relationship Id="rId87" Type="http://schemas.openxmlformats.org/officeDocument/2006/relationships/image" Target="../media/image965.png"/><Relationship Id="rId110" Type="http://schemas.openxmlformats.org/officeDocument/2006/relationships/customXml" Target="../ink/ink979.xml"/><Relationship Id="rId131" Type="http://schemas.openxmlformats.org/officeDocument/2006/relationships/image" Target="../media/image987.png"/><Relationship Id="rId152" Type="http://schemas.openxmlformats.org/officeDocument/2006/relationships/customXml" Target="../ink/ink1000.xml"/><Relationship Id="rId173" Type="http://schemas.openxmlformats.org/officeDocument/2006/relationships/image" Target="../media/image1008.png"/><Relationship Id="rId194" Type="http://schemas.openxmlformats.org/officeDocument/2006/relationships/customXml" Target="../ink/ink1021.xml"/><Relationship Id="rId208" Type="http://schemas.openxmlformats.org/officeDocument/2006/relationships/customXml" Target="../ink/ink1028.xml"/><Relationship Id="rId229" Type="http://schemas.openxmlformats.org/officeDocument/2006/relationships/image" Target="../media/image1036.png"/><Relationship Id="rId14" Type="http://schemas.openxmlformats.org/officeDocument/2006/relationships/customXml" Target="../ink/ink931.xml"/><Relationship Id="rId35" Type="http://schemas.openxmlformats.org/officeDocument/2006/relationships/image" Target="../media/image939.png"/><Relationship Id="rId56" Type="http://schemas.openxmlformats.org/officeDocument/2006/relationships/customXml" Target="../ink/ink952.xml"/><Relationship Id="rId77" Type="http://schemas.openxmlformats.org/officeDocument/2006/relationships/image" Target="../media/image960.png"/><Relationship Id="rId100" Type="http://schemas.openxmlformats.org/officeDocument/2006/relationships/customXml" Target="../ink/ink974.xml"/><Relationship Id="rId8" Type="http://schemas.openxmlformats.org/officeDocument/2006/relationships/customXml" Target="../ink/ink928.xml"/><Relationship Id="rId98" Type="http://schemas.openxmlformats.org/officeDocument/2006/relationships/customXml" Target="../ink/ink973.xml"/><Relationship Id="rId121" Type="http://schemas.openxmlformats.org/officeDocument/2006/relationships/image" Target="../media/image982.png"/><Relationship Id="rId142" Type="http://schemas.openxmlformats.org/officeDocument/2006/relationships/customXml" Target="../ink/ink995.xml"/><Relationship Id="rId163" Type="http://schemas.openxmlformats.org/officeDocument/2006/relationships/image" Target="../media/image1003.png"/><Relationship Id="rId184" Type="http://schemas.openxmlformats.org/officeDocument/2006/relationships/customXml" Target="../ink/ink1016.xml"/><Relationship Id="rId219" Type="http://schemas.openxmlformats.org/officeDocument/2006/relationships/image" Target="../media/image1031.png"/><Relationship Id="rId230" Type="http://schemas.openxmlformats.org/officeDocument/2006/relationships/customXml" Target="../ink/ink1039.xml"/><Relationship Id="rId25" Type="http://schemas.openxmlformats.org/officeDocument/2006/relationships/image" Target="../media/image934.png"/><Relationship Id="rId46" Type="http://schemas.openxmlformats.org/officeDocument/2006/relationships/customXml" Target="../ink/ink947.xml"/><Relationship Id="rId67" Type="http://schemas.openxmlformats.org/officeDocument/2006/relationships/image" Target="../media/image955.png"/><Relationship Id="rId20" Type="http://schemas.openxmlformats.org/officeDocument/2006/relationships/customXml" Target="../ink/ink934.xml"/><Relationship Id="rId41" Type="http://schemas.openxmlformats.org/officeDocument/2006/relationships/image" Target="../media/image942.png"/><Relationship Id="rId62" Type="http://schemas.openxmlformats.org/officeDocument/2006/relationships/customXml" Target="../ink/ink955.xml"/><Relationship Id="rId83" Type="http://schemas.openxmlformats.org/officeDocument/2006/relationships/image" Target="../media/image963.png"/><Relationship Id="rId88" Type="http://schemas.openxmlformats.org/officeDocument/2006/relationships/customXml" Target="../ink/ink968.xml"/><Relationship Id="rId111" Type="http://schemas.openxmlformats.org/officeDocument/2006/relationships/image" Target="../media/image977.png"/><Relationship Id="rId132" Type="http://schemas.openxmlformats.org/officeDocument/2006/relationships/customXml" Target="../ink/ink990.xml"/><Relationship Id="rId153" Type="http://schemas.openxmlformats.org/officeDocument/2006/relationships/image" Target="../media/image998.png"/><Relationship Id="rId174" Type="http://schemas.openxmlformats.org/officeDocument/2006/relationships/customXml" Target="../ink/ink1011.xml"/><Relationship Id="rId179" Type="http://schemas.openxmlformats.org/officeDocument/2006/relationships/image" Target="../media/image1011.png"/><Relationship Id="rId195" Type="http://schemas.openxmlformats.org/officeDocument/2006/relationships/image" Target="../media/image1019.png"/><Relationship Id="rId209" Type="http://schemas.openxmlformats.org/officeDocument/2006/relationships/image" Target="../media/image1026.png"/><Relationship Id="rId190" Type="http://schemas.openxmlformats.org/officeDocument/2006/relationships/customXml" Target="../ink/ink1019.xml"/><Relationship Id="rId204" Type="http://schemas.openxmlformats.org/officeDocument/2006/relationships/customXml" Target="../ink/ink1026.xml"/><Relationship Id="rId220" Type="http://schemas.openxmlformats.org/officeDocument/2006/relationships/customXml" Target="../ink/ink1034.xml"/><Relationship Id="rId225" Type="http://schemas.openxmlformats.org/officeDocument/2006/relationships/image" Target="../media/image1034.png"/><Relationship Id="rId15" Type="http://schemas.openxmlformats.org/officeDocument/2006/relationships/image" Target="../media/image929.png"/><Relationship Id="rId36" Type="http://schemas.openxmlformats.org/officeDocument/2006/relationships/customXml" Target="../ink/ink942.xml"/><Relationship Id="rId57" Type="http://schemas.openxmlformats.org/officeDocument/2006/relationships/image" Target="../media/image950.png"/><Relationship Id="rId106" Type="http://schemas.openxmlformats.org/officeDocument/2006/relationships/customXml" Target="../ink/ink977.xml"/><Relationship Id="rId127" Type="http://schemas.openxmlformats.org/officeDocument/2006/relationships/image" Target="../media/image985.png"/><Relationship Id="rId10" Type="http://schemas.openxmlformats.org/officeDocument/2006/relationships/customXml" Target="../ink/ink929.xml"/><Relationship Id="rId31" Type="http://schemas.openxmlformats.org/officeDocument/2006/relationships/image" Target="../media/image937.png"/><Relationship Id="rId52" Type="http://schemas.openxmlformats.org/officeDocument/2006/relationships/customXml" Target="../ink/ink950.xml"/><Relationship Id="rId73" Type="http://schemas.openxmlformats.org/officeDocument/2006/relationships/image" Target="../media/image958.png"/><Relationship Id="rId78" Type="http://schemas.openxmlformats.org/officeDocument/2006/relationships/customXml" Target="../ink/ink963.xml"/><Relationship Id="rId94" Type="http://schemas.openxmlformats.org/officeDocument/2006/relationships/customXml" Target="../ink/ink971.xml"/><Relationship Id="rId99" Type="http://schemas.openxmlformats.org/officeDocument/2006/relationships/image" Target="../media/image971.png"/><Relationship Id="rId101" Type="http://schemas.openxmlformats.org/officeDocument/2006/relationships/image" Target="../media/image972.png"/><Relationship Id="rId122" Type="http://schemas.openxmlformats.org/officeDocument/2006/relationships/customXml" Target="../ink/ink985.xml"/><Relationship Id="rId143" Type="http://schemas.openxmlformats.org/officeDocument/2006/relationships/image" Target="../media/image993.png"/><Relationship Id="rId148" Type="http://schemas.openxmlformats.org/officeDocument/2006/relationships/customXml" Target="../ink/ink998.xml"/><Relationship Id="rId164" Type="http://schemas.openxmlformats.org/officeDocument/2006/relationships/customXml" Target="../ink/ink1006.xml"/><Relationship Id="rId169" Type="http://schemas.openxmlformats.org/officeDocument/2006/relationships/image" Target="../media/image1006.png"/><Relationship Id="rId185" Type="http://schemas.openxmlformats.org/officeDocument/2006/relationships/image" Target="../media/image1014.png"/><Relationship Id="rId4" Type="http://schemas.openxmlformats.org/officeDocument/2006/relationships/customXml" Target="../ink/ink926.xml"/><Relationship Id="rId9" Type="http://schemas.openxmlformats.org/officeDocument/2006/relationships/image" Target="../media/image926.png"/><Relationship Id="rId180" Type="http://schemas.openxmlformats.org/officeDocument/2006/relationships/customXml" Target="../ink/ink1014.xml"/><Relationship Id="rId210" Type="http://schemas.openxmlformats.org/officeDocument/2006/relationships/customXml" Target="../ink/ink1029.xml"/><Relationship Id="rId215" Type="http://schemas.openxmlformats.org/officeDocument/2006/relationships/image" Target="../media/image1029.png"/><Relationship Id="rId26" Type="http://schemas.openxmlformats.org/officeDocument/2006/relationships/customXml" Target="../ink/ink937.xml"/><Relationship Id="rId231" Type="http://schemas.openxmlformats.org/officeDocument/2006/relationships/image" Target="../media/image1037.png"/><Relationship Id="rId47" Type="http://schemas.openxmlformats.org/officeDocument/2006/relationships/image" Target="../media/image945.png"/><Relationship Id="rId68" Type="http://schemas.openxmlformats.org/officeDocument/2006/relationships/customXml" Target="../ink/ink958.xml"/><Relationship Id="rId89" Type="http://schemas.openxmlformats.org/officeDocument/2006/relationships/image" Target="../media/image966.png"/><Relationship Id="rId112" Type="http://schemas.openxmlformats.org/officeDocument/2006/relationships/customXml" Target="../ink/ink980.xml"/><Relationship Id="rId133" Type="http://schemas.openxmlformats.org/officeDocument/2006/relationships/image" Target="../media/image988.png"/><Relationship Id="rId154" Type="http://schemas.openxmlformats.org/officeDocument/2006/relationships/customXml" Target="../ink/ink1001.xml"/><Relationship Id="rId175" Type="http://schemas.openxmlformats.org/officeDocument/2006/relationships/image" Target="../media/image1009.png"/><Relationship Id="rId196" Type="http://schemas.openxmlformats.org/officeDocument/2006/relationships/customXml" Target="../ink/ink1022.xml"/><Relationship Id="rId200" Type="http://schemas.openxmlformats.org/officeDocument/2006/relationships/customXml" Target="../ink/ink1024.xml"/><Relationship Id="rId16" Type="http://schemas.openxmlformats.org/officeDocument/2006/relationships/customXml" Target="../ink/ink932.xml"/><Relationship Id="rId221" Type="http://schemas.openxmlformats.org/officeDocument/2006/relationships/image" Target="../media/image1032.png"/><Relationship Id="rId37" Type="http://schemas.openxmlformats.org/officeDocument/2006/relationships/image" Target="../media/image940.png"/><Relationship Id="rId58" Type="http://schemas.openxmlformats.org/officeDocument/2006/relationships/customXml" Target="../ink/ink953.xml"/><Relationship Id="rId79" Type="http://schemas.openxmlformats.org/officeDocument/2006/relationships/image" Target="../media/image961.png"/><Relationship Id="rId102" Type="http://schemas.openxmlformats.org/officeDocument/2006/relationships/customXml" Target="../ink/ink975.xml"/><Relationship Id="rId123" Type="http://schemas.openxmlformats.org/officeDocument/2006/relationships/image" Target="../media/image983.png"/><Relationship Id="rId144" Type="http://schemas.openxmlformats.org/officeDocument/2006/relationships/customXml" Target="../ink/ink996.xml"/><Relationship Id="rId90" Type="http://schemas.openxmlformats.org/officeDocument/2006/relationships/customXml" Target="../ink/ink969.xml"/><Relationship Id="rId165" Type="http://schemas.openxmlformats.org/officeDocument/2006/relationships/image" Target="../media/image1004.png"/><Relationship Id="rId186" Type="http://schemas.openxmlformats.org/officeDocument/2006/relationships/customXml" Target="../ink/ink1017.xml"/><Relationship Id="rId211" Type="http://schemas.openxmlformats.org/officeDocument/2006/relationships/image" Target="../media/image1027.png"/><Relationship Id="rId232" Type="http://schemas.openxmlformats.org/officeDocument/2006/relationships/customXml" Target="../ink/ink1040.xml"/><Relationship Id="rId27" Type="http://schemas.openxmlformats.org/officeDocument/2006/relationships/image" Target="../media/image935.png"/><Relationship Id="rId48" Type="http://schemas.openxmlformats.org/officeDocument/2006/relationships/customXml" Target="../ink/ink948.xml"/><Relationship Id="rId69" Type="http://schemas.openxmlformats.org/officeDocument/2006/relationships/image" Target="../media/image956.png"/><Relationship Id="rId113" Type="http://schemas.openxmlformats.org/officeDocument/2006/relationships/image" Target="../media/image978.png"/><Relationship Id="rId134" Type="http://schemas.openxmlformats.org/officeDocument/2006/relationships/customXml" Target="../ink/ink991.xml"/><Relationship Id="rId80" Type="http://schemas.openxmlformats.org/officeDocument/2006/relationships/customXml" Target="../ink/ink964.xml"/><Relationship Id="rId155" Type="http://schemas.openxmlformats.org/officeDocument/2006/relationships/image" Target="../media/image999.png"/><Relationship Id="rId176" Type="http://schemas.openxmlformats.org/officeDocument/2006/relationships/customXml" Target="../ink/ink1012.xml"/><Relationship Id="rId197" Type="http://schemas.openxmlformats.org/officeDocument/2006/relationships/image" Target="../media/image1020.png"/><Relationship Id="rId201" Type="http://schemas.openxmlformats.org/officeDocument/2006/relationships/image" Target="../media/image1022.png"/><Relationship Id="rId222" Type="http://schemas.openxmlformats.org/officeDocument/2006/relationships/customXml" Target="../ink/ink1035.xml"/><Relationship Id="rId17" Type="http://schemas.openxmlformats.org/officeDocument/2006/relationships/image" Target="../media/image930.png"/><Relationship Id="rId38" Type="http://schemas.openxmlformats.org/officeDocument/2006/relationships/customXml" Target="../ink/ink943.xml"/><Relationship Id="rId59" Type="http://schemas.openxmlformats.org/officeDocument/2006/relationships/image" Target="../media/image951.png"/><Relationship Id="rId103" Type="http://schemas.openxmlformats.org/officeDocument/2006/relationships/image" Target="../media/image973.png"/><Relationship Id="rId124" Type="http://schemas.openxmlformats.org/officeDocument/2006/relationships/customXml" Target="../ink/ink986.xml"/><Relationship Id="rId70" Type="http://schemas.openxmlformats.org/officeDocument/2006/relationships/customXml" Target="../ink/ink959.xml"/><Relationship Id="rId91" Type="http://schemas.openxmlformats.org/officeDocument/2006/relationships/image" Target="../media/image967.png"/><Relationship Id="rId145" Type="http://schemas.openxmlformats.org/officeDocument/2006/relationships/image" Target="../media/image994.png"/><Relationship Id="rId166" Type="http://schemas.openxmlformats.org/officeDocument/2006/relationships/customXml" Target="../ink/ink1007.xml"/><Relationship Id="rId187" Type="http://schemas.openxmlformats.org/officeDocument/2006/relationships/image" Target="../media/image101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30.xml"/><Relationship Id="rId233" Type="http://schemas.openxmlformats.org/officeDocument/2006/relationships/image" Target="../media/image1038.png"/><Relationship Id="rId28" Type="http://schemas.openxmlformats.org/officeDocument/2006/relationships/customXml" Target="../ink/ink938.xml"/><Relationship Id="rId49" Type="http://schemas.openxmlformats.org/officeDocument/2006/relationships/image" Target="../media/image946.png"/><Relationship Id="rId114" Type="http://schemas.openxmlformats.org/officeDocument/2006/relationships/customXml" Target="../ink/ink981.xml"/><Relationship Id="rId60" Type="http://schemas.openxmlformats.org/officeDocument/2006/relationships/customXml" Target="../ink/ink954.xml"/><Relationship Id="rId81" Type="http://schemas.openxmlformats.org/officeDocument/2006/relationships/image" Target="../media/image962.png"/><Relationship Id="rId135" Type="http://schemas.openxmlformats.org/officeDocument/2006/relationships/image" Target="../media/image989.png"/><Relationship Id="rId156" Type="http://schemas.openxmlformats.org/officeDocument/2006/relationships/customXml" Target="../ink/ink1002.xml"/><Relationship Id="rId177" Type="http://schemas.openxmlformats.org/officeDocument/2006/relationships/image" Target="../media/image1010.png"/><Relationship Id="rId198" Type="http://schemas.openxmlformats.org/officeDocument/2006/relationships/customXml" Target="../ink/ink1023.xml"/><Relationship Id="rId202" Type="http://schemas.openxmlformats.org/officeDocument/2006/relationships/customXml" Target="../ink/ink1025.xml"/><Relationship Id="rId223" Type="http://schemas.openxmlformats.org/officeDocument/2006/relationships/image" Target="../media/image1033.png"/><Relationship Id="rId18" Type="http://schemas.openxmlformats.org/officeDocument/2006/relationships/customXml" Target="../ink/ink933.xml"/><Relationship Id="rId39" Type="http://schemas.openxmlformats.org/officeDocument/2006/relationships/image" Target="../media/image941.png"/><Relationship Id="rId50" Type="http://schemas.openxmlformats.org/officeDocument/2006/relationships/customXml" Target="../ink/ink949.xml"/><Relationship Id="rId104" Type="http://schemas.openxmlformats.org/officeDocument/2006/relationships/customXml" Target="../ink/ink976.xml"/><Relationship Id="rId125" Type="http://schemas.openxmlformats.org/officeDocument/2006/relationships/image" Target="../media/image984.png"/><Relationship Id="rId146" Type="http://schemas.openxmlformats.org/officeDocument/2006/relationships/customXml" Target="../ink/ink997.xml"/><Relationship Id="rId167" Type="http://schemas.openxmlformats.org/officeDocument/2006/relationships/image" Target="../media/image1005.png"/><Relationship Id="rId188" Type="http://schemas.openxmlformats.org/officeDocument/2006/relationships/customXml" Target="../ink/ink1018.xml"/><Relationship Id="rId71" Type="http://schemas.openxmlformats.org/officeDocument/2006/relationships/image" Target="../media/image957.png"/><Relationship Id="rId92" Type="http://schemas.openxmlformats.org/officeDocument/2006/relationships/customXml" Target="../ink/ink970.xml"/><Relationship Id="rId213" Type="http://schemas.openxmlformats.org/officeDocument/2006/relationships/image" Target="../media/image1028.png"/><Relationship Id="rId234" Type="http://schemas.openxmlformats.org/officeDocument/2006/relationships/customXml" Target="../ink/ink1041.xml"/><Relationship Id="rId2" Type="http://schemas.openxmlformats.org/officeDocument/2006/relationships/customXml" Target="../ink/ink925.xml"/><Relationship Id="rId29" Type="http://schemas.openxmlformats.org/officeDocument/2006/relationships/image" Target="../media/image936.png"/><Relationship Id="rId40" Type="http://schemas.openxmlformats.org/officeDocument/2006/relationships/customXml" Target="../ink/ink944.xml"/><Relationship Id="rId115" Type="http://schemas.openxmlformats.org/officeDocument/2006/relationships/image" Target="../media/image979.png"/><Relationship Id="rId136" Type="http://schemas.openxmlformats.org/officeDocument/2006/relationships/customXml" Target="../ink/ink992.xml"/><Relationship Id="rId157" Type="http://schemas.openxmlformats.org/officeDocument/2006/relationships/image" Target="../media/image1000.png"/><Relationship Id="rId178" Type="http://schemas.openxmlformats.org/officeDocument/2006/relationships/customXml" Target="../ink/ink1013.xml"/><Relationship Id="rId61" Type="http://schemas.openxmlformats.org/officeDocument/2006/relationships/image" Target="../media/image952.png"/><Relationship Id="rId82" Type="http://schemas.openxmlformats.org/officeDocument/2006/relationships/customXml" Target="../ink/ink965.xml"/><Relationship Id="rId199" Type="http://schemas.openxmlformats.org/officeDocument/2006/relationships/image" Target="../media/image1021.png"/><Relationship Id="rId203" Type="http://schemas.openxmlformats.org/officeDocument/2006/relationships/image" Target="../media/image1023.png"/><Relationship Id="rId19" Type="http://schemas.openxmlformats.org/officeDocument/2006/relationships/image" Target="../media/image931.png"/><Relationship Id="rId224" Type="http://schemas.openxmlformats.org/officeDocument/2006/relationships/customXml" Target="../ink/ink1036.xml"/><Relationship Id="rId30" Type="http://schemas.openxmlformats.org/officeDocument/2006/relationships/customXml" Target="../ink/ink939.xml"/><Relationship Id="rId105" Type="http://schemas.openxmlformats.org/officeDocument/2006/relationships/image" Target="../media/image974.png"/><Relationship Id="rId126" Type="http://schemas.openxmlformats.org/officeDocument/2006/relationships/customXml" Target="../ink/ink987.xml"/><Relationship Id="rId147" Type="http://schemas.openxmlformats.org/officeDocument/2006/relationships/image" Target="../media/image995.png"/><Relationship Id="rId168" Type="http://schemas.openxmlformats.org/officeDocument/2006/relationships/customXml" Target="../ink/ink1008.xml"/><Relationship Id="rId51" Type="http://schemas.openxmlformats.org/officeDocument/2006/relationships/image" Target="../media/image947.png"/><Relationship Id="rId72" Type="http://schemas.openxmlformats.org/officeDocument/2006/relationships/customXml" Target="../ink/ink960.xml"/><Relationship Id="rId93" Type="http://schemas.openxmlformats.org/officeDocument/2006/relationships/image" Target="../media/image968.png"/><Relationship Id="rId189" Type="http://schemas.openxmlformats.org/officeDocument/2006/relationships/image" Target="../media/image1016.png"/><Relationship Id="rId3" Type="http://schemas.openxmlformats.org/officeDocument/2006/relationships/image" Target="../media/image923.png"/><Relationship Id="rId214" Type="http://schemas.openxmlformats.org/officeDocument/2006/relationships/customXml" Target="../ink/ink1031.xml"/><Relationship Id="rId235" Type="http://schemas.openxmlformats.org/officeDocument/2006/relationships/image" Target="../media/image1039.png"/><Relationship Id="rId116" Type="http://schemas.openxmlformats.org/officeDocument/2006/relationships/customXml" Target="../ink/ink982.xml"/><Relationship Id="rId137" Type="http://schemas.openxmlformats.org/officeDocument/2006/relationships/image" Target="../media/image990.png"/><Relationship Id="rId158" Type="http://schemas.openxmlformats.org/officeDocument/2006/relationships/customXml" Target="../ink/ink100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4269F6E-0F89-EA5E-C8D9-07A6D39C6339}"/>
              </a:ext>
            </a:extLst>
          </p:cNvPr>
          <p:cNvGrpSpPr/>
          <p:nvPr/>
        </p:nvGrpSpPr>
        <p:grpSpPr>
          <a:xfrm>
            <a:off x="1483251" y="237893"/>
            <a:ext cx="3714840" cy="1344240"/>
            <a:chOff x="1483251" y="237893"/>
            <a:chExt cx="3714840" cy="13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0DCEDC-61E0-9BD1-F37E-CE8C5BC60252}"/>
                    </a:ext>
                  </a:extLst>
                </p14:cNvPr>
                <p14:cNvContentPartPr/>
                <p14:nvPr/>
              </p14:nvContentPartPr>
              <p14:xfrm>
                <a:off x="1483251" y="237893"/>
                <a:ext cx="715680" cy="1024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0DCEDC-61E0-9BD1-F37E-CE8C5BC602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7131" y="231773"/>
                  <a:ext cx="727920" cy="10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647C15-AD7A-E7C6-ECC7-BCE2C33D5296}"/>
                    </a:ext>
                  </a:extLst>
                </p14:cNvPr>
                <p14:cNvContentPartPr/>
                <p14:nvPr/>
              </p14:nvContentPartPr>
              <p14:xfrm>
                <a:off x="2348331" y="628133"/>
                <a:ext cx="186840" cy="412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647C15-AD7A-E7C6-ECC7-BCE2C33D52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42211" y="622013"/>
                  <a:ext cx="1990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C62658-7622-B108-437D-1AC7FE59EB6A}"/>
                    </a:ext>
                  </a:extLst>
                </p14:cNvPr>
                <p14:cNvContentPartPr/>
                <p14:nvPr/>
              </p14:nvContentPartPr>
              <p14:xfrm>
                <a:off x="2673771" y="550373"/>
                <a:ext cx="690120" cy="1031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C62658-7622-B108-437D-1AC7FE59EB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67651" y="544253"/>
                  <a:ext cx="70236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A3751B-BC0E-1684-0D8B-19989D58713B}"/>
                    </a:ext>
                  </a:extLst>
                </p14:cNvPr>
                <p14:cNvContentPartPr/>
                <p14:nvPr/>
              </p14:nvContentPartPr>
              <p14:xfrm>
                <a:off x="3535971" y="295493"/>
                <a:ext cx="36360" cy="4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A3751B-BC0E-1684-0D8B-19989D5871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29851" y="289373"/>
                  <a:ext cx="48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918196-F4BF-AC34-E1C1-FEC9186E5A07}"/>
                    </a:ext>
                  </a:extLst>
                </p14:cNvPr>
                <p14:cNvContentPartPr/>
                <p14:nvPr/>
              </p14:nvContentPartPr>
              <p14:xfrm>
                <a:off x="3523731" y="578453"/>
                <a:ext cx="260280" cy="44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918196-F4BF-AC34-E1C1-FEC9186E5A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7611" y="572333"/>
                  <a:ext cx="2725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A6BD3E-9BC7-F23A-3F3E-D52F10F96E23}"/>
                    </a:ext>
                  </a:extLst>
                </p14:cNvPr>
                <p14:cNvContentPartPr/>
                <p14:nvPr/>
              </p14:nvContentPartPr>
              <p14:xfrm>
                <a:off x="4180731" y="323573"/>
                <a:ext cx="45360" cy="504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A6BD3E-9BC7-F23A-3F3E-D52F10F96E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4611" y="317453"/>
                  <a:ext cx="576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B36C923-4F0B-433F-96F2-D5AF7C47BCAC}"/>
                    </a:ext>
                  </a:extLst>
                </p14:cNvPr>
                <p14:cNvContentPartPr/>
                <p14:nvPr/>
              </p14:nvContentPartPr>
              <p14:xfrm>
                <a:off x="3944211" y="616973"/>
                <a:ext cx="669600" cy="356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B36C923-4F0B-433F-96F2-D5AF7C47BC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38091" y="610853"/>
                  <a:ext cx="6818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2BEF13-0C2C-909B-192C-79B94915A587}"/>
                    </a:ext>
                  </a:extLst>
                </p14:cNvPr>
                <p14:cNvContentPartPr/>
                <p14:nvPr/>
              </p14:nvContentPartPr>
              <p14:xfrm>
                <a:off x="4744131" y="393053"/>
                <a:ext cx="51120" cy="41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2BEF13-0C2C-909B-192C-79B94915A5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38011" y="386933"/>
                  <a:ext cx="63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B7EBE9-8923-3EE4-2280-57866EDDBF1D}"/>
                    </a:ext>
                  </a:extLst>
                </p14:cNvPr>
                <p14:cNvContentPartPr/>
                <p14:nvPr/>
              </p14:nvContentPartPr>
              <p14:xfrm>
                <a:off x="4858251" y="681773"/>
                <a:ext cx="339840" cy="352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B7EBE9-8923-3EE4-2280-57866EDDBF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2131" y="675653"/>
                  <a:ext cx="35208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67850E-A2E2-6CD5-FA76-463C889100AD}"/>
              </a:ext>
            </a:extLst>
          </p:cNvPr>
          <p:cNvGrpSpPr/>
          <p:nvPr/>
        </p:nvGrpSpPr>
        <p:grpSpPr>
          <a:xfrm>
            <a:off x="5918811" y="263093"/>
            <a:ext cx="4947120" cy="1253520"/>
            <a:chOff x="5918811" y="263093"/>
            <a:chExt cx="4947120" cy="12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D580D92-013E-164A-81CB-9A3840F1CF0C}"/>
                    </a:ext>
                  </a:extLst>
                </p14:cNvPr>
                <p14:cNvContentPartPr/>
                <p14:nvPr/>
              </p14:nvContentPartPr>
              <p14:xfrm>
                <a:off x="5918811" y="263093"/>
                <a:ext cx="533520" cy="658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D580D92-013E-164A-81CB-9A3840F1CF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12691" y="256973"/>
                  <a:ext cx="54576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DBFD8E-DCE8-44A9-53BA-544EC2DE8AC2}"/>
                    </a:ext>
                  </a:extLst>
                </p14:cNvPr>
                <p14:cNvContentPartPr/>
                <p14:nvPr/>
              </p14:nvContentPartPr>
              <p14:xfrm>
                <a:off x="6720531" y="471893"/>
                <a:ext cx="1014480" cy="1044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DBFD8E-DCE8-44A9-53BA-544EC2DE8A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14411" y="465773"/>
                  <a:ext cx="1026720" cy="10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D4C590-0DAB-C32C-2DEC-25A22AA089A4}"/>
                    </a:ext>
                  </a:extLst>
                </p14:cNvPr>
                <p14:cNvContentPartPr/>
                <p14:nvPr/>
              </p14:nvContentPartPr>
              <p14:xfrm>
                <a:off x="7688931" y="559013"/>
                <a:ext cx="496080" cy="443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D4C590-0DAB-C32C-2DEC-25A22AA089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82811" y="552893"/>
                  <a:ext cx="5083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D92731-0A90-77F0-2CC1-2F1F963D8414}"/>
                    </a:ext>
                  </a:extLst>
                </p14:cNvPr>
                <p14:cNvContentPartPr/>
                <p14:nvPr/>
              </p14:nvContentPartPr>
              <p14:xfrm>
                <a:off x="8232531" y="465773"/>
                <a:ext cx="1372320" cy="50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D92731-0A90-77F0-2CC1-2F1F963D84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26411" y="459653"/>
                  <a:ext cx="1384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B979A0-A1DF-B28D-5663-3F0265F59711}"/>
                    </a:ext>
                  </a:extLst>
                </p14:cNvPr>
                <p14:cNvContentPartPr/>
                <p14:nvPr/>
              </p14:nvContentPartPr>
              <p14:xfrm>
                <a:off x="9819411" y="382253"/>
                <a:ext cx="101520" cy="9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B979A0-A1DF-B28D-5663-3F0265F597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13291" y="376133"/>
                  <a:ext cx="113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6D68BB-BAB5-1BDC-8450-C25B2870DD4D}"/>
                    </a:ext>
                  </a:extLst>
                </p14:cNvPr>
                <p14:cNvContentPartPr/>
                <p14:nvPr/>
              </p14:nvContentPartPr>
              <p14:xfrm>
                <a:off x="9890331" y="657653"/>
                <a:ext cx="236160" cy="38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6D68BB-BAB5-1BDC-8450-C25B2870DD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4211" y="651533"/>
                  <a:ext cx="2484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B7995E-2FE5-4A96-6420-200543BB5AA8}"/>
                    </a:ext>
                  </a:extLst>
                </p14:cNvPr>
                <p14:cNvContentPartPr/>
                <p14:nvPr/>
              </p14:nvContentPartPr>
              <p14:xfrm>
                <a:off x="10318731" y="624893"/>
                <a:ext cx="547200" cy="538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B7995E-2FE5-4A96-6420-200543BB5A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2611" y="618773"/>
                  <a:ext cx="559440" cy="55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51898E7-E9EC-DAAC-7FEA-D3B3D97395FD}"/>
              </a:ext>
            </a:extLst>
          </p:cNvPr>
          <p:cNvGrpSpPr/>
          <p:nvPr/>
        </p:nvGrpSpPr>
        <p:grpSpPr>
          <a:xfrm>
            <a:off x="3377985" y="1433175"/>
            <a:ext cx="3069720" cy="1241280"/>
            <a:chOff x="3377985" y="1433175"/>
            <a:chExt cx="3069720" cy="12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F05771-E60F-ED2A-1F4A-756CE2AD38BF}"/>
                    </a:ext>
                  </a:extLst>
                </p14:cNvPr>
                <p14:cNvContentPartPr/>
                <p14:nvPr/>
              </p14:nvContentPartPr>
              <p14:xfrm>
                <a:off x="3377985" y="1572855"/>
                <a:ext cx="298080" cy="64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F05771-E60F-ED2A-1F4A-756CE2AD38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71865" y="1566735"/>
                  <a:ext cx="31032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8A158C-0B13-7F9B-638E-21104DA8DCDE}"/>
                    </a:ext>
                  </a:extLst>
                </p14:cNvPr>
                <p14:cNvContentPartPr/>
                <p14:nvPr/>
              </p14:nvContentPartPr>
              <p14:xfrm>
                <a:off x="3953625" y="1433175"/>
                <a:ext cx="514080" cy="74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8A158C-0B13-7F9B-638E-21104DA8DC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47505" y="1427055"/>
                  <a:ext cx="52632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2D2769-3F68-7423-0D2D-B1608B7013F7}"/>
                    </a:ext>
                  </a:extLst>
                </p14:cNvPr>
                <p14:cNvContentPartPr/>
                <p14:nvPr/>
              </p14:nvContentPartPr>
              <p14:xfrm>
                <a:off x="4672545" y="1924215"/>
                <a:ext cx="3132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2D2769-3F68-7423-0D2D-B1608B7013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66425" y="1918095"/>
                  <a:ext cx="43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F8BBBF-10A8-28D4-FC64-7EFC3E807A62}"/>
                    </a:ext>
                  </a:extLst>
                </p14:cNvPr>
                <p14:cNvContentPartPr/>
                <p14:nvPr/>
              </p14:nvContentPartPr>
              <p14:xfrm>
                <a:off x="4703145" y="1732335"/>
                <a:ext cx="58680" cy="5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F8BBBF-10A8-28D4-FC64-7EFC3E807A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97025" y="1726215"/>
                  <a:ext cx="70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180B73-73E4-3B8A-92DF-6F49A0F41583}"/>
                    </a:ext>
                  </a:extLst>
                </p14:cNvPr>
                <p14:cNvContentPartPr/>
                <p14:nvPr/>
              </p14:nvContentPartPr>
              <p14:xfrm>
                <a:off x="4842825" y="1872375"/>
                <a:ext cx="619920" cy="305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180B73-73E4-3B8A-92DF-6F49A0F415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36705" y="1866255"/>
                  <a:ext cx="632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829067-1E6B-361F-03FC-4CC4ED817D44}"/>
                    </a:ext>
                  </a:extLst>
                </p14:cNvPr>
                <p14:cNvContentPartPr/>
                <p14:nvPr/>
              </p14:nvContentPartPr>
              <p14:xfrm>
                <a:off x="5561745" y="1873455"/>
                <a:ext cx="344520" cy="349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829067-1E6B-361F-03FC-4CC4ED817D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55625" y="1867335"/>
                  <a:ext cx="3567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9E7175-E754-74A6-31F3-99E362E194BE}"/>
                    </a:ext>
                  </a:extLst>
                </p14:cNvPr>
                <p14:cNvContentPartPr/>
                <p14:nvPr/>
              </p14:nvContentPartPr>
              <p14:xfrm>
                <a:off x="6030105" y="1894695"/>
                <a:ext cx="417600" cy="77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9E7175-E754-74A6-31F3-99E362E194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23985" y="1888575"/>
                  <a:ext cx="429840" cy="79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6A53ACC-1060-C131-BA37-F9A94C43EFB9}"/>
                  </a:ext>
                </a:extLst>
              </p14:cNvPr>
              <p14:cNvContentPartPr/>
              <p14:nvPr/>
            </p14:nvContentPartPr>
            <p14:xfrm>
              <a:off x="7093185" y="1796415"/>
              <a:ext cx="325080" cy="494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6A53ACC-1060-C131-BA37-F9A94C43EFB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87065" y="1790295"/>
                <a:ext cx="337320" cy="50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B461998-18B3-6BBA-3A00-7FD652395F2D}"/>
              </a:ext>
            </a:extLst>
          </p:cNvPr>
          <p:cNvGrpSpPr/>
          <p:nvPr/>
        </p:nvGrpSpPr>
        <p:grpSpPr>
          <a:xfrm>
            <a:off x="7919025" y="1540095"/>
            <a:ext cx="4029120" cy="906120"/>
            <a:chOff x="7919025" y="1540095"/>
            <a:chExt cx="4029120" cy="90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FFD94-DEA4-87C7-CA12-8FDF403D0E1A}"/>
                    </a:ext>
                  </a:extLst>
                </p14:cNvPr>
                <p14:cNvContentPartPr/>
                <p14:nvPr/>
              </p14:nvContentPartPr>
              <p14:xfrm>
                <a:off x="7919025" y="1551615"/>
                <a:ext cx="1326600" cy="51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FFD94-DEA4-87C7-CA12-8FDF403D0E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12905" y="1545495"/>
                  <a:ext cx="13388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00C3EC-F8F9-A511-9B1F-09DD1AA21E64}"/>
                    </a:ext>
                  </a:extLst>
                </p14:cNvPr>
                <p14:cNvContentPartPr/>
                <p14:nvPr/>
              </p14:nvContentPartPr>
              <p14:xfrm>
                <a:off x="9374865" y="1540095"/>
                <a:ext cx="107640" cy="61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00C3EC-F8F9-A511-9B1F-09DD1AA21E6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68745" y="1533975"/>
                  <a:ext cx="119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83C6D0-B82C-3EE1-4B9A-A3F328E5000C}"/>
                    </a:ext>
                  </a:extLst>
                </p14:cNvPr>
                <p14:cNvContentPartPr/>
                <p14:nvPr/>
              </p14:nvContentPartPr>
              <p14:xfrm>
                <a:off x="9361185" y="1566375"/>
                <a:ext cx="552240" cy="87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83C6D0-B82C-3EE1-4B9A-A3F328E5000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55065" y="1560255"/>
                  <a:ext cx="564480" cy="89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08A8E5-2FFF-F9EC-66E2-A9E7B85D3E63}"/>
                    </a:ext>
                  </a:extLst>
                </p14:cNvPr>
                <p14:cNvContentPartPr/>
                <p14:nvPr/>
              </p14:nvContentPartPr>
              <p14:xfrm>
                <a:off x="9983985" y="1771575"/>
                <a:ext cx="63360" cy="15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08A8E5-2FFF-F9EC-66E2-A9E7B85D3E6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77865" y="1765455"/>
                  <a:ext cx="75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BDA6B6-F1C2-8D5D-3AC7-7D92C0474382}"/>
                    </a:ext>
                  </a:extLst>
                </p14:cNvPr>
                <p14:cNvContentPartPr/>
                <p14:nvPr/>
              </p14:nvContentPartPr>
              <p14:xfrm>
                <a:off x="10176945" y="1796775"/>
                <a:ext cx="516960" cy="255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BDA6B6-F1C2-8D5D-3AC7-7D92C047438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70825" y="1790655"/>
                  <a:ext cx="529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71D861-F830-D243-84B9-8974BF71D062}"/>
                    </a:ext>
                  </a:extLst>
                </p14:cNvPr>
                <p14:cNvContentPartPr/>
                <p14:nvPr/>
              </p14:nvContentPartPr>
              <p14:xfrm>
                <a:off x="10597785" y="1915215"/>
                <a:ext cx="266400" cy="12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71D861-F830-D243-84B9-8974BF71D0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91665" y="1909095"/>
                  <a:ext cx="278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E19303-4467-3553-5B79-A49FA970D1CE}"/>
                    </a:ext>
                  </a:extLst>
                </p14:cNvPr>
                <p14:cNvContentPartPr/>
                <p14:nvPr/>
              </p14:nvContentPartPr>
              <p14:xfrm>
                <a:off x="11094945" y="1712895"/>
                <a:ext cx="1404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E19303-4467-3553-5B79-A49FA970D1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88825" y="1706775"/>
                  <a:ext cx="26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92B2EE-70AE-C0E6-2082-EF4929318336}"/>
                    </a:ext>
                  </a:extLst>
                </p14:cNvPr>
                <p14:cNvContentPartPr/>
                <p14:nvPr/>
              </p14:nvContentPartPr>
              <p14:xfrm>
                <a:off x="11120865" y="1920975"/>
                <a:ext cx="124920" cy="143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92B2EE-70AE-C0E6-2082-EF49293183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14745" y="1914855"/>
                  <a:ext cx="137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E27E38-D3D3-2594-E03A-86F48CFCA191}"/>
                    </a:ext>
                  </a:extLst>
                </p14:cNvPr>
                <p14:cNvContentPartPr/>
                <p14:nvPr/>
              </p14:nvContentPartPr>
              <p14:xfrm>
                <a:off x="11010345" y="1701015"/>
                <a:ext cx="43560" cy="73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E27E38-D3D3-2594-E03A-86F48CFCA1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04225" y="1694895"/>
                  <a:ext cx="55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2F28E1-0C6D-01E1-47D9-715A03AAC269}"/>
                    </a:ext>
                  </a:extLst>
                </p14:cNvPr>
                <p14:cNvContentPartPr/>
                <p14:nvPr/>
              </p14:nvContentPartPr>
              <p14:xfrm>
                <a:off x="11226345" y="1850415"/>
                <a:ext cx="399240" cy="252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2F28E1-0C6D-01E1-47D9-715A03AAC2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20225" y="1844295"/>
                  <a:ext cx="411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593E78D-9007-3E54-9646-F05CD94ED3CB}"/>
                    </a:ext>
                  </a:extLst>
                </p14:cNvPr>
                <p14:cNvContentPartPr/>
                <p14:nvPr/>
              </p14:nvContentPartPr>
              <p14:xfrm>
                <a:off x="11937345" y="2006295"/>
                <a:ext cx="10800" cy="1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593E78D-9007-3E54-9646-F05CD94ED3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31225" y="2000175"/>
                  <a:ext cx="230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4D353C-8EF0-CAFE-5812-87DEE971537A}"/>
              </a:ext>
            </a:extLst>
          </p:cNvPr>
          <p:cNvGrpSpPr/>
          <p:nvPr/>
        </p:nvGrpSpPr>
        <p:grpSpPr>
          <a:xfrm>
            <a:off x="1430745" y="2847615"/>
            <a:ext cx="3002040" cy="717480"/>
            <a:chOff x="1430745" y="2847615"/>
            <a:chExt cx="300204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C3BE91-FABB-98E5-47B3-6864C1306A05}"/>
                    </a:ext>
                  </a:extLst>
                </p14:cNvPr>
                <p14:cNvContentPartPr/>
                <p14:nvPr/>
              </p14:nvContentPartPr>
              <p14:xfrm>
                <a:off x="1440105" y="3068655"/>
                <a:ext cx="27720" cy="38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C3BE91-FABB-98E5-47B3-6864C1306A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33985" y="3062535"/>
                  <a:ext cx="399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FA0301-640E-6FC1-C1E1-1B9502E1C790}"/>
                    </a:ext>
                  </a:extLst>
                </p14:cNvPr>
                <p14:cNvContentPartPr/>
                <p14:nvPr/>
              </p14:nvContentPartPr>
              <p14:xfrm>
                <a:off x="1430745" y="2847615"/>
                <a:ext cx="520920" cy="717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FA0301-640E-6FC1-C1E1-1B9502E1C79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4625" y="2841495"/>
                  <a:ext cx="53316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132F457-CF33-2975-46AF-ECD3AEE4932E}"/>
                    </a:ext>
                  </a:extLst>
                </p14:cNvPr>
                <p14:cNvContentPartPr/>
                <p14:nvPr/>
              </p14:nvContentPartPr>
              <p14:xfrm>
                <a:off x="2035545" y="3029415"/>
                <a:ext cx="595800" cy="350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132F457-CF33-2975-46AF-ECD3AEE493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29425" y="3023295"/>
                  <a:ext cx="6080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F7BC7A6-9A64-B5F1-F428-F562188EAA29}"/>
                    </a:ext>
                  </a:extLst>
                </p14:cNvPr>
                <p14:cNvContentPartPr/>
                <p14:nvPr/>
              </p14:nvContentPartPr>
              <p14:xfrm>
                <a:off x="2494905" y="3147135"/>
                <a:ext cx="462240" cy="154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F7BC7A6-9A64-B5F1-F428-F562188EAA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88785" y="3141015"/>
                  <a:ext cx="474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8548DA-703A-CAE2-4651-53D4C7BADF9C}"/>
                    </a:ext>
                  </a:extLst>
                </p14:cNvPr>
                <p14:cNvContentPartPr/>
                <p14:nvPr/>
              </p14:nvContentPartPr>
              <p14:xfrm>
                <a:off x="3150105" y="2927895"/>
                <a:ext cx="296640" cy="48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8548DA-703A-CAE2-4651-53D4C7BADF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43985" y="2921775"/>
                  <a:ext cx="3088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B8037D4-4BF5-BE89-52F9-B416A13FE3EC}"/>
                    </a:ext>
                  </a:extLst>
                </p14:cNvPr>
                <p14:cNvContentPartPr/>
                <p14:nvPr/>
              </p14:nvContentPartPr>
              <p14:xfrm>
                <a:off x="3696225" y="2867775"/>
                <a:ext cx="513000" cy="441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B8037D4-4BF5-BE89-52F9-B416A13FE3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90105" y="2861655"/>
                  <a:ext cx="525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E0E2A1-4D7B-19B6-0139-029D45115428}"/>
                    </a:ext>
                  </a:extLst>
                </p14:cNvPr>
                <p14:cNvContentPartPr/>
                <p14:nvPr/>
              </p14:nvContentPartPr>
              <p14:xfrm>
                <a:off x="3984225" y="3035895"/>
                <a:ext cx="448560" cy="73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E0E2A1-4D7B-19B6-0139-029D451154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78105" y="3029775"/>
                  <a:ext cx="4608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9430AC-A210-2F3F-6351-C0D63E0C1F9D}"/>
              </a:ext>
            </a:extLst>
          </p:cNvPr>
          <p:cNvGrpSpPr/>
          <p:nvPr/>
        </p:nvGrpSpPr>
        <p:grpSpPr>
          <a:xfrm>
            <a:off x="5829225" y="3579135"/>
            <a:ext cx="1477080" cy="1051560"/>
            <a:chOff x="5829225" y="3579135"/>
            <a:chExt cx="1477080" cy="10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A1008F-E6BD-FF07-40E5-56907E10926D}"/>
                    </a:ext>
                  </a:extLst>
                </p14:cNvPr>
                <p14:cNvContentPartPr/>
                <p14:nvPr/>
              </p14:nvContentPartPr>
              <p14:xfrm>
                <a:off x="5829225" y="3776775"/>
                <a:ext cx="378000" cy="322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A1008F-E6BD-FF07-40E5-56907E10926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23105" y="3770655"/>
                  <a:ext cx="3902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112712-0A79-B41C-2F32-22CDB55E1D06}"/>
                    </a:ext>
                  </a:extLst>
                </p14:cNvPr>
                <p14:cNvContentPartPr/>
                <p14:nvPr/>
              </p14:nvContentPartPr>
              <p14:xfrm>
                <a:off x="6253665" y="3579135"/>
                <a:ext cx="110880" cy="1051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112712-0A79-B41C-2F32-22CDB55E1D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47545" y="3573015"/>
                  <a:ext cx="12312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6B7A40-530B-38A5-3D3F-99C71165EA0F}"/>
                    </a:ext>
                  </a:extLst>
                </p14:cNvPr>
                <p14:cNvContentPartPr/>
                <p14:nvPr/>
              </p14:nvContentPartPr>
              <p14:xfrm>
                <a:off x="6602145" y="3698295"/>
                <a:ext cx="44640" cy="53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6B7A40-530B-38A5-3D3F-99C71165EA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96025" y="3692175"/>
                  <a:ext cx="568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482D37-330C-0453-38B5-82977CF8541B}"/>
                    </a:ext>
                  </a:extLst>
                </p14:cNvPr>
                <p14:cNvContentPartPr/>
                <p14:nvPr/>
              </p14:nvContentPartPr>
              <p14:xfrm>
                <a:off x="6562905" y="3841215"/>
                <a:ext cx="177120" cy="252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482D37-330C-0453-38B5-82977CF854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56785" y="3835095"/>
                  <a:ext cx="189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20629DA-7FA5-157B-BD71-08D611E6F25A}"/>
                    </a:ext>
                  </a:extLst>
                </p14:cNvPr>
                <p14:cNvContentPartPr/>
                <p14:nvPr/>
              </p14:nvContentPartPr>
              <p14:xfrm>
                <a:off x="7072665" y="3819615"/>
                <a:ext cx="233640" cy="85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20629DA-7FA5-157B-BD71-08D611E6F2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66545" y="3813495"/>
                  <a:ext cx="24588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9D53918-C9FA-29C6-11A5-56C6D25296BE}"/>
              </a:ext>
            </a:extLst>
          </p:cNvPr>
          <p:cNvGrpSpPr/>
          <p:nvPr/>
        </p:nvGrpSpPr>
        <p:grpSpPr>
          <a:xfrm>
            <a:off x="8023065" y="3357735"/>
            <a:ext cx="3650040" cy="1396440"/>
            <a:chOff x="8023065" y="3357735"/>
            <a:chExt cx="3650040" cy="13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5053C58-8D8B-F838-7FB9-4F05749B2BD6}"/>
                    </a:ext>
                  </a:extLst>
                </p14:cNvPr>
                <p14:cNvContentPartPr/>
                <p14:nvPr/>
              </p14:nvContentPartPr>
              <p14:xfrm>
                <a:off x="8023065" y="3438375"/>
                <a:ext cx="674640" cy="508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5053C58-8D8B-F838-7FB9-4F05749B2BD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16945" y="3432255"/>
                  <a:ext cx="686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C363951-2ED2-FDDF-D7D1-5295A3B6EE37}"/>
                    </a:ext>
                  </a:extLst>
                </p14:cNvPr>
                <p14:cNvContentPartPr/>
                <p14:nvPr/>
              </p14:nvContentPartPr>
              <p14:xfrm>
                <a:off x="8741625" y="3491655"/>
                <a:ext cx="43920" cy="3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C363951-2ED2-FDDF-D7D1-5295A3B6EE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35505" y="3485535"/>
                  <a:ext cx="56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A67F96-0757-F267-7075-B29BCF7770F4}"/>
                    </a:ext>
                  </a:extLst>
                </p14:cNvPr>
                <p14:cNvContentPartPr/>
                <p14:nvPr/>
              </p14:nvContentPartPr>
              <p14:xfrm>
                <a:off x="8887785" y="3548895"/>
                <a:ext cx="544320" cy="216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3A67F96-0757-F267-7075-B29BCF7770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81665" y="3542775"/>
                  <a:ext cx="556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785C2B-7BF4-3651-1279-9A6C67BDF257}"/>
                    </a:ext>
                  </a:extLst>
                </p14:cNvPr>
                <p14:cNvContentPartPr/>
                <p14:nvPr/>
              </p14:nvContentPartPr>
              <p14:xfrm>
                <a:off x="9503745" y="3384735"/>
                <a:ext cx="207360" cy="311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785C2B-7BF4-3651-1279-9A6C67BDF2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97625" y="3378615"/>
                  <a:ext cx="219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8DF36B-65E6-9C82-7CE2-198D6F5B9FAB}"/>
                    </a:ext>
                  </a:extLst>
                </p14:cNvPr>
                <p14:cNvContentPartPr/>
                <p14:nvPr/>
              </p14:nvContentPartPr>
              <p14:xfrm>
                <a:off x="9790665" y="3357735"/>
                <a:ext cx="635040" cy="678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8DF36B-65E6-9C82-7CE2-198D6F5B9F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84545" y="3351615"/>
                  <a:ext cx="64728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1EC260F-BC90-C4D5-A93E-F5AE24AB4387}"/>
                    </a:ext>
                  </a:extLst>
                </p14:cNvPr>
                <p14:cNvContentPartPr/>
                <p14:nvPr/>
              </p14:nvContentPartPr>
              <p14:xfrm>
                <a:off x="8797425" y="4213815"/>
                <a:ext cx="626760" cy="439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1EC260F-BC90-C4D5-A93E-F5AE24AB438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91305" y="4207695"/>
                  <a:ext cx="639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359133-3D09-50D5-2AFD-52B4D8586F1F}"/>
                    </a:ext>
                  </a:extLst>
                </p14:cNvPr>
                <p14:cNvContentPartPr/>
                <p14:nvPr/>
              </p14:nvContentPartPr>
              <p14:xfrm>
                <a:off x="9628305" y="4142895"/>
                <a:ext cx="123840" cy="240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359133-3D09-50D5-2AFD-52B4D8586F1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22185" y="4136775"/>
                  <a:ext cx="136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62B693-4200-2B60-66A9-36BB27B6BBEF}"/>
                    </a:ext>
                  </a:extLst>
                </p14:cNvPr>
                <p14:cNvContentPartPr/>
                <p14:nvPr/>
              </p14:nvContentPartPr>
              <p14:xfrm>
                <a:off x="9600945" y="4145055"/>
                <a:ext cx="1100520" cy="60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62B693-4200-2B60-66A9-36BB27B6BB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94825" y="4138935"/>
                  <a:ext cx="11127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787B96-945E-EEED-556E-71CE5496D03D}"/>
                    </a:ext>
                  </a:extLst>
                </p14:cNvPr>
                <p14:cNvContentPartPr/>
                <p14:nvPr/>
              </p14:nvContentPartPr>
              <p14:xfrm>
                <a:off x="10650705" y="4033095"/>
                <a:ext cx="380520" cy="288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787B96-945E-EEED-556E-71CE5496D0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44585" y="4026975"/>
                  <a:ext cx="3927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D94D96-7C66-C470-BCE7-090F093F97B7}"/>
                    </a:ext>
                  </a:extLst>
                </p14:cNvPr>
                <p14:cNvContentPartPr/>
                <p14:nvPr/>
              </p14:nvContentPartPr>
              <p14:xfrm>
                <a:off x="11059665" y="3838335"/>
                <a:ext cx="107640" cy="95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D94D96-7C66-C470-BCE7-090F093F97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53545" y="3832215"/>
                  <a:ext cx="119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5F30DD-E3F0-8B1E-87F0-EBB3EAEE8B14}"/>
                    </a:ext>
                  </a:extLst>
                </p14:cNvPr>
                <p14:cNvContentPartPr/>
                <p14:nvPr/>
              </p14:nvContentPartPr>
              <p14:xfrm>
                <a:off x="11065785" y="3858855"/>
                <a:ext cx="366480" cy="343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5F30DD-E3F0-8B1E-87F0-EBB3EAEE8B1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59665" y="3852735"/>
                  <a:ext cx="378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282F47-5A88-41C7-4C51-CDE0C2DB3D7E}"/>
                    </a:ext>
                  </a:extLst>
                </p14:cNvPr>
                <p14:cNvContentPartPr/>
                <p14:nvPr/>
              </p14:nvContentPartPr>
              <p14:xfrm>
                <a:off x="11483385" y="3939135"/>
                <a:ext cx="26640" cy="32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282F47-5A88-41C7-4C51-CDE0C2DB3D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77265" y="3933015"/>
                  <a:ext cx="38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8D4F8AC-FE6A-581B-900C-93845AD9CED1}"/>
                    </a:ext>
                  </a:extLst>
                </p14:cNvPr>
                <p14:cNvContentPartPr/>
                <p14:nvPr/>
              </p14:nvContentPartPr>
              <p14:xfrm>
                <a:off x="11447025" y="3386535"/>
                <a:ext cx="226080" cy="122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8D4F8AC-FE6A-581B-900C-93845AD9CE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40905" y="3380415"/>
                  <a:ext cx="238320" cy="124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EC246D1-ABA7-6D3F-E4F4-C12C77BA2E49}"/>
                  </a:ext>
                </a:extLst>
              </p14:cNvPr>
              <p14:cNvContentPartPr/>
              <p14:nvPr/>
            </p14:nvContentPartPr>
            <p14:xfrm>
              <a:off x="7724985" y="3363135"/>
              <a:ext cx="329040" cy="906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EC246D1-ABA7-6D3F-E4F4-C12C77BA2E4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718865" y="3357015"/>
                <a:ext cx="341280" cy="9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773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976C165-60C0-B69B-806C-06C8C0FF1DC6}"/>
              </a:ext>
            </a:extLst>
          </p:cNvPr>
          <p:cNvGrpSpPr/>
          <p:nvPr/>
        </p:nvGrpSpPr>
        <p:grpSpPr>
          <a:xfrm>
            <a:off x="1006305" y="130335"/>
            <a:ext cx="2796480" cy="1512000"/>
            <a:chOff x="1006305" y="130335"/>
            <a:chExt cx="2796480" cy="151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18D5BA3-B014-4471-1B71-273BD68D263A}"/>
                    </a:ext>
                  </a:extLst>
                </p14:cNvPr>
                <p14:cNvContentPartPr/>
                <p14:nvPr/>
              </p14:nvContentPartPr>
              <p14:xfrm>
                <a:off x="1006305" y="227535"/>
                <a:ext cx="207360" cy="757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18D5BA3-B014-4471-1B71-273BD68D26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0185" y="221415"/>
                  <a:ext cx="21960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C5AEA5-C7EA-8F2A-4D93-5B5AADD8D42A}"/>
                    </a:ext>
                  </a:extLst>
                </p14:cNvPr>
                <p14:cNvContentPartPr/>
                <p14:nvPr/>
              </p14:nvContentPartPr>
              <p14:xfrm>
                <a:off x="1517865" y="317895"/>
                <a:ext cx="67680" cy="450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C5AEA5-C7EA-8F2A-4D93-5B5AADD8D4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1745" y="311775"/>
                  <a:ext cx="799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84D1C94-DB94-7466-92EA-B61241701C94}"/>
                    </a:ext>
                  </a:extLst>
                </p14:cNvPr>
                <p14:cNvContentPartPr/>
                <p14:nvPr/>
              </p14:nvContentPartPr>
              <p14:xfrm>
                <a:off x="1285665" y="527775"/>
                <a:ext cx="427680" cy="97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84D1C94-DB94-7466-92EA-B61241701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9545" y="521655"/>
                  <a:ext cx="439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F45145-D079-A966-642D-86E47B3B84A6}"/>
                    </a:ext>
                  </a:extLst>
                </p14:cNvPr>
                <p14:cNvContentPartPr/>
                <p14:nvPr/>
              </p14:nvContentPartPr>
              <p14:xfrm>
                <a:off x="1861665" y="130335"/>
                <a:ext cx="1231560" cy="1060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F45145-D079-A966-642D-86E47B3B84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5545" y="124215"/>
                  <a:ext cx="1243800" cy="10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9386A7-080D-1FEC-AC16-E2FF77C1FB74}"/>
                    </a:ext>
                  </a:extLst>
                </p14:cNvPr>
                <p14:cNvContentPartPr/>
                <p14:nvPr/>
              </p14:nvContentPartPr>
              <p14:xfrm>
                <a:off x="2103585" y="1097295"/>
                <a:ext cx="759600" cy="545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9386A7-080D-1FEC-AC16-E2FF77C1FB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97465" y="1091175"/>
                  <a:ext cx="7718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E9B7AE9-D473-696C-82A1-0B0F61F516FA}"/>
                    </a:ext>
                  </a:extLst>
                </p14:cNvPr>
                <p14:cNvContentPartPr/>
                <p14:nvPr/>
              </p14:nvContentPartPr>
              <p14:xfrm>
                <a:off x="2903505" y="1198815"/>
                <a:ext cx="604440" cy="235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E9B7AE9-D473-696C-82A1-0B0F61F516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97385" y="1192695"/>
                  <a:ext cx="616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BCA73A5-DE32-6FEA-C76F-EF2F0F735096}"/>
                    </a:ext>
                  </a:extLst>
                </p14:cNvPr>
                <p14:cNvContentPartPr/>
                <p14:nvPr/>
              </p14:nvContentPartPr>
              <p14:xfrm>
                <a:off x="3763545" y="1225455"/>
                <a:ext cx="39240" cy="19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BCA73A5-DE32-6FEA-C76F-EF2F0F7350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57425" y="1219335"/>
                  <a:ext cx="514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C98EF-8670-D6B2-54BE-4A47FEA253F6}"/>
              </a:ext>
            </a:extLst>
          </p:cNvPr>
          <p:cNvGrpSpPr/>
          <p:nvPr/>
        </p:nvGrpSpPr>
        <p:grpSpPr>
          <a:xfrm>
            <a:off x="6213705" y="120615"/>
            <a:ext cx="3665520" cy="1092960"/>
            <a:chOff x="6213705" y="120615"/>
            <a:chExt cx="3665520" cy="10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28D0A4-3B4C-0986-106E-982E9C6F1EA3}"/>
                    </a:ext>
                  </a:extLst>
                </p14:cNvPr>
                <p14:cNvContentPartPr/>
                <p14:nvPr/>
              </p14:nvContentPartPr>
              <p14:xfrm>
                <a:off x="6213705" y="453975"/>
                <a:ext cx="68400" cy="52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28D0A4-3B4C-0986-106E-982E9C6F1E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07585" y="447855"/>
                  <a:ext cx="806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2DA81E-6244-D680-B95D-E835A0B32016}"/>
                    </a:ext>
                  </a:extLst>
                </p14:cNvPr>
                <p14:cNvContentPartPr/>
                <p14:nvPr/>
              </p14:nvContentPartPr>
              <p14:xfrm>
                <a:off x="6237105" y="295215"/>
                <a:ext cx="327960" cy="452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2DA81E-6244-D680-B95D-E835A0B320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30985" y="289095"/>
                  <a:ext cx="3402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EAB0D1-881D-BB6C-A4B9-22CD74D175FC}"/>
                    </a:ext>
                  </a:extLst>
                </p14:cNvPr>
                <p14:cNvContentPartPr/>
                <p14:nvPr/>
              </p14:nvContentPartPr>
              <p14:xfrm>
                <a:off x="6646785" y="476655"/>
                <a:ext cx="708480" cy="33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EAB0D1-881D-BB6C-A4B9-22CD74D175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40665" y="470535"/>
                  <a:ext cx="7207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3A2DF2-0D34-83A1-E25C-7D05A29CEA8A}"/>
                    </a:ext>
                  </a:extLst>
                </p14:cNvPr>
                <p14:cNvContentPartPr/>
                <p14:nvPr/>
              </p14:nvContentPartPr>
              <p14:xfrm>
                <a:off x="7604025" y="217095"/>
                <a:ext cx="320400" cy="94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3A2DF2-0D34-83A1-E25C-7D05A29CEA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97905" y="210975"/>
                  <a:ext cx="332640" cy="9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171A86-A86A-798F-20DC-C24CC258929D}"/>
                    </a:ext>
                  </a:extLst>
                </p14:cNvPr>
                <p14:cNvContentPartPr/>
                <p14:nvPr/>
              </p14:nvContentPartPr>
              <p14:xfrm>
                <a:off x="8264265" y="398175"/>
                <a:ext cx="84240" cy="575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171A86-A86A-798F-20DC-C24CC258929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58145" y="392055"/>
                  <a:ext cx="964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E343AA-2FD9-E0C8-1128-8C26300AADAF}"/>
                    </a:ext>
                  </a:extLst>
                </p14:cNvPr>
                <p14:cNvContentPartPr/>
                <p14:nvPr/>
              </p14:nvContentPartPr>
              <p14:xfrm>
                <a:off x="8308185" y="120615"/>
                <a:ext cx="336240" cy="252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E343AA-2FD9-E0C8-1128-8C26300AAD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02065" y="114495"/>
                  <a:ext cx="3484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692197-AF86-5012-5B55-D7016207F164}"/>
                    </a:ext>
                  </a:extLst>
                </p14:cNvPr>
                <p14:cNvContentPartPr/>
                <p14:nvPr/>
              </p14:nvContentPartPr>
              <p14:xfrm>
                <a:off x="8450025" y="478815"/>
                <a:ext cx="743400" cy="12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692197-AF86-5012-5B55-D7016207F1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43905" y="472695"/>
                  <a:ext cx="75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BE21D3-63FB-C9B9-D927-40FD0345784F}"/>
                    </a:ext>
                  </a:extLst>
                </p14:cNvPr>
                <p14:cNvContentPartPr/>
                <p14:nvPr/>
              </p14:nvContentPartPr>
              <p14:xfrm>
                <a:off x="9312945" y="148335"/>
                <a:ext cx="59760" cy="4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BE21D3-63FB-C9B9-D927-40FD034578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06825" y="142215"/>
                  <a:ext cx="72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CD2F5B-A6FF-F479-A780-A158977F4341}"/>
                    </a:ext>
                  </a:extLst>
                </p14:cNvPr>
                <p14:cNvContentPartPr/>
                <p14:nvPr/>
              </p14:nvContentPartPr>
              <p14:xfrm>
                <a:off x="9470625" y="133935"/>
                <a:ext cx="118800" cy="58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CD2F5B-A6FF-F479-A780-A158977F43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64505" y="127815"/>
                  <a:ext cx="13104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CAA0842-596B-0337-8D4F-12BE6E76F266}"/>
                    </a:ext>
                  </a:extLst>
                </p14:cNvPr>
                <p14:cNvContentPartPr/>
                <p14:nvPr/>
              </p14:nvContentPartPr>
              <p14:xfrm>
                <a:off x="9872025" y="517695"/>
                <a:ext cx="7200" cy="60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CAA0842-596B-0337-8D4F-12BE6E76F2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65905" y="511575"/>
                  <a:ext cx="19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A83ED5-EEBB-7E79-B40A-44660EF247E6}"/>
                    </a:ext>
                  </a:extLst>
                </p14:cNvPr>
                <p14:cNvContentPartPr/>
                <p14:nvPr/>
              </p14:nvContentPartPr>
              <p14:xfrm>
                <a:off x="6395865" y="1130775"/>
                <a:ext cx="794880" cy="8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A83ED5-EEBB-7E79-B40A-44660EF247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9745" y="1124655"/>
                  <a:ext cx="807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510AAA-B807-C4DC-072C-0C5A4A07BB70}"/>
                    </a:ext>
                  </a:extLst>
                </p14:cNvPr>
                <p14:cNvContentPartPr/>
                <p14:nvPr/>
              </p14:nvContentPartPr>
              <p14:xfrm>
                <a:off x="8961945" y="930975"/>
                <a:ext cx="525960" cy="78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510AAA-B807-C4DC-072C-0C5A4A07BB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5825" y="924855"/>
                  <a:ext cx="5382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00B9C1-BEAF-AE20-A0B9-5FC83B0666C1}"/>
              </a:ext>
            </a:extLst>
          </p:cNvPr>
          <p:cNvGrpSpPr/>
          <p:nvPr/>
        </p:nvGrpSpPr>
        <p:grpSpPr>
          <a:xfrm>
            <a:off x="10113225" y="-47865"/>
            <a:ext cx="1371600" cy="1130040"/>
            <a:chOff x="10113225" y="-47865"/>
            <a:chExt cx="1371600" cy="11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B586A5-2747-8C36-98F7-49733E2AFBD3}"/>
                    </a:ext>
                  </a:extLst>
                </p14:cNvPr>
                <p14:cNvContentPartPr/>
                <p14:nvPr/>
              </p14:nvContentPartPr>
              <p14:xfrm>
                <a:off x="10629825" y="326895"/>
                <a:ext cx="187200" cy="302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B586A5-2747-8C36-98F7-49733E2AFB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23705" y="320775"/>
                  <a:ext cx="199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E2E788-DAAA-E5D4-EEE5-237F046D572B}"/>
                    </a:ext>
                  </a:extLst>
                </p14:cNvPr>
                <p14:cNvContentPartPr/>
                <p14:nvPr/>
              </p14:nvContentPartPr>
              <p14:xfrm>
                <a:off x="10842225" y="692655"/>
                <a:ext cx="104400" cy="9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E2E788-DAAA-E5D4-EEE5-237F046D57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36105" y="686535"/>
                  <a:ext cx="1166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6223BE-C078-4B31-EB9F-62CED65E5B07}"/>
                    </a:ext>
                  </a:extLst>
                </p14:cNvPr>
                <p14:cNvContentPartPr/>
                <p14:nvPr/>
              </p14:nvContentPartPr>
              <p14:xfrm>
                <a:off x="11281065" y="312855"/>
                <a:ext cx="203760" cy="38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6223BE-C078-4B31-EB9F-62CED65E5B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74945" y="306735"/>
                  <a:ext cx="2160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51D8CE-800A-9DB2-6E75-2C18B1C49CC6}"/>
                    </a:ext>
                  </a:extLst>
                </p14:cNvPr>
                <p14:cNvContentPartPr/>
                <p14:nvPr/>
              </p14:nvContentPartPr>
              <p14:xfrm>
                <a:off x="10113225" y="-47865"/>
                <a:ext cx="1324800" cy="1130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51D8CE-800A-9DB2-6E75-2C18B1C49C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07105" y="-53985"/>
                  <a:ext cx="1337040" cy="11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21C1C7-AE3F-FCA8-A795-49ECE4D88ADE}"/>
                    </a:ext>
                  </a:extLst>
                </p14:cNvPr>
                <p14:cNvContentPartPr/>
                <p14:nvPr/>
              </p14:nvContentPartPr>
              <p14:xfrm>
                <a:off x="11449185" y="584520"/>
                <a:ext cx="12960" cy="5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21C1C7-AE3F-FCA8-A795-49ECE4D88A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43065" y="578400"/>
                  <a:ext cx="2520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4734A6A-1358-F933-D606-0BF414A31F43}"/>
                  </a:ext>
                </a:extLst>
              </p14:cNvPr>
              <p14:cNvContentPartPr/>
              <p14:nvPr/>
            </p14:nvContentPartPr>
            <p14:xfrm>
              <a:off x="2344785" y="2410080"/>
              <a:ext cx="511560" cy="538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4734A6A-1358-F933-D606-0BF414A31F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38665" y="2403960"/>
                <a:ext cx="523800" cy="5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3DF0E6BB-3E4C-126C-0C40-B3676CAD834E}"/>
              </a:ext>
            </a:extLst>
          </p:cNvPr>
          <p:cNvGrpSpPr/>
          <p:nvPr/>
        </p:nvGrpSpPr>
        <p:grpSpPr>
          <a:xfrm>
            <a:off x="7207305" y="1897080"/>
            <a:ext cx="855360" cy="662040"/>
            <a:chOff x="7207305" y="1897080"/>
            <a:chExt cx="85536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CBF548-204A-0BF5-22E7-8C7C9A2C70C2}"/>
                    </a:ext>
                  </a:extLst>
                </p14:cNvPr>
                <p14:cNvContentPartPr/>
                <p14:nvPr/>
              </p14:nvContentPartPr>
              <p14:xfrm>
                <a:off x="7218105" y="2019840"/>
                <a:ext cx="78480" cy="539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CBF548-204A-0BF5-22E7-8C7C9A2C70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11985" y="2013720"/>
                  <a:ext cx="907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3AB5EB-2D9D-55B9-D54E-35D5CE3F8B49}"/>
                    </a:ext>
                  </a:extLst>
                </p14:cNvPr>
                <p14:cNvContentPartPr/>
                <p14:nvPr/>
              </p14:nvContentPartPr>
              <p14:xfrm>
                <a:off x="7303425" y="1897080"/>
                <a:ext cx="340920" cy="92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3AB5EB-2D9D-55B9-D54E-35D5CE3F8B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97305" y="1890960"/>
                  <a:ext cx="353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BC2BB6D-67F5-20AE-F490-6EF0FD986FFB}"/>
                    </a:ext>
                  </a:extLst>
                </p14:cNvPr>
                <p14:cNvContentPartPr/>
                <p14:nvPr/>
              </p14:nvContentPartPr>
              <p14:xfrm>
                <a:off x="7207305" y="2208120"/>
                <a:ext cx="217800" cy="11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BC2BB6D-67F5-20AE-F490-6EF0FD986F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01185" y="2202000"/>
                  <a:ext cx="230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0E31AA-E095-F2B5-E161-9D6DD83CE766}"/>
                    </a:ext>
                  </a:extLst>
                </p14:cNvPr>
                <p14:cNvContentPartPr/>
                <p14:nvPr/>
              </p14:nvContentPartPr>
              <p14:xfrm>
                <a:off x="7640025" y="2262480"/>
                <a:ext cx="422640" cy="125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0E31AA-E095-F2B5-E161-9D6DD83CE76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33905" y="2256360"/>
                  <a:ext cx="43488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FB22A16-3680-C600-89ED-40852614456D}"/>
                  </a:ext>
                </a:extLst>
              </p14:cNvPr>
              <p14:cNvContentPartPr/>
              <p14:nvPr/>
            </p14:nvContentPartPr>
            <p14:xfrm>
              <a:off x="8462625" y="1901400"/>
              <a:ext cx="49680" cy="358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FB22A16-3680-C600-89ED-40852614456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456505" y="1895280"/>
                <a:ext cx="619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70F66EE-996C-DDE9-6438-DE6EE4575D1A}"/>
                  </a:ext>
                </a:extLst>
              </p14:cNvPr>
              <p14:cNvContentPartPr/>
              <p14:nvPr/>
            </p14:nvContentPartPr>
            <p14:xfrm>
              <a:off x="2297985" y="3389280"/>
              <a:ext cx="375840" cy="526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70F66EE-996C-DDE9-6438-DE6EE4575D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91865" y="3383160"/>
                <a:ext cx="388080" cy="53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4B8642C0-1E06-50B4-109A-58E1DC17697D}"/>
              </a:ext>
            </a:extLst>
          </p:cNvPr>
          <p:cNvGrpSpPr/>
          <p:nvPr/>
        </p:nvGrpSpPr>
        <p:grpSpPr>
          <a:xfrm>
            <a:off x="7051425" y="3003000"/>
            <a:ext cx="1076760" cy="628200"/>
            <a:chOff x="7051425" y="3003000"/>
            <a:chExt cx="1076760" cy="6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824575-D111-6B23-1C05-88F53AC9FF33}"/>
                    </a:ext>
                  </a:extLst>
                </p14:cNvPr>
                <p14:cNvContentPartPr/>
                <p14:nvPr/>
              </p14:nvContentPartPr>
              <p14:xfrm>
                <a:off x="7051425" y="3152400"/>
                <a:ext cx="96840" cy="47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824575-D111-6B23-1C05-88F53AC9FF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45305" y="3146280"/>
                  <a:ext cx="1090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4875C8-1A62-E1E6-CE27-F77DE46EA8B8}"/>
                    </a:ext>
                  </a:extLst>
                </p14:cNvPr>
                <p14:cNvContentPartPr/>
                <p14:nvPr/>
              </p14:nvContentPartPr>
              <p14:xfrm>
                <a:off x="7128825" y="3003000"/>
                <a:ext cx="224280" cy="116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4875C8-1A62-E1E6-CE27-F77DE46EA8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22705" y="2996880"/>
                  <a:ext cx="236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6CE17A7-4799-28F1-081E-A601EDF981C7}"/>
                    </a:ext>
                  </a:extLst>
                </p14:cNvPr>
                <p14:cNvContentPartPr/>
                <p14:nvPr/>
              </p14:nvContentPartPr>
              <p14:xfrm>
                <a:off x="7246905" y="3292080"/>
                <a:ext cx="881280" cy="98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6CE17A7-4799-28F1-081E-A601EDF98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40785" y="3285960"/>
                  <a:ext cx="89352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DEB472A-4A2F-7292-3030-D30FC50B3001}"/>
                  </a:ext>
                </a:extLst>
              </p14:cNvPr>
              <p14:cNvContentPartPr/>
              <p14:nvPr/>
            </p14:nvContentPartPr>
            <p14:xfrm>
              <a:off x="8599785" y="2979600"/>
              <a:ext cx="16200" cy="36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DEB472A-4A2F-7292-3030-D30FC50B300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93665" y="2973480"/>
                <a:ext cx="28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068D060-58C6-C377-DEFB-8E370A2DB593}"/>
                  </a:ext>
                </a:extLst>
              </p14:cNvPr>
              <p14:cNvContentPartPr/>
              <p14:nvPr/>
            </p14:nvContentPartPr>
            <p14:xfrm>
              <a:off x="2484465" y="4314840"/>
              <a:ext cx="398520" cy="451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068D060-58C6-C377-DEFB-8E370A2DB59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78345" y="4308720"/>
                <a:ext cx="410760" cy="46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CF2EE4B-949A-42AC-4509-78195141BB55}"/>
              </a:ext>
            </a:extLst>
          </p:cNvPr>
          <p:cNvGrpSpPr/>
          <p:nvPr/>
        </p:nvGrpSpPr>
        <p:grpSpPr>
          <a:xfrm>
            <a:off x="8525985" y="3810840"/>
            <a:ext cx="195480" cy="552600"/>
            <a:chOff x="8525985" y="3810840"/>
            <a:chExt cx="195480" cy="55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559671C-EC1D-36AF-2BFF-864932AFAF15}"/>
                    </a:ext>
                  </a:extLst>
                </p14:cNvPr>
                <p14:cNvContentPartPr/>
                <p14:nvPr/>
              </p14:nvContentPartPr>
              <p14:xfrm>
                <a:off x="8525985" y="3810840"/>
                <a:ext cx="133560" cy="423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559671C-EC1D-36AF-2BFF-864932AFAF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19865" y="3804720"/>
                  <a:ext cx="1458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EF046D-FC84-66A8-F5B8-BFB7FFBBAB51}"/>
                    </a:ext>
                  </a:extLst>
                </p14:cNvPr>
                <p14:cNvContentPartPr/>
                <p14:nvPr/>
              </p14:nvContentPartPr>
              <p14:xfrm>
                <a:off x="8684385" y="4211880"/>
                <a:ext cx="37080" cy="151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EF046D-FC84-66A8-F5B8-BFB7FFBBAB5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78265" y="4205760"/>
                  <a:ext cx="4932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1F8661-5661-F628-1877-F69673D19ECD}"/>
              </a:ext>
            </a:extLst>
          </p:cNvPr>
          <p:cNvGrpSpPr/>
          <p:nvPr/>
        </p:nvGrpSpPr>
        <p:grpSpPr>
          <a:xfrm>
            <a:off x="2600025" y="5084160"/>
            <a:ext cx="714960" cy="583560"/>
            <a:chOff x="2600025" y="5084160"/>
            <a:chExt cx="714960" cy="5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D5C36A-6CF9-5EB9-10D7-60F10930D4C3}"/>
                    </a:ext>
                  </a:extLst>
                </p14:cNvPr>
                <p14:cNvContentPartPr/>
                <p14:nvPr/>
              </p14:nvContentPartPr>
              <p14:xfrm>
                <a:off x="2600025" y="5146440"/>
                <a:ext cx="230400" cy="521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D5C36A-6CF9-5EB9-10D7-60F10930D4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93905" y="5140320"/>
                  <a:ext cx="2426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D29156-76E4-9EEE-AA16-06118D2C5B45}"/>
                    </a:ext>
                  </a:extLst>
                </p14:cNvPr>
                <p14:cNvContentPartPr/>
                <p14:nvPr/>
              </p14:nvContentPartPr>
              <p14:xfrm>
                <a:off x="2904225" y="5084160"/>
                <a:ext cx="410760" cy="92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D29156-76E4-9EEE-AA16-06118D2C5B4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98105" y="5078040"/>
                  <a:ext cx="4230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16DB76-218B-2C3D-DA03-974AE9F53D77}"/>
              </a:ext>
            </a:extLst>
          </p:cNvPr>
          <p:cNvGrpSpPr/>
          <p:nvPr/>
        </p:nvGrpSpPr>
        <p:grpSpPr>
          <a:xfrm>
            <a:off x="7125225" y="4846200"/>
            <a:ext cx="1257480" cy="673560"/>
            <a:chOff x="7125225" y="4846200"/>
            <a:chExt cx="1257480" cy="6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984228-98AF-56E2-0F6B-878D3BA49C57}"/>
                    </a:ext>
                  </a:extLst>
                </p14:cNvPr>
                <p14:cNvContentPartPr/>
                <p14:nvPr/>
              </p14:nvContentPartPr>
              <p14:xfrm>
                <a:off x="7125225" y="5070480"/>
                <a:ext cx="37440" cy="44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984228-98AF-56E2-0F6B-878D3BA49C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19105" y="5064360"/>
                  <a:ext cx="496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7A73395-8190-D75D-2044-D09DCC0F8983}"/>
                    </a:ext>
                  </a:extLst>
                </p14:cNvPr>
                <p14:cNvContentPartPr/>
                <p14:nvPr/>
              </p14:nvContentPartPr>
              <p14:xfrm>
                <a:off x="7142505" y="4846200"/>
                <a:ext cx="253440" cy="417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7A73395-8190-D75D-2044-D09DCC0F89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36385" y="4840080"/>
                  <a:ext cx="265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F81A25-5055-0560-8E21-BF37A7491447}"/>
                    </a:ext>
                  </a:extLst>
                </p14:cNvPr>
                <p14:cNvContentPartPr/>
                <p14:nvPr/>
              </p14:nvContentPartPr>
              <p14:xfrm>
                <a:off x="7484145" y="5026560"/>
                <a:ext cx="898560" cy="31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F81A25-5055-0560-8E21-BF37A74914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78025" y="5020440"/>
                  <a:ext cx="91080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9CF7351-E276-4ED6-8110-AC6A8BF69630}"/>
              </a:ext>
            </a:extLst>
          </p:cNvPr>
          <p:cNvGrpSpPr/>
          <p:nvPr/>
        </p:nvGrpSpPr>
        <p:grpSpPr>
          <a:xfrm>
            <a:off x="6885465" y="3940440"/>
            <a:ext cx="1297440" cy="606240"/>
            <a:chOff x="6885465" y="3940440"/>
            <a:chExt cx="1297440" cy="6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C81D6B1-5FE5-C069-9DD6-A9A88E5F4072}"/>
                    </a:ext>
                  </a:extLst>
                </p14:cNvPr>
                <p14:cNvContentPartPr/>
                <p14:nvPr/>
              </p14:nvContentPartPr>
              <p14:xfrm>
                <a:off x="6885465" y="4078320"/>
                <a:ext cx="208080" cy="468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C81D6B1-5FE5-C069-9DD6-A9A88E5F40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79345" y="4072200"/>
                  <a:ext cx="2203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35F5F5-6CE9-EA75-E0F4-5E25855E8899}"/>
                    </a:ext>
                  </a:extLst>
                </p14:cNvPr>
                <p14:cNvContentPartPr/>
                <p14:nvPr/>
              </p14:nvContentPartPr>
              <p14:xfrm>
                <a:off x="6983385" y="3960600"/>
                <a:ext cx="351720" cy="32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35F5F5-6CE9-EA75-E0F4-5E25855E88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77265" y="3954480"/>
                  <a:ext cx="3639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EAE3F4-640E-DC7F-A3B2-85E56C49DE0F}"/>
                    </a:ext>
                  </a:extLst>
                </p14:cNvPr>
                <p14:cNvContentPartPr/>
                <p14:nvPr/>
              </p14:nvContentPartPr>
              <p14:xfrm>
                <a:off x="7449225" y="4157520"/>
                <a:ext cx="542880" cy="12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EAE3F4-640E-DC7F-A3B2-85E56C49DE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43105" y="4151400"/>
                  <a:ext cx="555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1B5470-5250-F98E-9A49-96A0A8F19C91}"/>
                    </a:ext>
                  </a:extLst>
                </p14:cNvPr>
                <p14:cNvContentPartPr/>
                <p14:nvPr/>
              </p14:nvContentPartPr>
              <p14:xfrm>
                <a:off x="8062665" y="3940440"/>
                <a:ext cx="120240" cy="63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1B5470-5250-F98E-9A49-96A0A8F19C9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56545" y="3934320"/>
                  <a:ext cx="132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B9E925-FD64-5777-E8AA-6F987D5800A5}"/>
                    </a:ext>
                  </a:extLst>
                </p14:cNvPr>
                <p14:cNvContentPartPr/>
                <p14:nvPr/>
              </p14:nvContentPartPr>
              <p14:xfrm>
                <a:off x="6990585" y="4251840"/>
                <a:ext cx="360360" cy="10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B9E925-FD64-5777-E8AA-6F987D5800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84465" y="4245720"/>
                  <a:ext cx="37260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25746A0-2894-E389-D897-933BF31AC931}"/>
                  </a:ext>
                </a:extLst>
              </p14:cNvPr>
              <p14:cNvContentPartPr/>
              <p14:nvPr/>
            </p14:nvContentPartPr>
            <p14:xfrm>
              <a:off x="2805225" y="5987400"/>
              <a:ext cx="254160" cy="429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25746A0-2894-E389-D897-933BF31AC93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799105" y="5981280"/>
                <a:ext cx="26640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DC551A74-D528-6D67-3081-C6268A1C891C}"/>
              </a:ext>
            </a:extLst>
          </p:cNvPr>
          <p:cNvGrpSpPr/>
          <p:nvPr/>
        </p:nvGrpSpPr>
        <p:grpSpPr>
          <a:xfrm>
            <a:off x="7392345" y="5735760"/>
            <a:ext cx="1119960" cy="579240"/>
            <a:chOff x="7392345" y="5735760"/>
            <a:chExt cx="1119960" cy="57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BBD78B-F759-3C94-6A0A-AE05E1E9D917}"/>
                    </a:ext>
                  </a:extLst>
                </p14:cNvPr>
                <p14:cNvContentPartPr/>
                <p14:nvPr/>
              </p14:nvContentPartPr>
              <p14:xfrm>
                <a:off x="7392345" y="5862120"/>
                <a:ext cx="52920" cy="45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BBD78B-F759-3C94-6A0A-AE05E1E9D9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6225" y="5856000"/>
                  <a:ext cx="651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0CDCD0-7DC6-0EB1-FF8E-114B0F3129BE}"/>
                    </a:ext>
                  </a:extLst>
                </p14:cNvPr>
                <p14:cNvContentPartPr/>
                <p14:nvPr/>
              </p14:nvContentPartPr>
              <p14:xfrm>
                <a:off x="7411785" y="5735760"/>
                <a:ext cx="211320" cy="213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0CDCD0-7DC6-0EB1-FF8E-114B0F3129B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05665" y="5729640"/>
                  <a:ext cx="223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8FF1B0-CBC9-177E-7D2D-7434AEEBB5BD}"/>
                    </a:ext>
                  </a:extLst>
                </p14:cNvPr>
                <p14:cNvContentPartPr/>
                <p14:nvPr/>
              </p14:nvContentPartPr>
              <p14:xfrm>
                <a:off x="7799865" y="5873280"/>
                <a:ext cx="712440" cy="154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8FF1B0-CBC9-177E-7D2D-7434AEEBB5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93745" y="5867160"/>
                  <a:ext cx="72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ED5D6CC-3204-14FB-B796-28A97DE701B9}"/>
                    </a:ext>
                  </a:extLst>
                </p14:cNvPr>
                <p14:cNvContentPartPr/>
                <p14:nvPr/>
              </p14:nvContentPartPr>
              <p14:xfrm>
                <a:off x="7431585" y="5865360"/>
                <a:ext cx="358920" cy="28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ED5D6CC-3204-14FB-B796-28A97DE701B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25465" y="5859240"/>
                  <a:ext cx="371160" cy="29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877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EDAA7EA-C368-3ED8-918D-9F3A6D7FD41E}"/>
              </a:ext>
            </a:extLst>
          </p:cNvPr>
          <p:cNvGrpSpPr/>
          <p:nvPr/>
        </p:nvGrpSpPr>
        <p:grpSpPr>
          <a:xfrm>
            <a:off x="2566905" y="433455"/>
            <a:ext cx="510120" cy="718200"/>
            <a:chOff x="2566905" y="433455"/>
            <a:chExt cx="51012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467646-7903-8ABB-3861-02BBF2F80B43}"/>
                    </a:ext>
                  </a:extLst>
                </p14:cNvPr>
                <p14:cNvContentPartPr/>
                <p14:nvPr/>
              </p14:nvContentPartPr>
              <p14:xfrm>
                <a:off x="2566905" y="433455"/>
                <a:ext cx="309600" cy="718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467646-7903-8ABB-3861-02BBF2F80B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60785" y="427335"/>
                  <a:ext cx="32184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8DB05D4-3B04-0A14-CE9D-FAC123AD6893}"/>
                    </a:ext>
                  </a:extLst>
                </p14:cNvPr>
                <p14:cNvContentPartPr/>
                <p14:nvPr/>
              </p14:nvContentPartPr>
              <p14:xfrm>
                <a:off x="2623065" y="711015"/>
                <a:ext cx="453960" cy="72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8DB05D4-3B04-0A14-CE9D-FAC123AD68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16945" y="704895"/>
                  <a:ext cx="46620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EBDECE-6CC0-FE58-0A06-1CD1473A9F09}"/>
              </a:ext>
            </a:extLst>
          </p:cNvPr>
          <p:cNvGrpSpPr/>
          <p:nvPr/>
        </p:nvGrpSpPr>
        <p:grpSpPr>
          <a:xfrm>
            <a:off x="8202345" y="206295"/>
            <a:ext cx="1276920" cy="647280"/>
            <a:chOff x="8202345" y="206295"/>
            <a:chExt cx="127692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7237D9-4D5B-A027-9F10-69F393C5A804}"/>
                    </a:ext>
                  </a:extLst>
                </p14:cNvPr>
                <p14:cNvContentPartPr/>
                <p14:nvPr/>
              </p14:nvContentPartPr>
              <p14:xfrm>
                <a:off x="8202345" y="264255"/>
                <a:ext cx="220680" cy="58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7237D9-4D5B-A027-9F10-69F393C5A8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6225" y="258135"/>
                  <a:ext cx="23292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797EE9-50FC-E84F-5B83-3B29D8AA7946}"/>
                    </a:ext>
                  </a:extLst>
                </p14:cNvPr>
                <p14:cNvContentPartPr/>
                <p14:nvPr/>
              </p14:nvContentPartPr>
              <p14:xfrm>
                <a:off x="8322225" y="206295"/>
                <a:ext cx="264240" cy="38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797EE9-50FC-E84F-5B83-3B29D8AA79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16105" y="200175"/>
                  <a:ext cx="2764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B49CF4-20A3-7B9F-F6BB-3BA4E3D85600}"/>
                    </a:ext>
                  </a:extLst>
                </p14:cNvPr>
                <p14:cNvContentPartPr/>
                <p14:nvPr/>
              </p14:nvContentPartPr>
              <p14:xfrm>
                <a:off x="8716425" y="501495"/>
                <a:ext cx="578880" cy="19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B49CF4-20A3-7B9F-F6BB-3BA4E3D856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10305" y="495375"/>
                  <a:ext cx="591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439479-7EE0-8EDF-CF01-56555FF2BFC3}"/>
                    </a:ext>
                  </a:extLst>
                </p14:cNvPr>
                <p14:cNvContentPartPr/>
                <p14:nvPr/>
              </p14:nvContentPartPr>
              <p14:xfrm>
                <a:off x="9446865" y="587535"/>
                <a:ext cx="32400" cy="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439479-7EE0-8EDF-CF01-56555FF2BF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40745" y="581415"/>
                  <a:ext cx="4464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06C865-7CFF-96B4-1980-1A75CA2271A5}"/>
                  </a:ext>
                </a:extLst>
              </p14:cNvPr>
              <p14:cNvContentPartPr/>
              <p14:nvPr/>
            </p14:nvContentPartPr>
            <p14:xfrm>
              <a:off x="4634025" y="690855"/>
              <a:ext cx="1466280" cy="19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06C865-7CFF-96B4-1980-1A75CA2271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27905" y="684735"/>
                <a:ext cx="14785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1C7343-31BE-B814-3BF1-C1A7C00F450B}"/>
                  </a:ext>
                </a:extLst>
              </p14:cNvPr>
              <p14:cNvContentPartPr/>
              <p14:nvPr/>
            </p14:nvContentPartPr>
            <p14:xfrm>
              <a:off x="4592265" y="1916295"/>
              <a:ext cx="239400" cy="1347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1C7343-31BE-B814-3BF1-C1A7C00F45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86145" y="1910175"/>
                <a:ext cx="251640" cy="13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BBE36E8-D1D9-E0B1-310B-5BB456CF71A6}"/>
                  </a:ext>
                </a:extLst>
              </p14:cNvPr>
              <p14:cNvContentPartPr/>
              <p14:nvPr/>
            </p14:nvContentPartPr>
            <p14:xfrm>
              <a:off x="4806105" y="1836015"/>
              <a:ext cx="2690280" cy="1389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BBE36E8-D1D9-E0B1-310B-5BB456CF71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9985" y="1829895"/>
                <a:ext cx="2702520" cy="14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7AA2BF-6238-E12D-ACF1-AAFA6B8B995F}"/>
                  </a:ext>
                </a:extLst>
              </p14:cNvPr>
              <p14:cNvContentPartPr/>
              <p14:nvPr/>
            </p14:nvContentPartPr>
            <p14:xfrm>
              <a:off x="4602705" y="3170535"/>
              <a:ext cx="2533320" cy="111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7AA2BF-6238-E12D-ACF1-AAFA6B8B99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96585" y="3164415"/>
                <a:ext cx="25455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9C137E-0B78-B6D0-A6E2-15D1BC227452}"/>
                  </a:ext>
                </a:extLst>
              </p14:cNvPr>
              <p14:cNvContentPartPr/>
              <p14:nvPr/>
            </p14:nvContentPartPr>
            <p14:xfrm>
              <a:off x="7001745" y="3152175"/>
              <a:ext cx="267840" cy="29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9C137E-0B78-B6D0-A6E2-15D1BC2274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95625" y="3146055"/>
                <a:ext cx="2800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DF5F98F-60DC-C500-08C7-97FC8F6EEAC3}"/>
                  </a:ext>
                </a:extLst>
              </p14:cNvPr>
              <p14:cNvContentPartPr/>
              <p14:nvPr/>
            </p14:nvContentPartPr>
            <p14:xfrm>
              <a:off x="2236785" y="2649975"/>
              <a:ext cx="1840320" cy="97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DF5F98F-60DC-C500-08C7-97FC8F6EEA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30665" y="2643855"/>
                <a:ext cx="18525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EC3D46-2EDC-F935-E3E1-6B850EBD2F7F}"/>
                  </a:ext>
                </a:extLst>
              </p14:cNvPr>
              <p14:cNvContentPartPr/>
              <p14:nvPr/>
            </p14:nvContentPartPr>
            <p14:xfrm>
              <a:off x="3617385" y="2263335"/>
              <a:ext cx="567000" cy="759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EC3D46-2EDC-F935-E3E1-6B850EBD2F7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11265" y="2257215"/>
                <a:ext cx="57924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6DF5215-FE68-0D78-C64D-5CA72DAF5745}"/>
                  </a:ext>
                </a:extLst>
              </p14:cNvPr>
              <p14:cNvContentPartPr/>
              <p14:nvPr/>
            </p14:nvContentPartPr>
            <p14:xfrm>
              <a:off x="2511105" y="1502295"/>
              <a:ext cx="297360" cy="697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6DF5215-FE68-0D78-C64D-5CA72DAF574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04985" y="1496175"/>
                <a:ext cx="309600" cy="70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A2F3996-CF11-4177-259B-8AE6CC6F1B1E}"/>
                  </a:ext>
                </a:extLst>
              </p14:cNvPr>
              <p14:cNvContentPartPr/>
              <p14:nvPr/>
            </p14:nvContentPartPr>
            <p14:xfrm>
              <a:off x="2949945" y="1625055"/>
              <a:ext cx="55800" cy="484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A2F3996-CF11-4177-259B-8AE6CC6F1B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43825" y="1618935"/>
                <a:ext cx="6804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16E7A7C-1CD4-909E-4D70-C41001F49144}"/>
                  </a:ext>
                </a:extLst>
              </p14:cNvPr>
              <p14:cNvContentPartPr/>
              <p14:nvPr/>
            </p14:nvContentPartPr>
            <p14:xfrm>
              <a:off x="2799105" y="1626495"/>
              <a:ext cx="873720" cy="685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16E7A7C-1CD4-909E-4D70-C41001F491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92985" y="1620375"/>
                <a:ext cx="88596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5D2A32-D475-F998-3127-CB4F713A3C98}"/>
                  </a:ext>
                </a:extLst>
              </p14:cNvPr>
              <p14:cNvContentPartPr/>
              <p14:nvPr/>
            </p14:nvContentPartPr>
            <p14:xfrm>
              <a:off x="3817185" y="1590855"/>
              <a:ext cx="381240" cy="734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5D2A32-D475-F998-3127-CB4F713A3C9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11065" y="1584735"/>
                <a:ext cx="39348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81F79F8-6611-81D3-3731-9296FDFDBDCC}"/>
                  </a:ext>
                </a:extLst>
              </p14:cNvPr>
              <p14:cNvContentPartPr/>
              <p14:nvPr/>
            </p14:nvContentPartPr>
            <p14:xfrm>
              <a:off x="2634225" y="2783895"/>
              <a:ext cx="1049400" cy="475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81F79F8-6611-81D3-3731-9296FDFDBDC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28105" y="2777775"/>
                <a:ext cx="106164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F483011-4175-D60B-B515-DD706C88C048}"/>
                  </a:ext>
                </a:extLst>
              </p14:cNvPr>
              <p14:cNvContentPartPr/>
              <p14:nvPr/>
            </p14:nvContentPartPr>
            <p14:xfrm>
              <a:off x="3836985" y="3127335"/>
              <a:ext cx="23400" cy="27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F483011-4175-D60B-B515-DD706C88C04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30865" y="3121215"/>
                <a:ext cx="35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38B420-C7AF-9F90-2A03-55A15BF58E48}"/>
                  </a:ext>
                </a:extLst>
              </p14:cNvPr>
              <p14:cNvContentPartPr/>
              <p14:nvPr/>
            </p14:nvContentPartPr>
            <p14:xfrm>
              <a:off x="5466705" y="2704695"/>
              <a:ext cx="203760" cy="66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38B420-C7AF-9F90-2A03-55A15BF58E4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60585" y="2698575"/>
                <a:ext cx="2160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303D0BE-55D8-A882-8554-6F86503532B2}"/>
              </a:ext>
            </a:extLst>
          </p:cNvPr>
          <p:cNvGrpSpPr/>
          <p:nvPr/>
        </p:nvGrpSpPr>
        <p:grpSpPr>
          <a:xfrm>
            <a:off x="7430505" y="1173975"/>
            <a:ext cx="4512960" cy="1588680"/>
            <a:chOff x="7430505" y="1173975"/>
            <a:chExt cx="4512960" cy="158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47D947-0980-087C-C1ED-E1D293E0AD43}"/>
                    </a:ext>
                  </a:extLst>
                </p14:cNvPr>
                <p14:cNvContentPartPr/>
                <p14:nvPr/>
              </p14:nvContentPartPr>
              <p14:xfrm>
                <a:off x="7430505" y="2405175"/>
                <a:ext cx="1219680" cy="8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47D947-0980-087C-C1ED-E1D293E0AD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24385" y="2399055"/>
                  <a:ext cx="1231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537774-46C0-2FB1-2A82-B45D5704D7E8}"/>
                    </a:ext>
                  </a:extLst>
                </p14:cNvPr>
                <p14:cNvContentPartPr/>
                <p14:nvPr/>
              </p14:nvContentPartPr>
              <p14:xfrm>
                <a:off x="8419065" y="2036895"/>
                <a:ext cx="558720" cy="72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537774-46C0-2FB1-2A82-B45D5704D7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12945" y="2030775"/>
                  <a:ext cx="57096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8C2D6C-DFD3-98C7-14BC-69D316542987}"/>
                    </a:ext>
                  </a:extLst>
                </p14:cNvPr>
                <p14:cNvContentPartPr/>
                <p14:nvPr/>
              </p14:nvContentPartPr>
              <p14:xfrm>
                <a:off x="8731185" y="1322655"/>
                <a:ext cx="315720" cy="326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8C2D6C-DFD3-98C7-14BC-69D31654298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5065" y="1316535"/>
                  <a:ext cx="327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EB4D62-C205-DCF0-4919-2DED3112C64C}"/>
                    </a:ext>
                  </a:extLst>
                </p14:cNvPr>
                <p14:cNvContentPartPr/>
                <p14:nvPr/>
              </p14:nvContentPartPr>
              <p14:xfrm>
                <a:off x="9058425" y="1173975"/>
                <a:ext cx="299520" cy="76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EB4D62-C205-DCF0-4919-2DED3112C6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52305" y="1167855"/>
                  <a:ext cx="31176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26409B0-ACBF-9D07-B286-B573EDE5CF9B}"/>
                    </a:ext>
                  </a:extLst>
                </p14:cNvPr>
                <p14:cNvContentPartPr/>
                <p14:nvPr/>
              </p14:nvContentPartPr>
              <p14:xfrm>
                <a:off x="9314025" y="1438215"/>
                <a:ext cx="167400" cy="595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26409B0-ACBF-9D07-B286-B573EDE5CF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07905" y="1432095"/>
                  <a:ext cx="1796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0AD552-3075-0ED3-8872-AC6C5241C13F}"/>
                    </a:ext>
                  </a:extLst>
                </p14:cNvPr>
                <p14:cNvContentPartPr/>
                <p14:nvPr/>
              </p14:nvContentPartPr>
              <p14:xfrm>
                <a:off x="9288825" y="1633335"/>
                <a:ext cx="300240" cy="142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0AD552-3075-0ED3-8872-AC6C5241C1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82705" y="1627215"/>
                  <a:ext cx="312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3DDA1F-62A7-A3C4-C7C6-9471DD4732E1}"/>
                    </a:ext>
                  </a:extLst>
                </p14:cNvPr>
                <p14:cNvContentPartPr/>
                <p14:nvPr/>
              </p14:nvContentPartPr>
              <p14:xfrm>
                <a:off x="9786345" y="1839615"/>
                <a:ext cx="417600" cy="105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3DDA1F-62A7-A3C4-C7C6-9471DD4732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80225" y="1833495"/>
                  <a:ext cx="42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9D1716-DD16-DDD6-AAA2-3BDDD9372872}"/>
                    </a:ext>
                  </a:extLst>
                </p14:cNvPr>
                <p14:cNvContentPartPr/>
                <p14:nvPr/>
              </p14:nvContentPartPr>
              <p14:xfrm>
                <a:off x="10378905" y="1976055"/>
                <a:ext cx="29160" cy="354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9D1716-DD16-DDD6-AAA2-3BDDD93728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72785" y="1969935"/>
                  <a:ext cx="41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A5C06B-AAB2-0B87-D3CD-5F1112C2EF94}"/>
                    </a:ext>
                  </a:extLst>
                </p14:cNvPr>
                <p14:cNvContentPartPr/>
                <p14:nvPr/>
              </p14:nvContentPartPr>
              <p14:xfrm>
                <a:off x="10466385" y="1884615"/>
                <a:ext cx="232560" cy="227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A5C06B-AAB2-0B87-D3CD-5F1112C2EF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0265" y="1878495"/>
                  <a:ext cx="244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A9A43B-0D7D-8B69-614E-056237339934}"/>
                    </a:ext>
                  </a:extLst>
                </p14:cNvPr>
                <p14:cNvContentPartPr/>
                <p14:nvPr/>
              </p14:nvContentPartPr>
              <p14:xfrm>
                <a:off x="10674465" y="1956975"/>
                <a:ext cx="564120" cy="247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A9A43B-0D7D-8B69-614E-0562373399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68345" y="1950855"/>
                  <a:ext cx="576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F3A97A-C6D7-BF9B-CBC7-BF7F748B633A}"/>
                    </a:ext>
                  </a:extLst>
                </p14:cNvPr>
                <p14:cNvContentPartPr/>
                <p14:nvPr/>
              </p14:nvContentPartPr>
              <p14:xfrm>
                <a:off x="11234985" y="1767975"/>
                <a:ext cx="59040" cy="86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F3A97A-C6D7-BF9B-CBC7-BF7F748B63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28865" y="1761855"/>
                  <a:ext cx="7128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6053C4-B3D7-CCE8-1DCD-AFCC4CBE22E0}"/>
                    </a:ext>
                  </a:extLst>
                </p14:cNvPr>
                <p14:cNvContentPartPr/>
                <p14:nvPr/>
              </p14:nvContentPartPr>
              <p14:xfrm>
                <a:off x="11443425" y="2318775"/>
                <a:ext cx="43920" cy="237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6053C4-B3D7-CCE8-1DCD-AFCC4CBE22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437305" y="2312655"/>
                  <a:ext cx="56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6EE892-85F4-E399-AAB2-4A7D64B14F64}"/>
                    </a:ext>
                  </a:extLst>
                </p14:cNvPr>
                <p14:cNvContentPartPr/>
                <p14:nvPr/>
              </p14:nvContentPartPr>
              <p14:xfrm>
                <a:off x="11544225" y="1996935"/>
                <a:ext cx="161640" cy="66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6EE892-85F4-E399-AAB2-4A7D64B14F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538105" y="1990815"/>
                  <a:ext cx="173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C8E4E8-8B0F-F431-5B9A-04DBE23F1B9F}"/>
                    </a:ext>
                  </a:extLst>
                </p14:cNvPr>
                <p14:cNvContentPartPr/>
                <p14:nvPr/>
              </p14:nvContentPartPr>
              <p14:xfrm>
                <a:off x="11570505" y="2281695"/>
                <a:ext cx="286200" cy="109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C8E4E8-8B0F-F431-5B9A-04DBE23F1B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64385" y="2275575"/>
                  <a:ext cx="298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9C3FBA7-F03F-BD26-879D-316D47892CE0}"/>
                    </a:ext>
                  </a:extLst>
                </p14:cNvPr>
                <p14:cNvContentPartPr/>
                <p14:nvPr/>
              </p14:nvContentPartPr>
              <p14:xfrm>
                <a:off x="11935185" y="2420655"/>
                <a:ext cx="8280" cy="32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9C3FBA7-F03F-BD26-879D-316D47892C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29065" y="2414535"/>
                  <a:ext cx="20520" cy="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063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FA71C3-724B-3B2B-413A-D2F069B7B1F6}"/>
                  </a:ext>
                </a:extLst>
              </p14:cNvPr>
              <p14:cNvContentPartPr/>
              <p14:nvPr/>
            </p14:nvContentPartPr>
            <p14:xfrm>
              <a:off x="695985" y="2742855"/>
              <a:ext cx="225360" cy="82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FA71C3-724B-3B2B-413A-D2F069B7B1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865" y="2736735"/>
                <a:ext cx="2376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696854-6312-C05D-C2DA-1D64832B640E}"/>
                  </a:ext>
                </a:extLst>
              </p14:cNvPr>
              <p14:cNvContentPartPr/>
              <p14:nvPr/>
            </p14:nvContentPartPr>
            <p14:xfrm>
              <a:off x="2418225" y="504015"/>
              <a:ext cx="720" cy="2271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696854-6312-C05D-C2DA-1D64832B64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5985" y="497895"/>
                <a:ext cx="25200" cy="22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A9D8D2-739A-4F6C-0D57-1C84490A8D8F}"/>
                  </a:ext>
                </a:extLst>
              </p14:cNvPr>
              <p14:cNvContentPartPr/>
              <p14:nvPr/>
            </p14:nvContentPartPr>
            <p14:xfrm>
              <a:off x="2479065" y="2793975"/>
              <a:ext cx="449424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A9D8D2-739A-4F6C-0D57-1C84490A8D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72945" y="2781735"/>
                <a:ext cx="450648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B573371-7DE4-EBCE-2487-090FA0598CAD}"/>
              </a:ext>
            </a:extLst>
          </p:cNvPr>
          <p:cNvGrpSpPr/>
          <p:nvPr/>
        </p:nvGrpSpPr>
        <p:grpSpPr>
          <a:xfrm>
            <a:off x="2267385" y="478455"/>
            <a:ext cx="317160" cy="92880"/>
            <a:chOff x="2267385" y="478455"/>
            <a:chExt cx="31716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CE66125-05B1-D87F-5139-BE4E3F0A9B5A}"/>
                    </a:ext>
                  </a:extLst>
                </p14:cNvPr>
                <p14:cNvContentPartPr/>
                <p14:nvPr/>
              </p14:nvContentPartPr>
              <p14:xfrm>
                <a:off x="2267385" y="491055"/>
                <a:ext cx="131760" cy="80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CE66125-05B1-D87F-5139-BE4E3F0A9B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61265" y="484935"/>
                  <a:ext cx="144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964E4E-8797-38C2-9081-F1E0DA1BD04C}"/>
                    </a:ext>
                  </a:extLst>
                </p14:cNvPr>
                <p14:cNvContentPartPr/>
                <p14:nvPr/>
              </p14:nvContentPartPr>
              <p14:xfrm>
                <a:off x="2501745" y="478455"/>
                <a:ext cx="82800" cy="6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964E4E-8797-38C2-9081-F1E0DA1BD0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5625" y="472335"/>
                  <a:ext cx="9504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ADD184-3E6F-A81F-68BC-503D76C2AA6A}"/>
                  </a:ext>
                </a:extLst>
              </p14:cNvPr>
              <p14:cNvContentPartPr/>
              <p14:nvPr/>
            </p14:nvContentPartPr>
            <p14:xfrm>
              <a:off x="6925425" y="2640975"/>
              <a:ext cx="169560" cy="87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ADD184-3E6F-A81F-68BC-503D76C2AA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9305" y="2634855"/>
                <a:ext cx="1818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C1C1BBB-7E8A-29FC-287B-0C72678EC1BC}"/>
                  </a:ext>
                </a:extLst>
              </p14:cNvPr>
              <p14:cNvContentPartPr/>
              <p14:nvPr/>
            </p14:nvContentPartPr>
            <p14:xfrm>
              <a:off x="6961785" y="2793975"/>
              <a:ext cx="144360" cy="84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C1C1BBB-7E8A-29FC-287B-0C72678EC1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55665" y="2787855"/>
                <a:ext cx="15660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390F3C6-A69B-9803-2F61-E636A4AD8202}"/>
              </a:ext>
            </a:extLst>
          </p:cNvPr>
          <p:cNvGrpSpPr/>
          <p:nvPr/>
        </p:nvGrpSpPr>
        <p:grpSpPr>
          <a:xfrm>
            <a:off x="6869985" y="3075495"/>
            <a:ext cx="1722960" cy="429840"/>
            <a:chOff x="6869985" y="3075495"/>
            <a:chExt cx="172296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042950-08EC-A3F9-03A9-5E5103DE7D84}"/>
                    </a:ext>
                  </a:extLst>
                </p14:cNvPr>
                <p14:cNvContentPartPr/>
                <p14:nvPr/>
              </p14:nvContentPartPr>
              <p14:xfrm>
                <a:off x="6869985" y="3075495"/>
                <a:ext cx="173880" cy="42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042950-08EC-A3F9-03A9-5E5103DE7D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63865" y="3069375"/>
                  <a:ext cx="1861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AC151D-C43B-0C9D-E540-C56B743B5FC0}"/>
                    </a:ext>
                  </a:extLst>
                </p14:cNvPr>
                <p14:cNvContentPartPr/>
                <p14:nvPr/>
              </p14:nvContentPartPr>
              <p14:xfrm>
                <a:off x="7322505" y="3153975"/>
                <a:ext cx="66960" cy="23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AC151D-C43B-0C9D-E540-C56B743B5F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16385" y="3147855"/>
                  <a:ext cx="79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FE8B70-5905-44DA-A2EE-C25CFEA78AC2}"/>
                    </a:ext>
                  </a:extLst>
                </p14:cNvPr>
                <p14:cNvContentPartPr/>
                <p14:nvPr/>
              </p14:nvContentPartPr>
              <p14:xfrm>
                <a:off x="7238265" y="3267735"/>
                <a:ext cx="1354680" cy="13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FE8B70-5905-44DA-A2EE-C25CFEA78A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32145" y="3261615"/>
                  <a:ext cx="136692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1B5AF0D-5D0E-585B-B3C4-6B89CCBA885D}"/>
                  </a:ext>
                </a:extLst>
              </p14:cNvPr>
              <p14:cNvContentPartPr/>
              <p14:nvPr/>
            </p14:nvContentPartPr>
            <p14:xfrm>
              <a:off x="1242105" y="553695"/>
              <a:ext cx="42480" cy="3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1B5AF0D-5D0E-585B-B3C4-6B89CCBA88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35985" y="547575"/>
                <a:ext cx="547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D9B9CD-F82E-C361-B723-4260E5186575}"/>
                  </a:ext>
                </a:extLst>
              </p14:cNvPr>
              <p14:cNvContentPartPr/>
              <p14:nvPr/>
            </p14:nvContentPartPr>
            <p14:xfrm>
              <a:off x="2323185" y="780855"/>
              <a:ext cx="202320" cy="32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D9B9CD-F82E-C361-B723-4260E51865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17065" y="774735"/>
                <a:ext cx="2145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7339BA-5377-3097-89AD-DF00D1E3C407}"/>
                  </a:ext>
                </a:extLst>
              </p14:cNvPr>
              <p14:cNvContentPartPr/>
              <p14:nvPr/>
            </p14:nvContentPartPr>
            <p14:xfrm>
              <a:off x="1841145" y="671775"/>
              <a:ext cx="50760" cy="250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7339BA-5377-3097-89AD-DF00D1E3C4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35025" y="665655"/>
                <a:ext cx="6300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1814DFE-C456-853F-08E1-38D98FFEAC63}"/>
              </a:ext>
            </a:extLst>
          </p:cNvPr>
          <p:cNvGrpSpPr/>
          <p:nvPr/>
        </p:nvGrpSpPr>
        <p:grpSpPr>
          <a:xfrm>
            <a:off x="1025025" y="703815"/>
            <a:ext cx="389880" cy="400680"/>
            <a:chOff x="1025025" y="703815"/>
            <a:chExt cx="38988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CEB8CE-8C0A-E5FA-9B85-54F94A5801EA}"/>
                    </a:ext>
                  </a:extLst>
                </p14:cNvPr>
                <p14:cNvContentPartPr/>
                <p14:nvPr/>
              </p14:nvContentPartPr>
              <p14:xfrm>
                <a:off x="1025025" y="822255"/>
                <a:ext cx="26640" cy="282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CEB8CE-8C0A-E5FA-9B85-54F94A5801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8905" y="816135"/>
                  <a:ext cx="38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91424F-4216-51CB-A02C-6C20E5BD6620}"/>
                    </a:ext>
                  </a:extLst>
                </p14:cNvPr>
                <p14:cNvContentPartPr/>
                <p14:nvPr/>
              </p14:nvContentPartPr>
              <p14:xfrm>
                <a:off x="1118985" y="703815"/>
                <a:ext cx="80280" cy="185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91424F-4216-51CB-A02C-6C20E5BD66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12865" y="697695"/>
                  <a:ext cx="92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9AA56A-0DA1-8100-B568-F21FF1FCD8BC}"/>
                    </a:ext>
                  </a:extLst>
                </p14:cNvPr>
                <p14:cNvContentPartPr/>
                <p14:nvPr/>
              </p14:nvContentPartPr>
              <p14:xfrm>
                <a:off x="1217265" y="801015"/>
                <a:ext cx="19764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9AA56A-0DA1-8100-B568-F21FF1FCD8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11145" y="794895"/>
                  <a:ext cx="20988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8B8AAB2-CE24-4114-F793-36C55A6D3025}"/>
                  </a:ext>
                </a:extLst>
              </p14:cNvPr>
              <p14:cNvContentPartPr/>
              <p14:nvPr/>
            </p14:nvContentPartPr>
            <p14:xfrm>
              <a:off x="2895945" y="2736375"/>
              <a:ext cx="33840" cy="223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8B8AAB2-CE24-4114-F793-36C55A6D30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89825" y="2730255"/>
                <a:ext cx="460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91E8C35-C605-EB03-A989-9F7143035E7A}"/>
                  </a:ext>
                </a:extLst>
              </p14:cNvPr>
              <p14:cNvContentPartPr/>
              <p14:nvPr/>
            </p14:nvContentPartPr>
            <p14:xfrm>
              <a:off x="3351345" y="2730255"/>
              <a:ext cx="69840" cy="227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91E8C35-C605-EB03-A989-9F7143035E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45225" y="2724135"/>
                <a:ext cx="82080" cy="24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126E042-8903-2045-0159-904977A03FC5}"/>
              </a:ext>
            </a:extLst>
          </p:cNvPr>
          <p:cNvGrpSpPr/>
          <p:nvPr/>
        </p:nvGrpSpPr>
        <p:grpSpPr>
          <a:xfrm>
            <a:off x="2801265" y="3110055"/>
            <a:ext cx="677520" cy="284400"/>
            <a:chOff x="2801265" y="3110055"/>
            <a:chExt cx="67752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3548E3-7B1D-4156-08D7-CCF143FE08A2}"/>
                    </a:ext>
                  </a:extLst>
                </p14:cNvPr>
                <p14:cNvContentPartPr/>
                <p14:nvPr/>
              </p14:nvContentPartPr>
              <p14:xfrm>
                <a:off x="2801265" y="3169815"/>
                <a:ext cx="377640" cy="22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3548E3-7B1D-4156-08D7-CCF143FE08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95145" y="3163695"/>
                  <a:ext cx="389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D43B29-E503-EB72-DB98-1DEC6CFF7584}"/>
                    </a:ext>
                  </a:extLst>
                </p14:cNvPr>
                <p14:cNvContentPartPr/>
                <p14:nvPr/>
              </p14:nvContentPartPr>
              <p14:xfrm>
                <a:off x="3311025" y="3110055"/>
                <a:ext cx="167760" cy="21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D43B29-E503-EB72-DB98-1DEC6CFF75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04905" y="3103935"/>
                  <a:ext cx="18000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DE5CF38-7474-AD5C-33C6-7C99B9E194CA}"/>
                  </a:ext>
                </a:extLst>
              </p14:cNvPr>
              <p14:cNvContentPartPr/>
              <p14:nvPr/>
            </p14:nvContentPartPr>
            <p14:xfrm>
              <a:off x="3952545" y="2685975"/>
              <a:ext cx="58320" cy="255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DE5CF38-7474-AD5C-33C6-7C99B9E194C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46425" y="2679855"/>
                <a:ext cx="705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509730D-EBCE-7D26-8F18-0575DA869363}"/>
                  </a:ext>
                </a:extLst>
              </p14:cNvPr>
              <p14:cNvContentPartPr/>
              <p14:nvPr/>
            </p14:nvContentPartPr>
            <p14:xfrm>
              <a:off x="3833025" y="3133455"/>
              <a:ext cx="248040" cy="152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509730D-EBCE-7D26-8F18-0575DA86936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26905" y="3127335"/>
                <a:ext cx="26028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E5E4BB9-6EFB-A738-85D2-E1CA0E91E3AA}"/>
                  </a:ext>
                </a:extLst>
              </p14:cNvPr>
              <p14:cNvContentPartPr/>
              <p14:nvPr/>
            </p14:nvContentPartPr>
            <p14:xfrm>
              <a:off x="4425585" y="2733495"/>
              <a:ext cx="28080" cy="243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E5E4BB9-6EFB-A738-85D2-E1CA0E91E3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19465" y="2727375"/>
                <a:ext cx="403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14FB956-69AC-476E-B642-6AD16936F872}"/>
                  </a:ext>
                </a:extLst>
              </p14:cNvPr>
              <p14:cNvContentPartPr/>
              <p14:nvPr/>
            </p14:nvContentPartPr>
            <p14:xfrm>
              <a:off x="4975665" y="2690295"/>
              <a:ext cx="33120" cy="240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14FB956-69AC-476E-B642-6AD16936F87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69545" y="2684175"/>
                <a:ext cx="4536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2E0AB4D-A143-4EB0-A14B-AD2F88CC5EA0}"/>
              </a:ext>
            </a:extLst>
          </p:cNvPr>
          <p:cNvGrpSpPr/>
          <p:nvPr/>
        </p:nvGrpSpPr>
        <p:grpSpPr>
          <a:xfrm>
            <a:off x="4405065" y="3106815"/>
            <a:ext cx="626760" cy="274320"/>
            <a:chOff x="4405065" y="3106815"/>
            <a:chExt cx="6267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061EB3-AB21-E0B0-8E25-B97283CC7C22}"/>
                    </a:ext>
                  </a:extLst>
                </p14:cNvPr>
                <p14:cNvContentPartPr/>
                <p14:nvPr/>
              </p14:nvContentPartPr>
              <p14:xfrm>
                <a:off x="4405065" y="3141735"/>
                <a:ext cx="93600" cy="239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061EB3-AB21-E0B0-8E25-B97283CC7C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98945" y="3135615"/>
                  <a:ext cx="105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FDD6C7-22D3-8362-A21A-728CD95ADC31}"/>
                    </a:ext>
                  </a:extLst>
                </p14:cNvPr>
                <p14:cNvContentPartPr/>
                <p14:nvPr/>
              </p14:nvContentPartPr>
              <p14:xfrm>
                <a:off x="4505505" y="3106815"/>
                <a:ext cx="214200" cy="2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FDD6C7-22D3-8362-A21A-728CD95ADC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99385" y="3100695"/>
                  <a:ext cx="226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B546DA-47A4-9B16-315D-6B2BF3BF22E4}"/>
                    </a:ext>
                  </a:extLst>
                </p14:cNvPr>
                <p14:cNvContentPartPr/>
                <p14:nvPr/>
              </p14:nvContentPartPr>
              <p14:xfrm>
                <a:off x="4907265" y="3140655"/>
                <a:ext cx="124560" cy="206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B546DA-47A4-9B16-315D-6B2BF3BF22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01145" y="3134535"/>
                  <a:ext cx="13680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AFBE8F9-E88B-82EE-71CA-5B6F1E5DAB7D}"/>
                  </a:ext>
                </a:extLst>
              </p14:cNvPr>
              <p14:cNvContentPartPr/>
              <p14:nvPr/>
            </p14:nvContentPartPr>
            <p14:xfrm>
              <a:off x="5550225" y="2716935"/>
              <a:ext cx="18720" cy="282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AFBE8F9-E88B-82EE-71CA-5B6F1E5DAB7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44105" y="2710815"/>
                <a:ext cx="3096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6489D2A-C542-9D3C-7EF4-D86E0AE2DEFE}"/>
              </a:ext>
            </a:extLst>
          </p:cNvPr>
          <p:cNvGrpSpPr/>
          <p:nvPr/>
        </p:nvGrpSpPr>
        <p:grpSpPr>
          <a:xfrm>
            <a:off x="5441505" y="3234975"/>
            <a:ext cx="304560" cy="198360"/>
            <a:chOff x="5441505" y="3234975"/>
            <a:chExt cx="3045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B5B076-B8A4-0BD0-D5F3-F8C80B8C6377}"/>
                    </a:ext>
                  </a:extLst>
                </p14:cNvPr>
                <p14:cNvContentPartPr/>
                <p14:nvPr/>
              </p14:nvContentPartPr>
              <p14:xfrm>
                <a:off x="5466705" y="3234975"/>
                <a:ext cx="136440" cy="198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B5B076-B8A4-0BD0-D5F3-F8C80B8C63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60585" y="3228855"/>
                  <a:ext cx="148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019E8D-EA7A-0D61-43E9-E3B3A02E979C}"/>
                    </a:ext>
                  </a:extLst>
                </p14:cNvPr>
                <p14:cNvContentPartPr/>
                <p14:nvPr/>
              </p14:nvContentPartPr>
              <p14:xfrm>
                <a:off x="5441505" y="3297255"/>
                <a:ext cx="304560" cy="11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019E8D-EA7A-0D61-43E9-E3B3A02E97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35385" y="3291135"/>
                  <a:ext cx="3168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F5BF5F0-72AF-6A73-BD2F-7E829D71ADAC}"/>
              </a:ext>
            </a:extLst>
          </p:cNvPr>
          <p:cNvGrpSpPr/>
          <p:nvPr/>
        </p:nvGrpSpPr>
        <p:grpSpPr>
          <a:xfrm>
            <a:off x="3885945" y="2652495"/>
            <a:ext cx="224280" cy="278640"/>
            <a:chOff x="3885945" y="2652495"/>
            <a:chExt cx="2242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97D448-2FFC-DBDF-13E3-65430F24B460}"/>
                    </a:ext>
                  </a:extLst>
                </p14:cNvPr>
                <p14:cNvContentPartPr/>
                <p14:nvPr/>
              </p14:nvContentPartPr>
              <p14:xfrm>
                <a:off x="3902145" y="2662215"/>
                <a:ext cx="199440" cy="268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97D448-2FFC-DBDF-13E3-65430F24B4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93145" y="2653575"/>
                  <a:ext cx="217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24B79B-C196-9DEA-B08B-192E2EDC4CDB}"/>
                    </a:ext>
                  </a:extLst>
                </p14:cNvPr>
                <p14:cNvContentPartPr/>
                <p14:nvPr/>
              </p14:nvContentPartPr>
              <p14:xfrm>
                <a:off x="3885945" y="2652495"/>
                <a:ext cx="224280" cy="213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24B79B-C196-9DEA-B08B-192E2EDC4C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77305" y="2643495"/>
                  <a:ext cx="24192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CE44C27-5E29-AE6A-543A-9DF023190339}"/>
              </a:ext>
            </a:extLst>
          </p:cNvPr>
          <p:cNvGrpSpPr/>
          <p:nvPr/>
        </p:nvGrpSpPr>
        <p:grpSpPr>
          <a:xfrm>
            <a:off x="2423985" y="776535"/>
            <a:ext cx="488520" cy="75960"/>
            <a:chOff x="2423985" y="776535"/>
            <a:chExt cx="48852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3F2CD9-0EE6-5993-0BD9-DE569E10552A}"/>
                    </a:ext>
                  </a:extLst>
                </p14:cNvPr>
                <p14:cNvContentPartPr/>
                <p14:nvPr/>
              </p14:nvContentPartPr>
              <p14:xfrm>
                <a:off x="2423985" y="799935"/>
                <a:ext cx="163080" cy="17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3F2CD9-0EE6-5993-0BD9-DE569E10552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17865" y="793815"/>
                  <a:ext cx="175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2B6A8B-2110-68E2-A16C-6DDED8384528}"/>
                    </a:ext>
                  </a:extLst>
                </p14:cNvPr>
                <p14:cNvContentPartPr/>
                <p14:nvPr/>
              </p14:nvContentPartPr>
              <p14:xfrm>
                <a:off x="2842305" y="848895"/>
                <a:ext cx="65520" cy="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2B6A8B-2110-68E2-A16C-6DDED83845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36185" y="842775"/>
                  <a:ext cx="777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A29710-AEA8-AC23-7F33-328444056F38}"/>
                    </a:ext>
                  </a:extLst>
                </p14:cNvPr>
                <p14:cNvContentPartPr/>
                <p14:nvPr/>
              </p14:nvContentPartPr>
              <p14:xfrm>
                <a:off x="2531985" y="776535"/>
                <a:ext cx="380520" cy="25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A29710-AEA8-AC23-7F33-328444056F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25865" y="770415"/>
                  <a:ext cx="3927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19A66A0-3ECF-54C6-142F-3F8D314580A9}"/>
                  </a:ext>
                </a:extLst>
              </p14:cNvPr>
              <p14:cNvContentPartPr/>
              <p14:nvPr/>
            </p14:nvContentPartPr>
            <p14:xfrm>
              <a:off x="2250465" y="3700455"/>
              <a:ext cx="11880" cy="5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19A66A0-3ECF-54C6-142F-3F8D314580A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44345" y="3694335"/>
                <a:ext cx="24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980B801-E324-CD50-0817-BB6D12D2E6B8}"/>
                  </a:ext>
                </a:extLst>
              </p14:cNvPr>
              <p14:cNvContentPartPr/>
              <p14:nvPr/>
            </p14:nvContentPartPr>
            <p14:xfrm>
              <a:off x="2221665" y="206655"/>
              <a:ext cx="3664800" cy="36648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980B801-E324-CD50-0817-BB6D12D2E6B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15545" y="200535"/>
                <a:ext cx="3677040" cy="36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B000F18-30BE-2FD3-0BC8-06D802598665}"/>
                  </a:ext>
                </a:extLst>
              </p14:cNvPr>
              <p14:cNvContentPartPr/>
              <p14:nvPr/>
            </p14:nvContentPartPr>
            <p14:xfrm>
              <a:off x="5726265" y="168495"/>
              <a:ext cx="231840" cy="218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B000F18-30BE-2FD3-0BC8-06D80259866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20145" y="162375"/>
                <a:ext cx="2440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C18143F-4707-7BEE-0583-4B21488F0A3C}"/>
                  </a:ext>
                </a:extLst>
              </p14:cNvPr>
              <p14:cNvContentPartPr/>
              <p14:nvPr/>
            </p14:nvContentPartPr>
            <p14:xfrm>
              <a:off x="2214825" y="3774615"/>
              <a:ext cx="212040" cy="269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C18143F-4707-7BEE-0583-4B21488F0A3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208705" y="3768495"/>
                <a:ext cx="22428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6902B7A3-82BB-F432-923F-7D4C2917A3D6}"/>
              </a:ext>
            </a:extLst>
          </p:cNvPr>
          <p:cNvGrpSpPr/>
          <p:nvPr/>
        </p:nvGrpSpPr>
        <p:grpSpPr>
          <a:xfrm>
            <a:off x="7544625" y="208095"/>
            <a:ext cx="1162080" cy="526680"/>
            <a:chOff x="7544625" y="208095"/>
            <a:chExt cx="116208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D642AF-D24E-959A-74DA-45B3C9202622}"/>
                    </a:ext>
                  </a:extLst>
                </p14:cNvPr>
                <p14:cNvContentPartPr/>
                <p14:nvPr/>
              </p14:nvContentPartPr>
              <p14:xfrm>
                <a:off x="7544625" y="259935"/>
                <a:ext cx="340560" cy="474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D642AF-D24E-959A-74DA-45B3C92026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38505" y="253815"/>
                  <a:ext cx="3528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958A4D-3E10-EDF6-33C1-0F517E92F5BC}"/>
                    </a:ext>
                  </a:extLst>
                </p14:cNvPr>
                <p14:cNvContentPartPr/>
                <p14:nvPr/>
              </p14:nvContentPartPr>
              <p14:xfrm>
                <a:off x="7928745" y="444615"/>
                <a:ext cx="380520" cy="191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958A4D-3E10-EDF6-33C1-0F517E92F5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22625" y="438495"/>
                  <a:ext cx="392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299B82-DEF9-A842-1DDE-5A70CDBB3E61}"/>
                    </a:ext>
                  </a:extLst>
                </p14:cNvPr>
                <p14:cNvContentPartPr/>
                <p14:nvPr/>
              </p14:nvContentPartPr>
              <p14:xfrm>
                <a:off x="8582865" y="208095"/>
                <a:ext cx="29520" cy="30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299B82-DEF9-A842-1DDE-5A70CDBB3E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76745" y="201975"/>
                  <a:ext cx="41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8D48B35-92ED-B631-E396-36FEB6DBAF82}"/>
                    </a:ext>
                  </a:extLst>
                </p14:cNvPr>
                <p14:cNvContentPartPr/>
                <p14:nvPr/>
              </p14:nvContentPartPr>
              <p14:xfrm>
                <a:off x="8546145" y="418695"/>
                <a:ext cx="160560" cy="99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8D48B35-92ED-B631-E396-36FEB6DBAF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40025" y="412575"/>
                  <a:ext cx="1728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C7738C8-B6F5-DB4D-CEEB-044DB7AF1E76}"/>
              </a:ext>
            </a:extLst>
          </p:cNvPr>
          <p:cNvGrpSpPr/>
          <p:nvPr/>
        </p:nvGrpSpPr>
        <p:grpSpPr>
          <a:xfrm>
            <a:off x="9049065" y="106575"/>
            <a:ext cx="762480" cy="754560"/>
            <a:chOff x="9049065" y="106575"/>
            <a:chExt cx="762480" cy="7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FB21E7E-C1C8-2E43-A770-AAE0A00B423F}"/>
                    </a:ext>
                  </a:extLst>
                </p14:cNvPr>
                <p14:cNvContentPartPr/>
                <p14:nvPr/>
              </p14:nvContentPartPr>
              <p14:xfrm>
                <a:off x="9049065" y="106575"/>
                <a:ext cx="342000" cy="754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FB21E7E-C1C8-2E43-A770-AAE0A00B42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42945" y="100455"/>
                  <a:ext cx="35424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FE04C8-8C3E-63DE-1354-500D5D531099}"/>
                    </a:ext>
                  </a:extLst>
                </p14:cNvPr>
                <p14:cNvContentPartPr/>
                <p14:nvPr/>
              </p14:nvContentPartPr>
              <p14:xfrm>
                <a:off x="9620385" y="181095"/>
                <a:ext cx="99000" cy="227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FE04C8-8C3E-63DE-1354-500D5D5310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14265" y="174975"/>
                  <a:ext cx="111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620857-0390-5683-B822-57EA92B44DC7}"/>
                    </a:ext>
                  </a:extLst>
                </p14:cNvPr>
                <p14:cNvContentPartPr/>
                <p14:nvPr/>
              </p14:nvContentPartPr>
              <p14:xfrm>
                <a:off x="9587265" y="430215"/>
                <a:ext cx="224280" cy="6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620857-0390-5683-B822-57EA92B44DC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81145" y="424095"/>
                  <a:ext cx="2365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B5252F0-1C06-8FF8-EFF3-0674A9D578FA}"/>
              </a:ext>
            </a:extLst>
          </p:cNvPr>
          <p:cNvGrpSpPr/>
          <p:nvPr/>
        </p:nvGrpSpPr>
        <p:grpSpPr>
          <a:xfrm>
            <a:off x="10294665" y="84615"/>
            <a:ext cx="1140120" cy="380160"/>
            <a:chOff x="10294665" y="84615"/>
            <a:chExt cx="114012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C06899-6A3F-ECAF-F018-29D4F2AB8125}"/>
                    </a:ext>
                  </a:extLst>
                </p14:cNvPr>
                <p14:cNvContentPartPr/>
                <p14:nvPr/>
              </p14:nvContentPartPr>
              <p14:xfrm>
                <a:off x="10294665" y="84615"/>
                <a:ext cx="609480" cy="380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C06899-6A3F-ECAF-F018-29D4F2AB812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88545" y="78495"/>
                  <a:ext cx="621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186629-1FC2-23BB-9EE5-6B576AA8D37B}"/>
                    </a:ext>
                  </a:extLst>
                </p14:cNvPr>
                <p14:cNvContentPartPr/>
                <p14:nvPr/>
              </p14:nvContentPartPr>
              <p14:xfrm>
                <a:off x="11053905" y="355335"/>
                <a:ext cx="380880" cy="86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186629-1FC2-23BB-9EE5-6B576AA8D37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47785" y="349215"/>
                  <a:ext cx="39312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1832FD9-A286-0233-7E80-91A1806951DA}"/>
                  </a:ext>
                </a:extLst>
              </p14:cNvPr>
              <p14:cNvContentPartPr/>
              <p14:nvPr/>
            </p14:nvContentPartPr>
            <p14:xfrm>
              <a:off x="8320425" y="1151295"/>
              <a:ext cx="489960" cy="1274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1832FD9-A286-0233-7E80-91A1806951D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14305" y="1145175"/>
                <a:ext cx="502200" cy="12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E5FED9A-70F8-A3EF-F437-F5B459C413E6}"/>
                  </a:ext>
                </a:extLst>
              </p14:cNvPr>
              <p14:cNvContentPartPr/>
              <p14:nvPr/>
            </p14:nvContentPartPr>
            <p14:xfrm>
              <a:off x="11126985" y="975615"/>
              <a:ext cx="459720" cy="12265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E5FED9A-70F8-A3EF-F437-F5B459C413E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120865" y="969495"/>
                <a:ext cx="471960" cy="12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B1E5E8C-DCB5-FE80-7565-A1DE0EFBFE84}"/>
              </a:ext>
            </a:extLst>
          </p:cNvPr>
          <p:cNvGrpSpPr/>
          <p:nvPr/>
        </p:nvGrpSpPr>
        <p:grpSpPr>
          <a:xfrm>
            <a:off x="1176945" y="1416255"/>
            <a:ext cx="1343520" cy="913680"/>
            <a:chOff x="1176945" y="1416255"/>
            <a:chExt cx="1343520" cy="9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1B4C60A-7596-078D-855B-DEF1431C7489}"/>
                    </a:ext>
                  </a:extLst>
                </p14:cNvPr>
                <p14:cNvContentPartPr/>
                <p14:nvPr/>
              </p14:nvContentPartPr>
              <p14:xfrm>
                <a:off x="2297625" y="1760415"/>
                <a:ext cx="222840" cy="3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1B4C60A-7596-078D-855B-DEF1431C748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91505" y="1754295"/>
                  <a:ext cx="235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D8B7717-A87F-EF29-F05D-A7182508C9E4}"/>
                    </a:ext>
                  </a:extLst>
                </p14:cNvPr>
                <p14:cNvContentPartPr/>
                <p14:nvPr/>
              </p14:nvContentPartPr>
              <p14:xfrm>
                <a:off x="1579425" y="1703175"/>
                <a:ext cx="194400" cy="26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D8B7717-A87F-EF29-F05D-A7182508C9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73305" y="1697055"/>
                  <a:ext cx="206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D21ABC2-A128-BD93-39B0-83FC618948F8}"/>
                    </a:ext>
                  </a:extLst>
                </p14:cNvPr>
                <p14:cNvContentPartPr/>
                <p14:nvPr/>
              </p14:nvContentPartPr>
              <p14:xfrm>
                <a:off x="1859505" y="1900095"/>
                <a:ext cx="6120" cy="20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D21ABC2-A128-BD93-39B0-83FC618948F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53385" y="1893975"/>
                  <a:ext cx="18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16C6E02-755A-9F98-3882-76AB14C2F288}"/>
                    </a:ext>
                  </a:extLst>
                </p14:cNvPr>
                <p14:cNvContentPartPr/>
                <p14:nvPr/>
              </p14:nvContentPartPr>
              <p14:xfrm>
                <a:off x="1900545" y="1744935"/>
                <a:ext cx="118440" cy="266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16C6E02-755A-9F98-3882-76AB14C2F2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94425" y="1738815"/>
                  <a:ext cx="130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63C7647-89A7-153D-95E4-65E68D3F44BD}"/>
                    </a:ext>
                  </a:extLst>
                </p14:cNvPr>
                <p14:cNvContentPartPr/>
                <p14:nvPr/>
              </p14:nvContentPartPr>
              <p14:xfrm>
                <a:off x="1988385" y="1626855"/>
                <a:ext cx="131040" cy="82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63C7647-89A7-153D-95E4-65E68D3F44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82265" y="1620735"/>
                  <a:ext cx="143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A6C4B9A-DEC7-B116-C9BC-0598E64D8CE4}"/>
                    </a:ext>
                  </a:extLst>
                </p14:cNvPr>
                <p14:cNvContentPartPr/>
                <p14:nvPr/>
              </p14:nvContentPartPr>
              <p14:xfrm>
                <a:off x="1176945" y="1416255"/>
                <a:ext cx="1122840" cy="913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A6C4B9A-DEC7-B116-C9BC-0598E64D8C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70825" y="1410135"/>
                  <a:ext cx="1135080" cy="9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E7E7503-A0E7-E4C9-F4F8-18BE231C8628}"/>
                  </a:ext>
                </a:extLst>
              </p14:cNvPr>
              <p14:cNvContentPartPr/>
              <p14:nvPr/>
            </p14:nvContentPartPr>
            <p14:xfrm>
              <a:off x="2520105" y="1753935"/>
              <a:ext cx="31320" cy="252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E7E7503-A0E7-E4C9-F4F8-18BE231C862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513985" y="1747815"/>
                <a:ext cx="435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540A22D-CCA8-44F9-8E65-CB868117E5E9}"/>
                  </a:ext>
                </a:extLst>
              </p14:cNvPr>
              <p14:cNvContentPartPr/>
              <p14:nvPr/>
            </p14:nvContentPartPr>
            <p14:xfrm>
              <a:off x="9253545" y="1229415"/>
              <a:ext cx="358200" cy="271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540A22D-CCA8-44F9-8E65-CB868117E5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247425" y="1223295"/>
                <a:ext cx="3704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6C7084D-DCE8-DCDA-8986-54C9633518C9}"/>
                  </a:ext>
                </a:extLst>
              </p14:cNvPr>
              <p14:cNvContentPartPr/>
              <p14:nvPr/>
            </p14:nvContentPartPr>
            <p14:xfrm>
              <a:off x="9193065" y="1627575"/>
              <a:ext cx="390240" cy="27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6C7084D-DCE8-DCDA-8986-54C9633518C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186945" y="1621455"/>
                <a:ext cx="4024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769325F-D8C1-9A76-DD17-02DC0274C786}"/>
                  </a:ext>
                </a:extLst>
              </p14:cNvPr>
              <p14:cNvContentPartPr/>
              <p14:nvPr/>
            </p14:nvContentPartPr>
            <p14:xfrm>
              <a:off x="9669345" y="1194495"/>
              <a:ext cx="170640" cy="2678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769325F-D8C1-9A76-DD17-02DC0274C78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663225" y="1188375"/>
                <a:ext cx="1828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F58DF01-AD76-8166-219E-E14B9E9A5E2F}"/>
                  </a:ext>
                </a:extLst>
              </p14:cNvPr>
              <p14:cNvContentPartPr/>
              <p14:nvPr/>
            </p14:nvContentPartPr>
            <p14:xfrm>
              <a:off x="10035465" y="1262535"/>
              <a:ext cx="11880" cy="54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F58DF01-AD76-8166-219E-E14B9E9A5E2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29345" y="1256415"/>
                <a:ext cx="24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536E4FA-8401-CF20-BD79-8436D51C03C3}"/>
                  </a:ext>
                </a:extLst>
              </p14:cNvPr>
              <p14:cNvContentPartPr/>
              <p14:nvPr/>
            </p14:nvContentPartPr>
            <p14:xfrm>
              <a:off x="9961305" y="1200255"/>
              <a:ext cx="167040" cy="258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536E4FA-8401-CF20-BD79-8436D51C03C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955185" y="1194135"/>
                <a:ext cx="1792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FC4AC3C-6407-C735-2BF8-000F338D249E}"/>
                  </a:ext>
                </a:extLst>
              </p14:cNvPr>
              <p14:cNvContentPartPr/>
              <p14:nvPr/>
            </p14:nvContentPartPr>
            <p14:xfrm>
              <a:off x="10113225" y="1073175"/>
              <a:ext cx="147960" cy="40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FC4AC3C-6407-C735-2BF8-000F338D249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107105" y="1067055"/>
                <a:ext cx="1602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683BE83-5EF9-76D7-DAD4-A31A9501E57F}"/>
                  </a:ext>
                </a:extLst>
              </p14:cNvPr>
              <p14:cNvContentPartPr/>
              <p14:nvPr/>
            </p14:nvContentPartPr>
            <p14:xfrm>
              <a:off x="10259385" y="1216095"/>
              <a:ext cx="113400" cy="41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683BE83-5EF9-76D7-DAD4-A31A9501E57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53265" y="1209975"/>
                <a:ext cx="125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C46FB14-71C0-67C8-9A3E-D34503AC8BE4}"/>
                  </a:ext>
                </a:extLst>
              </p14:cNvPr>
              <p14:cNvContentPartPr/>
              <p14:nvPr/>
            </p14:nvContentPartPr>
            <p14:xfrm>
              <a:off x="10279905" y="1356135"/>
              <a:ext cx="74520" cy="33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C46FB14-71C0-67C8-9A3E-D34503AC8BE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273785" y="1350015"/>
                <a:ext cx="86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6B41B9B-88E6-CDEE-981C-44F33689E5EC}"/>
                  </a:ext>
                </a:extLst>
              </p14:cNvPr>
              <p14:cNvContentPartPr/>
              <p14:nvPr/>
            </p14:nvContentPartPr>
            <p14:xfrm>
              <a:off x="10860585" y="1284855"/>
              <a:ext cx="21960" cy="5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6B41B9B-88E6-CDEE-981C-44F33689E5EC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854465" y="1278735"/>
                <a:ext cx="3420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71E778C-6DCB-CD93-F979-411DAB614706}"/>
                  </a:ext>
                </a:extLst>
              </p14:cNvPr>
              <p14:cNvContentPartPr/>
              <p14:nvPr/>
            </p14:nvContentPartPr>
            <p14:xfrm>
              <a:off x="9248865" y="1824135"/>
              <a:ext cx="283680" cy="294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71E778C-6DCB-CD93-F979-411DAB61470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242745" y="1818015"/>
                <a:ext cx="2959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0C84FBD-38F2-CFD1-4674-E43969593B28}"/>
                  </a:ext>
                </a:extLst>
              </p14:cNvPr>
              <p14:cNvContentPartPr/>
              <p14:nvPr/>
            </p14:nvContentPartPr>
            <p14:xfrm>
              <a:off x="9646305" y="1814055"/>
              <a:ext cx="166320" cy="2116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0C84FBD-38F2-CFD1-4674-E43969593B2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640185" y="1807935"/>
                <a:ext cx="178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F5B4962-72EB-7EDA-37E6-138E68FD8CB0}"/>
                  </a:ext>
                </a:extLst>
              </p14:cNvPr>
              <p14:cNvContentPartPr/>
              <p14:nvPr/>
            </p14:nvContentPartPr>
            <p14:xfrm>
              <a:off x="9953025" y="1880655"/>
              <a:ext cx="15120" cy="8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F5B4962-72EB-7EDA-37E6-138E68FD8CB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946905" y="1874535"/>
                <a:ext cx="273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8E22338-B3E0-FE9D-3B63-22BBD45A6464}"/>
                  </a:ext>
                </a:extLst>
              </p14:cNvPr>
              <p14:cNvContentPartPr/>
              <p14:nvPr/>
            </p14:nvContentPartPr>
            <p14:xfrm>
              <a:off x="9938265" y="1800375"/>
              <a:ext cx="141840" cy="291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8E22338-B3E0-FE9D-3B63-22BBD45A646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932145" y="1794255"/>
                <a:ext cx="1540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1525C08-CC47-8679-4A60-70C698B5D17F}"/>
                  </a:ext>
                </a:extLst>
              </p14:cNvPr>
              <p14:cNvContentPartPr/>
              <p14:nvPr/>
            </p14:nvContentPartPr>
            <p14:xfrm>
              <a:off x="10174785" y="1721175"/>
              <a:ext cx="79200" cy="13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1525C08-CC47-8679-4A60-70C698B5D17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168665" y="1715055"/>
                <a:ext cx="91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FED4A5F-E988-4478-B042-3FF3B9C2ADD0}"/>
                  </a:ext>
                </a:extLst>
              </p14:cNvPr>
              <p14:cNvContentPartPr/>
              <p14:nvPr/>
            </p14:nvContentPartPr>
            <p14:xfrm>
              <a:off x="9879945" y="2013495"/>
              <a:ext cx="2520" cy="11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FED4A5F-E988-4478-B042-3FF3B9C2ADD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873825" y="2007375"/>
                <a:ext cx="147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B1F909B-E182-3620-6A68-EC1D0D47A400}"/>
                  </a:ext>
                </a:extLst>
              </p14:cNvPr>
              <p14:cNvContentPartPr/>
              <p14:nvPr/>
            </p14:nvContentPartPr>
            <p14:xfrm>
              <a:off x="9514185" y="1971015"/>
              <a:ext cx="34560" cy="252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B1F909B-E182-3620-6A68-EC1D0D47A40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508065" y="1964895"/>
                <a:ext cx="468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1A02A77-73BD-7957-F77A-5C4D1D12690F}"/>
              </a:ext>
            </a:extLst>
          </p:cNvPr>
          <p:cNvGrpSpPr/>
          <p:nvPr/>
        </p:nvGrpSpPr>
        <p:grpSpPr>
          <a:xfrm>
            <a:off x="10640985" y="1078935"/>
            <a:ext cx="628200" cy="321480"/>
            <a:chOff x="10640985" y="1078935"/>
            <a:chExt cx="6282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EC2680-8638-9657-C662-9F21449E8B38}"/>
                    </a:ext>
                  </a:extLst>
                </p14:cNvPr>
                <p14:cNvContentPartPr/>
                <p14:nvPr/>
              </p14:nvContentPartPr>
              <p14:xfrm>
                <a:off x="10640985" y="1128615"/>
                <a:ext cx="122760" cy="271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EC2680-8638-9657-C662-9F21449E8B3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634865" y="1122495"/>
                  <a:ext cx="1350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51FBB87-F3BE-DB51-2F8A-0A851199D685}"/>
                    </a:ext>
                  </a:extLst>
                </p14:cNvPr>
                <p14:cNvContentPartPr/>
                <p14:nvPr/>
              </p14:nvContentPartPr>
              <p14:xfrm>
                <a:off x="10779585" y="1078935"/>
                <a:ext cx="172800" cy="37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51FBB87-F3BE-DB51-2F8A-0A851199D68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773465" y="1072815"/>
                  <a:ext cx="185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B41EF25-85D3-51B0-C016-0FB43F0C5145}"/>
                    </a:ext>
                  </a:extLst>
                </p14:cNvPr>
                <p14:cNvContentPartPr/>
                <p14:nvPr/>
              </p14:nvContentPartPr>
              <p14:xfrm>
                <a:off x="10811625" y="1212135"/>
                <a:ext cx="173880" cy="21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B41EF25-85D3-51B0-C016-0FB43F0C514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805505" y="1206015"/>
                  <a:ext cx="186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C3EE63B-AA3C-4887-673B-DD13B0F4DDD1}"/>
                    </a:ext>
                  </a:extLst>
                </p14:cNvPr>
                <p14:cNvContentPartPr/>
                <p14:nvPr/>
              </p14:nvContentPartPr>
              <p14:xfrm>
                <a:off x="11072265" y="1081455"/>
                <a:ext cx="196920" cy="263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C3EE63B-AA3C-4887-673B-DD13B0F4DDD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066145" y="1075335"/>
                  <a:ext cx="20916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968EAB6-0432-B05E-C787-38C300E8ACB1}"/>
              </a:ext>
            </a:extLst>
          </p:cNvPr>
          <p:cNvGrpSpPr/>
          <p:nvPr/>
        </p:nvGrpSpPr>
        <p:grpSpPr>
          <a:xfrm>
            <a:off x="10370265" y="1613535"/>
            <a:ext cx="848520" cy="482400"/>
            <a:chOff x="10370265" y="1613535"/>
            <a:chExt cx="84852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4F2C2D-CEE9-A052-9758-EDAA142E06A7}"/>
                    </a:ext>
                  </a:extLst>
                </p14:cNvPr>
                <p14:cNvContentPartPr/>
                <p14:nvPr/>
              </p14:nvContentPartPr>
              <p14:xfrm>
                <a:off x="10370265" y="1849335"/>
                <a:ext cx="143280" cy="42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4F2C2D-CEE9-A052-9758-EDAA142E06A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364145" y="1843215"/>
                  <a:ext cx="155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34A91DD-F040-D94C-D8D9-C79F23FCDC3F}"/>
                    </a:ext>
                  </a:extLst>
                </p14:cNvPr>
                <p14:cNvContentPartPr/>
                <p14:nvPr/>
              </p14:nvContentPartPr>
              <p14:xfrm>
                <a:off x="10430745" y="1979295"/>
                <a:ext cx="119160" cy="19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34A91DD-F040-D94C-D8D9-C79F23FCDC3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24625" y="1973175"/>
                  <a:ext cx="131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45DAC3-D109-DE62-E1CF-BF6034008B5E}"/>
                    </a:ext>
                  </a:extLst>
                </p14:cNvPr>
                <p14:cNvContentPartPr/>
                <p14:nvPr/>
              </p14:nvContentPartPr>
              <p14:xfrm>
                <a:off x="10834305" y="1613535"/>
                <a:ext cx="137520" cy="55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45DAC3-D109-DE62-E1CF-BF6034008B5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828185" y="1607415"/>
                  <a:ext cx="149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A2156B8-711C-E54A-8DE1-5489F0EEED45}"/>
                    </a:ext>
                  </a:extLst>
                </p14:cNvPr>
                <p14:cNvContentPartPr/>
                <p14:nvPr/>
              </p14:nvContentPartPr>
              <p14:xfrm>
                <a:off x="10563585" y="1732695"/>
                <a:ext cx="266760" cy="363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A2156B8-711C-E54A-8DE1-5489F0EEED4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557465" y="1726575"/>
                  <a:ext cx="2790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4173CC-EB37-6B2A-7354-0234A0C2BCB9}"/>
                    </a:ext>
                  </a:extLst>
                </p14:cNvPr>
                <p14:cNvContentPartPr/>
                <p14:nvPr/>
              </p14:nvContentPartPr>
              <p14:xfrm>
                <a:off x="10629465" y="1689855"/>
                <a:ext cx="337680" cy="235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4173CC-EB37-6B2A-7354-0234A0C2BCB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623345" y="1683735"/>
                  <a:ext cx="349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FBFBA9-F6CF-4A1B-0DD2-9D901145BA43}"/>
                    </a:ext>
                  </a:extLst>
                </p14:cNvPr>
                <p14:cNvContentPartPr/>
                <p14:nvPr/>
              </p14:nvContentPartPr>
              <p14:xfrm>
                <a:off x="11015025" y="2007015"/>
                <a:ext cx="35640" cy="25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FBFBA9-F6CF-4A1B-0DD2-9D901145BA4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008905" y="2000895"/>
                  <a:ext cx="47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499BA1-E51D-E3E3-5953-C5D616F59222}"/>
                    </a:ext>
                  </a:extLst>
                </p14:cNvPr>
                <p14:cNvContentPartPr/>
                <p14:nvPr/>
              </p14:nvContentPartPr>
              <p14:xfrm>
                <a:off x="11069745" y="1682655"/>
                <a:ext cx="149040" cy="346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499BA1-E51D-E3E3-5953-C5D616F5922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063625" y="1676535"/>
                  <a:ext cx="161280" cy="35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8CAD602-1288-CE31-AB85-5484AF54EE5C}"/>
                  </a:ext>
                </a:extLst>
              </p14:cNvPr>
              <p14:cNvContentPartPr/>
              <p14:nvPr/>
            </p14:nvContentPartPr>
            <p14:xfrm>
              <a:off x="3281505" y="821175"/>
              <a:ext cx="55080" cy="30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8CAD602-1288-CE31-AB85-5484AF54EE5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275385" y="815055"/>
                <a:ext cx="673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225388C-2BAB-F603-8717-246A8CEC4F22}"/>
                  </a:ext>
                </a:extLst>
              </p14:cNvPr>
              <p14:cNvContentPartPr/>
              <p14:nvPr/>
            </p14:nvContentPartPr>
            <p14:xfrm>
              <a:off x="3542505" y="784095"/>
              <a:ext cx="154080" cy="18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225388C-2BAB-F603-8717-246A8CEC4F22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536385" y="777975"/>
                <a:ext cx="166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D559D9A-B1A8-FF40-FAEB-B2C827FC740B}"/>
                  </a:ext>
                </a:extLst>
              </p14:cNvPr>
              <p14:cNvContentPartPr/>
              <p14:nvPr/>
            </p14:nvContentPartPr>
            <p14:xfrm>
              <a:off x="3963705" y="763575"/>
              <a:ext cx="100800" cy="43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D559D9A-B1A8-FF40-FAEB-B2C827FC740B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957585" y="757455"/>
                <a:ext cx="113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8DAFDD3-B299-CA42-467E-210EB5697AEA}"/>
                  </a:ext>
                </a:extLst>
              </p14:cNvPr>
              <p14:cNvContentPartPr/>
              <p14:nvPr/>
            </p14:nvContentPartPr>
            <p14:xfrm>
              <a:off x="3185385" y="783735"/>
              <a:ext cx="195840" cy="32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8DAFDD3-B299-CA42-467E-210EB5697AEA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179265" y="777615"/>
                <a:ext cx="208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7A597A0-89A5-4086-9D61-8C12EBAD72BD}"/>
                  </a:ext>
                </a:extLst>
              </p14:cNvPr>
              <p14:cNvContentPartPr/>
              <p14:nvPr/>
            </p14:nvContentPartPr>
            <p14:xfrm>
              <a:off x="3627825" y="779055"/>
              <a:ext cx="289440" cy="41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7A597A0-89A5-4086-9D61-8C12EBAD72BD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621705" y="772935"/>
                <a:ext cx="3016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356EEFA-DDE5-0533-7653-1A19EF1408B0}"/>
                  </a:ext>
                </a:extLst>
              </p14:cNvPr>
              <p14:cNvContentPartPr/>
              <p14:nvPr/>
            </p14:nvContentPartPr>
            <p14:xfrm>
              <a:off x="4177185" y="756015"/>
              <a:ext cx="309240" cy="83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356EEFA-DDE5-0533-7653-1A19EF1408B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171065" y="749895"/>
                <a:ext cx="3214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D262B5E-2B8D-6263-0CAA-2D0C912FB316}"/>
                  </a:ext>
                </a:extLst>
              </p14:cNvPr>
              <p14:cNvContentPartPr/>
              <p14:nvPr/>
            </p14:nvContentPartPr>
            <p14:xfrm>
              <a:off x="6256185" y="2682015"/>
              <a:ext cx="45360" cy="2739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D262B5E-2B8D-6263-0CAA-2D0C912FB316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250065" y="2675895"/>
                <a:ext cx="576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3AA1B14-A3BE-70DB-1CD9-D4DBF1F5806C}"/>
                  </a:ext>
                </a:extLst>
              </p14:cNvPr>
              <p14:cNvContentPartPr/>
              <p14:nvPr/>
            </p14:nvContentPartPr>
            <p14:xfrm>
              <a:off x="6222345" y="3112935"/>
              <a:ext cx="214200" cy="3056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3AA1B14-A3BE-70DB-1CD9-D4DBF1F5806C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216225" y="3106815"/>
                <a:ext cx="22644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E35ABF-9189-5B1A-863D-895536F7CD24}"/>
              </a:ext>
            </a:extLst>
          </p:cNvPr>
          <p:cNvGrpSpPr/>
          <p:nvPr/>
        </p:nvGrpSpPr>
        <p:grpSpPr>
          <a:xfrm>
            <a:off x="4718265" y="241935"/>
            <a:ext cx="2553840" cy="807120"/>
            <a:chOff x="4718265" y="241935"/>
            <a:chExt cx="2553840" cy="80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493A0E-7274-F8DD-2446-15D2C96819C8}"/>
                    </a:ext>
                  </a:extLst>
                </p14:cNvPr>
                <p14:cNvContentPartPr/>
                <p14:nvPr/>
              </p14:nvContentPartPr>
              <p14:xfrm>
                <a:off x="4718265" y="756015"/>
                <a:ext cx="172800" cy="35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493A0E-7274-F8DD-2446-15D2C96819C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712145" y="749895"/>
                  <a:ext cx="185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1952A9F-AC32-A86A-0F34-0B236B01C017}"/>
                    </a:ext>
                  </a:extLst>
                </p14:cNvPr>
                <p14:cNvContentPartPr/>
                <p14:nvPr/>
              </p14:nvContentPartPr>
              <p14:xfrm>
                <a:off x="5212905" y="761415"/>
                <a:ext cx="191160" cy="46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1952A9F-AC32-A86A-0F34-0B236B01C01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06785" y="755295"/>
                  <a:ext cx="203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41CBD52-06A5-9B41-4A13-4AEB5C98A37F}"/>
                    </a:ext>
                  </a:extLst>
                </p14:cNvPr>
                <p14:cNvContentPartPr/>
                <p14:nvPr/>
              </p14:nvContentPartPr>
              <p14:xfrm>
                <a:off x="4768305" y="703815"/>
                <a:ext cx="308880" cy="28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41CBD52-06A5-9B41-4A13-4AEB5C98A37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62185" y="697695"/>
                  <a:ext cx="3211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95824B-97CA-389E-CE73-B34CA2B1DB29}"/>
                    </a:ext>
                  </a:extLst>
                </p14:cNvPr>
                <p14:cNvContentPartPr/>
                <p14:nvPr/>
              </p14:nvContentPartPr>
              <p14:xfrm>
                <a:off x="4825545" y="676095"/>
                <a:ext cx="244800" cy="240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95824B-97CA-389E-CE73-B34CA2B1DB2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819425" y="669975"/>
                  <a:ext cx="257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9805E58-A24D-6D54-9D15-9704B64F7BF1}"/>
                    </a:ext>
                  </a:extLst>
                </p14:cNvPr>
                <p14:cNvContentPartPr/>
                <p14:nvPr/>
              </p14:nvContentPartPr>
              <p14:xfrm>
                <a:off x="5128305" y="710655"/>
                <a:ext cx="196920" cy="233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9805E58-A24D-6D54-9D15-9704B64F7BF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22185" y="704535"/>
                  <a:ext cx="209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D316C43-2A1C-B5BF-73C8-C4FDF13698C4}"/>
                    </a:ext>
                  </a:extLst>
                </p14:cNvPr>
                <p14:cNvContentPartPr/>
                <p14:nvPr/>
              </p14:nvContentPartPr>
              <p14:xfrm>
                <a:off x="5089425" y="681135"/>
                <a:ext cx="130680" cy="229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D316C43-2A1C-B5BF-73C8-C4FDF13698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083305" y="675015"/>
                  <a:ext cx="142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848781-9FCD-CB17-2378-482F179D15DD}"/>
                    </a:ext>
                  </a:extLst>
                </p14:cNvPr>
                <p14:cNvContentPartPr/>
                <p14:nvPr/>
              </p14:nvContentPartPr>
              <p14:xfrm>
                <a:off x="5640585" y="759255"/>
                <a:ext cx="73440" cy="1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848781-9FCD-CB17-2378-482F179D15D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634465" y="753135"/>
                  <a:ext cx="85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22A1D7-E2E8-4D45-5124-2CA4814B9660}"/>
                    </a:ext>
                  </a:extLst>
                </p14:cNvPr>
                <p14:cNvContentPartPr/>
                <p14:nvPr/>
              </p14:nvContentPartPr>
              <p14:xfrm>
                <a:off x="6025785" y="739815"/>
                <a:ext cx="303120" cy="83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22A1D7-E2E8-4D45-5124-2CA4814B96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19665" y="733695"/>
                  <a:ext cx="315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D2D1AD-5645-BF91-1817-C799EDC23567}"/>
                    </a:ext>
                  </a:extLst>
                </p14:cNvPr>
                <p14:cNvContentPartPr/>
                <p14:nvPr/>
              </p14:nvContentPartPr>
              <p14:xfrm>
                <a:off x="6466785" y="753135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D2D1AD-5645-BF91-1817-C799EDC2356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460665" y="7470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373D59-4031-4F3A-B249-9ED69D0B2B89}"/>
                    </a:ext>
                  </a:extLst>
                </p14:cNvPr>
                <p14:cNvContentPartPr/>
                <p14:nvPr/>
              </p14:nvContentPartPr>
              <p14:xfrm>
                <a:off x="6612225" y="731535"/>
                <a:ext cx="69120" cy="34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373D59-4031-4F3A-B249-9ED69D0B2B8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606105" y="725415"/>
                  <a:ext cx="81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72322A-DC14-B4AA-B4E1-9530A1FD1026}"/>
                    </a:ext>
                  </a:extLst>
                </p14:cNvPr>
                <p14:cNvContentPartPr/>
                <p14:nvPr/>
              </p14:nvContentPartPr>
              <p14:xfrm>
                <a:off x="5622225" y="651255"/>
                <a:ext cx="185400" cy="251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72322A-DC14-B4AA-B4E1-9530A1FD102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616105" y="645135"/>
                  <a:ext cx="197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B260DB5-28DD-8DD5-85ED-CB7CDDA67D51}"/>
                    </a:ext>
                  </a:extLst>
                </p14:cNvPr>
                <p14:cNvContentPartPr/>
                <p14:nvPr/>
              </p14:nvContentPartPr>
              <p14:xfrm>
                <a:off x="5649585" y="658455"/>
                <a:ext cx="179640" cy="216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B260DB5-28DD-8DD5-85ED-CB7CDDA67D5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643465" y="652335"/>
                  <a:ext cx="191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4111926-6F1B-F538-E305-63AF4B21B050}"/>
                    </a:ext>
                  </a:extLst>
                </p14:cNvPr>
                <p14:cNvContentPartPr/>
                <p14:nvPr/>
              </p14:nvContentPartPr>
              <p14:xfrm>
                <a:off x="5702145" y="749175"/>
                <a:ext cx="10800" cy="5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4111926-6F1B-F538-E305-63AF4B21B05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96025" y="743055"/>
                  <a:ext cx="23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B300AA-0AB3-2EC8-2652-49D21A0FC335}"/>
                    </a:ext>
                  </a:extLst>
                </p14:cNvPr>
                <p14:cNvContentPartPr/>
                <p14:nvPr/>
              </p14:nvContentPartPr>
              <p14:xfrm>
                <a:off x="5790345" y="531015"/>
                <a:ext cx="1337760" cy="35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B300AA-0AB3-2EC8-2652-49D21A0FC33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784225" y="524895"/>
                  <a:ext cx="1350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F33921-5319-D120-D34B-52C35BD963DA}"/>
                    </a:ext>
                  </a:extLst>
                </p14:cNvPr>
                <p14:cNvContentPartPr/>
                <p14:nvPr/>
              </p14:nvContentPartPr>
              <p14:xfrm>
                <a:off x="6766305" y="241935"/>
                <a:ext cx="302400" cy="450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F33921-5319-D120-D34B-52C35BD963D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60185" y="235815"/>
                  <a:ext cx="3146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85DC33F-FD17-E4A1-FB70-874FAE36F0A7}"/>
                    </a:ext>
                  </a:extLst>
                </p14:cNvPr>
                <p14:cNvContentPartPr/>
                <p14:nvPr/>
              </p14:nvContentPartPr>
              <p14:xfrm>
                <a:off x="6949185" y="620295"/>
                <a:ext cx="215280" cy="349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85DC33F-FD17-E4A1-FB70-874FAE36F0A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943065" y="614175"/>
                  <a:ext cx="2275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B4E5E48-E41D-C5B7-77D5-51799CA5B26A}"/>
                    </a:ext>
                  </a:extLst>
                </p14:cNvPr>
                <p14:cNvContentPartPr/>
                <p14:nvPr/>
              </p14:nvContentPartPr>
              <p14:xfrm>
                <a:off x="6829305" y="601215"/>
                <a:ext cx="442800" cy="309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B4E5E48-E41D-C5B7-77D5-51799CA5B26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823185" y="595095"/>
                  <a:ext cx="4550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7FB8A48-B9CF-A736-0CD2-C4828B4B7B19}"/>
                    </a:ext>
                  </a:extLst>
                </p14:cNvPr>
                <p14:cNvContentPartPr/>
                <p14:nvPr/>
              </p14:nvContentPartPr>
              <p14:xfrm>
                <a:off x="6921825" y="404295"/>
                <a:ext cx="222840" cy="594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7FB8A48-B9CF-A736-0CD2-C4828B4B7B1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15705" y="398175"/>
                  <a:ext cx="23508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B050B0B-B752-979C-24F3-4575BBC1F0F8}"/>
                    </a:ext>
                  </a:extLst>
                </p14:cNvPr>
                <p14:cNvContentPartPr/>
                <p14:nvPr/>
              </p14:nvContentPartPr>
              <p14:xfrm>
                <a:off x="6682785" y="619575"/>
                <a:ext cx="469080" cy="51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B050B0B-B752-979C-24F3-4575BBC1F0F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676665" y="613455"/>
                  <a:ext cx="481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EF92B89-3418-286E-6AAD-770CBAD93B7F}"/>
                    </a:ext>
                  </a:extLst>
                </p14:cNvPr>
                <p14:cNvContentPartPr/>
                <p14:nvPr/>
              </p14:nvContentPartPr>
              <p14:xfrm>
                <a:off x="6979065" y="1016655"/>
                <a:ext cx="15120" cy="32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EF92B89-3418-286E-6AAD-770CBAD93B7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72945" y="1010535"/>
                  <a:ext cx="27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1CDB107-3BC7-87E7-84F0-97872BF53C5A}"/>
                    </a:ext>
                  </a:extLst>
                </p14:cNvPr>
                <p14:cNvContentPartPr/>
                <p14:nvPr/>
              </p14:nvContentPartPr>
              <p14:xfrm>
                <a:off x="6270225" y="827295"/>
                <a:ext cx="1440" cy="13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1CDB107-3BC7-87E7-84F0-97872BF53C5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264105" y="821175"/>
                  <a:ext cx="13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074863E-C70B-2591-1785-FFFEC144FC0F}"/>
                    </a:ext>
                  </a:extLst>
                </p14:cNvPr>
                <p14:cNvContentPartPr/>
                <p14:nvPr/>
              </p14:nvContentPartPr>
              <p14:xfrm>
                <a:off x="6981225" y="855015"/>
                <a:ext cx="19800" cy="2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074863E-C70B-2591-1785-FFFEC144FC0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75105" y="848895"/>
                  <a:ext cx="320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62EA625-F317-0723-952E-3825585CA955}"/>
                    </a:ext>
                  </a:extLst>
                </p14:cNvPr>
                <p14:cNvContentPartPr/>
                <p14:nvPr/>
              </p14:nvContentPartPr>
              <p14:xfrm>
                <a:off x="7073745" y="802455"/>
                <a:ext cx="17640" cy="12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62EA625-F317-0723-952E-3825585CA95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67625" y="796335"/>
                  <a:ext cx="2988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DD23AD7-3898-D85B-B2D7-5F0A08E9E02C}"/>
                  </a:ext>
                </a:extLst>
              </p14:cNvPr>
              <p14:cNvContentPartPr/>
              <p14:nvPr/>
            </p14:nvContentPartPr>
            <p14:xfrm>
              <a:off x="2170185" y="263535"/>
              <a:ext cx="5628600" cy="3161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DD23AD7-3898-D85B-B2D7-5F0A08E9E02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161545" y="254535"/>
                <a:ext cx="5646240" cy="31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2D58D29-37D5-A3E2-31AD-161790EEA4AC}"/>
                  </a:ext>
                </a:extLst>
              </p14:cNvPr>
              <p14:cNvContentPartPr/>
              <p14:nvPr/>
            </p14:nvContentPartPr>
            <p14:xfrm>
              <a:off x="5365905" y="586455"/>
              <a:ext cx="1773360" cy="2019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2D58D29-37D5-A3E2-31AD-161790EEA4A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357265" y="577815"/>
                <a:ext cx="17910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A6831AA-D94A-D8C6-8726-51EF70D3A13C}"/>
                  </a:ext>
                </a:extLst>
              </p14:cNvPr>
              <p14:cNvContentPartPr/>
              <p14:nvPr/>
            </p14:nvContentPartPr>
            <p14:xfrm>
              <a:off x="5460945" y="766455"/>
              <a:ext cx="123840" cy="108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A6831AA-D94A-D8C6-8726-51EF70D3A13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452305" y="757815"/>
                <a:ext cx="1414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634DE90-9D68-7E2D-F528-F1DDA25380A7}"/>
              </a:ext>
            </a:extLst>
          </p:cNvPr>
          <p:cNvGrpSpPr/>
          <p:nvPr/>
        </p:nvGrpSpPr>
        <p:grpSpPr>
          <a:xfrm>
            <a:off x="4360425" y="1119255"/>
            <a:ext cx="1496520" cy="639360"/>
            <a:chOff x="4360425" y="1119255"/>
            <a:chExt cx="1496520" cy="6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F7CF83-EFD3-AB94-9679-D74C1F3C3D91}"/>
                    </a:ext>
                  </a:extLst>
                </p14:cNvPr>
                <p14:cNvContentPartPr/>
                <p14:nvPr/>
              </p14:nvContentPartPr>
              <p14:xfrm>
                <a:off x="4672545" y="1119255"/>
                <a:ext cx="160560" cy="343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F7CF83-EFD3-AB94-9679-D74C1F3C3D9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63545" y="1110615"/>
                  <a:ext cx="1782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72D013D-47A6-70F7-13D0-8108F643924E}"/>
                    </a:ext>
                  </a:extLst>
                </p14:cNvPr>
                <p14:cNvContentPartPr/>
                <p14:nvPr/>
              </p14:nvContentPartPr>
              <p14:xfrm>
                <a:off x="5300025" y="1335975"/>
                <a:ext cx="556920" cy="209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72D013D-47A6-70F7-13D0-8108F643924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91025" y="1326975"/>
                  <a:ext cx="574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99F0426-57CD-BD8A-5517-718C140DAEFA}"/>
                    </a:ext>
                  </a:extLst>
                </p14:cNvPr>
                <p14:cNvContentPartPr/>
                <p14:nvPr/>
              </p14:nvContentPartPr>
              <p14:xfrm>
                <a:off x="5560665" y="1298535"/>
                <a:ext cx="151200" cy="370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99F0426-57CD-BD8A-5517-718C140DAE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51665" y="1289535"/>
                  <a:ext cx="1688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3E534A7-5CFD-D003-2BC4-1228A75F1DD3}"/>
                    </a:ext>
                  </a:extLst>
                </p14:cNvPr>
                <p14:cNvContentPartPr/>
                <p14:nvPr/>
              </p14:nvContentPartPr>
              <p14:xfrm>
                <a:off x="4360425" y="1256055"/>
                <a:ext cx="786600" cy="285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3E534A7-5CFD-D003-2BC4-1228A75F1DD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51425" y="1247415"/>
                  <a:ext cx="804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201538C-7C54-B00A-145E-E4777C04C781}"/>
                    </a:ext>
                  </a:extLst>
                </p14:cNvPr>
                <p14:cNvContentPartPr/>
                <p14:nvPr/>
              </p14:nvContentPartPr>
              <p14:xfrm>
                <a:off x="4715745" y="1185135"/>
                <a:ext cx="195840" cy="573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201538C-7C54-B00A-145E-E4777C04C78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07105" y="1176495"/>
                  <a:ext cx="2134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F3206A2-4FE3-B878-20D9-3ED76234DCBA}"/>
                    </a:ext>
                  </a:extLst>
                </p14:cNvPr>
                <p14:cNvContentPartPr/>
                <p14:nvPr/>
              </p14:nvContentPartPr>
              <p14:xfrm>
                <a:off x="4570665" y="1340655"/>
                <a:ext cx="59760" cy="60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F3206A2-4FE3-B878-20D9-3ED76234DC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62025" y="1331655"/>
                  <a:ext cx="774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B885A55-1789-95DE-DB38-4220FD573676}"/>
              </a:ext>
            </a:extLst>
          </p:cNvPr>
          <p:cNvGrpSpPr/>
          <p:nvPr/>
        </p:nvGrpSpPr>
        <p:grpSpPr>
          <a:xfrm>
            <a:off x="5402625" y="431295"/>
            <a:ext cx="1838520" cy="603000"/>
            <a:chOff x="5402625" y="431295"/>
            <a:chExt cx="1838520" cy="6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3A22907-3FC6-E193-C8DD-489EA9C678CF}"/>
                    </a:ext>
                  </a:extLst>
                </p14:cNvPr>
                <p14:cNvContentPartPr/>
                <p14:nvPr/>
              </p14:nvContentPartPr>
              <p14:xfrm>
                <a:off x="6957105" y="553695"/>
                <a:ext cx="227880" cy="480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3A22907-3FC6-E193-C8DD-489EA9C678C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48465" y="544695"/>
                  <a:ext cx="2455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904EE4B-2DC0-53DF-0BDF-7E61F753B369}"/>
                    </a:ext>
                  </a:extLst>
                </p14:cNvPr>
                <p14:cNvContentPartPr/>
                <p14:nvPr/>
              </p14:nvContentPartPr>
              <p14:xfrm>
                <a:off x="6953865" y="431295"/>
                <a:ext cx="287280" cy="568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904EE4B-2DC0-53DF-0BDF-7E61F753B36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944865" y="422295"/>
                  <a:ext cx="3049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60C3D74-8EBD-6495-56D6-078955DDD576}"/>
                    </a:ext>
                  </a:extLst>
                </p14:cNvPr>
                <p14:cNvContentPartPr/>
                <p14:nvPr/>
              </p14:nvContentPartPr>
              <p14:xfrm>
                <a:off x="7018305" y="450735"/>
                <a:ext cx="63720" cy="483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60C3D74-8EBD-6495-56D6-078955DDD57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009665" y="441735"/>
                  <a:ext cx="813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C4CDC10-3698-0495-4DD7-5E22D060623B}"/>
                    </a:ext>
                  </a:extLst>
                </p14:cNvPr>
                <p14:cNvContentPartPr/>
                <p14:nvPr/>
              </p14:nvContentPartPr>
              <p14:xfrm>
                <a:off x="6901305" y="691575"/>
                <a:ext cx="338760" cy="80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C4CDC10-3698-0495-4DD7-5E22D06062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92305" y="682575"/>
                  <a:ext cx="356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4482183-0E10-6995-E4ED-CCC270200A60}"/>
                    </a:ext>
                  </a:extLst>
                </p14:cNvPr>
                <p14:cNvContentPartPr/>
                <p14:nvPr/>
              </p14:nvContentPartPr>
              <p14:xfrm>
                <a:off x="5402625" y="617775"/>
                <a:ext cx="1265040" cy="169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4482183-0E10-6995-E4ED-CCC270200A6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93985" y="608775"/>
                  <a:ext cx="1282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0C08302-53BF-A141-A592-536A6A83030B}"/>
                    </a:ext>
                  </a:extLst>
                </p14:cNvPr>
                <p14:cNvContentPartPr/>
                <p14:nvPr/>
              </p14:nvContentPartPr>
              <p14:xfrm>
                <a:off x="5467785" y="640815"/>
                <a:ext cx="1319400" cy="1299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0C08302-53BF-A141-A592-536A6A83030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59145" y="632175"/>
                  <a:ext cx="1337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4EC7D1C-A3CD-3E46-8FF9-E374F207DE7C}"/>
                    </a:ext>
                  </a:extLst>
                </p14:cNvPr>
                <p14:cNvContentPartPr/>
                <p14:nvPr/>
              </p14:nvContentPartPr>
              <p14:xfrm>
                <a:off x="6979065" y="658455"/>
                <a:ext cx="19440" cy="27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4EC7D1C-A3CD-3E46-8FF9-E374F207DE7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970425" y="649815"/>
                  <a:ext cx="370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FE28181-857D-2343-FECD-DC9BE1FC1965}"/>
              </a:ext>
            </a:extLst>
          </p:cNvPr>
          <p:cNvGrpSpPr/>
          <p:nvPr/>
        </p:nvGrpSpPr>
        <p:grpSpPr>
          <a:xfrm>
            <a:off x="2335425" y="2651055"/>
            <a:ext cx="1130400" cy="291600"/>
            <a:chOff x="2335425" y="2651055"/>
            <a:chExt cx="113040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F3F257B-0981-E065-7C8D-5D894D8265D2}"/>
                    </a:ext>
                  </a:extLst>
                </p14:cNvPr>
                <p14:cNvContentPartPr/>
                <p14:nvPr/>
              </p14:nvContentPartPr>
              <p14:xfrm>
                <a:off x="2393025" y="2737455"/>
                <a:ext cx="30960" cy="70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F3F257B-0981-E065-7C8D-5D894D8265D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384385" y="2728455"/>
                  <a:ext cx="48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A72314-37E3-5F4F-CDB6-92399ACF3449}"/>
                    </a:ext>
                  </a:extLst>
                </p14:cNvPr>
                <p14:cNvContentPartPr/>
                <p14:nvPr/>
              </p14:nvContentPartPr>
              <p14:xfrm>
                <a:off x="2780385" y="2685975"/>
                <a:ext cx="290880" cy="256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A72314-37E3-5F4F-CDB6-92399ACF344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71745" y="2677335"/>
                  <a:ext cx="308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1CFCC0-1620-6F55-77F4-3FD2BB8A56E0}"/>
                    </a:ext>
                  </a:extLst>
                </p14:cNvPr>
                <p14:cNvContentPartPr/>
                <p14:nvPr/>
              </p14:nvContentPartPr>
              <p14:xfrm>
                <a:off x="2842305" y="2718375"/>
                <a:ext cx="219960" cy="217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1CFCC0-1620-6F55-77F4-3FD2BB8A56E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833665" y="2709735"/>
                  <a:ext cx="237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52EA2A-7BCA-7D9C-EB71-C4DF301D1FD1}"/>
                    </a:ext>
                  </a:extLst>
                </p14:cNvPr>
                <p14:cNvContentPartPr/>
                <p14:nvPr/>
              </p14:nvContentPartPr>
              <p14:xfrm>
                <a:off x="3298425" y="2651055"/>
                <a:ext cx="98640" cy="242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52EA2A-7BCA-7D9C-EB71-C4DF301D1FD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89785" y="2642415"/>
                  <a:ext cx="116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2A169F-237A-374B-A2B8-50967647465B}"/>
                    </a:ext>
                  </a:extLst>
                </p14:cNvPr>
                <p14:cNvContentPartPr/>
                <p14:nvPr/>
              </p14:nvContentPartPr>
              <p14:xfrm>
                <a:off x="3316785" y="2660415"/>
                <a:ext cx="149040" cy="17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2A169F-237A-374B-A2B8-50967647465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08145" y="2651415"/>
                  <a:ext cx="166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F25E0A5-7A15-F135-7FD4-A9EE7E024340}"/>
                    </a:ext>
                  </a:extLst>
                </p14:cNvPr>
                <p14:cNvContentPartPr/>
                <p14:nvPr/>
              </p14:nvContentPartPr>
              <p14:xfrm>
                <a:off x="2413905" y="2736375"/>
                <a:ext cx="1040040" cy="90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F25E0A5-7A15-F135-7FD4-A9EE7E02434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04905" y="2727375"/>
                  <a:ext cx="1057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9505697-812A-A6C7-55AA-46D1BF42AEF3}"/>
                    </a:ext>
                  </a:extLst>
                </p14:cNvPr>
                <p14:cNvContentPartPr/>
                <p14:nvPr/>
              </p14:nvContentPartPr>
              <p14:xfrm>
                <a:off x="2335425" y="2768415"/>
                <a:ext cx="1012320" cy="133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9505697-812A-A6C7-55AA-46D1BF42AEF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26785" y="2759415"/>
                  <a:ext cx="1029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CCCE125-5A18-163B-36B5-55948FF2E877}"/>
                    </a:ext>
                  </a:extLst>
                </p14:cNvPr>
                <p14:cNvContentPartPr/>
                <p14:nvPr/>
              </p14:nvContentPartPr>
              <p14:xfrm>
                <a:off x="2470785" y="2768415"/>
                <a:ext cx="480600" cy="63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CCCE125-5A18-163B-36B5-55948FF2E87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462145" y="2759415"/>
                  <a:ext cx="498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410C207-A281-0607-FD94-027EFE845B06}"/>
                    </a:ext>
                  </a:extLst>
                </p14:cNvPr>
                <p14:cNvContentPartPr/>
                <p14:nvPr/>
              </p14:nvContentPartPr>
              <p14:xfrm>
                <a:off x="3312105" y="2813775"/>
                <a:ext cx="16200" cy="16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410C207-A281-0607-FD94-027EFE845B0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303465" y="2804775"/>
                  <a:ext cx="3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1A4705-B93B-6DD7-ED7A-86381436F9E0}"/>
                    </a:ext>
                  </a:extLst>
                </p14:cNvPr>
                <p14:cNvContentPartPr/>
                <p14:nvPr/>
              </p14:nvContentPartPr>
              <p14:xfrm>
                <a:off x="2427585" y="2728815"/>
                <a:ext cx="59400" cy="62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1A4705-B93B-6DD7-ED7A-86381436F9E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418585" y="2719815"/>
                  <a:ext cx="77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49DA0E9-4E49-D65C-158D-B0E8BCE602DE}"/>
                    </a:ext>
                  </a:extLst>
                </p14:cNvPr>
                <p14:cNvContentPartPr/>
                <p14:nvPr/>
              </p14:nvContentPartPr>
              <p14:xfrm>
                <a:off x="2427945" y="2730975"/>
                <a:ext cx="24120" cy="41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49DA0E9-4E49-D65C-158D-B0E8BCE602D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419305" y="2721975"/>
                  <a:ext cx="4176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C4AF746-487C-6FEE-4DD0-75A623D941B6}"/>
              </a:ext>
            </a:extLst>
          </p:cNvPr>
          <p:cNvGrpSpPr/>
          <p:nvPr/>
        </p:nvGrpSpPr>
        <p:grpSpPr>
          <a:xfrm>
            <a:off x="2372145" y="3231375"/>
            <a:ext cx="82080" cy="104760"/>
            <a:chOff x="2372145" y="3231375"/>
            <a:chExt cx="8208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78C608E-BEAE-F6D1-0DB4-5BA4C0C9B900}"/>
                    </a:ext>
                  </a:extLst>
                </p14:cNvPr>
                <p14:cNvContentPartPr/>
                <p14:nvPr/>
              </p14:nvContentPartPr>
              <p14:xfrm>
                <a:off x="2372145" y="3232815"/>
                <a:ext cx="69480" cy="52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78C608E-BEAE-F6D1-0DB4-5BA4C0C9B90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363145" y="3224175"/>
                  <a:ext cx="87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5B2597-99DC-BECC-7E17-50A583001E2C}"/>
                    </a:ext>
                  </a:extLst>
                </p14:cNvPr>
                <p14:cNvContentPartPr/>
                <p14:nvPr/>
              </p14:nvContentPartPr>
              <p14:xfrm>
                <a:off x="2381865" y="3231375"/>
                <a:ext cx="72360" cy="104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5B2597-99DC-BECC-7E17-50A583001E2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372865" y="3222375"/>
                  <a:ext cx="90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563193A-7828-D30B-F032-B4321F22AD9C}"/>
                    </a:ext>
                  </a:extLst>
                </p14:cNvPr>
                <p14:cNvContentPartPr/>
                <p14:nvPr/>
              </p14:nvContentPartPr>
              <p14:xfrm>
                <a:off x="2409945" y="3246855"/>
                <a:ext cx="30960" cy="13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563193A-7828-D30B-F032-B4321F22AD9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400945" y="3238215"/>
                  <a:ext cx="486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71758ED-CF75-2A29-36D3-03B1E108EDD3}"/>
              </a:ext>
            </a:extLst>
          </p:cNvPr>
          <p:cNvGrpSpPr/>
          <p:nvPr/>
        </p:nvGrpSpPr>
        <p:grpSpPr>
          <a:xfrm>
            <a:off x="1503825" y="2633415"/>
            <a:ext cx="1114920" cy="1398240"/>
            <a:chOff x="1503825" y="2633415"/>
            <a:chExt cx="1114920" cy="13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222061-313B-95C5-C132-7AF0B31D4D3E}"/>
                    </a:ext>
                  </a:extLst>
                </p14:cNvPr>
                <p14:cNvContentPartPr/>
                <p14:nvPr/>
              </p14:nvContentPartPr>
              <p14:xfrm>
                <a:off x="2411385" y="2746815"/>
                <a:ext cx="207360" cy="5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222061-313B-95C5-C132-7AF0B31D4D3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405265" y="2740695"/>
                  <a:ext cx="219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CFB9C7-7820-8783-D393-E1192E6EB068}"/>
                    </a:ext>
                  </a:extLst>
                </p14:cNvPr>
                <p14:cNvContentPartPr/>
                <p14:nvPr/>
              </p14:nvContentPartPr>
              <p14:xfrm>
                <a:off x="1982985" y="2633415"/>
                <a:ext cx="218160" cy="24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CFB9C7-7820-8783-D393-E1192E6EB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76865" y="2627295"/>
                  <a:ext cx="230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8186191-2292-2570-0A0E-68371EB7A0EF}"/>
                    </a:ext>
                  </a:extLst>
                </p14:cNvPr>
                <p14:cNvContentPartPr/>
                <p14:nvPr/>
              </p14:nvContentPartPr>
              <p14:xfrm>
                <a:off x="2380785" y="2769495"/>
                <a:ext cx="60480" cy="30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8186191-2292-2570-0A0E-68371EB7A0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374665" y="2763375"/>
                  <a:ext cx="727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5623C00-7829-344C-E512-109E41ED965C}"/>
                    </a:ext>
                  </a:extLst>
                </p14:cNvPr>
                <p14:cNvContentPartPr/>
                <p14:nvPr/>
              </p14:nvContentPartPr>
              <p14:xfrm>
                <a:off x="2397705" y="2804415"/>
                <a:ext cx="52560" cy="1227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5623C00-7829-344C-E512-109E41ED965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391585" y="2798295"/>
                  <a:ext cx="64800" cy="12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C8B2A7F-2C4F-4893-155B-5D8F386D2658}"/>
                    </a:ext>
                  </a:extLst>
                </p14:cNvPr>
                <p14:cNvContentPartPr/>
                <p14:nvPr/>
              </p14:nvContentPartPr>
              <p14:xfrm>
                <a:off x="1707945" y="3300135"/>
                <a:ext cx="305280" cy="41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C8B2A7F-2C4F-4893-155B-5D8F386D265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01825" y="3294015"/>
                  <a:ext cx="317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5CE0B6C-069A-1A92-557B-74BD348D5D38}"/>
                    </a:ext>
                  </a:extLst>
                </p14:cNvPr>
                <p14:cNvContentPartPr/>
                <p14:nvPr/>
              </p14:nvContentPartPr>
              <p14:xfrm>
                <a:off x="2025105" y="3143895"/>
                <a:ext cx="73440" cy="179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5CE0B6C-069A-1A92-557B-74BD348D5D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18985" y="3137775"/>
                  <a:ext cx="85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11A03FA-93B4-93AE-DCF4-E8B45A4BC7CB}"/>
                    </a:ext>
                  </a:extLst>
                </p14:cNvPr>
                <p14:cNvContentPartPr/>
                <p14:nvPr/>
              </p14:nvContentPartPr>
              <p14:xfrm>
                <a:off x="1503825" y="2917095"/>
                <a:ext cx="699120" cy="669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11A03FA-93B4-93AE-DCF4-E8B45A4BC7C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97705" y="2910975"/>
                  <a:ext cx="711360" cy="68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9A2EDAA-0C45-9E62-AA26-7FC89797FA66}"/>
              </a:ext>
            </a:extLst>
          </p:cNvPr>
          <p:cNvGrpSpPr/>
          <p:nvPr/>
        </p:nvGrpSpPr>
        <p:grpSpPr>
          <a:xfrm>
            <a:off x="2549265" y="3948495"/>
            <a:ext cx="1913040" cy="1245960"/>
            <a:chOff x="2549265" y="3948495"/>
            <a:chExt cx="1913040" cy="12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544E22-D235-0698-6A70-36E0CF1E2D29}"/>
                    </a:ext>
                  </a:extLst>
                </p14:cNvPr>
                <p14:cNvContentPartPr/>
                <p14:nvPr/>
              </p14:nvContentPartPr>
              <p14:xfrm>
                <a:off x="3074145" y="4363215"/>
                <a:ext cx="343080" cy="429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544E22-D235-0698-6A70-36E0CF1E2D2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068025" y="4357095"/>
                  <a:ext cx="3553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C02468A-3532-A4BB-CC49-2BC4A43E60F6}"/>
                    </a:ext>
                  </a:extLst>
                </p14:cNvPr>
                <p14:cNvContentPartPr/>
                <p14:nvPr/>
              </p14:nvContentPartPr>
              <p14:xfrm>
                <a:off x="3550065" y="4711695"/>
                <a:ext cx="59760" cy="145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C02468A-3532-A4BB-CC49-2BC4A43E60F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543945" y="4705575"/>
                  <a:ext cx="72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0F319BC-9996-CFA4-5C91-B753D6F5E66F}"/>
                    </a:ext>
                  </a:extLst>
                </p14:cNvPr>
                <p14:cNvContentPartPr/>
                <p14:nvPr/>
              </p14:nvContentPartPr>
              <p14:xfrm>
                <a:off x="4124985" y="4339095"/>
                <a:ext cx="29880" cy="347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0F319BC-9996-CFA4-5C91-B753D6F5E66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118865" y="4332975"/>
                  <a:ext cx="42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AFCD685-9C0D-EBA9-1EBE-57FE157F3FD7}"/>
                    </a:ext>
                  </a:extLst>
                </p14:cNvPr>
                <p14:cNvContentPartPr/>
                <p14:nvPr/>
              </p14:nvContentPartPr>
              <p14:xfrm>
                <a:off x="2549265" y="3948495"/>
                <a:ext cx="1913040" cy="1245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AFCD685-9C0D-EBA9-1EBE-57FE157F3FD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43145" y="3942375"/>
                  <a:ext cx="1925280" cy="12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5C4894F-912C-67FE-C685-29698D50DB2C}"/>
              </a:ext>
            </a:extLst>
          </p:cNvPr>
          <p:cNvGrpSpPr/>
          <p:nvPr/>
        </p:nvGrpSpPr>
        <p:grpSpPr>
          <a:xfrm>
            <a:off x="7900305" y="2711895"/>
            <a:ext cx="214920" cy="228960"/>
            <a:chOff x="7900305" y="2711895"/>
            <a:chExt cx="21492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BF31DC5-B7F9-EAC6-6F6A-0CB880E86E57}"/>
                    </a:ext>
                  </a:extLst>
                </p14:cNvPr>
                <p14:cNvContentPartPr/>
                <p14:nvPr/>
              </p14:nvContentPartPr>
              <p14:xfrm>
                <a:off x="7900305" y="2711895"/>
                <a:ext cx="47160" cy="64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BF31DC5-B7F9-EAC6-6F6A-0CB880E86E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894185" y="2705775"/>
                  <a:ext cx="59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85E489F-9670-4316-DDAC-19D078E9635C}"/>
                    </a:ext>
                  </a:extLst>
                </p14:cNvPr>
                <p14:cNvContentPartPr/>
                <p14:nvPr/>
              </p14:nvContentPartPr>
              <p14:xfrm>
                <a:off x="7917945" y="2712975"/>
                <a:ext cx="197280" cy="227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85E489F-9670-4316-DDAC-19D078E9635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911825" y="2706855"/>
                  <a:ext cx="209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A837212-B492-2D8D-422D-9B74EDA8AA1B}"/>
                    </a:ext>
                  </a:extLst>
                </p14:cNvPr>
                <p14:cNvContentPartPr/>
                <p14:nvPr/>
              </p14:nvContentPartPr>
              <p14:xfrm>
                <a:off x="8095785" y="2731335"/>
                <a:ext cx="6480" cy="4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A837212-B492-2D8D-422D-9B74EDA8AA1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89665" y="2725215"/>
                  <a:ext cx="1872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D1F0C19-DD75-8BDA-2EB4-38F8470AEF2F}"/>
              </a:ext>
            </a:extLst>
          </p:cNvPr>
          <p:cNvGrpSpPr/>
          <p:nvPr/>
        </p:nvGrpSpPr>
        <p:grpSpPr>
          <a:xfrm>
            <a:off x="7472625" y="-10065"/>
            <a:ext cx="910080" cy="449475"/>
            <a:chOff x="7472625" y="-10065"/>
            <a:chExt cx="910080" cy="44947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F45F55A-2F7C-2627-7555-3D6CCBF194DC}"/>
                    </a:ext>
                  </a:extLst>
                </p14:cNvPr>
                <p14:cNvContentPartPr/>
                <p14:nvPr/>
              </p14:nvContentPartPr>
              <p14:xfrm>
                <a:off x="7824345" y="89655"/>
                <a:ext cx="74160" cy="115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F45F55A-2F7C-2627-7555-3D6CCBF194D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18225" y="83535"/>
                  <a:ext cx="86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3D0CD09-A6A0-ADD8-76EF-FB67EED285B1}"/>
                    </a:ext>
                  </a:extLst>
                </p14:cNvPr>
                <p14:cNvContentPartPr/>
                <p14:nvPr/>
              </p14:nvContentPartPr>
              <p14:xfrm>
                <a:off x="7739025" y="72015"/>
                <a:ext cx="217440" cy="171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3D0CD09-A6A0-ADD8-76EF-FB67EED285B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32905" y="65895"/>
                  <a:ext cx="229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6EF8A55-4315-F66B-C9DF-8B9EF6111048}"/>
                    </a:ext>
                  </a:extLst>
                </p14:cNvPr>
                <p14:cNvContentPartPr/>
                <p14:nvPr/>
              </p14:nvContentPartPr>
              <p14:xfrm>
                <a:off x="7758465" y="133935"/>
                <a:ext cx="178560" cy="222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6EF8A55-4315-F66B-C9DF-8B9EF611104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52345" y="127815"/>
                  <a:ext cx="190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6F1548D-FA1F-8DA1-538F-9F8036F1FBAE}"/>
                    </a:ext>
                  </a:extLst>
                </p14:cNvPr>
                <p14:cNvContentPartPr/>
                <p14:nvPr/>
              </p14:nvContentPartPr>
              <p14:xfrm>
                <a:off x="7874745" y="-10065"/>
                <a:ext cx="22320" cy="396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6F1548D-FA1F-8DA1-538F-9F8036F1FB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68625" y="-16185"/>
                  <a:ext cx="345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3885AE3-C9C3-A8E7-52B9-393DB131F82D}"/>
                    </a:ext>
                  </a:extLst>
                </p14:cNvPr>
                <p14:cNvContentPartPr/>
                <p14:nvPr/>
              </p14:nvContentPartPr>
              <p14:xfrm>
                <a:off x="7755225" y="151050"/>
                <a:ext cx="191160" cy="28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3885AE3-C9C3-A8E7-52B9-393DB131F82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749105" y="144930"/>
                  <a:ext cx="20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3F26DCF-2E1F-86F1-CA25-C94132D02348}"/>
                    </a:ext>
                  </a:extLst>
                </p14:cNvPr>
                <p14:cNvContentPartPr/>
                <p14:nvPr/>
              </p14:nvContentPartPr>
              <p14:xfrm>
                <a:off x="7472625" y="65730"/>
                <a:ext cx="910080" cy="373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3F26DCF-2E1F-86F1-CA25-C94132D0234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466505" y="59610"/>
                  <a:ext cx="9223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82F577D-3334-5170-0904-676F0D0B0CD2}"/>
                    </a:ext>
                  </a:extLst>
                </p14:cNvPr>
                <p14:cNvContentPartPr/>
                <p14:nvPr/>
              </p14:nvContentPartPr>
              <p14:xfrm>
                <a:off x="7732185" y="312690"/>
                <a:ext cx="360" cy="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82F577D-3334-5170-0904-676F0D0B0CD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726065" y="3065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F4C6319-0C82-7DE6-4EF3-96BD5D68D785}"/>
                  </a:ext>
                </a:extLst>
              </p14:cNvPr>
              <p14:cNvContentPartPr/>
              <p14:nvPr/>
            </p14:nvContentPartPr>
            <p14:xfrm>
              <a:off x="2459625" y="785730"/>
              <a:ext cx="6120" cy="86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F4C6319-0C82-7DE6-4EF3-96BD5D68D785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2453505" y="779610"/>
                <a:ext cx="1836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873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39ADD7F-F9BB-4EF8-0BBF-14F094A925A6}"/>
              </a:ext>
            </a:extLst>
          </p:cNvPr>
          <p:cNvGrpSpPr/>
          <p:nvPr/>
        </p:nvGrpSpPr>
        <p:grpSpPr>
          <a:xfrm>
            <a:off x="723345" y="377295"/>
            <a:ext cx="1338840" cy="1101240"/>
            <a:chOff x="723345" y="377295"/>
            <a:chExt cx="1338840" cy="11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820C8B-B8E3-3B8E-C4EB-6D2295FD8DB5}"/>
                    </a:ext>
                  </a:extLst>
                </p14:cNvPr>
                <p14:cNvContentPartPr/>
                <p14:nvPr/>
              </p14:nvContentPartPr>
              <p14:xfrm>
                <a:off x="723345" y="491775"/>
                <a:ext cx="364680" cy="379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820C8B-B8E3-3B8E-C4EB-6D2295FD8D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7225" y="485655"/>
                  <a:ext cx="3769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100121-D6C9-42B3-07DA-0582DDBEF76A}"/>
                    </a:ext>
                  </a:extLst>
                </p14:cNvPr>
                <p14:cNvContentPartPr/>
                <p14:nvPr/>
              </p14:nvContentPartPr>
              <p14:xfrm>
                <a:off x="1377105" y="377295"/>
                <a:ext cx="685080" cy="1101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100121-D6C9-42B3-07DA-0582DDBEF7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70985" y="371175"/>
                  <a:ext cx="697320" cy="11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E04F68-1FE3-2AD3-689B-252D26DB1FD1}"/>
              </a:ext>
            </a:extLst>
          </p:cNvPr>
          <p:cNvGrpSpPr/>
          <p:nvPr/>
        </p:nvGrpSpPr>
        <p:grpSpPr>
          <a:xfrm>
            <a:off x="2573745" y="301695"/>
            <a:ext cx="1046520" cy="577440"/>
            <a:chOff x="2573745" y="301695"/>
            <a:chExt cx="1046520" cy="5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7D1403-3616-C265-EDDB-B0B12E58E807}"/>
                    </a:ext>
                  </a:extLst>
                </p14:cNvPr>
                <p14:cNvContentPartPr/>
                <p14:nvPr/>
              </p14:nvContentPartPr>
              <p14:xfrm>
                <a:off x="2573745" y="301695"/>
                <a:ext cx="464400" cy="57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7D1403-3616-C265-EDDB-B0B12E58E8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67625" y="295575"/>
                  <a:ext cx="4766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C6B0CB-D61D-2D7F-D9FD-25A3FC067910}"/>
                    </a:ext>
                  </a:extLst>
                </p14:cNvPr>
                <p14:cNvContentPartPr/>
                <p14:nvPr/>
              </p14:nvContentPartPr>
              <p14:xfrm>
                <a:off x="3257385" y="477375"/>
                <a:ext cx="362880" cy="281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6C6B0CB-D61D-2D7F-D9FD-25A3FC0679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51265" y="471255"/>
                  <a:ext cx="375120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0C3369-5FA6-A77F-0D74-7FB298CE9D78}"/>
              </a:ext>
            </a:extLst>
          </p:cNvPr>
          <p:cNvGrpSpPr/>
          <p:nvPr/>
        </p:nvGrpSpPr>
        <p:grpSpPr>
          <a:xfrm>
            <a:off x="4373025" y="201975"/>
            <a:ext cx="1576440" cy="463320"/>
            <a:chOff x="4373025" y="201975"/>
            <a:chExt cx="157644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79F70B-F2B1-C4CE-2A71-E710455875E7}"/>
                    </a:ext>
                  </a:extLst>
                </p14:cNvPr>
                <p14:cNvContentPartPr/>
                <p14:nvPr/>
              </p14:nvContentPartPr>
              <p14:xfrm>
                <a:off x="4373025" y="201975"/>
                <a:ext cx="494280" cy="459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79F70B-F2B1-C4CE-2A71-E710455875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66905" y="195855"/>
                  <a:ext cx="5065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125AE9-1F20-E2DE-8611-6F47EBD49274}"/>
                    </a:ext>
                  </a:extLst>
                </p14:cNvPr>
                <p14:cNvContentPartPr/>
                <p14:nvPr/>
              </p14:nvContentPartPr>
              <p14:xfrm>
                <a:off x="4993665" y="430215"/>
                <a:ext cx="338760" cy="23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125AE9-1F20-E2DE-8611-6F47EBD492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87545" y="424095"/>
                  <a:ext cx="351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0EC822-7147-BF10-444B-DD6F1AC1D494}"/>
                    </a:ext>
                  </a:extLst>
                </p14:cNvPr>
                <p14:cNvContentPartPr/>
                <p14:nvPr/>
              </p14:nvContentPartPr>
              <p14:xfrm>
                <a:off x="5486145" y="342735"/>
                <a:ext cx="597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0EC822-7147-BF10-444B-DD6F1AC1D4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80025" y="336615"/>
                  <a:ext cx="72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4300CF-2D61-5AB4-D40D-C13C7C96114E}"/>
                    </a:ext>
                  </a:extLst>
                </p14:cNvPr>
                <p14:cNvContentPartPr/>
                <p14:nvPr/>
              </p14:nvContentPartPr>
              <p14:xfrm>
                <a:off x="5783505" y="419775"/>
                <a:ext cx="208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4300CF-2D61-5AB4-D40D-C13C7C9611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77385" y="413655"/>
                  <a:ext cx="33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653F2D-283D-9088-6B5F-931995EBDACB}"/>
                    </a:ext>
                  </a:extLst>
                </p14:cNvPr>
                <p14:cNvContentPartPr/>
                <p14:nvPr/>
              </p14:nvContentPartPr>
              <p14:xfrm>
                <a:off x="5707905" y="446775"/>
                <a:ext cx="241560" cy="113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653F2D-283D-9088-6B5F-931995EBDA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1785" y="440655"/>
                  <a:ext cx="25380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0D998E-1CBA-A966-6850-ED07A35B553B}"/>
              </a:ext>
            </a:extLst>
          </p:cNvPr>
          <p:cNvGrpSpPr/>
          <p:nvPr/>
        </p:nvGrpSpPr>
        <p:grpSpPr>
          <a:xfrm>
            <a:off x="6433665" y="383775"/>
            <a:ext cx="1266840" cy="267120"/>
            <a:chOff x="6433665" y="383775"/>
            <a:chExt cx="12668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D279CB-1333-5DEB-2C61-D85015E23104}"/>
                    </a:ext>
                  </a:extLst>
                </p14:cNvPr>
                <p14:cNvContentPartPr/>
                <p14:nvPr/>
              </p14:nvContentPartPr>
              <p14:xfrm>
                <a:off x="6433665" y="383775"/>
                <a:ext cx="744840" cy="26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D279CB-1333-5DEB-2C61-D85015E231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7545" y="377655"/>
                  <a:ext cx="757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B0C8C0-B805-2D67-1AAB-9B977B657D16}"/>
                    </a:ext>
                  </a:extLst>
                </p14:cNvPr>
                <p14:cNvContentPartPr/>
                <p14:nvPr/>
              </p14:nvContentPartPr>
              <p14:xfrm>
                <a:off x="7445265" y="419055"/>
                <a:ext cx="255240" cy="204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B0C8C0-B805-2D67-1AAB-9B977B657D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39145" y="412935"/>
                  <a:ext cx="2674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41664E-4B8C-9D93-C451-3DCF48A5111B}"/>
              </a:ext>
            </a:extLst>
          </p:cNvPr>
          <p:cNvGrpSpPr/>
          <p:nvPr/>
        </p:nvGrpSpPr>
        <p:grpSpPr>
          <a:xfrm>
            <a:off x="8935305" y="109095"/>
            <a:ext cx="1906200" cy="559800"/>
            <a:chOff x="8935305" y="109095"/>
            <a:chExt cx="1906200" cy="55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48D69C-1F3C-1C68-EFA7-46DFEE3F9AEA}"/>
                    </a:ext>
                  </a:extLst>
                </p14:cNvPr>
                <p14:cNvContentPartPr/>
                <p14:nvPr/>
              </p14:nvContentPartPr>
              <p14:xfrm>
                <a:off x="8935305" y="109095"/>
                <a:ext cx="70200" cy="559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48D69C-1F3C-1C68-EFA7-46DFEE3F9A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29185" y="102975"/>
                  <a:ext cx="824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3CCF2D-2475-A76D-0A6F-A0D0603C49F4}"/>
                    </a:ext>
                  </a:extLst>
                </p14:cNvPr>
                <p14:cNvContentPartPr/>
                <p14:nvPr/>
              </p14:nvContentPartPr>
              <p14:xfrm>
                <a:off x="9193065" y="465135"/>
                <a:ext cx="69120" cy="95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3CCF2D-2475-A76D-0A6F-A0D0603C49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86945" y="459015"/>
                  <a:ext cx="81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818198-C0D9-F0F1-09A9-98FFBA3D058B}"/>
                    </a:ext>
                  </a:extLst>
                </p14:cNvPr>
                <p14:cNvContentPartPr/>
                <p14:nvPr/>
              </p14:nvContentPartPr>
              <p14:xfrm>
                <a:off x="9218265" y="294495"/>
                <a:ext cx="99720" cy="46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818198-C0D9-F0F1-09A9-98FFBA3D05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12145" y="288375"/>
                  <a:ext cx="111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755F01-9024-7B1E-5BAF-1274A47016C7}"/>
                    </a:ext>
                  </a:extLst>
                </p14:cNvPr>
                <p14:cNvContentPartPr/>
                <p14:nvPr/>
              </p14:nvContentPartPr>
              <p14:xfrm>
                <a:off x="9388545" y="451455"/>
                <a:ext cx="339840" cy="154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755F01-9024-7B1E-5BAF-1274A47016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82425" y="445335"/>
                  <a:ext cx="352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ABB8AC-7288-C201-3DE3-69AD74BFF8E8}"/>
                    </a:ext>
                  </a:extLst>
                </p14:cNvPr>
                <p14:cNvContentPartPr/>
                <p14:nvPr/>
              </p14:nvContentPartPr>
              <p14:xfrm>
                <a:off x="9825225" y="344175"/>
                <a:ext cx="487440" cy="20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ABB8AC-7288-C201-3DE3-69AD74BFF8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19105" y="338055"/>
                  <a:ext cx="499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AC1F1F-8903-95A1-52BB-B64F84BD0DC4}"/>
                    </a:ext>
                  </a:extLst>
                </p14:cNvPr>
                <p14:cNvContentPartPr/>
                <p14:nvPr/>
              </p14:nvContentPartPr>
              <p14:xfrm>
                <a:off x="10364865" y="295575"/>
                <a:ext cx="476640" cy="309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AC1F1F-8903-95A1-52BB-B64F84BD0D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58745" y="289455"/>
                  <a:ext cx="48888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AB19E86-459D-27FC-1143-668C92D5C83B}"/>
                  </a:ext>
                </a:extLst>
              </p14:cNvPr>
              <p14:cNvContentPartPr/>
              <p14:nvPr/>
            </p14:nvContentPartPr>
            <p14:xfrm>
              <a:off x="5760465" y="1020615"/>
              <a:ext cx="52920" cy="19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AB19E86-459D-27FC-1143-668C92D5C8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54345" y="1014495"/>
                <a:ext cx="651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A109532-D0DD-4422-42DE-B84E0E4E2ED8}"/>
              </a:ext>
            </a:extLst>
          </p:cNvPr>
          <p:cNvGrpSpPr/>
          <p:nvPr/>
        </p:nvGrpSpPr>
        <p:grpSpPr>
          <a:xfrm>
            <a:off x="2695785" y="1288095"/>
            <a:ext cx="4200480" cy="904320"/>
            <a:chOff x="2695785" y="1288095"/>
            <a:chExt cx="4200480" cy="90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1C0D13-613A-0675-22C6-1724F8EE665C}"/>
                    </a:ext>
                  </a:extLst>
                </p14:cNvPr>
                <p14:cNvContentPartPr/>
                <p14:nvPr/>
              </p14:nvContentPartPr>
              <p14:xfrm>
                <a:off x="2695785" y="1290255"/>
                <a:ext cx="558360" cy="58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1C0D13-613A-0675-22C6-1724F8EE66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89665" y="1284135"/>
                  <a:ext cx="5706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80FECD-4342-90B5-7E43-5C0E32058724}"/>
                    </a:ext>
                  </a:extLst>
                </p14:cNvPr>
                <p14:cNvContentPartPr/>
                <p14:nvPr/>
              </p14:nvContentPartPr>
              <p14:xfrm>
                <a:off x="3556185" y="1378455"/>
                <a:ext cx="698400" cy="813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80FECD-4342-90B5-7E43-5C0E320587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50065" y="1372335"/>
                  <a:ext cx="71064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EA0091-4CA6-21C1-F5E7-BF1FD5314BE9}"/>
                    </a:ext>
                  </a:extLst>
                </p14:cNvPr>
                <p14:cNvContentPartPr/>
                <p14:nvPr/>
              </p14:nvContentPartPr>
              <p14:xfrm>
                <a:off x="4229025" y="1302135"/>
                <a:ext cx="405000" cy="422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EA0091-4CA6-21C1-F5E7-BF1FD5314B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22905" y="1296015"/>
                  <a:ext cx="4172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79F633B-4171-33D1-10A3-FBD3F2C28938}"/>
                    </a:ext>
                  </a:extLst>
                </p14:cNvPr>
                <p14:cNvContentPartPr/>
                <p14:nvPr/>
              </p14:nvContentPartPr>
              <p14:xfrm>
                <a:off x="4880265" y="1288095"/>
                <a:ext cx="800640" cy="26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79F633B-4171-33D1-10A3-FBD3F2C2893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74145" y="1281975"/>
                  <a:ext cx="8128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FC3D81-E489-2F18-2359-E70CBF4BA4C2}"/>
                    </a:ext>
                  </a:extLst>
                </p14:cNvPr>
                <p14:cNvContentPartPr/>
                <p14:nvPr/>
              </p14:nvContentPartPr>
              <p14:xfrm>
                <a:off x="5889705" y="1290615"/>
                <a:ext cx="205560" cy="266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FC3D81-E489-2F18-2359-E70CBF4BA4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83585" y="1284495"/>
                  <a:ext cx="217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7BB771-1216-E69C-4FCD-5B326BE3DF32}"/>
                    </a:ext>
                  </a:extLst>
                </p14:cNvPr>
                <p14:cNvContentPartPr/>
                <p14:nvPr/>
              </p14:nvContentPartPr>
              <p14:xfrm>
                <a:off x="6319545" y="1330215"/>
                <a:ext cx="576720" cy="155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7BB771-1216-E69C-4FCD-5B326BE3DF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13425" y="1324095"/>
                  <a:ext cx="5889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EB79E83-B5D9-C75E-5B97-CCB24FB3AE5D}"/>
              </a:ext>
            </a:extLst>
          </p:cNvPr>
          <p:cNvGrpSpPr/>
          <p:nvPr/>
        </p:nvGrpSpPr>
        <p:grpSpPr>
          <a:xfrm>
            <a:off x="422385" y="2552415"/>
            <a:ext cx="760320" cy="909000"/>
            <a:chOff x="422385" y="2552415"/>
            <a:chExt cx="760320" cy="90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98D94F-3C9E-82EA-EFE4-B8CBD15A051B}"/>
                    </a:ext>
                  </a:extLst>
                </p14:cNvPr>
                <p14:cNvContentPartPr/>
                <p14:nvPr/>
              </p14:nvContentPartPr>
              <p14:xfrm>
                <a:off x="807945" y="2716935"/>
                <a:ext cx="25560" cy="366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98D94F-3C9E-82EA-EFE4-B8CBD15A05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1825" y="2710815"/>
                  <a:ext cx="37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4ED571-3AD3-3D98-A001-719A2A51F12B}"/>
                    </a:ext>
                  </a:extLst>
                </p14:cNvPr>
                <p14:cNvContentPartPr/>
                <p14:nvPr/>
              </p14:nvContentPartPr>
              <p14:xfrm>
                <a:off x="422385" y="2552415"/>
                <a:ext cx="760320" cy="909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4ED571-3AD3-3D98-A001-719A2A51F1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6265" y="2546295"/>
                  <a:ext cx="772560" cy="9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9FB4F0-11FC-3E9D-E704-81336728863F}"/>
              </a:ext>
            </a:extLst>
          </p:cNvPr>
          <p:cNvGrpSpPr/>
          <p:nvPr/>
        </p:nvGrpSpPr>
        <p:grpSpPr>
          <a:xfrm>
            <a:off x="1865985" y="2364855"/>
            <a:ext cx="2610720" cy="626040"/>
            <a:chOff x="1865985" y="2364855"/>
            <a:chExt cx="2610720" cy="62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931F63-100A-0EBC-A6ED-7DD016E66253}"/>
                    </a:ext>
                  </a:extLst>
                </p14:cNvPr>
                <p14:cNvContentPartPr/>
                <p14:nvPr/>
              </p14:nvContentPartPr>
              <p14:xfrm>
                <a:off x="1865985" y="2456655"/>
                <a:ext cx="400680" cy="534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931F63-100A-0EBC-A6ED-7DD016E662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59865" y="2450535"/>
                  <a:ext cx="4129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E37A9E3-4D30-7069-2D0E-C2A5E93BC09E}"/>
                    </a:ext>
                  </a:extLst>
                </p14:cNvPr>
                <p14:cNvContentPartPr/>
                <p14:nvPr/>
              </p14:nvContentPartPr>
              <p14:xfrm>
                <a:off x="2418225" y="2525775"/>
                <a:ext cx="555840" cy="315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E37A9E3-4D30-7069-2D0E-C2A5E93BC0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2105" y="2519655"/>
                  <a:ext cx="568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A65CC2-0B87-403A-D19B-630B25352D0F}"/>
                    </a:ext>
                  </a:extLst>
                </p14:cNvPr>
                <p14:cNvContentPartPr/>
                <p14:nvPr/>
              </p14:nvContentPartPr>
              <p14:xfrm>
                <a:off x="2842305" y="2569695"/>
                <a:ext cx="258840" cy="78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A65CC2-0B87-403A-D19B-630B25352D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36185" y="2563575"/>
                  <a:ext cx="271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A1194C-F62B-09DF-6B16-7F4E8872402E}"/>
                    </a:ext>
                  </a:extLst>
                </p14:cNvPr>
                <p14:cNvContentPartPr/>
                <p14:nvPr/>
              </p14:nvContentPartPr>
              <p14:xfrm>
                <a:off x="3262065" y="2364855"/>
                <a:ext cx="349920" cy="393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A1194C-F62B-09DF-6B16-7F4E8872402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5945" y="2358735"/>
                  <a:ext cx="3621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775353-5F8B-36DD-6377-E06F0226381B}"/>
                    </a:ext>
                  </a:extLst>
                </p14:cNvPr>
                <p14:cNvContentPartPr/>
                <p14:nvPr/>
              </p14:nvContentPartPr>
              <p14:xfrm>
                <a:off x="3555825" y="2388975"/>
                <a:ext cx="72360" cy="21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775353-5F8B-36DD-6377-E06F022638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49705" y="2382855"/>
                  <a:ext cx="84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A003C9-D455-CB30-9CB8-9B1F4A9E1549}"/>
                    </a:ext>
                  </a:extLst>
                </p14:cNvPr>
                <p14:cNvContentPartPr/>
                <p14:nvPr/>
              </p14:nvContentPartPr>
              <p14:xfrm>
                <a:off x="3708825" y="2574735"/>
                <a:ext cx="136440" cy="163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A003C9-D455-CB30-9CB8-9B1F4A9E15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02705" y="2568615"/>
                  <a:ext cx="148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35F8BE-9C3B-5297-3136-0625A808487D}"/>
                    </a:ext>
                  </a:extLst>
                </p14:cNvPr>
                <p14:cNvContentPartPr/>
                <p14:nvPr/>
              </p14:nvContentPartPr>
              <p14:xfrm>
                <a:off x="3849945" y="2516415"/>
                <a:ext cx="250560" cy="309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35F8BE-9C3B-5297-3136-0625A80848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43825" y="2510295"/>
                  <a:ext cx="262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35C26F-EE08-3F81-6752-CF957DE953EF}"/>
                    </a:ext>
                  </a:extLst>
                </p14:cNvPr>
                <p14:cNvContentPartPr/>
                <p14:nvPr/>
              </p14:nvContentPartPr>
              <p14:xfrm>
                <a:off x="4215345" y="2480775"/>
                <a:ext cx="261360" cy="398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35C26F-EE08-3F81-6752-CF957DE953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09225" y="2474655"/>
                  <a:ext cx="273600" cy="41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FDD1BF2-B673-E50F-8FAE-77180CED033D}"/>
                  </a:ext>
                </a:extLst>
              </p14:cNvPr>
              <p14:cNvContentPartPr/>
              <p14:nvPr/>
            </p14:nvContentPartPr>
            <p14:xfrm>
              <a:off x="5236305" y="2419215"/>
              <a:ext cx="1011960" cy="107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FDD1BF2-B673-E50F-8FAE-77180CED033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30185" y="2413095"/>
                <a:ext cx="102420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4452F13F-0995-94BE-3D20-1815A2243F2B}"/>
              </a:ext>
            </a:extLst>
          </p:cNvPr>
          <p:cNvGrpSpPr/>
          <p:nvPr/>
        </p:nvGrpSpPr>
        <p:grpSpPr>
          <a:xfrm>
            <a:off x="7077345" y="1812975"/>
            <a:ext cx="1752480" cy="519480"/>
            <a:chOff x="7077345" y="1812975"/>
            <a:chExt cx="1752480" cy="51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276D55-3790-6C74-BFB3-AB1C02A41877}"/>
                    </a:ext>
                  </a:extLst>
                </p14:cNvPr>
                <p14:cNvContentPartPr/>
                <p14:nvPr/>
              </p14:nvContentPartPr>
              <p14:xfrm>
                <a:off x="7077345" y="1890735"/>
                <a:ext cx="77040" cy="44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276D55-3790-6C74-BFB3-AB1C02A418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71225" y="1884615"/>
                  <a:ext cx="892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E86AC6-A750-9C26-848D-F30B10804C04}"/>
                    </a:ext>
                  </a:extLst>
                </p14:cNvPr>
                <p14:cNvContentPartPr/>
                <p14:nvPr/>
              </p14:nvContentPartPr>
              <p14:xfrm>
                <a:off x="7137825" y="1812975"/>
                <a:ext cx="347040" cy="446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E86AC6-A750-9C26-848D-F30B10804C0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31705" y="1806855"/>
                  <a:ext cx="3592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75F983-7385-F0CC-A437-E3083E2FF5EE}"/>
                    </a:ext>
                  </a:extLst>
                </p14:cNvPr>
                <p14:cNvContentPartPr/>
                <p14:nvPr/>
              </p14:nvContentPartPr>
              <p14:xfrm>
                <a:off x="7675665" y="1900455"/>
                <a:ext cx="626040" cy="432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75F983-7385-F0CC-A437-E3083E2FF5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69545" y="1894335"/>
                  <a:ext cx="6382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AF0470-F33F-A127-A20A-9E5D50FB6C7F}"/>
                    </a:ext>
                  </a:extLst>
                </p14:cNvPr>
                <p14:cNvContentPartPr/>
                <p14:nvPr/>
              </p14:nvContentPartPr>
              <p14:xfrm>
                <a:off x="8522025" y="1828095"/>
                <a:ext cx="93960" cy="400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AF0470-F33F-A127-A20A-9E5D50FB6C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15905" y="1821975"/>
                  <a:ext cx="1062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757878-9870-BEDC-E9B9-1499E50AF86C}"/>
                    </a:ext>
                  </a:extLst>
                </p14:cNvPr>
                <p14:cNvContentPartPr/>
                <p14:nvPr/>
              </p14:nvContentPartPr>
              <p14:xfrm>
                <a:off x="8467305" y="1994775"/>
                <a:ext cx="362520" cy="4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757878-9870-BEDC-E9B9-1499E50AF8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61185" y="1988655"/>
                  <a:ext cx="3747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8316437-F19F-0338-5B39-2435AB7B38FE}"/>
              </a:ext>
            </a:extLst>
          </p:cNvPr>
          <p:cNvGrpSpPr/>
          <p:nvPr/>
        </p:nvGrpSpPr>
        <p:grpSpPr>
          <a:xfrm>
            <a:off x="9551625" y="1422015"/>
            <a:ext cx="1063800" cy="918720"/>
            <a:chOff x="9551625" y="1422015"/>
            <a:chExt cx="1063800" cy="91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490893-132C-2D54-0347-246AF945E202}"/>
                    </a:ext>
                  </a:extLst>
                </p14:cNvPr>
                <p14:cNvContentPartPr/>
                <p14:nvPr/>
              </p14:nvContentPartPr>
              <p14:xfrm>
                <a:off x="9551625" y="1422015"/>
                <a:ext cx="497160" cy="9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490893-132C-2D54-0347-246AF945E2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45505" y="1415895"/>
                  <a:ext cx="50940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A991DC3-D4D3-11E4-8F8E-3E01160A9ED7}"/>
                    </a:ext>
                  </a:extLst>
                </p14:cNvPr>
                <p14:cNvContentPartPr/>
                <p14:nvPr/>
              </p14:nvContentPartPr>
              <p14:xfrm>
                <a:off x="10206825" y="1501935"/>
                <a:ext cx="138600" cy="7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A991DC3-D4D3-11E4-8F8E-3E01160A9E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00705" y="1495815"/>
                  <a:ext cx="150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6BDE4B4-0246-D0B0-08D7-4E4D87B56671}"/>
                    </a:ext>
                  </a:extLst>
                </p14:cNvPr>
                <p14:cNvContentPartPr/>
                <p14:nvPr/>
              </p14:nvContentPartPr>
              <p14:xfrm>
                <a:off x="10428585" y="1572135"/>
                <a:ext cx="28800" cy="343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6BDE4B4-0246-D0B0-08D7-4E4D87B566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22465" y="1566015"/>
                  <a:ext cx="410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9F5AD3-BC72-17FB-20FA-A81DA39352D3}"/>
                    </a:ext>
                  </a:extLst>
                </p14:cNvPr>
                <p14:cNvContentPartPr/>
                <p14:nvPr/>
              </p14:nvContentPartPr>
              <p14:xfrm>
                <a:off x="10304025" y="1728375"/>
                <a:ext cx="311400" cy="9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9F5AD3-BC72-17FB-20FA-A81DA39352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97905" y="1722255"/>
                  <a:ext cx="32364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BFB901B-A98C-94B6-CE72-0B90254315A0}"/>
              </a:ext>
            </a:extLst>
          </p:cNvPr>
          <p:cNvGrpSpPr/>
          <p:nvPr/>
        </p:nvGrpSpPr>
        <p:grpSpPr>
          <a:xfrm>
            <a:off x="7210545" y="2703975"/>
            <a:ext cx="1738080" cy="582120"/>
            <a:chOff x="7210545" y="2703975"/>
            <a:chExt cx="173808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9E90D8-06A3-ABC8-4A98-F965BDC79D4F}"/>
                    </a:ext>
                  </a:extLst>
                </p14:cNvPr>
                <p14:cNvContentPartPr/>
                <p14:nvPr/>
              </p14:nvContentPartPr>
              <p14:xfrm>
                <a:off x="7210545" y="2703975"/>
                <a:ext cx="677520" cy="582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9E90D8-06A3-ABC8-4A98-F965BDC79D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04425" y="2697855"/>
                  <a:ext cx="68976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8ADC1F6-7DCB-4A82-8344-D0C8D7BC76B4}"/>
                    </a:ext>
                  </a:extLst>
                </p14:cNvPr>
                <p14:cNvContentPartPr/>
                <p14:nvPr/>
              </p14:nvContentPartPr>
              <p14:xfrm>
                <a:off x="7763145" y="2719095"/>
                <a:ext cx="100800" cy="23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8ADC1F6-7DCB-4A82-8344-D0C8D7BC76B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57025" y="2712975"/>
                  <a:ext cx="11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E1C44B-F7FA-EE56-CF2A-EC3D950584A1}"/>
                    </a:ext>
                  </a:extLst>
                </p14:cNvPr>
                <p14:cNvContentPartPr/>
                <p14:nvPr/>
              </p14:nvContentPartPr>
              <p14:xfrm>
                <a:off x="7985985" y="2930415"/>
                <a:ext cx="962640" cy="30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E1C44B-F7FA-EE56-CF2A-EC3D950584A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79865" y="2924295"/>
                  <a:ext cx="97488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0AFE159-6007-9693-0009-23F3E8D562B0}"/>
              </a:ext>
            </a:extLst>
          </p:cNvPr>
          <p:cNvGrpSpPr/>
          <p:nvPr/>
        </p:nvGrpSpPr>
        <p:grpSpPr>
          <a:xfrm>
            <a:off x="9423105" y="2523255"/>
            <a:ext cx="1525680" cy="608760"/>
            <a:chOff x="9423105" y="2523255"/>
            <a:chExt cx="1525680" cy="60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FC0335-3463-AA11-B308-74C9F53265CE}"/>
                    </a:ext>
                  </a:extLst>
                </p14:cNvPr>
                <p14:cNvContentPartPr/>
                <p14:nvPr/>
              </p14:nvContentPartPr>
              <p14:xfrm>
                <a:off x="9423105" y="2523255"/>
                <a:ext cx="1397880" cy="608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FC0335-3463-AA11-B308-74C9F53265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16985" y="2517135"/>
                  <a:ext cx="14101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093F12-253C-7F3F-53FB-3461BA7AE23C}"/>
                    </a:ext>
                  </a:extLst>
                </p14:cNvPr>
                <p14:cNvContentPartPr/>
                <p14:nvPr/>
              </p14:nvContentPartPr>
              <p14:xfrm>
                <a:off x="10900545" y="2709735"/>
                <a:ext cx="48240" cy="36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093F12-253C-7F3F-53FB-3461BA7AE23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94425" y="2703615"/>
                  <a:ext cx="604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3BC621-3FFB-AB1F-5380-8C92879F8E91}"/>
              </a:ext>
            </a:extLst>
          </p:cNvPr>
          <p:cNvGrpSpPr/>
          <p:nvPr/>
        </p:nvGrpSpPr>
        <p:grpSpPr>
          <a:xfrm>
            <a:off x="308985" y="4715655"/>
            <a:ext cx="1101240" cy="928800"/>
            <a:chOff x="308985" y="4715655"/>
            <a:chExt cx="1101240" cy="92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3C41B3-ECDB-87CF-5A81-9752C7D64E59}"/>
                    </a:ext>
                  </a:extLst>
                </p14:cNvPr>
                <p14:cNvContentPartPr/>
                <p14:nvPr/>
              </p14:nvContentPartPr>
              <p14:xfrm>
                <a:off x="675465" y="4924815"/>
                <a:ext cx="446040" cy="383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3C41B3-ECDB-87CF-5A81-9752C7D64E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9345" y="4918695"/>
                  <a:ext cx="458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4D121AD-01DA-56BD-0DBE-85E8B0B04B7D}"/>
                    </a:ext>
                  </a:extLst>
                </p14:cNvPr>
                <p14:cNvContentPartPr/>
                <p14:nvPr/>
              </p14:nvContentPartPr>
              <p14:xfrm>
                <a:off x="308985" y="4715655"/>
                <a:ext cx="1101240" cy="928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4D121AD-01DA-56BD-0DBE-85E8B0B04B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2865" y="4709535"/>
                  <a:ext cx="1113480" cy="9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ECC50EA-EA09-E392-1CEA-C736672BF130}"/>
              </a:ext>
            </a:extLst>
          </p:cNvPr>
          <p:cNvGrpSpPr/>
          <p:nvPr/>
        </p:nvGrpSpPr>
        <p:grpSpPr>
          <a:xfrm>
            <a:off x="2041305" y="4554375"/>
            <a:ext cx="972720" cy="793440"/>
            <a:chOff x="2041305" y="4554375"/>
            <a:chExt cx="972720" cy="79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556C4D-4E15-2BD1-F62F-126A94B01649}"/>
                    </a:ext>
                  </a:extLst>
                </p14:cNvPr>
                <p14:cNvContentPartPr/>
                <p14:nvPr/>
              </p14:nvContentPartPr>
              <p14:xfrm>
                <a:off x="2041305" y="4655895"/>
                <a:ext cx="707040" cy="691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556C4D-4E15-2BD1-F62F-126A94B016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35185" y="4649775"/>
                  <a:ext cx="71928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E53CBA7-49AB-39DC-D66C-BED4AAE33798}"/>
                    </a:ext>
                  </a:extLst>
                </p14:cNvPr>
                <p14:cNvContentPartPr/>
                <p14:nvPr/>
              </p14:nvContentPartPr>
              <p14:xfrm>
                <a:off x="2965785" y="4554375"/>
                <a:ext cx="48240" cy="63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E53CBA7-49AB-39DC-D66C-BED4AAE3379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59665" y="4548255"/>
                  <a:ext cx="60480" cy="64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3E01450-AFA8-2AD4-7A98-C5F2A1BC743D}"/>
              </a:ext>
            </a:extLst>
          </p:cNvPr>
          <p:cNvGrpSpPr/>
          <p:nvPr/>
        </p:nvGrpSpPr>
        <p:grpSpPr>
          <a:xfrm>
            <a:off x="5012385" y="4104735"/>
            <a:ext cx="5967720" cy="2153880"/>
            <a:chOff x="5012385" y="4104735"/>
            <a:chExt cx="5967720" cy="21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2E55CF8-6612-D92A-A121-48552F2782C4}"/>
                    </a:ext>
                  </a:extLst>
                </p14:cNvPr>
                <p14:cNvContentPartPr/>
                <p14:nvPr/>
              </p14:nvContentPartPr>
              <p14:xfrm>
                <a:off x="5012385" y="4483815"/>
                <a:ext cx="335880" cy="41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2E55CF8-6612-D92A-A121-48552F2782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06265" y="4477695"/>
                  <a:ext cx="3481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B53E64-174D-13C8-C39F-DBFAF412787F}"/>
                    </a:ext>
                  </a:extLst>
                </p14:cNvPr>
                <p14:cNvContentPartPr/>
                <p14:nvPr/>
              </p14:nvContentPartPr>
              <p14:xfrm>
                <a:off x="5630145" y="4578495"/>
                <a:ext cx="649080" cy="247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B53E64-174D-13C8-C39F-DBFAF412787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24025" y="4572375"/>
                  <a:ext cx="661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7E4398-8336-434B-FAE1-A12E97F4FC76}"/>
                    </a:ext>
                  </a:extLst>
                </p14:cNvPr>
                <p14:cNvContentPartPr/>
                <p14:nvPr/>
              </p14:nvContentPartPr>
              <p14:xfrm>
                <a:off x="7533825" y="4216695"/>
                <a:ext cx="754200" cy="507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7E4398-8336-434B-FAE1-A12E97F4FC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7705" y="4210575"/>
                  <a:ext cx="7664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0526715-BA32-8218-7334-F66DC2E0C6A7}"/>
                    </a:ext>
                  </a:extLst>
                </p14:cNvPr>
                <p14:cNvContentPartPr/>
                <p14:nvPr/>
              </p14:nvContentPartPr>
              <p14:xfrm>
                <a:off x="8456145" y="4104735"/>
                <a:ext cx="293040" cy="413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0526715-BA32-8218-7334-F66DC2E0C6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50025" y="4098615"/>
                  <a:ext cx="3052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7583C4F-2BE6-2A2F-8317-945334227035}"/>
                    </a:ext>
                  </a:extLst>
                </p14:cNvPr>
                <p14:cNvContentPartPr/>
                <p14:nvPr/>
              </p14:nvContentPartPr>
              <p14:xfrm>
                <a:off x="6340425" y="5094375"/>
                <a:ext cx="189720" cy="668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7583C4F-2BE6-2A2F-8317-9453342270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34305" y="5088255"/>
                  <a:ext cx="20196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9864FE-0B49-487D-4B21-2305F6429C95}"/>
                    </a:ext>
                  </a:extLst>
                </p14:cNvPr>
                <p14:cNvContentPartPr/>
                <p14:nvPr/>
              </p14:nvContentPartPr>
              <p14:xfrm>
                <a:off x="6831825" y="4917975"/>
                <a:ext cx="477720" cy="76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9864FE-0B49-487D-4B21-2305F6429C9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25705" y="4911855"/>
                  <a:ext cx="48996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395C7C4-FC82-14E7-CBFB-A211C75C2F1B}"/>
                    </a:ext>
                  </a:extLst>
                </p14:cNvPr>
                <p14:cNvContentPartPr/>
                <p14:nvPr/>
              </p14:nvContentPartPr>
              <p14:xfrm>
                <a:off x="7570905" y="5117055"/>
                <a:ext cx="54000" cy="35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395C7C4-FC82-14E7-CBFB-A211C75C2F1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64785" y="5110935"/>
                  <a:ext cx="66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F86C46-9355-37BE-824D-58C2363FD297}"/>
                    </a:ext>
                  </a:extLst>
                </p14:cNvPr>
                <p14:cNvContentPartPr/>
                <p14:nvPr/>
              </p14:nvContentPartPr>
              <p14:xfrm>
                <a:off x="7332225" y="5146935"/>
                <a:ext cx="505440" cy="924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F86C46-9355-37BE-824D-58C2363FD2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26105" y="5140815"/>
                  <a:ext cx="51768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EA1BB4-C617-9BF8-7650-FFFB63C67C94}"/>
                    </a:ext>
                  </a:extLst>
                </p14:cNvPr>
                <p14:cNvContentPartPr/>
                <p14:nvPr/>
              </p14:nvContentPartPr>
              <p14:xfrm>
                <a:off x="7889865" y="5207055"/>
                <a:ext cx="648720" cy="225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EA1BB4-C617-9BF8-7650-FFFB63C67C9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83745" y="5200935"/>
                  <a:ext cx="660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B98A1A5-85D0-C0CC-FBC6-455A3B1272F8}"/>
                    </a:ext>
                  </a:extLst>
                </p14:cNvPr>
                <p14:cNvContentPartPr/>
                <p14:nvPr/>
              </p14:nvContentPartPr>
              <p14:xfrm>
                <a:off x="8879865" y="4969815"/>
                <a:ext cx="110160" cy="244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B98A1A5-85D0-C0CC-FBC6-455A3B1272F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73745" y="4963695"/>
                  <a:ext cx="122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7A7FB5-01E0-188C-C9F0-F5C3B54D59A9}"/>
                    </a:ext>
                  </a:extLst>
                </p14:cNvPr>
                <p14:cNvContentPartPr/>
                <p14:nvPr/>
              </p14:nvContentPartPr>
              <p14:xfrm>
                <a:off x="9099105" y="4715655"/>
                <a:ext cx="106560" cy="54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7A7FB5-01E0-188C-C9F0-F5C3B54D59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92985" y="4709535"/>
                  <a:ext cx="118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891F1F-994F-111D-8D6A-E6980819F5E1}"/>
                    </a:ext>
                  </a:extLst>
                </p14:cNvPr>
                <p14:cNvContentPartPr/>
                <p14:nvPr/>
              </p14:nvContentPartPr>
              <p14:xfrm>
                <a:off x="9145185" y="4589655"/>
                <a:ext cx="412920" cy="581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891F1F-994F-111D-8D6A-E6980819F5E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39065" y="4583535"/>
                  <a:ext cx="4251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3A283AB-0863-8C09-E317-EB2A12E89515}"/>
                    </a:ext>
                  </a:extLst>
                </p14:cNvPr>
                <p14:cNvContentPartPr/>
                <p14:nvPr/>
              </p14:nvContentPartPr>
              <p14:xfrm>
                <a:off x="8600865" y="5336295"/>
                <a:ext cx="85356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3A283AB-0863-8C09-E317-EB2A12E895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94745" y="5330175"/>
                  <a:ext cx="86580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372F91-E508-C0E9-FF70-5B82932F644D}"/>
                    </a:ext>
                  </a:extLst>
                </p14:cNvPr>
                <p14:cNvContentPartPr/>
                <p14:nvPr/>
              </p14:nvContentPartPr>
              <p14:xfrm>
                <a:off x="9516345" y="5338095"/>
                <a:ext cx="543240" cy="372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372F91-E508-C0E9-FF70-5B82932F64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10225" y="5331975"/>
                  <a:ext cx="5554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558FA9E-FB62-3B0C-1CBD-2AA44BEDE1DF}"/>
                    </a:ext>
                  </a:extLst>
                </p14:cNvPr>
                <p14:cNvContentPartPr/>
                <p14:nvPr/>
              </p14:nvContentPartPr>
              <p14:xfrm>
                <a:off x="10122945" y="5118855"/>
                <a:ext cx="356400" cy="369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558FA9E-FB62-3B0C-1CBD-2AA44BEDE1D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16825" y="5112735"/>
                  <a:ext cx="3686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EAE516-4B55-CEC2-B3DB-4D3B72CCA84A}"/>
                    </a:ext>
                  </a:extLst>
                </p14:cNvPr>
                <p14:cNvContentPartPr/>
                <p14:nvPr/>
              </p14:nvContentPartPr>
              <p14:xfrm>
                <a:off x="10224105" y="5318655"/>
                <a:ext cx="78120" cy="137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EAE516-4B55-CEC2-B3DB-4D3B72CCA8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17985" y="5312535"/>
                  <a:ext cx="90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C979E4-139E-9F1F-4876-584D035E7D9D}"/>
                    </a:ext>
                  </a:extLst>
                </p14:cNvPr>
                <p14:cNvContentPartPr/>
                <p14:nvPr/>
              </p14:nvContentPartPr>
              <p14:xfrm>
                <a:off x="10478985" y="5226855"/>
                <a:ext cx="24480" cy="18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C979E4-139E-9F1F-4876-584D035E7D9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72865" y="5220735"/>
                  <a:ext cx="36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46A394-BC07-D578-0B9C-8A9F5920C81A}"/>
                    </a:ext>
                  </a:extLst>
                </p14:cNvPr>
                <p14:cNvContentPartPr/>
                <p14:nvPr/>
              </p14:nvContentPartPr>
              <p14:xfrm>
                <a:off x="10120065" y="5114895"/>
                <a:ext cx="110520" cy="506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46A394-BC07-D578-0B9C-8A9F5920C8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13945" y="5108775"/>
                  <a:ext cx="1227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EE8D9F6-BE25-0A8B-08E3-0100A668C351}"/>
                    </a:ext>
                  </a:extLst>
                </p14:cNvPr>
                <p14:cNvContentPartPr/>
                <p14:nvPr/>
              </p14:nvContentPartPr>
              <p14:xfrm>
                <a:off x="10082625" y="5320455"/>
                <a:ext cx="294840" cy="175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EE8D9F6-BE25-0A8B-08E3-0100A668C3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76505" y="5314335"/>
                  <a:ext cx="307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530355E-93CC-DDE1-D911-4D9CE9AF513C}"/>
                    </a:ext>
                  </a:extLst>
                </p14:cNvPr>
                <p14:cNvContentPartPr/>
                <p14:nvPr/>
              </p14:nvContentPartPr>
              <p14:xfrm>
                <a:off x="10450185" y="5124615"/>
                <a:ext cx="131040" cy="305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530355E-93CC-DDE1-D911-4D9CE9AF51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44065" y="5118495"/>
                  <a:ext cx="1432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8B15BDA-5576-8641-59A8-83371357104F}"/>
                    </a:ext>
                  </a:extLst>
                </p14:cNvPr>
                <p14:cNvContentPartPr/>
                <p14:nvPr/>
              </p14:nvContentPartPr>
              <p14:xfrm>
                <a:off x="10621905" y="5258895"/>
                <a:ext cx="155520" cy="145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8B15BDA-5576-8641-59A8-83371357104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15785" y="5252775"/>
                  <a:ext cx="167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959E42-5C1E-81AB-BA3D-A65E8571141E}"/>
                    </a:ext>
                  </a:extLst>
                </p14:cNvPr>
                <p14:cNvContentPartPr/>
                <p14:nvPr/>
              </p14:nvContentPartPr>
              <p14:xfrm>
                <a:off x="10540545" y="4988175"/>
                <a:ext cx="422280" cy="584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959E42-5C1E-81AB-BA3D-A65E8571141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34425" y="4982055"/>
                  <a:ext cx="43452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767BEA-6335-B7EB-2BF8-B5BB97169472}"/>
                    </a:ext>
                  </a:extLst>
                </p14:cNvPr>
                <p14:cNvContentPartPr/>
                <p14:nvPr/>
              </p14:nvContentPartPr>
              <p14:xfrm>
                <a:off x="10948785" y="5435655"/>
                <a:ext cx="31320" cy="47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767BEA-6335-B7EB-2BF8-B5BB9716947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42665" y="5429535"/>
                  <a:ext cx="435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D7C0223-AE04-AD6A-F5A7-1F26263B4505}"/>
              </a:ext>
            </a:extLst>
          </p:cNvPr>
          <p:cNvGrpSpPr/>
          <p:nvPr/>
        </p:nvGrpSpPr>
        <p:grpSpPr>
          <a:xfrm>
            <a:off x="3453585" y="5749575"/>
            <a:ext cx="1019160" cy="432720"/>
            <a:chOff x="3453585" y="5749575"/>
            <a:chExt cx="101916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F1BF4A-A9EF-D0D5-BCE8-E1EB248EC13A}"/>
                    </a:ext>
                  </a:extLst>
                </p14:cNvPr>
                <p14:cNvContentPartPr/>
                <p14:nvPr/>
              </p14:nvContentPartPr>
              <p14:xfrm>
                <a:off x="3453585" y="5792775"/>
                <a:ext cx="849960" cy="389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F1BF4A-A9EF-D0D5-BCE8-E1EB248EC1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47465" y="5786655"/>
                  <a:ext cx="8622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A75DD5D-FFED-BC98-55B1-3933F8740A45}"/>
                    </a:ext>
                  </a:extLst>
                </p14:cNvPr>
                <p14:cNvContentPartPr/>
                <p14:nvPr/>
              </p14:nvContentPartPr>
              <p14:xfrm>
                <a:off x="4445025" y="5749575"/>
                <a:ext cx="2772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A75DD5D-FFED-BC98-55B1-3933F8740A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38905" y="5743455"/>
                  <a:ext cx="3996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302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783E69F-0F6D-A641-B2B3-67ADC1CCE300}"/>
                  </a:ext>
                </a:extLst>
              </p14:cNvPr>
              <p14:cNvContentPartPr/>
              <p14:nvPr/>
            </p14:nvContentPartPr>
            <p14:xfrm>
              <a:off x="5122905" y="1707135"/>
              <a:ext cx="3432960" cy="1353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783E69F-0F6D-A641-B2B3-67ADC1CCE3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6785" y="1701015"/>
                <a:ext cx="3445200" cy="13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A56798FC-B927-6443-80BF-38C9878D421D}"/>
              </a:ext>
            </a:extLst>
          </p:cNvPr>
          <p:cNvGrpSpPr/>
          <p:nvPr/>
        </p:nvGrpSpPr>
        <p:grpSpPr>
          <a:xfrm>
            <a:off x="1490145" y="129255"/>
            <a:ext cx="10231560" cy="6052320"/>
            <a:chOff x="1490145" y="129255"/>
            <a:chExt cx="10231560" cy="605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6EED925-3923-23EE-DC00-B51F85A54B53}"/>
                    </a:ext>
                  </a:extLst>
                </p14:cNvPr>
                <p14:cNvContentPartPr/>
                <p14:nvPr/>
              </p14:nvContentPartPr>
              <p14:xfrm>
                <a:off x="1490145" y="222135"/>
                <a:ext cx="536400" cy="936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6EED925-3923-23EE-DC00-B51F85A54B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84025" y="216015"/>
                  <a:ext cx="54864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7E2DCFE-D9F0-39F5-83C3-664A9BDDC840}"/>
                    </a:ext>
                  </a:extLst>
                </p14:cNvPr>
                <p14:cNvContentPartPr/>
                <p14:nvPr/>
              </p14:nvContentPartPr>
              <p14:xfrm>
                <a:off x="2246145" y="378375"/>
                <a:ext cx="444600" cy="762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7E2DCFE-D9F0-39F5-83C3-664A9BDDC8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0025" y="372255"/>
                  <a:ext cx="45684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180BA2-A403-EE56-C0C6-571311BF9613}"/>
                    </a:ext>
                  </a:extLst>
                </p14:cNvPr>
                <p14:cNvContentPartPr/>
                <p14:nvPr/>
              </p14:nvContentPartPr>
              <p14:xfrm>
                <a:off x="2819625" y="488175"/>
                <a:ext cx="420120" cy="45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180BA2-A403-EE56-C0C6-571311BF96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13505" y="482055"/>
                  <a:ext cx="4323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5CA270-6CE8-C7BB-0360-E1FCE4BF283A}"/>
                    </a:ext>
                  </a:extLst>
                </p14:cNvPr>
                <p14:cNvContentPartPr/>
                <p14:nvPr/>
              </p14:nvContentPartPr>
              <p14:xfrm>
                <a:off x="2648625" y="309975"/>
                <a:ext cx="327960" cy="678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5CA270-6CE8-C7BB-0360-E1FCE4BF28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2505" y="303855"/>
                  <a:ext cx="3402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7502648-20BB-8937-5086-8F69D6BD208A}"/>
                    </a:ext>
                  </a:extLst>
                </p14:cNvPr>
                <p14:cNvContentPartPr/>
                <p14:nvPr/>
              </p14:nvContentPartPr>
              <p14:xfrm>
                <a:off x="3127065" y="173895"/>
                <a:ext cx="347400" cy="85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7502648-20BB-8937-5086-8F69D6BD208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0945" y="167775"/>
                  <a:ext cx="35964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B52542-2102-FFCD-F30B-8E738851995B}"/>
                    </a:ext>
                  </a:extLst>
                </p14:cNvPr>
                <p14:cNvContentPartPr/>
                <p14:nvPr/>
              </p14:nvContentPartPr>
              <p14:xfrm>
                <a:off x="3924825" y="481695"/>
                <a:ext cx="130680" cy="43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B52542-2102-FFCD-F30B-8E73885199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18705" y="475575"/>
                  <a:ext cx="142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3A8E2B-D82C-04E6-934F-81D412ACF94E}"/>
                    </a:ext>
                  </a:extLst>
                </p14:cNvPr>
                <p14:cNvContentPartPr/>
                <p14:nvPr/>
              </p14:nvContentPartPr>
              <p14:xfrm>
                <a:off x="3975225" y="858975"/>
                <a:ext cx="206280" cy="2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3A8E2B-D82C-04E6-934F-81D412ACF9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9105" y="852855"/>
                  <a:ext cx="218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888624-CD54-8214-55CC-1B2798B18232}"/>
                    </a:ext>
                  </a:extLst>
                </p14:cNvPr>
                <p14:cNvContentPartPr/>
                <p14:nvPr/>
              </p14:nvContentPartPr>
              <p14:xfrm>
                <a:off x="4751025" y="167415"/>
                <a:ext cx="374400" cy="776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888624-CD54-8214-55CC-1B2798B182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44905" y="161295"/>
                  <a:ext cx="38664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E2F42B-505B-13FB-1F4D-52D1DA3C2675}"/>
                    </a:ext>
                  </a:extLst>
                </p14:cNvPr>
                <p14:cNvContentPartPr/>
                <p14:nvPr/>
              </p14:nvContentPartPr>
              <p14:xfrm>
                <a:off x="5170785" y="595095"/>
                <a:ext cx="178920" cy="259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E2F42B-505B-13FB-1F4D-52D1DA3C26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64665" y="588975"/>
                  <a:ext cx="191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1C3045-5800-1C1C-0AA4-30A83FD63780}"/>
                    </a:ext>
                  </a:extLst>
                </p14:cNvPr>
                <p14:cNvContentPartPr/>
                <p14:nvPr/>
              </p14:nvContentPartPr>
              <p14:xfrm>
                <a:off x="5797185" y="561975"/>
                <a:ext cx="473400" cy="74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1C3045-5800-1C1C-0AA4-30A83FD637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91065" y="555855"/>
                  <a:ext cx="485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0F5E6C-6424-CA33-39D2-345F0C7B8345}"/>
                    </a:ext>
                  </a:extLst>
                </p14:cNvPr>
                <p14:cNvContentPartPr/>
                <p14:nvPr/>
              </p14:nvContentPartPr>
              <p14:xfrm>
                <a:off x="5978985" y="500055"/>
                <a:ext cx="52920" cy="34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0F5E6C-6424-CA33-39D2-345F0C7B83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2865" y="493935"/>
                  <a:ext cx="651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398A30-B43A-31AE-FF1B-666DBF5D3D54}"/>
                    </a:ext>
                  </a:extLst>
                </p14:cNvPr>
                <p14:cNvContentPartPr/>
                <p14:nvPr/>
              </p14:nvContentPartPr>
              <p14:xfrm>
                <a:off x="6854505" y="129255"/>
                <a:ext cx="462240" cy="788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E398A30-B43A-31AE-FF1B-666DBF5D3D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48385" y="123135"/>
                  <a:ext cx="47448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9D1561-A4CE-7932-D8CC-4617E55E6BE2}"/>
                    </a:ext>
                  </a:extLst>
                </p14:cNvPr>
                <p14:cNvContentPartPr/>
                <p14:nvPr/>
              </p14:nvContentPartPr>
              <p14:xfrm>
                <a:off x="7557945" y="675015"/>
                <a:ext cx="24840" cy="249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9D1561-A4CE-7932-D8CC-4617E55E6B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51825" y="668895"/>
                  <a:ext cx="37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E68F13-72FB-67F2-9587-3ECEA43C9B61}"/>
                    </a:ext>
                  </a:extLst>
                </p14:cNvPr>
                <p14:cNvContentPartPr/>
                <p14:nvPr/>
              </p14:nvContentPartPr>
              <p14:xfrm>
                <a:off x="7829385" y="334815"/>
                <a:ext cx="791280" cy="54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E68F13-72FB-67F2-9587-3ECEA43C9B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23265" y="328695"/>
                  <a:ext cx="8035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87D24A-3ED1-32BF-3123-6A6A2FA78C37}"/>
                    </a:ext>
                  </a:extLst>
                </p14:cNvPr>
                <p14:cNvContentPartPr/>
                <p14:nvPr/>
              </p14:nvContentPartPr>
              <p14:xfrm>
                <a:off x="8794905" y="635415"/>
                <a:ext cx="583560" cy="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87D24A-3ED1-32BF-3123-6A6A2FA78C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88785" y="629295"/>
                  <a:ext cx="595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C06647-12AF-8DF7-AA92-904E1711E1C5}"/>
                    </a:ext>
                  </a:extLst>
                </p14:cNvPr>
                <p14:cNvContentPartPr/>
                <p14:nvPr/>
              </p14:nvContentPartPr>
              <p14:xfrm>
                <a:off x="9649185" y="541095"/>
                <a:ext cx="43560" cy="23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C06647-12AF-8DF7-AA92-904E1711E1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3065" y="534975"/>
                  <a:ext cx="55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D0A803-56EE-B572-948C-B58AA073711A}"/>
                    </a:ext>
                  </a:extLst>
                </p14:cNvPr>
                <p14:cNvContentPartPr/>
                <p14:nvPr/>
              </p14:nvContentPartPr>
              <p14:xfrm>
                <a:off x="9746025" y="386295"/>
                <a:ext cx="200160" cy="41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D0A803-56EE-B572-948C-B58AA073711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39905" y="380175"/>
                  <a:ext cx="2124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DB154D-E533-1E0D-0AF7-8A48606F9673}"/>
                    </a:ext>
                  </a:extLst>
                </p14:cNvPr>
                <p14:cNvContentPartPr/>
                <p14:nvPr/>
              </p14:nvContentPartPr>
              <p14:xfrm>
                <a:off x="10053825" y="451815"/>
                <a:ext cx="651960" cy="395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DB154D-E533-1E0D-0AF7-8A48606F96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47705" y="445695"/>
                  <a:ext cx="6642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123E8C-E669-A862-BFC4-365F4F7E9D68}"/>
                    </a:ext>
                  </a:extLst>
                </p14:cNvPr>
                <p14:cNvContentPartPr/>
                <p14:nvPr/>
              </p14:nvContentPartPr>
              <p14:xfrm>
                <a:off x="10666185" y="583575"/>
                <a:ext cx="191160" cy="8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123E8C-E669-A862-BFC4-365F4F7E9D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60065" y="577455"/>
                  <a:ext cx="20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0BFB4C-9A78-2D07-1B21-17AD9940883D}"/>
                    </a:ext>
                  </a:extLst>
                </p14:cNvPr>
                <p14:cNvContentPartPr/>
                <p14:nvPr/>
              </p14:nvContentPartPr>
              <p14:xfrm>
                <a:off x="10940505" y="330495"/>
                <a:ext cx="204840" cy="63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0BFB4C-9A78-2D07-1B21-17AD994088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34385" y="324375"/>
                  <a:ext cx="21708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7EC2DA-2D1E-30A5-4CB4-AF507988CA55}"/>
                    </a:ext>
                  </a:extLst>
                </p14:cNvPr>
                <p14:cNvContentPartPr/>
                <p14:nvPr/>
              </p14:nvContentPartPr>
              <p14:xfrm>
                <a:off x="11333985" y="434175"/>
                <a:ext cx="119160" cy="23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7EC2DA-2D1E-30A5-4CB4-AF507988CA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27865" y="428055"/>
                  <a:ext cx="131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9E1196-F29B-DE32-9FBC-17B5E664C127}"/>
                    </a:ext>
                  </a:extLst>
                </p14:cNvPr>
                <p14:cNvContentPartPr/>
                <p14:nvPr/>
              </p14:nvContentPartPr>
              <p14:xfrm>
                <a:off x="11314545" y="619575"/>
                <a:ext cx="226800" cy="25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9E1196-F29B-DE32-9FBC-17B5E664C1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308425" y="613455"/>
                  <a:ext cx="239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F3E701-E764-EA84-577F-383A4A9D3749}"/>
                    </a:ext>
                  </a:extLst>
                </p14:cNvPr>
                <p14:cNvContentPartPr/>
                <p14:nvPr/>
              </p14:nvContentPartPr>
              <p14:xfrm>
                <a:off x="11688225" y="582495"/>
                <a:ext cx="33480" cy="3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F3E701-E764-EA84-577F-383A4A9D37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82105" y="576375"/>
                  <a:ext cx="45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22CA51C-D0AD-931D-BBC3-378E2E2A14FB}"/>
                    </a:ext>
                  </a:extLst>
                </p14:cNvPr>
                <p14:cNvContentPartPr/>
                <p14:nvPr/>
              </p14:nvContentPartPr>
              <p14:xfrm>
                <a:off x="6668025" y="1801455"/>
                <a:ext cx="393840" cy="275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22CA51C-D0AD-931D-BBC3-378E2E2A14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61905" y="1795335"/>
                  <a:ext cx="406080" cy="27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D10733-B537-BAB6-D4EA-92CD3126C8AE}"/>
                    </a:ext>
                  </a:extLst>
                </p14:cNvPr>
                <p14:cNvContentPartPr/>
                <p14:nvPr/>
              </p14:nvContentPartPr>
              <p14:xfrm>
                <a:off x="4603785" y="3134895"/>
                <a:ext cx="4583880" cy="51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D10733-B537-BAB6-D4EA-92CD3126C8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97665" y="3128775"/>
                  <a:ext cx="4596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928B51F-34C9-AE2C-34A5-EFDAAA2CD4A6}"/>
                    </a:ext>
                  </a:extLst>
                </p14:cNvPr>
                <p14:cNvContentPartPr/>
                <p14:nvPr/>
              </p14:nvContentPartPr>
              <p14:xfrm>
                <a:off x="9049065" y="2724135"/>
                <a:ext cx="325440" cy="56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928B51F-34C9-AE2C-34A5-EFDAAA2CD4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2945" y="2718015"/>
                  <a:ext cx="337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0BF42A-41C0-A3E9-533B-C0FA1C449AE4}"/>
                    </a:ext>
                  </a:extLst>
                </p14:cNvPr>
                <p14:cNvContentPartPr/>
                <p14:nvPr/>
              </p14:nvContentPartPr>
              <p14:xfrm>
                <a:off x="4731945" y="2890815"/>
                <a:ext cx="10800" cy="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0BF42A-41C0-A3E9-533B-C0FA1C449A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25825" y="2884695"/>
                  <a:ext cx="230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9A6B4C-9C36-AFD4-44FF-71C10CA1D72B}"/>
                    </a:ext>
                  </a:extLst>
                </p14:cNvPr>
                <p14:cNvContentPartPr/>
                <p14:nvPr/>
              </p14:nvContentPartPr>
              <p14:xfrm>
                <a:off x="4401465" y="2845455"/>
                <a:ext cx="437040" cy="25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9A6B4C-9C36-AFD4-44FF-71C10CA1D7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95345" y="2839335"/>
                  <a:ext cx="449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07E2C5-D753-4A42-E271-B57AA762B152}"/>
                    </a:ext>
                  </a:extLst>
                </p14:cNvPr>
                <p14:cNvContentPartPr/>
                <p14:nvPr/>
              </p14:nvContentPartPr>
              <p14:xfrm>
                <a:off x="7014345" y="3165495"/>
                <a:ext cx="159480" cy="309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07E2C5-D753-4A42-E271-B57AA762B1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08225" y="3159375"/>
                  <a:ext cx="1717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51F728B-0160-7A24-9E28-CD61EFF1E050}"/>
                    </a:ext>
                  </a:extLst>
                </p14:cNvPr>
                <p14:cNvContentPartPr/>
                <p14:nvPr/>
              </p14:nvContentPartPr>
              <p14:xfrm>
                <a:off x="7452105" y="1850775"/>
                <a:ext cx="1371960" cy="84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51F728B-0160-7A24-9E28-CD61EFF1E0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45985" y="1844655"/>
                  <a:ext cx="1384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6FC50D-FFC8-6B04-050F-82684CC595DE}"/>
                    </a:ext>
                  </a:extLst>
                </p14:cNvPr>
                <p14:cNvContentPartPr/>
                <p14:nvPr/>
              </p14:nvContentPartPr>
              <p14:xfrm>
                <a:off x="7023705" y="1883535"/>
                <a:ext cx="268920" cy="1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6FC50D-FFC8-6B04-050F-82684CC595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17585" y="1877415"/>
                  <a:ext cx="281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C6DB93-637E-C895-00FD-9CC38A8D7CFD}"/>
                    </a:ext>
                  </a:extLst>
                </p14:cNvPr>
                <p14:cNvContentPartPr/>
                <p14:nvPr/>
              </p14:nvContentPartPr>
              <p14:xfrm>
                <a:off x="6850905" y="1746015"/>
                <a:ext cx="52920" cy="157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C6DB93-637E-C895-00FD-9CC38A8D7C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44785" y="1739895"/>
                  <a:ext cx="65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1AC445-9455-C6CA-A829-644C24D21B4F}"/>
                    </a:ext>
                  </a:extLst>
                </p14:cNvPr>
                <p14:cNvContentPartPr/>
                <p14:nvPr/>
              </p14:nvContentPartPr>
              <p14:xfrm>
                <a:off x="6853425" y="2274495"/>
                <a:ext cx="240480" cy="17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1AC445-9455-C6CA-A829-644C24D21B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47305" y="2268375"/>
                  <a:ext cx="252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DE4278-9AA3-1213-1D0D-29889E4ACCD8}"/>
                    </a:ext>
                  </a:extLst>
                </p14:cNvPr>
                <p14:cNvContentPartPr/>
                <p14:nvPr/>
              </p14:nvContentPartPr>
              <p14:xfrm>
                <a:off x="6258705" y="2082255"/>
                <a:ext cx="205200" cy="322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DE4278-9AA3-1213-1D0D-29889E4ACC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52585" y="2076135"/>
                  <a:ext cx="217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D3D9DC-DF14-BB55-EA78-57EFD62E31F7}"/>
                    </a:ext>
                  </a:extLst>
                </p14:cNvPr>
                <p14:cNvContentPartPr/>
                <p14:nvPr/>
              </p14:nvContentPartPr>
              <p14:xfrm>
                <a:off x="6544545" y="2255055"/>
                <a:ext cx="19800" cy="16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D3D9DC-DF14-BB55-EA78-57EFD62E31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38425" y="2248935"/>
                  <a:ext cx="3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7760F93-001B-CCEB-FA3F-808F61F6DAE8}"/>
                    </a:ext>
                  </a:extLst>
                </p14:cNvPr>
                <p14:cNvContentPartPr/>
                <p14:nvPr/>
              </p14:nvContentPartPr>
              <p14:xfrm>
                <a:off x="6613305" y="2090535"/>
                <a:ext cx="90720" cy="253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7760F93-001B-CCEB-FA3F-808F61F6DA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07185" y="2084415"/>
                  <a:ext cx="102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DBEB929-947F-A8C8-1BC4-A3700AD5B0A7}"/>
                    </a:ext>
                  </a:extLst>
                </p14:cNvPr>
                <p14:cNvContentPartPr/>
                <p14:nvPr/>
              </p14:nvContentPartPr>
              <p14:xfrm>
                <a:off x="6805185" y="1977495"/>
                <a:ext cx="64440" cy="2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DBEB929-947F-A8C8-1BC4-A3700AD5B0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99065" y="1971375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1C9A9D-D937-C38B-7599-221FA5446138}"/>
                    </a:ext>
                  </a:extLst>
                </p14:cNvPr>
                <p14:cNvContentPartPr/>
                <p14:nvPr/>
              </p14:nvContentPartPr>
              <p14:xfrm>
                <a:off x="6828225" y="2148135"/>
                <a:ext cx="15120" cy="35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1C9A9D-D937-C38B-7599-221FA54461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22105" y="2142015"/>
                  <a:ext cx="27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DA3379-ADFF-74C8-C638-B5A221A5C93B}"/>
                    </a:ext>
                  </a:extLst>
                </p14:cNvPr>
                <p14:cNvContentPartPr/>
                <p14:nvPr/>
              </p14:nvContentPartPr>
              <p14:xfrm>
                <a:off x="1887945" y="2351175"/>
                <a:ext cx="809640" cy="416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DA3379-ADFF-74C8-C638-B5A221A5C9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81825" y="2345055"/>
                  <a:ext cx="8218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4C0AAC-636C-9AD8-1FD1-503584D81A74}"/>
                    </a:ext>
                  </a:extLst>
                </p14:cNvPr>
                <p14:cNvContentPartPr/>
                <p14:nvPr/>
              </p14:nvContentPartPr>
              <p14:xfrm>
                <a:off x="2637825" y="1964895"/>
                <a:ext cx="553320" cy="638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4C0AAC-636C-9AD8-1FD1-503584D81A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1705" y="1958775"/>
                  <a:ext cx="5655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5D6ADA-36D9-074E-4732-5B7D3EC43BEA}"/>
                    </a:ext>
                  </a:extLst>
                </p14:cNvPr>
                <p14:cNvContentPartPr/>
                <p14:nvPr/>
              </p14:nvContentPartPr>
              <p14:xfrm>
                <a:off x="3158025" y="2124375"/>
                <a:ext cx="183240" cy="412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5D6ADA-36D9-074E-4732-5B7D3EC43BE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51905" y="2118255"/>
                  <a:ext cx="1954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D6A753-90ED-B60D-10C4-E4996DFA9DD8}"/>
                    </a:ext>
                  </a:extLst>
                </p14:cNvPr>
                <p14:cNvContentPartPr/>
                <p14:nvPr/>
              </p14:nvContentPartPr>
              <p14:xfrm>
                <a:off x="3395625" y="1748535"/>
                <a:ext cx="375840" cy="33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D6A753-90ED-B60D-10C4-E4996DFA9D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89505" y="1742415"/>
                  <a:ext cx="388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735B9C-9CA2-DAA5-EF27-2ABEC2B40457}"/>
                    </a:ext>
                  </a:extLst>
                </p14:cNvPr>
                <p14:cNvContentPartPr/>
                <p14:nvPr/>
              </p14:nvContentPartPr>
              <p14:xfrm>
                <a:off x="4100865" y="1829175"/>
                <a:ext cx="30240" cy="20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735B9C-9CA2-DAA5-EF27-2ABEC2B404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94745" y="1823055"/>
                  <a:ext cx="42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9F6B87-D0B7-17A8-0323-A83FF7158C5C}"/>
                    </a:ext>
                  </a:extLst>
                </p14:cNvPr>
                <p14:cNvContentPartPr/>
                <p14:nvPr/>
              </p14:nvContentPartPr>
              <p14:xfrm>
                <a:off x="2350905" y="3586335"/>
                <a:ext cx="261000" cy="682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9F6B87-D0B7-17A8-0323-A83FF7158C5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4785" y="3580215"/>
                  <a:ext cx="27324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A802734-97E6-B79E-0C41-C32389449EB4}"/>
                    </a:ext>
                  </a:extLst>
                </p14:cNvPr>
                <p14:cNvContentPartPr/>
                <p14:nvPr/>
              </p14:nvContentPartPr>
              <p14:xfrm>
                <a:off x="2790465" y="3448815"/>
                <a:ext cx="598680" cy="406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A802734-97E6-B79E-0C41-C32389449EB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84345" y="3442695"/>
                  <a:ext cx="6109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4D0B71A-2745-E0CA-B7B3-7131C93DC013}"/>
                    </a:ext>
                  </a:extLst>
                </p14:cNvPr>
                <p14:cNvContentPartPr/>
                <p14:nvPr/>
              </p14:nvContentPartPr>
              <p14:xfrm>
                <a:off x="2643945" y="3676695"/>
                <a:ext cx="447840" cy="283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4D0B71A-2745-E0CA-B7B3-7131C93DC0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7825" y="3670575"/>
                  <a:ext cx="4600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B7D7FD-8D1F-FC06-54FE-50A59AA465E0}"/>
                    </a:ext>
                  </a:extLst>
                </p14:cNvPr>
                <p14:cNvContentPartPr/>
                <p14:nvPr/>
              </p14:nvContentPartPr>
              <p14:xfrm>
                <a:off x="3177825" y="3075855"/>
                <a:ext cx="418680" cy="812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B7D7FD-8D1F-FC06-54FE-50A59AA465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71705" y="3069735"/>
                  <a:ext cx="43092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3C7F0A-C274-A4B9-32D8-3F3C15027A6E}"/>
                    </a:ext>
                  </a:extLst>
                </p14:cNvPr>
                <p14:cNvContentPartPr/>
                <p14:nvPr/>
              </p14:nvContentPartPr>
              <p14:xfrm>
                <a:off x="3579585" y="2802255"/>
                <a:ext cx="183240" cy="232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3C7F0A-C274-A4B9-32D8-3F3C15027A6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73465" y="2796135"/>
                  <a:ext cx="195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586F5F7-A99C-96D4-C509-EEB7B29C35EF}"/>
                    </a:ext>
                  </a:extLst>
                </p14:cNvPr>
                <p14:cNvContentPartPr/>
                <p14:nvPr/>
              </p14:nvContentPartPr>
              <p14:xfrm>
                <a:off x="3794505" y="2962815"/>
                <a:ext cx="165960" cy="219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586F5F7-A99C-96D4-C509-EEB7B29C35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8385" y="2956695"/>
                  <a:ext cx="178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ECC496-7D90-569B-4319-48CCFFF50599}"/>
                    </a:ext>
                  </a:extLst>
                </p14:cNvPr>
                <p14:cNvContentPartPr/>
                <p14:nvPr/>
              </p14:nvContentPartPr>
              <p14:xfrm>
                <a:off x="3523785" y="2778495"/>
                <a:ext cx="419760" cy="50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ECC496-7D90-569B-4319-48CCFFF505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17665" y="2772375"/>
                  <a:ext cx="4320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FA7CBD8-AF69-C573-8607-382A5349F07A}"/>
                    </a:ext>
                  </a:extLst>
                </p14:cNvPr>
                <p14:cNvContentPartPr/>
                <p14:nvPr/>
              </p14:nvContentPartPr>
              <p14:xfrm>
                <a:off x="3823305" y="2834295"/>
                <a:ext cx="261720" cy="581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FA7CBD8-AF69-C573-8607-382A5349F0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17185" y="2828175"/>
                  <a:ext cx="2739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208CFB3-7678-DAEE-3BC6-80C09778CBD6}"/>
                    </a:ext>
                  </a:extLst>
                </p14:cNvPr>
                <p14:cNvContentPartPr/>
                <p14:nvPr/>
              </p14:nvContentPartPr>
              <p14:xfrm>
                <a:off x="4287705" y="2314455"/>
                <a:ext cx="255600" cy="32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208CFB3-7678-DAEE-3BC6-80C09778CB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81585" y="2308335"/>
                  <a:ext cx="2678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5547D0-325F-5E84-3DD5-CEE1D9589A31}"/>
                    </a:ext>
                  </a:extLst>
                </p14:cNvPr>
                <p14:cNvContentPartPr/>
                <p14:nvPr/>
              </p14:nvContentPartPr>
              <p14:xfrm>
                <a:off x="4624305" y="2329215"/>
                <a:ext cx="18720" cy="41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5547D0-325F-5E84-3DD5-CEE1D9589A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18185" y="2323095"/>
                  <a:ext cx="30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02D2B5-6E4B-C3E5-D90F-82B977988B58}"/>
                    </a:ext>
                  </a:extLst>
                </p14:cNvPr>
                <p14:cNvContentPartPr/>
                <p14:nvPr/>
              </p14:nvContentPartPr>
              <p14:xfrm>
                <a:off x="4764705" y="2082255"/>
                <a:ext cx="136080" cy="345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02D2B5-6E4B-C3E5-D90F-82B977988B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58585" y="2076135"/>
                  <a:ext cx="1483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8E9B78-765C-EAC1-CB50-3D1D72FD807F}"/>
                    </a:ext>
                  </a:extLst>
                </p14:cNvPr>
                <p14:cNvContentPartPr/>
                <p14:nvPr/>
              </p14:nvContentPartPr>
              <p14:xfrm>
                <a:off x="4784505" y="1881735"/>
                <a:ext cx="71280" cy="91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8E9B78-765C-EAC1-CB50-3D1D72FD80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78385" y="1875615"/>
                  <a:ext cx="8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8EC6E11-7245-EDE2-18C7-A6CAF8CC4BC7}"/>
                    </a:ext>
                  </a:extLst>
                </p14:cNvPr>
                <p14:cNvContentPartPr/>
                <p14:nvPr/>
              </p14:nvContentPartPr>
              <p14:xfrm>
                <a:off x="5129745" y="2085495"/>
                <a:ext cx="18720" cy="40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8EC6E11-7245-EDE2-18C7-A6CAF8CC4B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23625" y="2079375"/>
                  <a:ext cx="3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5E6159-CD40-1D4C-8017-6B2790870296}"/>
                    </a:ext>
                  </a:extLst>
                </p14:cNvPr>
                <p14:cNvContentPartPr/>
                <p14:nvPr/>
              </p14:nvContentPartPr>
              <p14:xfrm>
                <a:off x="1717665" y="4138575"/>
                <a:ext cx="362520" cy="527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5E6159-CD40-1D4C-8017-6B27908702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11545" y="4132455"/>
                  <a:ext cx="3747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99BACB-1DC0-F907-0377-57CBD2F1374A}"/>
                    </a:ext>
                  </a:extLst>
                </p14:cNvPr>
                <p14:cNvContentPartPr/>
                <p14:nvPr/>
              </p14:nvContentPartPr>
              <p14:xfrm>
                <a:off x="1528665" y="1349655"/>
                <a:ext cx="3770280" cy="2518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99BACB-1DC0-F907-0377-57CBD2F1374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22545" y="1343535"/>
                  <a:ext cx="3782520" cy="25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81CB55-A102-F945-263B-BFEE22015676}"/>
                    </a:ext>
                  </a:extLst>
                </p14:cNvPr>
                <p14:cNvContentPartPr/>
                <p14:nvPr/>
              </p14:nvContentPartPr>
              <p14:xfrm>
                <a:off x="2171625" y="2657175"/>
                <a:ext cx="2916720" cy="2329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81CB55-A102-F945-263B-BFEE2201567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65505" y="2651055"/>
                  <a:ext cx="2928960" cy="23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EFAC72-91A1-D7B8-7232-84615E4B1BFF}"/>
                    </a:ext>
                  </a:extLst>
                </p14:cNvPr>
                <p14:cNvContentPartPr/>
                <p14:nvPr/>
              </p14:nvContentPartPr>
              <p14:xfrm>
                <a:off x="2925825" y="5270415"/>
                <a:ext cx="545400" cy="399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EFAC72-91A1-D7B8-7232-84615E4B1B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19705" y="5264295"/>
                  <a:ext cx="557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FFEA03-A53F-D82E-8A83-6EC36962D4F4}"/>
                    </a:ext>
                  </a:extLst>
                </p14:cNvPr>
                <p14:cNvContentPartPr/>
                <p14:nvPr/>
              </p14:nvContentPartPr>
              <p14:xfrm>
                <a:off x="3878025" y="5276535"/>
                <a:ext cx="225360" cy="41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FFEA03-A53F-D82E-8A83-6EC36962D4F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71905" y="5270415"/>
                  <a:ext cx="237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DCEDC9-084A-692B-5B73-8567C0717740}"/>
                    </a:ext>
                  </a:extLst>
                </p14:cNvPr>
                <p14:cNvContentPartPr/>
                <p14:nvPr/>
              </p14:nvContentPartPr>
              <p14:xfrm>
                <a:off x="3888465" y="5410095"/>
                <a:ext cx="358920" cy="141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DCEDC9-084A-692B-5B73-8567C071774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82345" y="5403975"/>
                  <a:ext cx="371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67DB4A3-A80B-7672-8A4C-93932A8EEFC4}"/>
                    </a:ext>
                  </a:extLst>
                </p14:cNvPr>
                <p14:cNvContentPartPr/>
                <p14:nvPr/>
              </p14:nvContentPartPr>
              <p14:xfrm>
                <a:off x="4739505" y="4773615"/>
                <a:ext cx="376920" cy="615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67DB4A3-A80B-7672-8A4C-93932A8EEFC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33385" y="4767495"/>
                  <a:ext cx="38916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2C4B2D-F287-5C5B-33BD-8AF549045785}"/>
                    </a:ext>
                  </a:extLst>
                </p14:cNvPr>
                <p14:cNvContentPartPr/>
                <p14:nvPr/>
              </p14:nvContentPartPr>
              <p14:xfrm>
                <a:off x="5215785" y="5128575"/>
                <a:ext cx="209520" cy="19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2C4B2D-F287-5C5B-33BD-8AF5490457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209665" y="5122455"/>
                  <a:ext cx="221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75BFF1-A6DA-C953-C165-FF40440A57FE}"/>
                    </a:ext>
                  </a:extLst>
                </p14:cNvPr>
                <p14:cNvContentPartPr/>
                <p14:nvPr/>
              </p14:nvContentPartPr>
              <p14:xfrm>
                <a:off x="5900145" y="4875135"/>
                <a:ext cx="40320" cy="353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75BFF1-A6DA-C953-C165-FF40440A57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94025" y="4869015"/>
                  <a:ext cx="52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9B50226-99CD-24F3-0293-C7ACE2E6AB91}"/>
                    </a:ext>
                  </a:extLst>
                </p14:cNvPr>
                <p14:cNvContentPartPr/>
                <p14:nvPr/>
              </p14:nvContentPartPr>
              <p14:xfrm>
                <a:off x="5735265" y="5062335"/>
                <a:ext cx="397080" cy="99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9B50226-99CD-24F3-0293-C7ACE2E6AB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29145" y="5056215"/>
                  <a:ext cx="409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38AB6F7-9FBD-D15D-FDF7-C737A6698B8C}"/>
                    </a:ext>
                  </a:extLst>
                </p14:cNvPr>
                <p14:cNvContentPartPr/>
                <p14:nvPr/>
              </p14:nvContentPartPr>
              <p14:xfrm>
                <a:off x="6816345" y="4590375"/>
                <a:ext cx="507960" cy="592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38AB6F7-9FBD-D15D-FDF7-C737A6698B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10225" y="4584255"/>
                  <a:ext cx="5202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4180009-51E9-6EBD-23D6-5CA947BF1E78}"/>
                    </a:ext>
                  </a:extLst>
                </p14:cNvPr>
                <p14:cNvContentPartPr/>
                <p14:nvPr/>
              </p14:nvContentPartPr>
              <p14:xfrm>
                <a:off x="7398105" y="4925175"/>
                <a:ext cx="31680" cy="213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4180009-51E9-6EBD-23D6-5CA947BF1E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91985" y="4919055"/>
                  <a:ext cx="43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648DE4-31C6-077C-955C-6B00C41914C4}"/>
                    </a:ext>
                  </a:extLst>
                </p14:cNvPr>
                <p14:cNvContentPartPr/>
                <p14:nvPr/>
              </p14:nvContentPartPr>
              <p14:xfrm>
                <a:off x="7708065" y="4669935"/>
                <a:ext cx="632520" cy="41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648DE4-31C6-077C-955C-6B00C41914C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01945" y="4663815"/>
                  <a:ext cx="6447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C98300F-7E2F-E0FF-E4EB-A7F5B0D8C8F5}"/>
                    </a:ext>
                  </a:extLst>
                </p14:cNvPr>
                <p14:cNvContentPartPr/>
                <p14:nvPr/>
              </p14:nvContentPartPr>
              <p14:xfrm>
                <a:off x="8572425" y="4863975"/>
                <a:ext cx="24480" cy="37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C98300F-7E2F-E0FF-E4EB-A7F5B0D8C8F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66305" y="4857855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375A3F4-A7EB-54DE-FFEE-D94F9ECBF496}"/>
                    </a:ext>
                  </a:extLst>
                </p14:cNvPr>
                <p14:cNvContentPartPr/>
                <p14:nvPr/>
              </p14:nvContentPartPr>
              <p14:xfrm>
                <a:off x="2737905" y="5556255"/>
                <a:ext cx="6405120" cy="625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375A3F4-A7EB-54DE-FFEE-D94F9ECBF49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31785" y="5550135"/>
                  <a:ext cx="641736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DCEAAA-CE22-5ACE-7725-070C514DBB65}"/>
                    </a:ext>
                  </a:extLst>
                </p14:cNvPr>
                <p14:cNvContentPartPr/>
                <p14:nvPr/>
              </p14:nvContentPartPr>
              <p14:xfrm>
                <a:off x="2544225" y="4998615"/>
                <a:ext cx="128160" cy="1007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DCEAAA-CE22-5ACE-7725-070C514DBB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8105" y="4992495"/>
                  <a:ext cx="14040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58F787D-935B-5EFD-19AA-D0BFB34AFA87}"/>
                    </a:ext>
                  </a:extLst>
                </p14:cNvPr>
                <p14:cNvContentPartPr/>
                <p14:nvPr/>
              </p14:nvContentPartPr>
              <p14:xfrm>
                <a:off x="2585265" y="3969015"/>
                <a:ext cx="6484680" cy="1770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58F787D-935B-5EFD-19AA-D0BFB34AFA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79145" y="3962895"/>
                  <a:ext cx="6496920" cy="178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162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5371F8B-ACDC-448B-1FD4-7D403A1F26BF}"/>
              </a:ext>
            </a:extLst>
          </p:cNvPr>
          <p:cNvGrpSpPr/>
          <p:nvPr/>
        </p:nvGrpSpPr>
        <p:grpSpPr>
          <a:xfrm>
            <a:off x="947265" y="257055"/>
            <a:ext cx="3136320" cy="1831680"/>
            <a:chOff x="947265" y="257055"/>
            <a:chExt cx="3136320" cy="183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74245E-2AD7-258E-4CD0-6194E6A19BBF}"/>
                    </a:ext>
                  </a:extLst>
                </p14:cNvPr>
                <p14:cNvContentPartPr/>
                <p14:nvPr/>
              </p14:nvContentPartPr>
              <p14:xfrm>
                <a:off x="947265" y="257055"/>
                <a:ext cx="675720" cy="1057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74245E-2AD7-258E-4CD0-6194E6A19B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1145" y="250935"/>
                  <a:ext cx="687960" cy="10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E7D09C-77E8-3A89-3810-CB19249C9DD3}"/>
                    </a:ext>
                  </a:extLst>
                </p14:cNvPr>
                <p14:cNvContentPartPr/>
                <p14:nvPr/>
              </p14:nvContentPartPr>
              <p14:xfrm>
                <a:off x="1755465" y="766455"/>
                <a:ext cx="39240" cy="54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E7D09C-77E8-3A89-3810-CB19249C9D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9345" y="760335"/>
                  <a:ext cx="51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81D60C-258B-E9BE-737E-918C28DF4388}"/>
                    </a:ext>
                  </a:extLst>
                </p14:cNvPr>
                <p14:cNvContentPartPr/>
                <p14:nvPr/>
              </p14:nvContentPartPr>
              <p14:xfrm>
                <a:off x="1762305" y="977775"/>
                <a:ext cx="392400" cy="1110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81D60C-258B-E9BE-737E-918C28DF43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6185" y="971655"/>
                  <a:ext cx="404640" cy="11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68966-4E83-B077-B5B7-19B70F501808}"/>
                    </a:ext>
                  </a:extLst>
                </p14:cNvPr>
                <p14:cNvContentPartPr/>
                <p14:nvPr/>
              </p14:nvContentPartPr>
              <p14:xfrm>
                <a:off x="2346585" y="980295"/>
                <a:ext cx="649440" cy="27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68966-4E83-B077-B5B7-19B70F5018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40465" y="974175"/>
                  <a:ext cx="661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7D5042-2594-12DB-04F7-E14A46056C74}"/>
                    </a:ext>
                  </a:extLst>
                </p14:cNvPr>
                <p14:cNvContentPartPr/>
                <p14:nvPr/>
              </p14:nvContentPartPr>
              <p14:xfrm>
                <a:off x="3169185" y="878415"/>
                <a:ext cx="163800" cy="40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7D5042-2594-12DB-04F7-E14A46056C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63065" y="872295"/>
                  <a:ext cx="1760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AAD674-33A0-26C4-E3E8-16975F425BC5}"/>
                    </a:ext>
                  </a:extLst>
                </p14:cNvPr>
                <p14:cNvContentPartPr/>
                <p14:nvPr/>
              </p14:nvContentPartPr>
              <p14:xfrm>
                <a:off x="3503265" y="944655"/>
                <a:ext cx="23040" cy="230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AAD674-33A0-26C4-E3E8-16975F425B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97145" y="938535"/>
                  <a:ext cx="352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F9DA88-29F7-A77C-ECEB-94115CF43926}"/>
                    </a:ext>
                  </a:extLst>
                </p14:cNvPr>
                <p14:cNvContentPartPr/>
                <p14:nvPr/>
              </p14:nvContentPartPr>
              <p14:xfrm>
                <a:off x="3547545" y="540375"/>
                <a:ext cx="6120" cy="92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F9DA88-29F7-A77C-ECEB-94115CF439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41425" y="534255"/>
                  <a:ext cx="18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D406EC-6639-F4DF-F1C9-4173BF29B425}"/>
                    </a:ext>
                  </a:extLst>
                </p14:cNvPr>
                <p14:cNvContentPartPr/>
                <p14:nvPr/>
              </p14:nvContentPartPr>
              <p14:xfrm>
                <a:off x="3777585" y="642975"/>
                <a:ext cx="306000" cy="610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D406EC-6639-F4DF-F1C9-4173BF29B4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1465" y="636855"/>
                  <a:ext cx="318240" cy="62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E2E02A-893D-E78E-4F00-DAA7E45E86F6}"/>
              </a:ext>
            </a:extLst>
          </p:cNvPr>
          <p:cNvGrpSpPr/>
          <p:nvPr/>
        </p:nvGrpSpPr>
        <p:grpSpPr>
          <a:xfrm>
            <a:off x="5121465" y="203775"/>
            <a:ext cx="5244840" cy="896400"/>
            <a:chOff x="5121465" y="203775"/>
            <a:chExt cx="524484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08D928-791E-E76D-91D8-F07F33B13BC1}"/>
                    </a:ext>
                  </a:extLst>
                </p14:cNvPr>
                <p14:cNvContentPartPr/>
                <p14:nvPr/>
              </p14:nvContentPartPr>
              <p14:xfrm>
                <a:off x="5121465" y="276855"/>
                <a:ext cx="499680" cy="823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08D928-791E-E76D-91D8-F07F33B13B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15345" y="270735"/>
                  <a:ext cx="51192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7DF689-104A-EE55-3EEC-63496660677E}"/>
                    </a:ext>
                  </a:extLst>
                </p14:cNvPr>
                <p14:cNvContentPartPr/>
                <p14:nvPr/>
              </p14:nvContentPartPr>
              <p14:xfrm>
                <a:off x="5195985" y="591495"/>
                <a:ext cx="740880" cy="18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7DF689-104A-EE55-3EEC-6349666067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89865" y="585375"/>
                  <a:ext cx="753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237523-3950-891D-C68C-E20E628953C3}"/>
                    </a:ext>
                  </a:extLst>
                </p14:cNvPr>
                <p14:cNvContentPartPr/>
                <p14:nvPr/>
              </p14:nvContentPartPr>
              <p14:xfrm>
                <a:off x="6143505" y="475575"/>
                <a:ext cx="530640" cy="479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237523-3950-891D-C68C-E20E628953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37385" y="469455"/>
                  <a:ext cx="542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6A668A-4491-F96D-D009-738F4E5ACE66}"/>
                    </a:ext>
                  </a:extLst>
                </p14:cNvPr>
                <p14:cNvContentPartPr/>
                <p14:nvPr/>
              </p14:nvContentPartPr>
              <p14:xfrm>
                <a:off x="6418545" y="680775"/>
                <a:ext cx="480600" cy="18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6A668A-4491-F96D-D009-738F4E5ACE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12425" y="674655"/>
                  <a:ext cx="492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A6FBBBF-BE4D-DF7C-BCD2-CE77A87C7333}"/>
                    </a:ext>
                  </a:extLst>
                </p14:cNvPr>
                <p14:cNvContentPartPr/>
                <p14:nvPr/>
              </p14:nvContentPartPr>
              <p14:xfrm>
                <a:off x="7022265" y="448575"/>
                <a:ext cx="66600" cy="3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A6FBBBF-BE4D-DF7C-BCD2-CE77A87C73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16145" y="442455"/>
                  <a:ext cx="78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00120A-15A1-27B3-2CDF-5B05A456EDB6}"/>
                    </a:ext>
                  </a:extLst>
                </p14:cNvPr>
                <p14:cNvContentPartPr/>
                <p14:nvPr/>
              </p14:nvContentPartPr>
              <p14:xfrm>
                <a:off x="7150785" y="644775"/>
                <a:ext cx="472320" cy="39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00120A-15A1-27B3-2CDF-5B05A456EDB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44665" y="638655"/>
                  <a:ext cx="4845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3CD9C1-14A3-1838-1D37-79899A5D1E51}"/>
                    </a:ext>
                  </a:extLst>
                </p14:cNvPr>
                <p14:cNvContentPartPr/>
                <p14:nvPr/>
              </p14:nvContentPartPr>
              <p14:xfrm>
                <a:off x="7614105" y="745215"/>
                <a:ext cx="300240" cy="27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3CD9C1-14A3-1838-1D37-79899A5D1E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07985" y="739095"/>
                  <a:ext cx="312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E315A6-652A-9FC3-9473-D67D2A57D089}"/>
                    </a:ext>
                  </a:extLst>
                </p14:cNvPr>
                <p14:cNvContentPartPr/>
                <p14:nvPr/>
              </p14:nvContentPartPr>
              <p14:xfrm>
                <a:off x="8439585" y="203775"/>
                <a:ext cx="130680" cy="669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E315A6-652A-9FC3-9473-D67D2A57D0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33465" y="197655"/>
                  <a:ext cx="14292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539671-07BA-51EF-0846-470C584BEFCD}"/>
                    </a:ext>
                  </a:extLst>
                </p14:cNvPr>
                <p14:cNvContentPartPr/>
                <p14:nvPr/>
              </p14:nvContentPartPr>
              <p14:xfrm>
                <a:off x="8227905" y="576375"/>
                <a:ext cx="74448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539671-07BA-51EF-0846-470C584BEF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21785" y="570255"/>
                  <a:ext cx="756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442637-D54B-B8F3-9D26-7485C70115A0}"/>
                    </a:ext>
                  </a:extLst>
                </p14:cNvPr>
                <p14:cNvContentPartPr/>
                <p14:nvPr/>
              </p14:nvContentPartPr>
              <p14:xfrm>
                <a:off x="9101625" y="345975"/>
                <a:ext cx="178560" cy="75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442637-D54B-B8F3-9D26-7485C70115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95505" y="339855"/>
                  <a:ext cx="19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B5889A-B995-8B98-11E2-5C87BEEBD273}"/>
                    </a:ext>
                  </a:extLst>
                </p14:cNvPr>
                <p14:cNvContentPartPr/>
                <p14:nvPr/>
              </p14:nvContentPartPr>
              <p14:xfrm>
                <a:off x="9330585" y="616695"/>
                <a:ext cx="208800" cy="250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B5889A-B995-8B98-11E2-5C87BEEBD2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24465" y="610575"/>
                  <a:ext cx="221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2A35B4-1FDB-78BB-1FCB-C5ECAA3BF855}"/>
                    </a:ext>
                  </a:extLst>
                </p14:cNvPr>
                <p14:cNvContentPartPr/>
                <p14:nvPr/>
              </p14:nvContentPartPr>
              <p14:xfrm>
                <a:off x="9679785" y="634695"/>
                <a:ext cx="462240" cy="349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2A35B4-1FDB-78BB-1FCB-C5ECAA3BF8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73665" y="628575"/>
                  <a:ext cx="474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3DCAEE-A56B-4CEC-082B-AA2E829E2750}"/>
                    </a:ext>
                  </a:extLst>
                </p14:cNvPr>
                <p14:cNvContentPartPr/>
                <p14:nvPr/>
              </p14:nvContentPartPr>
              <p14:xfrm>
                <a:off x="10355505" y="807855"/>
                <a:ext cx="10800" cy="33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3DCAEE-A56B-4CEC-082B-AA2E829E27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49385" y="801735"/>
                  <a:ext cx="230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DEA5775-20F0-7D03-9D42-FDA13813E1BF}"/>
              </a:ext>
            </a:extLst>
          </p:cNvPr>
          <p:cNvGrpSpPr/>
          <p:nvPr/>
        </p:nvGrpSpPr>
        <p:grpSpPr>
          <a:xfrm>
            <a:off x="4216425" y="1589415"/>
            <a:ext cx="1079280" cy="658800"/>
            <a:chOff x="4216425" y="1589415"/>
            <a:chExt cx="107928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A5D682-D0F8-A81A-4A99-1535BEE95265}"/>
                    </a:ext>
                  </a:extLst>
                </p14:cNvPr>
                <p14:cNvContentPartPr/>
                <p14:nvPr/>
              </p14:nvContentPartPr>
              <p14:xfrm>
                <a:off x="4619985" y="1589415"/>
                <a:ext cx="146520" cy="62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A5D682-D0F8-A81A-4A99-1535BEE9526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13865" y="1583295"/>
                  <a:ext cx="1587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DBBE70-A12B-88A7-7C8C-B46073D5F4D0}"/>
                    </a:ext>
                  </a:extLst>
                </p14:cNvPr>
                <p14:cNvContentPartPr/>
                <p14:nvPr/>
              </p14:nvContentPartPr>
              <p14:xfrm>
                <a:off x="4581105" y="2106015"/>
                <a:ext cx="714600" cy="14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DBBE70-A12B-88A7-7C8C-B46073D5F4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4985" y="2099895"/>
                  <a:ext cx="726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45BA7F-F570-6B03-E48C-13E9BA52223A}"/>
                    </a:ext>
                  </a:extLst>
                </p14:cNvPr>
                <p14:cNvContentPartPr/>
                <p14:nvPr/>
              </p14:nvContentPartPr>
              <p14:xfrm>
                <a:off x="4216425" y="1993335"/>
                <a:ext cx="683640" cy="19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45BA7F-F570-6B03-E48C-13E9BA5222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10305" y="1987215"/>
                  <a:ext cx="69588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E44AC88-7260-64A1-1F24-20484D9094A4}"/>
              </a:ext>
            </a:extLst>
          </p:cNvPr>
          <p:cNvGrpSpPr/>
          <p:nvPr/>
        </p:nvGrpSpPr>
        <p:grpSpPr>
          <a:xfrm>
            <a:off x="7476585" y="1519215"/>
            <a:ext cx="3441240" cy="651960"/>
            <a:chOff x="7476585" y="1519215"/>
            <a:chExt cx="3441240" cy="6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98A9BC-29B5-E531-5F70-769117961873}"/>
                    </a:ext>
                  </a:extLst>
                </p14:cNvPr>
                <p14:cNvContentPartPr/>
                <p14:nvPr/>
              </p14:nvContentPartPr>
              <p14:xfrm>
                <a:off x="7476585" y="1806495"/>
                <a:ext cx="396360" cy="318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98A9BC-29B5-E531-5F70-7691179618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70465" y="1800375"/>
                  <a:ext cx="408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5B2E27-0A8D-1FA6-E237-B7616E979688}"/>
                    </a:ext>
                  </a:extLst>
                </p14:cNvPr>
                <p14:cNvContentPartPr/>
                <p14:nvPr/>
              </p14:nvContentPartPr>
              <p14:xfrm>
                <a:off x="8203065" y="1791015"/>
                <a:ext cx="224280" cy="84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5B2E27-0A8D-1FA6-E237-B7616E9796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6945" y="1784895"/>
                  <a:ext cx="236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6F3EDE-6DED-88B1-9EA3-5AB81D8DD322}"/>
                    </a:ext>
                  </a:extLst>
                </p14:cNvPr>
                <p14:cNvContentPartPr/>
                <p14:nvPr/>
              </p14:nvContentPartPr>
              <p14:xfrm>
                <a:off x="8275065" y="1957695"/>
                <a:ext cx="25992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6F3EDE-6DED-88B1-9EA3-5AB81D8DD3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68945" y="1951575"/>
                  <a:ext cx="272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BA0228-32E4-3F60-AA75-94E844E9F74B}"/>
                    </a:ext>
                  </a:extLst>
                </p14:cNvPr>
                <p14:cNvContentPartPr/>
                <p14:nvPr/>
              </p14:nvContentPartPr>
              <p14:xfrm>
                <a:off x="8696985" y="1599495"/>
                <a:ext cx="330120" cy="514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BA0228-32E4-3F60-AA75-94E844E9F7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90865" y="1593375"/>
                  <a:ext cx="3423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1C09FC-DAFA-259B-3C16-05714239E1F1}"/>
                    </a:ext>
                  </a:extLst>
                </p14:cNvPr>
                <p14:cNvContentPartPr/>
                <p14:nvPr/>
              </p14:nvContentPartPr>
              <p14:xfrm>
                <a:off x="9056265" y="1980375"/>
                <a:ext cx="157320" cy="19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1C09FC-DAFA-259B-3C16-05714239E1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50145" y="1974255"/>
                  <a:ext cx="169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D69F7B-D33B-5F3D-8FFF-2047B76F2A09}"/>
                    </a:ext>
                  </a:extLst>
                </p14:cNvPr>
                <p14:cNvContentPartPr/>
                <p14:nvPr/>
              </p14:nvContentPartPr>
              <p14:xfrm>
                <a:off x="9515265" y="1769415"/>
                <a:ext cx="21960" cy="236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D69F7B-D33B-5F3D-8FFF-2047B76F2A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09145" y="1763295"/>
                  <a:ext cx="34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146A5B-9D6F-6CEA-8E9C-DA908A6E163F}"/>
                    </a:ext>
                  </a:extLst>
                </p14:cNvPr>
                <p14:cNvContentPartPr/>
                <p14:nvPr/>
              </p14:nvContentPartPr>
              <p14:xfrm>
                <a:off x="9405465" y="1902255"/>
                <a:ext cx="240480" cy="10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146A5B-9D6F-6CEA-8E9C-DA908A6E16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9345" y="1896135"/>
                  <a:ext cx="252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ED6F94-1789-BBFB-8D15-978599D64B72}"/>
                    </a:ext>
                  </a:extLst>
                </p14:cNvPr>
                <p14:cNvContentPartPr/>
                <p14:nvPr/>
              </p14:nvContentPartPr>
              <p14:xfrm>
                <a:off x="9892185" y="1519215"/>
                <a:ext cx="367560" cy="565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ED6F94-1789-BBFB-8D15-978599D64B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86065" y="1513095"/>
                  <a:ext cx="3798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EE0391-B567-8A72-C94D-036642863B14}"/>
                    </a:ext>
                  </a:extLst>
                </p14:cNvPr>
                <p14:cNvContentPartPr/>
                <p14:nvPr/>
              </p14:nvContentPartPr>
              <p14:xfrm>
                <a:off x="10271625" y="1916295"/>
                <a:ext cx="142560" cy="162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EE0391-B567-8A72-C94D-036642863B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65505" y="1910175"/>
                  <a:ext cx="154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A3D1CA3-7039-6F61-D201-3744B7A17D32}"/>
                    </a:ext>
                  </a:extLst>
                </p14:cNvPr>
                <p14:cNvContentPartPr/>
                <p14:nvPr/>
              </p14:nvContentPartPr>
              <p14:xfrm>
                <a:off x="10567905" y="1613535"/>
                <a:ext cx="322560" cy="341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A3D1CA3-7039-6F61-D201-3744B7A17D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61785" y="1607415"/>
                  <a:ext cx="3348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AAA0E9-DA26-F065-F38B-07A564A1610A}"/>
                    </a:ext>
                  </a:extLst>
                </p14:cNvPr>
                <p14:cNvContentPartPr/>
                <p14:nvPr/>
              </p14:nvContentPartPr>
              <p14:xfrm>
                <a:off x="10843305" y="1884615"/>
                <a:ext cx="74520" cy="16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AAA0E9-DA26-F065-F38B-07A564A161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37185" y="1878495"/>
                  <a:ext cx="8676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7F44E01-C22C-AD92-ECE3-B97936F3736F}"/>
              </a:ext>
            </a:extLst>
          </p:cNvPr>
          <p:cNvGrpSpPr/>
          <p:nvPr/>
        </p:nvGrpSpPr>
        <p:grpSpPr>
          <a:xfrm>
            <a:off x="1126185" y="2612175"/>
            <a:ext cx="9503640" cy="3942720"/>
            <a:chOff x="1126185" y="2612175"/>
            <a:chExt cx="9503640" cy="39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485F87-E1C1-5AAD-F839-29B6FEC3E018}"/>
                    </a:ext>
                  </a:extLst>
                </p14:cNvPr>
                <p14:cNvContentPartPr/>
                <p14:nvPr/>
              </p14:nvContentPartPr>
              <p14:xfrm>
                <a:off x="2821785" y="2612175"/>
                <a:ext cx="74520" cy="492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485F87-E1C1-5AAD-F839-29B6FEC3E01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15665" y="2606055"/>
                  <a:ext cx="867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0EFA67-FD10-936B-DB3E-56C97A663FBC}"/>
                    </a:ext>
                  </a:extLst>
                </p14:cNvPr>
                <p14:cNvContentPartPr/>
                <p14:nvPr/>
              </p14:nvContentPartPr>
              <p14:xfrm>
                <a:off x="1490865" y="3407055"/>
                <a:ext cx="3492360" cy="21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0EFA67-FD10-936B-DB3E-56C97A663F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84745" y="3400935"/>
                  <a:ext cx="3504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C173EB-509F-4425-AE72-5159CB69C1CB}"/>
                    </a:ext>
                  </a:extLst>
                </p14:cNvPr>
                <p14:cNvContentPartPr/>
                <p14:nvPr/>
              </p14:nvContentPartPr>
              <p14:xfrm>
                <a:off x="2379705" y="3827895"/>
                <a:ext cx="43920" cy="349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C173EB-509F-4425-AE72-5159CB69C1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73585" y="3821775"/>
                  <a:ext cx="561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47CC11-AF7B-8871-FFD2-9C43D06595D6}"/>
                    </a:ext>
                  </a:extLst>
                </p14:cNvPr>
                <p14:cNvContentPartPr/>
                <p14:nvPr/>
              </p14:nvContentPartPr>
              <p14:xfrm>
                <a:off x="2821785" y="3887655"/>
                <a:ext cx="21960" cy="33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47CC11-AF7B-8871-FFD2-9C43D06595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15665" y="3881535"/>
                  <a:ext cx="342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79A2F4-74E5-2F79-A083-B56412F2C9C3}"/>
                    </a:ext>
                  </a:extLst>
                </p14:cNvPr>
                <p14:cNvContentPartPr/>
                <p14:nvPr/>
              </p14:nvContentPartPr>
              <p14:xfrm>
                <a:off x="2655105" y="4049295"/>
                <a:ext cx="327240" cy="30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79A2F4-74E5-2F79-A083-B56412F2C9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48985" y="4043175"/>
                  <a:ext cx="339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A32899-6EDD-558B-C61E-D625F1B249C9}"/>
                    </a:ext>
                  </a:extLst>
                </p14:cNvPr>
                <p14:cNvContentPartPr/>
                <p14:nvPr/>
              </p14:nvContentPartPr>
              <p14:xfrm>
                <a:off x="3253065" y="3904935"/>
                <a:ext cx="542880" cy="395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A32899-6EDD-558B-C61E-D625F1B249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6945" y="3898815"/>
                  <a:ext cx="5551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17B041-D25D-5197-5E2E-6B5576AFAE57}"/>
                    </a:ext>
                  </a:extLst>
                </p14:cNvPr>
                <p14:cNvContentPartPr/>
                <p14:nvPr/>
              </p14:nvContentPartPr>
              <p14:xfrm>
                <a:off x="3710985" y="3832215"/>
                <a:ext cx="131760" cy="4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17B041-D25D-5197-5E2E-6B5576AFAE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04865" y="3826095"/>
                  <a:ext cx="144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AA650F-4098-B163-ACE3-811ABD3F7AEA}"/>
                    </a:ext>
                  </a:extLst>
                </p14:cNvPr>
                <p14:cNvContentPartPr/>
                <p14:nvPr/>
              </p14:nvContentPartPr>
              <p14:xfrm>
                <a:off x="4027785" y="3705495"/>
                <a:ext cx="156960" cy="208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AA650F-4098-B163-ACE3-811ABD3F7A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21665" y="3699375"/>
                  <a:ext cx="169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6B70D5-29D3-B401-A239-112C103D9D95}"/>
                    </a:ext>
                  </a:extLst>
                </p14:cNvPr>
                <p14:cNvContentPartPr/>
                <p14:nvPr/>
              </p14:nvContentPartPr>
              <p14:xfrm>
                <a:off x="4297425" y="3801255"/>
                <a:ext cx="42480" cy="2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6B70D5-29D3-B401-A239-112C103D9D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91305" y="3795135"/>
                  <a:ext cx="54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6E14BA-4808-6064-FA99-4B23D375A4F5}"/>
                    </a:ext>
                  </a:extLst>
                </p14:cNvPr>
                <p14:cNvContentPartPr/>
                <p14:nvPr/>
              </p14:nvContentPartPr>
              <p14:xfrm>
                <a:off x="6071505" y="3216975"/>
                <a:ext cx="172800" cy="120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6E14BA-4808-6064-FA99-4B23D375A4F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65385" y="3210855"/>
                  <a:ext cx="185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FAFFE5E-4473-478A-BAFB-166BE72B4544}"/>
                    </a:ext>
                  </a:extLst>
                </p14:cNvPr>
                <p14:cNvContentPartPr/>
                <p14:nvPr/>
              </p14:nvContentPartPr>
              <p14:xfrm>
                <a:off x="6039465" y="3537735"/>
                <a:ext cx="381960" cy="185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AFFE5E-4473-478A-BAFB-166BE72B45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33345" y="3531615"/>
                  <a:ext cx="394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20AB8B-5605-5304-C0B1-D3035C451BB8}"/>
                    </a:ext>
                  </a:extLst>
                </p14:cNvPr>
                <p14:cNvContentPartPr/>
                <p14:nvPr/>
              </p14:nvContentPartPr>
              <p14:xfrm>
                <a:off x="6948825" y="2933655"/>
                <a:ext cx="1011240" cy="427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20AB8B-5605-5304-C0B1-D3035C451B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42705" y="2927535"/>
                  <a:ext cx="10234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B504AC-8875-16B1-AF66-C02C2D8A144E}"/>
                    </a:ext>
                  </a:extLst>
                </p14:cNvPr>
                <p14:cNvContentPartPr/>
                <p14:nvPr/>
              </p14:nvContentPartPr>
              <p14:xfrm>
                <a:off x="8248785" y="3262335"/>
                <a:ext cx="26640" cy="30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B504AC-8875-16B1-AF66-C02C2D8A14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42665" y="3256215"/>
                  <a:ext cx="38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A7CAF8-F45D-F6D9-11FC-419B83AEA560}"/>
                    </a:ext>
                  </a:extLst>
                </p14:cNvPr>
                <p14:cNvContentPartPr/>
                <p14:nvPr/>
              </p14:nvContentPartPr>
              <p14:xfrm>
                <a:off x="7166265" y="3512175"/>
                <a:ext cx="257400" cy="77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A7CAF8-F45D-F6D9-11FC-419B83AEA56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60145" y="3506055"/>
                  <a:ext cx="269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76995D-6FCC-F95B-BCA4-C5E41398C603}"/>
                    </a:ext>
                  </a:extLst>
                </p14:cNvPr>
                <p14:cNvContentPartPr/>
                <p14:nvPr/>
              </p14:nvContentPartPr>
              <p14:xfrm>
                <a:off x="3984585" y="4829775"/>
                <a:ext cx="537480" cy="655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76995D-6FCC-F95B-BCA4-C5E41398C6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78465" y="4823655"/>
                  <a:ext cx="54972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6BBE6C-F26D-6D1F-B90F-69A91A4B7210}"/>
                    </a:ext>
                  </a:extLst>
                </p14:cNvPr>
                <p14:cNvContentPartPr/>
                <p14:nvPr/>
              </p14:nvContentPartPr>
              <p14:xfrm>
                <a:off x="4748505" y="4650855"/>
                <a:ext cx="285480" cy="716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6BBE6C-F26D-6D1F-B90F-69A91A4B72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42385" y="4644735"/>
                  <a:ext cx="29772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42460FC-9947-C5A2-A1B1-466D5FBBDA7E}"/>
                    </a:ext>
                  </a:extLst>
                </p14:cNvPr>
                <p14:cNvContentPartPr/>
                <p14:nvPr/>
              </p14:nvContentPartPr>
              <p14:xfrm>
                <a:off x="5229465" y="4710255"/>
                <a:ext cx="291240" cy="56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42460FC-9947-C5A2-A1B1-466D5FBBDA7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23345" y="4704135"/>
                  <a:ext cx="30348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48155A-B8EF-AFC8-FF72-D83734C355A5}"/>
                    </a:ext>
                  </a:extLst>
                </p14:cNvPr>
                <p14:cNvContentPartPr/>
                <p14:nvPr/>
              </p14:nvContentPartPr>
              <p14:xfrm>
                <a:off x="5599545" y="4826895"/>
                <a:ext cx="325080" cy="38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48155A-B8EF-AFC8-FF72-D83734C355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93425" y="4820775"/>
                  <a:ext cx="3373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F5F57FB-6940-0212-3639-5EC5E6D3898B}"/>
                    </a:ext>
                  </a:extLst>
                </p14:cNvPr>
                <p14:cNvContentPartPr/>
                <p14:nvPr/>
              </p14:nvContentPartPr>
              <p14:xfrm>
                <a:off x="6189225" y="4788735"/>
                <a:ext cx="16200" cy="1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F5F57FB-6940-0212-3639-5EC5E6D3898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3105" y="4782615"/>
                  <a:ext cx="28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45A4BD1-A2AD-23FF-5D7F-07DB2F8BBE62}"/>
                    </a:ext>
                  </a:extLst>
                </p14:cNvPr>
                <p14:cNvContentPartPr/>
                <p14:nvPr/>
              </p14:nvContentPartPr>
              <p14:xfrm>
                <a:off x="5846145" y="4634295"/>
                <a:ext cx="303120" cy="738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45A4BD1-A2AD-23FF-5D7F-07DB2F8BBE6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40025" y="4628175"/>
                  <a:ext cx="31536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3B9B77-BBA3-D98D-3166-175A15638EB5}"/>
                    </a:ext>
                  </a:extLst>
                </p14:cNvPr>
                <p14:cNvContentPartPr/>
                <p14:nvPr/>
              </p14:nvContentPartPr>
              <p14:xfrm>
                <a:off x="6669105" y="4812495"/>
                <a:ext cx="161640" cy="61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3B9B77-BBA3-D98D-3166-175A15638E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62985" y="4806375"/>
                  <a:ext cx="1738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50DC629-B015-6579-5EB7-42ABAE96AEDD}"/>
                    </a:ext>
                  </a:extLst>
                </p14:cNvPr>
                <p14:cNvContentPartPr/>
                <p14:nvPr/>
              </p14:nvContentPartPr>
              <p14:xfrm>
                <a:off x="6712665" y="4921575"/>
                <a:ext cx="294120" cy="104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50DC629-B015-6579-5EB7-42ABAE96AE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06545" y="4915455"/>
                  <a:ext cx="3063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40BBB9E-4619-8AF5-C432-D1288EF91C30}"/>
                    </a:ext>
                  </a:extLst>
                </p14:cNvPr>
                <p14:cNvContentPartPr/>
                <p14:nvPr/>
              </p14:nvContentPartPr>
              <p14:xfrm>
                <a:off x="9266145" y="4031655"/>
                <a:ext cx="65520" cy="487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40BBB9E-4619-8AF5-C432-D1288EF91C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60025" y="4025535"/>
                  <a:ext cx="777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5EE2BB-B8B7-40A4-261D-6EAC9DEBFDFB}"/>
                    </a:ext>
                  </a:extLst>
                </p14:cNvPr>
                <p14:cNvContentPartPr/>
                <p14:nvPr/>
              </p14:nvContentPartPr>
              <p14:xfrm>
                <a:off x="8526345" y="4581015"/>
                <a:ext cx="1596240" cy="126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5EE2BB-B8B7-40A4-261D-6EAC9DEBFDF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20225" y="4574895"/>
                  <a:ext cx="1608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C3A1DAE-3CB4-EF3C-6FEF-168D6C902509}"/>
                    </a:ext>
                  </a:extLst>
                </p14:cNvPr>
                <p14:cNvContentPartPr/>
                <p14:nvPr/>
              </p14:nvContentPartPr>
              <p14:xfrm>
                <a:off x="8444625" y="4925175"/>
                <a:ext cx="101520" cy="510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C3A1DAE-3CB4-EF3C-6FEF-168D6C9025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38505" y="4919055"/>
                  <a:ext cx="1137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10AAB2E-A874-4911-7F99-595E67B50004}"/>
                    </a:ext>
                  </a:extLst>
                </p14:cNvPr>
                <p14:cNvContentPartPr/>
                <p14:nvPr/>
              </p14:nvContentPartPr>
              <p14:xfrm>
                <a:off x="8779065" y="5122095"/>
                <a:ext cx="55080" cy="258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10AAB2E-A874-4911-7F99-595E67B5000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72945" y="5115975"/>
                  <a:ext cx="67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1C63BF-61D2-BCC5-A103-1FB83D633E93}"/>
                    </a:ext>
                  </a:extLst>
                </p14:cNvPr>
                <p14:cNvContentPartPr/>
                <p14:nvPr/>
              </p14:nvContentPartPr>
              <p14:xfrm>
                <a:off x="8620305" y="5242335"/>
                <a:ext cx="314640" cy="44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1C63BF-61D2-BCC5-A103-1FB83D633E9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14185" y="5236215"/>
                  <a:ext cx="326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64CD3FE-86C6-ECED-C6FB-991DBAF2A290}"/>
                    </a:ext>
                  </a:extLst>
                </p14:cNvPr>
                <p14:cNvContentPartPr/>
                <p14:nvPr/>
              </p14:nvContentPartPr>
              <p14:xfrm>
                <a:off x="9410145" y="5090775"/>
                <a:ext cx="447120" cy="268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64CD3FE-86C6-ECED-C6FB-991DBAF2A2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04025" y="5084655"/>
                  <a:ext cx="459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AE477F-B752-D7FA-CCC4-6A39435A7948}"/>
                    </a:ext>
                  </a:extLst>
                </p14:cNvPr>
                <p14:cNvContentPartPr/>
                <p14:nvPr/>
              </p14:nvContentPartPr>
              <p14:xfrm>
                <a:off x="9874185" y="4992495"/>
                <a:ext cx="136440" cy="5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AE477F-B752-D7FA-CCC4-6A39435A79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68065" y="4986375"/>
                  <a:ext cx="148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724F4D5-D43C-95B2-96F1-F4917489568F}"/>
                    </a:ext>
                  </a:extLst>
                </p14:cNvPr>
                <p14:cNvContentPartPr/>
                <p14:nvPr/>
              </p14:nvContentPartPr>
              <p14:xfrm>
                <a:off x="10092705" y="4859655"/>
                <a:ext cx="151200" cy="223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724F4D5-D43C-95B2-96F1-F491748956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6585" y="4853535"/>
                  <a:ext cx="163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3363B3-BC2C-2EAB-4818-59AE1A68E2E8}"/>
                    </a:ext>
                  </a:extLst>
                </p14:cNvPr>
                <p14:cNvContentPartPr/>
                <p14:nvPr/>
              </p14:nvContentPartPr>
              <p14:xfrm>
                <a:off x="3694785" y="4561215"/>
                <a:ext cx="142200" cy="97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3363B3-BC2C-2EAB-4818-59AE1A68E2E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88665" y="4555095"/>
                  <a:ext cx="15444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52CD54-07B7-B60F-CBAC-993C1578C6F4}"/>
                    </a:ext>
                  </a:extLst>
                </p14:cNvPr>
                <p14:cNvContentPartPr/>
                <p14:nvPr/>
              </p14:nvContentPartPr>
              <p14:xfrm>
                <a:off x="3605865" y="3553935"/>
                <a:ext cx="7023960" cy="249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52CD54-07B7-B60F-CBAC-993C1578C6F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99745" y="3547815"/>
                  <a:ext cx="7036200" cy="25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203A99-BA4C-EEAB-825E-195A439E4570}"/>
                    </a:ext>
                  </a:extLst>
                </p14:cNvPr>
                <p14:cNvContentPartPr/>
                <p14:nvPr/>
              </p14:nvContentPartPr>
              <p14:xfrm>
                <a:off x="3657705" y="5452575"/>
                <a:ext cx="45720" cy="401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203A99-BA4C-EEAB-825E-195A439E45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51585" y="5446455"/>
                  <a:ext cx="579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83490A5-5B01-FED9-EEEB-256BEDDB384F}"/>
                    </a:ext>
                  </a:extLst>
                </p14:cNvPr>
                <p14:cNvContentPartPr/>
                <p14:nvPr/>
              </p14:nvContentPartPr>
              <p14:xfrm>
                <a:off x="1126185" y="4966575"/>
                <a:ext cx="496080" cy="596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83490A5-5B01-FED9-EEEB-256BEDDB384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0065" y="4960455"/>
                  <a:ext cx="5083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DFC993-D6FB-89C0-2A76-EEB083D4B692}"/>
                    </a:ext>
                  </a:extLst>
                </p14:cNvPr>
                <p14:cNvContentPartPr/>
                <p14:nvPr/>
              </p14:nvContentPartPr>
              <p14:xfrm>
                <a:off x="1638465" y="5199855"/>
                <a:ext cx="297360" cy="16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DFC993-D6FB-89C0-2A76-EEB083D4B6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32345" y="5193735"/>
                  <a:ext cx="309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E86B27-C636-954F-7326-BFDF35D74F4D}"/>
                    </a:ext>
                  </a:extLst>
                </p14:cNvPr>
                <p14:cNvContentPartPr/>
                <p14:nvPr/>
              </p14:nvContentPartPr>
              <p14:xfrm>
                <a:off x="1960305" y="5033175"/>
                <a:ext cx="305280" cy="366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E86B27-C636-954F-7326-BFDF35D74F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54185" y="5027055"/>
                  <a:ext cx="3175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CD72677-CE0A-C234-AAEF-4FFCCD8EB5B6}"/>
                    </a:ext>
                  </a:extLst>
                </p14:cNvPr>
                <p14:cNvContentPartPr/>
                <p14:nvPr/>
              </p14:nvContentPartPr>
              <p14:xfrm>
                <a:off x="2442345" y="4816455"/>
                <a:ext cx="6120" cy="28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CD72677-CE0A-C234-AAEF-4FFCCD8EB5B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36225" y="4810335"/>
                  <a:ext cx="18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7A7A5B3-7AA0-F51D-0A7F-7E0250902BA8}"/>
                    </a:ext>
                  </a:extLst>
                </p14:cNvPr>
                <p14:cNvContentPartPr/>
                <p14:nvPr/>
              </p14:nvContentPartPr>
              <p14:xfrm>
                <a:off x="2329305" y="4914375"/>
                <a:ext cx="201240" cy="345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7A7A5B3-7AA0-F51D-0A7F-7E0250902B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23185" y="4908255"/>
                  <a:ext cx="213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8DB802-29DC-D9F2-592D-C01C3F5BE447}"/>
                    </a:ext>
                  </a:extLst>
                </p14:cNvPr>
                <p14:cNvContentPartPr/>
                <p14:nvPr/>
              </p14:nvContentPartPr>
              <p14:xfrm>
                <a:off x="2742225" y="4892775"/>
                <a:ext cx="21960" cy="267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8DB802-29DC-D9F2-592D-C01C3F5BE4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36105" y="4886655"/>
                  <a:ext cx="34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2FC1B0C-09B2-E190-3F9B-CE6D08D95405}"/>
                    </a:ext>
                  </a:extLst>
                </p14:cNvPr>
                <p14:cNvContentPartPr/>
                <p14:nvPr/>
              </p14:nvContentPartPr>
              <p14:xfrm>
                <a:off x="2668785" y="4988535"/>
                <a:ext cx="3834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2FC1B0C-09B2-E190-3F9B-CE6D08D954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62665" y="4982415"/>
                  <a:ext cx="395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991A462-C1A3-C474-B70F-B0C2A2A0098A}"/>
                    </a:ext>
                  </a:extLst>
                </p14:cNvPr>
                <p14:cNvContentPartPr/>
                <p14:nvPr/>
              </p14:nvContentPartPr>
              <p14:xfrm>
                <a:off x="3105465" y="4771095"/>
                <a:ext cx="20880" cy="19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991A462-C1A3-C474-B70F-B0C2A2A0098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99345" y="4764975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68E4D5B-2615-436A-B75C-13DF2CE3535E}"/>
                    </a:ext>
                  </a:extLst>
                </p14:cNvPr>
                <p14:cNvContentPartPr/>
                <p14:nvPr/>
              </p14:nvContentPartPr>
              <p14:xfrm>
                <a:off x="3219945" y="4866855"/>
                <a:ext cx="181800" cy="22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68E4D5B-2615-436A-B75C-13DF2CE353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13825" y="4860735"/>
                  <a:ext cx="1940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29209D-93ED-D530-5782-8CF3235EB070}"/>
                    </a:ext>
                  </a:extLst>
                </p14:cNvPr>
                <p14:cNvContentPartPr/>
                <p14:nvPr/>
              </p14:nvContentPartPr>
              <p14:xfrm>
                <a:off x="1360185" y="5775135"/>
                <a:ext cx="95040" cy="321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29209D-93ED-D530-5782-8CF3235EB07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54065" y="5769015"/>
                  <a:ext cx="1072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2037CFC-7D09-88F0-8F62-771140549927}"/>
                    </a:ext>
                  </a:extLst>
                </p14:cNvPr>
                <p14:cNvContentPartPr/>
                <p14:nvPr/>
              </p14:nvContentPartPr>
              <p14:xfrm>
                <a:off x="1373505" y="5645535"/>
                <a:ext cx="406080" cy="430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2037CFC-7D09-88F0-8F62-7711405499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67385" y="5639415"/>
                  <a:ext cx="4183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D07806-9FC8-E827-C133-96118943E209}"/>
                    </a:ext>
                  </a:extLst>
                </p14:cNvPr>
                <p14:cNvContentPartPr/>
                <p14:nvPr/>
              </p14:nvContentPartPr>
              <p14:xfrm>
                <a:off x="1893705" y="5837055"/>
                <a:ext cx="447480" cy="423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D07806-9FC8-E827-C133-96118943E2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87585" y="5830935"/>
                  <a:ext cx="4597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23B40B-03A2-19BF-1EDA-777D324B0C6B}"/>
                    </a:ext>
                  </a:extLst>
                </p14:cNvPr>
                <p14:cNvContentPartPr/>
                <p14:nvPr/>
              </p14:nvContentPartPr>
              <p14:xfrm>
                <a:off x="2564385" y="5652735"/>
                <a:ext cx="132120" cy="169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23B40B-03A2-19BF-1EDA-777D324B0C6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58265" y="5646615"/>
                  <a:ext cx="144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1C2292F-57AF-43A5-C6A6-2F369CBAF3D8}"/>
                    </a:ext>
                  </a:extLst>
                </p14:cNvPr>
                <p14:cNvContentPartPr/>
                <p14:nvPr/>
              </p14:nvContentPartPr>
              <p14:xfrm>
                <a:off x="2747625" y="5935695"/>
                <a:ext cx="999360" cy="619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1C2292F-57AF-43A5-C6A6-2F369CBAF3D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41505" y="5929575"/>
                  <a:ext cx="101160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B476C75-6189-50DB-E2D2-1E55A1B683A5}"/>
                    </a:ext>
                  </a:extLst>
                </p14:cNvPr>
                <p14:cNvContentPartPr/>
                <p14:nvPr/>
              </p14:nvContentPartPr>
              <p14:xfrm>
                <a:off x="3734025" y="6182655"/>
                <a:ext cx="117720" cy="167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B476C75-6189-50DB-E2D2-1E55A1B683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27905" y="6176535"/>
                  <a:ext cx="129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7EE1AA7-36F5-BB02-4A0E-9ED4D4F46E1C}"/>
                    </a:ext>
                  </a:extLst>
                </p14:cNvPr>
                <p14:cNvContentPartPr/>
                <p14:nvPr/>
              </p14:nvContentPartPr>
              <p14:xfrm>
                <a:off x="3882705" y="6254655"/>
                <a:ext cx="212760" cy="157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7EE1AA7-36F5-BB02-4A0E-9ED4D4F46E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76585" y="6248535"/>
                  <a:ext cx="225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78EE522-6E28-B0C4-E23B-9E19F479B5D3}"/>
                    </a:ext>
                  </a:extLst>
                </p14:cNvPr>
                <p14:cNvContentPartPr/>
                <p14:nvPr/>
              </p14:nvContentPartPr>
              <p14:xfrm>
                <a:off x="4387785" y="6097335"/>
                <a:ext cx="59760" cy="337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78EE522-6E28-B0C4-E23B-9E19F479B5D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81665" y="6091215"/>
                  <a:ext cx="720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DAB0813-E6D5-37F8-FE5A-539DBA70108B}"/>
                    </a:ext>
                  </a:extLst>
                </p14:cNvPr>
                <p14:cNvContentPartPr/>
                <p14:nvPr/>
              </p14:nvContentPartPr>
              <p14:xfrm>
                <a:off x="4340985" y="6173295"/>
                <a:ext cx="1188720" cy="285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DAB0813-E6D5-37F8-FE5A-539DBA7010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34865" y="6167175"/>
                  <a:ext cx="1200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7C516C9-F79C-5039-DB62-A38768687EAF}"/>
                    </a:ext>
                  </a:extLst>
                </p14:cNvPr>
                <p14:cNvContentPartPr/>
                <p14:nvPr/>
              </p14:nvContentPartPr>
              <p14:xfrm>
                <a:off x="5635905" y="6127215"/>
                <a:ext cx="63360" cy="7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7C516C9-F79C-5039-DB62-A38768687E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29785" y="6121095"/>
                  <a:ext cx="75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57F37D6-78D4-AC22-0AE5-E0CFF7DF2A00}"/>
                    </a:ext>
                  </a:extLst>
                </p14:cNvPr>
                <p14:cNvContentPartPr/>
                <p14:nvPr/>
              </p14:nvContentPartPr>
              <p14:xfrm>
                <a:off x="5692065" y="6298575"/>
                <a:ext cx="107640" cy="155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57F37D6-78D4-AC22-0AE5-E0CFF7DF2A0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85945" y="6292455"/>
                  <a:ext cx="119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C186727-9A80-841B-81C0-7422EE0F1848}"/>
                    </a:ext>
                  </a:extLst>
                </p14:cNvPr>
                <p14:cNvContentPartPr/>
                <p14:nvPr/>
              </p14:nvContentPartPr>
              <p14:xfrm>
                <a:off x="5930745" y="6336015"/>
                <a:ext cx="27720" cy="30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C186727-9A80-841B-81C0-7422EE0F18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24625" y="6329895"/>
                  <a:ext cx="39960" cy="4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098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8C6228-B969-F1AD-C2A4-7F02172D703F}"/>
                  </a:ext>
                </a:extLst>
              </p14:cNvPr>
              <p14:cNvContentPartPr/>
              <p14:nvPr/>
            </p14:nvContentPartPr>
            <p14:xfrm>
              <a:off x="5845065" y="231495"/>
              <a:ext cx="720" cy="5787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8C6228-B969-F1AD-C2A4-7F02172D70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2825" y="225375"/>
                <a:ext cx="25200" cy="579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ABB7AF0-8353-BD60-6F65-65518C2FE884}"/>
              </a:ext>
            </a:extLst>
          </p:cNvPr>
          <p:cNvGrpSpPr/>
          <p:nvPr/>
        </p:nvGrpSpPr>
        <p:grpSpPr>
          <a:xfrm>
            <a:off x="8254185" y="13920"/>
            <a:ext cx="2157480" cy="705960"/>
            <a:chOff x="8254185" y="13920"/>
            <a:chExt cx="215748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C03EB-0FF2-73E7-2839-0007D60C320A}"/>
                    </a:ext>
                  </a:extLst>
                </p14:cNvPr>
                <p14:cNvContentPartPr/>
                <p14:nvPr/>
              </p14:nvContentPartPr>
              <p14:xfrm>
                <a:off x="8254185" y="160800"/>
                <a:ext cx="480960" cy="35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9C03EB-0FF2-73E7-2839-0007D60C32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8065" y="154680"/>
                  <a:ext cx="4932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19A184-9984-DF2B-024D-9501C6E84252}"/>
                    </a:ext>
                  </a:extLst>
                </p14:cNvPr>
                <p14:cNvContentPartPr/>
                <p14:nvPr/>
              </p14:nvContentPartPr>
              <p14:xfrm>
                <a:off x="8260665" y="13920"/>
                <a:ext cx="624240" cy="534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19A184-9984-DF2B-024D-9501C6E842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4545" y="7800"/>
                  <a:ext cx="6364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EC1E7D-40AC-FDF2-1336-F88CB007B8F8}"/>
                    </a:ext>
                  </a:extLst>
                </p14:cNvPr>
                <p14:cNvContentPartPr/>
                <p14:nvPr/>
              </p14:nvContentPartPr>
              <p14:xfrm>
                <a:off x="8974905" y="260520"/>
                <a:ext cx="322560" cy="459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EC1E7D-40AC-FDF2-1336-F88CB007B8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68785" y="254400"/>
                  <a:ext cx="3348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1CE06E-9AE6-6639-BCF7-C6D9FEFDC9B9}"/>
                    </a:ext>
                  </a:extLst>
                </p14:cNvPr>
                <p14:cNvContentPartPr/>
                <p14:nvPr/>
              </p14:nvContentPartPr>
              <p14:xfrm>
                <a:off x="9508425" y="172320"/>
                <a:ext cx="28800" cy="3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1CE06E-9AE6-6639-BCF7-C6D9FEFDC9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02305" y="166200"/>
                  <a:ext cx="41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5E2171-19C6-3685-2663-3D2BCB6444BD}"/>
                    </a:ext>
                  </a:extLst>
                </p14:cNvPr>
                <p14:cNvContentPartPr/>
                <p14:nvPr/>
              </p14:nvContentPartPr>
              <p14:xfrm>
                <a:off x="9440025" y="451320"/>
                <a:ext cx="174240" cy="181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5E2171-19C6-3685-2663-3D2BCB6444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33905" y="445200"/>
                  <a:ext cx="186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7EA99C-34C9-D748-8836-A05BB4A781A1}"/>
                    </a:ext>
                  </a:extLst>
                </p14:cNvPr>
                <p14:cNvContentPartPr/>
                <p14:nvPr/>
              </p14:nvContentPartPr>
              <p14:xfrm>
                <a:off x="9814785" y="201840"/>
                <a:ext cx="31320" cy="30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7EA99C-34C9-D748-8836-A05BB4A781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08665" y="195720"/>
                  <a:ext cx="43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66F8E9-850B-2B31-E200-113098BDDB3D}"/>
                    </a:ext>
                  </a:extLst>
                </p14:cNvPr>
                <p14:cNvContentPartPr/>
                <p14:nvPr/>
              </p14:nvContentPartPr>
              <p14:xfrm>
                <a:off x="9712905" y="454560"/>
                <a:ext cx="270000" cy="78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66F8E9-850B-2B31-E200-113098BDDB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06785" y="448440"/>
                  <a:ext cx="282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BF9D56-BDAE-2335-8859-BF6C8637E451}"/>
                    </a:ext>
                  </a:extLst>
                </p14:cNvPr>
                <p14:cNvContentPartPr/>
                <p14:nvPr/>
              </p14:nvContentPartPr>
              <p14:xfrm>
                <a:off x="10086945" y="226680"/>
                <a:ext cx="19800" cy="1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BF9D56-BDAE-2335-8859-BF6C8637E4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80825" y="220560"/>
                  <a:ext cx="32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BC3003-9BD6-9DFD-5AA3-1DCF34CE0FCE}"/>
                    </a:ext>
                  </a:extLst>
                </p14:cNvPr>
                <p14:cNvContentPartPr/>
                <p14:nvPr/>
              </p14:nvContentPartPr>
              <p14:xfrm>
                <a:off x="10259745" y="342240"/>
                <a:ext cx="151920" cy="25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BC3003-9BD6-9DFD-5AA3-1DCF34CE0F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53625" y="336120"/>
                  <a:ext cx="16416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9A71FD-D031-5098-7BB0-6419194DE03C}"/>
                  </a:ext>
                </a:extLst>
              </p14:cNvPr>
              <p14:cNvContentPartPr/>
              <p14:nvPr/>
            </p14:nvContentPartPr>
            <p14:xfrm>
              <a:off x="11044905" y="137040"/>
              <a:ext cx="594360" cy="380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9A71FD-D031-5098-7BB0-6419194DE0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038785" y="130920"/>
                <a:ext cx="606600" cy="39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2E8429AA-F7EE-1EB9-D874-15D8585BE6C9}"/>
              </a:ext>
            </a:extLst>
          </p:cNvPr>
          <p:cNvGrpSpPr/>
          <p:nvPr/>
        </p:nvGrpSpPr>
        <p:grpSpPr>
          <a:xfrm>
            <a:off x="202065" y="-22305"/>
            <a:ext cx="5589720" cy="2982465"/>
            <a:chOff x="202065" y="-22305"/>
            <a:chExt cx="5589720" cy="29824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913C44-B3A6-CB25-EF5B-C65B7E13C577}"/>
                    </a:ext>
                  </a:extLst>
                </p14:cNvPr>
                <p14:cNvContentPartPr/>
                <p14:nvPr/>
              </p14:nvContentPartPr>
              <p14:xfrm>
                <a:off x="2642505" y="108015"/>
                <a:ext cx="35640" cy="475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913C44-B3A6-CB25-EF5B-C65B7E13C5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36385" y="101895"/>
                  <a:ext cx="478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A08FCC-4966-A0B4-079E-09166C5469FB}"/>
                    </a:ext>
                  </a:extLst>
                </p14:cNvPr>
                <p14:cNvContentPartPr/>
                <p14:nvPr/>
              </p14:nvContentPartPr>
              <p14:xfrm>
                <a:off x="2736105" y="-22305"/>
                <a:ext cx="142200" cy="5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A08FCC-4966-A0B4-079E-09166C5469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29985" y="-28425"/>
                  <a:ext cx="154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A5E402-2DB5-45EC-801B-13EE8B7CC513}"/>
                    </a:ext>
                  </a:extLst>
                </p14:cNvPr>
                <p14:cNvContentPartPr/>
                <p14:nvPr/>
              </p14:nvContentPartPr>
              <p14:xfrm>
                <a:off x="2755545" y="323520"/>
                <a:ext cx="135360" cy="2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A5E402-2DB5-45EC-801B-13EE8B7CC5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49425" y="317400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572A86-E9FE-CFD6-B8DE-CAA3C1F01AEF}"/>
                    </a:ext>
                  </a:extLst>
                </p14:cNvPr>
                <p14:cNvContentPartPr/>
                <p14:nvPr/>
              </p14:nvContentPartPr>
              <p14:xfrm>
                <a:off x="3016185" y="263760"/>
                <a:ext cx="162720" cy="18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572A86-E9FE-CFD6-B8DE-CAA3C1F01A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10065" y="257640"/>
                  <a:ext cx="174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EA1AC0-F87F-EEDD-DCED-507D6DE43D50}"/>
                    </a:ext>
                  </a:extLst>
                </p14:cNvPr>
                <p14:cNvContentPartPr/>
                <p14:nvPr/>
              </p14:nvContentPartPr>
              <p14:xfrm>
                <a:off x="3271065" y="341880"/>
                <a:ext cx="16740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EA1AC0-F87F-EEDD-DCED-507D6DE43D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64945" y="335760"/>
                  <a:ext cx="17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B72BDD-9859-E77D-65DF-4545FCA676F4}"/>
                    </a:ext>
                  </a:extLst>
                </p14:cNvPr>
                <p14:cNvContentPartPr/>
                <p14:nvPr/>
              </p14:nvContentPartPr>
              <p14:xfrm>
                <a:off x="3628185" y="189600"/>
                <a:ext cx="105120" cy="27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B72BDD-9859-E77D-65DF-4545FCA676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2065" y="183480"/>
                  <a:ext cx="117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892D59-5580-0DF5-D4FE-B1714A08FB3D}"/>
                    </a:ext>
                  </a:extLst>
                </p14:cNvPr>
                <p14:cNvContentPartPr/>
                <p14:nvPr/>
              </p14:nvContentPartPr>
              <p14:xfrm>
                <a:off x="3897465" y="236040"/>
                <a:ext cx="34920" cy="247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892D59-5580-0DF5-D4FE-B1714A08FB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91345" y="229920"/>
                  <a:ext cx="47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001B4A-85BA-523F-D11E-658D912B6315}"/>
                    </a:ext>
                  </a:extLst>
                </p14:cNvPr>
                <p14:cNvContentPartPr/>
                <p14:nvPr/>
              </p14:nvContentPartPr>
              <p14:xfrm>
                <a:off x="3865425" y="353040"/>
                <a:ext cx="133920" cy="12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001B4A-85BA-523F-D11E-658D912B631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59305" y="346920"/>
                  <a:ext cx="146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A31795-039D-BA1E-DFF0-7FDAB8FC2A15}"/>
                    </a:ext>
                  </a:extLst>
                </p14:cNvPr>
                <p14:cNvContentPartPr/>
                <p14:nvPr/>
              </p14:nvContentPartPr>
              <p14:xfrm>
                <a:off x="4179705" y="279240"/>
                <a:ext cx="61200" cy="129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A31795-039D-BA1E-DFF0-7FDAB8FC2A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73585" y="273120"/>
                  <a:ext cx="73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E92880A-FC05-67E5-5B81-A4E103255D76}"/>
                    </a:ext>
                  </a:extLst>
                </p14:cNvPr>
                <p14:cNvContentPartPr/>
                <p14:nvPr/>
              </p14:nvContentPartPr>
              <p14:xfrm>
                <a:off x="4379505" y="325320"/>
                <a:ext cx="180000" cy="124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E92880A-FC05-67E5-5B81-A4E103255D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73385" y="319200"/>
                  <a:ext cx="192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8F67F4-5A1D-29CD-5A45-C14F5DDA980F}"/>
                    </a:ext>
                  </a:extLst>
                </p14:cNvPr>
                <p14:cNvContentPartPr/>
                <p14:nvPr/>
              </p14:nvContentPartPr>
              <p14:xfrm>
                <a:off x="1273065" y="136095"/>
                <a:ext cx="488520" cy="48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8F67F4-5A1D-29CD-5A45-C14F5DDA98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66945" y="129975"/>
                  <a:ext cx="5007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D875A80-862C-683F-CA8C-2F614DCE09B8}"/>
                    </a:ext>
                  </a:extLst>
                </p14:cNvPr>
                <p14:cNvContentPartPr/>
                <p14:nvPr/>
              </p14:nvContentPartPr>
              <p14:xfrm>
                <a:off x="1875345" y="397095"/>
                <a:ext cx="75960" cy="22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D875A80-862C-683F-CA8C-2F614DCE09B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9225" y="390975"/>
                  <a:ext cx="88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90B147-945A-A20F-5D32-FB69FC5287AC}"/>
                    </a:ext>
                  </a:extLst>
                </p14:cNvPr>
                <p14:cNvContentPartPr/>
                <p14:nvPr/>
              </p14:nvContentPartPr>
              <p14:xfrm>
                <a:off x="2085225" y="182175"/>
                <a:ext cx="46800" cy="333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90B147-945A-A20F-5D32-FB69FC5287A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9105" y="176055"/>
                  <a:ext cx="590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ED0227B-EC0B-22BD-4BEA-6836E803C1FA}"/>
                    </a:ext>
                  </a:extLst>
                </p14:cNvPr>
                <p14:cNvContentPartPr/>
                <p14:nvPr/>
              </p14:nvContentPartPr>
              <p14:xfrm>
                <a:off x="2044545" y="389175"/>
                <a:ext cx="110160" cy="2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ED0227B-EC0B-22BD-4BEA-6836E803C1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38425" y="383055"/>
                  <a:ext cx="122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72E23E-36A5-7D1C-92D5-285B11137D5B}"/>
                    </a:ext>
                  </a:extLst>
                </p14:cNvPr>
                <p14:cNvContentPartPr/>
                <p14:nvPr/>
              </p14:nvContentPartPr>
              <p14:xfrm>
                <a:off x="202065" y="938400"/>
                <a:ext cx="585360" cy="111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72E23E-36A5-7D1C-92D5-285B11137D5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945" y="932280"/>
                  <a:ext cx="597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20CCA25-B1DA-5D79-7774-06DA2BC2B53A}"/>
                    </a:ext>
                  </a:extLst>
                </p14:cNvPr>
                <p14:cNvContentPartPr/>
                <p14:nvPr/>
              </p14:nvContentPartPr>
              <p14:xfrm>
                <a:off x="301785" y="1013640"/>
                <a:ext cx="208080" cy="421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20CCA25-B1DA-5D79-7774-06DA2BC2B5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5665" y="1007520"/>
                  <a:ext cx="2203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98BED6-6233-1203-BDD2-58CABB6002CF}"/>
                    </a:ext>
                  </a:extLst>
                </p14:cNvPr>
                <p14:cNvContentPartPr/>
                <p14:nvPr/>
              </p14:nvContentPartPr>
              <p14:xfrm>
                <a:off x="658905" y="940560"/>
                <a:ext cx="412200" cy="678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98BED6-6233-1203-BDD2-58CABB6002C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2785" y="934440"/>
                  <a:ext cx="42444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1F01256-71C5-CD07-DC7D-E02DDEC1BB96}"/>
                    </a:ext>
                  </a:extLst>
                </p14:cNvPr>
                <p14:cNvContentPartPr/>
                <p14:nvPr/>
              </p14:nvContentPartPr>
              <p14:xfrm>
                <a:off x="996945" y="892680"/>
                <a:ext cx="217080" cy="505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1F01256-71C5-CD07-DC7D-E02DDEC1BB9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825" y="886560"/>
                  <a:ext cx="22932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FA027E-5992-8FD8-9B40-8618550267FF}"/>
                    </a:ext>
                  </a:extLst>
                </p14:cNvPr>
                <p14:cNvContentPartPr/>
                <p14:nvPr/>
              </p14:nvContentPartPr>
              <p14:xfrm>
                <a:off x="1319865" y="1284360"/>
                <a:ext cx="125280" cy="160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FA027E-5992-8FD8-9B40-8618550267F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13745" y="1278240"/>
                  <a:ext cx="137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72A78A-2BA1-4487-5365-8C81E88966E9}"/>
                    </a:ext>
                  </a:extLst>
                </p14:cNvPr>
                <p14:cNvContentPartPr/>
                <p14:nvPr/>
              </p14:nvContentPartPr>
              <p14:xfrm>
                <a:off x="1562145" y="1321440"/>
                <a:ext cx="55440" cy="113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72A78A-2BA1-4487-5365-8C81E88966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56025" y="1315320"/>
                  <a:ext cx="67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6EA0BE-0A1C-0995-E5B5-9E05EC3D757A}"/>
                    </a:ext>
                  </a:extLst>
                </p14:cNvPr>
                <p14:cNvContentPartPr/>
                <p14:nvPr/>
              </p14:nvContentPartPr>
              <p14:xfrm>
                <a:off x="1896585" y="818880"/>
                <a:ext cx="212400" cy="430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6EA0BE-0A1C-0995-E5B5-9E05EC3D75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90465" y="812760"/>
                  <a:ext cx="224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20CB90-E9D5-FE11-9433-E0B9B7A344A6}"/>
                    </a:ext>
                  </a:extLst>
                </p14:cNvPr>
                <p14:cNvContentPartPr/>
                <p14:nvPr/>
              </p14:nvContentPartPr>
              <p14:xfrm>
                <a:off x="2159025" y="1138200"/>
                <a:ext cx="79200" cy="131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20CB90-E9D5-FE11-9433-E0B9B7A344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52905" y="1132080"/>
                  <a:ext cx="91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3ED05D-1934-3D96-287D-E1FB4D7AF80A}"/>
                    </a:ext>
                  </a:extLst>
                </p14:cNvPr>
                <p14:cNvContentPartPr/>
                <p14:nvPr/>
              </p14:nvContentPartPr>
              <p14:xfrm>
                <a:off x="2139585" y="704400"/>
                <a:ext cx="291240" cy="845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3ED05D-1934-3D96-287D-E1FB4D7AF8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33465" y="698280"/>
                  <a:ext cx="30348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E1B696B-A7FC-F705-03BC-C2632FEE3E24}"/>
                    </a:ext>
                  </a:extLst>
                </p14:cNvPr>
                <p14:cNvContentPartPr/>
                <p14:nvPr/>
              </p14:nvContentPartPr>
              <p14:xfrm>
                <a:off x="2721345" y="977640"/>
                <a:ext cx="135360" cy="45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E1B696B-A7FC-F705-03BC-C2632FEE3E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15225" y="971520"/>
                  <a:ext cx="147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0A95602-7DF2-E5F5-CFB1-312EF6EF28A0}"/>
                    </a:ext>
                  </a:extLst>
                </p14:cNvPr>
                <p14:cNvContentPartPr/>
                <p14:nvPr/>
              </p14:nvContentPartPr>
              <p14:xfrm>
                <a:off x="2732865" y="1245120"/>
                <a:ext cx="126000" cy="31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0A95602-7DF2-E5F5-CFB1-312EF6EF28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745" y="1239000"/>
                  <a:ext cx="138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185D5BC-A8CB-3A61-8CCD-D15DBF0EB488}"/>
                    </a:ext>
                  </a:extLst>
                </p14:cNvPr>
                <p14:cNvContentPartPr/>
                <p14:nvPr/>
              </p14:nvContentPartPr>
              <p14:xfrm>
                <a:off x="3203745" y="656880"/>
                <a:ext cx="57240" cy="394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185D5BC-A8CB-3A61-8CCD-D15DBF0EB48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97625" y="650760"/>
                  <a:ext cx="694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D437805-3C41-94E4-F412-8B047B853858}"/>
                    </a:ext>
                  </a:extLst>
                </p14:cNvPr>
                <p14:cNvContentPartPr/>
                <p14:nvPr/>
              </p14:nvContentPartPr>
              <p14:xfrm>
                <a:off x="3048225" y="1167000"/>
                <a:ext cx="506880" cy="5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D437805-3C41-94E4-F412-8B047B8538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42105" y="1160880"/>
                  <a:ext cx="519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318F15-8D50-B317-79E9-1640C2AC84A3}"/>
                    </a:ext>
                  </a:extLst>
                </p14:cNvPr>
                <p14:cNvContentPartPr/>
                <p14:nvPr/>
              </p14:nvContentPartPr>
              <p14:xfrm>
                <a:off x="3102585" y="1384080"/>
                <a:ext cx="259200" cy="336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318F15-8D50-B317-79E9-1640C2AC84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96465" y="1377960"/>
                  <a:ext cx="2714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F200D28-3082-EAA6-29C2-74B712165FEB}"/>
                    </a:ext>
                  </a:extLst>
                </p14:cNvPr>
                <p14:cNvContentPartPr/>
                <p14:nvPr/>
              </p14:nvContentPartPr>
              <p14:xfrm>
                <a:off x="3439185" y="1373280"/>
                <a:ext cx="414000" cy="237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F200D28-3082-EAA6-29C2-74B712165F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33065" y="1367160"/>
                  <a:ext cx="426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756E65E-F55C-4C96-CEB7-2F3BABF680C2}"/>
                    </a:ext>
                  </a:extLst>
                </p14:cNvPr>
                <p14:cNvContentPartPr/>
                <p14:nvPr/>
              </p14:nvContentPartPr>
              <p14:xfrm>
                <a:off x="3986745" y="767760"/>
                <a:ext cx="407160" cy="26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756E65E-F55C-4C96-CEB7-2F3BABF680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80625" y="761640"/>
                  <a:ext cx="419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CDCA17-ED4C-A373-0E62-1EA423AF2306}"/>
                    </a:ext>
                  </a:extLst>
                </p14:cNvPr>
                <p14:cNvContentPartPr/>
                <p14:nvPr/>
              </p14:nvContentPartPr>
              <p14:xfrm>
                <a:off x="3985665" y="829320"/>
                <a:ext cx="203400" cy="259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CDCA17-ED4C-A373-0E62-1EA423AF23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79545" y="823200"/>
                  <a:ext cx="215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CA262A6-184C-560B-1A4C-76CE0F5799CB}"/>
                    </a:ext>
                  </a:extLst>
                </p14:cNvPr>
                <p14:cNvContentPartPr/>
                <p14:nvPr/>
              </p14:nvContentPartPr>
              <p14:xfrm>
                <a:off x="3982065" y="1084560"/>
                <a:ext cx="225360" cy="129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CA262A6-184C-560B-1A4C-76CE0F5799C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75945" y="1078440"/>
                  <a:ext cx="237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4CAEFC-6125-FCE7-A5D3-63A01E5D5274}"/>
                    </a:ext>
                  </a:extLst>
                </p14:cNvPr>
                <p14:cNvContentPartPr/>
                <p14:nvPr/>
              </p14:nvContentPartPr>
              <p14:xfrm>
                <a:off x="3989625" y="1244040"/>
                <a:ext cx="655560" cy="27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4CAEFC-6125-FCE7-A5D3-63A01E5D52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83505" y="1237920"/>
                  <a:ext cx="66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4CFF9E-19DE-AC87-CFFA-729C75E5E642}"/>
                    </a:ext>
                  </a:extLst>
                </p14:cNvPr>
                <p14:cNvContentPartPr/>
                <p14:nvPr/>
              </p14:nvContentPartPr>
              <p14:xfrm>
                <a:off x="3996825" y="1409640"/>
                <a:ext cx="104400" cy="140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4CFF9E-19DE-AC87-CFFA-729C75E5E6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90705" y="1403520"/>
                  <a:ext cx="116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323C0B-D285-F374-662D-1CD1F0AFA0E0}"/>
                    </a:ext>
                  </a:extLst>
                </p14:cNvPr>
                <p14:cNvContentPartPr/>
                <p14:nvPr/>
              </p14:nvContentPartPr>
              <p14:xfrm>
                <a:off x="4097625" y="1273920"/>
                <a:ext cx="18720" cy="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323C0B-D285-F374-662D-1CD1F0AFA0E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91505" y="1267800"/>
                  <a:ext cx="30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92CF3D-4062-5B2D-3EFC-E0F76097F7D5}"/>
                    </a:ext>
                  </a:extLst>
                </p14:cNvPr>
                <p14:cNvContentPartPr/>
                <p14:nvPr/>
              </p14:nvContentPartPr>
              <p14:xfrm>
                <a:off x="4201665" y="1413960"/>
                <a:ext cx="190080" cy="109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92CF3D-4062-5B2D-3EFC-E0F76097F7D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95545" y="1407840"/>
                  <a:ext cx="202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F7AAAC-2BE0-2048-0401-D6E5CB23151B}"/>
                    </a:ext>
                  </a:extLst>
                </p14:cNvPr>
                <p14:cNvContentPartPr/>
                <p14:nvPr/>
              </p14:nvContentPartPr>
              <p14:xfrm>
                <a:off x="4527105" y="1449960"/>
                <a:ext cx="37080" cy="50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F7AAAC-2BE0-2048-0401-D6E5CB2315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20985" y="1443840"/>
                  <a:ext cx="49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A27D50-3ADF-D0F5-8B32-ADC940ECF28C}"/>
                    </a:ext>
                  </a:extLst>
                </p14:cNvPr>
                <p14:cNvContentPartPr/>
                <p14:nvPr/>
              </p14:nvContentPartPr>
              <p14:xfrm>
                <a:off x="4568505" y="1367520"/>
                <a:ext cx="37080" cy="182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A27D50-3ADF-D0F5-8B32-ADC940ECF2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62385" y="1361400"/>
                  <a:ext cx="49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9F0E99-AB1D-FC79-036F-6F36EA6AF949}"/>
                    </a:ext>
                  </a:extLst>
                </p14:cNvPr>
                <p14:cNvContentPartPr/>
                <p14:nvPr/>
              </p14:nvContentPartPr>
              <p14:xfrm>
                <a:off x="4166025" y="1355640"/>
                <a:ext cx="184320" cy="21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9F0E99-AB1D-FC79-036F-6F36EA6AF9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59905" y="1349520"/>
                  <a:ext cx="196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66CB430-4589-7C47-B73D-605F11E65716}"/>
                    </a:ext>
                  </a:extLst>
                </p14:cNvPr>
                <p14:cNvContentPartPr/>
                <p14:nvPr/>
              </p14:nvContentPartPr>
              <p14:xfrm>
                <a:off x="4178625" y="1576320"/>
                <a:ext cx="127080" cy="16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66CB430-4589-7C47-B73D-605F11E657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72505" y="1570200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67CDEF-EC56-8CD8-5C83-ECA8C0F467B6}"/>
                    </a:ext>
                  </a:extLst>
                </p14:cNvPr>
                <p14:cNvContentPartPr/>
                <p14:nvPr/>
              </p14:nvContentPartPr>
              <p14:xfrm>
                <a:off x="4027425" y="663360"/>
                <a:ext cx="241200" cy="210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67CDEF-EC56-8CD8-5C83-ECA8C0F467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21305" y="657240"/>
                  <a:ext cx="253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8AF789-7EAE-3A2F-D4CE-B45451B4259A}"/>
                    </a:ext>
                  </a:extLst>
                </p14:cNvPr>
                <p14:cNvContentPartPr/>
                <p14:nvPr/>
              </p14:nvContentPartPr>
              <p14:xfrm>
                <a:off x="4667865" y="829680"/>
                <a:ext cx="19800" cy="5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8AF789-7EAE-3A2F-D4CE-B45451B425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61745" y="823560"/>
                  <a:ext cx="32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86383C-F0F7-3FB0-91C3-24E3F5556D06}"/>
                    </a:ext>
                  </a:extLst>
                </p14:cNvPr>
                <p14:cNvContentPartPr/>
                <p14:nvPr/>
              </p14:nvContentPartPr>
              <p14:xfrm>
                <a:off x="4032465" y="627360"/>
                <a:ext cx="215280" cy="262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86383C-F0F7-3FB0-91C3-24E3F5556D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26345" y="621240"/>
                  <a:ext cx="227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C2A7735-2589-08AE-968B-01403EF39F1C}"/>
                    </a:ext>
                  </a:extLst>
                </p14:cNvPr>
                <p14:cNvContentPartPr/>
                <p14:nvPr/>
              </p14:nvContentPartPr>
              <p14:xfrm>
                <a:off x="4464465" y="1579560"/>
                <a:ext cx="40320" cy="46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C2A7735-2589-08AE-968B-01403EF39F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58345" y="1573440"/>
                  <a:ext cx="52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100FB5-48B9-D64E-9E6F-288D95C3C040}"/>
                    </a:ext>
                  </a:extLst>
                </p14:cNvPr>
                <p14:cNvContentPartPr/>
                <p14:nvPr/>
              </p14:nvContentPartPr>
              <p14:xfrm>
                <a:off x="2431185" y="2035680"/>
                <a:ext cx="236520" cy="694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100FB5-48B9-D64E-9E6F-288D95C3C0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25065" y="2029560"/>
                  <a:ext cx="2487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D254322-CB48-BC51-34D4-07EAB49CC0C2}"/>
                    </a:ext>
                  </a:extLst>
                </p14:cNvPr>
                <p14:cNvContentPartPr/>
                <p14:nvPr/>
              </p14:nvContentPartPr>
              <p14:xfrm>
                <a:off x="2841225" y="2065920"/>
                <a:ext cx="419760" cy="42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D254322-CB48-BC51-34D4-07EAB49CC0C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35105" y="2059800"/>
                  <a:ext cx="432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2DF8A97-7257-B517-CFB6-37D758486AF4}"/>
                    </a:ext>
                  </a:extLst>
                </p14:cNvPr>
                <p14:cNvContentPartPr/>
                <p14:nvPr/>
              </p14:nvContentPartPr>
              <p14:xfrm>
                <a:off x="3342345" y="2142600"/>
                <a:ext cx="228600" cy="378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2DF8A97-7257-B517-CFB6-37D758486A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36225" y="2136480"/>
                  <a:ext cx="240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BE82ED-4331-A89D-7C14-60C31ED1B843}"/>
                    </a:ext>
                  </a:extLst>
                </p14:cNvPr>
                <p14:cNvContentPartPr/>
                <p14:nvPr/>
              </p14:nvContentPartPr>
              <p14:xfrm>
                <a:off x="3668145" y="2043960"/>
                <a:ext cx="433080" cy="294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BE82ED-4331-A89D-7C14-60C31ED1B84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62025" y="2037840"/>
                  <a:ext cx="4453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A1FEC3-AAF6-B59B-559E-AE9C33526D78}"/>
                    </a:ext>
                  </a:extLst>
                </p14:cNvPr>
                <p14:cNvContentPartPr/>
                <p14:nvPr/>
              </p14:nvContentPartPr>
              <p14:xfrm>
                <a:off x="3567705" y="1974840"/>
                <a:ext cx="234000" cy="44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A1FEC3-AAF6-B59B-559E-AE9C33526D7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61585" y="1968720"/>
                  <a:ext cx="246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60109C6-E55F-3649-A80B-2028591630DE}"/>
                    </a:ext>
                  </a:extLst>
                </p14:cNvPr>
                <p14:cNvContentPartPr/>
                <p14:nvPr/>
              </p14:nvContentPartPr>
              <p14:xfrm>
                <a:off x="3959025" y="1943160"/>
                <a:ext cx="268560" cy="492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60109C6-E55F-3649-A80B-2028591630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52905" y="1937040"/>
                  <a:ext cx="2808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541ED6B-637A-94A8-D90A-362E8F6D3D84}"/>
                    </a:ext>
                  </a:extLst>
                </p14:cNvPr>
                <p14:cNvContentPartPr/>
                <p14:nvPr/>
              </p14:nvContentPartPr>
              <p14:xfrm>
                <a:off x="4171785" y="1835160"/>
                <a:ext cx="232560" cy="228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541ED6B-637A-94A8-D90A-362E8F6D3D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65665" y="1829040"/>
                  <a:ext cx="244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B24ACB1-36C8-B74F-92B2-C214941F418A}"/>
                    </a:ext>
                  </a:extLst>
                </p14:cNvPr>
                <p14:cNvContentPartPr/>
                <p14:nvPr/>
              </p14:nvContentPartPr>
              <p14:xfrm>
                <a:off x="4239105" y="1804560"/>
                <a:ext cx="177480" cy="223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B24ACB1-36C8-B74F-92B2-C214941F418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32985" y="1798440"/>
                  <a:ext cx="189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4073171-8E4A-2871-F541-F0B9FB8CDC07}"/>
                    </a:ext>
                  </a:extLst>
                </p14:cNvPr>
                <p14:cNvContentPartPr/>
                <p14:nvPr/>
              </p14:nvContentPartPr>
              <p14:xfrm>
                <a:off x="4492905" y="2222520"/>
                <a:ext cx="399240" cy="67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4073171-8E4A-2871-F541-F0B9FB8CDC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86785" y="2216400"/>
                  <a:ext cx="411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AF8D11-87C4-4157-A224-29074C8162DC}"/>
                    </a:ext>
                  </a:extLst>
                </p14:cNvPr>
                <p14:cNvContentPartPr/>
                <p14:nvPr/>
              </p14:nvContentPartPr>
              <p14:xfrm>
                <a:off x="4884945" y="1938480"/>
                <a:ext cx="379800" cy="1021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AF8D11-87C4-4157-A224-29074C8162D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78825" y="1932360"/>
                  <a:ext cx="39204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F4BCE3-DA19-B7BF-7F45-680E3A8B18E2}"/>
                    </a:ext>
                  </a:extLst>
                </p14:cNvPr>
                <p14:cNvContentPartPr/>
                <p14:nvPr/>
              </p14:nvContentPartPr>
              <p14:xfrm>
                <a:off x="5226585" y="1799520"/>
                <a:ext cx="102240" cy="138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F4BCE3-DA19-B7BF-7F45-680E3A8B18E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20465" y="1793400"/>
                  <a:ext cx="114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D32051B-C3BF-DC69-8CEA-19944CE0CD67}"/>
                    </a:ext>
                  </a:extLst>
                </p14:cNvPr>
                <p14:cNvContentPartPr/>
                <p14:nvPr/>
              </p14:nvContentPartPr>
              <p14:xfrm>
                <a:off x="5301105" y="1551840"/>
                <a:ext cx="20880" cy="65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D32051B-C3BF-DC69-8CEA-19944CE0CD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94985" y="1545720"/>
                  <a:ext cx="33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B6F41E5-B4B7-55D8-5058-917D084F7656}"/>
                    </a:ext>
                  </a:extLst>
                </p14:cNvPr>
                <p14:cNvContentPartPr/>
                <p14:nvPr/>
              </p14:nvContentPartPr>
              <p14:xfrm>
                <a:off x="5177265" y="1753440"/>
                <a:ext cx="104760" cy="272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B6F41E5-B4B7-55D8-5058-917D084F76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71145" y="1747320"/>
                  <a:ext cx="117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EDEDB81-5400-5E12-7A24-B24F0904698D}"/>
                    </a:ext>
                  </a:extLst>
                </p14:cNvPr>
                <p14:cNvContentPartPr/>
                <p14:nvPr/>
              </p14:nvContentPartPr>
              <p14:xfrm>
                <a:off x="5366265" y="1686480"/>
                <a:ext cx="124560" cy="347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EDEDB81-5400-5E12-7A24-B24F090469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60145" y="1680360"/>
                  <a:ext cx="1368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006AF4-2D90-FB12-E8D2-D7031EBFD6E3}"/>
                    </a:ext>
                  </a:extLst>
                </p14:cNvPr>
                <p14:cNvContentPartPr/>
                <p14:nvPr/>
              </p14:nvContentPartPr>
              <p14:xfrm>
                <a:off x="5347905" y="1700520"/>
                <a:ext cx="210960" cy="777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006AF4-2D90-FB12-E8D2-D7031EBFD6E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1785" y="1694400"/>
                  <a:ext cx="22320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AE30AC-4CDA-95D7-A541-667C4F4AC782}"/>
                    </a:ext>
                  </a:extLst>
                </p14:cNvPr>
                <p14:cNvContentPartPr/>
                <p14:nvPr/>
              </p14:nvContentPartPr>
              <p14:xfrm>
                <a:off x="5499825" y="1547520"/>
                <a:ext cx="291960" cy="184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AE30AC-4CDA-95D7-A541-667C4F4AC7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93705" y="1541400"/>
                  <a:ext cx="30420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5F894E6-A3CC-E880-224E-5F838C700405}"/>
                  </a:ext>
                </a:extLst>
              </p14:cNvPr>
              <p14:cNvContentPartPr/>
              <p14:nvPr/>
            </p14:nvContentPartPr>
            <p14:xfrm>
              <a:off x="2858145" y="1765680"/>
              <a:ext cx="493560" cy="691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5F894E6-A3CC-E880-224E-5F838C70040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852025" y="1759560"/>
                <a:ext cx="5058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FD78CA7-75C0-54F5-43CF-D6117C97F5BB}"/>
                  </a:ext>
                </a:extLst>
              </p14:cNvPr>
              <p14:cNvContentPartPr/>
              <p14:nvPr/>
            </p14:nvContentPartPr>
            <p14:xfrm>
              <a:off x="3986745" y="1725720"/>
              <a:ext cx="114840" cy="734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FD78CA7-75C0-54F5-43CF-D6117C97F5B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980625" y="1719600"/>
                <a:ext cx="12708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13AE4CC-A71B-13DD-36D0-5B3B2BB33586}"/>
              </a:ext>
            </a:extLst>
          </p:cNvPr>
          <p:cNvGrpSpPr/>
          <p:nvPr/>
        </p:nvGrpSpPr>
        <p:grpSpPr>
          <a:xfrm>
            <a:off x="6041265" y="955680"/>
            <a:ext cx="4543200" cy="2535840"/>
            <a:chOff x="6041265" y="955680"/>
            <a:chExt cx="4543200" cy="253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65CB7F-DE6B-27F3-4B83-61197D4C1E1D}"/>
                    </a:ext>
                  </a:extLst>
                </p14:cNvPr>
                <p14:cNvContentPartPr/>
                <p14:nvPr/>
              </p14:nvContentPartPr>
              <p14:xfrm>
                <a:off x="6041265" y="1042440"/>
                <a:ext cx="615600" cy="43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65CB7F-DE6B-27F3-4B83-61197D4C1E1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35145" y="1036320"/>
                  <a:ext cx="627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53ED76-0B16-DA8E-662D-9A438DD2A15B}"/>
                    </a:ext>
                  </a:extLst>
                </p14:cNvPr>
                <p14:cNvContentPartPr/>
                <p14:nvPr/>
              </p14:nvContentPartPr>
              <p14:xfrm>
                <a:off x="6128025" y="1068360"/>
                <a:ext cx="200880" cy="480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53ED76-0B16-DA8E-662D-9A438DD2A15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21905" y="1062240"/>
                  <a:ext cx="2131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CBD19C0-25FF-95F8-4433-E15262F0E1FE}"/>
                    </a:ext>
                  </a:extLst>
                </p14:cNvPr>
                <p14:cNvContentPartPr/>
                <p14:nvPr/>
              </p14:nvContentPartPr>
              <p14:xfrm>
                <a:off x="6484425" y="1074840"/>
                <a:ext cx="202320" cy="46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CBD19C0-25FF-95F8-4433-E15262F0E1F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78305" y="1068720"/>
                  <a:ext cx="2145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0E96994-3397-79BD-E2F1-16EBA1770380}"/>
                    </a:ext>
                  </a:extLst>
                </p14:cNvPr>
                <p14:cNvContentPartPr/>
                <p14:nvPr/>
              </p14:nvContentPartPr>
              <p14:xfrm>
                <a:off x="6379305" y="1159440"/>
                <a:ext cx="191160" cy="472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0E96994-3397-79BD-E2F1-16EBA17703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3185" y="1153320"/>
                  <a:ext cx="2034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AE515DE-4509-853F-70C9-3814B260F285}"/>
                    </a:ext>
                  </a:extLst>
                </p14:cNvPr>
                <p14:cNvContentPartPr/>
                <p14:nvPr/>
              </p14:nvContentPartPr>
              <p14:xfrm>
                <a:off x="6734265" y="1349160"/>
                <a:ext cx="10224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AE515DE-4509-853F-70C9-3814B260F2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28145" y="1343040"/>
                  <a:ext cx="114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64915E-F7E4-31E2-0B24-38A773DB7833}"/>
                    </a:ext>
                  </a:extLst>
                </p14:cNvPr>
                <p14:cNvContentPartPr/>
                <p14:nvPr/>
              </p14:nvContentPartPr>
              <p14:xfrm>
                <a:off x="6980145" y="1518360"/>
                <a:ext cx="87840" cy="77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64915E-F7E4-31E2-0B24-38A773DB78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74025" y="1512240"/>
                  <a:ext cx="100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7978189-9B41-5F1B-4904-15C489C3E5EF}"/>
                    </a:ext>
                  </a:extLst>
                </p14:cNvPr>
                <p14:cNvContentPartPr/>
                <p14:nvPr/>
              </p14:nvContentPartPr>
              <p14:xfrm>
                <a:off x="7291905" y="980160"/>
                <a:ext cx="226800" cy="477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7978189-9B41-5F1B-4904-15C489C3E5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85785" y="974040"/>
                  <a:ext cx="2390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254C7D1-B171-A95C-9F77-65AF19B2D10F}"/>
                    </a:ext>
                  </a:extLst>
                </p14:cNvPr>
                <p14:cNvContentPartPr/>
                <p14:nvPr/>
              </p14:nvContentPartPr>
              <p14:xfrm>
                <a:off x="7544625" y="1385880"/>
                <a:ext cx="72360" cy="180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254C7D1-B171-A95C-9F77-65AF19B2D1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38505" y="1379760"/>
                  <a:ext cx="84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876B409-14C6-146A-B3FE-5AF7363A0351}"/>
                    </a:ext>
                  </a:extLst>
                </p14:cNvPr>
                <p14:cNvContentPartPr/>
                <p14:nvPr/>
              </p14:nvContentPartPr>
              <p14:xfrm>
                <a:off x="7714905" y="956040"/>
                <a:ext cx="207720" cy="638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876B409-14C6-146A-B3FE-5AF7363A03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08785" y="949920"/>
                  <a:ext cx="2199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648866-F387-0CB7-BAF5-F9080F21F484}"/>
                    </a:ext>
                  </a:extLst>
                </p14:cNvPr>
                <p14:cNvContentPartPr/>
                <p14:nvPr/>
              </p14:nvContentPartPr>
              <p14:xfrm>
                <a:off x="8273985" y="1192560"/>
                <a:ext cx="165960" cy="67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648866-F387-0CB7-BAF5-F9080F21F48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67865" y="1186440"/>
                  <a:ext cx="178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B4B0EA-70F9-C16D-2A91-38FAF953344D}"/>
                    </a:ext>
                  </a:extLst>
                </p14:cNvPr>
                <p14:cNvContentPartPr/>
                <p14:nvPr/>
              </p14:nvContentPartPr>
              <p14:xfrm>
                <a:off x="8356425" y="1407480"/>
                <a:ext cx="121680" cy="78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AB4B0EA-70F9-C16D-2A91-38FAF953344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50305" y="1401360"/>
                  <a:ext cx="133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B6E913-9398-F9D0-30CF-2E71BA588C7F}"/>
                    </a:ext>
                  </a:extLst>
                </p14:cNvPr>
                <p14:cNvContentPartPr/>
                <p14:nvPr/>
              </p14:nvContentPartPr>
              <p14:xfrm>
                <a:off x="9021345" y="970440"/>
                <a:ext cx="48240" cy="32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B6E913-9398-F9D0-30CF-2E71BA588C7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15225" y="964320"/>
                  <a:ext cx="604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6BD1DEE-3938-C1E3-DB6F-D6FE76070D4D}"/>
                    </a:ext>
                  </a:extLst>
                </p14:cNvPr>
                <p14:cNvContentPartPr/>
                <p14:nvPr/>
              </p14:nvContentPartPr>
              <p14:xfrm>
                <a:off x="8619225" y="1544640"/>
                <a:ext cx="841680" cy="98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6BD1DEE-3938-C1E3-DB6F-D6FE76070D4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13105" y="1538520"/>
                  <a:ext cx="853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4AE80F-444D-D919-6E95-1591A5A022A3}"/>
                    </a:ext>
                  </a:extLst>
                </p14:cNvPr>
                <p14:cNvContentPartPr/>
                <p14:nvPr/>
              </p14:nvContentPartPr>
              <p14:xfrm>
                <a:off x="8720025" y="1842360"/>
                <a:ext cx="191160" cy="312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4AE80F-444D-D919-6E95-1591A5A022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13905" y="1836240"/>
                  <a:ext cx="2034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AEEA853-8203-B38D-A549-BFEBF6520488}"/>
                    </a:ext>
                  </a:extLst>
                </p14:cNvPr>
                <p14:cNvContentPartPr/>
                <p14:nvPr/>
              </p14:nvContentPartPr>
              <p14:xfrm>
                <a:off x="9127185" y="1805640"/>
                <a:ext cx="66240" cy="105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AEEA853-8203-B38D-A549-BFEBF652048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21065" y="1799520"/>
                  <a:ext cx="78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3C542F9-9E10-8341-AE4A-3CD24FA3C2B5}"/>
                    </a:ext>
                  </a:extLst>
                </p14:cNvPr>
                <p14:cNvContentPartPr/>
                <p14:nvPr/>
              </p14:nvContentPartPr>
              <p14:xfrm>
                <a:off x="9081105" y="1753080"/>
                <a:ext cx="423360" cy="192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3C542F9-9E10-8341-AE4A-3CD24FA3C2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74985" y="1746960"/>
                  <a:ext cx="435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B03C71D-7210-BEE9-B5B8-202C5AB3AE41}"/>
                    </a:ext>
                  </a:extLst>
                </p14:cNvPr>
                <p14:cNvContentPartPr/>
                <p14:nvPr/>
              </p14:nvContentPartPr>
              <p14:xfrm>
                <a:off x="9164265" y="1793760"/>
                <a:ext cx="35640" cy="263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B03C71D-7210-BEE9-B5B8-202C5AB3AE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58145" y="1787640"/>
                  <a:ext cx="47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5B5BC1C-B649-2155-8D5E-DCB0B995771D}"/>
                    </a:ext>
                  </a:extLst>
                </p14:cNvPr>
                <p14:cNvContentPartPr/>
                <p14:nvPr/>
              </p14:nvContentPartPr>
              <p14:xfrm>
                <a:off x="9819465" y="1154760"/>
                <a:ext cx="608760" cy="92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5B5BC1C-B649-2155-8D5E-DCB0B995771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13345" y="1148640"/>
                  <a:ext cx="621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99E3D7-7961-62C6-5E01-251E4ECCF4FE}"/>
                    </a:ext>
                  </a:extLst>
                </p14:cNvPr>
                <p14:cNvContentPartPr/>
                <p14:nvPr/>
              </p14:nvContentPartPr>
              <p14:xfrm>
                <a:off x="9752505" y="1277160"/>
                <a:ext cx="439560" cy="185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99E3D7-7961-62C6-5E01-251E4ECCF4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46385" y="1271040"/>
                  <a:ext cx="451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A911D45-4B76-AC83-F521-233EC22F65A1}"/>
                    </a:ext>
                  </a:extLst>
                </p14:cNvPr>
                <p14:cNvContentPartPr/>
                <p14:nvPr/>
              </p14:nvContentPartPr>
              <p14:xfrm>
                <a:off x="9802905" y="1451400"/>
                <a:ext cx="781560" cy="423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A911D45-4B76-AC83-F521-233EC22F65A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96785" y="1445280"/>
                  <a:ext cx="793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EBFC5C0-DA1E-0EE0-3BB1-560B5B0D321B}"/>
                    </a:ext>
                  </a:extLst>
                </p14:cNvPr>
                <p14:cNvContentPartPr/>
                <p14:nvPr/>
              </p14:nvContentPartPr>
              <p14:xfrm>
                <a:off x="9806865" y="2079960"/>
                <a:ext cx="103680" cy="188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EBFC5C0-DA1E-0EE0-3BB1-560B5B0D32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00745" y="2073840"/>
                  <a:ext cx="115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2540C3F-8843-9DC6-3894-BEB42686000A}"/>
                    </a:ext>
                  </a:extLst>
                </p14:cNvPr>
                <p14:cNvContentPartPr/>
                <p14:nvPr/>
              </p14:nvContentPartPr>
              <p14:xfrm>
                <a:off x="9828465" y="1966200"/>
                <a:ext cx="127080" cy="85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2540C3F-8843-9DC6-3894-BEB42686000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22345" y="1960080"/>
                  <a:ext cx="139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4AB3B16-84FB-8888-5547-91E218035FDF}"/>
                    </a:ext>
                  </a:extLst>
                </p14:cNvPr>
                <p14:cNvContentPartPr/>
                <p14:nvPr/>
              </p14:nvContentPartPr>
              <p14:xfrm>
                <a:off x="10134825" y="2118480"/>
                <a:ext cx="58680" cy="11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4AB3B16-84FB-8888-5547-91E218035F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28705" y="2112360"/>
                  <a:ext cx="7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8AFB92B-4C03-C297-9718-DAC8581A573C}"/>
                    </a:ext>
                  </a:extLst>
                </p14:cNvPr>
                <p14:cNvContentPartPr/>
                <p14:nvPr/>
              </p14:nvContentPartPr>
              <p14:xfrm>
                <a:off x="10060665" y="2226480"/>
                <a:ext cx="168480" cy="101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8AFB92B-4C03-C297-9718-DAC8581A573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054545" y="2220360"/>
                  <a:ext cx="180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22DB18F-D4FF-0AE4-58FB-407A5FF73E1E}"/>
                    </a:ext>
                  </a:extLst>
                </p14:cNvPr>
                <p14:cNvContentPartPr/>
                <p14:nvPr/>
              </p14:nvContentPartPr>
              <p14:xfrm>
                <a:off x="10435785" y="2104440"/>
                <a:ext cx="9000" cy="10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22DB18F-D4FF-0AE4-58FB-407A5FF73E1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429665" y="2098320"/>
                  <a:ext cx="2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BF8875A-F9B1-3A6C-2053-6105909274F4}"/>
                    </a:ext>
                  </a:extLst>
                </p14:cNvPr>
                <p14:cNvContentPartPr/>
                <p14:nvPr/>
              </p14:nvContentPartPr>
              <p14:xfrm>
                <a:off x="9867345" y="955680"/>
                <a:ext cx="311040" cy="243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BF8875A-F9B1-3A6C-2053-6105909274F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61225" y="949560"/>
                  <a:ext cx="323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3C33F9-14B3-28F4-94AF-3472CDF790A3}"/>
                    </a:ext>
                  </a:extLst>
                </p14:cNvPr>
                <p14:cNvContentPartPr/>
                <p14:nvPr/>
              </p14:nvContentPartPr>
              <p14:xfrm>
                <a:off x="6372105" y="2699880"/>
                <a:ext cx="463320" cy="753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3C33F9-14B3-28F4-94AF-3472CDF790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65985" y="2693760"/>
                  <a:ext cx="47556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6A251A2-BD0E-2FE1-824E-DF5B8BB7D1AB}"/>
                    </a:ext>
                  </a:extLst>
                </p14:cNvPr>
                <p14:cNvContentPartPr/>
                <p14:nvPr/>
              </p14:nvContentPartPr>
              <p14:xfrm>
                <a:off x="6916785" y="2641920"/>
                <a:ext cx="430560" cy="618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6A251A2-BD0E-2FE1-824E-DF5B8BB7D1A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10665" y="2635800"/>
                  <a:ext cx="44280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C00E6ED-02F3-25A4-F952-7326B3119DB8}"/>
                    </a:ext>
                  </a:extLst>
                </p14:cNvPr>
                <p14:cNvContentPartPr/>
                <p14:nvPr/>
              </p14:nvContentPartPr>
              <p14:xfrm>
                <a:off x="7325745" y="2923440"/>
                <a:ext cx="282240" cy="419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C00E6ED-02F3-25A4-F952-7326B3119DB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319625" y="2917320"/>
                  <a:ext cx="2944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28B6794-CFEE-472F-2993-7AFAE143D0FD}"/>
                    </a:ext>
                  </a:extLst>
                </p14:cNvPr>
                <p14:cNvContentPartPr/>
                <p14:nvPr/>
              </p14:nvContentPartPr>
              <p14:xfrm>
                <a:off x="7706985" y="2681880"/>
                <a:ext cx="328680" cy="324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28B6794-CFEE-472F-2993-7AFAE143D0F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00865" y="2675760"/>
                  <a:ext cx="340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A6F6DF7-1D39-78B4-2889-AD9DBF1DA552}"/>
                    </a:ext>
                  </a:extLst>
                </p14:cNvPr>
                <p14:cNvContentPartPr/>
                <p14:nvPr/>
              </p14:nvContentPartPr>
              <p14:xfrm>
                <a:off x="7489905" y="2594400"/>
                <a:ext cx="202680" cy="437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A6F6DF7-1D39-78B4-2889-AD9DBF1DA5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483785" y="2588280"/>
                  <a:ext cx="2149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D7977A3-6826-E891-E7AC-E62F747D6F3A}"/>
                    </a:ext>
                  </a:extLst>
                </p14:cNvPr>
                <p14:cNvContentPartPr/>
                <p14:nvPr/>
              </p14:nvContentPartPr>
              <p14:xfrm>
                <a:off x="7950705" y="2553360"/>
                <a:ext cx="161640" cy="521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D7977A3-6826-E891-E7AC-E62F747D6F3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44585" y="2547240"/>
                  <a:ext cx="1738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545CAFF-B6FD-A91E-2DA3-6BA5DBD36DD4}"/>
                    </a:ext>
                  </a:extLst>
                </p14:cNvPr>
                <p14:cNvContentPartPr/>
                <p14:nvPr/>
              </p14:nvContentPartPr>
              <p14:xfrm>
                <a:off x="8136825" y="2423760"/>
                <a:ext cx="64440" cy="180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545CAFF-B6FD-A91E-2DA3-6BA5DBD36DD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30705" y="2417640"/>
                  <a:ext cx="76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6849051-0C65-5CEE-F23D-327C21CC7028}"/>
                    </a:ext>
                  </a:extLst>
                </p14:cNvPr>
                <p14:cNvContentPartPr/>
                <p14:nvPr/>
              </p14:nvContentPartPr>
              <p14:xfrm>
                <a:off x="8189385" y="2293440"/>
                <a:ext cx="26640" cy="21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6849051-0C65-5CEE-F23D-327C21CC702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83265" y="2287320"/>
                  <a:ext cx="38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B4A97B4-AF80-E4FB-EB11-4F8C457051D0}"/>
                    </a:ext>
                  </a:extLst>
                </p14:cNvPr>
                <p14:cNvContentPartPr/>
                <p14:nvPr/>
              </p14:nvContentPartPr>
              <p14:xfrm>
                <a:off x="8366505" y="2791320"/>
                <a:ext cx="255240" cy="81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B4A97B4-AF80-E4FB-EB11-4F8C457051D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60385" y="2785200"/>
                  <a:ext cx="267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43615EA-C38D-741A-098A-7025BE0F694F}"/>
                    </a:ext>
                  </a:extLst>
                </p14:cNvPr>
                <p14:cNvContentPartPr/>
                <p14:nvPr/>
              </p14:nvContentPartPr>
              <p14:xfrm>
                <a:off x="8893905" y="2597280"/>
                <a:ext cx="393120" cy="894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43615EA-C38D-741A-098A-7025BE0F694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887785" y="2591160"/>
                  <a:ext cx="405360" cy="90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F6A7DD-19DE-C7A1-95A5-5E1700DF9D99}"/>
                    </a:ext>
                  </a:extLst>
                </p14:cNvPr>
                <p14:cNvContentPartPr/>
                <p14:nvPr/>
              </p14:nvContentPartPr>
              <p14:xfrm>
                <a:off x="9401145" y="2562000"/>
                <a:ext cx="82800" cy="145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F6A7DD-19DE-C7A1-95A5-5E1700DF9D9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5025" y="2555880"/>
                  <a:ext cx="95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7D92ED7-FC58-1F72-B9D3-DFD938E28B8B}"/>
                    </a:ext>
                  </a:extLst>
                </p14:cNvPr>
                <p14:cNvContentPartPr/>
                <p14:nvPr/>
              </p14:nvContentPartPr>
              <p14:xfrm>
                <a:off x="9388545" y="2461920"/>
                <a:ext cx="31320" cy="9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7D92ED7-FC58-1F72-B9D3-DFD938E28B8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82425" y="2455800"/>
                  <a:ext cx="43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41F9A1B-20E0-F28C-2CD7-0D68768B2E03}"/>
                    </a:ext>
                  </a:extLst>
                </p14:cNvPr>
                <p14:cNvContentPartPr/>
                <p14:nvPr/>
              </p14:nvContentPartPr>
              <p14:xfrm>
                <a:off x="9197385" y="2469120"/>
                <a:ext cx="171000" cy="251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41F9A1B-20E0-F28C-2CD7-0D68768B2E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91265" y="2463000"/>
                  <a:ext cx="183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08A880C-C6B0-3FA4-14AC-7A1BC0A918F8}"/>
                    </a:ext>
                  </a:extLst>
                </p14:cNvPr>
                <p14:cNvContentPartPr/>
                <p14:nvPr/>
              </p14:nvContentPartPr>
              <p14:xfrm>
                <a:off x="9571425" y="2423040"/>
                <a:ext cx="160920" cy="489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08A880C-C6B0-3FA4-14AC-7A1BC0A918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65305" y="2416920"/>
                  <a:ext cx="1731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768FC7-917A-D4FC-DFD4-F4E574266EA7}"/>
                    </a:ext>
                  </a:extLst>
                </p14:cNvPr>
                <p14:cNvContentPartPr/>
                <p14:nvPr/>
              </p14:nvContentPartPr>
              <p14:xfrm>
                <a:off x="9679785" y="2406480"/>
                <a:ext cx="319680" cy="810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768FC7-917A-D4FC-DFD4-F4E574266E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73665" y="2400360"/>
                  <a:ext cx="33192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44B9586-CDB7-7DE0-7BA0-A68AC155D5F4}"/>
                    </a:ext>
                  </a:extLst>
                </p14:cNvPr>
                <p14:cNvContentPartPr/>
                <p14:nvPr/>
              </p14:nvContentPartPr>
              <p14:xfrm>
                <a:off x="9989745" y="2351040"/>
                <a:ext cx="210600" cy="128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44B9586-CDB7-7DE0-7BA0-A68AC155D5F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83625" y="2344920"/>
                  <a:ext cx="222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4FF4F5C-D8FB-C76A-3874-29CAC04B2B9D}"/>
                    </a:ext>
                  </a:extLst>
                </p14:cNvPr>
                <p14:cNvContentPartPr/>
                <p14:nvPr/>
              </p14:nvContentPartPr>
              <p14:xfrm>
                <a:off x="10316625" y="2540400"/>
                <a:ext cx="14040" cy="60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4FF4F5C-D8FB-C76A-3874-29CAC04B2B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10505" y="2534280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2415DB4-DF05-0DB3-245F-6DD27A1A8DC5}"/>
              </a:ext>
            </a:extLst>
          </p:cNvPr>
          <p:cNvGrpSpPr/>
          <p:nvPr/>
        </p:nvGrpSpPr>
        <p:grpSpPr>
          <a:xfrm>
            <a:off x="7106865" y="3411600"/>
            <a:ext cx="339120" cy="221400"/>
            <a:chOff x="7106865" y="3411600"/>
            <a:chExt cx="3391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934BB24-22CC-557A-56EA-887B3FFED076}"/>
                    </a:ext>
                  </a:extLst>
                </p14:cNvPr>
                <p14:cNvContentPartPr/>
                <p14:nvPr/>
              </p14:nvContentPartPr>
              <p14:xfrm>
                <a:off x="7106865" y="3411600"/>
                <a:ext cx="283680" cy="119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934BB24-22CC-557A-56EA-887B3FFED07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100745" y="3405480"/>
                  <a:ext cx="295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AFDBD3-99BE-7F19-6339-957433A9FAF9}"/>
                    </a:ext>
                  </a:extLst>
                </p14:cNvPr>
                <p14:cNvContentPartPr/>
                <p14:nvPr/>
              </p14:nvContentPartPr>
              <p14:xfrm>
                <a:off x="7128825" y="3486480"/>
                <a:ext cx="288360" cy="84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AFDBD3-99BE-7F19-6339-957433A9FAF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22705" y="3480360"/>
                  <a:ext cx="300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5289505-1B40-5BB5-A1BE-7CA43FDB099C}"/>
                    </a:ext>
                  </a:extLst>
                </p14:cNvPr>
                <p14:cNvContentPartPr/>
                <p14:nvPr/>
              </p14:nvContentPartPr>
              <p14:xfrm>
                <a:off x="7115145" y="3552360"/>
                <a:ext cx="330840" cy="80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5289505-1B40-5BB5-A1BE-7CA43FDB09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09025" y="3546240"/>
                  <a:ext cx="343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8D13A7-1C8A-2568-40E3-EE19ED4F91DF}"/>
                    </a:ext>
                  </a:extLst>
                </p14:cNvPr>
                <p14:cNvContentPartPr/>
                <p14:nvPr/>
              </p14:nvContentPartPr>
              <p14:xfrm>
                <a:off x="7160865" y="3540120"/>
                <a:ext cx="222120" cy="24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8D13A7-1C8A-2568-40E3-EE19ED4F91D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54745" y="3534000"/>
                  <a:ext cx="2343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09ED8EF-0049-6CE5-2B58-FD37164AD6FF}"/>
              </a:ext>
            </a:extLst>
          </p:cNvPr>
          <p:cNvGrpSpPr/>
          <p:nvPr/>
        </p:nvGrpSpPr>
        <p:grpSpPr>
          <a:xfrm>
            <a:off x="6106065" y="4432200"/>
            <a:ext cx="1370520" cy="726480"/>
            <a:chOff x="6106065" y="4432200"/>
            <a:chExt cx="137052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7076597-368F-2BED-DCCE-5F69F84DD211}"/>
                    </a:ext>
                  </a:extLst>
                </p14:cNvPr>
                <p14:cNvContentPartPr/>
                <p14:nvPr/>
              </p14:nvContentPartPr>
              <p14:xfrm>
                <a:off x="6106065" y="4532280"/>
                <a:ext cx="380160" cy="626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7076597-368F-2BED-DCCE-5F69F84DD21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99945" y="4526160"/>
                  <a:ext cx="39240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C971858-FCE1-CA3A-9EBD-55D80B66068F}"/>
                    </a:ext>
                  </a:extLst>
                </p14:cNvPr>
                <p14:cNvContentPartPr/>
                <p14:nvPr/>
              </p14:nvContentPartPr>
              <p14:xfrm>
                <a:off x="6476505" y="4484400"/>
                <a:ext cx="284400" cy="636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C971858-FCE1-CA3A-9EBD-55D80B66068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70385" y="4478280"/>
                  <a:ext cx="29664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D6BEDA3-B6D3-BFDB-9F5F-04EE1BFAE65D}"/>
                    </a:ext>
                  </a:extLst>
                </p14:cNvPr>
                <p14:cNvContentPartPr/>
                <p14:nvPr/>
              </p14:nvContentPartPr>
              <p14:xfrm>
                <a:off x="7000665" y="4572600"/>
                <a:ext cx="392400" cy="304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D6BEDA3-B6D3-BFDB-9F5F-04EE1BFAE6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94545" y="4566480"/>
                  <a:ext cx="404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F4CB040-F394-0CE3-677D-57781AE1886F}"/>
                    </a:ext>
                  </a:extLst>
                </p14:cNvPr>
                <p14:cNvContentPartPr/>
                <p14:nvPr/>
              </p14:nvContentPartPr>
              <p14:xfrm>
                <a:off x="6873585" y="4633800"/>
                <a:ext cx="284040" cy="40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F4CB040-F394-0CE3-677D-57781AE1886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67465" y="4627680"/>
                  <a:ext cx="2962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575A9DA-3365-997E-CBF8-A8AFA50FBDB2}"/>
                    </a:ext>
                  </a:extLst>
                </p14:cNvPr>
                <p14:cNvContentPartPr/>
                <p14:nvPr/>
              </p14:nvContentPartPr>
              <p14:xfrm>
                <a:off x="7271745" y="4432200"/>
                <a:ext cx="204840" cy="670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575A9DA-3365-997E-CBF8-A8AFA50FBDB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65625" y="4426080"/>
                  <a:ext cx="217080" cy="68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59204D5-EBC3-584C-3E73-93B4096A6B21}"/>
                  </a:ext>
                </a:extLst>
              </p14:cNvPr>
              <p14:cNvContentPartPr/>
              <p14:nvPr/>
            </p14:nvContentPartPr>
            <p14:xfrm>
              <a:off x="8651985" y="4002000"/>
              <a:ext cx="74160" cy="3232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59204D5-EBC3-584C-3E73-93B4096A6B2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645865" y="3995880"/>
                <a:ext cx="864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F4E6048-AA54-BC65-3698-ACB29809D332}"/>
                  </a:ext>
                </a:extLst>
              </p14:cNvPr>
              <p14:cNvContentPartPr/>
              <p14:nvPr/>
            </p14:nvContentPartPr>
            <p14:xfrm>
              <a:off x="6602145" y="6253080"/>
              <a:ext cx="600120" cy="316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F4E6048-AA54-BC65-3698-ACB29809D332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596025" y="6246960"/>
                <a:ext cx="61236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5C0A8B6-3CAB-3A29-6AB7-B461536D5628}"/>
              </a:ext>
            </a:extLst>
          </p:cNvPr>
          <p:cNvGrpSpPr/>
          <p:nvPr/>
        </p:nvGrpSpPr>
        <p:grpSpPr>
          <a:xfrm>
            <a:off x="7533465" y="5759880"/>
            <a:ext cx="1225440" cy="624600"/>
            <a:chOff x="7533465" y="5759880"/>
            <a:chExt cx="122544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667342B-D785-F01D-6916-D69240BC547F}"/>
                    </a:ext>
                  </a:extLst>
                </p14:cNvPr>
                <p14:cNvContentPartPr/>
                <p14:nvPr/>
              </p14:nvContentPartPr>
              <p14:xfrm>
                <a:off x="7536705" y="6098640"/>
                <a:ext cx="121680" cy="36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667342B-D785-F01D-6916-D69240BC547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30585" y="6092520"/>
                  <a:ext cx="133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EA2E6A1-3D0A-D564-D6E4-B8A6EE09E4C7}"/>
                    </a:ext>
                  </a:extLst>
                </p14:cNvPr>
                <p14:cNvContentPartPr/>
                <p14:nvPr/>
              </p14:nvContentPartPr>
              <p14:xfrm>
                <a:off x="7533465" y="6222840"/>
                <a:ext cx="276840" cy="126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EA2E6A1-3D0A-D564-D6E4-B8A6EE09E4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527345" y="6216720"/>
                  <a:ext cx="289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2360CC7-9387-79DC-1AA9-E843AD411894}"/>
                    </a:ext>
                  </a:extLst>
                </p14:cNvPr>
                <p14:cNvContentPartPr/>
                <p14:nvPr/>
              </p14:nvContentPartPr>
              <p14:xfrm>
                <a:off x="8065185" y="5759880"/>
                <a:ext cx="379800" cy="624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2360CC7-9387-79DC-1AA9-E843AD41189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59065" y="5753760"/>
                  <a:ext cx="39204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BEA676C-D26A-BC25-264D-FC0BF56DC585}"/>
                    </a:ext>
                  </a:extLst>
                </p14:cNvPr>
                <p14:cNvContentPartPr/>
                <p14:nvPr/>
              </p14:nvContentPartPr>
              <p14:xfrm>
                <a:off x="8580345" y="6033840"/>
                <a:ext cx="178560" cy="264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BEA676C-D26A-BC25-264D-FC0BF56DC58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74225" y="6027720"/>
                  <a:ext cx="19080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E37A5D8-36AE-AE2E-058E-8DED311C975F}"/>
              </a:ext>
            </a:extLst>
          </p:cNvPr>
          <p:cNvGrpSpPr/>
          <p:nvPr/>
        </p:nvGrpSpPr>
        <p:grpSpPr>
          <a:xfrm>
            <a:off x="9100185" y="5574840"/>
            <a:ext cx="1862640" cy="636120"/>
            <a:chOff x="9100185" y="5574840"/>
            <a:chExt cx="1862640" cy="6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C0D226B-C198-7B80-0B39-36E8799AB084}"/>
                    </a:ext>
                  </a:extLst>
                </p14:cNvPr>
                <p14:cNvContentPartPr/>
                <p14:nvPr/>
              </p14:nvContentPartPr>
              <p14:xfrm>
                <a:off x="9311505" y="5751960"/>
                <a:ext cx="27000" cy="459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C0D226B-C198-7B80-0B39-36E8799AB08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05385" y="5745840"/>
                  <a:ext cx="392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D8ED2E9-3D11-F470-0AF2-DEEC6EDB74B7}"/>
                    </a:ext>
                  </a:extLst>
                </p14:cNvPr>
                <p14:cNvContentPartPr/>
                <p14:nvPr/>
              </p14:nvContentPartPr>
              <p14:xfrm>
                <a:off x="9100185" y="5986320"/>
                <a:ext cx="435240" cy="61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D8ED2E9-3D11-F470-0AF2-DEEC6EDB74B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93705" y="5980200"/>
                  <a:ext cx="447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98DB841-DF53-FEE3-A269-743FBDE84E84}"/>
                    </a:ext>
                  </a:extLst>
                </p14:cNvPr>
                <p14:cNvContentPartPr/>
                <p14:nvPr/>
              </p14:nvContentPartPr>
              <p14:xfrm>
                <a:off x="9652785" y="5576280"/>
                <a:ext cx="371520" cy="478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98DB841-DF53-FEE3-A269-743FBDE84E8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46665" y="5570160"/>
                  <a:ext cx="3837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A85858-9C6A-A50F-3B83-177C99856DB4}"/>
                    </a:ext>
                  </a:extLst>
                </p14:cNvPr>
                <p14:cNvContentPartPr/>
                <p14:nvPr/>
              </p14:nvContentPartPr>
              <p14:xfrm>
                <a:off x="10230945" y="5918640"/>
                <a:ext cx="34560" cy="114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A85858-9C6A-A50F-3B83-177C99856DB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24825" y="5912520"/>
                  <a:ext cx="46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469AE64-1374-6C84-CE4C-24DC02A8AB09}"/>
                    </a:ext>
                  </a:extLst>
                </p14:cNvPr>
                <p14:cNvContentPartPr/>
                <p14:nvPr/>
              </p14:nvContentPartPr>
              <p14:xfrm>
                <a:off x="10414905" y="5574840"/>
                <a:ext cx="520560" cy="321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469AE64-1374-6C84-CE4C-24DC02A8AB0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08785" y="5568720"/>
                  <a:ext cx="532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A49208-853D-AF60-E63F-BB68D0969F10}"/>
                    </a:ext>
                  </a:extLst>
                </p14:cNvPr>
                <p14:cNvContentPartPr/>
                <p14:nvPr/>
              </p14:nvContentPartPr>
              <p14:xfrm>
                <a:off x="10943025" y="5814600"/>
                <a:ext cx="19800" cy="16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A49208-853D-AF60-E63F-BB68D0969F1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36905" y="5808480"/>
                  <a:ext cx="3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5E3D36C-BEB1-81B5-A1B4-D0FC1C955407}"/>
                    </a:ext>
                  </a:extLst>
                </p14:cNvPr>
                <p14:cNvContentPartPr/>
                <p14:nvPr/>
              </p14:nvContentPartPr>
              <p14:xfrm>
                <a:off x="10907385" y="5796240"/>
                <a:ext cx="41040" cy="132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5E3D36C-BEB1-81B5-A1B4-D0FC1C95540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01265" y="5790120"/>
                  <a:ext cx="5328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B983AAF-8A97-559A-514C-8E5746FAF20C}"/>
                  </a:ext>
                </a:extLst>
              </p14:cNvPr>
              <p14:cNvContentPartPr/>
              <p14:nvPr/>
            </p14:nvContentPartPr>
            <p14:xfrm>
              <a:off x="7374345" y="6538920"/>
              <a:ext cx="1304640" cy="1537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B983AAF-8A97-559A-514C-8E5746FAF20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368225" y="6532800"/>
                <a:ext cx="131688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961B682-3457-831B-DBFE-F4A0D3C1F909}"/>
              </a:ext>
            </a:extLst>
          </p:cNvPr>
          <p:cNvGrpSpPr/>
          <p:nvPr/>
        </p:nvGrpSpPr>
        <p:grpSpPr>
          <a:xfrm>
            <a:off x="7804185" y="4487640"/>
            <a:ext cx="2136600" cy="923760"/>
            <a:chOff x="7804185" y="4487640"/>
            <a:chExt cx="2136600" cy="92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3CF49C0-E369-1EC8-8F1E-7E91FB82668D}"/>
                    </a:ext>
                  </a:extLst>
                </p14:cNvPr>
                <p14:cNvContentPartPr/>
                <p14:nvPr/>
              </p14:nvContentPartPr>
              <p14:xfrm>
                <a:off x="7804185" y="4487640"/>
                <a:ext cx="35640" cy="46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3CF49C0-E369-1EC8-8F1E-7E91FB82668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798065" y="4481520"/>
                  <a:ext cx="47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0FD0284-FA5E-21AD-4B77-FF0C95265C60}"/>
                    </a:ext>
                  </a:extLst>
                </p14:cNvPr>
                <p14:cNvContentPartPr/>
                <p14:nvPr/>
              </p14:nvContentPartPr>
              <p14:xfrm>
                <a:off x="7806345" y="4812720"/>
                <a:ext cx="145440" cy="76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FD0284-FA5E-21AD-4B77-FF0C95265C6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800225" y="4806600"/>
                  <a:ext cx="157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424FB90-003D-60AF-5878-35CDF1B8FCAB}"/>
                    </a:ext>
                  </a:extLst>
                </p14:cNvPr>
                <p14:cNvContentPartPr/>
                <p14:nvPr/>
              </p14:nvContentPartPr>
              <p14:xfrm>
                <a:off x="8175705" y="4563600"/>
                <a:ext cx="1380960" cy="227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424FB90-003D-60AF-5878-35CDF1B8FCA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69585" y="4557480"/>
                  <a:ext cx="1393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390D346-EFC8-9A7F-B2F4-BA83C4817DDC}"/>
                    </a:ext>
                  </a:extLst>
                </p14:cNvPr>
                <p14:cNvContentPartPr/>
                <p14:nvPr/>
              </p14:nvContentPartPr>
              <p14:xfrm>
                <a:off x="8489985" y="4939080"/>
                <a:ext cx="77040" cy="338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390D346-EFC8-9A7F-B2F4-BA83C4817DD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83865" y="4932960"/>
                  <a:ext cx="892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9F61C32-A901-DF51-0E53-9EA23A83B5C4}"/>
                    </a:ext>
                  </a:extLst>
                </p14:cNvPr>
                <p14:cNvContentPartPr/>
                <p14:nvPr/>
              </p14:nvContentPartPr>
              <p14:xfrm>
                <a:off x="8870505" y="4981200"/>
                <a:ext cx="40320" cy="298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9F61C32-A901-DF51-0E53-9EA23A83B5C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64385" y="4975080"/>
                  <a:ext cx="52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7DCFDDA-58D7-B410-98BC-501A8C487ED1}"/>
                    </a:ext>
                  </a:extLst>
                </p14:cNvPr>
                <p14:cNvContentPartPr/>
                <p14:nvPr/>
              </p14:nvContentPartPr>
              <p14:xfrm>
                <a:off x="8720745" y="5143920"/>
                <a:ext cx="327240" cy="92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7DCFDDA-58D7-B410-98BC-501A8C487ED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14625" y="5137800"/>
                  <a:ext cx="33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57FBE47-911A-9168-1BF9-B09B98778005}"/>
                    </a:ext>
                  </a:extLst>
                </p14:cNvPr>
                <p14:cNvContentPartPr/>
                <p14:nvPr/>
              </p14:nvContentPartPr>
              <p14:xfrm>
                <a:off x="9166785" y="4921080"/>
                <a:ext cx="448560" cy="331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57FBE47-911A-9168-1BF9-B09B9877800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60665" y="4914960"/>
                  <a:ext cx="460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3329B19-28FD-9E5F-2108-8747D396C812}"/>
                    </a:ext>
                  </a:extLst>
                </p14:cNvPr>
                <p14:cNvContentPartPr/>
                <p14:nvPr/>
              </p14:nvContentPartPr>
              <p14:xfrm>
                <a:off x="9508425" y="4761240"/>
                <a:ext cx="113400" cy="45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3329B19-28FD-9E5F-2108-8747D396C81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02305" y="4755120"/>
                  <a:ext cx="125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2781F65-3443-6E82-C07D-111724B013F9}"/>
                    </a:ext>
                  </a:extLst>
                </p14:cNvPr>
                <p14:cNvContentPartPr/>
                <p14:nvPr/>
              </p14:nvContentPartPr>
              <p14:xfrm>
                <a:off x="9712905" y="4635600"/>
                <a:ext cx="227880" cy="208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2781F65-3443-6E82-C07D-111724B013F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706785" y="4629480"/>
                  <a:ext cx="240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923ED38-1F82-D1AB-388D-35233DC349D2}"/>
                    </a:ext>
                  </a:extLst>
                </p14:cNvPr>
                <p14:cNvContentPartPr/>
                <p14:nvPr/>
              </p14:nvContentPartPr>
              <p14:xfrm>
                <a:off x="8531745" y="5375400"/>
                <a:ext cx="598680" cy="36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923ED38-1F82-D1AB-388D-35233DC349D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25625" y="5369280"/>
                  <a:ext cx="6109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728883A-94A3-40A0-0F44-FE3C62291CD6}"/>
                  </a:ext>
                </a:extLst>
              </p14:cNvPr>
              <p14:cNvContentPartPr/>
              <p14:nvPr/>
            </p14:nvContentPartPr>
            <p14:xfrm>
              <a:off x="6061065" y="1959000"/>
              <a:ext cx="7920" cy="331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728883A-94A3-40A0-0F44-FE3C62291CD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054945" y="1952880"/>
                <a:ext cx="2016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31AFA41-6139-45CF-2AE0-269C6A1663A3}"/>
              </a:ext>
            </a:extLst>
          </p:cNvPr>
          <p:cNvGrpSpPr/>
          <p:nvPr/>
        </p:nvGrpSpPr>
        <p:grpSpPr>
          <a:xfrm>
            <a:off x="970305" y="2992920"/>
            <a:ext cx="4780080" cy="3467880"/>
            <a:chOff x="970305" y="2992920"/>
            <a:chExt cx="4780080" cy="346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4B7174C-8575-F4D9-12BC-B90CDBCDB70A}"/>
                    </a:ext>
                  </a:extLst>
                </p14:cNvPr>
                <p14:cNvContentPartPr/>
                <p14:nvPr/>
              </p14:nvContentPartPr>
              <p14:xfrm>
                <a:off x="970305" y="3023880"/>
                <a:ext cx="3524040" cy="2756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4B7174C-8575-F4D9-12BC-B90CDBCDB70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64185" y="3017760"/>
                  <a:ext cx="3536280" cy="27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C76FB65-B656-B817-8D4D-12D64CA903B1}"/>
                    </a:ext>
                  </a:extLst>
                </p14:cNvPr>
                <p14:cNvContentPartPr/>
                <p14:nvPr/>
              </p14:nvContentPartPr>
              <p14:xfrm>
                <a:off x="1159305" y="2992920"/>
                <a:ext cx="2193480" cy="2265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C76FB65-B656-B817-8D4D-12D64CA903B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53185" y="2986800"/>
                  <a:ext cx="2205720" cy="22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B427E20-A31F-C665-F1DB-9EB3F5B9F5AE}"/>
                    </a:ext>
                  </a:extLst>
                </p14:cNvPr>
                <p14:cNvContentPartPr/>
                <p14:nvPr/>
              </p14:nvContentPartPr>
              <p14:xfrm>
                <a:off x="2560785" y="5277840"/>
                <a:ext cx="88560" cy="59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B427E20-A31F-C665-F1DB-9EB3F5B9F5A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554665" y="5271720"/>
                  <a:ext cx="100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EB2F121-21E8-73BB-78FC-A6DFE65F4ECA}"/>
                    </a:ext>
                  </a:extLst>
                </p14:cNvPr>
                <p14:cNvContentPartPr/>
                <p14:nvPr/>
              </p14:nvContentPartPr>
              <p14:xfrm>
                <a:off x="2373945" y="5569800"/>
                <a:ext cx="1243800" cy="891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EB2F121-21E8-73BB-78FC-A6DFE65F4EC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67825" y="5563680"/>
                  <a:ext cx="125604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A5F5894-DF35-41AC-5A3A-29822FE76354}"/>
                    </a:ext>
                  </a:extLst>
                </p14:cNvPr>
                <p14:cNvContentPartPr/>
                <p14:nvPr/>
              </p14:nvContentPartPr>
              <p14:xfrm>
                <a:off x="3810705" y="5776440"/>
                <a:ext cx="27720" cy="35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A5F5894-DF35-41AC-5A3A-29822FE7635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804585" y="5770320"/>
                  <a:ext cx="39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EFC634-67A6-3B1D-91AD-8AB65976EF18}"/>
                    </a:ext>
                  </a:extLst>
                </p14:cNvPr>
                <p14:cNvContentPartPr/>
                <p14:nvPr/>
              </p14:nvContentPartPr>
              <p14:xfrm>
                <a:off x="3232905" y="5485560"/>
                <a:ext cx="446040" cy="396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EFC634-67A6-3B1D-91AD-8AB65976EF1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226785" y="5479440"/>
                  <a:ext cx="4582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0552594-F045-5DC4-6A04-A6A9380E1147}"/>
                    </a:ext>
                  </a:extLst>
                </p14:cNvPr>
                <p14:cNvContentPartPr/>
                <p14:nvPr/>
              </p14:nvContentPartPr>
              <p14:xfrm>
                <a:off x="3755985" y="5524440"/>
                <a:ext cx="209160" cy="498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0552594-F045-5DC4-6A04-A6A9380E114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49865" y="5518320"/>
                  <a:ext cx="22140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2A9154E-96C7-D8A2-77FC-A68A95C34C4A}"/>
                    </a:ext>
                  </a:extLst>
                </p14:cNvPr>
                <p14:cNvContentPartPr/>
                <p14:nvPr/>
              </p14:nvContentPartPr>
              <p14:xfrm>
                <a:off x="4054425" y="5483400"/>
                <a:ext cx="291600" cy="461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2A9154E-96C7-D8A2-77FC-A68A95C34C4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048305" y="5477280"/>
                  <a:ext cx="3038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79B399B-4A71-055F-DEEC-4950A6DBFFB9}"/>
                    </a:ext>
                  </a:extLst>
                </p14:cNvPr>
                <p14:cNvContentPartPr/>
                <p14:nvPr/>
              </p14:nvContentPartPr>
              <p14:xfrm>
                <a:off x="4617105" y="5652240"/>
                <a:ext cx="390600" cy="192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79B399B-4A71-055F-DEEC-4950A6DBFFB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10985" y="5646120"/>
                  <a:ext cx="402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2D58480-D2B9-ED19-1BA5-9C3A1893B562}"/>
                    </a:ext>
                  </a:extLst>
                </p14:cNvPr>
                <p14:cNvContentPartPr/>
                <p14:nvPr/>
              </p14:nvContentPartPr>
              <p14:xfrm>
                <a:off x="5038305" y="5387640"/>
                <a:ext cx="2520" cy="6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2D58480-D2B9-ED19-1BA5-9C3A1893B56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032185" y="5381520"/>
                  <a:ext cx="14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493FA65-2A2A-245C-FBBF-8C80D8D0EAD7}"/>
                    </a:ext>
                  </a:extLst>
                </p14:cNvPr>
                <p14:cNvContentPartPr/>
                <p14:nvPr/>
              </p14:nvContentPartPr>
              <p14:xfrm>
                <a:off x="5099865" y="5539920"/>
                <a:ext cx="324000" cy="128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493FA65-2A2A-245C-FBBF-8C80D8D0EAD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093745" y="5533800"/>
                  <a:ext cx="336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0E934D6-FC2A-F341-A107-0B5D2E1D93A9}"/>
                    </a:ext>
                  </a:extLst>
                </p14:cNvPr>
                <p14:cNvContentPartPr/>
                <p14:nvPr/>
              </p14:nvContentPartPr>
              <p14:xfrm>
                <a:off x="5471385" y="5363880"/>
                <a:ext cx="200520" cy="96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0E934D6-FC2A-F341-A107-0B5D2E1D93A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465265" y="5357760"/>
                  <a:ext cx="212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5A32225-E236-6D23-41AD-DF2DD7DB6FC4}"/>
                    </a:ext>
                  </a:extLst>
                </p14:cNvPr>
                <p14:cNvContentPartPr/>
                <p14:nvPr/>
              </p14:nvContentPartPr>
              <p14:xfrm>
                <a:off x="5735265" y="5363160"/>
                <a:ext cx="15120" cy="35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5A32225-E236-6D23-41AD-DF2DD7DB6FC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729145" y="5357040"/>
                  <a:ext cx="27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1FF909D-19B2-D6E5-72CF-D7C6FEF8118F}"/>
                    </a:ext>
                  </a:extLst>
                </p14:cNvPr>
                <p14:cNvContentPartPr/>
                <p14:nvPr/>
              </p14:nvContentPartPr>
              <p14:xfrm>
                <a:off x="3618465" y="3634080"/>
                <a:ext cx="854640" cy="559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1FF909D-19B2-D6E5-72CF-D7C6FEF8118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612345" y="3627960"/>
                  <a:ext cx="8668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D8671E6-B8B8-6F67-11CE-AAE634E21918}"/>
                    </a:ext>
                  </a:extLst>
                </p14:cNvPr>
                <p14:cNvContentPartPr/>
                <p14:nvPr/>
              </p14:nvContentPartPr>
              <p14:xfrm>
                <a:off x="4452585" y="3320160"/>
                <a:ext cx="657720" cy="579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D8671E6-B8B8-6F67-11CE-AAE634E2191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446465" y="3314040"/>
                  <a:ext cx="6699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9D5F427-0212-3D61-E09F-F6E19AFD8212}"/>
                    </a:ext>
                  </a:extLst>
                </p14:cNvPr>
                <p14:cNvContentPartPr/>
                <p14:nvPr/>
              </p14:nvContentPartPr>
              <p14:xfrm>
                <a:off x="5074665" y="3312600"/>
                <a:ext cx="296280" cy="194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9D5F427-0212-3D61-E09F-F6E19AFD821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068545" y="3306480"/>
                  <a:ext cx="30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5D2ABED-F4AB-220B-B07D-E0F87488C77C}"/>
                    </a:ext>
                  </a:extLst>
                </p14:cNvPr>
                <p14:cNvContentPartPr/>
                <p14:nvPr/>
              </p14:nvContentPartPr>
              <p14:xfrm>
                <a:off x="5290665" y="3036120"/>
                <a:ext cx="131760" cy="283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5D2ABED-F4AB-220B-B07D-E0F87488C77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84545" y="3030000"/>
                  <a:ext cx="144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C6ADC70-B895-70F4-4096-6C6CC9306440}"/>
                    </a:ext>
                  </a:extLst>
                </p14:cNvPr>
                <p14:cNvContentPartPr/>
                <p14:nvPr/>
              </p14:nvContentPartPr>
              <p14:xfrm>
                <a:off x="5397225" y="3027480"/>
                <a:ext cx="162360" cy="261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C6ADC70-B895-70F4-4096-6C6CC930644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391105" y="3021360"/>
                  <a:ext cx="174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F29EADB-9917-74C6-6E96-B4708EF5EFC9}"/>
                    </a:ext>
                  </a:extLst>
                </p14:cNvPr>
                <p14:cNvContentPartPr/>
                <p14:nvPr/>
              </p14:nvContentPartPr>
              <p14:xfrm>
                <a:off x="5212905" y="3979680"/>
                <a:ext cx="376560" cy="14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F29EADB-9917-74C6-6E96-B4708EF5EFC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206785" y="3973560"/>
                  <a:ext cx="388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B5B64D9-BDE1-D437-5228-54F504D29D7A}"/>
                    </a:ext>
                  </a:extLst>
                </p14:cNvPr>
                <p14:cNvContentPartPr/>
                <p14:nvPr/>
              </p14:nvContentPartPr>
              <p14:xfrm>
                <a:off x="5217585" y="3875640"/>
                <a:ext cx="246240" cy="553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B5B64D9-BDE1-D437-5228-54F504D29D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211465" y="3869520"/>
                  <a:ext cx="2584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198C6A6-070F-C9FD-47E0-867FAC01B663}"/>
                    </a:ext>
                  </a:extLst>
                </p14:cNvPr>
                <p14:cNvContentPartPr/>
                <p14:nvPr/>
              </p14:nvContentPartPr>
              <p14:xfrm>
                <a:off x="4688385" y="4422840"/>
                <a:ext cx="932040" cy="12038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198C6A6-070F-C9FD-47E0-867FAC01B66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682265" y="4416720"/>
                  <a:ext cx="94428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FFF35B3-9F82-D96C-C890-C8C70585CCFA}"/>
                    </a:ext>
                  </a:extLst>
                </p14:cNvPr>
                <p14:cNvContentPartPr/>
                <p14:nvPr/>
              </p14:nvContentPartPr>
              <p14:xfrm>
                <a:off x="5685225" y="4405200"/>
                <a:ext cx="15120" cy="18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FFF35B3-9F82-D96C-C890-C8C70585CCF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79105" y="4399080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890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B50ACE-41D2-4401-8478-87AEAFA63AF4}"/>
                  </a:ext>
                </a:extLst>
              </p14:cNvPr>
              <p14:cNvContentPartPr/>
              <p14:nvPr/>
            </p14:nvContentPartPr>
            <p14:xfrm>
              <a:off x="2423985" y="460095"/>
              <a:ext cx="5340600" cy="374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B50ACE-41D2-4401-8478-87AEAFA63A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7865" y="453975"/>
                <a:ext cx="5352840" cy="37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FADA79-30CF-F861-1C85-4B1597BD3BF5}"/>
              </a:ext>
            </a:extLst>
          </p:cNvPr>
          <p:cNvGrpSpPr/>
          <p:nvPr/>
        </p:nvGrpSpPr>
        <p:grpSpPr>
          <a:xfrm>
            <a:off x="3165585" y="583575"/>
            <a:ext cx="4424400" cy="1582200"/>
            <a:chOff x="3165585" y="583575"/>
            <a:chExt cx="4424400" cy="158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C5BE27-73E5-76FB-EFDD-B06AC03596BB}"/>
                    </a:ext>
                  </a:extLst>
                </p14:cNvPr>
                <p14:cNvContentPartPr/>
                <p14:nvPr/>
              </p14:nvContentPartPr>
              <p14:xfrm>
                <a:off x="3165585" y="600855"/>
                <a:ext cx="1606680" cy="1564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C5BE27-73E5-76FB-EFDD-B06AC03596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59465" y="594735"/>
                  <a:ext cx="1618920" cy="15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7EA3ADF-1B2A-7031-21BA-0ABA7CD8911D}"/>
                    </a:ext>
                  </a:extLst>
                </p14:cNvPr>
                <p14:cNvContentPartPr/>
                <p14:nvPr/>
              </p14:nvContentPartPr>
              <p14:xfrm>
                <a:off x="4733025" y="583575"/>
                <a:ext cx="2856960" cy="1356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7EA3ADF-1B2A-7031-21BA-0ABA7CD891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26905" y="577455"/>
                  <a:ext cx="2869200" cy="136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136C90-161F-7E0D-CCE5-AA53FAFFFBEE}"/>
              </a:ext>
            </a:extLst>
          </p:cNvPr>
          <p:cNvGrpSpPr/>
          <p:nvPr/>
        </p:nvGrpSpPr>
        <p:grpSpPr>
          <a:xfrm>
            <a:off x="8760345" y="442455"/>
            <a:ext cx="2203560" cy="970920"/>
            <a:chOff x="8760345" y="442455"/>
            <a:chExt cx="2203560" cy="97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7AA23B-4332-1DBE-EF6C-25CED8201966}"/>
                    </a:ext>
                  </a:extLst>
                </p14:cNvPr>
                <p14:cNvContentPartPr/>
                <p14:nvPr/>
              </p14:nvContentPartPr>
              <p14:xfrm>
                <a:off x="8760345" y="694815"/>
                <a:ext cx="869760" cy="718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7AA23B-4332-1DBE-EF6C-25CED82019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54225" y="688695"/>
                  <a:ext cx="88200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A5D7B2-4DB6-68CB-3DC6-A5EFE8FC6C20}"/>
                    </a:ext>
                  </a:extLst>
                </p14:cNvPr>
                <p14:cNvContentPartPr/>
                <p14:nvPr/>
              </p14:nvContentPartPr>
              <p14:xfrm>
                <a:off x="9718665" y="618135"/>
                <a:ext cx="473760" cy="356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A5D7B2-4DB6-68CB-3DC6-A5EFE8FC6C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12545" y="612015"/>
                  <a:ext cx="4860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1C5FB4-D8AB-9118-1DDC-0AAE67EFF86F}"/>
                    </a:ext>
                  </a:extLst>
                </p14:cNvPr>
                <p14:cNvContentPartPr/>
                <p14:nvPr/>
              </p14:nvContentPartPr>
              <p14:xfrm>
                <a:off x="9393945" y="820815"/>
                <a:ext cx="300240" cy="21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1C5FB4-D8AB-9118-1DDC-0AAE67EFF8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87825" y="814695"/>
                  <a:ext cx="3124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78DDB3-1327-2DD9-40A8-A1766370EAB0}"/>
                    </a:ext>
                  </a:extLst>
                </p14:cNvPr>
                <p14:cNvContentPartPr/>
                <p14:nvPr/>
              </p14:nvContentPartPr>
              <p14:xfrm>
                <a:off x="10134825" y="493935"/>
                <a:ext cx="363960" cy="339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78DDB3-1327-2DD9-40A8-A1766370EA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28705" y="487815"/>
                  <a:ext cx="3762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31C4A4-CF10-484F-016B-CD549F92C7E3}"/>
                    </a:ext>
                  </a:extLst>
                </p14:cNvPr>
                <p14:cNvContentPartPr/>
                <p14:nvPr/>
              </p14:nvContentPartPr>
              <p14:xfrm>
                <a:off x="10527225" y="473055"/>
                <a:ext cx="155520" cy="251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31C4A4-CF10-484F-016B-CD549F92C7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21105" y="466935"/>
                  <a:ext cx="167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6BCC56-D979-4F1C-FE89-D872221C9513}"/>
                    </a:ext>
                  </a:extLst>
                </p14:cNvPr>
                <p14:cNvContentPartPr/>
                <p14:nvPr/>
              </p14:nvContentPartPr>
              <p14:xfrm>
                <a:off x="10788585" y="454695"/>
                <a:ext cx="175320" cy="69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6BCC56-D979-4F1C-FE89-D872221C95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782465" y="448575"/>
                  <a:ext cx="187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F0B673-7D57-39C6-43BE-CE0D1F1A2B3C}"/>
                    </a:ext>
                  </a:extLst>
                </p14:cNvPr>
                <p14:cNvContentPartPr/>
                <p14:nvPr/>
              </p14:nvContentPartPr>
              <p14:xfrm>
                <a:off x="10711905" y="442455"/>
                <a:ext cx="248400" cy="23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F0B673-7D57-39C6-43BE-CE0D1F1A2B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05785" y="436335"/>
                  <a:ext cx="260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D75C38-5291-116E-A306-91FFB9724273}"/>
              </a:ext>
            </a:extLst>
          </p:cNvPr>
          <p:cNvGrpSpPr/>
          <p:nvPr/>
        </p:nvGrpSpPr>
        <p:grpSpPr>
          <a:xfrm>
            <a:off x="5972505" y="1652055"/>
            <a:ext cx="4328640" cy="1859040"/>
            <a:chOff x="5972505" y="1652055"/>
            <a:chExt cx="4328640" cy="18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F3792E-1022-1588-A9CD-BFD531D5B221}"/>
                    </a:ext>
                  </a:extLst>
                </p14:cNvPr>
                <p14:cNvContentPartPr/>
                <p14:nvPr/>
              </p14:nvContentPartPr>
              <p14:xfrm>
                <a:off x="6315945" y="2507415"/>
                <a:ext cx="408240" cy="9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F3792E-1022-1588-A9CD-BFD531D5B2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09825" y="2501295"/>
                  <a:ext cx="420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F46B722-1D66-350A-4044-BA6FEB3B64DE}"/>
                    </a:ext>
                  </a:extLst>
                </p14:cNvPr>
                <p14:cNvContentPartPr/>
                <p14:nvPr/>
              </p14:nvContentPartPr>
              <p14:xfrm>
                <a:off x="5972505" y="2266575"/>
                <a:ext cx="966600" cy="40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F46B722-1D66-350A-4044-BA6FEB3B64D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66385" y="2260455"/>
                  <a:ext cx="978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9E1F7A-6EE0-6892-BDFB-F4D11E403C37}"/>
                    </a:ext>
                  </a:extLst>
                </p14:cNvPr>
                <p14:cNvContentPartPr/>
                <p14:nvPr/>
              </p14:nvContentPartPr>
              <p14:xfrm>
                <a:off x="7113345" y="2028615"/>
                <a:ext cx="128880" cy="533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9E1F7A-6EE0-6892-BDFB-F4D11E403C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07225" y="2022495"/>
                  <a:ext cx="14112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27E8B0-B972-245C-D802-CF6C436C79D8}"/>
                    </a:ext>
                  </a:extLst>
                </p14:cNvPr>
                <p14:cNvContentPartPr/>
                <p14:nvPr/>
              </p14:nvContentPartPr>
              <p14:xfrm>
                <a:off x="7141425" y="1928895"/>
                <a:ext cx="466560" cy="49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27E8B0-B972-245C-D802-CF6C436C79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35305" y="1922775"/>
                  <a:ext cx="4788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73B2D7-97E5-6637-C119-EDED03781B4B}"/>
                    </a:ext>
                  </a:extLst>
                </p14:cNvPr>
                <p14:cNvContentPartPr/>
                <p14:nvPr/>
              </p14:nvContentPartPr>
              <p14:xfrm>
                <a:off x="7798425" y="2001975"/>
                <a:ext cx="162720" cy="259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73B2D7-97E5-6637-C119-EDED03781B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92305" y="1995855"/>
                  <a:ext cx="174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B902CF-601B-F3A9-B995-58305A3EDF7C}"/>
                    </a:ext>
                  </a:extLst>
                </p14:cNvPr>
                <p14:cNvContentPartPr/>
                <p14:nvPr/>
              </p14:nvContentPartPr>
              <p14:xfrm>
                <a:off x="8004345" y="1831335"/>
                <a:ext cx="582120" cy="30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B902CF-601B-F3A9-B995-58305A3EDF7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98225" y="1825215"/>
                  <a:ext cx="5943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8DD763-1910-C908-A098-4236E25C594C}"/>
                    </a:ext>
                  </a:extLst>
                </p14:cNvPr>
                <p14:cNvContentPartPr/>
                <p14:nvPr/>
              </p14:nvContentPartPr>
              <p14:xfrm>
                <a:off x="8099385" y="2296095"/>
                <a:ext cx="947520" cy="1215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8DD763-1910-C908-A098-4236E25C59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93265" y="2289975"/>
                  <a:ext cx="95976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CED13ED-A455-03F1-91D7-53C45992A65A}"/>
                    </a:ext>
                  </a:extLst>
                </p14:cNvPr>
                <p14:cNvContentPartPr/>
                <p14:nvPr/>
              </p14:nvContentPartPr>
              <p14:xfrm>
                <a:off x="8949345" y="2467455"/>
                <a:ext cx="411840" cy="25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CED13ED-A455-03F1-91D7-53C45992A6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43225" y="2461335"/>
                  <a:ext cx="4240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69941F3-30EB-2E99-CAE3-7D2388AC853D}"/>
                    </a:ext>
                  </a:extLst>
                </p14:cNvPr>
                <p14:cNvContentPartPr/>
                <p14:nvPr/>
              </p14:nvContentPartPr>
              <p14:xfrm>
                <a:off x="9430665" y="1972455"/>
                <a:ext cx="415440" cy="395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69941F3-30EB-2E99-CAE3-7D2388AC853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24545" y="1966335"/>
                  <a:ext cx="427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5B3CC7-0542-A212-E176-25843E48FCDE}"/>
                    </a:ext>
                  </a:extLst>
                </p14:cNvPr>
                <p14:cNvContentPartPr/>
                <p14:nvPr/>
              </p14:nvContentPartPr>
              <p14:xfrm>
                <a:off x="9633345" y="2077215"/>
                <a:ext cx="315720" cy="168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5B3CC7-0542-A212-E176-25843E48FCD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27225" y="2071095"/>
                  <a:ext cx="327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CB7A78-1D6A-8483-5124-B1C2AD8A4A0A}"/>
                    </a:ext>
                  </a:extLst>
                </p14:cNvPr>
                <p14:cNvContentPartPr/>
                <p14:nvPr/>
              </p14:nvContentPartPr>
              <p14:xfrm>
                <a:off x="9974625" y="1756095"/>
                <a:ext cx="38160" cy="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CB7A78-1D6A-8483-5124-B1C2AD8A4A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68505" y="1749975"/>
                  <a:ext cx="504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C2155C-F2B7-54A7-B5ED-1E515F9CBAF4}"/>
                    </a:ext>
                  </a:extLst>
                </p14:cNvPr>
                <p14:cNvContentPartPr/>
                <p14:nvPr/>
              </p14:nvContentPartPr>
              <p14:xfrm>
                <a:off x="10104945" y="1793175"/>
                <a:ext cx="185400" cy="140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C2155C-F2B7-54A7-B5ED-1E515F9CBA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98825" y="1787055"/>
                  <a:ext cx="197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2B5702D-CACF-2FEB-BE49-19B9E76D8FD7}"/>
                    </a:ext>
                  </a:extLst>
                </p14:cNvPr>
                <p14:cNvContentPartPr/>
                <p14:nvPr/>
              </p14:nvContentPartPr>
              <p14:xfrm>
                <a:off x="10283865" y="1652055"/>
                <a:ext cx="17280" cy="46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2B5702D-CACF-2FEB-BE49-19B9E76D8F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77745" y="1645935"/>
                  <a:ext cx="29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0F3935-53D4-DC61-BB6B-E768BE1A68A3}"/>
                    </a:ext>
                  </a:extLst>
                </p14:cNvPr>
                <p14:cNvContentPartPr/>
                <p14:nvPr/>
              </p14:nvContentPartPr>
              <p14:xfrm>
                <a:off x="9905145" y="1949415"/>
                <a:ext cx="57240" cy="271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0F3935-53D4-DC61-BB6B-E768BE1A68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99025" y="1943295"/>
                  <a:ext cx="69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49A207-E88D-70DB-9D0C-007317616628}"/>
                    </a:ext>
                  </a:extLst>
                </p14:cNvPr>
                <p14:cNvContentPartPr/>
                <p14:nvPr/>
              </p14:nvContentPartPr>
              <p14:xfrm>
                <a:off x="9895785" y="1752135"/>
                <a:ext cx="24480" cy="43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49A207-E88D-70DB-9D0C-0073176166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89665" y="1746015"/>
                  <a:ext cx="3672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9B8CE95-7E0B-E5D8-51DF-E3EEA12A118B}"/>
                  </a:ext>
                </a:extLst>
              </p14:cNvPr>
              <p14:cNvContentPartPr/>
              <p14:nvPr/>
            </p14:nvContentPartPr>
            <p14:xfrm>
              <a:off x="10011345" y="1639815"/>
              <a:ext cx="660960" cy="340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9B8CE95-7E0B-E5D8-51DF-E3EEA12A11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05225" y="1633695"/>
                <a:ext cx="673200" cy="3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897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7AFEE53-1ABB-9E42-30A3-0479EA87066F}"/>
              </a:ext>
            </a:extLst>
          </p:cNvPr>
          <p:cNvGrpSpPr/>
          <p:nvPr/>
        </p:nvGrpSpPr>
        <p:grpSpPr>
          <a:xfrm>
            <a:off x="757185" y="287295"/>
            <a:ext cx="3352320" cy="1000440"/>
            <a:chOff x="757185" y="287295"/>
            <a:chExt cx="3352320" cy="10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A1F451-699E-98A7-9652-CA717EEBA6A3}"/>
                    </a:ext>
                  </a:extLst>
                </p14:cNvPr>
                <p14:cNvContentPartPr/>
                <p14:nvPr/>
              </p14:nvContentPartPr>
              <p14:xfrm>
                <a:off x="757185" y="425535"/>
                <a:ext cx="728280" cy="862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A1F451-699E-98A7-9652-CA717EEBA6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1065" y="419415"/>
                  <a:ext cx="74052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D69DA0-4192-3E6B-6A56-76A6D6CE78E8}"/>
                    </a:ext>
                  </a:extLst>
                </p14:cNvPr>
                <p14:cNvContentPartPr/>
                <p14:nvPr/>
              </p14:nvContentPartPr>
              <p14:xfrm>
                <a:off x="1583025" y="717135"/>
                <a:ext cx="410400" cy="520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D69DA0-4192-3E6B-6A56-76A6D6CE78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76905" y="711015"/>
                  <a:ext cx="42264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E8C95B1-C215-9013-E0FA-93863AEC2151}"/>
                    </a:ext>
                  </a:extLst>
                </p14:cNvPr>
                <p14:cNvContentPartPr/>
                <p14:nvPr/>
              </p14:nvContentPartPr>
              <p14:xfrm>
                <a:off x="1765905" y="902175"/>
                <a:ext cx="398160" cy="123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E8C95B1-C215-9013-E0FA-93863AEC21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9785" y="896055"/>
                  <a:ext cx="410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56F5E0-6144-5E20-FDEB-23AA4061141A}"/>
                    </a:ext>
                  </a:extLst>
                </p14:cNvPr>
                <p14:cNvContentPartPr/>
                <p14:nvPr/>
              </p14:nvContentPartPr>
              <p14:xfrm>
                <a:off x="2511105" y="304575"/>
                <a:ext cx="488160" cy="923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56F5E0-6144-5E20-FDEB-23AA406114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04985" y="298455"/>
                  <a:ext cx="500400" cy="9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F9939A-4458-83D3-3707-6E11A5710B15}"/>
                    </a:ext>
                  </a:extLst>
                </p14:cNvPr>
                <p14:cNvContentPartPr/>
                <p14:nvPr/>
              </p14:nvContentPartPr>
              <p14:xfrm>
                <a:off x="3012945" y="287295"/>
                <a:ext cx="480240" cy="732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F9939A-4458-83D3-3707-6E11A5710B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06825" y="281175"/>
                  <a:ext cx="49248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643170-5C07-A311-D07A-F2CA8EC22F86}"/>
                    </a:ext>
                  </a:extLst>
                </p14:cNvPr>
                <p14:cNvContentPartPr/>
                <p14:nvPr/>
              </p14:nvContentPartPr>
              <p14:xfrm>
                <a:off x="3739425" y="299895"/>
                <a:ext cx="370080" cy="72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643170-5C07-A311-D07A-F2CA8EC22F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33305" y="293775"/>
                  <a:ext cx="382320" cy="74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94AE9D-CFA0-DD1B-095F-3484900A2A29}"/>
              </a:ext>
            </a:extLst>
          </p:cNvPr>
          <p:cNvGrpSpPr/>
          <p:nvPr/>
        </p:nvGrpSpPr>
        <p:grpSpPr>
          <a:xfrm>
            <a:off x="4183305" y="-108705"/>
            <a:ext cx="1121400" cy="1078560"/>
            <a:chOff x="4183305" y="-108705"/>
            <a:chExt cx="1121400" cy="10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FADBFA-3E3A-EDE4-FC7D-DCB6D793FE0A}"/>
                    </a:ext>
                  </a:extLst>
                </p14:cNvPr>
                <p14:cNvContentPartPr/>
                <p14:nvPr/>
              </p14:nvContentPartPr>
              <p14:xfrm>
                <a:off x="4377345" y="408255"/>
                <a:ext cx="558000" cy="38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FADBFA-3E3A-EDE4-FC7D-DCB6D793FE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71225" y="402135"/>
                  <a:ext cx="5702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32C605-3DD7-2100-EE2C-133D3470CF68}"/>
                    </a:ext>
                  </a:extLst>
                </p14:cNvPr>
                <p14:cNvContentPartPr/>
                <p14:nvPr/>
              </p14:nvContentPartPr>
              <p14:xfrm>
                <a:off x="4183305" y="276855"/>
                <a:ext cx="426600" cy="693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32C605-3DD7-2100-EE2C-133D3470CF6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7185" y="270735"/>
                  <a:ext cx="43884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A0C6A5-1EDC-5595-7B97-439B01D8F1E6}"/>
                    </a:ext>
                  </a:extLst>
                </p14:cNvPr>
                <p14:cNvContentPartPr/>
                <p14:nvPr/>
              </p14:nvContentPartPr>
              <p14:xfrm>
                <a:off x="4992585" y="152655"/>
                <a:ext cx="280080" cy="73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A0C6A5-1EDC-5595-7B97-439B01D8F1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86465" y="146535"/>
                  <a:ext cx="29232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B389881-2A97-D710-340A-2C77F684D9A9}"/>
                    </a:ext>
                  </a:extLst>
                </p14:cNvPr>
                <p14:cNvContentPartPr/>
                <p14:nvPr/>
              </p14:nvContentPartPr>
              <p14:xfrm>
                <a:off x="5214345" y="58695"/>
                <a:ext cx="90360" cy="164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B389881-2A97-D710-340A-2C77F684D9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08225" y="52575"/>
                  <a:ext cx="102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76D5C1-C1ED-754A-DBC6-FAAEE8609EB5}"/>
                    </a:ext>
                  </a:extLst>
                </p14:cNvPr>
                <p14:cNvContentPartPr/>
                <p14:nvPr/>
              </p14:nvContentPartPr>
              <p14:xfrm>
                <a:off x="5282745" y="-108705"/>
                <a:ext cx="9360" cy="45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76D5C1-C1ED-754A-DBC6-FAAEE8609E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76625" y="-114825"/>
                  <a:ext cx="216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535CB2-1A38-2ECA-B73E-959C38185257}"/>
                  </a:ext>
                </a:extLst>
              </p14:cNvPr>
              <p14:cNvContentPartPr/>
              <p14:nvPr/>
            </p14:nvContentPartPr>
            <p14:xfrm>
              <a:off x="5687385" y="575520"/>
              <a:ext cx="153000" cy="267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535CB2-1A38-2ECA-B73E-959C381852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81265" y="569400"/>
                <a:ext cx="1652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1287D6A-A51B-E6B9-9811-FB7954F17F84}"/>
              </a:ext>
            </a:extLst>
          </p:cNvPr>
          <p:cNvGrpSpPr/>
          <p:nvPr/>
        </p:nvGrpSpPr>
        <p:grpSpPr>
          <a:xfrm>
            <a:off x="6380385" y="-128280"/>
            <a:ext cx="1301400" cy="1589760"/>
            <a:chOff x="6380385" y="-128280"/>
            <a:chExt cx="1301400" cy="158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00CBD8-32D4-BF2C-9356-5C8E342DE488}"/>
                    </a:ext>
                  </a:extLst>
                </p14:cNvPr>
                <p14:cNvContentPartPr/>
                <p14:nvPr/>
              </p14:nvContentPartPr>
              <p14:xfrm>
                <a:off x="6380385" y="394440"/>
                <a:ext cx="354600" cy="1067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00CBD8-32D4-BF2C-9356-5C8E342DE4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74265" y="388320"/>
                  <a:ext cx="36684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B23E34-A1BA-2C14-C4E2-530181B1B002}"/>
                    </a:ext>
                  </a:extLst>
                </p14:cNvPr>
                <p14:cNvContentPartPr/>
                <p14:nvPr/>
              </p14:nvContentPartPr>
              <p14:xfrm>
                <a:off x="7024065" y="9600"/>
                <a:ext cx="157320" cy="258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B23E34-A1BA-2C14-C4E2-530181B1B0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17945" y="3480"/>
                  <a:ext cx="169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AE282B-0466-035D-1826-4A8CF1AED1DF}"/>
                    </a:ext>
                  </a:extLst>
                </p14:cNvPr>
                <p14:cNvContentPartPr/>
                <p14:nvPr/>
              </p14:nvContentPartPr>
              <p14:xfrm>
                <a:off x="7086345" y="-128280"/>
                <a:ext cx="27720" cy="21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AE282B-0466-035D-1826-4A8CF1AED1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80225" y="-134400"/>
                  <a:ext cx="3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429704E-E995-7BD4-A09F-E1AE08CB95FB}"/>
                    </a:ext>
                  </a:extLst>
                </p14:cNvPr>
                <p14:cNvContentPartPr/>
                <p14:nvPr/>
              </p14:nvContentPartPr>
              <p14:xfrm>
                <a:off x="6810585" y="-14160"/>
                <a:ext cx="140400" cy="37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429704E-E995-7BD4-A09F-E1AE08CB95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04465" y="-20280"/>
                  <a:ext cx="1526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2414CD-FC45-7847-0C76-720D6206A610}"/>
                    </a:ext>
                  </a:extLst>
                </p14:cNvPr>
                <p14:cNvContentPartPr/>
                <p14:nvPr/>
              </p14:nvContentPartPr>
              <p14:xfrm>
                <a:off x="7134585" y="-14160"/>
                <a:ext cx="241200" cy="565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2414CD-FC45-7847-0C76-720D6206A6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28465" y="-20280"/>
                  <a:ext cx="2534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A3D4586-C60F-2DE4-D979-A1892DCE8182}"/>
                    </a:ext>
                  </a:extLst>
                </p14:cNvPr>
                <p14:cNvContentPartPr/>
                <p14:nvPr/>
              </p14:nvContentPartPr>
              <p14:xfrm>
                <a:off x="7104705" y="-85080"/>
                <a:ext cx="577080" cy="1131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A3D4586-C60F-2DE4-D979-A1892DCE81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98585" y="-91200"/>
                  <a:ext cx="589320" cy="11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330837-7AAD-0CC4-54DA-9EC17B574A3A}"/>
              </a:ext>
            </a:extLst>
          </p:cNvPr>
          <p:cNvGrpSpPr/>
          <p:nvPr/>
        </p:nvGrpSpPr>
        <p:grpSpPr>
          <a:xfrm>
            <a:off x="8143665" y="472560"/>
            <a:ext cx="378720" cy="338760"/>
            <a:chOff x="8143665" y="472560"/>
            <a:chExt cx="37872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7D84A2-BB88-9184-B7C8-63D29E1C2D66}"/>
                    </a:ext>
                  </a:extLst>
                </p14:cNvPr>
                <p14:cNvContentPartPr/>
                <p14:nvPr/>
              </p14:nvContentPartPr>
              <p14:xfrm>
                <a:off x="8143665" y="472560"/>
                <a:ext cx="279360" cy="77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7D84A2-BB88-9184-B7C8-63D29E1C2D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37545" y="466440"/>
                  <a:ext cx="291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B60E8C-7AB3-EC16-F685-89B60E1507E5}"/>
                    </a:ext>
                  </a:extLst>
                </p14:cNvPr>
                <p14:cNvContentPartPr/>
                <p14:nvPr/>
              </p14:nvContentPartPr>
              <p14:xfrm>
                <a:off x="8235105" y="708000"/>
                <a:ext cx="287280" cy="10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B60E8C-7AB3-EC16-F685-89B60E1507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28985" y="701880"/>
                  <a:ext cx="299520" cy="11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5238421-B073-3AE2-D34A-8E72085ABE9F}"/>
                  </a:ext>
                </a:extLst>
              </p14:cNvPr>
              <p14:cNvContentPartPr/>
              <p14:nvPr/>
            </p14:nvContentPartPr>
            <p14:xfrm>
              <a:off x="3026625" y="1819320"/>
              <a:ext cx="704160" cy="2853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5238421-B073-3AE2-D34A-8E72085ABE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20505" y="1813200"/>
                <a:ext cx="716400" cy="28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383D986-12E9-0641-C80D-2C4EDD635802}"/>
              </a:ext>
            </a:extLst>
          </p:cNvPr>
          <p:cNvGrpSpPr/>
          <p:nvPr/>
        </p:nvGrpSpPr>
        <p:grpSpPr>
          <a:xfrm>
            <a:off x="4218945" y="1883400"/>
            <a:ext cx="1591920" cy="1374480"/>
            <a:chOff x="4218945" y="1883400"/>
            <a:chExt cx="1591920" cy="13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C5A58E-AD67-1DDE-8CA6-F54A2B7119F4}"/>
                    </a:ext>
                  </a:extLst>
                </p14:cNvPr>
                <p14:cNvContentPartPr/>
                <p14:nvPr/>
              </p14:nvContentPartPr>
              <p14:xfrm>
                <a:off x="4218945" y="2197680"/>
                <a:ext cx="458640" cy="106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C5A58E-AD67-1DDE-8CA6-F54A2B7119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12825" y="2191560"/>
                  <a:ext cx="470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A794768-D326-C9ED-CB70-08361C41467E}"/>
                    </a:ext>
                  </a:extLst>
                </p14:cNvPr>
                <p14:cNvContentPartPr/>
                <p14:nvPr/>
              </p14:nvContentPartPr>
              <p14:xfrm>
                <a:off x="4972425" y="1883400"/>
                <a:ext cx="18000" cy="410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A794768-D326-C9ED-CB70-08361C4146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66305" y="1877280"/>
                  <a:ext cx="302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0A510D-23B9-B4DC-C165-7C480C2AD664}"/>
                    </a:ext>
                  </a:extLst>
                </p14:cNvPr>
                <p14:cNvContentPartPr/>
                <p14:nvPr/>
              </p14:nvContentPartPr>
              <p14:xfrm>
                <a:off x="5275905" y="2051160"/>
                <a:ext cx="204120" cy="37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0A510D-23B9-B4DC-C165-7C480C2AD6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69785" y="2045040"/>
                  <a:ext cx="216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600102-49C2-A6E4-B4A6-1B8112398241}"/>
                    </a:ext>
                  </a:extLst>
                </p14:cNvPr>
                <p14:cNvContentPartPr/>
                <p14:nvPr/>
              </p14:nvContentPartPr>
              <p14:xfrm>
                <a:off x="5377785" y="2055480"/>
                <a:ext cx="433080" cy="1202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600102-49C2-A6E4-B4A6-1B81123982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71665" y="2049360"/>
                  <a:ext cx="445320" cy="12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9740F3A-7730-9B15-851A-DCC39D3C1C81}"/>
              </a:ext>
            </a:extLst>
          </p:cNvPr>
          <p:cNvGrpSpPr/>
          <p:nvPr/>
        </p:nvGrpSpPr>
        <p:grpSpPr>
          <a:xfrm>
            <a:off x="6430785" y="1321080"/>
            <a:ext cx="2907720" cy="1080000"/>
            <a:chOff x="6430785" y="1321080"/>
            <a:chExt cx="2907720" cy="10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44E564-36AE-1968-8AE8-545D71C45293}"/>
                    </a:ext>
                  </a:extLst>
                </p14:cNvPr>
                <p14:cNvContentPartPr/>
                <p14:nvPr/>
              </p14:nvContentPartPr>
              <p14:xfrm>
                <a:off x="6430785" y="1600440"/>
                <a:ext cx="468360" cy="800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44E564-36AE-1968-8AE8-545D71C452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24665" y="1594320"/>
                  <a:ext cx="48060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528B09-3A43-2553-A6AF-CEF196CD6D7E}"/>
                    </a:ext>
                  </a:extLst>
                </p14:cNvPr>
                <p14:cNvContentPartPr/>
                <p14:nvPr/>
              </p14:nvContentPartPr>
              <p14:xfrm>
                <a:off x="7120905" y="1624560"/>
                <a:ext cx="522720" cy="557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528B09-3A43-2553-A6AF-CEF196CD6D7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14785" y="1618440"/>
                  <a:ext cx="53496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6C39B7-53B3-0BED-94C0-966DEACA1BF0}"/>
                    </a:ext>
                  </a:extLst>
                </p14:cNvPr>
                <p14:cNvContentPartPr/>
                <p14:nvPr/>
              </p14:nvContentPartPr>
              <p14:xfrm>
                <a:off x="7953945" y="1448160"/>
                <a:ext cx="423360" cy="638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6C39B7-53B3-0BED-94C0-966DEACA1B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47825" y="1442040"/>
                  <a:ext cx="43560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EA8607-FD34-2F32-8799-B63C5B670F4D}"/>
                    </a:ext>
                  </a:extLst>
                </p14:cNvPr>
                <p14:cNvContentPartPr/>
                <p14:nvPr/>
              </p14:nvContentPartPr>
              <p14:xfrm>
                <a:off x="8369025" y="1646520"/>
                <a:ext cx="431280" cy="331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EA8607-FD34-2F32-8799-B63C5B670F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62905" y="1640400"/>
                  <a:ext cx="443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2D79BB5-876A-4D3A-6DC9-AA57DEE22273}"/>
                    </a:ext>
                  </a:extLst>
                </p14:cNvPr>
                <p14:cNvContentPartPr/>
                <p14:nvPr/>
              </p14:nvContentPartPr>
              <p14:xfrm>
                <a:off x="8410425" y="1563000"/>
                <a:ext cx="119880" cy="502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2D79BB5-876A-4D3A-6DC9-AA57DEE222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04305" y="1556880"/>
                  <a:ext cx="13212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3D3958-06EB-98E8-8879-A687B37D6065}"/>
                    </a:ext>
                  </a:extLst>
                </p14:cNvPr>
                <p14:cNvContentPartPr/>
                <p14:nvPr/>
              </p14:nvContentPartPr>
              <p14:xfrm>
                <a:off x="8658105" y="1498200"/>
                <a:ext cx="270720" cy="667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3D3958-06EB-98E8-8879-A687B37D60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51985" y="1492080"/>
                  <a:ext cx="28296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FBD17F-DFFD-97E3-A5EE-BA4A510C9725}"/>
                    </a:ext>
                  </a:extLst>
                </p14:cNvPr>
                <p14:cNvContentPartPr/>
                <p14:nvPr/>
              </p14:nvContentPartPr>
              <p14:xfrm>
                <a:off x="9015945" y="1321080"/>
                <a:ext cx="322560" cy="1053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FBD17F-DFFD-97E3-A5EE-BA4A510C97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09825" y="1314960"/>
                  <a:ext cx="334800" cy="10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A888B0E-D77E-3635-A9BC-D8FCC4EFB6FF}"/>
              </a:ext>
            </a:extLst>
          </p:cNvPr>
          <p:cNvGrpSpPr/>
          <p:nvPr/>
        </p:nvGrpSpPr>
        <p:grpSpPr>
          <a:xfrm>
            <a:off x="10009185" y="1037040"/>
            <a:ext cx="1074600" cy="2065680"/>
            <a:chOff x="10009185" y="1037040"/>
            <a:chExt cx="1074600" cy="20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EFE444-D504-541E-DF92-B3FF2316DEB9}"/>
                    </a:ext>
                  </a:extLst>
                </p14:cNvPr>
                <p14:cNvContentPartPr/>
                <p14:nvPr/>
              </p14:nvContentPartPr>
              <p14:xfrm>
                <a:off x="10180545" y="1358160"/>
                <a:ext cx="42480" cy="23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EFE444-D504-541E-DF92-B3FF2316DE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74425" y="1352040"/>
                  <a:ext cx="54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3A2187-4673-6D6F-6D8D-90A107078F42}"/>
                    </a:ext>
                  </a:extLst>
                </p14:cNvPr>
                <p14:cNvContentPartPr/>
                <p14:nvPr/>
              </p14:nvContentPartPr>
              <p14:xfrm>
                <a:off x="10167945" y="1127760"/>
                <a:ext cx="42480" cy="16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3A2187-4673-6D6F-6D8D-90A107078F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61825" y="1121640"/>
                  <a:ext cx="54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2380D3-0603-3556-E6AA-2223EE5CBEC6}"/>
                    </a:ext>
                  </a:extLst>
                </p14:cNvPr>
                <p14:cNvContentPartPr/>
                <p14:nvPr/>
              </p14:nvContentPartPr>
              <p14:xfrm>
                <a:off x="10418505" y="1037040"/>
                <a:ext cx="259560" cy="1021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2380D3-0603-3556-E6AA-2223EE5CBE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12385" y="1030920"/>
                  <a:ext cx="27180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962D85-5E92-F12E-8EF4-D1A82F91C8FB}"/>
                    </a:ext>
                  </a:extLst>
                </p14:cNvPr>
                <p14:cNvContentPartPr/>
                <p14:nvPr/>
              </p14:nvContentPartPr>
              <p14:xfrm>
                <a:off x="10009185" y="2275800"/>
                <a:ext cx="453960" cy="826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962D85-5E92-F12E-8EF4-D1A82F91C8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03065" y="2269680"/>
                  <a:ext cx="46620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A378308-C016-AD09-514D-9C4080C2E98F}"/>
                    </a:ext>
                  </a:extLst>
                </p14:cNvPr>
                <p14:cNvContentPartPr/>
                <p14:nvPr/>
              </p14:nvContentPartPr>
              <p14:xfrm>
                <a:off x="10506345" y="2307840"/>
                <a:ext cx="146520" cy="30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A378308-C016-AD09-514D-9C4080C2E9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00225" y="2301720"/>
                  <a:ext cx="158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5EBEF3-136E-9DA8-034A-40B6618A5876}"/>
                    </a:ext>
                  </a:extLst>
                </p14:cNvPr>
                <p14:cNvContentPartPr/>
                <p14:nvPr/>
              </p14:nvContentPartPr>
              <p14:xfrm>
                <a:off x="10563585" y="2475600"/>
                <a:ext cx="175320" cy="6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5EBEF3-136E-9DA8-034A-40B6618A58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57465" y="2469480"/>
                  <a:ext cx="187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0EC035-F677-FF2C-5670-9F4B2EE9AE9F}"/>
                    </a:ext>
                  </a:extLst>
                </p14:cNvPr>
                <p14:cNvContentPartPr/>
                <p14:nvPr/>
              </p14:nvContentPartPr>
              <p14:xfrm>
                <a:off x="10864185" y="2150160"/>
                <a:ext cx="89280" cy="347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0EC035-F677-FF2C-5670-9F4B2EE9AE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58065" y="2144040"/>
                  <a:ext cx="101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FBADD0-3F1F-E64F-7A7F-BF5BBBEEB91B}"/>
                    </a:ext>
                  </a:extLst>
                </p14:cNvPr>
                <p14:cNvContentPartPr/>
                <p14:nvPr/>
              </p14:nvContentPartPr>
              <p14:xfrm>
                <a:off x="11071905" y="2234760"/>
                <a:ext cx="11880" cy="29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FBADD0-3F1F-E64F-7A7F-BF5BBBEEB91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65785" y="2228640"/>
                  <a:ext cx="241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A62FA85-71F4-FD9C-6EAA-58B765EAFFF3}"/>
                  </a:ext>
                </a:extLst>
              </p14:cNvPr>
              <p14:cNvContentPartPr/>
              <p14:nvPr/>
            </p14:nvContentPartPr>
            <p14:xfrm>
              <a:off x="4487145" y="3946920"/>
              <a:ext cx="508320" cy="79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A62FA85-71F4-FD9C-6EAA-58B765EAFFF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81025" y="3940800"/>
                <a:ext cx="5205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ACE5385-378E-73BC-059D-8591536F89B2}"/>
                  </a:ext>
                </a:extLst>
              </p14:cNvPr>
              <p14:cNvContentPartPr/>
              <p14:nvPr/>
            </p14:nvContentPartPr>
            <p14:xfrm>
              <a:off x="5465625" y="3432120"/>
              <a:ext cx="437400" cy="626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ACE5385-378E-73BC-059D-8591536F89B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59505" y="3426000"/>
                <a:ext cx="44964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E87BFE7-7922-0759-90ED-D27C9C11F81E}"/>
                  </a:ext>
                </a:extLst>
              </p14:cNvPr>
              <p14:cNvContentPartPr/>
              <p14:nvPr/>
            </p14:nvContentPartPr>
            <p14:xfrm>
              <a:off x="5836425" y="3756120"/>
              <a:ext cx="421920" cy="949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E87BFE7-7922-0759-90ED-D27C9C11F81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30305" y="3750000"/>
                <a:ext cx="434160" cy="9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F67E8896-635F-CD78-27AB-F31FE1D520BA}"/>
              </a:ext>
            </a:extLst>
          </p:cNvPr>
          <p:cNvGrpSpPr/>
          <p:nvPr/>
        </p:nvGrpSpPr>
        <p:grpSpPr>
          <a:xfrm>
            <a:off x="10617945" y="4323840"/>
            <a:ext cx="277560" cy="357840"/>
            <a:chOff x="10617945" y="4323840"/>
            <a:chExt cx="2775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176956A-2C6B-82D4-AB62-0F7B77E1AB72}"/>
                    </a:ext>
                  </a:extLst>
                </p14:cNvPr>
                <p14:cNvContentPartPr/>
                <p14:nvPr/>
              </p14:nvContentPartPr>
              <p14:xfrm>
                <a:off x="10617945" y="4323840"/>
                <a:ext cx="120240" cy="357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76956A-2C6B-82D4-AB62-0F7B77E1AB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11825" y="4317720"/>
                  <a:ext cx="132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AC7E400-606B-8DF5-4EE4-0338D1878E81}"/>
                    </a:ext>
                  </a:extLst>
                </p14:cNvPr>
                <p14:cNvContentPartPr/>
                <p14:nvPr/>
              </p14:nvContentPartPr>
              <p14:xfrm>
                <a:off x="10876785" y="4463880"/>
                <a:ext cx="18720" cy="51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AC7E400-606B-8DF5-4EE4-0338D1878E8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70665" y="4457760"/>
                  <a:ext cx="309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C8FF877-99F9-E9FA-A044-D7999CA6307B}"/>
              </a:ext>
            </a:extLst>
          </p:cNvPr>
          <p:cNvGrpSpPr/>
          <p:nvPr/>
        </p:nvGrpSpPr>
        <p:grpSpPr>
          <a:xfrm>
            <a:off x="6563625" y="3205680"/>
            <a:ext cx="3768120" cy="1922400"/>
            <a:chOff x="6563625" y="3205680"/>
            <a:chExt cx="3768120" cy="19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C5A0860-8925-46A5-4A05-99F6FB3E1622}"/>
                    </a:ext>
                  </a:extLst>
                </p14:cNvPr>
                <p14:cNvContentPartPr/>
                <p14:nvPr/>
              </p14:nvContentPartPr>
              <p14:xfrm>
                <a:off x="6563625" y="3392880"/>
                <a:ext cx="379440" cy="804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C5A0860-8925-46A5-4A05-99F6FB3E16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57505" y="3386760"/>
                  <a:ext cx="39168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3FDA6A3-FE2B-7D8C-7852-01757CBF85BF}"/>
                    </a:ext>
                  </a:extLst>
                </p14:cNvPr>
                <p14:cNvContentPartPr/>
                <p14:nvPr/>
              </p14:nvContentPartPr>
              <p14:xfrm>
                <a:off x="7154745" y="3350760"/>
                <a:ext cx="61200" cy="425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3FDA6A3-FE2B-7D8C-7852-01757CBF85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8625" y="3344640"/>
                  <a:ext cx="73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53799EA-DF26-C362-CEBC-EF937BFA33AB}"/>
                    </a:ext>
                  </a:extLst>
                </p14:cNvPr>
                <p14:cNvContentPartPr/>
                <p14:nvPr/>
              </p14:nvContentPartPr>
              <p14:xfrm>
                <a:off x="7466865" y="3526800"/>
                <a:ext cx="320400" cy="79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53799EA-DF26-C362-CEBC-EF937BFA33A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60745" y="3520680"/>
                  <a:ext cx="33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FA435A-8F75-B227-C259-26910433FBA1}"/>
                    </a:ext>
                  </a:extLst>
                </p14:cNvPr>
                <p14:cNvContentPartPr/>
                <p14:nvPr/>
              </p14:nvContentPartPr>
              <p14:xfrm>
                <a:off x="8059785" y="3265800"/>
                <a:ext cx="350640" cy="580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FA435A-8F75-B227-C259-26910433FB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53665" y="3259680"/>
                  <a:ext cx="3628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1E59B76-E027-BC67-40AF-B501641D710B}"/>
                    </a:ext>
                  </a:extLst>
                </p14:cNvPr>
                <p14:cNvContentPartPr/>
                <p14:nvPr/>
              </p14:nvContentPartPr>
              <p14:xfrm>
                <a:off x="8564145" y="3205680"/>
                <a:ext cx="295560" cy="630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1E59B76-E027-BC67-40AF-B501641D71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58025" y="3199560"/>
                  <a:ext cx="30780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10F0E7-70DA-E24A-5423-F82C2AAEF0C0}"/>
                    </a:ext>
                  </a:extLst>
                </p14:cNvPr>
                <p14:cNvContentPartPr/>
                <p14:nvPr/>
              </p14:nvContentPartPr>
              <p14:xfrm>
                <a:off x="8977065" y="3409440"/>
                <a:ext cx="320400" cy="260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10F0E7-70DA-E24A-5423-F82C2AAEF0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70945" y="3403320"/>
                  <a:ext cx="332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589571-C057-ED3B-D70D-5DCF76FEEA0C}"/>
                    </a:ext>
                  </a:extLst>
                </p14:cNvPr>
                <p14:cNvContentPartPr/>
                <p14:nvPr/>
              </p14:nvContentPartPr>
              <p14:xfrm>
                <a:off x="8841705" y="3338520"/>
                <a:ext cx="284040" cy="497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589571-C057-ED3B-D70D-5DCF76FEEA0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35585" y="3332400"/>
                  <a:ext cx="2962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E782AF-903A-D0D0-FBEC-A5466F45DBE6}"/>
                    </a:ext>
                  </a:extLst>
                </p14:cNvPr>
                <p14:cNvContentPartPr/>
                <p14:nvPr/>
              </p14:nvContentPartPr>
              <p14:xfrm>
                <a:off x="9299265" y="3307920"/>
                <a:ext cx="201600" cy="497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4E782AF-903A-D0D0-FBEC-A5466F45DBE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93145" y="3301800"/>
                  <a:ext cx="21384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21B2C1-1C82-A04F-49CE-9B5C6312FFCC}"/>
                    </a:ext>
                  </a:extLst>
                </p14:cNvPr>
                <p14:cNvContentPartPr/>
                <p14:nvPr/>
              </p14:nvContentPartPr>
              <p14:xfrm>
                <a:off x="9432105" y="4246440"/>
                <a:ext cx="512280" cy="881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21B2C1-1C82-A04F-49CE-9B5C6312FF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25985" y="4240320"/>
                  <a:ext cx="52452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865DA22-0BCA-9086-D930-E183AC1497F8}"/>
                    </a:ext>
                  </a:extLst>
                </p14:cNvPr>
                <p14:cNvContentPartPr/>
                <p14:nvPr/>
              </p14:nvContentPartPr>
              <p14:xfrm>
                <a:off x="10131225" y="4445520"/>
                <a:ext cx="93960" cy="45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865DA22-0BCA-9086-D930-E183AC1497F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25105" y="4439400"/>
                  <a:ext cx="106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5BA61D7-25BB-1F58-A0E7-9E10CACF1822}"/>
                    </a:ext>
                  </a:extLst>
                </p14:cNvPr>
                <p14:cNvContentPartPr/>
                <p14:nvPr/>
              </p14:nvContentPartPr>
              <p14:xfrm>
                <a:off x="10205745" y="4611120"/>
                <a:ext cx="126000" cy="42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5BA61D7-25BB-1F58-A0E7-9E10CACF18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99625" y="4605000"/>
                  <a:ext cx="138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3D8580-B9AB-D4C6-7805-1B55D69ACF4C}"/>
                    </a:ext>
                  </a:extLst>
                </p14:cNvPr>
                <p14:cNvContentPartPr/>
                <p14:nvPr/>
              </p14:nvContentPartPr>
              <p14:xfrm>
                <a:off x="9584025" y="3688800"/>
                <a:ext cx="201960" cy="502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3D8580-B9AB-D4C6-7805-1B55D69ACF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77905" y="3682680"/>
                  <a:ext cx="2142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39681E6-EA3E-74CF-C4F2-CF6A6F0EE1A1}"/>
                    </a:ext>
                  </a:extLst>
                </p14:cNvPr>
                <p14:cNvContentPartPr/>
                <p14:nvPr/>
              </p14:nvContentPartPr>
              <p14:xfrm>
                <a:off x="9536865" y="4055640"/>
                <a:ext cx="511560" cy="124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39681E6-EA3E-74CF-C4F2-CF6A6F0EE1A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530745" y="4049520"/>
                  <a:ext cx="52380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A025431-2357-2D89-0D5C-D0ADE94DB772}"/>
              </a:ext>
            </a:extLst>
          </p:cNvPr>
          <p:cNvGrpSpPr/>
          <p:nvPr/>
        </p:nvGrpSpPr>
        <p:grpSpPr>
          <a:xfrm>
            <a:off x="9266145" y="1902480"/>
            <a:ext cx="707760" cy="636120"/>
            <a:chOff x="9266145" y="1902480"/>
            <a:chExt cx="707760" cy="6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950657-B388-B234-B153-621DB098257C}"/>
                    </a:ext>
                  </a:extLst>
                </p14:cNvPr>
                <p14:cNvContentPartPr/>
                <p14:nvPr/>
              </p14:nvContentPartPr>
              <p14:xfrm>
                <a:off x="9266145" y="1902480"/>
                <a:ext cx="381960" cy="363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950657-B388-B234-B153-621DB09825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60025" y="1896360"/>
                  <a:ext cx="394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F613E0-3BB8-778E-5505-27E066A58DF2}"/>
                    </a:ext>
                  </a:extLst>
                </p14:cNvPr>
                <p14:cNvContentPartPr/>
                <p14:nvPr/>
              </p14:nvContentPartPr>
              <p14:xfrm>
                <a:off x="9532545" y="1961160"/>
                <a:ext cx="236880" cy="57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F613E0-3BB8-778E-5505-27E066A58DF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526425" y="1955040"/>
                  <a:ext cx="2491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73D4EA-5ACD-87AC-BE44-17C01901561C}"/>
                    </a:ext>
                  </a:extLst>
                </p14:cNvPr>
                <p14:cNvContentPartPr/>
                <p14:nvPr/>
              </p14:nvContentPartPr>
              <p14:xfrm>
                <a:off x="9932505" y="2496120"/>
                <a:ext cx="41400" cy="20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73D4EA-5ACD-87AC-BE44-17C0190156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26385" y="2490000"/>
                  <a:ext cx="53640" cy="3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201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78B1E2B-A5A1-08CE-9502-20F53EB608F0}"/>
              </a:ext>
            </a:extLst>
          </p:cNvPr>
          <p:cNvGrpSpPr/>
          <p:nvPr/>
        </p:nvGrpSpPr>
        <p:grpSpPr>
          <a:xfrm>
            <a:off x="1027545" y="466215"/>
            <a:ext cx="11135160" cy="3643200"/>
            <a:chOff x="1027545" y="466215"/>
            <a:chExt cx="11135160" cy="36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38238E-C120-D1CF-8C54-26A8E1C680BF}"/>
                    </a:ext>
                  </a:extLst>
                </p14:cNvPr>
                <p14:cNvContentPartPr/>
                <p14:nvPr/>
              </p14:nvContentPartPr>
              <p14:xfrm>
                <a:off x="1027545" y="648015"/>
                <a:ext cx="1442160" cy="93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38238E-C120-D1CF-8C54-26A8E1C680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1425" y="641895"/>
                  <a:ext cx="1454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86C2B65-F675-2459-DB44-9C5A8B5F481C}"/>
                    </a:ext>
                  </a:extLst>
                </p14:cNvPr>
                <p14:cNvContentPartPr/>
                <p14:nvPr/>
              </p14:nvContentPartPr>
              <p14:xfrm>
                <a:off x="1275585" y="729375"/>
                <a:ext cx="581040" cy="1135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86C2B65-F675-2459-DB44-9C5A8B5F48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9465" y="723255"/>
                  <a:ext cx="593280" cy="11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EE4A23-16A3-276F-20F0-CAE9226488F9}"/>
                    </a:ext>
                  </a:extLst>
                </p14:cNvPr>
                <p14:cNvContentPartPr/>
                <p14:nvPr/>
              </p14:nvContentPartPr>
              <p14:xfrm>
                <a:off x="2166225" y="960495"/>
                <a:ext cx="284400" cy="695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EE4A23-16A3-276F-20F0-CAE9226488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60105" y="954375"/>
                  <a:ext cx="2966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2804CE-27A7-CD27-44BD-5FF082105E7C}"/>
                    </a:ext>
                  </a:extLst>
                </p14:cNvPr>
                <p14:cNvContentPartPr/>
                <p14:nvPr/>
              </p14:nvContentPartPr>
              <p14:xfrm>
                <a:off x="2651145" y="1008015"/>
                <a:ext cx="208080" cy="505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2804CE-27A7-CD27-44BD-5FF082105E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45025" y="1001895"/>
                  <a:ext cx="22032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62DA5F-E176-C557-4C9C-8AB74DE03306}"/>
                    </a:ext>
                  </a:extLst>
                </p14:cNvPr>
                <p14:cNvContentPartPr/>
                <p14:nvPr/>
              </p14:nvContentPartPr>
              <p14:xfrm>
                <a:off x="2716665" y="1189095"/>
                <a:ext cx="173160" cy="87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62DA5F-E176-C557-4C9C-8AB74DE033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10545" y="1182975"/>
                  <a:ext cx="185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6B2552-7BC2-0A56-597E-D98A26B6DF90}"/>
                    </a:ext>
                  </a:extLst>
                </p14:cNvPr>
                <p14:cNvContentPartPr/>
                <p14:nvPr/>
              </p14:nvContentPartPr>
              <p14:xfrm>
                <a:off x="2951025" y="1397535"/>
                <a:ext cx="97920" cy="199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6B2552-7BC2-0A56-597E-D98A26B6DF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44905" y="1391415"/>
                  <a:ext cx="110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E5D791-47A9-7E90-4A9F-7C68073B9FE0}"/>
                    </a:ext>
                  </a:extLst>
                </p14:cNvPr>
                <p14:cNvContentPartPr/>
                <p14:nvPr/>
              </p14:nvContentPartPr>
              <p14:xfrm>
                <a:off x="3350985" y="1359375"/>
                <a:ext cx="102240" cy="136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E5D791-47A9-7E90-4A9F-7C68073B9F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4865" y="1353255"/>
                  <a:ext cx="114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990030-076D-DCFB-AF4E-96E98F1336EA}"/>
                    </a:ext>
                  </a:extLst>
                </p14:cNvPr>
                <p14:cNvContentPartPr/>
                <p14:nvPr/>
              </p14:nvContentPartPr>
              <p14:xfrm>
                <a:off x="3792345" y="694095"/>
                <a:ext cx="282600" cy="684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990030-076D-DCFB-AF4E-96E98F1336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6225" y="687975"/>
                  <a:ext cx="29484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39085B-F16B-7C75-7A68-CEADEF2EFB8E}"/>
                    </a:ext>
                  </a:extLst>
                </p14:cNvPr>
                <p14:cNvContentPartPr/>
                <p14:nvPr/>
              </p14:nvContentPartPr>
              <p14:xfrm>
                <a:off x="4110225" y="1249935"/>
                <a:ext cx="65520" cy="133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39085B-F16B-7C75-7A68-CEADEF2EFB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04105" y="1243815"/>
                  <a:ext cx="7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9703A3-35DA-5E14-E52D-9C2FA74131EB}"/>
                    </a:ext>
                  </a:extLst>
                </p14:cNvPr>
                <p14:cNvContentPartPr/>
                <p14:nvPr/>
              </p14:nvContentPartPr>
              <p14:xfrm>
                <a:off x="3988905" y="568095"/>
                <a:ext cx="754200" cy="1199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9703A3-35DA-5E14-E52D-9C2FA74131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82785" y="561975"/>
                  <a:ext cx="766440" cy="12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6998A2-FA53-FDDE-155F-B7B2C0276243}"/>
                    </a:ext>
                  </a:extLst>
                </p14:cNvPr>
                <p14:cNvContentPartPr/>
                <p14:nvPr/>
              </p14:nvContentPartPr>
              <p14:xfrm>
                <a:off x="5340345" y="793455"/>
                <a:ext cx="201240" cy="4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6998A2-FA53-FDDE-155F-B7B2C02762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34225" y="787335"/>
                  <a:ext cx="213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865AE6-D3A1-1E88-F5CF-3E27DF10A94F}"/>
                    </a:ext>
                  </a:extLst>
                </p14:cNvPr>
                <p14:cNvContentPartPr/>
                <p14:nvPr/>
              </p14:nvContentPartPr>
              <p14:xfrm>
                <a:off x="6283905" y="466575"/>
                <a:ext cx="16200" cy="46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865AE6-D3A1-1E88-F5CF-3E27DF10A9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77785" y="460455"/>
                  <a:ext cx="284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A9AC70-4F01-7246-75F3-B46FBCAF2656}"/>
                    </a:ext>
                  </a:extLst>
                </p14:cNvPr>
                <p14:cNvContentPartPr/>
                <p14:nvPr/>
              </p14:nvContentPartPr>
              <p14:xfrm>
                <a:off x="5224425" y="1186215"/>
                <a:ext cx="283680" cy="4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A9AC70-4F01-7246-75F3-B46FBCAF26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18305" y="1180095"/>
                  <a:ext cx="295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3536F0-7A4C-213F-C7C3-4C562C453B9E}"/>
                    </a:ext>
                  </a:extLst>
                </p14:cNvPr>
                <p14:cNvContentPartPr/>
                <p14:nvPr/>
              </p14:nvContentPartPr>
              <p14:xfrm>
                <a:off x="5760825" y="1228335"/>
                <a:ext cx="1333800" cy="69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3536F0-7A4C-213F-C7C3-4C562C453B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54705" y="1222215"/>
                  <a:ext cx="1346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07F8DA-CE39-458C-E834-1CB82A9A41E3}"/>
                    </a:ext>
                  </a:extLst>
                </p14:cNvPr>
                <p14:cNvContentPartPr/>
                <p14:nvPr/>
              </p14:nvContentPartPr>
              <p14:xfrm>
                <a:off x="5874945" y="1603095"/>
                <a:ext cx="397080" cy="410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07F8DA-CE39-458C-E834-1CB82A9A41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8825" y="1596975"/>
                  <a:ext cx="4093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FE9B53-4CE6-B38D-5E6E-D67F2C1D4CE0}"/>
                    </a:ext>
                  </a:extLst>
                </p14:cNvPr>
                <p14:cNvContentPartPr/>
                <p14:nvPr/>
              </p14:nvContentPartPr>
              <p14:xfrm>
                <a:off x="6515025" y="1601295"/>
                <a:ext cx="21960" cy="27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FE9B53-4CE6-B38D-5E6E-D67F2C1D4C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08905" y="1595175"/>
                  <a:ext cx="34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E66F57-9927-7B29-A154-82EB14F178C3}"/>
                    </a:ext>
                  </a:extLst>
                </p14:cNvPr>
                <p14:cNvContentPartPr/>
                <p14:nvPr/>
              </p14:nvContentPartPr>
              <p14:xfrm>
                <a:off x="6520785" y="1545135"/>
                <a:ext cx="460800" cy="387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E66F57-9927-7B29-A154-82EB14F178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14665" y="1539015"/>
                  <a:ext cx="4730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9D334B-EAD0-3849-EDEE-F935278FA5F6}"/>
                    </a:ext>
                  </a:extLst>
                </p14:cNvPr>
                <p14:cNvContentPartPr/>
                <p14:nvPr/>
              </p14:nvContentPartPr>
              <p14:xfrm>
                <a:off x="7417905" y="728655"/>
                <a:ext cx="1185480" cy="112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9D334B-EAD0-3849-EDEE-F935278FA5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11785" y="722535"/>
                  <a:ext cx="1197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F7265E-7968-C7D3-E3CA-28884443285F}"/>
                    </a:ext>
                  </a:extLst>
                </p14:cNvPr>
                <p14:cNvContentPartPr/>
                <p14:nvPr/>
              </p14:nvContentPartPr>
              <p14:xfrm>
                <a:off x="7377225" y="730455"/>
                <a:ext cx="866520" cy="835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F7265E-7968-C7D3-E3CA-2888444328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71105" y="724335"/>
                  <a:ext cx="878760" cy="84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A762A9-702C-69EE-4ED2-C5FEF21A57DF}"/>
                    </a:ext>
                  </a:extLst>
                </p14:cNvPr>
                <p14:cNvContentPartPr/>
                <p14:nvPr/>
              </p14:nvContentPartPr>
              <p14:xfrm>
                <a:off x="7888785" y="478815"/>
                <a:ext cx="302040" cy="92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A762A9-702C-69EE-4ED2-C5FEF21A57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82665" y="472695"/>
                  <a:ext cx="314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0A47BB-5458-C14D-5A1F-92C6276D8A70}"/>
                    </a:ext>
                  </a:extLst>
                </p14:cNvPr>
                <p14:cNvContentPartPr/>
                <p14:nvPr/>
              </p14:nvContentPartPr>
              <p14:xfrm>
                <a:off x="7878345" y="1563855"/>
                <a:ext cx="20880" cy="25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0A47BB-5458-C14D-5A1F-92C6276D8A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72225" y="1557735"/>
                  <a:ext cx="3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AC8813-8D27-EA02-2A01-47B9F20FAAE9}"/>
                    </a:ext>
                  </a:extLst>
                </p14:cNvPr>
                <p14:cNvContentPartPr/>
                <p14:nvPr/>
              </p14:nvContentPartPr>
              <p14:xfrm>
                <a:off x="7767825" y="1824855"/>
                <a:ext cx="23040" cy="132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AC8813-8D27-EA02-2A01-47B9F20FAA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61705" y="1818735"/>
                  <a:ext cx="35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5CF292-56CC-08EC-04F6-EAD3CD9F4951}"/>
                    </a:ext>
                  </a:extLst>
                </p14:cNvPr>
                <p14:cNvContentPartPr/>
                <p14:nvPr/>
              </p14:nvContentPartPr>
              <p14:xfrm>
                <a:off x="8015505" y="1821975"/>
                <a:ext cx="74520" cy="2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5CF292-56CC-08EC-04F6-EAD3CD9F49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9385" y="1815855"/>
                  <a:ext cx="86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0E37CD-572C-E639-63EF-CD718D92D428}"/>
                    </a:ext>
                  </a:extLst>
                </p14:cNvPr>
                <p14:cNvContentPartPr/>
                <p14:nvPr/>
              </p14:nvContentPartPr>
              <p14:xfrm>
                <a:off x="8123145" y="1918815"/>
                <a:ext cx="54000" cy="37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0E37CD-572C-E639-63EF-CD718D92D4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17025" y="1912695"/>
                  <a:ext cx="66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76324B-C4F6-820F-7B44-F3B3F5038A3A}"/>
                    </a:ext>
                  </a:extLst>
                </p14:cNvPr>
                <p14:cNvContentPartPr/>
                <p14:nvPr/>
              </p14:nvContentPartPr>
              <p14:xfrm>
                <a:off x="8317545" y="1791015"/>
                <a:ext cx="31320" cy="167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76324B-C4F6-820F-7B44-F3B3F5038A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11425" y="1784895"/>
                  <a:ext cx="43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FD79A1-A0B8-0B92-7DAE-DE31CC9B285D}"/>
                    </a:ext>
                  </a:extLst>
                </p14:cNvPr>
                <p14:cNvContentPartPr/>
                <p14:nvPr/>
              </p14:nvContentPartPr>
              <p14:xfrm>
                <a:off x="8613105" y="849615"/>
                <a:ext cx="247680" cy="740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FD79A1-A0B8-0B92-7DAE-DE31CC9B28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06985" y="843495"/>
                  <a:ext cx="25992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774082-BECC-5D5F-D341-94C62B075F95}"/>
                    </a:ext>
                  </a:extLst>
                </p14:cNvPr>
                <p14:cNvContentPartPr/>
                <p14:nvPr/>
              </p14:nvContentPartPr>
              <p14:xfrm>
                <a:off x="9047985" y="828375"/>
                <a:ext cx="492840" cy="51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774082-BECC-5D5F-D341-94C62B075F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1865" y="822255"/>
                  <a:ext cx="5050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D9BCC5-ED3A-49A6-6DDE-0C50006E7C2A}"/>
                    </a:ext>
                  </a:extLst>
                </p14:cNvPr>
                <p14:cNvContentPartPr/>
                <p14:nvPr/>
              </p14:nvContentPartPr>
              <p14:xfrm>
                <a:off x="9540105" y="1006215"/>
                <a:ext cx="244440" cy="39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D9BCC5-ED3A-49A6-6DDE-0C50006E7C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33985" y="1000095"/>
                  <a:ext cx="2566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293076-EC61-3372-31EA-0E85624AD5F8}"/>
                    </a:ext>
                  </a:extLst>
                </p14:cNvPr>
                <p14:cNvContentPartPr/>
                <p14:nvPr/>
              </p14:nvContentPartPr>
              <p14:xfrm>
                <a:off x="9893625" y="1012335"/>
                <a:ext cx="378720" cy="351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293076-EC61-3372-31EA-0E85624AD5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87505" y="1006215"/>
                  <a:ext cx="390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EBB143-2A91-ACE7-7D09-828D87477C85}"/>
                    </a:ext>
                  </a:extLst>
                </p14:cNvPr>
                <p14:cNvContentPartPr/>
                <p14:nvPr/>
              </p14:nvContentPartPr>
              <p14:xfrm>
                <a:off x="10258305" y="798495"/>
                <a:ext cx="109080" cy="222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EBB143-2A91-ACE7-7D09-828D87477C8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52185" y="792375"/>
                  <a:ext cx="121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513260-FCD3-D054-C1A9-EC8F2C2D0A63}"/>
                    </a:ext>
                  </a:extLst>
                </p14:cNvPr>
                <p14:cNvContentPartPr/>
                <p14:nvPr/>
              </p14:nvContentPartPr>
              <p14:xfrm>
                <a:off x="10232025" y="671775"/>
                <a:ext cx="37080" cy="185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513260-FCD3-D054-C1A9-EC8F2C2D0A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25905" y="665655"/>
                  <a:ext cx="49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288F18-C999-0463-A62D-2AEC29183B59}"/>
                    </a:ext>
                  </a:extLst>
                </p14:cNvPr>
                <p14:cNvContentPartPr/>
                <p14:nvPr/>
              </p14:nvContentPartPr>
              <p14:xfrm>
                <a:off x="10083345" y="786975"/>
                <a:ext cx="244080" cy="271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288F18-C999-0463-A62D-2AEC29183B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77225" y="780855"/>
                  <a:ext cx="256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CAE60E-C4A0-9CFB-B946-0C1CFFF59223}"/>
                    </a:ext>
                  </a:extLst>
                </p14:cNvPr>
                <p14:cNvContentPartPr/>
                <p14:nvPr/>
              </p14:nvContentPartPr>
              <p14:xfrm>
                <a:off x="10289265" y="660615"/>
                <a:ext cx="265680" cy="42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CAE60E-C4A0-9CFB-B946-0C1CFFF592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83145" y="654495"/>
                  <a:ext cx="2779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77A960-C171-5617-D824-EE3F5072370A}"/>
                    </a:ext>
                  </a:extLst>
                </p14:cNvPr>
                <p14:cNvContentPartPr/>
                <p14:nvPr/>
              </p14:nvContentPartPr>
              <p14:xfrm>
                <a:off x="10278825" y="689415"/>
                <a:ext cx="21600" cy="14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77A960-C171-5617-D824-EE3F507237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72705" y="683295"/>
                  <a:ext cx="33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717458-2804-73EB-4F1B-62F09D231AE0}"/>
                    </a:ext>
                  </a:extLst>
                </p14:cNvPr>
                <p14:cNvContentPartPr/>
                <p14:nvPr/>
              </p14:nvContentPartPr>
              <p14:xfrm>
                <a:off x="10513545" y="1209975"/>
                <a:ext cx="433080" cy="34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717458-2804-73EB-4F1B-62F09D231A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07425" y="1203855"/>
                  <a:ext cx="445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38C2D08-5726-B2AD-9631-49C6808291A0}"/>
                    </a:ext>
                  </a:extLst>
                </p14:cNvPr>
                <p14:cNvContentPartPr/>
                <p14:nvPr/>
              </p14:nvContentPartPr>
              <p14:xfrm>
                <a:off x="11016105" y="928815"/>
                <a:ext cx="340560" cy="966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38C2D08-5726-B2AD-9631-49C6808291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9985" y="922695"/>
                  <a:ext cx="352800" cy="9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C256E0-4F85-7037-2143-8B7B3648ACB7}"/>
                    </a:ext>
                  </a:extLst>
                </p14:cNvPr>
                <p14:cNvContentPartPr/>
                <p14:nvPr/>
              </p14:nvContentPartPr>
              <p14:xfrm>
                <a:off x="9834225" y="1050495"/>
                <a:ext cx="67680" cy="405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C256E0-4F85-7037-2143-8B7B3648AC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28105" y="1044375"/>
                  <a:ext cx="799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13CF66-6532-E435-340B-058B12E82C23}"/>
                    </a:ext>
                  </a:extLst>
                </p14:cNvPr>
                <p14:cNvContentPartPr/>
                <p14:nvPr/>
              </p14:nvContentPartPr>
              <p14:xfrm>
                <a:off x="10099545" y="1058055"/>
                <a:ext cx="108000" cy="457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13CF66-6532-E435-340B-058B12E82C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93425" y="1051935"/>
                  <a:ext cx="1202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0E82AD-83A3-E823-19CE-4FE3AF128AA2}"/>
                    </a:ext>
                  </a:extLst>
                </p14:cNvPr>
                <p14:cNvContentPartPr/>
                <p14:nvPr/>
              </p14:nvContentPartPr>
              <p14:xfrm>
                <a:off x="11481225" y="650175"/>
                <a:ext cx="104040" cy="208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0E82AD-83A3-E823-19CE-4FE3AF128A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75105" y="644055"/>
                  <a:ext cx="116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8ECF3B-609E-EE6D-C638-D60F4305CEDD}"/>
                    </a:ext>
                  </a:extLst>
                </p14:cNvPr>
                <p14:cNvContentPartPr/>
                <p14:nvPr/>
              </p14:nvContentPartPr>
              <p14:xfrm>
                <a:off x="11501745" y="466215"/>
                <a:ext cx="102240" cy="1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8ECF3B-609E-EE6D-C638-D60F4305CE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95625" y="460095"/>
                  <a:ext cx="114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E32774-2E22-6F34-CC5A-9EA316509163}"/>
                    </a:ext>
                  </a:extLst>
                </p14:cNvPr>
                <p14:cNvContentPartPr/>
                <p14:nvPr/>
              </p14:nvContentPartPr>
              <p14:xfrm>
                <a:off x="11356665" y="644055"/>
                <a:ext cx="88200" cy="325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E32774-2E22-6F34-CC5A-9EA31650916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50545" y="637935"/>
                  <a:ext cx="1004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105F0D-0CCD-E48C-CC12-81E43B2E490E}"/>
                    </a:ext>
                  </a:extLst>
                </p14:cNvPr>
                <p14:cNvContentPartPr/>
                <p14:nvPr/>
              </p14:nvContentPartPr>
              <p14:xfrm>
                <a:off x="11597865" y="525975"/>
                <a:ext cx="193680" cy="386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105F0D-0CCD-E48C-CC12-81E43B2E490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91745" y="519855"/>
                  <a:ext cx="2059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E8DE6CC-65F8-214F-FB41-9A41554FA0E6}"/>
                    </a:ext>
                  </a:extLst>
                </p14:cNvPr>
                <p14:cNvContentPartPr/>
                <p14:nvPr/>
              </p14:nvContentPartPr>
              <p14:xfrm>
                <a:off x="11629905" y="586455"/>
                <a:ext cx="343800" cy="847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E8DE6CC-65F8-214F-FB41-9A41554FA0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23785" y="580335"/>
                  <a:ext cx="35604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1DA751-243B-2008-BF20-F8DEC56AF2A8}"/>
                    </a:ext>
                  </a:extLst>
                </p14:cNvPr>
                <p14:cNvContentPartPr/>
                <p14:nvPr/>
              </p14:nvContentPartPr>
              <p14:xfrm>
                <a:off x="12009345" y="475215"/>
                <a:ext cx="153360" cy="189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1DA751-243B-2008-BF20-F8DEC56AF2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003225" y="469095"/>
                  <a:ext cx="165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FE3E289-7098-7497-C31D-237162B896E2}"/>
                    </a:ext>
                  </a:extLst>
                </p14:cNvPr>
                <p14:cNvContentPartPr/>
                <p14:nvPr/>
              </p14:nvContentPartPr>
              <p14:xfrm>
                <a:off x="9014505" y="1496175"/>
                <a:ext cx="2800080" cy="855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FE3E289-7098-7497-C31D-237162B896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08385" y="1490055"/>
                  <a:ext cx="2812320" cy="8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06AC966-91B1-470F-756C-0B14789BF1EF}"/>
                    </a:ext>
                  </a:extLst>
                </p14:cNvPr>
                <p14:cNvContentPartPr/>
                <p14:nvPr/>
              </p14:nvContentPartPr>
              <p14:xfrm>
                <a:off x="9131505" y="1892535"/>
                <a:ext cx="10440" cy="199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06AC966-91B1-470F-756C-0B14789BF1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25385" y="1886415"/>
                  <a:ext cx="22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559413-3027-F136-7FE4-4F5CA81B1AA2}"/>
                    </a:ext>
                  </a:extLst>
                </p14:cNvPr>
                <p14:cNvContentPartPr/>
                <p14:nvPr/>
              </p14:nvContentPartPr>
              <p14:xfrm>
                <a:off x="8226105" y="2262255"/>
                <a:ext cx="1709280" cy="395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559413-3027-F136-7FE4-4F5CA81B1A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19985" y="2256135"/>
                  <a:ext cx="17215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7FDCEA0-37BA-436C-0075-F46F36493243}"/>
                    </a:ext>
                  </a:extLst>
                </p14:cNvPr>
                <p14:cNvContentPartPr/>
                <p14:nvPr/>
              </p14:nvContentPartPr>
              <p14:xfrm>
                <a:off x="4100865" y="2529735"/>
                <a:ext cx="4239720" cy="483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7FDCEA0-37BA-436C-0075-F46F364932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94745" y="2523615"/>
                  <a:ext cx="42519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7AB1931-6B7B-8ACF-98D4-B905E33D00CD}"/>
                    </a:ext>
                  </a:extLst>
                </p14:cNvPr>
                <p14:cNvContentPartPr/>
                <p14:nvPr/>
              </p14:nvContentPartPr>
              <p14:xfrm>
                <a:off x="4200225" y="2879655"/>
                <a:ext cx="460080" cy="151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7AB1931-6B7B-8ACF-98D4-B905E33D00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94105" y="2873535"/>
                  <a:ext cx="472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B66BF2-D905-0A85-958B-A8747CC979E9}"/>
                    </a:ext>
                  </a:extLst>
                </p14:cNvPr>
                <p14:cNvContentPartPr/>
                <p14:nvPr/>
              </p14:nvContentPartPr>
              <p14:xfrm>
                <a:off x="3983145" y="3052455"/>
                <a:ext cx="375120" cy="88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B66BF2-D905-0A85-958B-A8747CC979E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77025" y="3046335"/>
                  <a:ext cx="387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53EBAE3-E677-EDA7-C984-30C50BDD85BB}"/>
                    </a:ext>
                  </a:extLst>
                </p14:cNvPr>
                <p14:cNvContentPartPr/>
                <p14:nvPr/>
              </p14:nvContentPartPr>
              <p14:xfrm>
                <a:off x="4378785" y="2751855"/>
                <a:ext cx="255240" cy="298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53EBAE3-E677-EDA7-C984-30C50BDD85B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72665" y="2745735"/>
                  <a:ext cx="2674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1C0BE6-FB04-6DA3-2C8B-9B1770305547}"/>
                    </a:ext>
                  </a:extLst>
                </p14:cNvPr>
                <p14:cNvContentPartPr/>
                <p14:nvPr/>
              </p14:nvContentPartPr>
              <p14:xfrm>
                <a:off x="2640705" y="3231375"/>
                <a:ext cx="770040" cy="851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1C0BE6-FB04-6DA3-2C8B-9B17703055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34585" y="3225255"/>
                  <a:ext cx="78228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A4CEBCE-3068-AA58-6C66-BFED2CF48E5C}"/>
                    </a:ext>
                  </a:extLst>
                </p14:cNvPr>
                <p14:cNvContentPartPr/>
                <p14:nvPr/>
              </p14:nvContentPartPr>
              <p14:xfrm>
                <a:off x="3506145" y="3639615"/>
                <a:ext cx="200520" cy="469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A4CEBCE-3068-AA58-6C66-BFED2CF48E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00025" y="3633495"/>
                  <a:ext cx="21276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D89B370-2273-9282-5B7B-8CACEE2E8CC1}"/>
                    </a:ext>
                  </a:extLst>
                </p14:cNvPr>
                <p14:cNvContentPartPr/>
                <p14:nvPr/>
              </p14:nvContentPartPr>
              <p14:xfrm>
                <a:off x="4004745" y="3391935"/>
                <a:ext cx="27720" cy="595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D89B370-2273-9282-5B7B-8CACEE2E8CC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98625" y="3385815"/>
                  <a:ext cx="3996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CE4CDB-C3A9-2E8B-0B9E-0BA31DF50F79}"/>
                    </a:ext>
                  </a:extLst>
                </p14:cNvPr>
                <p14:cNvContentPartPr/>
                <p14:nvPr/>
              </p14:nvContentPartPr>
              <p14:xfrm>
                <a:off x="3764985" y="3738615"/>
                <a:ext cx="351360" cy="103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CE4CDB-C3A9-2E8B-0B9E-0BA31DF50F7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58865" y="3732495"/>
                  <a:ext cx="363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B9AD7D9-B958-EA91-FE8F-EFBA70A4B24E}"/>
                    </a:ext>
                  </a:extLst>
                </p14:cNvPr>
                <p14:cNvContentPartPr/>
                <p14:nvPr/>
              </p14:nvContentPartPr>
              <p14:xfrm>
                <a:off x="4328385" y="3267375"/>
                <a:ext cx="444960" cy="807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B9AD7D9-B958-EA91-FE8F-EFBA70A4B2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22265" y="3261255"/>
                  <a:ext cx="45720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8C2127-72D2-CC34-A492-315A7BE1D4EC}"/>
                    </a:ext>
                  </a:extLst>
                </p14:cNvPr>
                <p14:cNvContentPartPr/>
                <p14:nvPr/>
              </p14:nvContentPartPr>
              <p14:xfrm>
                <a:off x="4890705" y="3216615"/>
                <a:ext cx="612000" cy="559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8C2127-72D2-CC34-A492-315A7BE1D4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84585" y="3210495"/>
                  <a:ext cx="62424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D73C9B-D0AD-6124-CD1A-9EE5ABCCAD63}"/>
                    </a:ext>
                  </a:extLst>
                </p14:cNvPr>
                <p14:cNvContentPartPr/>
                <p14:nvPr/>
              </p14:nvContentPartPr>
              <p14:xfrm>
                <a:off x="5499825" y="3184935"/>
                <a:ext cx="345600" cy="630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D73C9B-D0AD-6124-CD1A-9EE5ABCCAD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93705" y="3178815"/>
                  <a:ext cx="35784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85AEC5C-816D-30B0-5799-45DEEC7B2BD3}"/>
                    </a:ext>
                  </a:extLst>
                </p14:cNvPr>
                <p14:cNvContentPartPr/>
                <p14:nvPr/>
              </p14:nvContentPartPr>
              <p14:xfrm>
                <a:off x="5981145" y="3294015"/>
                <a:ext cx="582120" cy="405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85AEC5C-816D-30B0-5799-45DEEC7B2B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75025" y="3287895"/>
                  <a:ext cx="594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0F67D6-45FA-917F-B57F-362874C18028}"/>
                    </a:ext>
                  </a:extLst>
                </p14:cNvPr>
                <p14:cNvContentPartPr/>
                <p14:nvPr/>
              </p14:nvContentPartPr>
              <p14:xfrm>
                <a:off x="5888625" y="3243255"/>
                <a:ext cx="371880" cy="655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0F67D6-45FA-917F-B57F-362874C1802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82505" y="3237135"/>
                  <a:ext cx="38412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0042081-3E3D-B63F-2F3E-8E805820BBD1}"/>
                    </a:ext>
                  </a:extLst>
                </p14:cNvPr>
                <p14:cNvContentPartPr/>
                <p14:nvPr/>
              </p14:nvContentPartPr>
              <p14:xfrm>
                <a:off x="6353745" y="3093495"/>
                <a:ext cx="335880" cy="812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0042081-3E3D-B63F-2F3E-8E805820BBD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47625" y="3087375"/>
                  <a:ext cx="34812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79D619-7BE5-DF63-3770-2FAA385FB09A}"/>
                    </a:ext>
                  </a:extLst>
                </p14:cNvPr>
                <p14:cNvContentPartPr/>
                <p14:nvPr/>
              </p14:nvContentPartPr>
              <p14:xfrm>
                <a:off x="6701505" y="2954535"/>
                <a:ext cx="172800" cy="196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79D619-7BE5-DF63-3770-2FAA385FB09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95385" y="2948415"/>
                  <a:ext cx="185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9F7976-6DA5-D982-C777-62A6D6042F89}"/>
                    </a:ext>
                  </a:extLst>
                </p14:cNvPr>
                <p14:cNvContentPartPr/>
                <p14:nvPr/>
              </p14:nvContentPartPr>
              <p14:xfrm>
                <a:off x="6828225" y="2730255"/>
                <a:ext cx="9360" cy="20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9F7976-6DA5-D982-C777-62A6D6042F8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22105" y="2724135"/>
                  <a:ext cx="21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0BDEDE-21EC-DCDB-D778-7D6B68C422EE}"/>
                    </a:ext>
                  </a:extLst>
                </p14:cNvPr>
                <p14:cNvContentPartPr/>
                <p14:nvPr/>
              </p14:nvContentPartPr>
              <p14:xfrm>
                <a:off x="6633825" y="2928255"/>
                <a:ext cx="153360" cy="321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0BDEDE-21EC-DCDB-D778-7D6B68C422E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27705" y="2922135"/>
                  <a:ext cx="165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BD1A21F-C3C8-85D8-6688-7E239EF82146}"/>
                    </a:ext>
                  </a:extLst>
                </p14:cNvPr>
                <p14:cNvContentPartPr/>
                <p14:nvPr/>
              </p14:nvContentPartPr>
              <p14:xfrm>
                <a:off x="6929745" y="2864895"/>
                <a:ext cx="250560" cy="353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BD1A21F-C3C8-85D8-6688-7E239EF8214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23625" y="2858775"/>
                  <a:ext cx="2628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0ECFAA-A48F-AF9B-FEE8-13D53F2FF901}"/>
                    </a:ext>
                  </a:extLst>
                </p14:cNvPr>
                <p14:cNvContentPartPr/>
                <p14:nvPr/>
              </p14:nvContentPartPr>
              <p14:xfrm>
                <a:off x="7024785" y="3510375"/>
                <a:ext cx="67680" cy="32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0ECFAA-A48F-AF9B-FEE8-13D53F2FF9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18665" y="3504255"/>
                  <a:ext cx="7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DA85F01-7325-86B8-736F-22BFF82CEA4D}"/>
                    </a:ext>
                  </a:extLst>
                </p14:cNvPr>
                <p14:cNvContentPartPr/>
                <p14:nvPr/>
              </p14:nvContentPartPr>
              <p14:xfrm>
                <a:off x="7500345" y="3187455"/>
                <a:ext cx="411840" cy="850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DA85F01-7325-86B8-736F-22BFF82CEA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94225" y="3181335"/>
                  <a:ext cx="42408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417DA85-8F1C-81CF-2B52-1330FD98E5D7}"/>
                    </a:ext>
                  </a:extLst>
                </p14:cNvPr>
                <p14:cNvContentPartPr/>
                <p14:nvPr/>
              </p14:nvContentPartPr>
              <p14:xfrm>
                <a:off x="8032785" y="3019335"/>
                <a:ext cx="23400" cy="6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417DA85-8F1C-81CF-2B52-1330FD98E5D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26665" y="3013215"/>
                  <a:ext cx="35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51330A-1664-F058-BAAF-BDB28FE85B60}"/>
                    </a:ext>
                  </a:extLst>
                </p14:cNvPr>
                <p14:cNvContentPartPr/>
                <p14:nvPr/>
              </p14:nvContentPartPr>
              <p14:xfrm>
                <a:off x="8016585" y="2979375"/>
                <a:ext cx="84240" cy="152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51330A-1664-F058-BAAF-BDB28FE85B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10465" y="2973255"/>
                  <a:ext cx="96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B4A3097-BD01-3548-E1E0-9CC3D18509C6}"/>
                    </a:ext>
                  </a:extLst>
                </p14:cNvPr>
                <p14:cNvContentPartPr/>
                <p14:nvPr/>
              </p14:nvContentPartPr>
              <p14:xfrm>
                <a:off x="8119545" y="2819895"/>
                <a:ext cx="16200" cy="12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B4A3097-BD01-3548-E1E0-9CC3D18509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13425" y="2813775"/>
                  <a:ext cx="2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E067B90-CC6E-9343-AC01-34F82D954C97}"/>
                    </a:ext>
                  </a:extLst>
                </p14:cNvPr>
                <p14:cNvContentPartPr/>
                <p14:nvPr/>
              </p14:nvContentPartPr>
              <p14:xfrm>
                <a:off x="7898505" y="2930775"/>
                <a:ext cx="113040" cy="325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E067B90-CC6E-9343-AC01-34F82D954C9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92385" y="2924655"/>
                  <a:ext cx="125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8270CD-C48D-D3B3-57B7-C1AC7F9E95D6}"/>
                    </a:ext>
                  </a:extLst>
                </p14:cNvPr>
                <p14:cNvContentPartPr/>
                <p14:nvPr/>
              </p14:nvContentPartPr>
              <p14:xfrm>
                <a:off x="8051145" y="2874255"/>
                <a:ext cx="254160" cy="386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8270CD-C48D-D3B3-57B7-C1AC7F9E95D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45025" y="2868135"/>
                  <a:ext cx="266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9BD908B-7314-1C12-CF0E-1C75ADBB4E60}"/>
                    </a:ext>
                  </a:extLst>
                </p14:cNvPr>
                <p14:cNvContentPartPr/>
                <p14:nvPr/>
              </p14:nvContentPartPr>
              <p14:xfrm>
                <a:off x="8064825" y="2740335"/>
                <a:ext cx="560880" cy="1102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9BD908B-7314-1C12-CF0E-1C75ADBB4E6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58705" y="2734215"/>
                  <a:ext cx="57312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1D420D2-A144-9912-4245-CB492E0E0E22}"/>
                    </a:ext>
                  </a:extLst>
                </p14:cNvPr>
                <p14:cNvContentPartPr/>
                <p14:nvPr/>
              </p14:nvContentPartPr>
              <p14:xfrm>
                <a:off x="5153505" y="3997815"/>
                <a:ext cx="447120" cy="34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1D420D2-A144-9912-4245-CB492E0E0E2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47385" y="3991695"/>
                  <a:ext cx="4593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AE5FE3B-4D40-E4D9-E2F1-607856BF09EE}"/>
              </a:ext>
            </a:extLst>
          </p:cNvPr>
          <p:cNvGrpSpPr/>
          <p:nvPr/>
        </p:nvGrpSpPr>
        <p:grpSpPr>
          <a:xfrm>
            <a:off x="1466025" y="4266735"/>
            <a:ext cx="5519880" cy="1088640"/>
            <a:chOff x="1466025" y="4266735"/>
            <a:chExt cx="5519880" cy="10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3B6435-55B1-552E-5AAC-22535C0C0F2E}"/>
                    </a:ext>
                  </a:extLst>
                </p14:cNvPr>
                <p14:cNvContentPartPr/>
                <p14:nvPr/>
              </p14:nvContentPartPr>
              <p14:xfrm>
                <a:off x="1466025" y="4478055"/>
                <a:ext cx="512640" cy="761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3B6435-55B1-552E-5AAC-22535C0C0F2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59905" y="4471935"/>
                  <a:ext cx="5248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70CA52E-FC2B-857B-A0D3-BF176D8104CA}"/>
                    </a:ext>
                  </a:extLst>
                </p14:cNvPr>
                <p14:cNvContentPartPr/>
                <p14:nvPr/>
              </p14:nvContentPartPr>
              <p14:xfrm>
                <a:off x="2134185" y="4909335"/>
                <a:ext cx="329040" cy="446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70CA52E-FC2B-857B-A0D3-BF176D8104C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28065" y="4903215"/>
                  <a:ext cx="341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C58ED1-D778-12C0-AEA2-E37F89C2F655}"/>
                    </a:ext>
                  </a:extLst>
                </p14:cNvPr>
                <p14:cNvContentPartPr/>
                <p14:nvPr/>
              </p14:nvContentPartPr>
              <p14:xfrm>
                <a:off x="2637825" y="4639695"/>
                <a:ext cx="519120" cy="372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C58ED1-D778-12C0-AEA2-E37F89C2F65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31705" y="4633575"/>
                  <a:ext cx="5313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83A22EF-2FE1-8C3E-75CE-11212F3B977A}"/>
                    </a:ext>
                  </a:extLst>
                </p14:cNvPr>
                <p14:cNvContentPartPr/>
                <p14:nvPr/>
              </p14:nvContentPartPr>
              <p14:xfrm>
                <a:off x="2540265" y="4583535"/>
                <a:ext cx="293400" cy="52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83A22EF-2FE1-8C3E-75CE-11212F3B97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34145" y="4577415"/>
                  <a:ext cx="3056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259EBE-6953-4DBF-9DD9-71DBFDD7E966}"/>
                    </a:ext>
                  </a:extLst>
                </p14:cNvPr>
                <p14:cNvContentPartPr/>
                <p14:nvPr/>
              </p14:nvContentPartPr>
              <p14:xfrm>
                <a:off x="2774985" y="4574895"/>
                <a:ext cx="380160" cy="660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259EBE-6953-4DBF-9DD9-71DBFDD7E96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68865" y="4568775"/>
                  <a:ext cx="3924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4EBF46B-D870-05ED-BB93-7F48AF4EAA96}"/>
                    </a:ext>
                  </a:extLst>
                </p14:cNvPr>
                <p14:cNvContentPartPr/>
                <p14:nvPr/>
              </p14:nvContentPartPr>
              <p14:xfrm>
                <a:off x="3191145" y="4489575"/>
                <a:ext cx="58680" cy="174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4EBF46B-D870-05ED-BB93-7F48AF4EAA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85025" y="4483455"/>
                  <a:ext cx="70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9C42F1-AE2D-6D67-291D-990B55B08637}"/>
                    </a:ext>
                  </a:extLst>
                </p14:cNvPr>
                <p14:cNvContentPartPr/>
                <p14:nvPr/>
              </p14:nvContentPartPr>
              <p14:xfrm>
                <a:off x="3291585" y="4350615"/>
                <a:ext cx="7200" cy="27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9C42F1-AE2D-6D67-291D-990B55B086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85465" y="4344495"/>
                  <a:ext cx="19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A4F39F-0119-DDED-28DF-0CA8B25D59ED}"/>
                    </a:ext>
                  </a:extLst>
                </p14:cNvPr>
                <p14:cNvContentPartPr/>
                <p14:nvPr/>
              </p14:nvContentPartPr>
              <p14:xfrm>
                <a:off x="3649425" y="4686855"/>
                <a:ext cx="86040" cy="50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A4F39F-0119-DDED-28DF-0CA8B25D59E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43305" y="4680735"/>
                  <a:ext cx="98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F8CE7B2-AC9C-E95B-BA6D-899A5E86CC6F}"/>
                    </a:ext>
                  </a:extLst>
                </p14:cNvPr>
                <p14:cNvContentPartPr/>
                <p14:nvPr/>
              </p14:nvContentPartPr>
              <p14:xfrm>
                <a:off x="3595785" y="4944255"/>
                <a:ext cx="198000" cy="85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F8CE7B2-AC9C-E95B-BA6D-899A5E86CC6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89665" y="4938135"/>
                  <a:ext cx="210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DCEB074-0D89-CF56-C067-65B9696DABF4}"/>
                    </a:ext>
                  </a:extLst>
                </p14:cNvPr>
                <p14:cNvContentPartPr/>
                <p14:nvPr/>
              </p14:nvContentPartPr>
              <p14:xfrm>
                <a:off x="5584425" y="4266735"/>
                <a:ext cx="50040" cy="285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DCEB074-0D89-CF56-C067-65B9696DABF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78305" y="4260615"/>
                  <a:ext cx="6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709011-448A-6832-3310-D41B4CFEB5B0}"/>
                    </a:ext>
                  </a:extLst>
                </p14:cNvPr>
                <p14:cNvContentPartPr/>
                <p14:nvPr/>
              </p14:nvContentPartPr>
              <p14:xfrm>
                <a:off x="4173945" y="4782615"/>
                <a:ext cx="2811960" cy="116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709011-448A-6832-3310-D41B4CFEB5B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67825" y="4776495"/>
                  <a:ext cx="282420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1900968-BB96-0594-3BFE-6951D3D62885}"/>
              </a:ext>
            </a:extLst>
          </p:cNvPr>
          <p:cNvGrpSpPr/>
          <p:nvPr/>
        </p:nvGrpSpPr>
        <p:grpSpPr>
          <a:xfrm>
            <a:off x="4495785" y="5068455"/>
            <a:ext cx="2419560" cy="766800"/>
            <a:chOff x="4495785" y="5068455"/>
            <a:chExt cx="241956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B8887AB-8362-86EC-1A0B-C966C8BA4E33}"/>
                    </a:ext>
                  </a:extLst>
                </p14:cNvPr>
                <p14:cNvContentPartPr/>
                <p14:nvPr/>
              </p14:nvContentPartPr>
              <p14:xfrm>
                <a:off x="4495785" y="5137575"/>
                <a:ext cx="127800" cy="426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B8887AB-8362-86EC-1A0B-C966C8BA4E3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89665" y="5131455"/>
                  <a:ext cx="140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84E1442-8052-140F-F4E1-B5D30C2EB2D9}"/>
                    </a:ext>
                  </a:extLst>
                </p14:cNvPr>
                <p14:cNvContentPartPr/>
                <p14:nvPr/>
              </p14:nvContentPartPr>
              <p14:xfrm>
                <a:off x="5079345" y="5354655"/>
                <a:ext cx="104400" cy="480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84E1442-8052-140F-F4E1-B5D30C2EB2D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73225" y="5348535"/>
                  <a:ext cx="1166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9913284-3D8D-B328-6F1D-C752BC0C46A7}"/>
                    </a:ext>
                  </a:extLst>
                </p14:cNvPr>
                <p14:cNvContentPartPr/>
                <p14:nvPr/>
              </p14:nvContentPartPr>
              <p14:xfrm>
                <a:off x="4895385" y="5502975"/>
                <a:ext cx="458640" cy="100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9913284-3D8D-B328-6F1D-C752BC0C46A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89265" y="5496855"/>
                  <a:ext cx="470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34A901-61A3-F990-462C-2DC23A93FC58}"/>
                    </a:ext>
                  </a:extLst>
                </p14:cNvPr>
                <p14:cNvContentPartPr/>
                <p14:nvPr/>
              </p14:nvContentPartPr>
              <p14:xfrm>
                <a:off x="5739945" y="5289135"/>
                <a:ext cx="587880" cy="444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34A901-61A3-F990-462C-2DC23A93FC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33825" y="5283015"/>
                  <a:ext cx="6001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65C067F-FE5F-8195-065D-844DA0F4E40B}"/>
                    </a:ext>
                  </a:extLst>
                </p14:cNvPr>
                <p14:cNvContentPartPr/>
                <p14:nvPr/>
              </p14:nvContentPartPr>
              <p14:xfrm>
                <a:off x="6247185" y="5245575"/>
                <a:ext cx="195120" cy="25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65C067F-FE5F-8195-065D-844DA0F4E40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41065" y="5239455"/>
                  <a:ext cx="207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E252A2C-98D0-FD91-EEE8-A5326D727FA3}"/>
                    </a:ext>
                  </a:extLst>
                </p14:cNvPr>
                <p14:cNvContentPartPr/>
                <p14:nvPr/>
              </p14:nvContentPartPr>
              <p14:xfrm>
                <a:off x="6581265" y="5068455"/>
                <a:ext cx="240480" cy="198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E252A2C-98D0-FD91-EEE8-A5326D727F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75145" y="5062335"/>
                  <a:ext cx="252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6723322-7846-A546-8797-F703BB43AD3A}"/>
                    </a:ext>
                  </a:extLst>
                </p14:cNvPr>
                <p14:cNvContentPartPr/>
                <p14:nvPr/>
              </p14:nvContentPartPr>
              <p14:xfrm>
                <a:off x="6901305" y="5212455"/>
                <a:ext cx="14040" cy="11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6723322-7846-A546-8797-F703BB43AD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95185" y="5206335"/>
                  <a:ext cx="262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FB6A4E9-5617-5868-4CC4-ACE91790E5B0}"/>
              </a:ext>
            </a:extLst>
          </p:cNvPr>
          <p:cNvGrpSpPr/>
          <p:nvPr/>
        </p:nvGrpSpPr>
        <p:grpSpPr>
          <a:xfrm>
            <a:off x="8327625" y="4205535"/>
            <a:ext cx="380880" cy="607320"/>
            <a:chOff x="8327625" y="4205535"/>
            <a:chExt cx="380880" cy="60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5C85BE1-BBE1-4517-B15F-EB748E6EAA03}"/>
                    </a:ext>
                  </a:extLst>
                </p14:cNvPr>
                <p14:cNvContentPartPr/>
                <p14:nvPr/>
              </p14:nvContentPartPr>
              <p14:xfrm>
                <a:off x="8330145" y="4403175"/>
                <a:ext cx="206280" cy="18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5C85BE1-BBE1-4517-B15F-EB748E6EAA0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24025" y="4397055"/>
                  <a:ext cx="218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1EA819B-C774-C233-3E23-BC41F39283DD}"/>
                    </a:ext>
                  </a:extLst>
                </p14:cNvPr>
                <p14:cNvContentPartPr/>
                <p14:nvPr/>
              </p14:nvContentPartPr>
              <p14:xfrm>
                <a:off x="8327625" y="4632495"/>
                <a:ext cx="257400" cy="49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1EA819B-C774-C233-3E23-BC41F39283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21505" y="4626375"/>
                  <a:ext cx="269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233E363-95FA-741E-6A46-DE5429FBD807}"/>
                    </a:ext>
                  </a:extLst>
                </p14:cNvPr>
                <p14:cNvContentPartPr/>
                <p14:nvPr/>
              </p14:nvContentPartPr>
              <p14:xfrm>
                <a:off x="8421585" y="4205535"/>
                <a:ext cx="286920" cy="607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233E363-95FA-741E-6A46-DE5429FBD80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15465" y="4199415"/>
                  <a:ext cx="299160" cy="61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5AD0E58-C2FD-D8F7-3115-02AAAEF75F70}"/>
              </a:ext>
            </a:extLst>
          </p:cNvPr>
          <p:cNvGrpSpPr/>
          <p:nvPr/>
        </p:nvGrpSpPr>
        <p:grpSpPr>
          <a:xfrm>
            <a:off x="9097665" y="4265295"/>
            <a:ext cx="808920" cy="312120"/>
            <a:chOff x="9097665" y="4265295"/>
            <a:chExt cx="8089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D66ECC8-A130-305C-F6B2-932A8B853582}"/>
                    </a:ext>
                  </a:extLst>
                </p14:cNvPr>
                <p14:cNvContentPartPr/>
                <p14:nvPr/>
              </p14:nvContentPartPr>
              <p14:xfrm>
                <a:off x="9097665" y="4265295"/>
                <a:ext cx="376920" cy="312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D66ECC8-A130-305C-F6B2-932A8B8535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91545" y="4259175"/>
                  <a:ext cx="3891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F976239-97A5-8208-467D-B366FF103FE8}"/>
                    </a:ext>
                  </a:extLst>
                </p14:cNvPr>
                <p14:cNvContentPartPr/>
                <p14:nvPr/>
              </p14:nvContentPartPr>
              <p14:xfrm>
                <a:off x="9732345" y="4279695"/>
                <a:ext cx="174240" cy="60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F976239-97A5-8208-467D-B366FF103FE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26225" y="4273575"/>
                  <a:ext cx="186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5C469AE-27F2-E825-A225-9E7001BAC9FB}"/>
                    </a:ext>
                  </a:extLst>
                </p14:cNvPr>
                <p14:cNvContentPartPr/>
                <p14:nvPr/>
              </p14:nvContentPartPr>
              <p14:xfrm>
                <a:off x="9667185" y="4480215"/>
                <a:ext cx="232560" cy="42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5C469AE-27F2-E825-A225-9E7001BAC9F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61065" y="4474095"/>
                  <a:ext cx="244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94F2D48-F069-A647-9A5E-9C4B95997BC5}"/>
              </a:ext>
            </a:extLst>
          </p:cNvPr>
          <p:cNvGrpSpPr/>
          <p:nvPr/>
        </p:nvGrpSpPr>
        <p:grpSpPr>
          <a:xfrm>
            <a:off x="10265865" y="3732135"/>
            <a:ext cx="1630440" cy="756720"/>
            <a:chOff x="10265865" y="3732135"/>
            <a:chExt cx="163044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3B53B1-9953-CCDF-066A-498D4AF9DDA6}"/>
                    </a:ext>
                  </a:extLst>
                </p14:cNvPr>
                <p14:cNvContentPartPr/>
                <p14:nvPr/>
              </p14:nvContentPartPr>
              <p14:xfrm>
                <a:off x="10265865" y="3811695"/>
                <a:ext cx="347400" cy="673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3B53B1-9953-CCDF-066A-498D4AF9DDA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59745" y="3805575"/>
                  <a:ext cx="35964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5FF289E-BB37-F78B-2157-8B52E4E4779F}"/>
                    </a:ext>
                  </a:extLst>
                </p14:cNvPr>
                <p14:cNvContentPartPr/>
                <p14:nvPr/>
              </p14:nvContentPartPr>
              <p14:xfrm>
                <a:off x="10562505" y="4213095"/>
                <a:ext cx="155520" cy="275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5FF289E-BB37-F78B-2157-8B52E4E4779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56385" y="4206975"/>
                  <a:ext cx="167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8039DB6-839D-6BA0-5F25-F5922ADBADBE}"/>
                    </a:ext>
                  </a:extLst>
                </p14:cNvPr>
                <p14:cNvContentPartPr/>
                <p14:nvPr/>
              </p14:nvContentPartPr>
              <p14:xfrm>
                <a:off x="11021865" y="3942015"/>
                <a:ext cx="17280" cy="290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8039DB6-839D-6BA0-5F25-F5922ADBADB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15745" y="3935895"/>
                  <a:ext cx="29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06E91E2-716C-55E7-9A8D-94362330387F}"/>
                    </a:ext>
                  </a:extLst>
                </p14:cNvPr>
                <p14:cNvContentPartPr/>
                <p14:nvPr/>
              </p14:nvContentPartPr>
              <p14:xfrm>
                <a:off x="10835385" y="4093215"/>
                <a:ext cx="378720" cy="43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06E91E2-716C-55E7-9A8D-9436233038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829265" y="4087095"/>
                  <a:ext cx="39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74BDD72-5061-8602-D343-F8CC6D6DF262}"/>
                    </a:ext>
                  </a:extLst>
                </p14:cNvPr>
                <p14:cNvContentPartPr/>
                <p14:nvPr/>
              </p14:nvContentPartPr>
              <p14:xfrm>
                <a:off x="11315985" y="3732135"/>
                <a:ext cx="283320" cy="564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74BDD72-5061-8602-D343-F8CC6D6DF26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309865" y="3726015"/>
                  <a:ext cx="2955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162EE60-5A7F-1852-2C7C-4EE2D12BFDBB}"/>
                    </a:ext>
                  </a:extLst>
                </p14:cNvPr>
                <p14:cNvContentPartPr/>
                <p14:nvPr/>
              </p14:nvContentPartPr>
              <p14:xfrm>
                <a:off x="11552145" y="4043175"/>
                <a:ext cx="83880" cy="235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162EE60-5A7F-1852-2C7C-4EE2D12BFDB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546025" y="4037055"/>
                  <a:ext cx="96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8182FCC-CF15-22EF-F0E0-8933BD6597BD}"/>
                    </a:ext>
                  </a:extLst>
                </p14:cNvPr>
                <p14:cNvContentPartPr/>
                <p14:nvPr/>
              </p14:nvContentPartPr>
              <p14:xfrm>
                <a:off x="11691465" y="3849495"/>
                <a:ext cx="161640" cy="348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8182FCC-CF15-22EF-F0E0-8933BD6597B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685345" y="3843375"/>
                  <a:ext cx="1738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97926E0-4DBF-9E26-0C46-C4D7D73428E3}"/>
                    </a:ext>
                  </a:extLst>
                </p14:cNvPr>
                <p14:cNvContentPartPr/>
                <p14:nvPr/>
              </p14:nvContentPartPr>
              <p14:xfrm>
                <a:off x="11848065" y="4114095"/>
                <a:ext cx="48240" cy="122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97926E0-4DBF-9E26-0C46-C4D7D73428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841945" y="4107975"/>
                  <a:ext cx="6048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DB438074-5C2A-5BE2-A471-8AA16BF1F6F6}"/>
                  </a:ext>
                </a:extLst>
              </p14:cNvPr>
              <p14:cNvContentPartPr/>
              <p14:nvPr/>
            </p14:nvContentPartPr>
            <p14:xfrm>
              <a:off x="9206745" y="4728975"/>
              <a:ext cx="2304720" cy="4446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DB438074-5C2A-5BE2-A471-8AA16BF1F6F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200625" y="4722855"/>
                <a:ext cx="231696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DFB81E7-7EB3-0945-7C4F-39D6D77A80D0}"/>
                  </a:ext>
                </a:extLst>
              </p14:cNvPr>
              <p14:cNvContentPartPr/>
              <p14:nvPr/>
            </p14:nvContentPartPr>
            <p14:xfrm>
              <a:off x="7163025" y="5449335"/>
              <a:ext cx="271440" cy="1526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DFB81E7-7EB3-0945-7C4F-39D6D77A80D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156905" y="5443215"/>
                <a:ext cx="28368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6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1F212A6-056A-639C-E0C6-D37B6820A8CC}"/>
              </a:ext>
            </a:extLst>
          </p:cNvPr>
          <p:cNvGrpSpPr/>
          <p:nvPr/>
        </p:nvGrpSpPr>
        <p:grpSpPr>
          <a:xfrm>
            <a:off x="695265" y="433095"/>
            <a:ext cx="3149280" cy="1530720"/>
            <a:chOff x="695265" y="433095"/>
            <a:chExt cx="3149280" cy="153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723F4BD-CFE0-00A3-5CB5-B2F2047BD7A9}"/>
                    </a:ext>
                  </a:extLst>
                </p14:cNvPr>
                <p14:cNvContentPartPr/>
                <p14:nvPr/>
              </p14:nvContentPartPr>
              <p14:xfrm>
                <a:off x="695265" y="471255"/>
                <a:ext cx="978840" cy="1040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723F4BD-CFE0-00A3-5CB5-B2F2047BD7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145" y="465135"/>
                  <a:ext cx="991080" cy="10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896279-8D18-725C-7F09-F46D82E7D758}"/>
                    </a:ext>
                  </a:extLst>
                </p14:cNvPr>
                <p14:cNvContentPartPr/>
                <p14:nvPr/>
              </p14:nvContentPartPr>
              <p14:xfrm>
                <a:off x="1724145" y="996855"/>
                <a:ext cx="270720" cy="966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896279-8D18-725C-7F09-F46D82E7D7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8025" y="990735"/>
                  <a:ext cx="28296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B8DB91-B7FD-F095-2117-217D945B41F6}"/>
                    </a:ext>
                  </a:extLst>
                </p14:cNvPr>
                <p14:cNvContentPartPr/>
                <p14:nvPr/>
              </p14:nvContentPartPr>
              <p14:xfrm>
                <a:off x="2369985" y="496455"/>
                <a:ext cx="677160" cy="743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B8DB91-B7FD-F095-2117-217D945B41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63865" y="490335"/>
                  <a:ext cx="68940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2748CB-9EFB-1AD9-F7BA-92E8CCE5F662}"/>
                    </a:ext>
                  </a:extLst>
                </p14:cNvPr>
                <p14:cNvContentPartPr/>
                <p14:nvPr/>
              </p14:nvContentPartPr>
              <p14:xfrm>
                <a:off x="3277185" y="718215"/>
                <a:ext cx="318960" cy="455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2748CB-9EFB-1AD9-F7BA-92E8CCE5F6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1065" y="712095"/>
                  <a:ext cx="331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36FFE7-6568-CE0D-6A2F-5AC7BA4763D2}"/>
                    </a:ext>
                  </a:extLst>
                </p14:cNvPr>
                <p14:cNvContentPartPr/>
                <p14:nvPr/>
              </p14:nvContentPartPr>
              <p14:xfrm>
                <a:off x="3340905" y="433095"/>
                <a:ext cx="503640" cy="1099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36FFE7-6568-CE0D-6A2F-5AC7BA4763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34785" y="426975"/>
                  <a:ext cx="515880" cy="11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D89C2E-BF87-5AC4-DB7A-37C16730D992}"/>
                  </a:ext>
                </a:extLst>
              </p14:cNvPr>
              <p14:cNvContentPartPr/>
              <p14:nvPr/>
            </p14:nvContentPartPr>
            <p14:xfrm>
              <a:off x="349305" y="575295"/>
              <a:ext cx="221040" cy="1002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D89C2E-BF87-5AC4-DB7A-37C16730D9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3185" y="569175"/>
                <a:ext cx="233280" cy="10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2EAECC7-9FD6-D0E9-71E1-950EEB1607CB}"/>
              </a:ext>
            </a:extLst>
          </p:cNvPr>
          <p:cNvGrpSpPr/>
          <p:nvPr/>
        </p:nvGrpSpPr>
        <p:grpSpPr>
          <a:xfrm>
            <a:off x="5148825" y="1884615"/>
            <a:ext cx="984960" cy="1400040"/>
            <a:chOff x="5148825" y="1884615"/>
            <a:chExt cx="984960" cy="14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A5025E-CE3B-9B3A-4552-6B1C128BA9A8}"/>
                    </a:ext>
                  </a:extLst>
                </p14:cNvPr>
                <p14:cNvContentPartPr/>
                <p14:nvPr/>
              </p14:nvContentPartPr>
              <p14:xfrm>
                <a:off x="5148825" y="2348655"/>
                <a:ext cx="393120" cy="93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A5025E-CE3B-9B3A-4552-6B1C128BA9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42705" y="2342535"/>
                  <a:ext cx="40536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916304-B65A-6B44-6935-94E9351F0602}"/>
                    </a:ext>
                  </a:extLst>
                </p14:cNvPr>
                <p14:cNvContentPartPr/>
                <p14:nvPr/>
              </p14:nvContentPartPr>
              <p14:xfrm>
                <a:off x="5761905" y="2048415"/>
                <a:ext cx="109800" cy="205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916304-B65A-6B44-6935-94E9351F06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55785" y="2042295"/>
                  <a:ext cx="122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B14A9E-57BB-188D-F440-7A8DE66C9FFB}"/>
                    </a:ext>
                  </a:extLst>
                </p14:cNvPr>
                <p14:cNvContentPartPr/>
                <p14:nvPr/>
              </p14:nvContentPartPr>
              <p14:xfrm>
                <a:off x="5804025" y="1884615"/>
                <a:ext cx="43920" cy="33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B14A9E-57BB-188D-F440-7A8DE66C9F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97905" y="1878495"/>
                  <a:ext cx="56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A42107-51BD-9CB8-F088-F328B0E2108B}"/>
                    </a:ext>
                  </a:extLst>
                </p14:cNvPr>
                <p14:cNvContentPartPr/>
                <p14:nvPr/>
              </p14:nvContentPartPr>
              <p14:xfrm>
                <a:off x="5568585" y="1991895"/>
                <a:ext cx="155880" cy="487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A42107-51BD-9CB8-F088-F328B0E210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62465" y="1985775"/>
                  <a:ext cx="1681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9F88D5-F130-838F-3ACF-6B1C2E740DB3}"/>
                    </a:ext>
                  </a:extLst>
                </p14:cNvPr>
                <p14:cNvContentPartPr/>
                <p14:nvPr/>
              </p14:nvContentPartPr>
              <p14:xfrm>
                <a:off x="5896545" y="1959855"/>
                <a:ext cx="237240" cy="552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9F88D5-F130-838F-3ACF-6B1C2E740D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90425" y="1953735"/>
                  <a:ext cx="249480" cy="56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377D57-4960-1160-464A-5BAF6D987DBB}"/>
              </a:ext>
            </a:extLst>
          </p:cNvPr>
          <p:cNvGrpSpPr/>
          <p:nvPr/>
        </p:nvGrpSpPr>
        <p:grpSpPr>
          <a:xfrm>
            <a:off x="965625" y="2104935"/>
            <a:ext cx="3818160" cy="1267920"/>
            <a:chOff x="965625" y="2104935"/>
            <a:chExt cx="3818160" cy="12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D5F92F-32FA-90F9-9050-C053748738A4}"/>
                    </a:ext>
                  </a:extLst>
                </p14:cNvPr>
                <p14:cNvContentPartPr/>
                <p14:nvPr/>
              </p14:nvContentPartPr>
              <p14:xfrm>
                <a:off x="965625" y="2423175"/>
                <a:ext cx="569520" cy="949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D5F92F-32FA-90F9-9050-C053748738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9505" y="2417055"/>
                  <a:ext cx="581760" cy="9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FF7E7C-F777-0549-051A-9529CE4E61FA}"/>
                    </a:ext>
                  </a:extLst>
                </p14:cNvPr>
                <p14:cNvContentPartPr/>
                <p14:nvPr/>
              </p14:nvContentPartPr>
              <p14:xfrm>
                <a:off x="1598865" y="2752575"/>
                <a:ext cx="230760" cy="593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FF7E7C-F777-0549-051A-9529CE4E61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92745" y="2746455"/>
                  <a:ext cx="24300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C16FC8-4620-1E77-6A3C-560C2DB3050E}"/>
                    </a:ext>
                  </a:extLst>
                </p14:cNvPr>
                <p14:cNvContentPartPr/>
                <p14:nvPr/>
              </p14:nvContentPartPr>
              <p14:xfrm>
                <a:off x="2040225" y="2483655"/>
                <a:ext cx="250560" cy="756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C16FC8-4620-1E77-6A3C-560C2DB3050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34105" y="2477535"/>
                  <a:ext cx="26280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FA25DA-076C-63C0-A6BE-702BF903CA07}"/>
                    </a:ext>
                  </a:extLst>
                </p14:cNvPr>
                <p14:cNvContentPartPr/>
                <p14:nvPr/>
              </p14:nvContentPartPr>
              <p14:xfrm>
                <a:off x="1883625" y="2873175"/>
                <a:ext cx="296280" cy="91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FA25DA-076C-63C0-A6BE-702BF903CA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77505" y="2867055"/>
                  <a:ext cx="308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5D22E1-40CE-F1F4-9AF8-3ABBCCF59D78}"/>
                    </a:ext>
                  </a:extLst>
                </p14:cNvPr>
                <p14:cNvContentPartPr/>
                <p14:nvPr/>
              </p14:nvContentPartPr>
              <p14:xfrm>
                <a:off x="2534145" y="2322015"/>
                <a:ext cx="277920" cy="703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5D22E1-40CE-F1F4-9AF8-3ABBCCF59D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28025" y="2315895"/>
                  <a:ext cx="2901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ED9F33-8100-08C4-E3E9-EB4685AB176E}"/>
                    </a:ext>
                  </a:extLst>
                </p14:cNvPr>
                <p14:cNvContentPartPr/>
                <p14:nvPr/>
              </p14:nvContentPartPr>
              <p14:xfrm>
                <a:off x="2996745" y="2293215"/>
                <a:ext cx="289440" cy="588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ED9F33-8100-08C4-E3E9-EB4685AB17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0625" y="2287095"/>
                  <a:ext cx="30168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BD9D61-223C-1196-33FD-061D7666875A}"/>
                    </a:ext>
                  </a:extLst>
                </p14:cNvPr>
                <p14:cNvContentPartPr/>
                <p14:nvPr/>
              </p14:nvContentPartPr>
              <p14:xfrm>
                <a:off x="3432705" y="2327775"/>
                <a:ext cx="216000" cy="570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BD9D61-223C-1196-33FD-061D766687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26585" y="2321655"/>
                  <a:ext cx="22824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6C885D-DB7F-6DDE-742E-29C11B782E3B}"/>
                    </a:ext>
                  </a:extLst>
                </p14:cNvPr>
                <p14:cNvContentPartPr/>
                <p14:nvPr/>
              </p14:nvContentPartPr>
              <p14:xfrm>
                <a:off x="3674625" y="2616495"/>
                <a:ext cx="386640" cy="20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6C885D-DB7F-6DDE-742E-29C11B782E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68505" y="2610375"/>
                  <a:ext cx="398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573D36-089C-40C3-655D-7975A62B4B6F}"/>
                    </a:ext>
                  </a:extLst>
                </p14:cNvPr>
                <p14:cNvContentPartPr/>
                <p14:nvPr/>
              </p14:nvContentPartPr>
              <p14:xfrm>
                <a:off x="3632865" y="2527575"/>
                <a:ext cx="172440" cy="355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573D36-089C-40C3-655D-7975A62B4B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26745" y="2521455"/>
                  <a:ext cx="1846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942FDE7-DC42-5B61-BD9D-2FFDA0D3065D}"/>
                    </a:ext>
                  </a:extLst>
                </p14:cNvPr>
                <p14:cNvContentPartPr/>
                <p14:nvPr/>
              </p14:nvContentPartPr>
              <p14:xfrm>
                <a:off x="4007265" y="2476095"/>
                <a:ext cx="141840" cy="493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942FDE7-DC42-5B61-BD9D-2FFDA0D306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01145" y="2469975"/>
                  <a:ext cx="15408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1130F4-18E6-C38C-7A67-824061BAE447}"/>
                    </a:ext>
                  </a:extLst>
                </p14:cNvPr>
                <p14:cNvContentPartPr/>
                <p14:nvPr/>
              </p14:nvContentPartPr>
              <p14:xfrm>
                <a:off x="4204905" y="2294655"/>
                <a:ext cx="81360" cy="191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1130F4-18E6-C38C-7A67-824061BAE4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98785" y="2288535"/>
                  <a:ext cx="9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3C0AC7-534B-48F1-DDCA-4E2446E2E60B}"/>
                    </a:ext>
                  </a:extLst>
                </p14:cNvPr>
                <p14:cNvContentPartPr/>
                <p14:nvPr/>
              </p14:nvContentPartPr>
              <p14:xfrm>
                <a:off x="4294185" y="2104935"/>
                <a:ext cx="16200" cy="1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3C0AC7-534B-48F1-DDCA-4E2446E2E6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88065" y="2098815"/>
                  <a:ext cx="2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7C01B1-64E3-2600-9932-BC08F5BCD9C2}"/>
                    </a:ext>
                  </a:extLst>
                </p14:cNvPr>
                <p14:cNvContentPartPr/>
                <p14:nvPr/>
              </p14:nvContentPartPr>
              <p14:xfrm>
                <a:off x="4139385" y="2252895"/>
                <a:ext cx="108360" cy="319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7C01B1-64E3-2600-9932-BC08F5BCD9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33265" y="2246775"/>
                  <a:ext cx="1206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914EEF-1B0F-44CF-8C81-84AEA185063D}"/>
                    </a:ext>
                  </a:extLst>
                </p14:cNvPr>
                <p14:cNvContentPartPr/>
                <p14:nvPr/>
              </p14:nvContentPartPr>
              <p14:xfrm>
                <a:off x="4406145" y="2159295"/>
                <a:ext cx="81360" cy="392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914EEF-1B0F-44CF-8C81-84AEA18506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00025" y="2153175"/>
                  <a:ext cx="936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631873-9E64-6831-2639-F7881FB1DCC9}"/>
                    </a:ext>
                  </a:extLst>
                </p14:cNvPr>
                <p14:cNvContentPartPr/>
                <p14:nvPr/>
              </p14:nvContentPartPr>
              <p14:xfrm>
                <a:off x="4659945" y="2657895"/>
                <a:ext cx="56520" cy="25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631873-9E64-6831-2639-F7881FB1DCC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53825" y="2651775"/>
                  <a:ext cx="68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9985D8-C645-0677-758B-3CACCDF6B542}"/>
                    </a:ext>
                  </a:extLst>
                </p14:cNvPr>
                <p14:cNvContentPartPr/>
                <p14:nvPr/>
              </p14:nvContentPartPr>
              <p14:xfrm>
                <a:off x="4640505" y="2685255"/>
                <a:ext cx="143280" cy="174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9985D8-C645-0677-758B-3CACCDF6B5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34385" y="2679135"/>
                  <a:ext cx="15552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1F1E87B-2167-16ED-286D-7CE4BB3EB95E}"/>
                  </a:ext>
                </a:extLst>
              </p14:cNvPr>
              <p14:cNvContentPartPr/>
              <p14:nvPr/>
            </p14:nvContentPartPr>
            <p14:xfrm>
              <a:off x="6220185" y="1778775"/>
              <a:ext cx="359280" cy="1228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1F1E87B-2167-16ED-286D-7CE4BB3EB9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14065" y="1772655"/>
                <a:ext cx="371520" cy="12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A2041EAB-019E-EB93-35FD-71C09DA5477F}"/>
              </a:ext>
            </a:extLst>
          </p:cNvPr>
          <p:cNvGrpSpPr/>
          <p:nvPr/>
        </p:nvGrpSpPr>
        <p:grpSpPr>
          <a:xfrm>
            <a:off x="6994905" y="1327695"/>
            <a:ext cx="4920480" cy="2584800"/>
            <a:chOff x="6994905" y="1327695"/>
            <a:chExt cx="4920480" cy="258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0FD3CAB-5362-6EE2-F261-D12C779D85A5}"/>
                    </a:ext>
                  </a:extLst>
                </p14:cNvPr>
                <p14:cNvContentPartPr/>
                <p14:nvPr/>
              </p14:nvContentPartPr>
              <p14:xfrm>
                <a:off x="6994905" y="2217975"/>
                <a:ext cx="308880" cy="82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0FD3CAB-5362-6EE2-F261-D12C779D85A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88785" y="2211855"/>
                  <a:ext cx="32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EDC2CA-B4ED-5413-4C97-4279702DE1BE}"/>
                    </a:ext>
                  </a:extLst>
                </p14:cNvPr>
                <p14:cNvContentPartPr/>
                <p14:nvPr/>
              </p14:nvContentPartPr>
              <p14:xfrm>
                <a:off x="7196145" y="2367375"/>
                <a:ext cx="87120" cy="71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EDC2CA-B4ED-5413-4C97-4279702DE1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90025" y="2361255"/>
                  <a:ext cx="99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39309D2-8D96-CEE4-6CE2-0694AF2C6197}"/>
                    </a:ext>
                  </a:extLst>
                </p14:cNvPr>
                <p14:cNvContentPartPr/>
                <p14:nvPr/>
              </p14:nvContentPartPr>
              <p14:xfrm>
                <a:off x="7524105" y="1334535"/>
                <a:ext cx="1068120" cy="2577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39309D2-8D96-CEE4-6CE2-0694AF2C619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17985" y="1328415"/>
                  <a:ext cx="1080360" cy="25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292679F-70BF-8221-243D-7F2134ABC019}"/>
                    </a:ext>
                  </a:extLst>
                </p14:cNvPr>
                <p14:cNvContentPartPr/>
                <p14:nvPr/>
              </p14:nvContentPartPr>
              <p14:xfrm>
                <a:off x="10975065" y="1484655"/>
                <a:ext cx="450720" cy="959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292679F-70BF-8221-243D-7F2134ABC01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968945" y="1478535"/>
                  <a:ext cx="46296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E49DE1-524E-35C1-5494-023569B637A2}"/>
                    </a:ext>
                  </a:extLst>
                </p14:cNvPr>
                <p14:cNvContentPartPr/>
                <p14:nvPr/>
              </p14:nvContentPartPr>
              <p14:xfrm>
                <a:off x="11632065" y="1823055"/>
                <a:ext cx="73440" cy="28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E49DE1-524E-35C1-5494-023569B637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25945" y="1816935"/>
                  <a:ext cx="85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F0C80F-57B0-38E9-8B41-312D12385505}"/>
                    </a:ext>
                  </a:extLst>
                </p14:cNvPr>
                <p14:cNvContentPartPr/>
                <p14:nvPr/>
              </p14:nvContentPartPr>
              <p14:xfrm>
                <a:off x="11645745" y="1943295"/>
                <a:ext cx="56520" cy="29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F0C80F-57B0-38E9-8B41-312D123855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39625" y="1937175"/>
                  <a:ext cx="68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8E2DE69-4950-D803-1F98-F839955CA08C}"/>
                    </a:ext>
                  </a:extLst>
                </p14:cNvPr>
                <p14:cNvContentPartPr/>
                <p14:nvPr/>
              </p14:nvContentPartPr>
              <p14:xfrm>
                <a:off x="11835465" y="1736655"/>
                <a:ext cx="79920" cy="466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8E2DE69-4950-D803-1F98-F839955CA0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29345" y="1730535"/>
                  <a:ext cx="9216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B2A5FD-4AE7-4301-AFF6-866652658D8A}"/>
                    </a:ext>
                  </a:extLst>
                </p14:cNvPr>
                <p14:cNvContentPartPr/>
                <p14:nvPr/>
              </p14:nvContentPartPr>
              <p14:xfrm>
                <a:off x="8655585" y="1957695"/>
                <a:ext cx="362520" cy="65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B2A5FD-4AE7-4301-AFF6-866652658D8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49465" y="1951575"/>
                  <a:ext cx="374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F3454A-37F3-0CC4-D39D-136766445CE6}"/>
                    </a:ext>
                  </a:extLst>
                </p14:cNvPr>
                <p14:cNvContentPartPr/>
                <p14:nvPr/>
              </p14:nvContentPartPr>
              <p14:xfrm>
                <a:off x="9062745" y="1690215"/>
                <a:ext cx="59760" cy="409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F3454A-37F3-0CC4-D39D-136766445C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6625" y="1684095"/>
                  <a:ext cx="720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FA1466-2471-3BCD-6D2A-1465BBF66E43}"/>
                    </a:ext>
                  </a:extLst>
                </p14:cNvPr>
                <p14:cNvContentPartPr/>
                <p14:nvPr/>
              </p14:nvContentPartPr>
              <p14:xfrm>
                <a:off x="9292425" y="1869135"/>
                <a:ext cx="146520" cy="22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FA1466-2471-3BCD-6D2A-1465BBF66E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86305" y="1863015"/>
                  <a:ext cx="158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5D1A72-026E-A7A6-1DB0-892228999E8E}"/>
                    </a:ext>
                  </a:extLst>
                </p14:cNvPr>
                <p14:cNvContentPartPr/>
                <p14:nvPr/>
              </p14:nvContentPartPr>
              <p14:xfrm>
                <a:off x="9405105" y="1861575"/>
                <a:ext cx="191880" cy="81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5D1A72-026E-A7A6-1DB0-892228999E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98985" y="1855455"/>
                  <a:ext cx="20412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270735-A245-979C-7D94-A26EE64D279B}"/>
                    </a:ext>
                  </a:extLst>
                </p14:cNvPr>
                <p14:cNvContentPartPr/>
                <p14:nvPr/>
              </p14:nvContentPartPr>
              <p14:xfrm>
                <a:off x="9795705" y="1327695"/>
                <a:ext cx="234360" cy="1062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270735-A245-979C-7D94-A26EE64D27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89585" y="1321575"/>
                  <a:ext cx="246600" cy="10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401BAB-7B49-D09D-599B-DFBE9252FFAA}"/>
                    </a:ext>
                  </a:extLst>
                </p14:cNvPr>
                <p14:cNvContentPartPr/>
                <p14:nvPr/>
              </p14:nvContentPartPr>
              <p14:xfrm>
                <a:off x="10140225" y="1384935"/>
                <a:ext cx="232560" cy="624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401BAB-7B49-D09D-599B-DFBE9252FF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34105" y="1378815"/>
                  <a:ext cx="24480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8FB9FDE-1987-3B19-6C4B-2CD822C37612}"/>
                    </a:ext>
                  </a:extLst>
                </p14:cNvPr>
                <p14:cNvContentPartPr/>
                <p14:nvPr/>
              </p14:nvContentPartPr>
              <p14:xfrm>
                <a:off x="10404105" y="1579695"/>
                <a:ext cx="236160" cy="414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8FB9FDE-1987-3B19-6C4B-2CD822C376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97985" y="1573575"/>
                  <a:ext cx="2484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3D06F2-FDFC-ECD4-0C88-69E593D22D9C}"/>
                    </a:ext>
                  </a:extLst>
                </p14:cNvPr>
                <p14:cNvContentPartPr/>
                <p14:nvPr/>
              </p14:nvContentPartPr>
              <p14:xfrm>
                <a:off x="10646385" y="1500135"/>
                <a:ext cx="163080" cy="484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3D06F2-FDFC-ECD4-0C88-69E593D22D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40265" y="1494015"/>
                  <a:ext cx="1753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A9D12B-D097-F4BB-0145-5C9B4B6CDA5F}"/>
                    </a:ext>
                  </a:extLst>
                </p14:cNvPr>
                <p14:cNvContentPartPr/>
                <p14:nvPr/>
              </p14:nvContentPartPr>
              <p14:xfrm>
                <a:off x="10786425" y="1615335"/>
                <a:ext cx="159120" cy="231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A9D12B-D097-F4BB-0145-5C9B4B6CDA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80305" y="1609215"/>
                  <a:ext cx="1713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5713017-133D-8BBA-8A08-C217CEE04333}"/>
                    </a:ext>
                  </a:extLst>
                </p14:cNvPr>
                <p14:cNvContentPartPr/>
                <p14:nvPr/>
              </p14:nvContentPartPr>
              <p14:xfrm>
                <a:off x="10716585" y="1406535"/>
                <a:ext cx="272880" cy="751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5713017-133D-8BBA-8A08-C217CEE0433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10465" y="1400415"/>
                  <a:ext cx="285120" cy="76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8F42592-077D-B14B-AB3F-437FBEA4970F}"/>
              </a:ext>
            </a:extLst>
          </p:cNvPr>
          <p:cNvGrpSpPr/>
          <p:nvPr/>
        </p:nvGrpSpPr>
        <p:grpSpPr>
          <a:xfrm>
            <a:off x="11034105" y="3593535"/>
            <a:ext cx="916920" cy="681120"/>
            <a:chOff x="11034105" y="3593535"/>
            <a:chExt cx="916920" cy="68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F97DBC2-F2AC-FF30-452E-C6035FCA1C21}"/>
                    </a:ext>
                  </a:extLst>
                </p14:cNvPr>
                <p14:cNvContentPartPr/>
                <p14:nvPr/>
              </p14:nvContentPartPr>
              <p14:xfrm>
                <a:off x="11034105" y="3637455"/>
                <a:ext cx="333000" cy="637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F97DBC2-F2AC-FF30-452E-C6035FCA1C2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27985" y="3631335"/>
                  <a:ext cx="3452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B6A0AA7-B53D-6E9A-E0AA-40063D268254}"/>
                    </a:ext>
                  </a:extLst>
                </p14:cNvPr>
                <p14:cNvContentPartPr/>
                <p14:nvPr/>
              </p14:nvContentPartPr>
              <p14:xfrm>
                <a:off x="11483385" y="3697215"/>
                <a:ext cx="100800" cy="43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B6A0AA7-B53D-6E9A-E0AA-40063D2682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77265" y="3691095"/>
                  <a:ext cx="113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73BA4A-E913-381C-E70B-8B7868564F17}"/>
                    </a:ext>
                  </a:extLst>
                </p14:cNvPr>
                <p14:cNvContentPartPr/>
                <p14:nvPr/>
              </p14:nvContentPartPr>
              <p14:xfrm>
                <a:off x="11615145" y="3796935"/>
                <a:ext cx="93960" cy="60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73BA4A-E913-381C-E70B-8B7868564F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09025" y="3790815"/>
                  <a:ext cx="106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C1BA43C-01C7-585F-FC81-19C70DF34332}"/>
                    </a:ext>
                  </a:extLst>
                </p14:cNvPr>
                <p14:cNvContentPartPr/>
                <p14:nvPr/>
              </p14:nvContentPartPr>
              <p14:xfrm>
                <a:off x="11746545" y="3593535"/>
                <a:ext cx="204480" cy="288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C1BA43C-01C7-585F-FC81-19C70DF3433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40425" y="3587415"/>
                  <a:ext cx="21672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112FFD-F903-AEB8-DA64-BD81B5A48F45}"/>
              </a:ext>
            </a:extLst>
          </p:cNvPr>
          <p:cNvGrpSpPr/>
          <p:nvPr/>
        </p:nvGrpSpPr>
        <p:grpSpPr>
          <a:xfrm>
            <a:off x="7921905" y="2930775"/>
            <a:ext cx="3076200" cy="1213200"/>
            <a:chOff x="7921905" y="2930775"/>
            <a:chExt cx="3076200" cy="12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B72AF2-0DF2-5608-F384-0D3B11392706}"/>
                    </a:ext>
                  </a:extLst>
                </p14:cNvPr>
                <p14:cNvContentPartPr/>
                <p14:nvPr/>
              </p14:nvContentPartPr>
              <p14:xfrm>
                <a:off x="7921905" y="3495615"/>
                <a:ext cx="379800" cy="64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B72AF2-0DF2-5608-F384-0D3B113927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15785" y="3489495"/>
                  <a:ext cx="392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E6E882-632B-ABD7-2274-66C4815395AF}"/>
                    </a:ext>
                  </a:extLst>
                </p14:cNvPr>
                <p14:cNvContentPartPr/>
                <p14:nvPr/>
              </p14:nvContentPartPr>
              <p14:xfrm>
                <a:off x="8432745" y="3253695"/>
                <a:ext cx="54000" cy="294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E6E882-632B-ABD7-2274-66C4815395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26625" y="3247575"/>
                  <a:ext cx="66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B1C267F-35E3-012A-30D3-5E7A7C6324ED}"/>
                    </a:ext>
                  </a:extLst>
                </p14:cNvPr>
                <p14:cNvContentPartPr/>
                <p14:nvPr/>
              </p14:nvContentPartPr>
              <p14:xfrm>
                <a:off x="8579985" y="3352335"/>
                <a:ext cx="111600" cy="312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B1C267F-35E3-012A-30D3-5E7A7C6324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73865" y="3346215"/>
                  <a:ext cx="1238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0065CF-0BC7-7809-E01A-C4034F63078B}"/>
                    </a:ext>
                  </a:extLst>
                </p14:cNvPr>
                <p14:cNvContentPartPr/>
                <p14:nvPr/>
              </p14:nvContentPartPr>
              <p14:xfrm>
                <a:off x="8611305" y="3310575"/>
                <a:ext cx="336600" cy="717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0065CF-0BC7-7809-E01A-C4034F6307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05185" y="3304455"/>
                  <a:ext cx="348840" cy="7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3288FD8-3D64-A0EB-E366-E4E30DEDE9F0}"/>
                    </a:ext>
                  </a:extLst>
                </p14:cNvPr>
                <p14:cNvContentPartPr/>
                <p14:nvPr/>
              </p14:nvContentPartPr>
              <p14:xfrm>
                <a:off x="9081105" y="3117255"/>
                <a:ext cx="266400" cy="717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3288FD8-3D64-A0EB-E366-E4E30DEDE9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74985" y="3111135"/>
                  <a:ext cx="2786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44250AC-6EE2-2A33-2ED8-CADFD4D91507}"/>
                    </a:ext>
                  </a:extLst>
                </p14:cNvPr>
                <p14:cNvContentPartPr/>
                <p14:nvPr/>
              </p14:nvContentPartPr>
              <p14:xfrm>
                <a:off x="9377385" y="3226335"/>
                <a:ext cx="76320" cy="445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44250AC-6EE2-2A33-2ED8-CADFD4D915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71265" y="3220215"/>
                  <a:ext cx="885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0C5E491-F48A-51CC-CCA8-50355DB0D9AF}"/>
                    </a:ext>
                  </a:extLst>
                </p14:cNvPr>
                <p14:cNvContentPartPr/>
                <p14:nvPr/>
              </p14:nvContentPartPr>
              <p14:xfrm>
                <a:off x="9659265" y="3422535"/>
                <a:ext cx="224280" cy="43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0C5E491-F48A-51CC-CCA8-50355DB0D9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53145" y="3416415"/>
                  <a:ext cx="236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607BF44-1729-B63F-2BF1-B97FB8F812F0}"/>
                    </a:ext>
                  </a:extLst>
                </p14:cNvPr>
                <p14:cNvContentPartPr/>
                <p14:nvPr/>
              </p14:nvContentPartPr>
              <p14:xfrm>
                <a:off x="9967785" y="3240015"/>
                <a:ext cx="304560" cy="430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607BF44-1729-B63F-2BF1-B97FB8F812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61665" y="3233895"/>
                  <a:ext cx="3168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79C901A-60F3-996A-8B54-2D0456EB187B}"/>
                    </a:ext>
                  </a:extLst>
                </p14:cNvPr>
                <p14:cNvContentPartPr/>
                <p14:nvPr/>
              </p14:nvContentPartPr>
              <p14:xfrm>
                <a:off x="10365585" y="3230295"/>
                <a:ext cx="242640" cy="45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79C901A-60F3-996A-8B54-2D0456EB18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59465" y="3224175"/>
                  <a:ext cx="2548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886C1E1-CDAA-0B44-4314-FFCA4B47F978}"/>
                    </a:ext>
                  </a:extLst>
                </p14:cNvPr>
                <p14:cNvContentPartPr/>
                <p14:nvPr/>
              </p14:nvContentPartPr>
              <p14:xfrm>
                <a:off x="10566825" y="3407055"/>
                <a:ext cx="208440" cy="245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886C1E1-CDAA-0B44-4314-FFCA4B47F97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60705" y="3400575"/>
                  <a:ext cx="220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6507BA-25AF-619B-9522-C51BD7DD47E7}"/>
                    </a:ext>
                  </a:extLst>
                </p14:cNvPr>
                <p14:cNvContentPartPr/>
                <p14:nvPr/>
              </p14:nvContentPartPr>
              <p14:xfrm>
                <a:off x="10490145" y="3414255"/>
                <a:ext cx="133200" cy="235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6507BA-25AF-619B-9522-C51BD7DD47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84025" y="3408135"/>
                  <a:ext cx="145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C46C7B8-68EE-7A9B-2030-7DF36ED3ED14}"/>
                    </a:ext>
                  </a:extLst>
                </p14:cNvPr>
                <p14:cNvContentPartPr/>
                <p14:nvPr/>
              </p14:nvContentPartPr>
              <p14:xfrm>
                <a:off x="10597785" y="3355935"/>
                <a:ext cx="256320" cy="340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C46C7B8-68EE-7A9B-2030-7DF36ED3ED1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591665" y="3349815"/>
                  <a:ext cx="2685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8AEC26-EFAA-C54D-CBB5-E339B8CCE5A4}"/>
                    </a:ext>
                  </a:extLst>
                </p14:cNvPr>
                <p14:cNvContentPartPr/>
                <p14:nvPr/>
              </p14:nvContentPartPr>
              <p14:xfrm>
                <a:off x="10404465" y="2930775"/>
                <a:ext cx="593640" cy="1213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8AEC26-EFAA-C54D-CBB5-E339B8CCE5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98345" y="2924655"/>
                  <a:ext cx="605880" cy="12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6D9C1FA-A74A-FA4D-72E5-A2F7D8951322}"/>
              </a:ext>
            </a:extLst>
          </p:cNvPr>
          <p:cNvGrpSpPr/>
          <p:nvPr/>
        </p:nvGrpSpPr>
        <p:grpSpPr>
          <a:xfrm>
            <a:off x="306825" y="5141535"/>
            <a:ext cx="1878840" cy="843840"/>
            <a:chOff x="306825" y="5141535"/>
            <a:chExt cx="1878840" cy="84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432A491-83F3-72FC-470C-4796D67A3752}"/>
                    </a:ext>
                  </a:extLst>
                </p14:cNvPr>
                <p14:cNvContentPartPr/>
                <p14:nvPr/>
              </p14:nvContentPartPr>
              <p14:xfrm>
                <a:off x="306825" y="5157015"/>
                <a:ext cx="506880" cy="65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432A491-83F3-72FC-470C-4796D67A37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0705" y="5150895"/>
                  <a:ext cx="51912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AD7954-E136-6C44-8FC5-F4051D3FEABD}"/>
                    </a:ext>
                  </a:extLst>
                </p14:cNvPr>
                <p14:cNvContentPartPr/>
                <p14:nvPr/>
              </p14:nvContentPartPr>
              <p14:xfrm>
                <a:off x="731265" y="5475255"/>
                <a:ext cx="334800" cy="496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AD7954-E136-6C44-8FC5-F4051D3FEA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5145" y="5469135"/>
                  <a:ext cx="3470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40896E-AFEC-055E-CD5F-989536B3C728}"/>
                    </a:ext>
                  </a:extLst>
                </p14:cNvPr>
                <p14:cNvContentPartPr/>
                <p14:nvPr/>
              </p14:nvContentPartPr>
              <p14:xfrm>
                <a:off x="1466745" y="5164215"/>
                <a:ext cx="309600" cy="821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40896E-AFEC-055E-CD5F-989536B3C7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60625" y="5158095"/>
                  <a:ext cx="32184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46CCE84-53A6-7E8D-3DBF-9B1682FD56BB}"/>
                    </a:ext>
                  </a:extLst>
                </p14:cNvPr>
                <p14:cNvContentPartPr/>
                <p14:nvPr/>
              </p14:nvContentPartPr>
              <p14:xfrm>
                <a:off x="1291425" y="5529255"/>
                <a:ext cx="408240" cy="44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46CCE84-53A6-7E8D-3DBF-9B1682FD56B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85305" y="5523135"/>
                  <a:ext cx="420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F77FF0-80F9-35FF-7539-4B65CDA718C1}"/>
                    </a:ext>
                  </a:extLst>
                </p14:cNvPr>
                <p14:cNvContentPartPr/>
                <p14:nvPr/>
              </p14:nvContentPartPr>
              <p14:xfrm>
                <a:off x="1886865" y="5141535"/>
                <a:ext cx="298800" cy="819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F77FF0-80F9-35FF-7539-4B65CDA718C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80745" y="5135415"/>
                  <a:ext cx="311040" cy="83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CC877B6-2127-17F9-4EA0-5B08E495CD0C}"/>
              </a:ext>
            </a:extLst>
          </p:cNvPr>
          <p:cNvGrpSpPr/>
          <p:nvPr/>
        </p:nvGrpSpPr>
        <p:grpSpPr>
          <a:xfrm>
            <a:off x="2288265" y="5058375"/>
            <a:ext cx="1311840" cy="828000"/>
            <a:chOff x="2288265" y="5058375"/>
            <a:chExt cx="1311840" cy="82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BA4DA9-DF2E-B3E2-0AF2-28C1239CC641}"/>
                    </a:ext>
                  </a:extLst>
                </p14:cNvPr>
                <p14:cNvContentPartPr/>
                <p14:nvPr/>
              </p14:nvContentPartPr>
              <p14:xfrm>
                <a:off x="2288265" y="5280855"/>
                <a:ext cx="264240" cy="560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BA4DA9-DF2E-B3E2-0AF2-28C1239CC64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82145" y="5274735"/>
                  <a:ext cx="2764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29C765-5E81-1408-A380-68D102FD2EAD}"/>
                    </a:ext>
                  </a:extLst>
                </p14:cNvPr>
                <p14:cNvContentPartPr/>
                <p14:nvPr/>
              </p14:nvContentPartPr>
              <p14:xfrm>
                <a:off x="2667345" y="5408655"/>
                <a:ext cx="189000" cy="477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29C765-5E81-1408-A380-68D102FD2E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61225" y="5402535"/>
                  <a:ext cx="2012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683A2F-31B9-9A39-4F79-FA5EC0C3F7D6}"/>
                    </a:ext>
                  </a:extLst>
                </p14:cNvPr>
                <p14:cNvContentPartPr/>
                <p14:nvPr/>
              </p14:nvContentPartPr>
              <p14:xfrm>
                <a:off x="3091785" y="5341335"/>
                <a:ext cx="297360" cy="399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683A2F-31B9-9A39-4F79-FA5EC0C3F7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85665" y="5335215"/>
                  <a:ext cx="3096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2585C89-E8A6-F123-DD3A-BDABB2B5B32E}"/>
                    </a:ext>
                  </a:extLst>
                </p14:cNvPr>
                <p14:cNvContentPartPr/>
                <p14:nvPr/>
              </p14:nvContentPartPr>
              <p14:xfrm>
                <a:off x="2909625" y="5368335"/>
                <a:ext cx="144720" cy="498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2585C89-E8A6-F123-DD3A-BDABB2B5B32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03505" y="5362215"/>
                  <a:ext cx="1569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17BB783-C0CF-8AD7-25F3-A5441960348E}"/>
                    </a:ext>
                  </a:extLst>
                </p14:cNvPr>
                <p14:cNvContentPartPr/>
                <p14:nvPr/>
              </p14:nvContentPartPr>
              <p14:xfrm>
                <a:off x="3079185" y="5305335"/>
                <a:ext cx="300240" cy="580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17BB783-C0CF-8AD7-25F3-A544196034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73065" y="5299215"/>
                  <a:ext cx="31248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FFFD321-AA85-913C-AA6B-764AD377751C}"/>
                    </a:ext>
                  </a:extLst>
                </p14:cNvPr>
                <p14:cNvContentPartPr/>
                <p14:nvPr/>
              </p14:nvContentPartPr>
              <p14:xfrm>
                <a:off x="3424425" y="5196255"/>
                <a:ext cx="35640" cy="199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FFFD321-AA85-913C-AA6B-764AD377751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18305" y="5190135"/>
                  <a:ext cx="47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249E6F-96E3-50B3-8D28-3F56BA829381}"/>
                    </a:ext>
                  </a:extLst>
                </p14:cNvPr>
                <p14:cNvContentPartPr/>
                <p14:nvPr/>
              </p14:nvContentPartPr>
              <p14:xfrm>
                <a:off x="3476985" y="5058375"/>
                <a:ext cx="9360" cy="28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249E6F-96E3-50B3-8D28-3F56BA8293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70865" y="5052255"/>
                  <a:ext cx="21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AF3DFA-63DD-DF0A-298E-99E3F5D45DDB}"/>
                    </a:ext>
                  </a:extLst>
                </p14:cNvPr>
                <p14:cNvContentPartPr/>
                <p14:nvPr/>
              </p14:nvContentPartPr>
              <p14:xfrm>
                <a:off x="3190065" y="5174655"/>
                <a:ext cx="139320" cy="331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AF3DFA-63DD-DF0A-298E-99E3F5D45DD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83945" y="5168535"/>
                  <a:ext cx="151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48851B2-3F3B-96BF-E1F1-7CB09D1E9602}"/>
                    </a:ext>
                  </a:extLst>
                </p14:cNvPr>
                <p14:cNvContentPartPr/>
                <p14:nvPr/>
              </p14:nvContentPartPr>
              <p14:xfrm>
                <a:off x="3442425" y="5184735"/>
                <a:ext cx="157680" cy="250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48851B2-3F3B-96BF-E1F1-7CB09D1E96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36305" y="5178615"/>
                  <a:ext cx="16992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644B435-68CB-B672-85B4-7EF26D23D6E2}"/>
                  </a:ext>
                </a:extLst>
              </p14:cNvPr>
              <p14:cNvContentPartPr/>
              <p14:nvPr/>
            </p14:nvContentPartPr>
            <p14:xfrm>
              <a:off x="3815025" y="5682615"/>
              <a:ext cx="143280" cy="133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644B435-68CB-B672-85B4-7EF26D23D6E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8905" y="5676495"/>
                <a:ext cx="155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D863BF4-30F8-A8C8-2634-B8F85F60A18C}"/>
                  </a:ext>
                </a:extLst>
              </p14:cNvPr>
              <p14:cNvContentPartPr/>
              <p14:nvPr/>
            </p14:nvContentPartPr>
            <p14:xfrm>
              <a:off x="9723345" y="5012295"/>
              <a:ext cx="323280" cy="8373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D863BF4-30F8-A8C8-2634-B8F85F60A18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717225" y="5006175"/>
                <a:ext cx="335520" cy="84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7EBF1BC-A39F-329A-FAA4-860DB09E80F0}"/>
                  </a:ext>
                </a:extLst>
              </p14:cNvPr>
              <p14:cNvContentPartPr/>
              <p14:nvPr/>
            </p14:nvContentPartPr>
            <p14:xfrm>
              <a:off x="7726785" y="5997255"/>
              <a:ext cx="12240" cy="82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7EBF1BC-A39F-329A-FAA4-860DB09E80F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20840" y="5991390"/>
                <a:ext cx="24130" cy="2001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4618E2E-6EEB-1435-4AD1-8041B94EF5F1}"/>
              </a:ext>
            </a:extLst>
          </p:cNvPr>
          <p:cNvGrpSpPr/>
          <p:nvPr/>
        </p:nvGrpSpPr>
        <p:grpSpPr>
          <a:xfrm>
            <a:off x="4328745" y="4754175"/>
            <a:ext cx="7303680" cy="1935000"/>
            <a:chOff x="4328745" y="4754175"/>
            <a:chExt cx="7303680" cy="19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E26EFA-E1AA-AABF-C272-A8BC06AD1153}"/>
                    </a:ext>
                  </a:extLst>
                </p14:cNvPr>
                <p14:cNvContentPartPr/>
                <p14:nvPr/>
              </p14:nvContentPartPr>
              <p14:xfrm>
                <a:off x="4328745" y="5199135"/>
                <a:ext cx="464040" cy="957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E26EFA-E1AA-AABF-C272-A8BC06AD115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22625" y="5193015"/>
                  <a:ext cx="47628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5BBB929-2324-D148-F5EE-21C0574920C4}"/>
                    </a:ext>
                  </a:extLst>
                </p14:cNvPr>
                <p14:cNvContentPartPr/>
                <p14:nvPr/>
              </p14:nvContentPartPr>
              <p14:xfrm>
                <a:off x="4902225" y="5113815"/>
                <a:ext cx="93960" cy="173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5BBB929-2324-D148-F5EE-21C0574920C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96105" y="5107695"/>
                  <a:ext cx="106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6316FB5-900F-A326-2CE6-43BA9A4C3799}"/>
                    </a:ext>
                  </a:extLst>
                </p14:cNvPr>
                <p14:cNvContentPartPr/>
                <p14:nvPr/>
              </p14:nvContentPartPr>
              <p14:xfrm>
                <a:off x="4996905" y="4922655"/>
                <a:ext cx="37080" cy="60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6316FB5-900F-A326-2CE6-43BA9A4C379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90785" y="4916535"/>
                  <a:ext cx="49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289CE0A-FDA6-57BA-00A7-94513CE3F505}"/>
                    </a:ext>
                  </a:extLst>
                </p14:cNvPr>
                <p14:cNvContentPartPr/>
                <p14:nvPr/>
              </p14:nvContentPartPr>
              <p14:xfrm>
                <a:off x="4725105" y="5136495"/>
                <a:ext cx="248400" cy="300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289CE0A-FDA6-57BA-00A7-94513CE3F5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18985" y="5130375"/>
                  <a:ext cx="260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0DA6D9B-5977-AAAF-0456-3CFCA4134465}"/>
                    </a:ext>
                  </a:extLst>
                </p14:cNvPr>
                <p14:cNvContentPartPr/>
                <p14:nvPr/>
              </p14:nvContentPartPr>
              <p14:xfrm>
                <a:off x="4973145" y="4999695"/>
                <a:ext cx="257400" cy="469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0DA6D9B-5977-AAAF-0456-3CFCA41344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67025" y="4993575"/>
                  <a:ext cx="26964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3C1708-F10D-56C0-0F59-0720D7E0ECC1}"/>
                    </a:ext>
                  </a:extLst>
                </p14:cNvPr>
                <p14:cNvContentPartPr/>
                <p14:nvPr/>
              </p14:nvContentPartPr>
              <p14:xfrm>
                <a:off x="4875945" y="5024535"/>
                <a:ext cx="591120" cy="1102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3C1708-F10D-56C0-0F59-0720D7E0ECC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9825" y="5018415"/>
                  <a:ext cx="60336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044A645-6182-72A4-B52D-DDC1E4594E3D}"/>
                    </a:ext>
                  </a:extLst>
                </p14:cNvPr>
                <p14:cNvContentPartPr/>
                <p14:nvPr/>
              </p14:nvContentPartPr>
              <p14:xfrm>
                <a:off x="5765145" y="5335935"/>
                <a:ext cx="248400" cy="40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044A645-6182-72A4-B52D-DDC1E4594E3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59025" y="5329815"/>
                  <a:ext cx="260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EA8A9D-8179-E220-311F-F65539486D69}"/>
                    </a:ext>
                  </a:extLst>
                </p14:cNvPr>
                <p14:cNvContentPartPr/>
                <p14:nvPr/>
              </p14:nvContentPartPr>
              <p14:xfrm>
                <a:off x="5858745" y="5529255"/>
                <a:ext cx="181080" cy="52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EA8A9D-8179-E220-311F-F65539486D6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52625" y="5523135"/>
                  <a:ext cx="193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C9F5B51-F67D-54A9-A059-CB60D7B90A60}"/>
                    </a:ext>
                  </a:extLst>
                </p14:cNvPr>
                <p14:cNvContentPartPr/>
                <p14:nvPr/>
              </p14:nvContentPartPr>
              <p14:xfrm>
                <a:off x="6305865" y="5353575"/>
                <a:ext cx="444240" cy="64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C9F5B51-F67D-54A9-A059-CB60D7B90A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99745" y="5347455"/>
                  <a:ext cx="456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D879929-351F-6A85-ED92-3C4C7B80C96A}"/>
                    </a:ext>
                  </a:extLst>
                </p14:cNvPr>
                <p14:cNvContentPartPr/>
                <p14:nvPr/>
              </p14:nvContentPartPr>
              <p14:xfrm>
                <a:off x="6914265" y="5057655"/>
                <a:ext cx="421920" cy="921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D879929-351F-6A85-ED92-3C4C7B80C96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08145" y="5051535"/>
                  <a:ext cx="434160" cy="9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0E11C9-1C75-7CF0-ECD2-DD4144211388}"/>
                    </a:ext>
                  </a:extLst>
                </p14:cNvPr>
                <p14:cNvContentPartPr/>
                <p14:nvPr/>
              </p14:nvContentPartPr>
              <p14:xfrm>
                <a:off x="7590345" y="4905015"/>
                <a:ext cx="373680" cy="506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0E11C9-1C75-7CF0-ECD2-DD414421138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84225" y="4898895"/>
                  <a:ext cx="38592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FBC757-94AB-4619-F131-DFA9D0571797}"/>
                    </a:ext>
                  </a:extLst>
                </p14:cNvPr>
                <p14:cNvContentPartPr/>
                <p14:nvPr/>
              </p14:nvContentPartPr>
              <p14:xfrm>
                <a:off x="7949985" y="5170335"/>
                <a:ext cx="243360" cy="689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FBC757-94AB-4619-F131-DFA9D05717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43865" y="5164215"/>
                  <a:ext cx="2556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F2EC406-395E-8C58-664E-45CCC32DD37B}"/>
                    </a:ext>
                  </a:extLst>
                </p14:cNvPr>
                <p14:cNvContentPartPr/>
                <p14:nvPr/>
              </p14:nvContentPartPr>
              <p14:xfrm>
                <a:off x="8395665" y="4754175"/>
                <a:ext cx="239760" cy="916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F2EC406-395E-8C58-664E-45CCC32DD37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89545" y="4748055"/>
                  <a:ext cx="2520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FD3C20A-0CBE-1A86-6416-47D0CD5B8BBB}"/>
                    </a:ext>
                  </a:extLst>
                </p14:cNvPr>
                <p14:cNvContentPartPr/>
                <p14:nvPr/>
              </p14:nvContentPartPr>
              <p14:xfrm>
                <a:off x="8679345" y="4784775"/>
                <a:ext cx="429480" cy="792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FD3C20A-0CBE-1A86-6416-47D0CD5B8B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73225" y="4778655"/>
                  <a:ext cx="44172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A1CB82-9494-0428-557A-821E3B4A8E8C}"/>
                    </a:ext>
                  </a:extLst>
                </p14:cNvPr>
                <p14:cNvContentPartPr/>
                <p14:nvPr/>
              </p14:nvContentPartPr>
              <p14:xfrm>
                <a:off x="9172545" y="5012655"/>
                <a:ext cx="322560" cy="546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A1CB82-9494-0428-557A-821E3B4A8E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66425" y="5006535"/>
                  <a:ext cx="3348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3F88797-8DC5-402D-4B94-5A92BEF132EF}"/>
                    </a:ext>
                  </a:extLst>
                </p14:cNvPr>
                <p14:cNvContentPartPr/>
                <p14:nvPr/>
              </p14:nvContentPartPr>
              <p14:xfrm>
                <a:off x="9530745" y="5097975"/>
                <a:ext cx="207360" cy="316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3F88797-8DC5-402D-4B94-5A92BEF132E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524625" y="5091855"/>
                  <a:ext cx="219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1F9DF63-CE92-17ED-81A1-94C4EAD053CC}"/>
                    </a:ext>
                  </a:extLst>
                </p14:cNvPr>
                <p14:cNvContentPartPr/>
                <p14:nvPr/>
              </p14:nvContentPartPr>
              <p14:xfrm>
                <a:off x="9426705" y="5054055"/>
                <a:ext cx="262440" cy="664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1F9DF63-CE92-17ED-81A1-94C4EAD053C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0585" y="5047935"/>
                  <a:ext cx="27468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0C6AEB8-0F4A-33CE-E6C3-83C6D375B10E}"/>
                    </a:ext>
                  </a:extLst>
                </p14:cNvPr>
                <p14:cNvContentPartPr/>
                <p14:nvPr/>
              </p14:nvContentPartPr>
              <p14:xfrm>
                <a:off x="9530025" y="5129655"/>
                <a:ext cx="277200" cy="369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0C6AEB8-0F4A-33CE-E6C3-83C6D375B1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23905" y="5123535"/>
                  <a:ext cx="2894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716AB6-ABE0-9D15-3274-82A5DE251FA8}"/>
                    </a:ext>
                  </a:extLst>
                </p14:cNvPr>
                <p14:cNvContentPartPr/>
                <p14:nvPr/>
              </p14:nvContentPartPr>
              <p14:xfrm>
                <a:off x="10248945" y="5299935"/>
                <a:ext cx="1060200" cy="68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716AB6-ABE0-9D15-3274-82A5DE251FA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242825" y="5293815"/>
                  <a:ext cx="1072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382D317-959F-EF05-5FAA-3CB4B693E734}"/>
                    </a:ext>
                  </a:extLst>
                </p14:cNvPr>
                <p14:cNvContentPartPr/>
                <p14:nvPr/>
              </p14:nvContentPartPr>
              <p14:xfrm>
                <a:off x="6720585" y="6097335"/>
                <a:ext cx="280440" cy="587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382D317-959F-EF05-5FAA-3CB4B693E7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14465" y="6091215"/>
                  <a:ext cx="2926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0B30DEF-9FE4-60EA-7857-583828D92914}"/>
                    </a:ext>
                  </a:extLst>
                </p14:cNvPr>
                <p14:cNvContentPartPr/>
                <p14:nvPr/>
              </p14:nvContentPartPr>
              <p14:xfrm>
                <a:off x="6918225" y="5955135"/>
                <a:ext cx="411480" cy="662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0B30DEF-9FE4-60EA-7857-583828D929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12105" y="5949015"/>
                  <a:ext cx="4237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A0B4BC6-E165-5AD5-2A4E-12905E6B59F8}"/>
                    </a:ext>
                  </a:extLst>
                </p14:cNvPr>
                <p14:cNvContentPartPr/>
                <p14:nvPr/>
              </p14:nvContentPartPr>
              <p14:xfrm>
                <a:off x="5900505" y="6107415"/>
                <a:ext cx="83160" cy="376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A0B4BC6-E165-5AD5-2A4E-12905E6B59F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894385" y="6101295"/>
                  <a:ext cx="954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CD98A55-411C-CBCC-EADE-897A80C69FED}"/>
                    </a:ext>
                  </a:extLst>
                </p14:cNvPr>
                <p14:cNvContentPartPr/>
                <p14:nvPr/>
              </p14:nvContentPartPr>
              <p14:xfrm>
                <a:off x="6196065" y="6265095"/>
                <a:ext cx="224280" cy="66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CD98A55-411C-CBCC-EADE-897A80C69FE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89945" y="6258975"/>
                  <a:ext cx="236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DDE3537-EBD1-6CEA-00E4-9BF1C1A04FB6}"/>
                    </a:ext>
                  </a:extLst>
                </p14:cNvPr>
                <p14:cNvContentPartPr/>
                <p14:nvPr/>
              </p14:nvContentPartPr>
              <p14:xfrm>
                <a:off x="5633385" y="5971695"/>
                <a:ext cx="254520" cy="652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DDE3537-EBD1-6CEA-00E4-9BF1C1A04F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27265" y="5965575"/>
                  <a:ext cx="2667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368D4A2-B71F-310E-94E2-AF857E95EB26}"/>
                    </a:ext>
                  </a:extLst>
                </p14:cNvPr>
                <p14:cNvContentPartPr/>
                <p14:nvPr/>
              </p14:nvContentPartPr>
              <p14:xfrm>
                <a:off x="7625625" y="5914095"/>
                <a:ext cx="171000" cy="536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368D4A2-B71F-310E-94E2-AF857E95EB2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19505" y="5907975"/>
                  <a:ext cx="1832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6D295CA-B8C3-49F0-630D-4E48C0DFD417}"/>
                    </a:ext>
                  </a:extLst>
                </p14:cNvPr>
                <p14:cNvContentPartPr/>
                <p14:nvPr/>
              </p14:nvContentPartPr>
              <p14:xfrm>
                <a:off x="7848825" y="6148815"/>
                <a:ext cx="175680" cy="213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6D295CA-B8C3-49F0-630D-4E48C0DFD4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42705" y="6142695"/>
                  <a:ext cx="187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5E3165-2BBC-1EDD-1217-C8FBBBB8B6B0}"/>
                    </a:ext>
                  </a:extLst>
                </p14:cNvPr>
                <p14:cNvContentPartPr/>
                <p14:nvPr/>
              </p14:nvContentPartPr>
              <p14:xfrm>
                <a:off x="8111265" y="6054495"/>
                <a:ext cx="348480" cy="634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5E3165-2BBC-1EDD-1217-C8FBBBB8B6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05145" y="6048375"/>
                  <a:ext cx="36072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45DBD2C-DEE6-7E6B-0E87-A6C63303F726}"/>
                    </a:ext>
                  </a:extLst>
                </p14:cNvPr>
                <p14:cNvContentPartPr/>
                <p14:nvPr/>
              </p14:nvContentPartPr>
              <p14:xfrm>
                <a:off x="9077145" y="5932815"/>
                <a:ext cx="272880" cy="663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45DBD2C-DEE6-7E6B-0E87-A6C63303F7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71025" y="5926695"/>
                  <a:ext cx="28512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784D17E-15E0-C8EB-9942-E9557BFDB79D}"/>
                    </a:ext>
                  </a:extLst>
                </p14:cNvPr>
                <p14:cNvContentPartPr/>
                <p14:nvPr/>
              </p14:nvContentPartPr>
              <p14:xfrm>
                <a:off x="9347865" y="6060255"/>
                <a:ext cx="110880" cy="335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784D17E-15E0-C8EB-9942-E9557BFDB79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41745" y="6054135"/>
                  <a:ext cx="123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DC28B35-C3A3-BA37-B0C3-4D8E37BE982F}"/>
                    </a:ext>
                  </a:extLst>
                </p14:cNvPr>
                <p14:cNvContentPartPr/>
                <p14:nvPr/>
              </p14:nvContentPartPr>
              <p14:xfrm>
                <a:off x="9626505" y="6202095"/>
                <a:ext cx="326160" cy="33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DC28B35-C3A3-BA37-B0C3-4D8E37BE982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20385" y="6195975"/>
                  <a:ext cx="338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70B91D-F35C-3E08-E878-9875D05A6D1C}"/>
                    </a:ext>
                  </a:extLst>
                </p14:cNvPr>
                <p14:cNvContentPartPr/>
                <p14:nvPr/>
              </p14:nvContentPartPr>
              <p14:xfrm>
                <a:off x="10037265" y="5822295"/>
                <a:ext cx="396000" cy="551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70B91D-F35C-3E08-E878-9875D05A6D1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31145" y="5816175"/>
                  <a:ext cx="4082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02C65D-F45F-233A-0CA9-7F4CCE80CD83}"/>
                    </a:ext>
                  </a:extLst>
                </p14:cNvPr>
                <p14:cNvContentPartPr/>
                <p14:nvPr/>
              </p14:nvContentPartPr>
              <p14:xfrm>
                <a:off x="10629105" y="5760375"/>
                <a:ext cx="312480" cy="501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02C65D-F45F-233A-0CA9-7F4CCE80CD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22985" y="5754255"/>
                  <a:ext cx="3247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F7BD036-2CA0-D65F-CF89-3769EC5016E9}"/>
                    </a:ext>
                  </a:extLst>
                </p14:cNvPr>
                <p14:cNvContentPartPr/>
                <p14:nvPr/>
              </p14:nvContentPartPr>
              <p14:xfrm>
                <a:off x="11090265" y="5907255"/>
                <a:ext cx="223200" cy="353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F7BD036-2CA0-D65F-CF89-3769EC5016E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84145" y="5901135"/>
                  <a:ext cx="2354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9B1FCE0-1EF6-8A99-B210-6CBE46AD9C9C}"/>
                    </a:ext>
                  </a:extLst>
                </p14:cNvPr>
                <p14:cNvContentPartPr/>
                <p14:nvPr/>
              </p14:nvContentPartPr>
              <p14:xfrm>
                <a:off x="10976505" y="5916255"/>
                <a:ext cx="122040" cy="386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9B1FCE0-1EF6-8A99-B210-6CBE46AD9C9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70385" y="5910135"/>
                  <a:ext cx="134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F13FC1-1E09-8C95-9840-9CDB738F9C94}"/>
                    </a:ext>
                  </a:extLst>
                </p14:cNvPr>
                <p14:cNvContentPartPr/>
                <p14:nvPr/>
              </p14:nvContentPartPr>
              <p14:xfrm>
                <a:off x="11155425" y="5911935"/>
                <a:ext cx="232560" cy="464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F13FC1-1E09-8C95-9840-9CDB738F9C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149305" y="5905815"/>
                  <a:ext cx="2448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CD8E46E-C161-5413-F80E-0841DD74DE42}"/>
                    </a:ext>
                  </a:extLst>
                </p14:cNvPr>
                <p14:cNvContentPartPr/>
                <p14:nvPr/>
              </p14:nvContentPartPr>
              <p14:xfrm>
                <a:off x="10907385" y="5678655"/>
                <a:ext cx="725040" cy="745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CD8E46E-C161-5413-F80E-0841DD74DE4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01265" y="5672535"/>
                  <a:ext cx="7372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EC2652B-8ACB-D8BD-BAE4-4F6B8B45F45E}"/>
                    </a:ext>
                  </a:extLst>
                </p14:cNvPr>
                <p14:cNvContentPartPr/>
                <p14:nvPr/>
              </p14:nvContentPartPr>
              <p14:xfrm>
                <a:off x="6282825" y="5718255"/>
                <a:ext cx="992520" cy="59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EC2652B-8ACB-D8BD-BAE4-4F6B8B45F45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76705" y="5712135"/>
                  <a:ext cx="1004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201D740-AF16-0E16-9A76-39CC2418EB59}"/>
                    </a:ext>
                  </a:extLst>
                </p14:cNvPr>
                <p14:cNvContentPartPr/>
                <p14:nvPr/>
              </p14:nvContentPartPr>
              <p14:xfrm>
                <a:off x="8703825" y="5871975"/>
                <a:ext cx="1210680" cy="88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201D740-AF16-0E16-9A76-39CC2418EB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97705" y="5865855"/>
                  <a:ext cx="1222920" cy="10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890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53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94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18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719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2025-12-09T07:04:16Z</dcterms:created>
  <dcterms:modified xsi:type="dcterms:W3CDTF">2025-12-11T07:46:16Z</dcterms:modified>
</cp:coreProperties>
</file>