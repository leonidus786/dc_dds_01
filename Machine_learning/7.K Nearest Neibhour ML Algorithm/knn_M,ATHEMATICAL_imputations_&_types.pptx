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21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01.505"/>
    </inkml:context>
    <inkml:brush xml:id="br0">
      <inkml:brushProperty name="width" value="0.025" units="cm"/>
      <inkml:brushProperty name="height" value="0.025" units="cm"/>
    </inkml:brush>
  </inkml:definitions>
  <inkml:trace contextRef="#ctx0" brushRef="#br0">182 181 12533,'-19'-48'1551,"-5"-15"4998,23 60-6014,1 0 0,-1 0-1,1 0 1,-1 1 0,1-1 0,0 0 0,0 0 0,1 0 0,-1 0 0,0 0 0,1 0 0,0 0 0,-1 1 0,1-1 0,0 0 0,1 0 0,-1 1 0,0-1 0,1 1 0,2-3 0,-3 2 365,-1 3-900,0 0 0,0-1 0,0 1 0,0 0 0,0 0 0,0 0 0,0-1 0,0 1 0,0 0 0,0 0 0,0 0 0,0-1 0,0 1 0,1 0 0,-1 0 0,0 0 0,0-1 0,0 1 0,0 0 0,0 0 0,0 0 0,1 0 0,-1 0 0,0-1 0,0 1 0,0 0 0,1 0 0,-1 0 0,0 0 0,0 0 0,0 0 0,0 0 0,1 0 0,-1 0 0,0 0 0,0 0 0,1 0 0,-1 0 0,0 0 0,0 0 0,0 0 0,1 0 0,-1 0 0,0 0 0,0 0 0,0 0 0,1 0 0,-1 0 0,0 0 0,0 0 0,0 0 0,0 0 0,1 0 0,-1 1 0,0-1 0,0 0 0,0 0 0,0 0 0,1 0 0,-1 1 0,0-1 0,0 0 0,0 0 0,0 1 0,4 12 0,-4-11 0,5 25 0,-1 1 0,-2 0 0,-2 33 0,-9 89 0,5-102 0,-68 590 0,-14 252 0,81-586 136,8-214-1023,19 120-1,-16-165-879,7 33-3835,3-32-2538,6-13-4495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01.806"/>
    </inkml:context>
    <inkml:brush xml:id="br0">
      <inkml:brushProperty name="width" value="0.025" units="cm"/>
      <inkml:brushProperty name="height" value="0.025" units="cm"/>
    </inkml:brush>
  </inkml:definitions>
  <inkml:trace contextRef="#ctx0" brushRef="#br0">1240 106 8565,'11'-36'1224,"7"-31"4270,-17 64-614,-5 7-4272,-92 95 401,-233 245-270,-220 207-4364,521-525 3477,-66 70-437,51-50 406,-56 47 1,96-90 186,-1 0 1,1 1 0,-1-1-1,1 1 1,0-1 0,-3 6 0,5 1 317,14-9 258,87-33 1087,-76 23-1087,0 1 0,0 1 0,0 1-1,1 1 1,49-4 0,-48 10-132,0 2-1,0 0 1,0 2-1,0 1 1,-1 0 0,0 2-1,0 2 1,-1 0 0,0 1-1,25 17 1,-3 1 159,-1 2 0,-2 3 0,74 72 1,55 82-120,-27-28-2079,13-11-4370,-130-127 4379,53 45-7151,-33-27-2290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02.595"/>
    </inkml:context>
    <inkml:brush xml:id="br0">
      <inkml:brushProperty name="width" value="0.025" units="cm"/>
      <inkml:brushProperty name="height" value="0.025" units="cm"/>
    </inkml:brush>
  </inkml:definitions>
  <inkml:trace contextRef="#ctx0" brushRef="#br0">311 192 7333,'0'0'5704,"-3"1"-3516,-48 2 4307,-29 4-2576,-54 12-908,131-19-2502,-20-3 392,6-1 49,22 1 413,23 2-969,-23 0-394,1 1 0,17 8 0,-13-4 0,-2 0 0,1 1 0,0 0 0,-1 1 0,0 0 0,0 0 0,-1 1 0,0 0 0,12 14 0,-9-7 0,-1-1 0,0 1 0,-1 1 0,-1 0 0,8 22 0,-4-1 0,-1 2 0,-2 0 0,-2 0 0,2 50 0,-3 1 0,-4 0 0,-18 160 0,14-230 0,-3 33 0,-17-237 0,18 68 0,15-153 0,-3 205 0,3 1 0,2 0 0,41-119 0,-47 166 0,0 1 0,2 0 0,0 0 0,0 1 0,17-22 0,-20 31 0,0 0 0,1 1 0,-1-1 0,1 1 0,0 1 0,0-1 0,1 1 0,-1 0 0,1 1 0,0-1 0,0 1 0,1 1 0,-1-1 0,0 1 0,10-1 0,-2 1 0,-1 2 0,0 0 0,1 0 0,-1 1 0,1 1 0,-1 1 0,0 0 0,0 0 0,0 2 0,23 10 0,13 9 0,68 44 0,-108-62 0,58 38 0,-2 3 0,-3 4 0,-1 1 0,-3 4 0,-2 2 0,-3 2 0,-2 3 0,-4 2 0,-2 2 0,-3 2 0,-3 1 0,-3 3 0,-4 1 0,-3 1 0,-3 2 0,19 88 0,-38-132-314,31 162-368,-31-130-2951,-5-1-3816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03.060"/>
    </inkml:context>
    <inkml:brush xml:id="br0">
      <inkml:brushProperty name="width" value="0.025" units="cm"/>
      <inkml:brushProperty name="height" value="0.025" units="cm"/>
    </inkml:brush>
  </inkml:definitions>
  <inkml:trace contextRef="#ctx0" brushRef="#br0">483 1 9097,'0'0'4241,"-2"2"-2808,-8 16-252,1 0-1,1 0 1,-9 26-1,10-22-602,-2 0-1,-20 36 1,6-24-159,-1-2 1,-1-1-1,-36 35 1,-97 75 990,93-97 766,32-23-497,31-19-1164,2-6-70,2-4-374,0 1 0,0 0-1,0 0 1,1 0-1,0 1 1,0-1 0,0 1-1,1-1 1,5-6-1,49-53 179,-29 35-155,-1-1-59,0 2 0,2 2 0,1 0-1,43-29 1,-63 50-28,1 0 0,-1 1-1,1 0 1,1 0 0,-1 1 0,1 1-1,-1 0 1,1 1 0,0 0 0,0 1-1,1 1 1,-1 0 0,0 0 0,1 2-1,-1-1 1,0 2 0,17 3-1,-10 1-3,-1 1 0,0 1-1,-1 1 1,0 0 0,-1 1-1,1 1 1,-2 1 0,0 1-1,0 0 1,-1 0 0,20 26-1,-10-10 7,-2 1 0,-1 2-1,-2 0 1,-1 2 0,19 45-1,-18-28 5,-3 1-1,19 91 0,3 110-167,-12-65-729,-19-139 385,9 49-2072,5 112 1,-26-161 92,1-23-517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04.618"/>
    </inkml:context>
    <inkml:brush xml:id="br0">
      <inkml:brushProperty name="width" value="0.025" units="cm"/>
      <inkml:brushProperty name="height" value="0.025" units="cm"/>
    </inkml:brush>
  </inkml:definitions>
  <inkml:trace contextRef="#ctx0" brushRef="#br0">1 255 5717,'0'0'1655,"3"-2"45,12-8 548,0 0 1,26-24-1,50-67 2261,-15 16 487,-75 83-4943,0 1 1,0 0-1,1 0 0,-1 0 0,1 0 0,-1 0 0,0 0 0,1 1 0,-1-1 0,1 0 1,0 1-1,-1-1 0,1 1 0,0 0 0,-1-1 0,1 1 0,0 0 0,-1 0 1,1 0-1,0 0 0,-1 0 0,1 1 0,0-1 0,-1 0 0,1 1 0,-1-1 0,1 1 1,0 0-1,-1 0 0,1-1 0,-1 1 0,0 0 0,1 0 0,-1 0 0,0 0 0,1 0 1,-1 1-1,1 1 0,7 7 114,0 0 1,-1 0-1,-1 1 0,7 11 1,-12-18-105,21 37 460,-2 2 0,24 67 0,20 98 372,-63-204-879,101 426 932,-8-31-554,-68-303-361,79 322-685,-105-415 433,-4-6-145,-5-8 277,0 1 0,1-1 0,1-1 0,-1 1 0,2-1 0,0 0 0,0-1 0,1 1 0,0-1 0,-3-24 0,0-17-193,0-70 0,6 105 221,1-68-127,3 1 0,17-97 0,49-167-140,9 67 250,-58 226 159,3 1 0,52-95 0,-66 136-30,1 0 0,0 1-1,0 0 1,2 1 0,0 0 0,0 1 0,1 0 0,19-13 0,-26 21 2,1 0-1,0 0 0,0 1 1,1 0-1,-1 0 1,1 1-1,-1-1 1,1 2-1,0-1 0,0 1 1,0 0-1,0 1 1,0 0-1,0 0 1,0 1-1,0 0 0,0 0 1,-1 1-1,1 0 1,8 3-1,1 2 126,0 1 0,-1 0 0,0 1 0,-1 1 0,0 0-1,15 14 1,2 5 331,41 49-1,-51-51-466,-2 0 1,-1 2-1,-1 0 1,16 37-1,166 362-25,-184-389-19,-1 1 0,-2 0 0,14 75 0,-11 1 0,-4 2 0,-6-1 0,-12 158 0,1-196 166,-7 197-1818,12-205-1215,19 132 0,-18-195 2435,0 0-1,1 0 1,0 0 0,1 0-1,0 0 1,0 0 0,1-1-1,0 0 1,0 0 0,0 0-1,1 0 1,0 0-1,1-1 1,10 10 0,-15-15 150,0 1 0,1-1 0,-1 0 0,1 0 0,0 0 0,-1 0 0,1 0 0,0-1 0,-1 1 0,1 0 1,0-1-1,0 1 0,-1-1 0,1 0 0,0 1 0,0-1 0,0 0 0,0 0 0,0 0 0,0-1 0,-1 1 0,1 0 0,0-1 0,0 1 1,2-2-1,2 1-551,41-10-7082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06.105"/>
    </inkml:context>
    <inkml:brush xml:id="br0">
      <inkml:brushProperty name="width" value="0.025" units="cm"/>
      <inkml:brushProperty name="height" value="0.025" units="cm"/>
    </inkml:brush>
  </inkml:definitions>
  <inkml:trace contextRef="#ctx0" brushRef="#br0">1 667 10809,'0'0'1697,"5"-1"92,63-13 1098,65-11-590,707-66 123,951-108-1543,-62 8-759,-1707 188-150,247-33-114,-188 22-523,96-31-1,-154 38 64,-20 6-140,-5-2-215,-1 1 657,1-1 0,-1 1 0,0-1 0,0 1 0,0 0 0,0 0 0,0 0 0,0 0 0,-1 1 0,1-1 0,-1 1 0,1 0 0,-1 0 0,1 0 0,-1 1 0,0-1 0,1 1 0,-1 0 0,-6 0 1,-14-3-3653,-2-2-2089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06.693"/>
    </inkml:context>
    <inkml:brush xml:id="br0">
      <inkml:brushProperty name="width" value="0.035" units="cm"/>
      <inkml:brushProperty name="height" value="0.035" units="cm"/>
      <inkml:brushProperty name="color" value="#008C3A"/>
    </inkml:brush>
  </inkml:definitions>
  <inkml:trace contextRef="#ctx0" brushRef="#br0">0 625 13513,'1'2'215,"0"0"0,0-1-1,0 1 1,0-1 0,1 1 0,-1-1-1,1 0 1,-1 1 0,1-1 0,-1 0-1,1 0 1,-1 0 0,1 0 0,0 0-1,0-1 1,-1 1 0,1 0 0,0-1-1,0 1 1,0-1 0,0 0-1,2 0 1,3 0 88,1 0 0,-1 0 0,1-1 0,9-3 1,0 1 385,295-45 3701,154-18-2635,85-13-1193,371-70-90,-9-41-1138,-849 175 225,-31 9-219,-1-2 1,1-1 0,-2-1-1,41-20 1,-69 28-769,-16-25-8589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11.681"/>
    </inkml:context>
    <inkml:brush xml:id="br0">
      <inkml:brushProperty name="width" value="0.035" units="cm"/>
      <inkml:brushProperty name="height" value="0.035" units="cm"/>
      <inkml:brushProperty name="color" value="#008C3A"/>
    </inkml:brush>
  </inkml:definitions>
  <inkml:trace contextRef="#ctx0" brushRef="#br0">34 28 11809,'-1'-2'271,"0"0"0,0 1-1,0-1 1,0 1 0,0-1 0,0 1-1,0-1 1,0 1 0,-1-1 0,1 1-1,0 0 1,-1 0 0,1 0 0,-1 0-1,0 0 1,1 0 0,-1 0 0,0 0-1,-7-1 6504,9 4-5090,2 21 315,0-1 0,6 24 1,3 39-747,-8-27-1072,0-14-1698,-2 1 0,-8 82-1,-4-51-2143,6 1-3753,2 20-6818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12.130"/>
    </inkml:context>
    <inkml:brush xml:id="br0">
      <inkml:brushProperty name="width" value="0.035" units="cm"/>
      <inkml:brushProperty name="height" value="0.035" units="cm"/>
      <inkml:brushProperty name="color" value="#008C3A"/>
    </inkml:brush>
  </inkml:definitions>
  <inkml:trace contextRef="#ctx0" brushRef="#br0">396 25 11245,'-1'-2'183,"-1"0"0,0 0 0,1 0 0,-1 0 0,0 0 0,0 1 1,0-1-1,-1 0 0,1 1 0,0-1 0,-1 1 0,1 0 0,-4-1 0,5 2-99,0-1 1,-1 1-1,1 0 0,-1 0 1,1 0-1,-1 0 0,1 0 1,-1 1-1,1-1 0,-1 0 0,1 1 1,-1-1-1,1 1 0,0-1 1,-1 1-1,1 0 0,0 0 1,0-1-1,-1 1 0,1 0 1,0 0-1,0 0 0,0 0 1,0 1-1,-1 1 0,-1 2 188,0-1 1,0 1-1,1 1 0,-1-1 1,1 0-1,-2 9 0,-4 11 448,-23 66 1069,5 2 0,-22 140 0,30-138-1098,-67 452 1398,22 5-1089,62-538-976,-17 171 254,8 1 0,16 211 0,1-308-206,4 0-1,4 0 1,4-1-1,4-1 1,3-1-1,57 125 1,-64-173-67,2-1 0,1 0 0,2-2 0,1-1 0,1-1 0,2-1-1,52 45 1,-52-54-65,2-1 0,0-2 0,1-1 0,0-1 0,2-2 0,0-1-1,1-1 1,0-2 0,42 9 0,-26-12-77,0-3 0,0-1 0,1-3 0,-1-2 0,1-2 1,-1-3-1,0-1 0,0-3 0,-1-2 0,73-26 0,-49 10-43,-3-3-1,0-3 0,-2-4 1,-2-2-1,-2-3 0,75-63 1,-71 46 80,-3-3 0,-3-3 0,-3-2 1,-3-3-1,-3-2 0,-3-3 1,-4-1-1,-3-3 0,39-97 0,-53 100 74,-2-3 0,-4 0 0,-3-1-1,-4-1 1,-3 0 0,-4-1 0,-4 0-1,-3-1 1,-4 1 0,-13-92 0,4 103-6,-4 1 1,-2 0-1,-4 1 1,-2 2-1,-52-105 1,47 119 18,-3 2 0,-1 2 0,-3 1 0,-1 1 0,-3 2 0,-2 2 0,-54-45 1,41 45 25,-2 2 1,-2 3 0,-1 2 0,-2 3 0,-2 2 0,-1 4 0,0 2-1,-2 3 1,-1 3 0,-79-13 0,90 24-502,0 3 0,-1 2 1,1 2-1,-1 3 0,-79 13 0,90-6-783,1 1-1,0 3 0,0 1 1,2 3-1,0 1 1,1 2-1,-41 27 0,-40 36-7018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15.913"/>
    </inkml:context>
    <inkml:brush xml:id="br0">
      <inkml:brushProperty name="width" value="0.035" units="cm"/>
      <inkml:brushProperty name="height" value="0.035" units="cm"/>
      <inkml:brushProperty name="color" value="#008C3A"/>
    </inkml:brush>
  </inkml:definitions>
  <inkml:trace contextRef="#ctx0" brushRef="#br0">621 1 10949,'-120'175'6964,"-36"104"-2560,-19 80-1821,133-257-1879,-49 173-1,80-230-578,1 0-1,3 0 1,2 0-1,1 1 1,5 81-1,1-104-84,1 0 0,1 0 0,1-1 0,1 0 0,1 1 0,1-2 0,0 1 0,2-2 0,1 1 0,0-1 0,1-1 0,2 0 0,20 24 0,-12-22-72,0-1 0,1-1 0,1-1 0,1-1 0,1-1 0,0-1 0,33 13 0,-10-8-374,1-2 0,1-3 0,66 12 0,-25-13-2882,1-3 0,166-4-1,-224-8 2031,177-9-10369</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17.086"/>
    </inkml:context>
    <inkml:brush xml:id="br0">
      <inkml:brushProperty name="width" value="0.035" units="cm"/>
      <inkml:brushProperty name="height" value="0.035" units="cm"/>
      <inkml:brushProperty name="color" value="#008C3A"/>
    </inkml:brush>
  </inkml:definitions>
  <inkml:trace contextRef="#ctx0" brushRef="#br0">49 2772 13221,'-7'15'7706,"5"-17"-6317,-29-10 1077,31 12-2446,0 0 0,0 0-1,-1-1 1,1 1 0,0 0-1,0 0 1,0 0 0,0 0-1,-1 0 1,1 0 0,0 0-1,0 0 1,0 0 0,0 0-1,0 0 1,0 0 0,0 0-1,-1-1 1,1 1 0,0 0-1,0 0 1,0 0 0,0 0-1,0 0 1,0 0 0,0-1-1,0 1 1,0 0 0,0 0-1,0 0 1,0 0 0,-1 0-1,1-1 1,0 1 0,0 0-1,0 0 1,0 0 0,0 0-1,0 0 1,1-1 0,-1 1-1,0 0 1,0 0 0,0 0-1,0 0 1,0 0 0,0-1-1,0 1 1,0 0 0,11-61 1165,24-74 0,-7 30-832,15-102-561,26-338-1,-39-213-1215,-34 540 1079,-44-292 0,47 504 335,-2-28 0,-2 0-1,-2 1 1,-1 0-1,-14-39 1,22 71 19,-1 0 1,1 0 0,0 1-1,0-1 1,-1 0 0,1 0-1,-1 1 1,1-1 0,-1 0-1,1 1 1,-1-1 0,1 0-1,-1 1 1,0-1 0,1 1 0,-1-1-1,0 1 1,0-1 0,1 1-1,-1 0 1,0-1 0,0 1-1,1 0 1,-1-1 0,0 1-1,0 0 1,0 0 0,0 0-1,0 0 1,1 0 0,-1 0-1,0 0 1,0 0 0,0 0-1,0 0 1,1 1 0,-1-1-1,0 0 1,0 1 0,0-1-1,1 0 1,-1 1 0,0-1-1,1 1 1,-1-1 0,0 1-1,1-1 1,-1 1 0,0 0-1,1-1 1,-1 1 0,1 0 0,-1 1-1,-4 2 52,1 2-1,0-1 1,0 0-1,0 1 1,1 0-1,-3 6 1,-4 16 115,1-1 0,1 1 0,-6 45-1,-2 93 257,15 510 429,9-509-773,8-1 0,7 0 0,57 209 0,-63-318-253,2-1 0,2-2 1,3 0-1,2-1 0,48 72 0,-57-100-56,1 0 1,1-2-1,1 0 0,1-1 0,1-1 1,1-1-1,0-1 0,2-1 1,0-1-1,1-2 0,1 0 0,37 14 1,-49-24 58,1-1 0,0-1 0,0 0 1,0-1-1,1 0 0,-1-2 0,1 0 0,-1 0 1,0-2-1,1 0 0,-1-1 0,0-1 1,0 0-1,-1-1 0,1 0 0,-1-2 1,0 0-1,-1 0 0,0-1 0,0-1 0,13-11 1,-9 6-39,-1-1 0,0 0 0,-1-2 1,-1 0-1,0 0 0,-1-2 0,-1 1 1,-1-2-1,-1 0 0,0 0 0,-2-1 1,0 0-1,-2 0 0,9-36 0,-15 51 161,0-1 0,0 1 0,0-1 0,-1 1 0,0-1 0,0 0 0,-1 1 0,0-1 0,0 1 0,0-1 0,-1 1 0,0-1 0,0 1 0,-1 0 0,-3-6 0,3 7 26,0 1 1,-1 0-1,0 0 0,1 0 0,-2 0 1,1 1-1,0 0 0,-1-1 1,1 2-1,-1-1 0,0 0 0,0 1 1,0 0-1,0 0 0,0 1 1,-1-1-1,1 1 0,0 0 0,-7 0 1,-3 0-12,-1 1 0,1 0 0,0 1 0,-1 1 0,1 0 0,0 1 0,0 1 0,0 1 0,0 0 0,1 0 0,-1 1 0,2 1 0,-16 10 0,5-2-308,2 1 0,0 1 0,1 1 0,1 1 0,0 0 0,-26 36-1,37-43-112,1 1-1,1 0 1,0 0-1,-6 15 1,12-27 363,1 1 0,-1-1 0,0 1 0,0 0 0,1-1 0,-1 1 1,1 0-1,0 0 0,0 0 0,-1-1 0,1 1 0,0 0 0,0 0 0,1 0 0,-1-1 0,0 1 0,0 0 1,1 0-1,-1-1 0,1 1 0,0 0 0,0-1 0,-1 1 0,1 0 0,0-1 0,0 1 0,0-1 0,1 1 1,-1-1-1,0 0 0,0 0 0,1 1 0,-1-1 0,1 0 0,-1 0 0,1 0 0,-1-1 0,1 1 0,0 0 1,-1-1-1,1 1 0,0-1 0,0 1 0,0-1 0,2 1 0,9 0-164,1 1 0,-1-2-1,0 1 1,23-4 0,-35 3 246,37-6 262,0-2 0,0-1 0,70-28 1,-53 17 455,242-97 4046,-55 20-1084,-134 59-2596,-47 19-718,-1-3 1,-1-3-1,63-37 0,-113 56-357,-1 0 0,1-1 0,-2-1 0,1 1 1,-1-1-1,0 0 0,0-1 0,-1 1 0,-1-1 0,1-1 0,-1 1 0,-1-1 0,6-16 0,1-11 33,-1-2 0,6-51 0,-9 50 85,-1-6 60,-3 23-42,0 0-1,10-32 0,-12 51-121,1-1 0,-1 0 0,1 0 0,1 1-1,-1-1 1,1 1 0,-1 0 0,1 0 0,0 0 0,1 0-1,-1 0 1,1 1 0,-1-1 0,1 1 0,0 0 0,6-3-1,-6 4 13,0 1 0,1-1-1,-1 1 1,0 0 0,1 0-1,0 1 1,-1 0-1,1-1 1,-1 1 0,1 1-1,-1-1 1,7 2 0,45 14 146,-37-6-54,1 0-1,-1 1 0,-1 1 0,0 1 1,-1 1-1,28 28 0,-28-26-39,7 6 9,-1 2 0,-1 1 0,-1 1 0,-1 1 0,-2 0 0,0 2 0,-2 0-1,-1 1 1,-2 0 0,-1 1 0,-1 0 0,-2 1 0,9 52 0,7 121 278,-16-122-226,-7-42 361,-2 43 0,-1-37 463,1-47-967,0 0 1,0 0 0,0 0-1,0-1 1,0 1 0,1 0-1,-1 0 1,0 0 0,0 0-1,0 0 1,0 0 0,0 0 0,0 0-1,1 0 1,-1 0 0,0 0-1,0 0 1,0 0 0,0 0-1,0 0 1,0 0 0,1 0 0,-1 0-1,0 0 1,0 0 0,0 0-1,0 0 1,0 0 0,1 0-1,-1 0 1,0 0 0,0 0-1,0 0 1,0 0 0,0 0 0,0 0-1,0 0 1,1 0 0,-1 1-1,0-1 1,0 0 0,0 0-1,0 0 1,0 0 0,0 0 0,0 0-1,0 0 1,0 1 0,0-1-1,0 0 1,0 0 0,0 0-1,0 0 1,0 0 0,1 0-1,-1 1 1,0-1 0,0 0 0,0 0-1,-1 0 1,1 0 0,0 0-1,0 1 1,0-1 0,0 0-1,0 0 1,0 0 0,0 0-1,0 0 1,10-4 55,0 0 0,0-1-1,-1 0 1,1-1 0,-1 0 0,-1 0-1,1-1 1,-1 0 0,0-1-1,-1 0 1,0 0 0,0-1 0,0 1-1,6-14 1,8-15 0,-1-2-1,19-54 1,104-380-1012,-131 425 804,26-104-127,90-290-204,-115 406 452,0-1-37,2 1 1,26-48 0,-37 75 67,1 1 0,0 0 0,1 1 0,0 0 0,0-1 0,0 2 0,1-1 0,0 1 0,1 0 0,-1 1 0,1-1 1,0 1-1,0 1 0,1 0 0,11-5 0,-14 8 9,0 0 0,0 0 0,0 1 0,0-1 0,0 1 0,0 1 1,0-1-1,0 1 0,-1 0 0,1 0 0,0 1 0,0 0 0,-1 0 0,1 0 0,-1 0 1,1 1-1,-1 0 0,0 0 0,0 1 0,-1-1 0,1 1 0,-1 0 0,7 7 0,2 4 31,-1 0-1,0 0 1,-1 1-1,-1 1 1,16 34-1,-6-3 2,-3 0-1,-2 1 1,-1 1-1,-4 0 1,-1 0-1,-2 1 1,-1 53-1,-7-66-2,-1-1-1,-13 69 1,-29 72 23,17-77-89,-31 91 127,56-187-129,0 0 1,0 1 0,1-1-1,0 1 1,0-1-1,1 1 1,-1-1-1,2 8 1,-1-12 8,-1 0 0,2 0 0,-1-1 1,0 1-1,0 0 0,0 0 0,0 0 1,0 0-1,1 0 0,-1 0 0,0-1 0,1 1 1,-1 0-1,1 0 0,-1 0 0,1-1 1,-1 1-1,1 0 0,0-1 0,-1 1 1,1 0-1,0-1 0,-1 1 0,1-1 0,0 1 1,0-1-1,0 1 0,0-1 0,-1 0 1,1 1-1,0-1 0,0 0 0,0 0 1,0 0-1,0 0 0,0 1 0,0-1 0,-1 0 1,1-1-1,0 1 0,0 0 0,0 0 1,0 0-1,0 0 0,0-1 0,1 0 1,8-3-127,1 0 0,-1-1 0,0-1 0,0 0 0,-1 0 0,0-1 0,0 0 0,12-13 0,62-75-758,-60 65 691,167-229-953,7-8 1045,-193 262 264,0 0 0,1 0 0,-1 0 0,1 1 0,1-1 1,-1 1-1,0 0 0,1 1 0,8-4 0,-12 6-64,0 0 0,1 1-1,-1-1 1,0 1 0,1-1 0,-1 1-1,1 0 1,-1 0 0,1 0 0,-1 1-1,0-1 1,1 0 0,-1 1 0,0 0-1,1-1 1,-1 1 0,0 0 0,1 0-1,-1 0 1,0 1 0,0-1 0,0 0-1,0 1 1,0-1 0,-1 1 0,1 0-1,0 0 1,2 3 0,8 10 229,-1 1 0,-1 0 0,0 1 1,0 0-1,-2 0 0,0 1 0,7 27 0,-6-12-78,-1 1 0,-2 0-1,2 50 1,-4-38-1103,12 52-1,5-2-6347,-15-77 38,1-1-4748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17.208"/>
    </inkml:context>
    <inkml:brush xml:id="br0">
      <inkml:brushProperty name="width" value="0.035" units="cm"/>
      <inkml:brushProperty name="height" value="0.035" units="cm"/>
      <inkml:brushProperty name="color" value="#008C3A"/>
    </inkml:brush>
  </inkml:definitions>
  <inkml:trace contextRef="#ctx0" brushRef="#br0">27 24 12941,'-27'-24'5989,"37"36"-5373,10 15-636,11-3-1004,2-3-1189,21 19-2563,6 14-3753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17.794"/>
    </inkml:context>
    <inkml:brush xml:id="br0">
      <inkml:brushProperty name="width" value="0.035" units="cm"/>
      <inkml:brushProperty name="height" value="0.035" units="cm"/>
      <inkml:brushProperty name="color" value="#008C3A"/>
    </inkml:brush>
  </inkml:definitions>
  <inkml:trace contextRef="#ctx0" brushRef="#br0">160 1170 12161,'34'-202'4055,"-25"164"-2938,1 1-1,2 1 1,21-45-1,62-103 2237,-49 99-2054,-7 8-437,185-320 2443,-223 396-3297,1-2 29,0-1 0,0 1 0,0 0 1,1 0-1,0 0 0,-1 0 0,1 1 1,4-4-1,-6 6-25,0 0 1,0-1 0,1 1-1,-1 0 1,0 0-1,0-1 1,1 1-1,-1 0 1,0 0 0,0 0-1,1 1 1,-1-1-1,0 0 1,0 0 0,1 1-1,-1-1 1,0 1-1,0-1 1,0 1 0,0-1-1,0 1 1,0 0-1,0-1 1,0 1 0,0 0-1,0 0 1,0 0-1,0 0 1,0 0 0,1 2-1,4 4 31,0 1-1,-1-1 1,1 2-1,-2-1 1,1 0-1,-1 1 1,0 0 0,-1 0-1,4 13 1,0 13 138,5 44 0,-9-59-113,69 998 1393,-119 300-1252,1-918-367,16-156-17,8-77-31,7-72-281,-3 168-1,18-249 331,1-1 1,0 0-1,1 0 1,1 1-1,6 20 1,-8-31 87,-1-1 0,1 1 1,0-1-1,0 0 0,1 1 0,-1-1 1,0 0-1,1 1 0,0-1 0,-1 0 1,1 0-1,0 0 0,0-1 1,0 1-1,0 0 0,0-1 0,0 1 1,1-1-1,-1 0 0,0 0 0,1 0 1,-1 0-1,1 0 0,0 0 1,-1-1-1,1 1 0,-1-1 0,1 0 1,0 0-1,-1 0 0,1 0 0,0 0 1,4-1-1,-3 0-41,1-1 1,-1 1 0,0-1-1,0 0 1,0 0-1,0 0 1,0-1 0,-1 1-1,1-1 1,-1 0-1,1 0 1,-1 0-1,0-1 1,0 1 0,4-8-1,3-4-299,-2-1 1,12-28-1,-18 39 314,13-32-294,-2 0 0,-2-1 0,-2 0 1,-1 0-1,-1-1 0,-3 0 1,-1 0-1,-5-79 0,-1 84 357,-2 0-1,-1 0 1,-2 0-1,-1 1 1,-2 0-1,-1 1 1,-2 0-1,-1 1 1,-1 0-1,-32-43 1,15 31 187,-3 1 1,-1 2-1,-2 2 1,-2 2-1,-61-43 0,-242-132 668,304 190-688,2-3 0,-45-35-1,82 59-129,0-1 0,0 0 0,0 1 0,1-1 0,-1 0-1,0 0 1,1 0 0,-1 0 0,0 0 0,1 0 0,0 0-1,-1 0 1,1 0 0,-1 0 0,1 0 0,0 0 0,0 0-1,-1 0 1,1 0 0,0 0 0,0 0 0,0 0 0,1-2-1,-1 0 2,1 1 0,0 0 0,0 0-1,0-1 1,0 1 0,1 0-1,-1 0 1,0 0 0,1 0 0,2-2-1,2-3 5,2 1 0,-1 0 0,1 0 0,10-6 0,4 1-2,0 1 1,41-12-1,-19 7-14,1035-429 100,-1014 410 372,-24 12 189,1 2 1,59-20-1,-97 39-587,0 0 0,0 0-1,0 0 1,0 0 0,0 1 0,0-1-1,0 1 1,0 0 0,0 0 0,0 1 0,0 0-1,0-1 1,0 1 0,0 0 0,0 1-1,0-1 1,0 1 0,-1-1 0,1 1 0,-1 0-1,1 1 1,-1-1 0,0 1 0,0-1-1,0 1 1,0 0 0,0 0 0,2 4 0,3 6 31,1 1 1,-2 1 0,0-1 0,-1 1 0,7 25 0,-2-7-76,40 92-1515,-25-65-1754,-3 2 0,17 66 0,-26-69-2397,2-1-3070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17.945"/>
    </inkml:context>
    <inkml:brush xml:id="br0">
      <inkml:brushProperty name="width" value="0.035" units="cm"/>
      <inkml:brushProperty name="height" value="0.035" units="cm"/>
      <inkml:brushProperty name="color" value="#008C3A"/>
    </inkml:brush>
  </inkml:definitions>
  <inkml:trace contextRef="#ctx0" brushRef="#br0">4 22 10745,'-3'-21'1312,"6"39"-492,4 3-428,9-12-424,15 15-788,-18-12-1040,17 0-1284,17 18-1285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18.208"/>
    </inkml:context>
    <inkml:brush xml:id="br0">
      <inkml:brushProperty name="width" value="0.035" units="cm"/>
      <inkml:brushProperty name="height" value="0.035" units="cm"/>
      <inkml:brushProperty name="color" value="#008C3A"/>
    </inkml:brush>
  </inkml:definitions>
  <inkml:trace contextRef="#ctx0" brushRef="#br0">1 564 6109,'0'0'42,"0"0"1,0 1 0,0-1 0,0 0-1,0 0 1,-1 0 0,1 1-1,0-1 1,0 0 0,0 0 0,0 1-1,0-1 1,0 0 0,0 0 0,0 0-1,0 1 1,0-1 0,0 0 0,0 0-1,0 1 1,0-1 0,0 0 0,1 0-1,-1 0 1,0 1 0,0-1-1,0 0 1,0 0 0,0 0 0,0 1-1,1-1 1,-1 0 0,0 0 0,0 0-1,0 0 1,0 1 0,1-1 0,-1 0-1,0 0 1,0 0 0,0 0 0,1 0-1,-1 0 1,0 0 0,0 0-1,1 0 1,-1 0 0,0 0 0,0 0-1,0 0 1,1 0 0,-1 0 0,0 0-1,0 0 1,1 0 0,-1 0 0,0 0-1,0 0 1,0 0 0,1 0 0,-1 0-1,0 0 1,23-15 2176,23-30 1443,-22 12-1881,-1-1 0,34-70 0,-49 86-1464,-1 0 0,-1 0 0,-1-1 0,0 0 0,2-28 0,-5 35-44,-1 0 0,-1-1 0,0 1-1,-1 0 1,0-1 0,-1 1-1,0 0 1,-1 0 0,-6-18-1,7 26-105,0 0-1,0 0 0,-1 0 0,0 0 1,1 0-1,-1 0 0,0 1 0,-1-1 1,1 1-1,-1 0 0,1 0 0,-1 0 1,0 1-1,0-1 0,-6-2 0,7 4-82,1 0 0,-1 1 0,0-1 0,1 1 0,-1-1 0,0 1 0,1 0 0,-1 0 0,1 0 0,-1 0 0,0 0 0,1 1 0,-1 0 0,1-1 0,-1 1 0,0 0 0,1 0 0,0 0 0,-1 0 0,1 0 0,0 1 0,0-1 0,-1 1 0,1 0 0,0-1 0,1 1 0,-1 0-1,0 0 1,-2 3 0,-3 6 109,0-1 0,0 1-1,1 0 1,0 1 0,1-1-1,0 1 1,1 0-1,0 0 1,-3 21 0,5-14-49,0 1 0,1-1 0,1 0 1,1 1-1,6 33 0,2-14-126,1-1-1,2 0 1,2-1 0,1-1-1,36 62 1,-37-74-438,2-2-1,1 0 1,1 0 0,0-2-1,2 0 1,0-1 0,1-2 0,40 27-1,-29-24-2011,67 30-1,-59-33-2436,58 14-1,-28-14-6490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18.490"/>
    </inkml:context>
    <inkml:brush xml:id="br0">
      <inkml:brushProperty name="width" value="0.035" units="cm"/>
      <inkml:brushProperty name="height" value="0.035" units="cm"/>
      <inkml:brushProperty name="color" value="#008C3A"/>
    </inkml:brush>
  </inkml:definitions>
  <inkml:trace contextRef="#ctx0" brushRef="#br0">1 85 10609,'18'4'536,"-12"-3"-292,0 0 0,-1 1-1,1 0 1,0 0 0,0 0-1,-1 0 1,1 1 0,-1 0 0,0 0-1,0 1 1,0 0 0,6 5-1,12 16 320,0 1 0,-2 0 0,-1 2 0,-1 1 1,-2 0-1,-1 1 0,-1 0 0,-1 2 0,-2 0 0,-1 0 0,8 44 0,-11-30-428,-1 0-1,-3 0 1,-2 1 0,-1 0 0,-3 0-1,-2-1 1,-17 80 0,9-68 182,-4 0-1,-2-1 1,-36 80 0,50-129 60,-1 0 0,0 0 0,0 0 0,-7 7 0,10-12 285,3-8-122,5-15-320,1 1 0,0-1 0,2 2 0,17-30 0,55-72 25,-45 69-184,300-414-2592,-286 393 1517,126-175-3293,-51 90-3317,-44 66-1824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19.415"/>
    </inkml:context>
    <inkml:brush xml:id="br0">
      <inkml:brushProperty name="width" value="0.035" units="cm"/>
      <inkml:brushProperty name="height" value="0.035" units="cm"/>
      <inkml:brushProperty name="color" value="#008C3A"/>
    </inkml:brush>
  </inkml:definitions>
  <inkml:trace contextRef="#ctx0" brushRef="#br0">463 270 8365,'-174'-12'4653,"-83"0"2684,255 12-7282,1 0-1,-1 0 1,1 0-1,-1 0 1,1 0-1,-1 0 1,1 0-1,-1 0 1,1-1-1,-1 1 1,1-1-1,-1 1 1,1-1-1,0 1 1,-1-1-1,1 0 1,0 0-1,-1 1 1,-1-3-1,3 2-35,0 0-1,0 0 1,-1 0-1,1 1 1,0-1-1,0 0 1,0 0-1,0 0 0,0 0 1,1 0-1,-1 0 1,0 1-1,0-1 1,1 0-1,-1 0 1,0 0-1,1 1 1,-1-1-1,1 0 1,-1 0-1,1 1 0,-1-1 1,2-1-1,6-6 64,0 0 1,0 0-1,15-10 0,16-7 116,2 2 0,1 1 0,0 3 0,1 1 0,50-13 0,-69 24-71,0 0-1,1 2 0,32-3 0,15 2 433,77 3-1,-140 4-474,1-1-1,-1 1 1,1 0 0,-1 1 0,0 0-1,0 1 1,0 0 0,0 0-1,13 7 1,-16-6-4,-1 1 0,1-1 0,-1 1 0,0 0 0,0 0 0,0 1 0,-1 0 0,6 9 0,-3-3 35,0 1 0,-2 0 0,1 0 0,-1 0 0,-1 1 0,-1 0 0,0 0 0,0 0 0,-2 0 0,1 0 0,-2 0 0,-1 22 0,-3 0 137,-1 0 0,-1 0 0,-21 62 0,-8 3 343,-57 111 0,-65 92 295,24-50-382,127-241-492,-65 129 240,-72 209 1,140-340-233,-7 19 66,-10 51 1,19-73-92,0 1-1,0-1 1,1 0 0,0 1 0,0-1 0,1 0 0,0 1 0,0-1-1,1 0 1,0 0 0,5 9 0,-6-13-24,1-1 0,0 0 1,0 0-1,0 0 0,0 0 0,0 0 0,1-1 1,-1 1-1,1-1 0,0 0 0,-1 1 0,1-1 1,0 0-1,0-1 0,1 1 0,-1-1 0,0 1 1,1-1-1,-1 0 0,1 0 0,-1 0 0,6 0 1,3 0-119,1-1 0,0 0 0,0-1 0,0 0 0,13-3 0,23-7-539,0-2 0,0-2-1,-1-2 1,-1-2-1,-1-3 1,-1-1-1,55-38 1,92-82-3609,-17-17-3779,-61 47-2093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19.775"/>
    </inkml:context>
    <inkml:brush xml:id="br0">
      <inkml:brushProperty name="width" value="0.035" units="cm"/>
      <inkml:brushProperty name="height" value="0.035" units="cm"/>
      <inkml:brushProperty name="color" value="#008C3A"/>
    </inkml:brush>
  </inkml:definitions>
  <inkml:trace contextRef="#ctx0" brushRef="#br0">922 121 11645,'-203'156'2046,"167"-127"-1077,2 2-1,1 1 1,-48 59-1,42-39 142,2 0 1,2 3-1,3 1 1,-26 64-1,-76 249 2069,77-157-2154,10 3-1,9 1 0,-13 296 0,45-406-803,5 0 1,5 0 0,31 187-1,-24-241-154,3 0-1,2-1 1,37 82-1,-36-99-61,2 0-1,1-2 1,1 0-1,2-1 1,50 52-1,-46-59-89,0-2 0,1 0-1,1-2 1,1-1 0,0-1-1,2-2 1,0-1 0,0-2-1,2-1 1,-1-1 0,1-2-1,1-1 1,59 5 0,-24-9-313,1-3-1,0-3 1,-1-2 0,0-4 0,130-32 0,-78 6-223,-2-6 1,-2-4-1,-2-6 0,151-88 0,-124 50-200,-3-6 1,227-199-1,-277 210 553,-4-4-1,-3-4 1,-5-3 0,71-112 0,-108 141 289,-2-3 1,-4 0-1,-2-3 0,-4 0 1,-3-2-1,-3-1 0,22-121 1,-39 149 70,-1-1-1,-2 0 1,-3 1 0,-1-1 0,-3 0 0,-1 0 0,-3 1 0,-1 0 0,-3 1 0,-1 0-1,-3 0 1,-1 2 0,-3 0 0,-1 1 0,-2 1 0,-28-38 0,9 23 194,-3 3 1,-2 1-1,-2 3 0,-83-66 1,62 63-23,-2 3-1,-2 4 1,-98-45 0,61 43-69,-3 4 0,-2 5 1,-1 5-1,-2 6 0,-177-19 1,212 38-320,-1 3 1,-85 8-1,130 0-184,0 1 0,1 3 0,-1 1 0,1 1 0,1 3 0,-48 21 1,72-27-50,1 1 1,0 0 0,0 2 0,1-1 0,0 1 0,0 1 0,-16 19 0,22-23-195,0 1 1,1 1-1,0-1 1,1 1 0,0 0-1,0 0 1,0 0-1,1 0 1,0 1 0,1-1-1,0 1 1,0 0-1,1 0 1,0 10 0,2 1-2737,1 1 1,8 35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20.394"/>
    </inkml:context>
    <inkml:brush xml:id="br0">
      <inkml:brushProperty name="width" value="0.035" units="cm"/>
      <inkml:brushProperty name="height" value="0.035" units="cm"/>
      <inkml:brushProperty name="color" value="#008C3A"/>
    </inkml:brush>
  </inkml:definitions>
  <inkml:trace contextRef="#ctx0" brushRef="#br0">159 827 13265,'-3'-3'396,"-1"1"0,1-1-1,0 0 1,0 0 0,0-1-1,-3-3 1,-6-3 5420,11 11-5627,1 0-1,-1 1 1,1-1 0,0 0-1,-1 1 1,1-1 0,0 1-1,0-1 1,0 0 0,0 1-1,0-1 1,0 1 0,0-1-1,0 0 1,1 3 0,31 191 3695,-2-19-2407,-18-25-512,-11 245-1,-60 147-366,41-424-608,-51 265-238,53-333-707,15-48 460,0-9 2,-14-97-43,5 0 0,4 0 0,8-108 0,19-65 144,72-350 0,-55 455 311,7 2 1,7 1-1,87-187 0,-98 267 17,66-104-1,-89 164 45,1 0 0,1 2-1,1 1 1,1 0 0,2 2 0,0 1-1,41-30 1,-58 48 19,-1 0 0,1 0 0,0 0 1,0 1-1,0 0 0,0 0 0,1 1 0,-1 0 0,1 0 0,0 1 0,0 0 0,-1 0 1,9 1-1,-11 1 2,-1 0 0,1 0 0,-1 0-1,1 0 1,-1 1 0,1 0 0,-1 0 0,0 0 0,0 0 0,0 1 0,0-1 0,0 1 0,-1 0 0,1 1 0,-1-1 0,0 0 0,0 1 0,0 0 0,-1-1 0,1 1 0,-1 1 0,4 6-1,1 6-52,-1-1-1,-1 1 0,0 1 1,-1-1-1,-1 1 0,0-1 1,-2 1-1,0 0 0,-1 0 1,-4 31-1,-4 6-285,-2-1 0,-21 65 0,-3-17-293,-4-2-1,-70 132 1,-126 180-1256,166-297 1418,-101 153-232,167-265 730,0-1 0,0 1 0,0 0 0,0 0 0,1 0 0,-1 0 0,1 0 0,0 1 0,0-1 0,0 0 0,0 1 0,1-1 0,-1 5 0,1-6-7,1-1 0,-1 1 0,0-1 0,1 1 0,-1-1 0,1 0 0,0 1 0,-1-1 0,1 0 0,0 1 0,0-1 0,0 0 0,-1 0 0,2 0 0,-1 0 0,0 0 0,0 0-1,0 0 1,0 0 0,1 0 0,1 1 0,7 2 112,0-1-1,1 1 1,-1-2-1,1 0 1,0 0-1,18 1 0,11 2 169,-9 2-3,-1 2 0,0 1 0,0 2 0,46 25 0,110 77 553,-164-99-786,154 101 225,231 145-824,-274-183-2750,160 67 0,-185-103-2545,2-7-3570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21.132"/>
    </inkml:context>
    <inkml:brush xml:id="br0">
      <inkml:brushProperty name="width" value="0.035" units="cm"/>
      <inkml:brushProperty name="height" value="0.035" units="cm"/>
      <inkml:brushProperty name="color" value="#008C3A"/>
    </inkml:brush>
  </inkml:definitions>
  <inkml:trace contextRef="#ctx0" brushRef="#br0">0 870 13709,'12'-12'963,"0"-1"0,11-16 0,-15 18-461,1 0 1,0 0-1,0 1 0,16-13 0,18-5 256,2 3 0,88-39 1,-62 32-458,-10 4-64,2 0-77,67-42 1,-114 60-173,0-1 0,0 0 0,-1-1 0,-1-1 0,0-1 1,-1 0-1,0-1 0,19-29 0,-28 39 11,-1-1-1,0 1 1,0-1-1,-1 0 1,0 0 0,0 0-1,0 0 1,-1-1-1,0 1 1,0 0 0,0-1-1,-1 1 1,0-1-1,-1 1 1,1 0 0,-1-1-1,0 1 1,-3-10-1,2 11 22,-1 1-1,1-1 0,-1 1 1,0 0-1,0 0 0,0 0 1,0 0-1,-1 0 0,0 1 0,1-1 1,-1 1-1,-1 0 0,1 0 1,0 1-1,-1-1 0,1 1 1,-1 0-1,0 0 0,0 0 1,1 1-1,-1 0 0,0 0 0,-8-1 1,1 1 98,0 1 0,1 0 1,-1 1-1,1 0 1,-1 1-1,1 1 0,-1-1 1,1 2-1,0-1 0,0 2 1,1-1-1,-1 1 0,1 1 1,0 0-1,-17 14 0,6-4 177,2 2 0,0 0 0,0 2-1,2 0 1,1 0 0,-15 24 0,12-11-92,1 0 1,1 2 0,2 0-1,1 0 1,2 1 0,2 1-1,1 0 1,2 0 0,1 1-1,-1 56 1,7-68-140,2 0 1,0-1-1,1 1 0,2 0 0,1-1 1,1 0-1,10 26 0,-9-33-42,0-1-1,1 0 1,1 0-1,1-1 1,0 0-1,1 0 0,1-2 1,0 1-1,1-2 1,18 14-1,-11-12-198,0-2 1,1 0-1,0-1 0,0-2 0,1 0 1,1-1-1,0-2 0,0 0 1,0-2-1,1 0 0,49 1 0,-38-5-293,-1-2-1,1-1 0,-1-2 0,0-2 0,0-1 0,-1-1 1,64-25-1,-65 17 48,0-1 0,0-1 0,-2-2 0,-1-1 0,0-2 0,31-31 0,-3-4-699,87-112 1,-111 124 945,-1-2 1,-2-1-1,-2-2 1,-3 0-1,-2-2 0,-2-1 1,-2-1-1,-3 0 1,-3-1-1,9-66 1,-21 106 241,-1 1 0,-1 0 0,0-1 1,-1 1-1,-1 0 0,-5-22 1,6 32-31,0 0 0,-1 0 0,0-1 0,0 1 0,0 1 0,0-1 0,-1 0 0,0 0 0,0 1 1,0 0-1,-1 0 0,1 0 0,-1 0 0,0 0 0,0 1 0,-1-1 0,1 1 0,-1 0 0,1 1 0,-1-1 1,-5-1-1,-1 1 29,1 0 1,-1 2-1,0-1 1,1 1 0,-1 1-1,0 0 1,0 0-1,0 1 1,1 1 0,-1 0-1,0 0 1,1 1-1,-1 0 1,-14 8-1,-1 0 36,1 2-1,0 1 0,1 1 0,-33 28 0,37-26-52,0 1 1,1 1 0,1 1 0,1 1-1,0 0 1,-21 39 0,28-42-21,1 0 0,1 0 0,1 1-1,0 0 1,2 0 0,0 1 0,1-1 0,1 1 0,-1 33 0,5-42-30,0 0 1,1-1 0,1 1-1,0-1 1,0 1 0,1-1-1,1 0 1,-1 0-1,1-1 1,1 1 0,0-1-1,0-1 1,1 1 0,10 9-1,-10-10-11,0-1 0,0-1-1,1 1 1,0-1 0,0-1 0,0 1-1,1-1 1,0-1 0,0 0 0,0 0 0,15 4-1,-8-4-5,1-1 0,-1 0 0,1-2 0,0 1-1,21-3 1,-18 0-4,0-2-1,0 0 1,-1-2-1,1 0 1,-1-1 0,0 0-1,-1-2 1,0 0-1,0-1 1,0-1 0,30-23-1,1-9 259,-1-1-1,57-68 1,43-38 838,-141 142-1001,2 1-1,-1 0 1,1 0-1,-1 0 1,2 1-1,18-7 0,-24 10-41,0 1 0,1 0-1,-1 0 1,1 1 0,-1-1-1,1 1 1,0 0 0,-1 0-1,1 0 1,-1 1 0,1-1-1,-1 1 1,1 0-1,-1 1 1,0-1 0,1 1-1,-1 0 1,5 2 0,-1 2 37,1 1 0,-1-1 0,0 1 0,-1 0 0,0 1 0,0 0 0,0 0 0,8 16 0,4 9 188,16 36 0,16 52 249,-5 3 0,-5 1 1,26 141-1,-30-64-185,15 263 0,-43 222-1146,-21-488 163,-54 282 1,54-420 476,-2-1 1,-2 0-1,-4-1 1,-1-1 0,-39 72-1,55-120 143,-1-1 0,1 0 1,-2 0-1,1-1 0,-1 0 0,0 0 0,-14 11 1,19-17 35,-1 0 0,1-1 1,-1 0-1,0 1 1,1-1-1,-1 0 1,0 0-1,0 0 0,0-1 1,0 1-1,0-1 1,1 0-1,-1 0 1,0 0-1,0 0 0,0 0 1,0 0-1,0-1 1,0 1-1,0-1 1,0 0-1,1 0 0,-1 0 1,0 0-1,1-1 1,-1 1-1,1-1 1,-1 0-1,1 1 0,0-1 1,-3-3-1,-11-9 8,2-2 0,0 1 0,0-2 0,2 1 0,0-2 0,-17-33 0,-46-122 224,39 66 33,5-2-1,4-1 0,6 0 0,-14-196 0,32 225-242,3-1-1,4 1 1,3 0-1,4 0 1,4 1-1,2 1 1,5 0 0,44-109-1,-30 106-985,4 1 0,85-130-1,-72 136-1854,3 3 0,108-107 0,-15 43-6445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21.709"/>
    </inkml:context>
    <inkml:brush xml:id="br0">
      <inkml:brushProperty name="width" value="0.035" units="cm"/>
      <inkml:brushProperty name="height" value="0.035" units="cm"/>
      <inkml:brushProperty name="color" value="#008C3A"/>
    </inkml:brush>
  </inkml:definitions>
  <inkml:trace contextRef="#ctx0" brushRef="#br0">61 534 9277,'-57'-11'5825,"54"10"-4245,3-1-1404,0-1 0,1 0 0,-1 1 0,1-1 0,0 0 0,0 1 0,-1-1 0,2 1 0,-1-1 1,0 1-1,0 0 0,1-1 0,0 1 0,-1 0 0,1 0 0,0 0 0,0 0 0,0 1 0,0-1 1,0 0-1,0 1 0,1-1 0,-1 1 0,0 0 0,1 0 0,-1 0 0,5-1 0,-1 0-75,0 0 0,0 1 0,1-1 0,-1 2 0,1-1 0,-1 1 0,1 0-1,-1 0 1,1 0 0,10 3 0,5 3 43,0 1 0,0 2 0,0 0 0,-1 1 0,-1 1 0,0 1 0,30 23 0,-22-12-41,-2 0-1,-1 2 1,-1 1 0,30 42 0,-9 1-5,-3 2 1,-3 1 0,46 123 0,-68-150-86,-1 1 0,-3 0 0,-2 1 0,-1 0 0,-3 1 0,-2 0 1,-2 91-1,-5-100 62,-1-1-1,-14 65 1,14-89 82,-1-1 0,0 0 0,-1 0 0,-1 0 0,0-1 0,-1 0 0,0 0 0,-1 0 0,0-1 0,-17 18-1,24-28-117,-1 0-1,1 0 0,0 0 0,-1 0 0,1 0 0,-1 0 0,0-1 0,1 1 0,-1 0 0,0-1 0,1 1 0,-1-1 0,0 1 0,1-1 0,-1 0 0,0 0 1,0 0-1,0 0 0,1 0 0,-1 0 0,0-1 0,0 1 0,1 0 0,-1-1 0,0 0 0,1 1 0,-1-1 0,1 0 0,-1 0 0,1 0 0,-1 0 0,1 0 1,-1 0-1,1 0 0,-3-3 0,0 0 22,-1-1 1,1 0 0,0 0 0,0 0-1,0-1 1,1 0 0,-1 1 0,-3-11-1,-2-15 104,0 0-1,3 0 1,0-1 0,-2-61-1,8 24 5,9-85 0,2 73-327,3 0-1,4 2 0,54-149 1,-15 91-1912,92-163-1,26 18-3267,-131 224 1186,51-54 0,-21 42-4346</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22.670"/>
    </inkml:context>
    <inkml:brush xml:id="br0">
      <inkml:brushProperty name="width" value="0.035" units="cm"/>
      <inkml:brushProperty name="height" value="0.035" units="cm"/>
      <inkml:brushProperty name="color" value="#008C3A"/>
    </inkml:brush>
  </inkml:definitions>
  <inkml:trace contextRef="#ctx0" brushRef="#br0">54 1111 7797,'-22'33'1873,"18"-26"1525,-11 0-710,14-6-2600,1-1 1,0 0-1,0 0 0,0 0 0,-1 0 0,1 1 0,0-1 1,0 0-1,-1 0 0,1 0 0,0 0 0,-1 0 0,1 0 1,0 0-1,0 1 0,-1-1 0,1 0 0,0 0 0,-1 0 1,1 0-1,0 0 0,0 0 0,-1 0 0,1-1 0,0 1 1,-1 0-1,1 0 0,0 0 0,0 0 0,-1 0 0,1 0 1,0 0-1,0-1 0,-1 1 0,1 0 0,0 0 0,0 0 1,0-1-1,-1 1 0,1 0 0,0 0 0,0 0 0,0-1 1,0 1-1,-1 0 0,1-1 0,0 1 0,0 0 0,0 0 1,0-1-1,0 1 0,0 0 0,0-1 0,16-31 679,2 0 0,27-35 0,-34 52-715,82-110 301,95-168-1,-165 250-297,-2 0 0,-1-2 0,-3-1 1,-2 0-1,-1 0 0,-3-2 0,-1 1 0,3-60 0,-13 99 30,1 0 0,-1 0 1,-1 0-1,0 0 0,0 0 1,0 0-1,-1 1 0,-5-15 1,6 19-42,0 1-1,0 0 1,-1 0 0,1 0 0,-1 0 0,1 0 0,-1 0 0,0 1-1,0-1 1,0 0 0,0 1 0,0-1 0,0 1 0,0 0 0,0 0 0,0 0-1,-1 0 1,1 0 0,-1 0 0,1 1 0,0-1 0,-1 1 0,1 0-1,-1-1 1,1 1 0,-1 0 0,1 0 0,-1 1 0,1-1 0,-1 1 0,-2 0-1,-7 2 120,1 1 0,1 0-1,-1 1 1,0 0 0,1 0-1,0 1 1,0 1 0,1 0-1,0 0 1,0 1 0,1 0-1,-1 0 1,2 1-1,-14 18 1,-3 9 432,1 1 0,-28 63 0,33-58-472,1 1-1,3 0 1,1 1-1,2 0 1,3 1-1,1 0 1,2 0-1,2 1 1,2-1-1,8 70 1,-3-80-28,3-1 0,0-1 1,2 1-1,2-1 0,1-1 0,19 37 1,-18-45-65,1 0 1,1-1 0,2 0 0,0-1-1,1-1 1,1-1 0,1-1-1,29 22 1,-11-15-461,1-1 1,2-2-1,0-1 0,1-3 1,1-1-1,1-3 0,0-1 0,1-2 1,1-2-1,64 5 0,-33-9-766,0-4-1,-1-3 1,1-3 0,0-4-1,114-26 1,-40-4-4655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23.384"/>
    </inkml:context>
    <inkml:brush xml:id="br0">
      <inkml:brushProperty name="width" value="0.035" units="cm"/>
      <inkml:brushProperty name="height" value="0.035" units="cm"/>
      <inkml:brushProperty name="color" value="#008C3A"/>
    </inkml:brush>
  </inkml:definitions>
  <inkml:trace contextRef="#ctx0" brushRef="#br0">243 1566 11421,'-15'-3'1038,"0"-1"1,0 0-1,1-1 0,-1 0 0,1-1 1,0-1-1,-21-14 0,25 13-650,1 0-1,0-1 1,1 0-1,0-1 1,1 1 0,0-1-1,0-1 1,1 1-1,1-1 1,-1 0 0,2 0-1,0-1 1,0 0-1,1 0 1,0 1-1,-1-21 1,3 14-242,0 0 0,2 1 0,0-1 0,1 0 0,1 1 0,0-1 0,2 1 0,0 0-1,1 0 1,0 1 0,9-17 0,18-29 28,3 1 1,2 1-1,92-107 0,-107 142-163,1 1 0,1 0 0,1 2 0,1 1 0,1 1 0,0 2 0,2 0 0,0 2 0,1 1 0,43-14 0,-67 27-7,0 0-1,-1 1 0,1 0 1,0 0-1,0 0 0,0 1 1,0 0-1,0 0 0,0 0 1,0 1-1,-1 0 0,1 1 1,9 3-1,-10-3-4,-1 1-1,0 0 1,0 0 0,0 0-1,0 1 1,0 0-1,-1 0 1,1 0 0,-1 0-1,0 1 1,-1-1-1,1 1 1,-1 0 0,0 0-1,4 10 1,1 6 9,0 0 1,-2 0-1,-1 1 1,0-1-1,-2 1 1,0 0-1,-2 1 1,0-1-1,-4 31 1,-5 21-20,-24 104 1,-41 73 45,46-171-10,-29 141 1,56-217-18,-1-1-1,1 1 1,0 0-1,-1 0 1,2 0-1,-1 0 1,0 0-1,1-1 1,1 7-1,-1-9-5,-1-1-1,0 1 0,1 0 1,-1 0-1,1-1 0,-1 1 1,1 0-1,-1-1 0,1 1 0,0 0 1,-1-1-1,1 1 0,0-1 1,-1 1-1,1-1 0,0 1 1,0-1-1,-1 0 0,3 1 0,-2-1 1,1 1-1,0-1 0,-1 0 0,1 0 0,-1 0 0,1-1 0,0 1 0,-1 0 0,1-1 1,0 1-1,-1-1 0,1 1 0,-1-1 0,3-1 0,6-3-10,0-1 0,0 0 0,0 0 0,0-1 1,-1-1-1,0 1 0,-1-2 0,14-15 0,11-25-113,-2-1-1,-3-1 1,-2-1-1,-2-2 1,18-59 0,63-286-490,-83 301 531,67-460-298,-77 462 323,-12 95 50,2-9 31,-1 0 1,1 0-1,6-18 1,-7 26-13,-1 1 1,1-1 0,0 0-1,-1 1 1,1 0-1,0-1 1,0 1-1,0-1 1,0 1-1,0 0 1,0 0-1,0 0 1,0-1-1,1 1 1,-1 0-1,0 1 1,1-1-1,-1 0 1,1 0-1,-1 1 1,1-1 0,-1 0-1,1 1 1,-1 0-1,1-1 1,0 1-1,-1 0 1,1 0-1,0 0 1,2 0-1,3 2 17,-2 1-1,1 0 1,0 0 0,0 0-1,-1 1 1,0 0-1,0 0 1,0 0 0,0 1-1,-1-1 1,0 1-1,4 6 1,51 62 339,66 107 1,-85-118-250,144 230 208,-131-197-200,49 118 0,-87-174-96,-1 0 0,-2 1 0,-2 1 1,8 67-1,-15-80-17,-2 1 0,-1-1 0,-1 0-1,-2 1 1,-1-1 0,-1 0 0,-14 44 0,6-35 3,-1-1-1,-2 0 1,-2-1 0,-1-1 0,-2-1 0,-1-1 0,-2 0 0,-1-2-1,-1-1 1,-1-1 0,-2-1 0,-53 38 0,81-65-18,0 1 0,1 0 0,-1-1 0,0 1 1,0-1-1,1 1 0,-1-1 0,0 1 0,0-1 1,0 0-1,0 1 0,1-1 0,-1 0 0,0 0 0,0 0 1,0 0-1,0 0 0,0 0 0,0 0 0,0 0 0,0 0 1,0 0-1,-1-1 0,-5-9-12,6 9 8,0-1-2,0 0 0,0 0 0,1 0 0,-1-1 0,0 1 0,1 0 0,0 0 0,-1 0 0,1-1 0,0 1 0,0 0-1,0 0 1,0-1 0,1 1 0,-1 0 0,0 0 0,1 0 0,0 0 0,0-1 0,-1 1 0,3-3 0,4-7-52,-1 2 0,16-20 0,-13 18 5,211-265-1077,-6 8 357,168-214 409,-375 473 387,16-21 255,1 1 0,42-40 0,-65 69-254,0 1 0,0-1 1,0 0-1,0 1 1,0-1-1,0 0 1,0 1-1,0 0 0,0-1 1,0 1-1,0 0 1,0-1-1,0 1 1,1 0-1,-1 0 1,0 0-1,0 0 0,0 0 1,0 0-1,1 0 1,-1 0-1,0 1 1,0-1-1,0 0 0,0 1 1,0-1-1,0 1 1,0-1-1,0 1 1,0-1-1,0 1 0,0 0 1,0-1-1,0 1 1,1 1-1,1 2 39,1-1-1,-1 1 1,0 0-1,0 0 0,0 1 1,2 4-1,-2-3-3,0 1 0,-1 0 0,0-1 0,0 1 0,-1 0 0,0 0 0,0 0 0,-1 7 0,-3 60 255,1-48-229,-33 254-54,31-252-194,-1 11-638,1 0 0,3 1 0,3 39-1,0-51-1304,2 0 0,11 44 1,1-30-4632,1-10-4443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23.525"/>
    </inkml:context>
    <inkml:brush xml:id="br0">
      <inkml:brushProperty name="width" value="0.035" units="cm"/>
      <inkml:brushProperty name="height" value="0.035" units="cm"/>
      <inkml:brushProperty name="color" value="#008C3A"/>
    </inkml:brush>
  </inkml:definitions>
  <inkml:trace contextRef="#ctx0" brushRef="#br0">0 0 10873,'14'12'3452,"9"-12"-2840,1 3-544,-1 12-548,27 18-412,-6-5-484,-1 2-2208,11 3-2105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23.834"/>
    </inkml:context>
    <inkml:brush xml:id="br0">
      <inkml:brushProperty name="width" value="0.035" units="cm"/>
      <inkml:brushProperty name="height" value="0.035" units="cm"/>
      <inkml:brushProperty name="color" value="#008C3A"/>
    </inkml:brush>
  </inkml:definitions>
  <inkml:trace contextRef="#ctx0" brushRef="#br0">231 0 12025,'-84'169'2320,"47"-106"-485,30-52-1127,0 0 1,1 1-1,-7 19 1,-5 21 921,3 0 0,2 1 1,2 1-1,-8 99 0,18-114-1295,1 0 0,2-1-1,2 1 1,1 0-1,2-1 1,2-1-1,21 60 1,-22-80-243,0 0-1,0 0 1,2-1-1,0 0 1,1-1 0,1 0-1,14 15 1,-18-22-74,1 1 0,0-1 0,1-1 0,0 0 0,0 0 0,0-1 1,1 0-1,0 0 0,0-1 0,1-1 0,22 6 0,-27-9-20,-1 0-1,1-1 1,0 0-1,-1 0 1,1-1-1,-1 1 1,1-1-1,-1-1 1,1 1-1,-1-1 1,1 0-1,-1-1 1,0 0-1,0 0 1,0 0-1,-1 0 1,1-1-1,-1 0 1,0 0-1,0-1 1,0 1-1,-1-1 1,1 0-1,-1 0 1,6-11-1,-1 2-10,0-1 0,-2-1 0,1 0 0,-2 0-1,0 0 1,-1-1 0,-1 1 0,4-34 0,-5 7-5,-2 0 1,-2 0-1,-10-72 0,-41-124-65,37 191 51,-2 0 0,-40-79-1,-63-81-2377,105 186 387,-26-31 1,39 51 36,2 10-2647,-3 30-9667</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24.158"/>
    </inkml:context>
    <inkml:brush xml:id="br0">
      <inkml:brushProperty name="width" value="0.035" units="cm"/>
      <inkml:brushProperty name="height" value="0.035" units="cm"/>
      <inkml:brushProperty name="color" value="#008C3A"/>
    </inkml:brush>
  </inkml:definitions>
  <inkml:trace contextRef="#ctx0" brushRef="#br0">23 0 11681,'-11'10'3626,"10"-8"-3386,0-1-1,-1 1 0,1 0 1,0 0-1,0 0 1,0 0-1,0 0 0,1 0 1,-1 0-1,0 0 0,1 0 1,0 0-1,-1 0 0,1 1 1,0-1-1,0 0 0,0 0 1,1 4-1,10 48 807,-8-45-704,26 85 985,54 116-1,12 3 271,-93-209-1203,16-7 251,-16 2-623,0 0 0,0 0 0,0 0 0,0 0 1,0 0-1,0 0 0,0 0 0,0-1 0,0 1 1,-1-1-1,1 0 0,-1 1 0,1-1 0,-1 0 1,0 0-1,1 0 0,-1 0 0,1-2 0,15-43 168,-13 33-129,-1 7-43,12-40 221,3 0 0,23-44 0,-34 78-166,0 1-1,1 0 0,0 0 0,1 0 1,1 1-1,0 1 0,0 0 1,1 0-1,0 0 0,1 2 0,18-12 1,-23 17-54,-1 0 0,1 1 1,0-1-1,0 1 1,0 1-1,0 0 1,0 0-1,1 0 0,-1 1 1,0 0-1,0 0 1,0 1-1,0-1 1,1 2-1,-1-1 0,0 1 1,-1 0-1,1 1 1,11 5-1,8 5-70,0 2 0,-1 2 0,34 27 0,-38-27-100,207 170-2982,-87-69-1105,6-5-4917,-77-62-175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24.332"/>
    </inkml:context>
    <inkml:brush xml:id="br0">
      <inkml:brushProperty name="width" value="0.035" units="cm"/>
      <inkml:brushProperty name="height" value="0.035" units="cm"/>
      <inkml:brushProperty name="color" value="#008C3A"/>
    </inkml:brush>
  </inkml:definitions>
  <inkml:trace contextRef="#ctx0" brushRef="#br0">161 302 10893,'-40'-57'2324,"0"23"-212,23 1 165,3 9-221,-2-3-236,9 15-328,-6-9-304,6 0-228,4 3-352,-1 0-656,14 6-460,4-1-384,12 4-872,5 6-816,2 9-3345,21 3-5104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58.778"/>
    </inkml:context>
    <inkml:brush xml:id="br0">
      <inkml:brushProperty name="width" value="0.035" units="cm"/>
      <inkml:brushProperty name="height" value="0.035" units="cm"/>
      <inkml:brushProperty name="color" value="#008C3A"/>
    </inkml:brush>
  </inkml:definitions>
  <inkml:trace contextRef="#ctx0" brushRef="#br0">0 459 3852,'2'-6'273,"0"1"0,1-1 0,-1 0 1,1 1-1,0 0 0,1 0 0,-1 0 0,1 0 0,0 1 0,0-1 0,1 1 0,6-5 0,6-7 136,8-8 424,40-28 1,13-13 992,55-76 3694,-124 128-4565,0 0 1,-1 0 0,-1 0 0,11-25 3946,-18 44-3912,6 651 3916,-12-454-4539,5-175-361,0 354-944,6-276-765,29 168 0,-16-187-828,41 113 0,14-18-6589,-29-92-1188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59.306"/>
    </inkml:context>
    <inkml:brush xml:id="br0">
      <inkml:brushProperty name="width" value="0.035" units="cm"/>
      <inkml:brushProperty name="height" value="0.035" units="cm"/>
      <inkml:brushProperty name="color" value="#008C3A"/>
    </inkml:brush>
  </inkml:definitions>
  <inkml:trace contextRef="#ctx0" brushRef="#br0">8 319 8649,'-3'-18'456,"2"11"-235,0 0 0,0 1-1,0-1 1,1 0-1,0 1 1,0-1 0,1 0-1,0 0 1,0 1 0,0-1-1,1 1 1,2-7 0,14-50 2562,-15 50-2221,0 1 0,1-1 1,5-11-1,-7 19-428,1 0 0,0 0 0,0 1 0,0 0 0,0-1 0,1 1 0,-1 0-1,1 1 1,0-1 0,9-6 0,-6 6-20,0 0 0,0 1 0,0-1-1,0 1 1,0 1 0,1-1 0,0 1 0,-1 1 0,1-1 0,0 1-1,-1 0 1,10 1 0,-5 1 9,0 0 0,0 1 0,0 0 0,0 1-1,0 0 1,21 10 0,-3 2 42,0 1 0,-1 2-1,-1 1 1,28 24 0,-19-10-84,-2 0 0,-1 2 0,-2 2 1,-1 1-1,-2 1 0,-2 2 0,-1 1 1,-3 0-1,27 68 0,-6 6 25,-6 2 0,32 172 0,48 451-146,-112-669 7,17 126 18,-22-195 0,-1-9-22,3-90 34,5 0 1,3 1-1,48-184 0,-9 114-146,95-215 0,-93 264 46,69-111 1,-90 176 88,3 0 0,2 3 0,2 1 1,57-54-1,-76 84 51,1 1 0,0 1 0,2 1 0,0 1 0,0 0 0,1 2 1,0 1-1,1 1 0,26-7 0,-41 14 24,0 0 1,0 0 0,0 1-1,0 0 1,0 1 0,0 0-1,0 0 1,0 1 0,1 0-1,-1 0 1,-1 1 0,1 0-1,0 1 1,0 0 0,-1 1-1,0-1 1,1 1 0,-2 1-1,1 0 1,0 0 0,-1 0-1,0 1 1,0 0 0,7 9-1,5 7 273,-2 1 0,0 0 0,-1 2 0,-2-1 0,22 52 0,-11-13 94,-2 2 0,-3 1 1,21 123-1,3 211 266,-36-298-662,15 219-988,32 278-4570,-22-430 1486,-26-144 1800,1-1 0,16 33 1,11 3-5941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59.615"/>
    </inkml:context>
    <inkml:brush xml:id="br0">
      <inkml:brushProperty name="width" value="0.035" units="cm"/>
      <inkml:brushProperty name="height" value="0.035" units="cm"/>
      <inkml:brushProperty name="color" value="#008C3A"/>
    </inkml:brush>
  </inkml:definitions>
  <inkml:trace contextRef="#ctx0" brushRef="#br0">743 0 12149,'-27'20'694,"3"-3"841,-44 25-1,28-19-93,1 1 1,-57 47-1,66-44-1136,0 0-1,2 2 1,2 2 0,0 0-1,-39 66 1,63-95-298,-96 183 320,91-169-328,-29 62-113,-24 82-1,58-155 98,-30 105-225,30-100 221,0 1 0,1 0 0,0-1 0,1 1 0,0 0 0,0-1 0,1 1-1,3 12 1,-4-21 18,1-1-1,-1 1 1,1-1-1,0 1 1,0-1-1,-1 0 0,1 1 1,0-1-1,0 0 1,0 0-1,0 0 1,0 1-1,1-1 0,-1 0 1,0-1-1,0 1 1,1 0-1,-1 0 1,1 0-1,-1-1 0,1 1 1,-1-1-1,1 1 1,-1-1-1,1 0 1,-1 1-1,1-1 1,-1 0-1,1 0 0,-1 0 1,1 0-1,0 0 1,-1-1-1,1 1 1,1-1-1,3 0 0,-1 0 0,1-1 0,-1 0 0,1 0 0,-1 0 0,0-1 0,0 0 0,7-4 0,33-32 420,-2-2 0,70-85 0,8-9 2185,-114 128-2426,0 1 0,0 0 0,1 0 0,-1 0 0,14-6 0,-16 10-118,-1 0 0,1 0 0,-1 0 0,1 1 0,0 0 0,0 0 0,-1 0 0,1 1 0,0 0 0,0 0 0,0 0 0,0 0 0,7 2 0,1 2-228,0 0 0,0 1 0,0 0 0,-1 1 0,0 0 0,0 1 0,0 1 0,14 11 0,85 82-4247,-81-72 2403,19 19-4171,-1 0-3924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1:59.992"/>
    </inkml:context>
    <inkml:brush xml:id="br0">
      <inkml:brushProperty name="width" value="0.035" units="cm"/>
      <inkml:brushProperty name="height" value="0.035" units="cm"/>
      <inkml:brushProperty name="color" value="#008C3A"/>
    </inkml:brush>
  </inkml:definitions>
  <inkml:trace contextRef="#ctx0" brushRef="#br0">312 1035 10129,'91'-190'9036,"15"7"-6057,-40 75-2392,52-122 1,-111 212-511,20-40 1031,-3-2 1,32-124-1,-56 181-587,0 8 24,35 908 4431,42-253-5004,15 202 115,-81-661-352,-9 0-1,-30 257 1,26-437 177,-22 148-510,17-135 213,-1-1 0,-25 62 0,28-83 142,0-1 0,-1 0 1,0 0-1,-1-1 0,-16 20 1,19-26 129,0 0 0,0-1 0,0 1 1,0-1-1,-1 0 0,0 0 0,0 0 0,0 0 0,0-1 1,0 0-1,0 0 0,-1 0 0,1-1 0,-1 0 1,-7 1-1,0-2-67,0 0-1,0-1 1,0-1 0,0 0 0,0-1 0,1 0-1,-1-1 1,1 0 0,0-1 0,-19-10-1,-12-10-382,-57-44 0,70 48 366,-13-10-206,2-1 1,-72-72-1,81 71 16,6 8-127,1-1-1,2-1 0,1-1 0,1-1 0,-21-36 0,32 44-771,0 1-1,1-1 0,1-1 1,1 0-1,-8-41 0,8-24-6943</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0.364"/>
    </inkml:context>
    <inkml:brush xml:id="br0">
      <inkml:brushProperty name="width" value="0.035" units="cm"/>
      <inkml:brushProperty name="height" value="0.035" units="cm"/>
      <inkml:brushProperty name="color" value="#008C3A"/>
    </inkml:brush>
  </inkml:definitions>
  <inkml:trace contextRef="#ctx0" brushRef="#br0">265 3 12413,'-29'18'1105,"-35"26"3082,59-40-3712,-1 1 0,2 0 0,-1 0 0,0 0 0,1 0 0,0 1 0,0 0 0,1 0 0,-4 7 0,-16 47 963,3 2 1,2 0-1,-11 77 0,-4 195 3121,32-284-4559,1 1 0,3-1 0,1 0 0,3 0 0,2 0 0,3-1 0,22 62 0,-24-86 0,1 0 0,2-1 0,0 0 0,1-1 0,2-1 0,25 30 0,-26-37 0,1 0 0,0 0 0,1-2 0,0 0 0,1-1 0,0-1 0,1 0 0,40 14 0,-46-20-111,1-1 0,0 0 1,0-1-1,1-1 0,-1 0 0,1-1 1,-1 0-1,1-1 0,-1-1 0,1-1 0,-1 0 1,0 0-1,0-2 0,0 1 0,22-11 0,-18 6-74,-1-1-1,0-1 1,-1 0-1,0-1 1,-1-1-1,0-1 1,-1 0-1,0 0 1,-1-2-1,-1 1 1,15-25-1,-7 6-46,-2 0 0,-1-2 0,-2 0 0,-1 0 1,-2-1-1,-1-1 0,-3 0 0,0-1 0,-3 1 0,2-68 0,-6 65 129,-3-1-1,-2 0 0,-1 0 1,-2 1-1,-1 0 1,-3 1-1,-1 0 0,-2 0 1,-36-69-1,28 68 95,-3 2 1,0 1-1,-3 1 0,-1 2 0,-1 0 1,-45-36-1,49 48-3,-1 2 0,-1 0 1,-1 2-1,-1 2 0,0 0 0,-1 2 1,0 1-1,-65-16 0,84 26-79,1 1 0,-1 0 0,0 1 0,0 0 1,0 1-1,0 1 0,0-1 0,-20 5 0,27-3-79,1-1-1,-1 0 1,0 1 0,1 0 0,-1 0 0,1 1 0,0-1-1,-1 1 1,1 0 0,1 0 0,-1 0 0,0 1 0,1-1-1,-1 1 1,1 0 0,0 0 0,1 0 0,-1 0 0,0 1-1,1-1 1,0 1 0,0-1 0,-1 8 0,2-5-520,0 1 0,0 0 0,0-1 0,1 1 0,1 0 0,-1-1 1,1 1-1,1-1 0,-1 1 0,1-1 0,3 8 0,14 41-8159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0.649"/>
    </inkml:context>
    <inkml:brush xml:id="br0">
      <inkml:brushProperty name="width" value="0.035" units="cm"/>
      <inkml:brushProperty name="height" value="0.035" units="cm"/>
      <inkml:brushProperty name="color" value="#008C3A"/>
    </inkml:brush>
  </inkml:definitions>
  <inkml:trace contextRef="#ctx0" brushRef="#br0">1 37 10313,'17'-2'2604,"-11"14"-57,-4-5-2485,6 11 587,0 0-1,1-1 0,1 0 1,1-1-1,18 22 1,4 7-29,18 34-52,-3 2 0,-3 3 0,46 122 0,-44-81-137,50 203 0,-53-125 2369,-39-186-1920,-4-15-176,0-6-140,8-174 730,-8 116-1492,10-75 1,4 60-964,3 1 1,4 0-1,3 1 0,36-75 1,1 23-4982,105-163 1,-103 195-1807</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0.768"/>
    </inkml:context>
    <inkml:brush xml:id="br0">
      <inkml:brushProperty name="width" value="0.035" units="cm"/>
      <inkml:brushProperty name="height" value="0.035" units="cm"/>
      <inkml:brushProperty name="color" value="#008C3A"/>
    </inkml:brush>
  </inkml:definitions>
  <inkml:trace contextRef="#ctx0" brushRef="#br0">14 1 7205,'-13'126'1356,"13"-87"-8,3 10-132,7-4-140,4 3-204,-4 6-288,3 4 32,0 8-140,1 12-196,3 1-364,-4 2-416,4 0-476,-7 1-492,-4-7-2048,5-6-1985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0.905"/>
    </inkml:context>
    <inkml:brush xml:id="br0">
      <inkml:brushProperty name="width" value="0.035" units="cm"/>
      <inkml:brushProperty name="height" value="0.035" units="cm"/>
      <inkml:brushProperty name="color" value="#008C3A"/>
    </inkml:brush>
  </inkml:definitions>
  <inkml:trace contextRef="#ctx0" brushRef="#br0">1 55 10397,'3'-54'6137,"1"72"-6514,12 9-571,8-3-376,9 6-2684,1 4-2885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1.109"/>
    </inkml:context>
    <inkml:brush xml:id="br0">
      <inkml:brushProperty name="width" value="0.035" units="cm"/>
      <inkml:brushProperty name="height" value="0.035" units="cm"/>
      <inkml:brushProperty name="color" value="#008C3A"/>
    </inkml:brush>
  </inkml:definitions>
  <inkml:trace contextRef="#ctx0" brushRef="#br0">55 1 11677,'-1'2'249,"1"0"-1,-1 0 1,1 0-1,-1 0 1,0 0 0,0 0-1,1-1 1,-1 1-1,-1 0 1,1 0 0,0-1-1,0 1 1,-1 0-1,1-1 1,-1 1-1,-2 1 1,2-1 50,0 0-1,-1 0 1,1 1-1,0-1 1,0 0 0,1 1-1,-1 0 1,0-1-1,-1 6 1,0 2 217,0 1 0,0-1-1,1 1 1,1 0 0,0 0 0,0 16 0,9 70 1616,-7-90-2002,82 437 3936,-24-164-3413,0 129-3819,-27 1-5799,-26-307 3344,8-13-3124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1.652"/>
    </inkml:context>
    <inkml:brush xml:id="br0">
      <inkml:brushProperty name="width" value="0.035" units="cm"/>
      <inkml:brushProperty name="height" value="0.035" units="cm"/>
      <inkml:brushProperty name="color" value="#008C3A"/>
    </inkml:brush>
  </inkml:definitions>
  <inkml:trace contextRef="#ctx0" brushRef="#br0">1 429 11869,'9'-15'571,"2"-1"0,0 2 0,0 0 0,1 0 0,1 1-1,0 0 1,1 1 0,0 1 0,1 0 0,23-13 0,42-16 465,1 2 0,110-34 0,-54 29-597,-112 36-374,-1 2 0,1 1 0,43-2 0,-64 6-58,0 0 0,0 0 0,-1 1 0,1-1 0,0 1 0,0 0 0,-1 0 0,1 0 0,0 1 0,-1-1 0,1 1 0,-1-1 0,0 1 0,0 1 0,4 1 0,-3 0 0,-1 0-1,1 1 1,-1-1-1,0 1 1,0-1-1,0 1 1,0 0-1,-1 0 1,3 8-1,2 10 1,-1 0-1,4 24 1,-6-23-97,1-1 1,9 24 0,-7-30-118,0 0 1,2 0-1,0-1 0,1 0 1,0-1-1,1 0 1,1 0-1,0-2 1,1 1-1,1-1 0,0-1 1,1-1-1,0 0 1,31 16-1,-20-14-206,1-1-1,0-2 1,1 0-1,1-2 1,-1-1-1,1-2 1,0-1-1,53 2 1,-34-5 174,0-3 1,0-1 0,0-2-1,0-2 1,-1-3 0,-1-1-1,0-3 1,62-26 0,-88 29 441,-1 0 1,0-1-1,-1-2 1,0 0-1,-1 0 1,-1-2-1,24-27 1,-9 3 801,-1-1 1,30-55 0,-44 65 46,14-40 0,12-22 874,-42 92-1861,1-1 0,0 1 0,-1 0-1,1-1 1,0 1 0,0 0-1,0-1 1,0 1 0,0 0 0,0 0-1,0 0 1,1 0 0,-1 0 0,0 0-1,0 0 1,1 1 0,-1-1-1,1 0 1,-1 1 0,0-1 0,1 1-1,-1 0 1,1-1 0,0 1 0,-1 0-1,1 0 1,-1 0 0,1 0 0,-1 0-1,1 0 1,-1 0 0,1 0-1,-1 1 1,1-1 0,-1 1 0,1-1-1,-1 1 1,1 0 0,-1-1 0,0 1-1,1 0 1,-1 0 0,0 0 0,0 0-1,0 0 1,2 2 0,6 6 257,0 0 0,-1 0 0,-1 0 0,10 16 0,17 30 286,-3 2 0,-2 1 1,39 115-1,31 197 110,-72-231-923,-6 1-1,-6 2 1,-5 182-1,-18-120-1697,-57 338-1,60-511 1718,-76 407-2105,77-419 2207,-99 452-1934,99-454 1944,-44 162-527,39-150 468,-2 0 0,-1-1 0,-27 47 0,39-74 129,0-1 1,0 1-1,-1 0 1,1 0-1,0-1 1,-1 1-1,1 0 1,-1-1-1,1 1 1,-1 0-1,1-1 1,-1 1-1,1-1 1,-1 1-1,1-1 1,-1 1-1,0-1 1,1 1-1,-1-1 1,0 0-1,1 1 1,-1-1-1,0 0 1,0 0-1,1 1 1,-1-1-1,0 0 1,0 0 0,0 0-1,1 0 1,-1 0-1,0 0 1,0 0-1,0 0 1,1 0-1,-1-1 1,0 1-1,0 0 1,1 0-1,-1-1 1,0 1-1,1 0 1,-1-1-1,0 1 1,1-1-1,-1 1 1,0-1-1,1 1 1,-1-1-1,1 1 1,-1-1-1,1 0 1,-1 1-1,1-1 1,-1-1-1,-3-4 19,1 0 0,0 0 0,1 0 0,-1 0 0,-1-9 0,-4-24 60,2-1-1,2 1 1,2-1 0,5-79 0,-1 84-34,19-284 723,111-558 0,11 327-596,-111 460-1686,4 1-1,3 1 1,96-153-1,-122 222-23,1 0 0,18-18 0,33-21-5763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2.896"/>
    </inkml:context>
    <inkml:brush xml:id="br0">
      <inkml:brushProperty name="width" value="0.035" units="cm"/>
      <inkml:brushProperty name="height" value="0.035" units="cm"/>
      <inkml:brushProperty name="color" value="#008C3A"/>
    </inkml:brush>
  </inkml:definitions>
  <inkml:trace contextRef="#ctx0" brushRef="#br0">275 1144 9117,'-25'-38'704,"12"21"-149,1-1 0,1 0 1,1 0-1,0-1 0,-10-32 1,11 19-4,2-1 0,1 1 1,1-1-1,2 0 1,1 0-1,2-1 1,1 1-1,2 0 1,1 0-1,2 0 1,1 1-1,1 0 1,13-33-1,-7 30-394,1 0 1,2 1-1,1 1 1,2 1-1,1 0 1,1 2-1,2 0 0,0 2 1,3 0-1,0 2 1,35-26-1,-49 42-120,1 1-1,-1 0 1,1 1 0,1 0-1,0 1 1,0 1-1,0 1 1,1 0 0,30-5-1,-37 9-23,-1 0-1,1 1 1,0 1 0,-1-1-1,1 1 1,-1 1-1,1 0 1,-1 0 0,0 0-1,0 1 1,0 0 0,0 1-1,0 0 1,0 0-1,-1 0 1,0 1 0,0 0-1,0 1 1,-1 0 0,9 10-1,-3-1 5,0 0 0,-1 1-1,-1 1 1,-1 0 0,0 0 0,-1 1-1,-1 0 1,0 1 0,-2-1 0,0 1-1,-1 0 1,-1 0 0,1 36-1,-4 3-3,-2 1-1,-2-1 1,-17 76-1,-7 3 83,-79 224 0,-90 119-100,-270 385 620,456-847-582,-10 14 160,1 2 0,2 0 1,-21 56-1,38-89-185,1 0 0,-1 0 0,1 0 0,-1 0 0,1 0 0,0 0 0,0 0 0,-1 1 0,1-1 0,0 0 0,0 0 0,0 0 0,0 0 0,0 0 0,1 0 1,-1 0-1,0 0 0,0 0 0,1 0 0,-1 0 0,0 0 0,1 0 0,-1 0 0,1 0 0,0 0 0,-1 0 0,1 0 0,0 0 0,-1-1 0,1 1 0,0 0 0,0 0 0,0-1 0,0 1 0,0-1 0,0 1 0,0 0 0,-1-1 0,2 0 0,-1 1 0,1-1 0,3 1-23,1 0 0,-1 0 0,0-1-1,0 0 1,1 0 0,-1-1 0,6 0-1,7-3-127,-1 0-1,0-2 0,1 1 1,-2-2-1,22-11 0,80-53-1179,-111 66 1207,202-147-4075,-78 37-2232,-13 2-3321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3.067"/>
    </inkml:context>
    <inkml:brush xml:id="br0">
      <inkml:brushProperty name="width" value="0.035" units="cm"/>
      <inkml:brushProperty name="height" value="0.035" units="cm"/>
      <inkml:brushProperty name="color" value="#008C3A"/>
    </inkml:brush>
  </inkml:definitions>
  <inkml:trace contextRef="#ctx0" brushRef="#br0">98 0 13169,'-18'31'566,"-33"67"2219,45-85-2199,1 0 0,1 0 0,0 1 1,1-1-1,1 1 0,-2 17 0,5 20 1113,2-1 0,2 1 0,16 65 0,95 334 2578,-80-327-3649,182 605-908,-56-264-3874,-41-160-1875,-52-148-1121,10-22-4577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3.505"/>
    </inkml:context>
    <inkml:brush xml:id="br0">
      <inkml:brushProperty name="width" value="0.035" units="cm"/>
      <inkml:brushProperty name="height" value="0.035" units="cm"/>
      <inkml:brushProperty name="color" value="#008C3A"/>
    </inkml:brush>
  </inkml:definitions>
  <inkml:trace contextRef="#ctx0" brushRef="#br0">2 0 13373,'-1'26'1571,"1"-15"-704,-1 1-1,2-1 1,-1 0-1,2 0 1,-1 1-1,5 13 1,72 243 6580,7 143-4278,12 134-2509,33-9-4928,-11-194-6292,-95-279 7411,21 50-8176</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4.061"/>
    </inkml:context>
    <inkml:brush xml:id="br0">
      <inkml:brushProperty name="width" value="0.035" units="cm"/>
      <inkml:brushProperty name="height" value="0.035" units="cm"/>
      <inkml:brushProperty name="color" value="#008C3A"/>
    </inkml:brush>
  </inkml:definitions>
  <inkml:trace contextRef="#ctx0" brushRef="#br0">0 343 11405,'7'-12'265,"44"-67"2362,-45 71-2038,0 0-1,1 0 1,1 0-1,-1 1 1,1 0-1,15-11 1,-19 16-427,0 0 0,-1 1 1,1-1-1,1 1 0,-1 0 0,0 0 1,0 0-1,0 1 0,1-1 0,-1 1 0,0 0 1,0 0-1,1 0 0,7 2 0,-4 0-16,0 1 0,0-1 0,0 1-1,0 1 1,0-1 0,11 8 0,-1 3-1,0 0 1,-1 1-1,0 1 0,-1 1 1,-1 0-1,-1 1 1,0 0-1,-1 1 1,17 36-1,-8-9-10,-2 1 0,-2 0 0,15 69 1,-3 22-17,12 143 0,-6 145-257,-19-182-158,13 37-399,-30-280 683,0-1 0,0 1 0,0-1 1,-1 1-1,1-1 0,0 1 0,0 0 1,0-1-1,0 1 0,1-1 0,-1 1 1,0-1-1,0 1 0,0-1 0,0 1 0,0-1 1,1 1-1,-1-1 0,0 1 0,1-1 1,-1 1-1,0-1 0,1 1 0,-1-1 0,0 1 1,1-1-1,-1 0 0,1 1 0,-1-1 1,1 0-1,-1 1 0,1-1 0,-1 0 1,1 0-1,-1 0 0,1 1 0,0-1 0,18-14-204,-13 7 177,1 0 0,-1-1 0,-1 0 1,1 0-1,-1 0 0,-1-1 0,6-13 0,21-72-243,-22 62 179,70-246-373,59-185-100,19-3 247,-114 360 422,5 1 0,75-122 0,-109 204 16,2 0-1,0 1 0,1 0 1,1 1-1,21-19 0,-33 36-45,-1 0-1,1 0 1,0 0-1,0 0 1,0 1-1,0 0 1,0 0-1,1 1 1,-1 0-1,15-3 1,-16 5 3,0 0 0,0 0 0,0 0 1,0 1-1,0-1 0,0 1 0,0 0 1,0 1-1,-1-1 0,1 1 0,0 0 1,-1 0-1,1 1 0,-1-1 0,0 1 1,8 6-1,-1 1 127,0 0-1,-1 1 1,-1 0 0,1 1 0,-2 0 0,0 0 0,0 1 0,9 22 0,3 13 435,14 57 0,-23-69-381,83 292 1104,16 54-624,-76-282-613,81 164 0,-98-230-273,2-1 0,1-1 1,2 0-1,1-2 0,1 0 0,49 44 1,-61-64 29,0 0 0,1-1 0,0-1 0,1 0 0,0-1 1,0 0-1,1-1 0,16 4 0,-19-7 19,1-1 0,-1 0 0,0-1 0,0 0-1,1-1 1,-1 0 0,0-1 0,1-1 0,-1 0 0,0 0 0,17-7 0,-13 3-11,0-1 0,-1-1 0,0 0 0,0-2 1,-1 1-1,0-2 0,-1 0 0,0 0 0,18-22 1,4-9-221,51-80 1,2-26 976,-6-5 0,85-221 1,-161 359-211,0 0 1,1 1 0,16-24 0,-22 38-387,-1-1 1,1 0-1,-1 0 0,0 1 1,1-1-1,0 0 0,-1 1 1,1-1-1,-1 1 0,1-1 0,0 1 1,-1-1-1,1 1 0,0-1 1,0 1-1,-1 0 0,1-1 1,0 1-1,0 0 0,0-1 1,-1 1-1,1 0 0,0 0 0,0 0 1,0 0-1,0 0 0,-1 0 1,1 0-1,0 0 0,0 0 1,0 1-1,0-1 0,-1 0 1,1 0-1,0 1 0,0-1 0,-1 0 1,1 1-1,0-1 0,0 1 1,2 2 40,-1-1 0,1 1 0,-1-1 1,0 1-1,0 0 0,0 0 0,0 0 0,1 4 1,2 7 50,-1 0 1,-1 0-1,0 0 1,-1 0-1,-1 1 1,0-1 0,-1 1-1,-2 22 1,1 17 118,25 400-284,8-230-4123,21-4-7491,-36-157-18</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4.200"/>
    </inkml:context>
    <inkml:brush xml:id="br0">
      <inkml:brushProperty name="width" value="0.035" units="cm"/>
      <inkml:brushProperty name="height" value="0.035" units="cm"/>
      <inkml:brushProperty name="color" value="#008C3A"/>
    </inkml:brush>
  </inkml:definitions>
  <inkml:trace contextRef="#ctx0" brushRef="#br0">51 157 13413,'-37'-39'1672,"24"24"-239,20-6-313,-1 0-244,14 3-336,24-9-464,0 18-828,12 3-736,11 6-509,10 6-2307,17 12-3301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4.772"/>
    </inkml:context>
    <inkml:brush xml:id="br0">
      <inkml:brushProperty name="width" value="0.035" units="cm"/>
      <inkml:brushProperty name="height" value="0.035" units="cm"/>
      <inkml:brushProperty name="color" value="#008C3A"/>
    </inkml:brush>
  </inkml:definitions>
  <inkml:trace contextRef="#ctx0" brushRef="#br0">50 667 13545,'-14'-28'3060,"11"23"-249,-2 2 460,-16 2-1614,15 2 4189,8 6-5789,0 0 0,1 0 1,0 0-1,0 0 0,0-1 0,1 1 0,0-1 1,1 0-1,-1 0 0,1-1 0,0 1 0,9 6 1,-13-12-51,0 1 0,1-1 0,-1 1 0,1-1 0,-1 0 0,1 1 0,-1-1 0,1 0 0,-1 0 0,1 0 0,-1 0 0,1 0 0,-1 0 0,1-1 0,-1 1 0,3-1 0,3 0 10,1-1-5,0 1 1,-1-1-1,1-1 0,-1 1 0,0-1 0,0 0 1,0-1-1,9-5 0,51-43 64,-52 38-88,2 0 0,0 2 0,22-13 0,-32 21 15,1 0 0,-1 1 0,1 0 1,0 0-1,1 1 0,-1-1 0,0 2 0,1-1 0,-1 1 0,1 1 0,-1 0 0,1 0 0,15 2 1,-7 2-18,0 0 0,-1 0 1,0 2-1,0 0 1,0 1-1,-1 1 0,0 0 1,0 1-1,-1 0 1,19 17-1,110 124-708,-108-109 103,2-1 0,2-2 0,68 51 0,-104-86 578,1 0 0,0-1 1,-1 0-1,1 0 0,0 0 0,1 0 0,-1 0 1,0-1-1,0 0 0,1 0 0,-1 0 1,0-1-1,1 1 0,-1-1 0,1 0 0,-1 0 1,1-1-1,-1 1 0,0-1 0,1 0 1,7-3-1,-6 1 32,0 0 1,0-1-1,-1 0 1,1 0-1,-1 0 0,0-1 1,0 1-1,-1-1 1,1 0-1,-1-1 1,0 1-1,-1-1 1,5-8-1,14-33 372,-2-1 0,15-55 0,18-44 606,-44 125-769,1 2-1,2-1 0,0 1 0,25-31 0,-31 44-112,1-1-1,0 1 1,0 1-1,1-1 1,0 1-1,0 1 1,0-1-1,1 1 1,-1 1-1,1 0 1,1 0-1,-1 0 1,0 2-1,1-1 1,0 1-1,-1 0 0,21 0 1,-15 2 15,0 1 1,-1 1 0,1 0-1,0 1 1,-1 1-1,1 0 1,-1 1-1,-1 0 1,1 1-1,-1 1 1,18 11-1,-1 2-92,0 2 0,-2 0-1,0 3 1,32 36 0,95 139-20,-125-159 10,103 156 0,-110-160 0,65 95 0,-79-120 0,1 0 0,1 0 0,0-1 0,0 0 0,1-1 0,1 0 0,20 12 0,-30-20-25,0-1 0,0 1 0,0-1-1,1 0 1,-1 0 0,0 0 0,0 0 0,1-1 0,-1 1 0,0-1 0,1 0-1,-1 1 1,0-2 0,1 1 0,-1 0 0,1-1 0,-1 1 0,0-1-1,0 0 1,1 0 0,-1-1 0,0 1 0,0-1 0,0 1 0,0-1 0,-1 0-1,1 0 1,0 0 0,-1 0 0,1-1 0,-1 1 0,0-1 0,3-3-1,3-6-134,0-1 1,0 0-1,-1-1 0,-1 1 0,0-1 0,4-17 0,3-13 18,-2-1 0,-3 0 1,-1 0-1,-2-1 0,-2 0 1,-2 0-1,-2 0 0,-2 0 1,-2 1-1,-2-1 0,-2 1 1,-2 0-1,-2 1 0,-2 1 1,-1 0-1,-3 1 0,-33-55 1,36 72 105,-1 1 1,-1 1-1,-1 0 1,-1 2-1,-1 0 1,-1 1-1,0 1 1,-2 2-1,0 0 1,-1 1-1,0 2 1,-29-12-1,36 18-223,0 2-1,-1 0 1,0 2 0,0 0 0,0 0-1,0 2 1,-1 1 0,-24 1-1,28 1-382,0 1 0,0 1 0,0 0-1,0 1 1,1 1 0,-1 0 0,1 2 0,1-1-1,-1 2 1,-23 16 0,26-16-854,2 1 1,0 0-1,-13 13 0,-22 36-7920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5.343"/>
    </inkml:context>
    <inkml:brush xml:id="br0">
      <inkml:brushProperty name="width" value="0.035" units="cm"/>
      <inkml:brushProperty name="height" value="0.035" units="cm"/>
      <inkml:brushProperty name="color" value="#008C3A"/>
    </inkml:brush>
  </inkml:definitions>
  <inkml:trace contextRef="#ctx0" brushRef="#br0">1 362 11445,'6'-14'982,"1"0"-1,0 0 1,1 0 0,18-21-1,-22 29-584,1 2-1,0-1 1,0 0 0,0 1-1,1 0 1,-1 0-1,1 1 1,0 0 0,0 0-1,0 0 1,1 0-1,-1 1 1,0 0-1,9-1 1,15-2 388,1 2 1,-1 1-1,1 2 0,-1 1 0,35 5 1,-30 0-486,-1 1 1,-1 2-1,1 1 1,-1 2-1,-1 1 1,-1 1-1,45 29 1,-29-14-43,-1 3 0,-2 1 0,68 68-1,-90-78-199,-1 1-1,-1 1 0,-2 0 0,0 2 1,-2 0-1,0 1 0,21 58 0,-23-42-31,-3 0-1,-1 1 0,-2 0 0,-3 0 0,-1 0 1,-2 1-1,-3 0 0,-1-1 0,-2 1 0,-2-1 0,-2 0 1,-17 51-1,20-80-21,0 0 1,-2-1 0,0 0-1,0 0 1,-1 0 0,-1-1-1,-12 15 1,17-25 0,1 0 0,-1 0 1,0 0-1,0-1 1,0 1-1,-1-1 0,1 0 1,-1-1-1,1 1 0,-1-1 1,-8 3-1,10-4-1,-1-1 0,1 1 0,-1-1 0,1 0-1,-1 0 1,0 0 0,1 0 0,-1-1 0,1 1 0,-1-1 0,1 0-1,-1 0 1,1 0 0,-1-1 0,1 1 0,0-1 0,0 0 0,-6-3 0,1-2 6,0-1 1,0 1-1,1-1 1,0-1-1,0 1 1,1-1-1,0 0 1,1-1-1,-1 1 1,2-1-1,0 0 1,0 0 0,0-1-1,-2-19 1,-1-4-15,3 0 0,0-1 0,3-48 0,6-7 10,5 1 0,3 0 0,4 0 0,4 2 0,64-165 0,-59 188-31,3 1 1,57-91 0,-67 124 9,3 1 0,0 0 0,1 2 0,2 0 0,1 2 0,45-34 0,-64 54-15,0 0 1,1 0 0,-1 1 0,1 0 0,0 1-1,1 0 1,-1 0 0,0 0 0,1 1-1,-1 1 1,1-1 0,0 1 0,-1 1 0,17 1-1,-15 0-85,0 1-1,-1 0 0,1 1 0,-1 0 0,0 1 0,0 0 0,0 0 1,0 1-1,-1 0 0,1 0 0,-1 1 0,13 13 0,-2 1-290,-1 0-1,-1 2 0,0 0 1,-2 0-1,-1 2 1,-1 0-1,12 30 0,61 185-3744,-37-52-596,-19-66-1337,-1-21-2162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5.494"/>
    </inkml:context>
    <inkml:brush xml:id="br0">
      <inkml:brushProperty name="width" value="0.035" units="cm"/>
      <inkml:brushProperty name="height" value="0.035" units="cm"/>
      <inkml:brushProperty name="color" value="#008C3A"/>
    </inkml:brush>
  </inkml:definitions>
  <inkml:trace contextRef="#ctx0" brushRef="#br0">145 257 11313,'-57'-124'2364,"30"82"-416,4 9-315,-4 9-329,17 15 760,23-3-2264,1 0-772,26 21-912,23 12-3329,-9-3-4160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5.717"/>
    </inkml:context>
    <inkml:brush xml:id="br0">
      <inkml:brushProperty name="width" value="0.035" units="cm"/>
      <inkml:brushProperty name="height" value="0.035" units="cm"/>
      <inkml:brushProperty name="color" value="#008C3A"/>
    </inkml:brush>
  </inkml:definitions>
  <inkml:trace contextRef="#ctx0" brushRef="#br0">1 1 14885,'0'0'2719,"2"6"-268,5 15-1351,48 145 4702,15 125-2269,-14 99-1710,-32-211-1823,30 223-2288,-7 0-3680,-30-263 1560,1-48-1500,10 7-4849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6.344"/>
    </inkml:context>
    <inkml:brush xml:id="br0">
      <inkml:brushProperty name="width" value="0.035" units="cm"/>
      <inkml:brushProperty name="height" value="0.035" units="cm"/>
      <inkml:brushProperty name="color" value="#008C3A"/>
    </inkml:brush>
  </inkml:definitions>
  <inkml:trace contextRef="#ctx0" brushRef="#br0">1 786 10201,'19'-19'389,"0"1"0,2 0-1,0 2 1,1 0 0,1 2 0,0 0 0,1 1 0,1 2-1,35-12 1,482-112-126,-515 129-255,111-24 56,245-21-1,-360 50-79,1 2 0,-1 1 0,1 1 0,-1 1 0,0 1 0,0 1-1,-1 1 1,0 1 0,42 22 0,-43-21-295,1-1 0,0-1 0,0-1 0,1-1 0,-1-1 0,1-1 1,0-1-1,0-1 0,29-2 0,-21-1 281,0-2-1,0-1 1,-1-2 0,1 0 0,-1-2-1,38-18 1,-58 23 309,-1 0 0,0-1 0,0 0-1,0-1 1,-1 0 0,1 0 0,-2-1 0,1 0 0,-1-1 0,0 1 0,0-1-1,-1-1 1,0 1 0,0-1 0,-1 0 0,-1 0 0,1-1 0,-1 1 0,-1-1-1,0 0 1,0 0 0,-1 0 0,0 0 0,-1-1 0,0-13 0,-1 20-146,-2-38 2812,2 1-1,8-64 0,-7 88-2146,1-2 1119,4 19-1024,5 12-295,1 7-367,-1 0 1,0 0 0,-2 1-1,10 27 1,6 16-51,65 148-181,-9 4 0,55 234 0,-96-274 0,-7 2 0,-8 0 0,2 215 0,-26-106-1288,-13 1 0,-69 410 0,62-585 901,-42 202-507,48-263 686,-2-1-1,-2-1 1,-47 93-1,57-129 170,-1 0 0,-1 0-1,0-1 1,0 0 0,-2 0-1,1-1 1,-1-1-1,-22 17 1,29-24 31,-1 0 1,1-1-1,-1 1 0,0-1 1,1 0-1,-1 0 0,0-1 0,-1 1 1,1-1-1,0 0 0,0-1 1,0 1-1,-1-1 0,1 0 0,0 0 1,0-1-1,-1 1 0,1-1 1,0 0-1,0-1 0,0 1 0,0-1 1,0 0-1,0 0 0,1-1 1,-1 1-1,1-1 0,-9-7 0,-1-3-9,0-1 0,0-1 0,1 0 0,1-1-1,1 0 1,0-1 0,1 0 0,1-1 0,-13-35-1,-3-18 7,-19-94 0,10 9-213,7-2 1,-13-313 0,40 332-618,7 0 1,6 0-1,51-231 0,-27 232-260,6 1 0,6 3 0,6 2 0,5 3 0,135-212 0,-93 190 161,7 5 0,5 5 0,7 6 0,149-131 0,-262 259 899,26-24-163,62-44-1,-84 68 226,0 0 0,0 0 0,0 1 0,0 1 0,1 0 0,0 1-1,0 0 1,1 1 0,-1 0 0,16-1 0,-23 5 56,1-1 1,-1 1-1,0 0 1,1 0-1,-1 1 0,0 0 1,0 0-1,0 0 1,0 1-1,0 0 1,-1 0-1,1 0 0,-1 1 1,0-1-1,8 8 1,-10-7-119,1 0 1,-1 0 0,1 0 0,-1 0 0,0 0 0,-1 1-1,1-1 1,3 10 0,-5-10-261,0 0 1,0-1-1,0 1 0,-1 0 0,1-1 1,-1 1-1,0 0 0,0 0 1,-1-1-1,1 1 0,-1 0 0,1 0 1,-3 4-1,-1 7-3839</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7.793"/>
    </inkml:context>
    <inkml:brush xml:id="br0">
      <inkml:brushProperty name="width" value="0.035" units="cm"/>
      <inkml:brushProperty name="height" value="0.035" units="cm"/>
      <inkml:brushProperty name="color" value="#008C3A"/>
    </inkml:brush>
  </inkml:definitions>
  <inkml:trace contextRef="#ctx0" brushRef="#br0">8 691 6849,'0'-1'261,"1"0"0,0 0 1,-1 0-1,1 0 0,-1 0 1,0 0-1,1 0 0,-1 0 1,1 0-1,-1 0 1,0 0-1,0 0 0,0 0 1,0 0-1,0 0 0,0 0 1,0 0-1,0 0 0,0 0 1,0 0-1,0 0 0,-1 0 1,1 0-1,0 0 1,-1 0-1,1 0 0,-1 0 1,1 0-1,-2-2 0,-2-5 7734,4 5-7741,-2-8 28,1 0 1,0 0-1,2-22 0,0 28-244,-1 1-1,1-1 1,-1 1-1,1 0 0,0-1 1,1 1-1,-1 0 1,1 0-1,0 0 0,0 0 1,0 0-1,0 0 1,6-6-1,-6 9-47,8 14 297,-6-5-137,-1 0 0,0 1 0,0-1 1,-1 1-1,-1-1 0,1 1 0,0 15 0,-5 69 846,1-75-758,1 0-1,0 0 0,2 1 0,0-1 0,1 0 0,5 24 0,-4-36-129,0 1 1,0-1-1,0 0 1,1 0-1,0 0 1,0 0-1,0-1 1,1 1-1,0-1 1,0 0-1,0-1 1,1 1-1,-1-1 1,1 0-1,8 4 1,0-2 56,-1 1 0,2-2 1,-1 0-1,0 0 0,29 4 1,0-4 29,-1-2 0,1-2 0,50-4 0,131-24 209,1052-233-646,-445 17-3581,-291 37-1810,-192 44-3677,-176 72-1335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09.925"/>
    </inkml:context>
    <inkml:brush xml:id="br0">
      <inkml:brushProperty name="width" value="0.035" units="cm"/>
      <inkml:brushProperty name="height" value="0.035" units="cm"/>
      <inkml:brushProperty name="color" value="#008C3A"/>
    </inkml:brush>
  </inkml:definitions>
  <inkml:trace contextRef="#ctx0" brushRef="#br0">124 341 4164,'0'0'6182,"-3"-1"-5698,-41-31 6263,45 1-4944,-6 38-1750,1 0 0,-1 0 0,1 1 0,1 0 0,-1 0 1,1 0-1,0 0 0,1 0 0,-1 9 0,-10 85 428,10-70-330,-5 50 191,-2 8 187,2 153 1,10-214-454,0 0-1,2-1 1,2 1-1,0-1 1,2 0-1,1-1 1,1 0-1,1 0 1,23 38-1,-23-47-11,1 0-1,0-1 0,1-1 1,1 0-1,24 20 0,-26-26-21,0-1 0,1-1 0,1 0 0,-1 0 0,1-1 0,1-1 0,-1-1 0,29 8 0,-29-10-26,5 2 7,0-1 0,1 0 0,0-2 0,-1 0 0,1-1 0,27-3-1,-19-1 0,-1-2-1,1-1 0,-1-1 1,-1-1-1,1-2 0,-1 0 0,-1-2 1,41-25-1,-37 17-16,0-1 0,-1-1 0,-1-1 0,-2-2 1,0 0-1,34-48 0,-39 44-5,0-1 0,-2-2 0,-1 0 0,-2 0 0,-1-2 0,14-52 0,-21 58 9,-1 0 0,-1 0 0,-2-1 0,-1 0 0,-1 0 0,-2 1 1,0-1-1,-9-40 0,4 38-23,-2 1 0,-1 0 0,-2 0 1,-1 1-1,-1 1 0,-1 0 0,-1 1 0,-2 0 1,-1 1-1,-1 1 0,-1 1 0,-1 1 0,-1 0 1,-1 2-1,-1 1 0,0 1 0,-2 0 0,0 2 0,-1 2 1,-45-20-1,54 27-104,1 2 1,-1 0 0,0 2-1,-1 0 1,1 0-1,-1 2 1,-25 0 0,31 2-95,0 1 0,1 1 0,-1 0 1,0 0-1,0 1 0,1 1 0,0 0 1,-1 1-1,2 0 0,-1 1 0,-17 12 1,3 2-888,1 1 0,0 1 1,2 1-1,1 1 1,1 1-1,1 1 1,1 1-1,-21 39 1,-14 49-6204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10.296"/>
    </inkml:context>
    <inkml:brush xml:id="br0">
      <inkml:brushProperty name="width" value="0.035" units="cm"/>
      <inkml:brushProperty name="height" value="0.035" units="cm"/>
      <inkml:brushProperty name="color" value="#008C3A"/>
    </inkml:brush>
  </inkml:definitions>
  <inkml:trace contextRef="#ctx0" brushRef="#br0">167 12 7757,'-20'-4'570,"12"1"-109,0 2 1,0-1-1,-1 1 0,-12 0 1,20 2-340,0-1-1,0 1 1,0 0 0,0-1 0,0 1 0,0 0 0,0 0 0,0 0 0,1 0 0,-1 0 0,0 0 0,0 0 0,1 0-1,-1 0 1,0 0 0,1 0 0,-1 0 0,0 2 0,-1 2 273,-10 17 191,2 0-1,0 0 0,1 1 1,1 0-1,1 0 0,2 1 1,0 0-1,1 0 0,2 1 0,0 28 1,10 405 3236,-3-321-3040,38 491 1378,59-5-1137,-76-513-1034,6 0 0,4-2 1,92 188-1,-91-228-403,2-2-1,3-2 1,3-1-1,2-2 1,3-3-1,92 84 1,-110-115-208,1-1 1,2-2 0,0-1-1,1-1 1,2-2-1,75 28 1,-85-39-292,-1-1 0,2-2-1,-1 0 1,1-2 0,-1-1 0,1-2 0,0 0 0,0-2 0,0-1-1,54-12 1,31-19-6335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10.504"/>
    </inkml:context>
    <inkml:brush xml:id="br0">
      <inkml:brushProperty name="width" value="0.035" units="cm"/>
      <inkml:brushProperty name="height" value="0.035" units="cm"/>
      <inkml:brushProperty name="color" value="#008C3A"/>
    </inkml:brush>
  </inkml:definitions>
  <inkml:trace contextRef="#ctx0" brushRef="#br0">881 70 8757,'6'-19'786,"-4"15"-417,-1-1-1,1 0 0,0 0 0,0 1 1,0-1-1,1 1 0,0 0 1,8-11 4777,-8 16-4116,5 1-845,0 0 0,-1 1-1,1 0 1,-1 0 0,1 1-1,-1 0 1,0 0-1,-1 1 1,1-1 0,-1 2-1,0-1 1,0 1 0,0 0-1,-1 0 1,8 12-1,6 9 289,-3 0-1,24 52 0,-28-50-226,-1 0-1,-1 1 0,-1 1 0,-2-1 1,6 60-1,-10-44-34,-2-1-1,-3 1 1,-10 68 0,-6-21-25,-4-1-1,-4-1 1,-52 117-1,14-60-798,-7-4 0,-6-3 0,-161 224 0,45-125-3096,-17-16-3324,47-67-2883</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11.240"/>
    </inkml:context>
    <inkml:brush xml:id="br0">
      <inkml:brushProperty name="width" value="0.035" units="cm"/>
      <inkml:brushProperty name="height" value="0.035" units="cm"/>
      <inkml:brushProperty name="color" value="#008C3A"/>
    </inkml:brush>
  </inkml:definitions>
  <inkml:trace contextRef="#ctx0" brushRef="#br0">1 326 5112,'4'-177'6702,"-4"80"-780,-1 46 559,17 70-3723,-3 1-2140,0 1 0,-2 0 0,0 0 0,12 39 0,24 100 859,-37-122-1209,7 33-167,-4 0 0,-2 2 1,0 109-1,-12 19-2702,-9 1-4370,3-81-89,3-18-5539</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11.566"/>
    </inkml:context>
    <inkml:brush xml:id="br0">
      <inkml:brushProperty name="width" value="0.035" units="cm"/>
      <inkml:brushProperty name="height" value="0.035" units="cm"/>
      <inkml:brushProperty name="color" value="#008C3A"/>
    </inkml:brush>
  </inkml:definitions>
  <inkml:trace contextRef="#ctx0" brushRef="#br0">472 1 8861,'-21'14'784,"0"0"0,2 2 0,-1 0 1,2 2-1,0 0 0,1 1 0,1 0 0,1 2 0,1 0 1,1 0-1,-13 27 0,-10 34 334,4 1 0,-32 125-1,-20 181 184,69-300-1112,3 0-1,5 1 0,3-1 0,11 128 0,0-156-221,2-1 1,3 0-1,3-1 0,2-1 0,2 0 0,4-1 0,42 78 0,-40-92-411,2-1 0,2-1-1,2-1 1,1-2 0,2-1-1,2-2 1,78 60-1,-78-70-1061,1-2-1,2-1 1,0-1-1,1-3 1,66 22-1,23-9-6518</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11.813"/>
    </inkml:context>
    <inkml:brush xml:id="br0">
      <inkml:brushProperty name="width" value="0.035" units="cm"/>
      <inkml:brushProperty name="height" value="0.035" units="cm"/>
      <inkml:brushProperty name="color" value="#008C3A"/>
    </inkml:brush>
  </inkml:definitions>
  <inkml:trace contextRef="#ctx0" brushRef="#br0">1193 22 10609,'-3'-18'2172,"2"15"1268,4 6-2095,29 32-556,-1 2 0,-2 1-1,-2 1 1,-2 2 0,23 46 0,-17-15-506,-2 2-1,-4 0 0,-3 2 0,-4 1 0,-2 0 0,-5 1 1,-2 0-1,-4 1 0,-3-1 0,-4 1 0,-4 0 1,-28 144-1,-2-66-164,-96 257-1,-112 131-950,183-430-73,-5-1 1,-5-4 0,-5-4 0,-4-2 0,-5-4-1,-151 138 1,12-53-4084,153-127 1971,-57 46-5024</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12.170"/>
    </inkml:context>
    <inkml:brush xml:id="br0">
      <inkml:brushProperty name="width" value="0.035" units="cm"/>
      <inkml:brushProperty name="height" value="0.035" units="cm"/>
      <inkml:brushProperty name="color" value="#008C3A"/>
    </inkml:brush>
  </inkml:definitions>
  <inkml:trace contextRef="#ctx0" brushRef="#br0">17 106 12213,'-16'-21'3184,"16"0"-3468,3 3-1028,0-6-2676,1 3-2841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55.481"/>
    </inkml:context>
    <inkml:brush xml:id="br0">
      <inkml:brushProperty name="width" value="0.035" units="cm"/>
      <inkml:brushProperty name="height" value="0.035" units="cm"/>
      <inkml:brushProperty name="color" value="#008C3A"/>
    </inkml:brush>
  </inkml:definitions>
  <inkml:trace contextRef="#ctx0" brushRef="#br0">280 139 11785,'2'-1'124,"-1"1"0,1-1 0,-1 1 0,1-1 0,-1 0 0,1 0 0,-1 0 0,0 0 0,1 0 0,-1 0 0,0 0 0,0 0 0,0 0 0,0-1 0,0 1 0,0 0 0,0-1 0,0 1 0,-1-1 0,1 1 0,0-1 0,-1 1 0,1-1 0,-1 0 0,0 1 0,1-1 0,-1-3 0,-1-1 617,-1-1 0,1 0-1,-1 1 1,-1 0 0,1-1 0,-5-8 0,-21-30 5371,26 42-4197,0 8-840,-72 291 1132,23-75-1192,25-130-1077,-45 183-754,59-213 298,2 0-1,-3 92 0,18-6-3543,7-74 268,-8-58 1176,1 1-1,9 19 0,11 9-9018</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55.881"/>
    </inkml:context>
    <inkml:brush xml:id="br0">
      <inkml:brushProperty name="width" value="0.035" units="cm"/>
      <inkml:brushProperty name="height" value="0.035" units="cm"/>
      <inkml:brushProperty name="color" value="#008C3A"/>
    </inkml:brush>
  </inkml:definitions>
  <inkml:trace contextRef="#ctx0" brushRef="#br0">1276 1 12833,'-34'21'891,"10"-7"358,1 1 0,1 0 0,-40 38 0,-106 130 5967,12 12-3852,148-184-3245,-130 171 899,-145 254 0,220-321-690,4 2 0,6 2 0,-65 215 0,100-266-328,2 1 0,4 1 0,3 0 0,3 0 0,3 1 0,10 118 0,-2-145 0,3-1 0,1-1 0,3 0 0,31 77 0,-29-87 0,2-1 0,2-1 0,1 0 0,1-1 0,1-1 0,43 42 0,-34-42-108,1-1 0,2-1 0,0-2 0,2-1 0,0-2 0,2-2 0,0-1 0,70 23 0,-56-26-203,0-3 1,2-2 0,-1-2 0,1-3-1,0-1 1,68-6 0,-40-5-77,0-4 0,-1-3 1,0-4-1,-2-4 0,0-2 1,-2-5-1,-1-2 1,138-80-1,-132 60 102,-2-4 1,-2-3-1,-3-3 0,-3-3 0,125-146 1,-146 145 185,-3-1 0,-2-3 0,-4-2 0,-2-1 0,-4-2 0,-3-1 0,29-107 0,-45 123 85,-3-2 0,-2 1 0,-3-1 0,-3 0 0,-2-1 1,-7-74-1,0 94 69,-2 0 0,-2 0 0,-1 0 1,-3 1-1,-1 0 0,-2 1 0,-2 1 1,-1 1-1,-42-65 0,26 57 34,-2 1 0,-2 2 1,-2 2-1,-2 1 0,-1 2 0,-2 2 0,-1 2 0,-63-34 0,38 29-24,-2 4 1,-1 2-1,-2 4 0,-1 3 0,-100-19 0,105 31-414,-1 4 1,0 3-1,-133 5 0,143 6-1073,0 3-1,-88 22 0,115-20-1722,-52 22 0,-8 16-7209</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57.867"/>
    </inkml:context>
    <inkml:brush xml:id="br0">
      <inkml:brushProperty name="width" value="0.035" units="cm"/>
      <inkml:brushProperty name="height" value="0.035" units="cm"/>
      <inkml:brushProperty name="color" value="#008C3A"/>
    </inkml:brush>
  </inkml:definitions>
  <inkml:trace contextRef="#ctx0" brushRef="#br0">843 116 8573,'-11'-57'2445,"10"54"-2207,0 1-1,0-1 1,-1 1-1,1 0 1,-1-1 0,1 1-1,-1 0 1,0 0-1,0 0 1,0 1-1,0-1 1,0 0-1,0 1 1,0-1-1,0 1 1,-4-2-1,-10-8 1559,14 10-1615,0-1 0,0 1-1,0 0 1,0 0 0,-1 0-1,1 0 1,0 0 0,-1 0-1,1 0 1,0 1 0,-1 0-1,1-1 1,-1 1 0,1 0 0,0 0-1,-1 0 1,1 0 0,-1 0-1,1 1 1,-1-1 0,1 1-1,0 0 1,-1 0 0,-1 1-1,-5 1 112,1 2-1,-1-1 0,1 1 0,1 0 0,-11 9 0,-3 5 241,2 0-1,0 1 0,1 2 1,1-1-1,-21 38 1,-61 130 972,69-129-1152,-207 477 1331,196-424-1462,6 1-1,-39 226 0,66-282-194,3 0 0,3 1 0,2-1 0,2 1-1,15 79 1,-11-104-101,3 1 0,0-1 0,2 0 0,2-1 1,1 0-1,1-1 0,2-1 0,1 0 0,2-1 0,24 28 0,-29-41-110,2 0 1,0-1-1,1 0 0,1-1 1,0-2-1,1 0 1,40 20-1,-30-21-52,0 0 1,0-2-1,1-2 1,0 0-1,43 4 0,-24-8-10,1-3-1,-1-1 1,1-3-1,-1-1 1,0-3 0,0-3-1,65-20 1,-51 8-37,-2-2 0,92-51 1,-114 52 95,-2-1 0,50-42 0,185-171-887,-238 205 935,-2-2 0,-2-1 0,-1-1 0,-1-2 0,37-66 1,-53 82 92,52-98-61,-5-2 0,-6-3-1,63-213 1,-51 83 699,-64 247-515,-1 1 0,0 0 0,0-1-1,-1 1 1,-1-15 0,1 21-65,0 0 1,0 1-1,0-1 0,0 0 1,0 1-1,0-1 0,0 1 1,-1-1-1,1 0 0,0 1 1,0-1-1,-1 1 0,1-1 1,0 1-1,-1-1 0,1 1 1,-1-1-1,1 1 0,-1-1 1,1 1-1,-1-1 0,1 1 1,-1 0-1,0-1 0,0 1 1,0 0-1,0 0 0,0 1 0,-1-1 1,1 1-1,0-1 0,0 0 1,1 1-1,-1 0 0,0-1 1,0 1-1,0 0 0,0-1 1,0 1-1,1 0 0,-1 0 1,0 0-1,1-1 0,-1 1 1,0 1-1,-10 13 78,1 1 1,1-1-1,0 2 0,-7 20 1,-26 80 196,21-53-130,-18 55-321,5 2-1,5 2 1,6 0 0,-12 226 0,33-288-603,13 114 1,-6-137 430,2-1 1,1 0-1,2-1 0,17 42 0,-24-71 261,0 0 0,1-1 0,-1 1 0,1-1 0,0 0 0,1 0 0,0 0 0,0-1 0,0 0 0,0 1 0,1-2 0,0 1 0,9 5 0,-11-8 40,0 0 1,0-1-1,0 1 0,1-1 0,-1 0 1,0 0-1,1 0 0,-1-1 1,0 1-1,1-1 0,-1 0 0,1 0 1,-1-1-1,0 0 0,1 1 1,-1-1-1,0-1 0,0 1 1,0 0-1,0-1 0,0 0 0,0 0 1,5-4-1,4-3-4,0-2-1,-1 1 1,0-2 0,0 0-1,-2 0 1,1-1 0,-2 0 0,12-20-1,6-16-99,22-55-1,-27 49-45,-2-1 0,-3-1 1,-2 0-1,-3-1 0,9-109 0,-20 154 144,1-33-58,-2 44 93,0-1-1,-1 1 0,1 0 1,0-1-1,-1 1 0,0 0 0,1 0 1,-1 0-1,0 0 0,0 0 1,0 0-1,0 0 0,0 0 1,-1 0-1,1 0 0,-3-2 0,2 2 9,0 0 0,-1 0 0,1 1 0,0-1 0,-1 1 0,0-1 0,1 1 0,-1 0 0,1 0 0,-1 0 0,0 0 0,0 1 0,0-1-1,0 1 1,1 0 0,-1 0 0,0 0 0,0 0 0,0 0 0,0 0 0,-4 2 0,3 0-1,0 0 0,0 0 0,0 0 0,0 0-1,0 1 1,1 0 0,-1 0 0,1 0 0,0 0 0,0 0 0,0 1 0,-4 6 0,1-1-20,1 1 1,0-1-1,0 1 1,1 0-1,0 1 1,1-1-1,0 0 1,1 1-1,0 0 1,0 0-1,1 13 1,1-19 9,0 0 1,1 0 0,0 0 0,0 0-1,0 0 1,1 0 0,0 0-1,0 0 1,0-1 0,0 1-1,1-1 1,-1 0 0,1 1-1,0-1 1,1 0 0,-1-1 0,1 1-1,-1-1 1,1 1 0,0-1-1,8 4 1,-7-4 9,0-1 0,0 0 0,0 0 0,1-1 0,-1 0 0,0 0 0,1 0 0,-1-1-1,0 1 1,1-1 0,-1 0 0,1-1 0,-1 1 0,0-1 0,1-1 0,-1 1 0,0 0 0,0-1 0,0 0 0,0-1 0,6-2 0,7-6-15,32-22-1,-19 3-1345,-27 25 514,-1 1-1,0-1 0,0 1 0,0-1 1,3-9-1,1-10-4879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59.022"/>
    </inkml:context>
    <inkml:brush xml:id="br0">
      <inkml:brushProperty name="width" value="0.035" units="cm"/>
      <inkml:brushProperty name="height" value="0.035" units="cm"/>
      <inkml:brushProperty name="color" value="#008C3A"/>
    </inkml:brush>
  </inkml:definitions>
  <inkml:trace contextRef="#ctx0" brushRef="#br0">493 606 10005,'-10'-4'616,"-1"1"-1,0 0 1,1 0 0,-1 1-1,0 1 1,0 0 0,0 0-1,0 1 1,-1 1 0,1 0-1,0 0 1,1 1 0,-1 0 0,0 1-1,0 0 1,1 1 0,-14 7-1,0 3 155,1 1 0,1 1 0,1 1 0,0 1 0,1 1 0,-27 33 0,34-35-573,0 2 0,1-1 1,1 2-1,1-1 0,1 2 1,1-1-1,0 1 0,-7 33 1,12-33-383,1 0 0,0 0 0,1 0 0,1-1 0,2 1 0,0 0 0,1 0 0,1-1 0,0 1 0,2-1 0,0 0 0,15 29 0,-16-38 7,1-1-1,-1 0 1,2-1 0,0 1 0,0-1 0,0 0 0,1-1 0,1 0 0,-1 0-1,1-1 1,0 0 0,1 0 0,0-1 0,0-1 0,0 0 0,1 0 0,13 4-1,-16-7 100,-1 0-1,1-1 1,0 0-1,0 0 1,-1-1-1,1 0 1,0 0-1,0-1 1,12-2-1,-10 1 51,-4 1 48,1-1 0,-1-1 0,0 1 0,0-1 0,0 0 0,0 0 1,0-1-1,-1 0 0,1 0 0,-1 0 0,0-1 0,6-7 0,-2 4 19,5-7 80,0-1-1,0 0 0,-2 0 0,0-1 0,12-23 0,39-97 974,-16 33 102,-16 32-434,-20 44-434,27-46 1,1 11-72,2 3-1,80-90 1,-83 110-177,-37 40-74,-1 0 1,0 0-1,0 0 1,0 0-1,0 0 1,0 0-1,0 0 1,0 0-1,0-1 1,0 1-1,1 0 1,-1 0-1,0 0 1,0 0-1,0 0 1,0 0-1,0 0 1,0 0-1,0 0 1,1 0-1,-1 0 1,0 0-1,0 0 1,0 0-1,0 0 1,0 0-1,0 0 1,0 0 0,1 0-1,-1 1 1,0-1-1,0 0 1,0 0-1,0 0 1,0 0-1,0 0 1,0 0-1,0 0 1,0 0-1,0 0 1,1 0-1,-1 0 1,0 1-1,0-1 1,0 0-1,0 0 1,0 0-1,0 0 1,0 0-1,0 0 1,0 0-1,0 0 1,0 1-1,0-1 1,0 0-1,0 0 1,0 0-1,15 30 287,-1 1 1,-2 0-1,-1 0 0,-1 1 0,5 38 1,-3-23-109,66 271 620,-17-80-514,-55-212-220,-4-16 52,1-1 0,-1 0 1,2 1-1,-1-1 0,7 10 0,-9-19-100,1 0 1,-1 0-1,1-1 1,-1 1-1,1 0 1,-1-1-1,1 1 1,-1-1-1,0 1 1,1-1 0,-1 0-1,0 0 1,3-1-1,-3 1 5,8-5 25,0-1 0,-1 0 0,0 0 0,0-1 1,-1 0-1,12-15 0,37-64-240,-33 50-5,413-621-4087,-181 280 3667,-209 303 1006,-25 40 242,38-51-1,-57 84-338,-1 6-40,13 52-29,-4 1 0,-1 0-1,1 75 1,-8-100-180,0 21-23,-3 0 1,-2 0-1,-2 0 1,-23 99-1,17-95-304,-5 110-1,15-152 166,2 1-1,2 21 1,1-6-22,-4-28 117,0-1-1,1 1 1,0-1 0,0 1 0,0 0 0,0-1 0,0 0 0,0 1 0,1-1 0,-1 0 0,1 0 0,-1 0-1,1 0 1,2 2 0,1 2-40,-3-4-16,5-4 38,0-1 1,0 0-1,-1-1 0,1 0 0,-1 0 0,0 0 0,0 0 1,0-1-1,-1 0 0,1-1 0,-1 1 0,0-1 0,-1 0 1,0 0-1,0 0 0,4-8 0,6-14-204,0 0 1,12-40-1,-15 37-25,38-97-881,-74 136 637,-36 26-2652,-60 46 1,95-63 1557,-20 20-3870,5 10-3243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59.303"/>
    </inkml:context>
    <inkml:brush xml:id="br0">
      <inkml:brushProperty name="width" value="0.035" units="cm"/>
      <inkml:brushProperty name="height" value="0.035" units="cm"/>
      <inkml:brushProperty name="color" value="#008C3A"/>
    </inkml:brush>
  </inkml:definitions>
  <inkml:trace contextRef="#ctx0" brushRef="#br0">0 143 7025,'0'16'328,"1"-12"657,-1 0-1,1 0 0,-1 0 0,1 0 0,0 0 0,1 0 1,2 6-1,-2-6-993,-1 0 1,0-1 0,0 1-1,-1 0 1,1 0 0,-1-1-1,1 1 1,-1 0 0,0 0 0,-2 7-1,2-6-236,-1-1 1,1 1-1,0 0 0,0 0 0,1 0 0,-1-1 1,1 1-1,0 0 0,3 8 0,7 6 43,-11-19 221,0 0-1,1 0 1,-1 0-1,0 0 1,0 0-1,0 0 1,0 0-1,0 0 1,1 0 0,-1 0-1,0 0 1,0 0-1,0 0 1,0 0-1,0 0 1,1 0 0,-1 0-1,0 0 1,0 0-1,0 0 1,0 0-1,0 0 1,1 0-1,-1 0 1,0 0 0,0 0-1,0 0 1,0 0-1,0-1 1,0 1-1,0 0 1,1 0-1,-1 0 1,0 0 0,0 0-1,0 0 1,0 0-1,0-1 1,0 1-1,0 0 1,0 0-1,0 0 1,0 0 0,0 0-1,0 0 1,0-1-1,0 1 1,0 0-1,0 0 1,0 0-1,0 0 1,0 0 0,0-1-1,0 1 1,0 0-1,0 0 1,1-44 2735,-2 19-2644,-2-80 1221,0 47-2459,2 0-5047,1 32-1276</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2:59.881"/>
    </inkml:context>
    <inkml:brush xml:id="br0">
      <inkml:brushProperty name="width" value="0.035" units="cm"/>
      <inkml:brushProperty name="height" value="0.035" units="cm"/>
      <inkml:brushProperty name="color" value="#008C3A"/>
    </inkml:brush>
  </inkml:definitions>
  <inkml:trace contextRef="#ctx0" brushRef="#br0">272 65 9889,'-11'-5'1081,"0"1"-1,0-2 1,0 1 0,-11-10-1,-29-14 7877,50 29-8862,1 0-1,-1 0 1,0 0 0,0 0 0,1-1-1,-1 1 1,0 0 0,0 0-1,1 1 1,-1-1 0,0 0 0,0 0-1,1 0 1,-1 0 0,0 1 0,1-1-1,-1 0 1,0 1 0,1-1-1,-1 0 1,0 1 0,1-1 0,-1 1-1,1-1 1,-1 1 0,1-1 0,-1 1-1,1 0 1,-1-1 0,1 1 0,0-1-1,-1 1 1,1 0 0,0-1-1,-1 1 1,1 0 0,0 0 0,0 1-1,-10 36 1401,9-28-1042,-8 41 740,-3 104 1,6-55-705,-40 234-3655,25-198 1102,11-75-1960,0-2-3740,3-2-5001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0.073"/>
    </inkml:context>
    <inkml:brush xml:id="br0">
      <inkml:brushProperty name="width" value="0.035" units="cm"/>
      <inkml:brushProperty name="height" value="0.035" units="cm"/>
      <inkml:brushProperty name="color" value="#008C3A"/>
    </inkml:brush>
  </inkml:definitions>
  <inkml:trace contextRef="#ctx0" brushRef="#br0">10 31 11941,'-10'-30'6421,"34"36"-6225,12 3-768,8 3-972,-1 9-861,4 3-1639,10 6-2965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0.433"/>
    </inkml:context>
    <inkml:brush xml:id="br0">
      <inkml:brushProperty name="width" value="0.035" units="cm"/>
      <inkml:brushProperty name="height" value="0.035" units="cm"/>
      <inkml:brushProperty name="color" value="#008C3A"/>
    </inkml:brush>
  </inkml:definitions>
  <inkml:trace contextRef="#ctx0" brushRef="#br0">491 955 9789,'-1'-3'370,"-1"0"0,1 0 0,0 0 0,0 0 0,1 0 0,-1 0 0,1-1-1,0 1 1,-1 0 0,1 0 0,1-1 0,-1 1 0,0 0 0,2-5 0,11-51 2064,-11 52-2267,7-19 280,1 0 0,1 1 0,1 1 0,2 0 0,0 1 0,35-43 0,10-18 88,-21 26-198,-2-2-1,-3-2 1,-2-1 0,25-75-1,-34 77 446,-14 43-206,-2 0-1,0 0 1,5-24-1,-25 68 991,2 10-928,2 1 0,1 0 0,-5 54-1,5-28-110,-179 740 324,-66-15-135,75-246-530,-29 241-186,198-741-397,3 2 1,1-1-1,3 1 1,1-1-1,2 1 1,6 44-1,-5-78 117,1-1 0,0 0-1,1 0 1,0-1-1,0 1 1,1 0 0,0-1-1,1 0 1,6 10-1,-9-16 147,-1 0 0,1 0-1,0 1 1,0-1 0,1 0-1,-1 0 1,0-1 0,1 1-1,-1 0 1,1-1 0,-1 0-1,1 1 1,0-1 0,-1 0-1,1 0 1,0-1 0,0 1-1,0-1 1,0 1 0,0-1-1,0 0 1,-1 0 0,1 0-1,0 0 1,0-1 0,0 1-1,0-1 1,0 0 0,0 1-1,-1-1 1,6-3 0,3-2-309,-1 0 0,0-1 0,0 0 0,-1-1 0,0 1-1,0-2 1,-1 0 0,0 0 0,-1 0 0,12-19 0,-4 2-590,-1-1 0,-1 0-1,11-35 1,8-43-3275,-9-6-2282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0.653"/>
    </inkml:context>
    <inkml:brush xml:id="br0">
      <inkml:brushProperty name="width" value="0.035" units="cm"/>
      <inkml:brushProperty name="height" value="0.035" units="cm"/>
      <inkml:brushProperty name="color" value="#008C3A"/>
    </inkml:brush>
  </inkml:definitions>
  <inkml:trace contextRef="#ctx0" brushRef="#br0">215 935 13721,'-101'-8'1570,"94"8"-1246,1-1 0,-1 1 0,1-1 0,-1 0 0,1-1 0,0 0 0,0 0 0,0 0 0,0-1 0,0 0 0,0 0 0,0 0 0,1-1 0,-9-7 0,7 6 300,7 4-582,-1 1 0,0-1-1,1 1 1,-1-1 0,1 1 0,-1-1-1,1 0 1,0 1 0,-1-1-1,1 0 1,0 1 0,-1-1 0,1 0-1,0 1 1,0-1 0,-1 0-1,1 0 1,0 1 0,0-1 0,0 0-1,0 0 1,0 0 0,0 1-1,0-1 1,0 0 0,1 0 0,-1 1-1,0-1 1,0 0 0,1 1-1,-1-1 1,0 0 0,1 1 0,-1-1-1,0 0 1,1 1 0,-1-1-1,1 0 1,-1 1 0,1-1 0,0 1-1,-1-1 1,1 1 0,0-1 0,35-23 555,22-4-150,1 3 1,104-29-1,-62 21-241,178-59 217,515-188-260,-82 3-184,-690 269 179,1 0-1,0 1 1,1 2 0,0 0-1,34-2 1,-50 7-48,-1 0 1,1 1-1,-1-1 1,0 1-1,1 1 1,-1 0-1,0 0 1,0 0-1,0 1 1,0 0-1,0 0 1,-1 0-1,1 1 0,-1 0 1,0 1-1,0-1 1,-1 1-1,1 0 1,-1 1-1,0-1 1,6 10-1,-2 0 110,-1 0 0,0 1-1,-1-1 1,0 2 0,-2-1-1,0 1 1,0 0-1,-2 0 1,0 0 0,0 18-1,-1 16 204,-2-1-1,-8 62 0,-38 180-1057,13-100-2804,14 0-4881,20-157 1845,7-5-4094</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0.823"/>
    </inkml:context>
    <inkml:brush xml:id="br0">
      <inkml:brushProperty name="width" value="0.035" units="cm"/>
      <inkml:brushProperty name="height" value="0.035" units="cm"/>
      <inkml:brushProperty name="color" value="#008C3A"/>
    </inkml:brush>
  </inkml:definitions>
  <inkml:trace contextRef="#ctx0" brushRef="#br0">34 9 11509,'3'-3'1776,"-23"0"-116,3 0 3037,21 27-6033,2-3-560,4 7-2921,21 23-3792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1.041"/>
    </inkml:context>
    <inkml:brush xml:id="br0">
      <inkml:brushProperty name="width" value="0.035" units="cm"/>
      <inkml:brushProperty name="height" value="0.035" units="cm"/>
      <inkml:brushProperty name="color" value="#008C3A"/>
    </inkml:brush>
  </inkml:definitions>
  <inkml:trace contextRef="#ctx0" brushRef="#br0">221 0 13049,'-13'21'432,"-3"4"663,0 0-1,-2-1 1,-29 30 0,36-40-257,0 0 0,0 1 1,2 0-1,0 1 1,0 0-1,1 1 0,2 0 1,-1 0-1,2 0 1,-6 29-1,5-8 212,1 0 0,2 1 0,4 75 0,2-85-815,0-1 0,2 1 0,1-1 0,1 0 0,17 44 0,-15-53-478,0 0 0,1 0 0,2 0 1,-1-2-1,2 1 0,0-2 0,1 0 0,19 17 0,-6-10-861,1-1-1,1-2 0,1-1 1,60 29-1,-39-26-2490,2-2 0,75 17-1,20-5-7617</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1.823"/>
    </inkml:context>
    <inkml:brush xml:id="br0">
      <inkml:brushProperty name="width" value="0.035" units="cm"/>
      <inkml:brushProperty name="height" value="0.035" units="cm"/>
      <inkml:brushProperty name="color" value="#008C3A"/>
    </inkml:brush>
  </inkml:definitions>
  <inkml:trace contextRef="#ctx0" brushRef="#br0">1628 366 13421,'-36'-114'2938,"33"107"-2550,0 0 0,0 0 0,-1 1 0,0 0 0,0 0-1,0 0 1,-1 0 0,0 1 0,0-1 0,-11-8 0,-2-1 595,-4-8 841,-2 2 1,0 1-1,-47-30 0,58 43-1489,0 0 0,-1 1 0,1 1 1,-1 0-1,0 1 0,-1 0 0,1 1 0,0 1 1,-1 0-1,-18 1 0,8 2-311,0 2 0,0 0 0,0 2 1,1 1-1,-1 1 0,2 0 0,-1 2 0,-25 14 1,3 1-40,2 1 0,-82 63 1,23 1 14,3 5 0,-166 200 0,113-87 0,132-175 0,2 0 0,2 2 0,1 0 0,-20 65 0,32-87 0,1 0 0,1 1 0,0-1 0,1 0 0,0 17 0,1-25 0,1 0 0,-1 0 0,1 0 0,-1 0 0,1 0 0,0 0 0,1-1 0,-1 1 0,1 0 0,-1-1 0,1 1 0,0-1 0,1 1 0,-1-1 0,0 0 0,1 0 0,0 0 0,5 5 0,-7-8 0,0 1 0,0 0 0,0-1 0,0 1 0,0-1 0,0 1 0,0-1 0,0 0 0,0 1 0,0-1 0,0 0 0,0 0 0,1 1 0,-1-1 0,0 0 0,2 0 0,13-3 0,0 0 0,0 0 0,-1-1 0,1-1 0,-1-1 0,0 0 0,-1-1 0,0-1 0,0 0 0,0 0 0,12-12 0,19-16 0,73-76 0,217-247 0,-333 357 0,17-18 0,2 0 0,0 1 0,47-32 0,-61 47 0,0 0 0,0 1 0,0 0 0,1 0 0,-1 0 0,1 1 0,0 0 0,11-1 0,-14 3 0,0 0 0,0 0 0,0 0 0,0 1 0,0 0 0,0 0 0,0 0 0,-1 1 0,1-1 0,0 1 0,-1 0 0,1 1 0,-1-1 0,7 6 0,-1 0 0,0 1 0,-1 0 0,-1 0 0,0 1 0,0 0 0,-1 1 0,0 0 0,0 0 0,-2 0 0,1 1 0,6 21 0,2 14 0,13 84 0,-23-107 0,31 128-3401,33 70-8789,-65-211 11549,21 60-12910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2.029"/>
    </inkml:context>
    <inkml:brush xml:id="br0">
      <inkml:brushProperty name="width" value="0.035" units="cm"/>
      <inkml:brushProperty name="height" value="0.035" units="cm"/>
      <inkml:brushProperty name="color" value="#008C3A"/>
    </inkml:brush>
  </inkml:definitions>
  <inkml:trace contextRef="#ctx0" brushRef="#br0">128 1 15697,'-1'0'170,"0"0"0,-1 0-1,1 1 1,0-1 0,0 0 0,-1 1-1,1-1 1,0 1 0,0-1-1,0 1 1,0 0 0,0-1-1,0 1 1,0 0 0,0 0-1,0 0 1,0 0 0,0 0-1,0 0 1,1 0 0,-1 0-1,0 0 1,0 2 0,1-1 211,0 1 0,0-1 0,0 1 0,1 0 0,-1-1 0,1 1 0,-1-1 0,1 0 0,2 5 0,5 20 1304,-3 8-342,-2 1 1,-1 0-1,-1-1 1,-9 66 0,3-31-560,-45 456-784,33-396-1746,-20 128-6408,27-181 593,13-2-4761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2.232"/>
    </inkml:context>
    <inkml:brush xml:id="br0">
      <inkml:brushProperty name="width" value="0.035" units="cm"/>
      <inkml:brushProperty name="height" value="0.035" units="cm"/>
      <inkml:brushProperty name="color" value="#008C3A"/>
    </inkml:brush>
  </inkml:definitions>
  <inkml:trace contextRef="#ctx0" brushRef="#br0">0 295 13385,'17'-28'656,"-13"20"-386,0-1 1,1 1 0,1 0 0,-1 0 0,1 0 0,1 1 0,-1 0 0,1 0-1,0 1 1,1-1 0,0 2 0,-1-1 0,2 1 0,16-8 0,15-3 925,17-9 345,2 3 0,68-16 0,-30 18-543,113-8 1,-157 24-741,1 3 0,-1 2 0,97 14 0,-127-11-157,1 2 1,-1 1-1,-1 0 0,1 2 1,-1 0-1,-1 2 0,0 0 1,0 1-1,-1 1 1,-1 1-1,0 1 0,-1 1 1,0 0-1,-2 2 0,0 0 1,-1 0-1,-1 1 1,0 1-1,-2 1 0,0-1 1,16 43-1,-16-31-586,-2 1 1,-2 0-1,0 1 1,3 53-1,-9-59-1294,-2 0-1,-1 0 1,-6 37 0,0-14-4571,3-3-3958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2.388"/>
    </inkml:context>
    <inkml:brush xml:id="br0">
      <inkml:brushProperty name="width" value="0.035" units="cm"/>
      <inkml:brushProperty name="height" value="0.035" units="cm"/>
      <inkml:brushProperty name="color" value="#008C3A"/>
    </inkml:brush>
  </inkml:definitions>
  <inkml:trace contextRef="#ctx0" brushRef="#br0">1 0 7769,'0'0'3376,"20"3"-4316,13 15-2104,-6 7-1133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2.717"/>
    </inkml:context>
    <inkml:brush xml:id="br0">
      <inkml:brushProperty name="width" value="0.035" units="cm"/>
      <inkml:brushProperty name="height" value="0.035" units="cm"/>
      <inkml:brushProperty name="color" value="#008C3A"/>
    </inkml:brush>
  </inkml:definitions>
  <inkml:trace contextRef="#ctx0" brushRef="#br0">292 32 11125,'-7'1'575,"-1"1"0,1 0 0,-1 0 0,1 0 0,0 1 0,0 0-1,-9 5 1,12-5-131,0 0-1,0 1 0,0-1 1,1 1-1,0 0 0,-1 0 0,1 1 1,1-1-1,-1 0 0,1 1 1,-1 0-1,-1 7 0,-7 20 468,2 0 0,1 0 0,2 0 0,1 1 0,1 0-1,1 44 1,5-20 724,2-1-1,23 107 1,-20-134-1635,1-1 0,1 0 0,2-1 0,0 0 0,2-1 0,26 40 0,-32-55 0,0 0 0,1-1 0,1 0 0,0 0 0,0-1 0,1 0 0,0-1 0,1 0 0,-1 0 0,2-1 0,-1-1 0,1 0 0,0 0 0,0-1 0,0-1 0,25 6 0,-31-9 0,0-1 0,0 1 0,-1-2 0,1 1 0,0 0 0,0-1 0,-1 0 0,1-1 0,0 1 0,-1-1 0,1 0 0,-1 0 0,0-1 0,0 0 0,0 0 0,0 0 0,0 0 0,-1-1 0,1 0 0,-1 1 0,0-2 0,0 1 0,0 0 0,-1-1 0,0 0 0,6-10 0,-1-1 0,0 0 0,-2 0 0,0-1 0,0 0 0,-2 0 0,0 0 0,3-31 0,-4 15 0,-2 1 0,-1 0 0,-1 0 0,-2 0 0,-1 0 0,-2 0 0,-1 0 0,-1 1 0,-2 1 0,-1-1 0,-1 1 0,-2 1 0,-1 1 0,-1 0 0,-1 0 0,-2 2 0,-33-37 0,27 36 19,-2 1-1,-1 1 1,-34-22-1,43 33-80,-2 2 0,0 0 0,0 1 1,-1 1-1,-37-11 0,51 19-397,1 0-1,0 1 1,-1 0 0,1 0 0,-1 1 0,1 0 0,0 0 0,-1 1 0,1 0 0,-1 0-1,1 1 1,0 0 0,0 0 0,-13 6 0,18-7-50,0 1 0,0-1 0,0 0 0,1 1 0,-1-1-1,1 1 1,-1-1 0,1 1 0,-1 0 0,1 0 0,0-1 0,0 1 0,0 0 0,0 0 0,-1 4 0,-7 37-13945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3.115"/>
    </inkml:context>
    <inkml:brush xml:id="br0">
      <inkml:brushProperty name="width" value="0.035" units="cm"/>
      <inkml:brushProperty name="height" value="0.035" units="cm"/>
      <inkml:brushProperty name="color" value="#008C3A"/>
    </inkml:brush>
  </inkml:definitions>
  <inkml:trace contextRef="#ctx0" brushRef="#br0">4 127 14017,'-4'-80'2688,"4"60"1467,0-6 3876,0 25-7660,21 19 2437,-11-5-2723,-1 0 0,-1 1 0,0 0 0,-1 0 0,0 1 0,-1-1 0,6 26 0,4 6-68,1 0-17,-3 0 0,-2 2 0,-1-1 0,-3 2 0,-2-1 0,0 58 0,-5 173 0,2-225 0,0-34 0,-3-20 0,0-1 0,0 1 0,1-1 0,-1 1 0,0-1 0,0 1 0,1-1 0,-1 1 0,0-1 0,0 1 0,1 0 0,-1-1 0,1 1 0,-1 0 0,0-1 0,1 1 0,-1 0 0,1-1 0,-1 1 0,1 0 0,-1 0 0,1-1 0,-1 1 0,1 0 0,-1 0 0,1 0 0,-1 0 0,1 0 0,-1 0 0,1 0 0,-1 0 0,1 0 0,-1 0 0,1 0 0,-1 0 0,1 0 0,-1 0 0,1 0 0,-1 0 0,1 1 0,-1-1 0,1 0 0,-1 0 0,1 1 0,-1-1 0,0 0 0,1 1 0,-1-1 0,1 0 0,-1 1 0,0-1 0,1 1 0,-1-1 0,0 1 0,0-1 0,1 0 0,-1 1 0,0-1 0,0 1 0,0-1 0,1 1 0,-1-1 0,0 1 0,0-1 0,0 1 0,0-1 0,0 1 0,0 0 0,0-1 0,12-14 0,-1 0 0,0-1 0,-1 0 0,12-23 0,27-73 0,-13 30 0,-16 39 0,140-266 0,-136 269 0,1 0 0,2 3 0,2 0 0,1 2 0,52-47 0,-76 77 0,-1 0 0,1 0 0,0 0 0,0 0 0,0 1 0,0 0 0,1 0 0,-1 1 0,1 0 0,0 0 0,-1 0 0,12 0 0,-13 1 0,1 1 0,-1 1 0,0-1 0,0 1 0,1 0 0,-1 0 0,0 1 0,0-1 0,0 1 0,0 0 0,0 1 0,0-1 0,-1 1 0,1 0 0,-1 0 0,7 6 0,8 11 0,-2 0 0,0 1 0,-1 1 0,24 45 0,-24-40 0,157 288 139,22 36-838,-167-309-1623,1-5-2000,92 96-18257</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33:03.269"/>
    </inkml:context>
    <inkml:brush xml:id="br0">
      <inkml:brushProperty name="width" value="0.035" units="cm"/>
      <inkml:brushProperty name="height" value="0.035" units="cm"/>
      <inkml:brushProperty name="color" value="#008C3A"/>
    </inkml:brush>
  </inkml:definitions>
  <inkml:trace contextRef="#ctx0" brushRef="#br0">171 130 9341,'-26'-6'1280,"19"-12"-180,0-3 1664,-10 9-940,-3 3 421,4-3-153,-1 0-376,-3-1-280,0 4-336,10 0-440,0 0-1004,36 12-21886</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06.413"/>
    </inkml:context>
    <inkml:brush xml:id="br0">
      <inkml:brushProperty name="width" value="0.035" units="cm"/>
      <inkml:brushProperty name="height" value="0.035" units="cm"/>
      <inkml:brushProperty name="color" value="#008C3A"/>
    </inkml:brush>
  </inkml:definitions>
  <inkml:trace contextRef="#ctx0" brushRef="#br0">209 0 30002,'0'8865'0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10.877"/>
    </inkml:context>
    <inkml:brush xml:id="br0">
      <inkml:brushProperty name="width" value="0.035" units="cm"/>
      <inkml:brushProperty name="height" value="0.035" units="cm"/>
      <inkml:brushProperty name="color" value="#008C3A"/>
    </inkml:brush>
  </inkml:definitions>
  <inkml:trace contextRef="#ctx0" brushRef="#br0">0 833 27154,'14018'-832'0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17.366"/>
    </inkml:context>
    <inkml:brush xml:id="br0">
      <inkml:brushProperty name="width" value="0.035" units="cm"/>
      <inkml:brushProperty name="height" value="0.035" units="cm"/>
      <inkml:brushProperty name="color" value="#008C3A"/>
    </inkml:brush>
  </inkml:definitions>
  <inkml:trace contextRef="#ctx0" brushRef="#br0">620 977 3908,'-2'0'1084,"-33"3"13807,29-11-14577,5 7-292,0 1 1,1-1-1,-1 1 1,0 0-1,1-1 0,-1 0 1,1 1-1,-1-1 1,1 1-1,-1-1 1,1 0-1,-1 1 1,1-1-1,0 0 1,-1 1-1,1-1 0,0 0 1,-1 0-1,1 1 1,0-1-1,0 0 1,0-1-1,1-15 16,1 0 0,1 0 0,0 0 0,11-29 0,27-62 4,-34 93-2,37-97 44,47-181 0,-85 261-77,4-56-1,2-12-35,-11 95 28,0 0 1,0 0-1,-1 0 0,1-1 1,-1 1-1,0 0 1,-1 0-1,1-1 1,-1 1-1,0 0 1,0 0-1,-1 0 0,1 0 1,-1 0-1,0 0 1,-3-4-1,4 7 7,-6 3-7,1 0 0,0 1 1,-1 0-1,1 0 0,0 0 0,0 1 0,0 0 0,1 0 0,-1 0 0,1 1 0,-9 7 1,6-2-21,1 1 1,0 0 0,-10 20-1,-5 7 54,9-14 132,1 0 0,1 0 0,-13 42 1,-14 30 717,-4-5 180,4 2 0,-31 116 0,51-139-689,3 1 0,3 1 0,-6 131 0,20-146-275,2 0 0,2 0 0,3 0 1,2-1-1,26 77 0,119 260 216,-153-387-309,29 67 35,11 25 13,60 190 1,-89-230-55,12 99 1,-24-131-20,-1 0 0,-1 1 0,-2-1 0,0 0 0,-1 0 0,-11 38 0,2-27-11,-1 0-1,-2-1 0,-1 0 1,-2-1-1,-32 46 1,32-54-103,-2 0 0,-2-1 0,0-2 0,-1 0 0,-1-1 0,-48 33-1,57-46-54,0-1-1,0 0 1,-1-1-1,0 0 1,0-1-1,-1-1 1,1-1-1,-1-1 0,-19 3 1,27-6-46,0 1 1,0-1-1,0 0 1,1-1-1,-1 0 1,0 0-1,0-1 0,0-1 1,1 1-1,0-1 1,-1 0-1,1-1 1,0 0-1,0 0 1,1-1-1,-1 0 1,1-1-1,0 1 0,-7-8 1,5 1-981,-1 0 0,1-1 0,1 0 0,1-1 0,0 1 0,-10-26 0,-4-32-7870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17.583"/>
    </inkml:context>
    <inkml:brush xml:id="br0">
      <inkml:brushProperty name="width" value="0.035" units="cm"/>
      <inkml:brushProperty name="height" value="0.035" units="cm"/>
      <inkml:brushProperty name="color" value="#008C3A"/>
    </inkml:brush>
  </inkml:definitions>
  <inkml:trace contextRef="#ctx0" brushRef="#br0">0 206 13913,'10'-28'2436,"7"10"-283,0 0-409,-4 0-312,17-3-284,4 6-216,9 0-304,4 0-48,10-3-68,14 0-156,-1 12-628,10 0-292,4 0-468,3 3-624,-3 9-488,-7 0-284,3 0-2841,-3 0-4216</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17.708"/>
    </inkml:context>
    <inkml:brush xml:id="br0">
      <inkml:brushProperty name="width" value="0.035" units="cm"/>
      <inkml:brushProperty name="height" value="0.035" units="cm"/>
      <inkml:brushProperty name="color" value="#008C3A"/>
    </inkml:brush>
  </inkml:definitions>
  <inkml:trace contextRef="#ctx0" brushRef="#br0">57 1 14173,'-6'5'475,"1"0"-1,0 1 0,1 0 0,-1-1 1,1 2-1,0-1 0,1 0 0,-1 1 1,1 0-1,0 0 0,1-1 0,0 2 1,0-1-1,1 0 0,-1 0 0,1 1 1,1-1-1,0 13 0,8 186 4483,-1 40-331,1-21-4626,-1-92 0,9 66-3438,30 96-9059,-29-205-1351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19.040"/>
    </inkml:context>
    <inkml:brush xml:id="br0">
      <inkml:brushProperty name="width" value="0.035" units="cm"/>
      <inkml:brushProperty name="height" value="0.035" units="cm"/>
      <inkml:brushProperty name="color" value="#008C3A"/>
    </inkml:brush>
  </inkml:definitions>
  <inkml:trace contextRef="#ctx0" brushRef="#br0">97 612 6701,'3'-26'1135,"-2"12"-221,1 1 1,1 0-1,0-1 0,7-18 1,-6 21-27,0 1 1,-1-1-1,2-14 1,2-3 227,16-41 1365,-18 50-1982,1 0 0,1 1-1,0 0 1,21-34 0,-27 49-468,1 0 0,1 1 1,-1-1-1,0 1 0,1-1 1,-1 1-1,1 0 0,-1 0 0,1 0 1,0 0-1,0 1 0,0-1 1,0 1-1,0 0 0,0 0 1,1 0-1,-1 0 0,0 0 0,0 1 1,1-1-1,-1 1 0,1 0 1,-1 0-1,0 0 0,1 0 1,-1 1-1,0 0 0,1-1 1,3 3-1,1-1-6,0 1 0,-1 1-1,1-1 1,-1 1 0,0 0 0,0 1 0,-1-1 0,1 1 0,-1 1 0,8 8-1,-4-2 2,-1 0 0,0 1 0,-1 0-1,0 1 1,-1 0 0,10 26 0,-8-9-257,-2 0 1,5 34 0,-11-62 55,-3-3-61,0-1 204,0 1 0,0-1 0,0 1-1,0-1 1,0 0 0,0 0 0,0 0 0,0 0 0,0 0 0,1 0-1,-1-1 1,0 1 0,-1-2 0,-3-9-27,0 0 1,1-1-1,0 1 0,1-1 1,0 0-1,-3-23 0,-7-22-67,0 19 50,-23-44 0,5 13 18,26 56 21,-1 0 0,0 0 0,-12-16-1,17 27 35,0-1 0,0 1 0,-1 0-1,1 0 1,-1 0 0,0 1-1,0-1 1,0 1 0,0 0 0,-1-1-1,1 1 1,-1 1 0,1-1-1,-1 0 1,1 1 0,-1 0 0,-6-2-1,7 4 7,0-1-1,0 1 0,0-1 0,1 1 1,-1 0-1,0 0 0,1 0 1,-1 1-1,1-1 0,-1 1 1,1-1-1,0 1 0,-1 0 1,1 0-1,0 0 0,0 0 1,0 0-1,1 0 0,-1 1 0,0-1 1,-1 3-1,-3 6 69,0 0 0,0 0 0,-7 21 1,6-5 69,2 0 1,0 0 0,2 0 0,1 1 0,3 42-1,-1-11 51,5 446 1851,0-248-1201,-31 289 374,-42-2-700,35 2-2335,29-400-291,3-122 1423,0 34-3084,3-25-3450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19.196"/>
    </inkml:context>
    <inkml:brush xml:id="br0">
      <inkml:brushProperty name="width" value="0.035" units="cm"/>
      <inkml:brushProperty name="height" value="0.035" units="cm"/>
      <inkml:brushProperty name="color" value="#008C3A"/>
    </inkml:brush>
  </inkml:definitions>
  <inkml:trace contextRef="#ctx0" brushRef="#br0">24 103 6985,'-13'-9'1444,"3"-3"716,20 3-1448,0-3-156,13 6-116,28-3-252,-4 3-456,6-3-128,11 6-168,9-3-312,-6 0-580,-3-3-1152,6 3-725</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19.429"/>
    </inkml:context>
    <inkml:brush xml:id="br0">
      <inkml:brushProperty name="width" value="0.035" units="cm"/>
      <inkml:brushProperty name="height" value="0.035" units="cm"/>
      <inkml:brushProperty name="color" value="#008C3A"/>
    </inkml:brush>
  </inkml:definitions>
  <inkml:trace contextRef="#ctx0" brushRef="#br0">15 11 6849,'-10'-5'2611,"22"1"-556,-9 4-1747,1-1 0,0 1 0,0 0 0,0 0 0,-1 0 0,1 1 0,0-1 0,6 2 0,-4 2 37,-1 0 0,1 0 0,-1 1 1,1-1-1,-1 1 0,-1 0 0,1 1 1,-1-1-1,0 1 0,7 12 1,-2-2 249,-1 1 0,12 35 0,-14-30-393,-1 0 0,-1 0-1,-1 1 1,-1 0-1,-1 0 1,0 0-1,-2-1 1,-1 1-1,-1 0 1,-7 27-1,-9 18 304,-54 128 0,25-76 80,46-113-547,-15 48 443,17-53-460,-1 0 0,1 0 1,0 0-1,0 0 0,0 0 0,0 0 1,0 0-1,0 0 0,0 0 0,1 0 0,-1 0 1,1 0-1,-1 0 0,1 0 0,0 0 1,0 0-1,0 0 0,0-1 0,0 1 0,0 0 1,0 0-1,1-1 0,1 2 0,3 0-22,1-1 0,-1 0 0,1 0 0,0-1 0,0 0 0,-1 0 0,1-1 0,0 1 0,0-2 0,0 1 0,8-2 0,-13 2-15,22-4-443,-1-1 0,1-1 0,-1-1 0,-1-1 0,0-1 0,0-1 0,24-15 0,46-19-2536,7 4-2760,5-5-3521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2.988"/>
    </inkml:context>
    <inkml:brush xml:id="br0">
      <inkml:brushProperty name="width" value="0.05" units="cm"/>
      <inkml:brushProperty name="height" value="0.05" units="cm"/>
      <inkml:brushProperty name="color" value="#E71224"/>
    </inkml:brush>
  </inkml:definitions>
  <inkml:trace contextRef="#ctx0" brushRef="#br0">0 45 12097,'1'-1'152,"0"0"-1,1-1 1,-1 1-1,0 0 0,0 0 1,1 0-1,-1 0 1,1 0-1,-1 0 1,1 0-1,-1 1 1,1-1-1,0 1 1,-1-1-1,1 1 1,0-1-1,-1 1 1,1 0-1,0 0 1,-1 0-1,1 0 1,0 0-1,0 0 0,-1 0 1,1 1-1,0-1 1,-1 0-1,1 1 1,0 0-1,1 0 1,11 2 495,24 2 579,-1-1 1,56-3-1,-6 0-364,78 10 126,-51-3-2550,158-7 1,-224-5-691,-1-2 0,49-12 0,-94 17 1957,0 0 0,0 1 0,1-1 1,-1 0-1,0 0 0,0 0 0,0 0 1,0-1-1,-1 1 0,1-1 0,0 1 0,2-3 1,3-3-1320,16-9-3046</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3.157"/>
    </inkml:context>
    <inkml:brush xml:id="br0">
      <inkml:brushProperty name="width" value="0.05" units="cm"/>
      <inkml:brushProperty name="height" value="0.05" units="cm"/>
      <inkml:brushProperty name="color" value="#E71224"/>
    </inkml:brush>
  </inkml:definitions>
  <inkml:trace contextRef="#ctx0" brushRef="#br0">463 0 7369,'-21'3'1264,"-12"10"76,16-10 48,4 12-88,3-3 112,-7 3-100,-16 15-187,6 0-209,3 3-188,-13 3-248,7 7-20,-3 8-176,-1 0-420,-3 0-744,4 4-660,-4-4-289,10 3-2507</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3.350"/>
    </inkml:context>
    <inkml:brush xml:id="br0">
      <inkml:brushProperty name="width" value="0.05" units="cm"/>
      <inkml:brushProperty name="height" value="0.05" units="cm"/>
      <inkml:brushProperty name="color" value="#E71224"/>
    </inkml:brush>
  </inkml:definitions>
  <inkml:trace contextRef="#ctx0" brushRef="#br0">1 1 12349,'3'27'2064,"21"-18"-240,-11 3-211,4 0-189,-7-3-92,17 12-168,6 0-212,7 6-220,4 4-360,6-1-516,0-3-532,0 0-884,4-3-688,-4-3-3469,-3 0-4780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3.562"/>
    </inkml:context>
    <inkml:brush xml:id="br0">
      <inkml:brushProperty name="width" value="0.05" units="cm"/>
      <inkml:brushProperty name="height" value="0.05" units="cm"/>
      <inkml:brushProperty name="color" value="#E71224"/>
    </inkml:brush>
  </inkml:definitions>
  <inkml:trace contextRef="#ctx0" brushRef="#br0">1 1 14249,'13'27'6264,"-8"-28"-4046,11-2-1369,1 1-1,-1 1 1,1 0 0,-1 2 0,21 2-1,89 17 334,-99-15-761,57 10 37,141 33-4155,-115-13-884,-102-32 3775,0 0-1,0 1 1,0 0-1,-1 0 1,1 1-1,-1 0 1,10 8 0,0 2-3711,3 0-3137</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4.286"/>
    </inkml:context>
    <inkml:brush xml:id="br0">
      <inkml:brushProperty name="width" value="0.05" units="cm"/>
      <inkml:brushProperty name="height" value="0.05" units="cm"/>
      <inkml:brushProperty name="color" value="#E71224"/>
    </inkml:brush>
  </inkml:definitions>
  <inkml:trace contextRef="#ctx0" brushRef="#br0">1 248 9241,'73'-33'1240,"-46"27"-336,20-6-184,0 0-32,3 0-104,0 3-116,11-4-88,2 4-76,8-6-228,79-12-412,-76 12-496,-4-3-360,-16-3-532,-7 0-1408,-4-3-1273</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4.564"/>
    </inkml:context>
    <inkml:brush xml:id="br0">
      <inkml:brushProperty name="width" value="0.05" units="cm"/>
      <inkml:brushProperty name="height" value="0.05" units="cm"/>
      <inkml:brushProperty name="color" value="#E71224"/>
    </inkml:brush>
  </inkml:definitions>
  <inkml:trace contextRef="#ctx0" brushRef="#br0">0 0 5340,'14'7'377,"131"76"4126,76 26 2569,-149-81-6381,1-2 0,0-3-1,82 13 1,-66-21-2614,0-4 1,119 0-1,-176-12-1088,39-6 0,-27 1-2270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4.719"/>
    </inkml:context>
    <inkml:brush xml:id="br0">
      <inkml:brushProperty name="width" value="0.05" units="cm"/>
      <inkml:brushProperty name="height" value="0.05" units="cm"/>
      <inkml:brushProperty name="color" value="#E71224"/>
    </inkml:brush>
  </inkml:definitions>
  <inkml:trace contextRef="#ctx0" brushRef="#br0">922 23 5144,'-32'-8'2087,"-49"-5"-1,70 12-1324,-1 0-1,1 1 1,-1 1 0,0-1 0,1 2-1,0 0 1,-1 0 0,-16 6 0,-7 6-121,1 2-1,0 1 1,1 2 0,1 1 0,1 1 0,1 2-1,-35 33 1,-116 127-1139,62-46-3804,70-74-879,4 0-3153</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4.997"/>
    </inkml:context>
    <inkml:brush xml:id="br0">
      <inkml:brushProperty name="width" value="0.05" units="cm"/>
      <inkml:brushProperty name="height" value="0.05" units="cm"/>
      <inkml:brushProperty name="color" value="#E71224"/>
    </inkml:brush>
  </inkml:definitions>
  <inkml:trace contextRef="#ctx0" brushRef="#br0">1 0 7441,'10'24'474,"-6"-13"-161,0 0-1,1 0 1,1-1-1,-1 1 1,2-1-1,-1-1 1,1 1-1,1-1 1,11 11-1,143 116 5722,7-8-3536,-144-111-2432,1-1-1,0-1 1,52 20-1,84 20-3563,-152-52 2103,-1-1 0,1 0 0,19 1 0,-22-2 399,33 2-5780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5.187"/>
    </inkml:context>
    <inkml:brush xml:id="br0">
      <inkml:brushProperty name="width" value="0.05" units="cm"/>
      <inkml:brushProperty name="height" value="0.05" units="cm"/>
      <inkml:brushProperty name="color" value="#E71224"/>
    </inkml:brush>
  </inkml:definitions>
  <inkml:trace contextRef="#ctx0" brushRef="#br0">777 1 9425,'-4'6'581,"0"0"-1,-1 0 1,0-1 0,-1 0-1,1 0 1,-1 0 0,0 0-1,0-1 1,0 0 0,-11 5-1,-2 3 186,-26 16 219,3 2 1,0 1-1,2 3 1,-59 64-1,-61 94-1495,18 13-3619,54-64-2725,58-77-174</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5.405"/>
    </inkml:context>
    <inkml:brush xml:id="br0">
      <inkml:brushProperty name="width" value="0.05" units="cm"/>
      <inkml:brushProperty name="height" value="0.05" units="cm"/>
      <inkml:brushProperty name="color" value="#E71224"/>
    </inkml:brush>
  </inkml:definitions>
  <inkml:trace contextRef="#ctx0" brushRef="#br0">1 1 9001,'87'69'1848,"-37"-39"-148,-3 6-68,10 10-16,10-7-271,10 3-257,10 9-276,14 4-184,6 2-148,10 0-88,7 0-532,0-5-620,0-1-732,-3-6-597,-8 0-2607,-5-8-3685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5.932"/>
    </inkml:context>
    <inkml:brush xml:id="br0">
      <inkml:brushProperty name="width" value="0.05" units="cm"/>
      <inkml:brushProperty name="height" value="0.05" units="cm"/>
      <inkml:brushProperty name="color" value="#E71224"/>
    </inkml:brush>
  </inkml:definitions>
  <inkml:trace contextRef="#ctx0" brushRef="#br0">0 0 14109,'8'7'531,"0"-1"1,0 0-1,1 0 0,0-1 0,0 0 0,19 7 0,0-3 1835,36 6 1,-54-13-1883,118 21 3601,341 32 552,-444-53-4611,319 15-1379,-173-18-2783,-4-12-4223,-140 8 2494,-1-1-3230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6.090"/>
    </inkml:context>
    <inkml:brush xml:id="br0">
      <inkml:brushProperty name="width" value="0.05" units="cm"/>
      <inkml:brushProperty name="height" value="0.05" units="cm"/>
      <inkml:brushProperty name="color" value="#E71224"/>
    </inkml:brush>
  </inkml:definitions>
  <inkml:trace contextRef="#ctx0" brushRef="#br0">677 0 12977,'-12'1'162,"-6"-1"1017,-1 1-1,0 1 1,0 0-1,0 2 1,-27 8 0,24-5-97,0 1 0,0 2 0,1 0 0,1 1 0,-1 2 0,-24 18 0,8 2-80,1 1-1,-48 61 1,65-70-1250,1 1 0,2 1 0,0 0-1,2 1 1,-13 37 0,-24 96-4598,29-86-243,12-35-1183,9-13-3838</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6.324"/>
    </inkml:context>
    <inkml:brush xml:id="br0">
      <inkml:brushProperty name="width" value="0.05" units="cm"/>
      <inkml:brushProperty name="height" value="0.05" units="cm"/>
      <inkml:brushProperty name="color" value="#E71224"/>
    </inkml:brush>
  </inkml:definitions>
  <inkml:trace contextRef="#ctx0" brushRef="#br0">1 293 10497,'110'3'1792,"-90"-3"-276,10-6-292,17-6-336,-7 3-355,1-6 131,2-6-160,7 0-240,-3-3-360,-3-3-528,3-6-465,0 5-247,-10-2-408,3-6-2032,-7 3-2457</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6.514"/>
    </inkml:context>
    <inkml:brush xml:id="br0">
      <inkml:brushProperty name="width" value="0.05" units="cm"/>
      <inkml:brushProperty name="height" value="0.05" units="cm"/>
      <inkml:brushProperty name="color" value="#E71224"/>
    </inkml:brush>
  </inkml:definitions>
  <inkml:trace contextRef="#ctx0" brushRef="#br0">851 1 11045,'-8'0'892,"-1"0"-1,1 1 1,0 0 0,-16 4 0,-21 3 1513,3-5-456,-15 0 559,-62 13 0,99-12-2232,1 1 1,0 1 0,0 1 0,1 0 0,0 1 0,0 1 0,-17 12-1,13-6-371,2 1-1,0 0 0,0 2 0,2 0 0,0 1 1,-15 23-1,7-4-1656,1 1 1,-37 85-1,4 7-5952,15-39-2771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6.770"/>
    </inkml:context>
    <inkml:brush xml:id="br0">
      <inkml:brushProperty name="width" value="0.05" units="cm"/>
      <inkml:brushProperty name="height" value="0.05" units="cm"/>
      <inkml:brushProperty name="color" value="#E71224"/>
    </inkml:brush>
  </inkml:definitions>
  <inkml:trace contextRef="#ctx0" brushRef="#br0">0 0 8409,'12'26'542,"-10"-18"-305,1-1-1,1 1 1,0-1-1,0 1 1,0-1-1,1 0 1,0-1-1,0 1 1,1-1-1,-1 0 1,12 8-1,229 159 8086,-214-151-7934,10 6-128,71 36 0,-66-42-742,136 57-8561,-181-78 8807,-1-1-1,0 1 1,0-1-1,0 0 0,0 0 1,1 1-1,-1-1 1,0 0-1,0 0 0,0 0 1,1 0-1,-1-1 1,0 1-1,0 0 0,3-1 1,2-1-802,18 2-2649</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6.971"/>
    </inkml:context>
    <inkml:brush xml:id="br0">
      <inkml:brushProperty name="width" value="0.05" units="cm"/>
      <inkml:brushProperty name="height" value="0.05" units="cm"/>
      <inkml:brushProperty name="color" value="#E71224"/>
    </inkml:brush>
  </inkml:definitions>
  <inkml:trace contextRef="#ctx0" brushRef="#br0">1034 40 5372,'-47'-13'427,"25"6"-87,1 2 0,-1 0 1,0 1-1,-43-1 0,20 5-3,0 1 0,0 3 0,1 1-1,-1 3 1,1 1 0,0 2 0,1 2 0,-51 23 0,65-22-460,0 1 1,1 1 0,0 1 0,1 2-1,2 0 1,0 2 0,1 1 0,1 1 0,1 0-1,1 2 1,1 1 0,-19 32 0,27-39-332,8-14 219,0 0 0,1 0 0,0 0-1,0 0 1,0 0 0,1 1 0,-1-1-1,1 1 1,1 0 0,-1 0 0,1-1 0,0 1-1,0 0 1,1 0 0,0 11 0,11 13-1507</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7.145"/>
    </inkml:context>
    <inkml:brush xml:id="br0">
      <inkml:brushProperty name="width" value="0.05" units="cm"/>
      <inkml:brushProperty name="height" value="0.05" units="cm"/>
      <inkml:brushProperty name="color" value="#E71224"/>
    </inkml:brush>
  </inkml:definitions>
  <inkml:trace contextRef="#ctx0" brushRef="#br0">1 284 6193,'11'-1'337,"-8"1"-199,0 0 0,0 0-1,0 0 1,1 0 0,-1 0-1,0 1 1,0-1 0,0 1 0,0 0-1,0 0 1,0 0 0,0 0 0,0 0-1,0 1 1,0 0 0,4 3-1,2 1 327,-1-1-1,1 0 1,0 0-1,1-1 0,-1 0 1,1 0-1,0-1 1,0 0-1,0-1 0,13 1 1,15 1 835,51-1 1,-68-4-1651,-1 0 0,1-1 1,0-2-1,-1 0 1,0-1-1,0-1 1,-1-1-1,1 0 1,-1-2-1,-1 0 1,22-14-1,-8 4-226,-17 12 279,-1-1-1,20-16 1,-12 5-75,-8 9 42,-1-1 1,0 0 0,-1-1-1,0-1 1,-1 0 0,0 0-1,-1-1 1,10-20 0,-2 1-1738,1 2-423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7.394"/>
    </inkml:context>
    <inkml:brush xml:id="br0">
      <inkml:brushProperty name="width" value="0.05" units="cm"/>
      <inkml:brushProperty name="height" value="0.05" units="cm"/>
      <inkml:brushProperty name="color" value="#E71224"/>
    </inkml:brush>
  </inkml:definitions>
  <inkml:trace contextRef="#ctx0" brushRef="#br0">64 1 11125,'3'60'1452,"-6"-30"-148,-4 0 96,-3 18-135,3-11-237,4-1-204,0 9-200,3-3-528,0 9-736,-4 4-968,-9-4-1001,-1 9-1495,11 6-3069</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1.831"/>
    </inkml:context>
    <inkml:brush xml:id="br0">
      <inkml:brushProperty name="width" value="0.05" units="cm"/>
      <inkml:brushProperty name="height" value="0.05" units="cm"/>
      <inkml:brushProperty name="color" value="#E71224"/>
    </inkml:brush>
  </inkml:definitions>
  <inkml:trace contextRef="#ctx0" brushRef="#br0">0 1 12553,'25'20'2301,"-12"-14"1804,5-6-2097,-6-1-649,82 30 3853,189 23-1514,2-16-8598,-171-24-994,-41 3-2918,-38-3 166</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1.988"/>
    </inkml:context>
    <inkml:brush xml:id="br0">
      <inkml:brushProperty name="width" value="0.05" units="cm"/>
      <inkml:brushProperty name="height" value="0.05" units="cm"/>
      <inkml:brushProperty name="color" value="#E71224"/>
    </inkml:brush>
  </inkml:definitions>
  <inkml:trace contextRef="#ctx0" brushRef="#br0">456 25 13013,'-94'-21'2324,"57"18"585,-3 9-473,13-3-280,-3 3-480,-20 9-360,20 3-304,-4 3-215,7 12-153,0 7-184,1 8-428,12 0-780,8 12-373,-1 4-751,0-7-936,7 9 340,7 10-3405,6-7-5028</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2.210"/>
    </inkml:context>
    <inkml:brush xml:id="br0">
      <inkml:brushProperty name="width" value="0.05" units="cm"/>
      <inkml:brushProperty name="height" value="0.05" units="cm"/>
      <inkml:brushProperty name="color" value="#E71224"/>
    </inkml:brush>
  </inkml:definitions>
  <inkml:trace contextRef="#ctx0" brushRef="#br0">1 9 14881,'13'-9'5253,"21"15"-2897,-4 0-560,3 0-352,27 10-344,-9 2-227,150 48 11,-121-36-1788,-3 0-157,-7-6-507,-3 0-588,0 4-312,-10-4-484,-6 3-2229,-5 0-4132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2.378"/>
    </inkml:context>
    <inkml:brush xml:id="br0">
      <inkml:brushProperty name="width" value="0.05" units="cm"/>
      <inkml:brushProperty name="height" value="0.05" units="cm"/>
      <inkml:brushProperty name="color" value="#E71224"/>
    </inkml:brush>
  </inkml:definitions>
  <inkml:trace contextRef="#ctx0" brushRef="#br0">932 43 8681,'-28'-9'919,"14"3"-52,0 1 1,-1 1 0,1 0-1,-20-1 1,-190-5 6791,182 12-6805,0 2-1,0 1 1,-59 16-1,64-10-533,-1 0 0,2 3 0,-39 19 1,62-26-624,0 1 0,0 0 0,0 1 1,1 0-1,1 1 0,-1 0 0,2 1 1,0 1-1,0 0 0,1 0 0,-9 14 1,14-17-857,0 1 1,0 0 0,1 0-1,0 0 1,1 0 0,0 0-1,-1 21 1,-3 18-9250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2.753"/>
    </inkml:context>
    <inkml:brush xml:id="br0">
      <inkml:brushProperty name="width" value="0.05" units="cm"/>
      <inkml:brushProperty name="height" value="0.05" units="cm"/>
      <inkml:brushProperty name="color" value="#E71224"/>
    </inkml:brush>
  </inkml:definitions>
  <inkml:trace contextRef="#ctx0" brushRef="#br0">0 462 13473,'2'-4'1865,"0"-1"-1548,0 1-1,1-1 1,-1 1-1,1 0 1,0 0-1,0 0 0,1 0 1,-1 1-1,1 0 1,0-1-1,0 1 1,6-4-1,-1 3 114,0-1-1,0 1 0,1 0 0,-1 1 0,19-4 0,-3 3-82,1 1-1,0 1 0,-1 1 0,31 4 0,182 18-1793,118 30-6984,-330-46 7838,0-1 0,1-1 1,29-1-1,-50-2 553,0 0 0,0 0-1,0-1 1,-1 0 0,1 0 0,0 0 0,0 0 0,-1-1 0,1 0 0,-1-1 0,1 1-1,-1-1 1,0 0 0,0 0 0,0 0 0,-1-1 0,1 0 0,-1 0 0,0 0-1,6-8 1,-5 4 66,-1 0 0,0 0 0,-1-1 0,0 1 0,0-1 0,-1 0-1,0 0 1,0 0 0,-1 0 0,-1 0 0,1-1 0,-1 1 0,-1 0 0,0 0-1,0 0 1,-4-15 0,-4-4 545,0 1-1,-2 1 0,-1 0 1,-17-27-1,26 47-295,0 1 0,0 0-1,-1 0 1,0 0 0,0 1 0,0-1 0,0 1-1,-1 0 1,0 0 0,0 0 0,0 1 0,0 0-1,0 0 1,-1 0 0,-7-2 0,5 2-79,0 2 1,0-1 0,0 1 0,0 0 0,0 1 0,0 0-1,0 0 1,0 0 0,0 1 0,-13 4 0,5-1-51,0 1 1,0 1 0,1 1 0,0 0 0,0 1-1,1 1 1,0 0 0,0 1 0,1 0 0,0 1 0,-11 13-1,11-9-194,0 1-1,1 1 1,0 0-1,-17 36 1,21-36-603,1 2 0,1-1-1,1 1 1,0 0 0,-3 25 0,5-15-865,-5 51-4871,13-26-858</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8.384"/>
    </inkml:context>
    <inkml:brush xml:id="br0">
      <inkml:brushProperty name="width" value="0.05" units="cm"/>
      <inkml:brushProperty name="height" value="0.05" units="cm"/>
      <inkml:brushProperty name="color" value="#E71224"/>
    </inkml:brush>
  </inkml:definitions>
  <inkml:trace contextRef="#ctx0" brushRef="#br0">1 11 11229,'3'-1'13099,"4"-2"-11923,-5 2-850,1 0-1,0 0 0,1 0 0,-1 0 0,0 0 1,0 1-1,0-1 0,0 1 0,1 0 0,-1 0 1,0 0-1,0 1 0,0-1 0,1 1 0,2 0 0,62 20 19,-1 2-1,-2 3 0,-1 3 0,-1 2 1,107 73-1,-51-27-2434,-37-27-3027,8 5-7622,-74-44 2906</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8.542"/>
    </inkml:context>
    <inkml:brush xml:id="br0">
      <inkml:brushProperty name="width" value="0.05" units="cm"/>
      <inkml:brushProperty name="height" value="0.05" units="cm"/>
      <inkml:brushProperty name="color" value="#E71224"/>
    </inkml:brush>
  </inkml:definitions>
  <inkml:trace contextRef="#ctx0" brushRef="#br0">617 31 14289,'-107'-30'3141,"80"33"-429,-6 3-272,-21 6-252,21-3 32,-8 9-535,1 0-345,-7 3-256,7 9-228,3 6-372,-6 4-452,9 8-732,7 3-988,7 3-396,4 1-797,6-7-659,3 6-2841,10 3-5832</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8.779"/>
    </inkml:context>
    <inkml:brush xml:id="br0">
      <inkml:brushProperty name="width" value="0.05" units="cm"/>
      <inkml:brushProperty name="height" value="0.05" units="cm"/>
      <inkml:brushProperty name="color" value="#E71224"/>
    </inkml:brush>
  </inkml:definitions>
  <inkml:trace contextRef="#ctx0" brushRef="#br0">0 1 14765,'54'65'3846,"-35"-45"-2468,1-1 0,1-2 0,0 0-1,38 23 1,106 51 1027,-137-77-2291,248 116-3912,-181-92-1003,0-1-3709,-60-25 584</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8.936"/>
    </inkml:context>
    <inkml:brush xml:id="br0">
      <inkml:brushProperty name="width" value="0.05" units="cm"/>
      <inkml:brushProperty name="height" value="0.05" units="cm"/>
      <inkml:brushProperty name="color" value="#E71224"/>
    </inkml:brush>
  </inkml:definitions>
  <inkml:trace contextRef="#ctx0" brushRef="#br0">584 0 13233,'-71'0'2076,"51"18"-283,-20 19-301,10-1-348,-4 3-212,4 9-200,-7 6-136,1 7-112,-5 2-92,8 6-92,-1 7-24,8-1-356,-4 0-576,-1 4-848,5-1-640,-1-5-973,3-7-1543,11-6-3645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39.113"/>
    </inkml:context>
    <inkml:brush xml:id="br0">
      <inkml:brushProperty name="width" value="0.05" units="cm"/>
      <inkml:brushProperty name="height" value="0.05" units="cm"/>
      <inkml:brushProperty name="color" value="#E71224"/>
    </inkml:brush>
  </inkml:definitions>
  <inkml:trace contextRef="#ctx0" brushRef="#br0">379 1 14333,'-77'250'4477,"53"-202"-3601,-3-5-180,4 2-160,-14 0-116,4 0-180,2-3-468,1 4-428,4-7-1056,-8-3-820,14 0-2301,3 0-3800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2.528"/>
    </inkml:context>
    <inkml:brush xml:id="br0">
      <inkml:brushProperty name="width" value="0.05" units="cm"/>
      <inkml:brushProperty name="height" value="0.05" units="cm"/>
      <inkml:brushProperty name="color" value="#E71224"/>
    </inkml:brush>
  </inkml:definitions>
  <inkml:trace contextRef="#ctx0" brushRef="#br0">37 0 13741,'-37'18'16579,"48"14"-14132,11 55-2447,5 0 0,47 107 0,-47-136 0,3 0 0,2-2 0,79 101 0,-79-117-5,58 53 0,-21-39-2259,-49-40-1215,36 17-1,-20-11-4245,-3 3-5100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2.713"/>
    </inkml:context>
    <inkml:brush xml:id="br0">
      <inkml:brushProperty name="width" value="0.05" units="cm"/>
      <inkml:brushProperty name="height" value="0.05" units="cm"/>
      <inkml:brushProperty name="color" value="#E71224"/>
    </inkml:brush>
  </inkml:definitions>
  <inkml:trace contextRef="#ctx0" brushRef="#br0">1096 19 15525,'-124'-19'4073,"90"34"-377,-6-2-328,-3 5-539,-11 6-553,-3 9-1276,-7 6-1000,-9 3 0,-4 13 0,0 2 0,0 9 0,0 3 0,10 10 0,6-1 0,4 1-3076,7-1-1525,13 3-2759,11-2-7386</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3.086"/>
    </inkml:context>
    <inkml:brush xml:id="br0">
      <inkml:brushProperty name="width" value="0.05" units="cm"/>
      <inkml:brushProperty name="height" value="0.05" units="cm"/>
      <inkml:brushProperty name="color" value="#E71224"/>
    </inkml:brush>
  </inkml:definitions>
  <inkml:trace contextRef="#ctx0" brushRef="#br0">26 34 18246,'-8'-11'1151,"-7"-11"8769,14 24-9689,1 0 1,-1 1-1,1-1 1,0 0 0,-1 1-1,1-1 1,0 1-1,0-1 1,1 0-1,-1 1 1,1-1-1,-1 1 1,1-1 0,-1 0-1,3 4 1,17 35-731,-16-33 743,5 6-244,0-1 0,1 1 0,0-2 0,1 1 0,15 12 0,13 14 0,74 81-1228,26 31-6421,-104-103 3399,-15-15-1602,1 4-4952</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3.241"/>
    </inkml:context>
    <inkml:brush xml:id="br0">
      <inkml:brushProperty name="width" value="0.05" units="cm"/>
      <inkml:brushProperty name="height" value="0.05" units="cm"/>
      <inkml:brushProperty name="color" value="#E71224"/>
    </inkml:brush>
  </inkml:definitions>
  <inkml:trace contextRef="#ctx0" brushRef="#br0">905 197 12777,'-64'-66'2200,"31"23"81,-4 10 163,7 12-280,-7 3-320,-7 9-352,-13 3-332,-6 9-260,-8 9-111,4 6-277,4 12-352,2 15-840,8 7-393,6 5-715,-7 0-988,4 10 168,13 14-3277,0-3-5044</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3.608"/>
    </inkml:context>
    <inkml:brush xml:id="br0">
      <inkml:brushProperty name="width" value="0.05" units="cm"/>
      <inkml:brushProperty name="height" value="0.05" units="cm"/>
      <inkml:brushProperty name="color" value="#E71224"/>
    </inkml:brush>
  </inkml:definitions>
  <inkml:trace contextRef="#ctx0" brushRef="#br0">1 73 16950,'0'-27'2152,"0"12"10418,0 13-12529,0 1 0,0 0 0,0 0 0,0 0 1,0 0-1,1 0 0,-1 0 0,0 0 0,1 0 0,-1 0 0,1 0 0,-1 0 0,1 0 0,-1 0 0,1 0 0,0 0 0,0 0 0,-1 0 0,1 1 0,0-1 1,0 0-1,0 1 0,0-1 0,0 0 0,0 1 0,0-1 0,0 1 0,2-1 0,1 0-55,0 0 1,0 0-1,0 0 0,1 1 0,-1 0 1,6 0-1,39 3 17,-1 3-1,0 2 1,51 15 0,142 54-134,-131-36-2566,-1 4-5950,-74-26 1656,-4 0-4337</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3.759"/>
    </inkml:context>
    <inkml:brush xml:id="br0">
      <inkml:brushProperty name="width" value="0.05" units="cm"/>
      <inkml:brushProperty name="height" value="0.05" units="cm"/>
      <inkml:brushProperty name="color" value="#E71224"/>
    </inkml:brush>
  </inkml:definitions>
  <inkml:trace contextRef="#ctx0" brushRef="#br0">909 10 11497,'-16'-1'1663,"1"0"0,-28-5 0,36 4-768,-1 2-223,1 0 0,-1 1 0,1-1 0,-1 1 0,1 1 1,0-1-1,0 1 0,0 1 0,0-1 0,-12 7 0,6-4 329,-21 11 862,-1 2 0,-35 24-1,-61 50-458,71-46-1600,2 2 1,-68 74-1,71-67-2018,-30 35-4111,74-76 3396,1 0-1,-15 27 1,3 11-8940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4.445"/>
    </inkml:context>
    <inkml:brush xml:id="br0">
      <inkml:brushProperty name="width" value="0.05" units="cm"/>
      <inkml:brushProperty name="height" value="0.05" units="cm"/>
      <inkml:brushProperty name="color" value="#E71224"/>
    </inkml:brush>
  </inkml:definitions>
  <inkml:trace contextRef="#ctx0" brushRef="#br0">0 0 13777,'0'48'2336,"17"-38"205,3 2-341,-6 12-324,6 12-324,0 0-296,13 0-292,1 6-216,9 4-167,1 5-245,6 0-476,10 0-705,4 4-307,-4-7-652,-3-3-824,-10-6-796,3 9-1993,-3-2-4356</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4.618"/>
    </inkml:context>
    <inkml:brush xml:id="br0">
      <inkml:brushProperty name="width" value="0.05" units="cm"/>
      <inkml:brushProperty name="height" value="0.05" units="cm"/>
      <inkml:brushProperty name="color" value="#E71224"/>
    </inkml:brush>
  </inkml:definitions>
  <inkml:trace contextRef="#ctx0" brushRef="#br0">985 16 15193,'-170'-12'2993,"83"9"-633,6 3-416,7 6-380,4 0-316,0 6-400,3 0-396,6 9-820,1 0-376,7 0-648,-1 4-876,0 5-836,8 9-2481,9 0-4572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5.645"/>
    </inkml:context>
    <inkml:brush xml:id="br0">
      <inkml:brushProperty name="width" value="0.05" units="cm"/>
      <inkml:brushProperty name="height" value="0.05" units="cm"/>
      <inkml:brushProperty name="color" value="#E71224"/>
    </inkml:brush>
  </inkml:definitions>
  <inkml:trace contextRef="#ctx0" brushRef="#br0">0 0 8269,'2'2'389,"1"0"0,-1 0 0,0 1 0,0-1 0,0 1 0,0-1 0,-1 1 0,1 0 0,-1 0 0,1 0 1,-1-1-1,1 5 0,-1-3 86,1 0 1,-1 0-1,1-1 1,0 1-1,0-1 1,0 0-1,0 1 1,0-1-1,6 5 1,24 29 2939,-22-24-2465,1 0-1,0-1 0,1 0 0,17 13 1,52 28 1760,130 64 1,-117-73-1994,130 39 0,-4-24-3074,1-23-3417,-169-33 2472,2-2-5561,-21-1-956</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5.784"/>
    </inkml:context>
    <inkml:brush xml:id="br0">
      <inkml:brushProperty name="width" value="0.05" units="cm"/>
      <inkml:brushProperty name="height" value="0.05" units="cm"/>
      <inkml:brushProperty name="color" value="#E71224"/>
    </inkml:brush>
  </inkml:definitions>
  <inkml:trace contextRef="#ctx0" brushRef="#br0">971 16 13029,'-63'-15'2824,"13"15"157,-4 12-337,10-3 64,4 3-300,-13 0-427,-8 0-329,-6 9-340,0 0-252,0 3-892,0 7-168,0 2 0,7 0-576,7 3-1324,2 0-796,4-6-981,14 7-3359,6 8-6862</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5.957"/>
    </inkml:context>
    <inkml:brush xml:id="br0">
      <inkml:brushProperty name="width" value="0.05" units="cm"/>
      <inkml:brushProperty name="height" value="0.05" units="cm"/>
      <inkml:brushProperty name="color" value="#E71224"/>
    </inkml:brush>
  </inkml:definitions>
  <inkml:trace contextRef="#ctx0" brushRef="#br0">480 1 14333,'-141'72'2149,"91"-51"-413,6 3-276,7-3-452,4 0-312,-1 1-468,-3 2-820,4-6-1260,-1 3-416,18 18-2713,-4-3-3952</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6.256"/>
    </inkml:context>
    <inkml:brush xml:id="br0">
      <inkml:brushProperty name="width" value="0.05" units="cm"/>
      <inkml:brushProperty name="height" value="0.05" units="cm"/>
      <inkml:brushProperty name="color" value="#E71224"/>
    </inkml:brush>
  </inkml:definitions>
  <inkml:trace contextRef="#ctx0" brushRef="#br0">0 1 18430,'292'24'10851,"20"3"-7187,149 44-4458,-312-46 258,-62-12-1823,62 12-3756,-54 1-2099,-32-2-3729</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6.445"/>
    </inkml:context>
    <inkml:brush xml:id="br0">
      <inkml:brushProperty name="width" value="0.05" units="cm"/>
      <inkml:brushProperty name="height" value="0.05" units="cm"/>
      <inkml:brushProperty name="color" value="#E71224"/>
    </inkml:brush>
  </inkml:definitions>
  <inkml:trace contextRef="#ctx0" brushRef="#br0">999 1 16634,'-308'30'9536,"251"-12"-7139,0 6-437,-4 9-388,1 0-904,3 6-668,-6 4 0,-1 2 0,4 6 0,6-6 0,14 4-1860,0-1-1108,6-3-505,7 6-3711,11-2-7114</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6.680"/>
    </inkml:context>
    <inkml:brush xml:id="br0">
      <inkml:brushProperty name="width" value="0.05" units="cm"/>
      <inkml:brushProperty name="height" value="0.05" units="cm"/>
      <inkml:brushProperty name="color" value="#E71224"/>
    </inkml:brush>
  </inkml:definitions>
  <inkml:trace contextRef="#ctx0" brushRef="#br0">0 1 16446,'47'15'3096,"0"-9"-188,20-3-140,-10 3-443,7 0-453,9 3-368,21 3-304,17 6-552,2-3-648,15 3 0,2 3 0,1 0 0,6 1-1112,1-7-688,-4 3-805,-10-6-879,-7 3-3504,-10 3-6806</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6.918"/>
    </inkml:context>
    <inkml:brush xml:id="br0">
      <inkml:brushProperty name="width" value="0.05" units="cm"/>
      <inkml:brushProperty name="height" value="0.05" units="cm"/>
      <inkml:brushProperty name="color" value="#E71224"/>
    </inkml:brush>
  </inkml:definitions>
  <inkml:trace contextRef="#ctx0" brushRef="#br0">1635 22 17454,'0'0'14522,"-2"-1"-13836,-1-2-657,0 1-25,0 0 0,0 0 0,0 1 1,0-1-1,0 0 0,0 1 0,-1 0 1,1 0-1,0 0 0,-1 0 0,1 0 1,-1 1-1,1 0 0,0-1 0,-1 1 1,1 0-1,-7 2 0,-50 2-4,0 4 0,-92 24 0,-119 48 0,226-66 0,-318 118-1772,250-81-2313,-120 73-1,39-10-6043,121-62 418</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7.139"/>
    </inkml:context>
    <inkml:brush xml:id="br0">
      <inkml:brushProperty name="width" value="0.05" units="cm"/>
      <inkml:brushProperty name="height" value="0.05" units="cm"/>
      <inkml:brushProperty name="color" value="#E71224"/>
    </inkml:brush>
  </inkml:definitions>
  <inkml:trace contextRef="#ctx0" brushRef="#br0">1 9 13001,'0'-1'172,"1"0"0,-1 1-1,1-1 1,0 0 0,0 1-1,-1-1 1,1 1 0,0-1 0,0 1-1,0 0 1,0-1 0,0 1-1,-1 0 1,1-1 0,0 1 0,0 0-1,0 0 1,0 0 0,0 0-1,0 0 1,0 0 0,0 0-1,0 0 1,0 0 0,-1 1 0,1-1-1,0 0 1,0 1 0,0-1-1,0 0 1,1 2 0,29 20 3868,-17-10-2728,10 3 353,0-1 1,1-1 0,41 16 0,85 20 292,-71-25-1672,314 85-1715,-277-86-2731,170 13-1,-123-20-5915,-96-7 131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7.356"/>
    </inkml:context>
    <inkml:brush xml:id="br0">
      <inkml:brushProperty name="width" value="0.05" units="cm"/>
      <inkml:brushProperty name="height" value="0.05" units="cm"/>
      <inkml:brushProperty name="color" value="#E71224"/>
    </inkml:brush>
  </inkml:definitions>
  <inkml:trace contextRef="#ctx0" brushRef="#br0">0 1 13341,'1'2'8637,"1"5"-7957,1 0 1,0 0-1,0-1 0,1 1 1,0-1-1,0 0 0,0 0 1,1 0-1,0 0 0,0-1 1,0 0-1,10 7 1,14 10 207,39 23 1,-36-25-722,-1 1-167,346 207 0,-338-208-247,159 77-2481,-130-69-2197,1-5-3892,-25-13-4249</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7.545"/>
    </inkml:context>
    <inkml:brush xml:id="br0">
      <inkml:brushProperty name="width" value="0.05" units="cm"/>
      <inkml:brushProperty name="height" value="0.05" units="cm"/>
      <inkml:brushProperty name="color" value="#E71224"/>
    </inkml:brush>
  </inkml:definitions>
  <inkml:trace contextRef="#ctx0" brushRef="#br0">915 0 15669,'-18'4'688,"0"-1"702,0 1-1,-1 1 0,-33 15 0,-102 40 7793,-275 170-8399,315-157-7295,61-38-3117,14-11-3125</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7.686"/>
    </inkml:context>
    <inkml:brush xml:id="br0">
      <inkml:brushProperty name="width" value="0.05" units="cm"/>
      <inkml:brushProperty name="height" value="0.05" units="cm"/>
      <inkml:brushProperty name="color" value="#E71224"/>
    </inkml:brush>
  </inkml:definitions>
  <inkml:trace contextRef="#ctx0" brushRef="#br0">14 0 9949,'-13'6'3692,"30"6"-14349</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8.032"/>
    </inkml:context>
    <inkml:brush xml:id="br0">
      <inkml:brushProperty name="width" value="0.05" units="cm"/>
      <inkml:brushProperty name="height" value="0.05" units="cm"/>
      <inkml:brushProperty name="color" value="#E71224"/>
    </inkml:brush>
  </inkml:definitions>
  <inkml:trace contextRef="#ctx0" brushRef="#br0">12 13 18114,'-11'-13'2605,"15"23"-85,21 28 971,-3-11-1487,2-1-1,42 34 0,-40-37-1976,36 28-27,3-4 0,115 64 0,193 74 55,-208-117-4570,-138-59 2579,6 2-2912,-12 0-2931,-7 0-2981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8.174"/>
    </inkml:context>
    <inkml:brush xml:id="br0">
      <inkml:brushProperty name="width" value="0.05" units="cm"/>
      <inkml:brushProperty name="height" value="0.05" units="cm"/>
      <inkml:brushProperty name="color" value="#E71224"/>
    </inkml:brush>
  </inkml:definitions>
  <inkml:trace contextRef="#ctx0" brushRef="#br0">918 3 15753,'-22'-2'1555,"0"1"-1,0 2 1,0 0-1,0 1 1,0 2-1,0 0 1,1 1-1,-24 9 0,-71 37 1428,-149 97-2977,261-145 32,-173 114-3342,140-93 579,28-17 1454,0 0 0,1 0 0,0 1 0,0 0 0,0 1 0,1-1 1,0 2-1,-5 9 0,-10 24-11033</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8.534"/>
    </inkml:context>
    <inkml:brush xml:id="br0">
      <inkml:brushProperty name="width" value="0.05" units="cm"/>
      <inkml:brushProperty name="height" value="0.05" units="cm"/>
      <inkml:brushProperty name="color" value="#E71224"/>
    </inkml:brush>
  </inkml:definitions>
  <inkml:trace contextRef="#ctx0" brushRef="#br0">0 7 13433,'2'-1'140,"-1"0"0,0 1 0,0-1 0,1 0 0,-1 1 0,0-1 0,1 1 0,-1 0 0,0-1 0,1 1 0,-1 0 0,1 0 0,-1 0 0,1 0 1,-1 0-1,0 0 0,2 0 0,-2 1 15,-1 0 1,0-1 0,1 1 0,-1 0-1,0 0 1,1 0 0,-1 0 0,0-1-1,0 1 1,0 0 0,0 0-1,0 0 1,0 0 0,0 0 0,0-1-1,0 1 1,0 0 0,-1 1 0,1 2 201,0-1-1,-1 1 1,1 0 0,1-1 0,-1 1 0,0 0-1,3 5 1,0-1 376,0-1 0,1 1 0,0-1 0,0 0 0,1 0-1,0-1 1,10 12 0,48 38 2667,-38-35-2574,69 58-587,4-4 0,122 70 0,-105-86-3993,-33-29-3225,-43-17-161,-4 7-4576</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8.689"/>
    </inkml:context>
    <inkml:brush xml:id="br0">
      <inkml:brushProperty name="width" value="0.05" units="cm"/>
      <inkml:brushProperty name="height" value="0.05" units="cm"/>
      <inkml:brushProperty name="color" value="#E71224"/>
    </inkml:brush>
  </inkml:definitions>
  <inkml:trace contextRef="#ctx0" brushRef="#br0">724 0 10497,'-20'3'2512,"-10"-3"-148,7 0-99,-4 6-101,-13 6-384,0 0-340,-7 7-296,-7 5-284,0 0-188,1 6-524,6 3-612,-3 0-244,-4-6-548,1 6-848,2-2-548,8 8-2917,6 0-4540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8.878"/>
    </inkml:context>
    <inkml:brush xml:id="br0">
      <inkml:brushProperty name="width" value="0.05" units="cm"/>
      <inkml:brushProperty name="height" value="0.05" units="cm"/>
      <inkml:brushProperty name="color" value="#E71224"/>
    </inkml:brush>
  </inkml:definitions>
  <inkml:trace contextRef="#ctx0" brushRef="#br0">483 0 15013,'-111'85'2921,"54"-55"-497,10 3-468,0 0-376,7 1-344,10 2-520,3 6-952,0 0-664,1-3-1120,-8 4-1248,7 5-2513,17 6-4876</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9.337"/>
    </inkml:context>
    <inkml:brush xml:id="br0">
      <inkml:brushProperty name="width" value="0.05" units="cm"/>
      <inkml:brushProperty name="height" value="0.05" units="cm"/>
      <inkml:brushProperty name="color" value="#E71224"/>
    </inkml:brush>
  </inkml:definitions>
  <inkml:trace contextRef="#ctx0" brushRef="#br0">1 1 13825,'131'34'5869,"-78"-21"-3424,170 40 5202,5-6-4368,4-15-4623,-1-23-4880,-213-9 5307,18-1-4109,36 4 0,-20 3-6518</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9.488"/>
    </inkml:context>
    <inkml:brush xml:id="br0">
      <inkml:brushProperty name="width" value="0.05" units="cm"/>
      <inkml:brushProperty name="height" value="0.05" units="cm"/>
      <inkml:brushProperty name="color" value="#E71224"/>
    </inkml:brush>
  </inkml:definitions>
  <inkml:trace contextRef="#ctx0" brushRef="#br0">1029 0 16662,'-151'28'3080,"98"-16"-68,-4 0-100,0 0-451,3 3-453,-3 6-368,-3 0-648,-7 9-992,0 6 0,0 1 0,7 2 0,13 6-1104,-3 3-1252,-1 0-517,-2 1-1271,9 5-2437,11-3-6144</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59.801"/>
    </inkml:context>
    <inkml:brush xml:id="br0">
      <inkml:brushProperty name="width" value="0.05" units="cm"/>
      <inkml:brushProperty name="height" value="0.05" units="cm"/>
      <inkml:brushProperty name="color" value="#E71224"/>
    </inkml:brush>
  </inkml:definitions>
  <inkml:trace contextRef="#ctx0" brushRef="#br0">95 10 13057,'-5'0'900,"-1"0"0,1 0 0,0 0-1,0-1 1,0 0 0,0 0 0,0 0-1,-8-3 1,10 3 789,-1 2-271,-29 9 754,33-9-2090,0 0 0,0 0 0,0 0 0,0 0 0,0 1 0,1-1 0,-1 0 0,0 0 0,1 0 0,-1 0 0,1 0 0,-1 0 0,1 0 0,0 0 0,-1 0 0,1 0 1,1 1-1,-2-1 57,7 8 131,0 0 0,0 0 0,1 0 0,0-1 0,1 0 0,11 8 0,63 38 854,-54-36-884,58 32 0,2-3-1,130 47 1,168 23-4734,-255-87 59,0 0-3565,-28-7-4110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0.145"/>
    </inkml:context>
    <inkml:brush xml:id="br0">
      <inkml:brushProperty name="width" value="0.05" units="cm"/>
      <inkml:brushProperty name="height" value="0.05" units="cm"/>
      <inkml:brushProperty name="color" value="#E71224"/>
    </inkml:brush>
  </inkml:definitions>
  <inkml:trace contextRef="#ctx0" brushRef="#br0">1187 19 16578,'0'0'2414,"10"-9"1656,-8 8-3753,1 0 0,-1-1 0,0 1 0,1 0 1,-1 1-1,0-1 0,1 0 0,-1 1 0,1-1 0,0 1 0,-1 0 0,1 0 0,-1 0 0,1 0 0,-1 0 1,5 2-1,47 13 980,-24-5-298,-23-7-883,0 0-1,0 0 0,0 0 0,-1 1 0,0 0 0,1 0 0,6 7 0,1 0-201,-11-9 36,-4-1 1,-1-1 44,1 1-1,0-1 1,-1 1-1,1 0 1,0 0 0,0 0-1,-1-1 1,1 1 0,0 0-1,0 0 1,-1 2 0,-12 8 10,7-10 18,1 0 0,-1 0 0,0-1 0,0 1 0,0-1 0,0-1 0,0 1 0,-11-4 0,-11 0 173,-33 2 10,0 1-1,-1 4 1,1 2 0,0 3-1,1 3 1,-98 30 0,-98 49-1055,10 15-3612,144-56-1205,40-9-907,-6 18-6163</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0.851"/>
    </inkml:context>
    <inkml:brush xml:id="br0">
      <inkml:brushProperty name="width" value="0.05" units="cm"/>
      <inkml:brushProperty name="height" value="0.05" units="cm"/>
      <inkml:brushProperty name="color" value="#E71224"/>
    </inkml:brush>
  </inkml:definitions>
  <inkml:trace contextRef="#ctx0" brushRef="#br0">0 10 14561,'4'-2'11172,"1"0"-10743,1 1 0,-1 0 0,1 0 0,-1 0 0,1 0-1,0 1 1,-1 0 0,1 0 0,0 1 0,-1-1 0,1 1 0,-1 0 0,11 4 0,10 4 98,40 20 0,-52-23-552,184 90 24,227 95-33,-320-158-1558,4-10-4937,-48-10-1540,2 7-5489</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1.020"/>
    </inkml:context>
    <inkml:brush xml:id="br0">
      <inkml:brushProperty name="width" value="0.05" units="cm"/>
      <inkml:brushProperty name="height" value="0.05" units="cm"/>
      <inkml:brushProperty name="color" value="#E71224"/>
    </inkml:brush>
  </inkml:definitions>
  <inkml:trace contextRef="#ctx0" brushRef="#br0">536 1 20830,'-100'27'3812,"69"-6"-323,-12 12-909,6-9-524,4 0-2056,2-3 0,8 4 0,-14 5 0,4-3 0,-4 3 0,7 3 0,6-3 0,-6-9-2368,13-12 20,4 16-5877,-4 2-8617</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1.273"/>
    </inkml:context>
    <inkml:brush xml:id="br0">
      <inkml:brushProperty name="width" value="0.05" units="cm"/>
      <inkml:brushProperty name="height" value="0.05" units="cm"/>
      <inkml:brushProperty name="color" value="#E71224"/>
    </inkml:brush>
  </inkml:definitions>
  <inkml:trace contextRef="#ctx0" brushRef="#br0">1 0 15217,'77'75'6413,"-47"-53"-3441,0-1-316,0 0-395,11 3-401,2 0-472,14 3-1388,3-3 0,4 3 0,0 0 0,-1-5 0,8-7 0,9 6-360,-6-3-2024,-7-6-685,-7-9-755,-3 3-2993,0 6-6512</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1.456"/>
    </inkml:context>
    <inkml:brush xml:id="br0">
      <inkml:brushProperty name="width" value="0.05" units="cm"/>
      <inkml:brushProperty name="height" value="0.05" units="cm"/>
      <inkml:brushProperty name="color" value="#E71224"/>
    </inkml:brush>
  </inkml:definitions>
  <inkml:trace contextRef="#ctx0" brushRef="#br0">744 0 16293,'-171'54'3617,"128"-24"-533,-11 1-304,1 2-559,6 0-433,0 3-356,-7 6-296,4 1-720,7 8-416,-1-6 0,10 0-700,8 0-1072,2-8-388,1-10-805,16-15-1151,-6 6-2117,3 0-5604</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1.691"/>
    </inkml:context>
    <inkml:brush xml:id="br0">
      <inkml:brushProperty name="width" value="0.05" units="cm"/>
      <inkml:brushProperty name="height" value="0.05" units="cm"/>
      <inkml:brushProperty name="color" value="#E71224"/>
    </inkml:brush>
  </inkml:definitions>
  <inkml:trace contextRef="#ctx0" brushRef="#br0">0 1 13429,'41'33'3217,"-11"3"-385,-7-6-480,7-9-272,14 3-312,6 0-420,17 6-275,7 1-205,9-4-204,5 3-348,-5-6-292,4-6-640,4 0-644,-14-6-493,-3-6-779,-7 0-708,-4 0-2861,-9 0-5384</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1.874"/>
    </inkml:context>
    <inkml:brush xml:id="br0">
      <inkml:brushProperty name="width" value="0.05" units="cm"/>
      <inkml:brushProperty name="height" value="0.05" units="cm"/>
      <inkml:brushProperty name="color" value="#E71224"/>
    </inkml:brush>
  </inkml:definitions>
  <inkml:trace contextRef="#ctx0" brushRef="#br0">631 3 16097,'-38'-1'1248,"25"0"-320,0 1 0,0 0 0,0 1 0,-24 4 0,10 1 1128,0 2 0,1 0 0,-46 22 0,37-13-1203,1 2-1,-40 29 1,58-35-837,0 1-1,0 0 1,2 1-1,0 1 1,-19 26-1,11-8-2209,-34 69-1,52-94 1249,1 0 1,-1 1 0,1-1 0,1 1-1,0 0 1,-2 18 0,6 28-6443,4-9-4094</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2.352"/>
    </inkml:context>
    <inkml:brush xml:id="br0">
      <inkml:brushProperty name="width" value="0.05" units="cm"/>
      <inkml:brushProperty name="height" value="0.05" units="cm"/>
      <inkml:brushProperty name="color" value="#E71224"/>
    </inkml:brush>
  </inkml:definitions>
  <inkml:trace contextRef="#ctx0" brushRef="#br0">8 20 15545,'-1'-1'3628,"-6"-10"-1992,7 11-1538,1 0 0,-1 0 0,0 0 0,0 0 0,0 0 0,1 0 0,-1 0 0,0 0 0,0 0 0,0 0 0,0 0 0,1 0 0,-1 0 1,0 0-1,0 0 0,0-1 0,0 1 0,0 0 0,1 0 0,-1 0 0,0 0 0,0 0 0,0 0 0,0 0 0,0-1 0,0 1 0,1 0 0,-1 0 1,0 0-1,0 0 0,0 0 0,0-1 0,0 1 0,0 0 0,0 0 0,0 0 0,0 0 0,0-1 0,0 1 0,0 0 0,0 0 0,0 0 0,0-1 1,0 1-1,0 0 0,0 0 0,0 0 0,0 0 0,0-1 0,0 1 0,0 0 0,0 0 0,0 0 0,-1 0 0,1 0 0,0-1 0,0 1 0,0 0 1,0 0-1,0 0 0,-1 0 0,27 10 2943,28 21-885,-3 11-1931,-2 2 0,77 89 1,-21-19-221,-85-94-188,115 104 432,-116-109-1130,36 20 1,-38-27-891,-1 0-1,35 11 1,0-1-3007,-18-6-1331,4 1-5778</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2.522"/>
    </inkml:context>
    <inkml:brush xml:id="br0">
      <inkml:brushProperty name="width" value="0.05" units="cm"/>
      <inkml:brushProperty name="height" value="0.05" units="cm"/>
      <inkml:brushProperty name="color" value="#E71224"/>
    </inkml:brush>
  </inkml:definitions>
  <inkml:trace contextRef="#ctx0" brushRef="#br0">687 9 17290,'-6'0'703,"-1"0"0,0 0 1,1 0-1,-1-1 0,-11-3 1,2 1 1918,13 3-2003,-1 1 0,1-1 0,-1 1 0,1 0-1,0 0 1,0 1 0,0-1 0,-1 1 0,-3 2 0,-15 7 1176,-9 3-1584,2 1 0,-38 26 0,16-9-193,16-11-9,-60 48 1,79-55-49,1 0 1,0 1-1,1 0 1,1 1-1,-17 27 1,11-15-2877,-38 45 0,11-16-7533,19-19-2845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2.878"/>
    </inkml:context>
    <inkml:brush xml:id="br0">
      <inkml:brushProperty name="width" value="0.05" units="cm"/>
      <inkml:brushProperty name="height" value="0.05" units="cm"/>
      <inkml:brushProperty name="color" value="#E71224"/>
    </inkml:brush>
  </inkml:definitions>
  <inkml:trace contextRef="#ctx0" brushRef="#br0">0 0 18042,'17'3'9215,"4"6"-4470,55 29-4514,-40-19 303,29 12-867,1-2-1,115 32 1,-135-50-4838,51 5 1,-65-11-1807,18 3-4488</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3.016"/>
    </inkml:context>
    <inkml:brush xml:id="br0">
      <inkml:brushProperty name="width" value="0.05" units="cm"/>
      <inkml:brushProperty name="height" value="0.05" units="cm"/>
      <inkml:brushProperty name="color" value="#E71224"/>
    </inkml:brush>
  </inkml:definitions>
  <inkml:trace contextRef="#ctx0" brushRef="#br0">771 0 14625,'-74'39'3421,"24"-14"-281,10 2-4,-7 0-380,6-6-571,1 3-437,-13 6-364,-4 6-1012,-4-2-372,5-1 0,-1 3-1800,3 3-660,4-6-1029,3 12-3851,3 1-7354</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3.453"/>
    </inkml:context>
    <inkml:brush xml:id="br0">
      <inkml:brushProperty name="width" value="0.05" units="cm"/>
      <inkml:brushProperty name="height" value="0.05" units="cm"/>
      <inkml:brushProperty name="color" value="#E71224"/>
    </inkml:brush>
  </inkml:definitions>
  <inkml:trace contextRef="#ctx0" brushRef="#br0">76 62 13469,'-1'-2'179,"1"1"-1,-1 0 0,1 0 1,-1-1-1,0 1 1,1 0-1,-1 0 0,0 0 1,0 0-1,0 0 0,0 0 1,0 0-1,0 0 1,0 1-1,0-1 0,-1 0 1,1 1-1,0-1 1,0 0-1,-1 1 0,1 0 1,0-1-1,0 1 0,-1 0 1,1 0-1,-1-1 1,1 1-1,-2 0 0,-4-1 4455,3-1-3791,1-1 0,-1 0 0,1 1 0,-1-1 0,1 0 0,0-1 0,0 1 0,1-1 0,-1 1 0,-2-6 0,17 28-810,0-1-1,1 0 1,1-1-1,1-1 1,0 0-1,1-1 1,26 19 0,137 81-74,-133-89 61,12 8-41,109 46 0,-135-68-1279,37 8-1,-39-12-1969,33 13-1,-5 3-4249,-54-22 6729,44 17-11488</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3.658"/>
    </inkml:context>
    <inkml:brush xml:id="br0">
      <inkml:brushProperty name="width" value="0.05" units="cm"/>
      <inkml:brushProperty name="height" value="0.05" units="cm"/>
      <inkml:brushProperty name="color" value="#E71224"/>
    </inkml:brush>
  </inkml:definitions>
  <inkml:trace contextRef="#ctx0" brushRef="#br0">1102 19 18462,'-9'-4'714,"0"1"1,-1 0-1,1 0 1,-1 1-1,0 1 1,1-1-1,-1 2 1,0-1 0,0 1-1,0 1 1,0 0-1,1 0 1,-19 5-1,-5 2 1033,-62 13 713,21-2-2413,-73 28 1,92-27-96,1 3 0,0 2 0,2 3 0,2 1 0,0 3 0,-73 63 0,83-63-1454,30-26 598,1 1 1,0 0 0,1 0 0,0 1 0,0 0 0,0 0-1,1 1 1,-9 14 0,-5 35-6530,3-4-4950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4.003"/>
    </inkml:context>
    <inkml:brush xml:id="br0">
      <inkml:brushProperty name="width" value="0.05" units="cm"/>
      <inkml:brushProperty name="height" value="0.05" units="cm"/>
      <inkml:brushProperty name="color" value="#E71224"/>
    </inkml:brush>
  </inkml:definitions>
  <inkml:trace contextRef="#ctx0" brushRef="#br0">16 43 12869,'-1'-1'162,"0"0"-1,0 0 1,0 0-1,-1 0 1,1 0-1,0 0 1,0-1-1,0 1 1,1 0-1,-1-1 1,0 1 0,0 0-1,1-1 1,-1 1-1,1-1 1,-1 1-1,0-3 1,2 3 120,0 0 0,0 0 0,0 0 0,0 0 0,1 0 0,-1 0 0,0 0 0,0 0 0,1 0 1,-1 0-1,0 1 0,1-1 0,-1 1 0,3-2 0,5-1 4272,-5 4-2912,293 97 3188,-143-43-5416,-8-4-2227,-2 2-4515,-105-36 762,-2 6-4191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04.174"/>
    </inkml:context>
    <inkml:brush xml:id="br0">
      <inkml:brushProperty name="width" value="0.05" units="cm"/>
      <inkml:brushProperty name="height" value="0.05" units="cm"/>
      <inkml:brushProperty name="color" value="#E71224"/>
    </inkml:brush>
  </inkml:definitions>
  <inkml:trace contextRef="#ctx0" brushRef="#br0">469 1 15961,'-144'36'3345,"117"-27"-261,-70 39 3905,70-27-5509,1 4-256,-5 2-540,8 3-684,-1-3-60,4 0-1528,10-12-652,-6 0-1009,-1 21-215,13-14-3081,1 11-6092</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11.081"/>
    </inkml:context>
    <inkml:brush xml:id="br0">
      <inkml:brushProperty name="width" value="0.05" units="cm"/>
      <inkml:brushProperty name="height" value="0.05" units="cm"/>
      <inkml:brushProperty name="color" value="#E71224"/>
    </inkml:brush>
  </inkml:definitions>
  <inkml:trace contextRef="#ctx0" brushRef="#br0">453 235 4044,'-25'-22'1175,"20"17"749,7 4-1242,10-5-1438,-3-1 4189,-9 5-3080,0 1-1,-1-1 0,1 1 0,0-1 0,-1 0 1,1 1-1,-1-1 0,1 1 0,-1 0 1,0-1-1,0 1 0,1-1 0,-3-1 0,2 1 369,23-30 743,-19 27-1184,1 0 0,-1-1 0,0 1 1,0-1-1,-1 0 0,0 1 0,0-1 0,0 0 1,0 0-1,-1-1 0,0 1 0,0-10 1,4-33 1141,-4 46-940,-16 28 1509,-1 8-902,1 2 1,2 0 0,-16 70 0,6-20 105,-103 303 903,31-100-2139,49-148-65,-9 32-2329,6 0-6094,39-136 2545</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11.411"/>
    </inkml:context>
    <inkml:brush xml:id="br0">
      <inkml:brushProperty name="width" value="0.05" units="cm"/>
      <inkml:brushProperty name="height" value="0.05" units="cm"/>
      <inkml:brushProperty name="color" value="#E71224"/>
    </inkml:brush>
  </inkml:definitions>
  <inkml:trace contextRef="#ctx0" brushRef="#br0">1076 1 11741,'-1'2'199,"0"1"0,1-1 0,-1 1 0,0-1 0,0 1 0,0-1 0,-1 1 0,1-1 0,0 0 0,-1 0 0,0 0 0,1 0 0,-1 0 0,-4 3 0,1-1 455,-1-1 0,0 0 0,-1-1 0,1 1 0,-7 1 0,7-3-346,-21 10 503,1 1-1,0 1 1,1 2 0,-29 21 0,-19 10-129,-106 70-276,-166 139-1,137-96-1145,170-125 491,35-32 178,5-2 64,0 1 0,-1-1 0,1 0 1,0 0-1,-1 0 0,1-1 0,0 1 1,-1 0-1,1-1 0,0 1 0,2-2 1,6 0-12,45-2 73,0 3 1,1 3-1,84 13 0,-108-10 11,1 2-1,-1 1 1,37 15-1,90 44 110,-157-66-174,95 47-367,2 0-2609,-26-19-6129,-23-10 528</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11.595"/>
    </inkml:context>
    <inkml:brush xml:id="br0">
      <inkml:brushProperty name="width" value="0.05" units="cm"/>
      <inkml:brushProperty name="height" value="0.05" units="cm"/>
      <inkml:brushProperty name="color" value="#E71224"/>
    </inkml:brush>
  </inkml:definitions>
  <inkml:trace contextRef="#ctx0" brushRef="#br0">1 79 9717,'30'-43'1448,"3"22"-320,-16 18-224,3-3-208,0 0-192,10 6-516,17 3-504,-10 9-328,-7 6-416,7 10-2196,-7 8-1869</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11.721"/>
    </inkml:context>
    <inkml:brush xml:id="br0">
      <inkml:brushProperty name="width" value="0.05" units="cm"/>
      <inkml:brushProperty name="height" value="0.05" units="cm"/>
      <inkml:brushProperty name="color" value="#E71224"/>
    </inkml:brush>
  </inkml:definitions>
  <inkml:trace contextRef="#ctx0" brushRef="#br0">0 76 8085,'0'0'2124,"24"-9"-632,2 3 20,-2 3-156,16-6-284,0 0-231,14 2-209,9 1-452,11 3-728,3-6-625,7-6-515</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11.985"/>
    </inkml:context>
    <inkml:brush xml:id="br0">
      <inkml:brushProperty name="width" value="0.05" units="cm"/>
      <inkml:brushProperty name="height" value="0.05" units="cm"/>
      <inkml:brushProperty name="color" value="#E71224"/>
    </inkml:brush>
  </inkml:definitions>
  <inkml:trace contextRef="#ctx0" brushRef="#br0">707 14 9553,'-13'-4'1203,"-1"1"0,0 0 0,0 2-1,0-1 1,0 2 0,0-1 0,-20 4 0,15 0-234,0 1 0,1 0 0,-1 1 0,-34 16 0,24-7-388,0 2 1,1 2-1,1 0 1,1 2-1,0 1 1,-25 27-1,35-31-462,0 2 0,2-1 1,0 2-1,2-1 0,0 2 0,1 0 0,1 0 0,1 1 0,1 0 1,1 1-1,0 0 0,2 0 0,1 0 0,-1 25 0,1 34-18,4 1 0,18 140 0,0-4-537,-17-183-418,-6 64 1,4-90 312,-1 0 0,0 0 1,-1 0-1,1 0 0,-2-1 1,0 0-1,0 1 1,0-1-1,-1-1 0,-12 16 1,16-22 121,0-1 0,0 1 1,-1-1-1,1 0 0,-1 0 1,1 0-1,-1 0 0,1 0 1,-1 0-1,0 0 1,1 0-1,-1 0 0,0-1 1,0 1-1,0-1 0,1 0 1,-5 1-1,0 0-1354,-18 2-8025</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12.127"/>
    </inkml:context>
    <inkml:brush xml:id="br0">
      <inkml:brushProperty name="width" value="0.05" units="cm"/>
      <inkml:brushProperty name="height" value="0.05" units="cm"/>
      <inkml:brushProperty name="color" value="#E71224"/>
    </inkml:brush>
  </inkml:definitions>
  <inkml:trace contextRef="#ctx0" brushRef="#br0">1 94 7381,'70'-78'1364,"-53"69"-260,13 6-220,14 0-344,-1 12-404,1 3-340,6 9-324,3 0-864,1 6-1336,3 6-845</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12.595"/>
    </inkml:context>
    <inkml:brush xml:id="br0">
      <inkml:brushProperty name="width" value="0.05" units="cm"/>
      <inkml:brushProperty name="height" value="0.05" units="cm"/>
      <inkml:brushProperty name="color" value="#E71224"/>
    </inkml:brush>
  </inkml:definitions>
  <inkml:trace contextRef="#ctx0" brushRef="#br0">1039 416 4872,'-13'-37'1871,"-26"-55"0,-26-38 1172,48 98-2643,10 18-252,-1 0 1,0 0-1,-1 1 1,0 0-1,-16-16 0,22 26-133,0 1 0,0-1 0,-1 0 0,1 1 0,-1 0 0,0 0 0,0 0-1,0 0 1,1 1 0,-2 0 0,1-1 0,0 1 0,0 1 0,0-1 0,0 1 0,-1-1-1,1 1 1,0 1 0,-1-1 0,1 0 0,0 1 0,0 0 0,0 0 0,0 0 0,-5 3 0,1-1 7,0 1 0,0 1 1,0-1-1,1 1 0,-1 1 1,1-1-1,-10 12 0,-42 51 10,51-58-29,-46 67 61,38-53-66,-1 0 0,-30 34-1,37-47 10,-1 0 1,0-1-1,0 0 0,-1-1 0,0 0 0,-1-1 0,0 0 0,0-1 0,-20 7 1,-7-2-82,0-2 0,0-1 0,-1-3 1,-62 3-1,94-9-29,4 1-111,1-1 0,0 1 1,0 0-1,0 1 1,0-1-1,0 1 1,0 0-1,0 0 1,-4 2-1,6-2-1387,5 16-4883</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13.098"/>
    </inkml:context>
    <inkml:brush xml:id="br0">
      <inkml:brushProperty name="width" value="0.05" units="cm"/>
      <inkml:brushProperty name="height" value="0.05" units="cm"/>
      <inkml:brushProperty name="color" value="#E71224"/>
    </inkml:brush>
  </inkml:definitions>
  <inkml:trace contextRef="#ctx0" brushRef="#br0">4492 222 4464,'-33'-19'389,"10"5"16,0 1-1,-1 2 0,0 0 0,-27-7 1,6 6 209,-2 2 0,1 2 0,-1 2 0,0 3 0,0 1 0,0 2 1,-52 8-1,-10 8 358,-205 57 0,-3 27 42,6 15 1,-480 249 0,554-237-471,-398 285 1,509-314-421,4 5 0,4 6 1,6 4-1,-139 182 0,173-190-27,6 3 0,-61 123-1,104-173-93,3 0 0,2 2-1,3 1 1,3 0-1,3 2 1,-10 74-1,22-108-50,2 1-1,1-1 0,1 1 1,1-1-1,2 0 0,1 0 0,1 0 1,1-1-1,16 40 0,-10-38-116,2-1 0,0-1 0,2 0 0,1-1 0,2-1 0,0-1 0,1-1 0,36 31 0,-3-10-271,1-2 0,3-2 0,2-4 0,97 47 0,-30-28-505,180 54 1,-220-86 503,1-3 1,106 11 0,490 38-1781,-286-61 1036,577-97-90,-682 39 1276,367-113 1,-499 111 191,-3-7 1,-2-7-1,283-163 1,-339 164 122,-2-4 0,-4-4 0,-2-5 1,-5-3-1,-3-4 0,103-132 1,-141 153-77,-2-3-1,-4-1 1,-2-2 0,-4-1 0,-3-2 0,-3-1 0,-3-2 0,-3 0 0,-4-1 0,-3-1 0,7-101 0,-19 110-33,-3 1 0,-3-1 0,-2 1-1,-4 0 1,-27-108 0,19 118-52,-3 1 0,-1 1 0,-3 1 0,-3 0 0,-2 2 0,-64-87 0,41 75-57,-2 2-1,-2 3 1,-4 3 0,-115-87 0,93 88-4,-2 3-1,-2 3 1,-149-59 0,118 66-635,-1 4 0,-2 6 0,-2 5 1,0 5-1,-2 6 0,-240-1 0,80 36-3200,10 27-1815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33.361"/>
    </inkml:context>
    <inkml:brush xml:id="br0">
      <inkml:brushProperty name="width" value="0.035" units="cm"/>
      <inkml:brushProperty name="height" value="0.035" units="cm"/>
    </inkml:brush>
  </inkml:definitions>
  <inkml:trace contextRef="#ctx0" brushRef="#br0">301 157 12701,'-3'-13'1982,"3"11"-173,-1 4 46,-4 12-911,0 0 0,-1 0 0,-1 0 0,0-1 0,-1 0 0,-10 11 0,5-4-135,-18 34 0,-22 63 442,-42 135-1,82-211-1164,3 0-1,1 1 1,2 0 0,2 0-1,2 0 1,1 1 0,6 56-1,-2-85-79,0 0-1,1-1 1,0 1-1,1-1 1,0 0-1,1 0 1,1-1-1,0 1 0,1-1 1,0-1-1,11 14 1,-12-18-5,1 1 0,0-1 0,0-1 0,0 0 1,1 0-1,0 0 0,1-1 0,-1 0 0,1-1 0,0 0 0,0 0 0,0-1 1,0 0-1,1 0 0,-1-1 0,17 1 0,-13-2-1,1-1 1,0 0-1,0-1 0,0-1 0,0 0 1,0-1-1,-1 0 0,1-1 0,-1-1 0,0 0 1,-1 0-1,1-2 0,-1 1 0,0-2 1,0 1-1,-1-2 0,0 1 0,11-13 1,-4 2-1,-2 1 1,-1-2-1,0 0 1,-1-1-1,-1 0 0,-1-1 1,-1-1-1,-2 0 1,11-31-1,-5 2-4,-2-1 0,-3 0-1,-1-1 1,1-105-1,-10 121 0,-3 1 0,0 0-1,-3 0 1,-1 0 0,-1 1-1,-3 0 1,0 1 0,-18-35-1,14 39-115,-1 1 0,-38-54 0,45 73-124,0 0 0,0 0 0,-1 1-1,0 1 1,-1 0 0,0 0 0,-1 1 0,1 0 0,-25-11-1,27 16-151,-1 0-1,1 1 1,0 0-1,-1 1 1,1-1-1,-1 2 1,1-1-1,-1 2 1,1-1-1,-19 4 1,15-2-226,5-2-98,1 1-1,0 0 1,0 1 0,0-1 0,0 1 0,0 0 0,1 1 0,-1 0-1,1 0 1,-1 0 0,1 1 0,-8 6 0,9-5-1202,1 0 0,-1 0 1,2 0-1,-7 11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33.546"/>
    </inkml:context>
    <inkml:brush xml:id="br0">
      <inkml:brushProperty name="width" value="0.035" units="cm"/>
      <inkml:brushProperty name="height" value="0.035" units="cm"/>
    </inkml:brush>
  </inkml:definitions>
  <inkml:trace contextRef="#ctx0" brushRef="#br0">201 0 14105,'0'0'2012,"-20"6"197,-7 15-437,20-6-320,-9 7-292,-8 14-204,11-6-224,3 9-448,-4 6-592,-2 7-520,6 2-924,0 3-732,-7 6-3265,0 10-4828</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33.891"/>
    </inkml:context>
    <inkml:brush xml:id="br0">
      <inkml:brushProperty name="width" value="0.035" units="cm"/>
      <inkml:brushProperty name="height" value="0.035" units="cm"/>
    </inkml:brush>
  </inkml:definitions>
  <inkml:trace contextRef="#ctx0" brushRef="#br0">376 477 10297,'3'-17'1907,"0"0"-1,1 0 1,11-25-1,5-22 2125,-15 42-3183,2 1 0,0-1-1,2 1 1,18-34 0,-15 35-616,1 2-1,0-1 1,1 1-1,1 1 1,1 1-1,1 0 1,34-25-1,-49 39-220,0 1 0,0-1 0,0 1 0,0 0 0,0 0 0,0 0 0,0 0-1,0 0 1,0 1 0,1-1 0,-1 1 0,0-1 0,1 1 0,-1 0 0,0 0 0,1 0 0,-1 0-1,0 0 1,1 0 0,-1 1 0,3 0 0,-2 1-1,0-1-1,0 1 1,0 0-1,-1 0 1,1 0-1,0 0 0,-1 0 1,1 1-1,-1-1 1,0 1-1,0 0 1,4 5-1,1 5 13,-1 1-1,0-1 0,0 1 1,-2 1-1,5 20 1,-4-5 28,-1 0 0,-2 0 0,-1 0 0,-2 0 0,0 0 0,-2 0 0,-2 0 1,0 0-1,-2-1 0,-1 0 0,-2 0 0,-16 34 0,2-11-150,-4-1 1,-1-1-1,-2-1 0,-3-2 0,-57 63 0,67-86-675,0-1 0,-1-1 0,-2-1 0,-52 31 0,-125 51-10902,126-67 1624</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36.933"/>
    </inkml:context>
    <inkml:brush xml:id="br0">
      <inkml:brushProperty name="width" value="0.035" units="cm"/>
      <inkml:brushProperty name="height" value="0.035" units="cm"/>
    </inkml:brush>
  </inkml:definitions>
  <inkml:trace contextRef="#ctx0" brushRef="#br0">69 148 6685,'-33'-18'2364,"26"14"4118,-16-7-1596,18 7 291,7 0-4990,1 1 0,0-1 1,1 0-1,-1 1 0,1 0 1,-1 0-1,1 0 0,0 0 1,0 0-1,1 1 0,-1 0 1,0 0-1,1 0 0,-1 0 0,1 1 1,5-2-1,15-2 211,49-5 1,-30 5-50,152-15-546,198 5 1,-116 8-5399,-217 5 386,83 8 0,-40 6-5325</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37.609"/>
    </inkml:context>
    <inkml:brush xml:id="br0">
      <inkml:brushProperty name="width" value="0.035" units="cm"/>
      <inkml:brushProperty name="height" value="0.035" units="cm"/>
    </inkml:brush>
  </inkml:definitions>
  <inkml:trace contextRef="#ctx0" brushRef="#br0">1164 465 13173,'-1'-1'228,"1"0"0,-1 0-1,1-1 1,0 1 0,0-1-1,0 1 1,0 0 0,0-1 0,0 1-1,0 0 1,0-1 0,1 1-1,-1-1 1,0 1 0,1 0 0,-1 0-1,1-1 1,-1 1 0,1 0-1,0 0 1,0 0 0,-1-1-1,1 1 1,0 0 0,0 0 0,0 0-1,0 1 1,0-1 0,1 0-1,-1 0 1,0 0 0,0 1 0,0-1-1,1 1 1,-1-1 0,0 1-1,1-1 1,-1 1 0,3-1-1,1 1-39,0 0 0,0 0 0,1 0 0,-1 0 0,0 1 0,0 0 0,0 0 0,0 0-1,0 1 1,7 3 0,2 1-54,-1 1-1,0 0 1,0 1 0,-1 1-1,0 0 1,-1 0-1,0 1 1,0 1 0,-1 0-1,0 0 1,13 21-1,-17-22-98,-1 0-1,0 0 0,-1 0 0,0 0 1,-1 1-1,0 0 0,0 0 0,-1-1 1,-1 1-1,0 1 0,0-1 0,-1 0 1,0 0-1,-1 0 0,-1 0 0,-4 19 1,0-9-12,-1 0-1,-1 0 1,-1-1 0,0-1 0,-2 1-1,0-2 1,-20 26 0,-1-6 51,-1-2 0,-63 53 0,-117 81 509,115-98-149,-111 90 1606,209-161-2022,0-1 0,0 1 0,0 0-1,0 0 1,0-1 0,0 1 0,0 0-1,0-1 1,1 1 0,-1 0 0,0-1-1,0 1 1,1-1 0,-1 1 0,0 0-1,1-1 1,-1 1 0,1-1 0,-1 1-1,1-1 1,-1 1 0,1-1 0,-1 1-1,1-1 1,1 1 0,1 1-11,1 0 0,0 0 0,0 0 0,-1 0 0,1-1 1,0 0-1,1 0 0,-1 0 0,0 0 0,8 0 0,48-3-257,-35 1 74,69-3-1720,0-4 0,154-32-1,-200 28 909,-1-3-1,0-1 0,-2-2 0,0-2 1,-1-3-1,-1-1 0,51-37 1,-72 44 703,-1-1 0,0-1 1,-1-1-1,-1-1 1,-1 0-1,-1-1 1,-1-1-1,-1-1 0,-1 0 1,-1-1-1,-1-1 1,-1 1-1,-2-2 0,9-33 1,-8 3 657,-3-1 1,-2 0-1,-2-1 0,-3 1 1,-3 0-1,-17-99 0,16 134-73,-2-1-1,0 1 1,-2 0 0,0 1-1,-2 0 1,-1 0-1,0 1 1,-1 1-1,-2-1 1,0 2 0,-1 0-1,0 1 1,-37-32-1,39 39-118,-1 0 0,-1 1 0,1 1 0,-2 0 0,1 1 0,-1 0 0,0 2 0,-1 0 0,0 0 0,1 2 0,-2 0 0,1 1 0,0 1 0,-1 0 0,1 2 0,-1 0 0,1 0 0,-1 2 0,-33 7 0,16 1 213,0 2 1,1 2-1,0 1 1,1 2-1,1 1 1,-56 40-1,8 5 491,-91 94-1,73-58-306,5 4-1,-152 220 1,182-224-399,5 2-1,4 3 1,-74 205-1,109-252-123,3 2 0,2 0-1,3 1 1,3 0 0,2 0 0,3 95 0,5-117-53,2 0 0,2 0 0,2-1 1,21 64-1,-19-73-52,2-2 0,1 1 1,1-2-1,1 0 0,1 0 0,36 40 1,-33-45-44,1-2 1,1 0 0,1-1-1,0-1 1,1-1 0,1-1-1,0-2 1,1 0 0,1-1 0,-1-2-1,2 0 1,-1-2 0,1-1-1,34 3 1,-9-3-116,1-4 0,0-1 0,-1-3 0,1-2 0,-1-2 0,79-20 0,-75 9 68,-1-2 0,0-2 1,-2-2-1,0-3 0,-2-2 0,-1-2 0,-1-3 0,-2-1 0,-1-3 0,68-70 0,-61 49 48,-2-2 1,-2-2 0,-3-2 0,-4-3 0,-2-1-1,-3-1 1,40-107 0,-59 125-42,-2-2 0,-2 0 1,-3-1-1,-2 0 0,-2 0 1,-1-97-1,-8 113-78,0 0 0,-3 0 0,-1 0 0,-2 1 0,-1 0 0,-3 0 1,0 1-1,-2 1 0,-2 0 0,-30-48 0,24 50-243,-2 2 0,-1 0-1,-1 1 1,-2 2 0,-54-43 0,39 39-1445,-2 3 0,0 1 0,-87-37 0,-8 9-6130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34.754"/>
    </inkml:context>
    <inkml:brush xml:id="br0">
      <inkml:brushProperty name="width" value="0.035" units="cm"/>
      <inkml:brushProperty name="height" value="0.035" units="cm"/>
    </inkml:brush>
  </inkml:definitions>
  <inkml:trace contextRef="#ctx0" brushRef="#br0">483 28 12593,'-17'-25'2942,"17"25"-2773,0 0 1,-1-1 0,1 1-1,-1 0 1,1-1 0,-1 1-1,1 0 1,-1 0 0,1 0-1,-1 0 1,0-1 0,1 1-1,-1 0 1,1 0 0,-1 0-1,1 0 1,-1 0 0,1 0-1,-1 0 1,1 1 0,-1-1-1,0 0 1,1 0 0,-1 0-1,1 0 1,-1 1 0,1-1-1,-1 0 1,1 1 0,-1 0-1,-15 12 3897,8 5-3487,0-1-1,1 1 0,1 1 0,1-1 1,-3 22-1,-12 106 3260,13-84-3239,-12 93-704,-7-1-1,-66 214 1,-10-99-5947,27-94-3860,70-164 8986,-40 101-11651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35.521"/>
    </inkml:context>
    <inkml:brush xml:id="br0">
      <inkml:brushProperty name="width" value="0.035" units="cm"/>
      <inkml:brushProperty name="height" value="0.035" units="cm"/>
    </inkml:brush>
  </inkml:definitions>
  <inkml:trace contextRef="#ctx0" brushRef="#br0">108 15 12641,'-14'-15'9409,"8"33"-8529,2 0-148,-2 3-136,2 1-768,1 8-508,-10 21-1000,-4-18-864,0 9-3169,-6 13-4772</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35.881"/>
    </inkml:context>
    <inkml:brush xml:id="br0">
      <inkml:brushProperty name="width" value="0.035" units="cm"/>
      <inkml:brushProperty name="height" value="0.035" units="cm"/>
    </inkml:brush>
  </inkml:definitions>
  <inkml:trace contextRef="#ctx0" brushRef="#br0">114 360 12909,'-2'-12'1227,"-1"1"-1,1-1 1,-1-13 0,-4-27 4547,7 48-5620,-1 0-1,1 0 1,0 0-1,0 1 1,0-1-1,1 0 1,-1 0-1,1 0 1,0 0-1,0 1 1,0-1-1,1 0 1,-1 1-1,1-1 1,0 1 0,0-1-1,0 1 1,1 0-1,-1 0 1,5-4-1,6-7 107,1 1 1,31-22-1,-29 23-36,4-2-128,0 2-1,1-1 1,0 2 0,0 1-1,1 1 1,30-9 0,-45 17-87,0-1 0,0 1 0,0 0 1,0 0-1,0 1 0,0 0 0,0 0 1,0 1-1,0 0 0,0 0 0,0 1 1,0-1-1,10 5 0,-7-1 7,-1 0 0,1 0 0,-1 1 0,0 0-1,-1 0 1,0 1 0,0 1 0,9 10 0,-4-3 23,-1 2 1,0 0 0,-1 0 0,-1 1-1,-1 0 1,-1 1 0,0 0-1,9 37 1,-14-43-22,-1 1-1,-1 0 1,0 0-1,-1 0 1,0 0 0,-1 0-1,-1 0 1,0 0 0,-1 0-1,0 0 1,-1-1-1,-1 0 1,0 0 0,0 0-1,-2 0 1,1-1-1,-2 0 1,0 0 0,0-1-1,-1 0 1,0-1 0,-1 1-1,0-2 1,-1 0-1,-13 10 1,-13 7-580,-1-2 0,-71 34-1,-87 22-5388,150-62 3711,-23 11-4166,13-1-3902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40.098"/>
    </inkml:context>
    <inkml:brush xml:id="br0">
      <inkml:brushProperty name="width" value="0.035" units="cm"/>
      <inkml:brushProperty name="height" value="0.035" units="cm"/>
    </inkml:brush>
  </inkml:definitions>
  <inkml:trace contextRef="#ctx0" brushRef="#br0">2106 0 4320,'-94'1'482,"27"-1"193,-1 3-1,-76 13 0,77-2 7,0 2 0,1 3 0,1 3 0,1 3 0,1 2 0,1 3 0,2 3 0,1 3 0,-81 64 0,60-34-152,3 4 0,2 3-1,5 4 1,2 2 0,-90 140 0,79-94-42,6 4 1,-92 220 0,128-251-313,5 1 0,3 2 0,5 1 0,-17 160 0,33-161-65,5 0 0,4-1 1,4 1-1,5-1 0,4 0 1,4-1-1,34 104 0,-30-137-63,3-1-1,3-1 1,3-2-1,58 89 1,-57-105-28,3-1 0,1-2 0,3-1 0,1-2 0,1-2 0,52 36 1,-25-29-45,2-3 1,2-2-1,1-4 1,2-3 0,1-4-1,1-2 1,89 16 0,-46-19-73,1-5 1,1-5-1,1-6 1,131-9-1,-114-8-66,212-42 1,126-70 41,-273 51 28,-3-9 1,-4-8-1,-4-9 0,-4-8 0,327-241 0,-378 237 102,-5-7-1,184-202 0,-223 206 62,-5-4 0,-4-4 1,102-190-1,-151 238-11,-3-2-1,-3-2 1,-3-1 0,17-81 0,-35 114-31,-2 0-1,-2-1 1,-2 0-1,-2 0 1,-2 0-1,-2 0 1,-2 1 0,-2-1-1,-11-44 1,5 46-6,-3 0 0,-1 1 0,-1 1 0,-3 1 0,-1 1 0,-30-41 1,17 33 3,-2 2 0,-1 2 0,-3 1 0,-58-46 0,61 58-25,-1 2 1,-2 1-1,-46-22 0,-10-1-124,-1 5-1,-3 4 0,-208-54 0,188 70-614,-1 6 0,0 6-1,-129 2 1,53 16-3076,-220 34 0,178-5-2006</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40.533"/>
    </inkml:context>
    <inkml:brush xml:id="br0">
      <inkml:brushProperty name="width" value="0.035" units="cm"/>
      <inkml:brushProperty name="height" value="0.035" units="cm"/>
    </inkml:brush>
  </inkml:definitions>
  <inkml:trace contextRef="#ctx0" brushRef="#br0">100 238 9829,'-15'-9'662,"5"4"751,-1-2 0,1 1-1,0-2 1,1 1 0,-15-15 0,23 21-1300,0-1 1,0 0-1,0 1 1,0-1 0,0 0-1,0 0 1,0 1-1,1-1 1,-1 0-1,1 0 1,-1 0 0,1 0-1,0 0 1,0 0-1,0 0 1,0 0-1,0 0 1,0 0 0,0 0-1,1 0 1,-1 0-1,1 0 1,-1 0-1,1 1 1,0-1 0,0 0-1,0 0 1,0 1-1,0-1 1,0 0-1,0 1 1,0-1 0,1 1-1,-1-1 1,1 1-1,-1 0 1,3-2-1,5-4 108,0 0-1,0 0 0,1 1 1,18-9-1,-5 5-69,1 1 0,0 1-1,1 1 1,-1 1 0,37-4 0,129-2-1398,-142 11 631,193 10-4596,-81 10-2053,-63-6-701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40.874"/>
    </inkml:context>
    <inkml:brush xml:id="br0">
      <inkml:brushProperty name="width" value="0.035" units="cm"/>
      <inkml:brushProperty name="height" value="0.035" units="cm"/>
    </inkml:brush>
  </inkml:definitions>
  <inkml:trace contextRef="#ctx0" brushRef="#br0">835 208 10445,'-3'-60'2322,"3"54"-1528,0 0 1,0 0 0,0 1 0,1-1 0,0 0 0,2-8 0,0 8-457,-1 1 0,1-1 1,0 1-1,0-1 0,1 1 0,8-9 1,-7 8 165,-1 1-401,1 1 0,-1 0 0,1 0 0,1 0-1,-1 1 1,0 0 0,1 0 0,0 0 0,-1 1-1,1-1 1,0 1 0,1 1 0,-1-1 0,0 1-1,0 0 1,1 1 0,-1-1 0,0 1 0,1 0-1,6 2 1,-4-2-57,0 2 0,0-1 0,-1 1 0,1 0 0,0 1 0,-1 0 0,1 0 0,-1 1 0,0 0 0,0 1 0,0-1 0,-1 2 0,9 7 0,-12-10-31,-1 1 1,0 0 0,0 0 0,0 0 0,-1 1 0,0-1 0,0 1-1,0-1 1,0 1 0,1 8 0,6 50 46,-8-47-36,7 101 25,9 83 20,-12-158-82,1 86-1,-7-110 9,-1 0-1,0 0 1,-2 0-1,0-1 0,-1 1 1,0-1-1,-13 26 1,6-22-7,-1 0 0,0-1-1,-2 0 1,0-1 0,-1-1 0,-1 0 0,-1-2-1,0 0 1,-23 16 0,-19 8-181,-117 58 1,-150 47-1922,104-62-2572,121-44-746,12 5-3216</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4.319"/>
    </inkml:context>
    <inkml:brush xml:id="br0">
      <inkml:brushProperty name="width" value="0.035" units="cm"/>
      <inkml:brushProperty name="height" value="0.035" units="cm"/>
    </inkml:brush>
  </inkml:definitions>
  <inkml:trace contextRef="#ctx0" brushRef="#br0">2 17 12169,'-1'-1'94,"1"1"-1,0-1 1,0 0-1,0 1 1,0-1-1,0 0 1,0 1-1,0-1 0,0 0 1,0 1-1,0-1 1,1 0-1,-1 1 1,0-1-1,0 0 1,1 1-1,-1-1 1,0 1-1,1-1 1,-1 1-1,0-1 1,1 1-1,-1-1 1,2 0-1,13 5 2564,-11-2-2204,-2-1 1077,31 11 2160,1 6-1509,58 38 0,14 8-2855,5 0-4183,-34-18-5808,-34-23 2647</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4.461"/>
    </inkml:context>
    <inkml:brush xml:id="br0">
      <inkml:brushProperty name="width" value="0.035" units="cm"/>
      <inkml:brushProperty name="height" value="0.035" units="cm"/>
    </inkml:brush>
  </inkml:definitions>
  <inkml:trace contextRef="#ctx0" brushRef="#br0">731 23 10817,'-154'-19'5695,"133"17"-4084,0 0 0,1 2 1,-1 1-1,-37 5 0,38-2-754,0 1 1,0 0-1,1 2 1,-33 15-1,34-13-855,1 2 0,0-1 0,1 2 0,0 0 0,1 1 0,1 1 0,0 0 0,0 1 0,2 0 0,0 1 0,-20 35 0,-28 79-4753,29-39-4721,14-37-2200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4.789"/>
    </inkml:context>
    <inkml:brush xml:id="br0">
      <inkml:brushProperty name="width" value="0.035" units="cm"/>
      <inkml:brushProperty name="height" value="0.035" units="cm"/>
    </inkml:brush>
  </inkml:definitions>
  <inkml:trace contextRef="#ctx0" brushRef="#br0">1 0 10981,'-1'2'717,"1"-1"0,0 0 0,0 0 0,0 0 0,0 0 1,1 0-1,-1 1 0,0-1 0,0 0 0,1 0 0,-1 0 0,1 0 0,-1 0 0,1 0 0,-1 0 1,2 2-1,17 15 3528,33 11-4803,-38-22 1776,244 122-1092,-62-32-7748,-106-48-1291,-44-28 229</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4.951"/>
    </inkml:context>
    <inkml:brush xml:id="br0">
      <inkml:brushProperty name="width" value="0.035" units="cm"/>
      <inkml:brushProperty name="height" value="0.035" units="cm"/>
    </inkml:brush>
  </inkml:definitions>
  <inkml:trace contextRef="#ctx0" brushRef="#br0">855 43 10197,'-98'-21'2624,"52"9"124,-8 3 45,-3 9-461,7 3-380,-7 3-376,-7 6-312,1 0-264,-4 9-232,3 3-187,10 3-469,11 9-917,-1 3-419,7 4-1000,7 2-776,14 3-3133,5 12-5444</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5.200"/>
    </inkml:context>
    <inkml:brush xml:id="br0">
      <inkml:brushProperty name="width" value="0.035" units="cm"/>
      <inkml:brushProperty name="height" value="0.035" units="cm"/>
    </inkml:brush>
  </inkml:definitions>
  <inkml:trace contextRef="#ctx0" brushRef="#br0">4 37 14693,'-4'-36'2993,"25"45"-421,-1-3-428,6 3-424,5 3-288,-8 0-284,27 12-271,-16-3-197,6 3-144,7 3-260,3 1-492,0 2-720,1 3-401,-8-3-663,1 3-584,-7-6-168,-11 6-2977,4-2-4804</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5.309"/>
    </inkml:context>
    <inkml:brush xml:id="br0">
      <inkml:brushProperty name="width" value="0.035" units="cm"/>
      <inkml:brushProperty name="height" value="0.035" units="cm"/>
    </inkml:brush>
  </inkml:definitions>
  <inkml:trace contextRef="#ctx0" brushRef="#br0">664 54 13029,'-80'-54'2812,"26"57"85,4-3-365,3 6-360,0 0-392,0 3-408,-3 9-291,0 10-229,-4 8-336,7 3-680,10 0-1168,-3-6-1541,13 12-387,11 25-3077,-1-1-5756</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5.777"/>
    </inkml:context>
    <inkml:brush xml:id="br0">
      <inkml:brushProperty name="width" value="0.035" units="cm"/>
      <inkml:brushProperty name="height" value="0.035" units="cm"/>
    </inkml:brush>
  </inkml:definitions>
  <inkml:trace contextRef="#ctx0" brushRef="#br0">1 125 13669,'13'-13'802,"-9"9"-465,-1 0-1,1 1 1,1-1 0,-1 1-1,0 0 1,1 0 0,0 0-1,0 0 1,0 1 0,0 0-1,0 0 1,0 0 0,0 1-1,10-2 1,238-41 10226,-178 32-9892,1 3 0,0 4-1,112 6 1,-49 13-4853,-86-4-2438,99 30 0,-104-22-5741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5.926"/>
    </inkml:context>
    <inkml:brush xml:id="br0">
      <inkml:brushProperty name="width" value="0.035" units="cm"/>
      <inkml:brushProperty name="height" value="0.035" units="cm"/>
    </inkml:brush>
  </inkml:definitions>
  <inkml:trace contextRef="#ctx0" brushRef="#br0">554 28 12369,'-111'-28'3288,"77"41"-127,-6 2-593,3-3-284,-3 9-444,7 0-432,-7 9-291,9 3-225,-5 6-152,2 4-704,4 2-952,10 3-492,-4-3-893,-9 43-7260,23-46-2972</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6.208"/>
    </inkml:context>
    <inkml:brush xml:id="br0">
      <inkml:brushProperty name="width" value="0.035" units="cm"/>
      <inkml:brushProperty name="height" value="0.035" units="cm"/>
    </inkml:brush>
  </inkml:definitions>
  <inkml:trace contextRef="#ctx0" brushRef="#br0">0 45 14981,'31'12'3105,"-21"-21"-445,6-3-228,11 3-368,13-3-544,4 9-239,3 0-277,13-3-224,4 3-152,3 3-408,10 3-428,3 3-892,4 3-288,-7-3-505,-7 3-855,-10-6-248,-3 6-3041,-6 3-5284</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6.348"/>
    </inkml:context>
    <inkml:brush xml:id="br0">
      <inkml:brushProperty name="width" value="0.035" units="cm"/>
      <inkml:brushProperty name="height" value="0.035" units="cm"/>
    </inkml:brush>
  </inkml:definitions>
  <inkml:trace contextRef="#ctx0" brushRef="#br0">728 49 13973,'-124'-49'3169,"74"58"-173,13-3-176,-7 7-240,1 2-439,-1-3-393,-6 9-344,-4 3-296,4 3-280,0 6-828,-74 91-512,104-82-1548,3 3-977,4-3-979,6 7-2805,24-4-6516</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6.768"/>
    </inkml:context>
    <inkml:brush xml:id="br0">
      <inkml:brushProperty name="width" value="0.035" units="cm"/>
      <inkml:brushProperty name="height" value="0.035" units="cm"/>
    </inkml:brush>
  </inkml:definitions>
  <inkml:trace contextRef="#ctx0" brushRef="#br0">0 56 14933,'5'-3'551,"0"0"0,1 0 0,-1 1 0,1-1-1,0 1 1,-1 1 0,1-1 0,0 1 0,0 0-1,0 0 1,0 1 0,0-1 0,0 1 0,9 1-1,100 13 2856,57 25-2843,-158-35-766,0 0 0,0 1 0,0 1 0,-1 1 0,0 0 0,23 16 0,-16-7-234,-1 1 0,0 2 1,17 20-1,15 11-876,-49-49 1096,0 1 1,0 0 0,1-1 0,-1 1-1,1-1 1,-1 0 0,1 0-1,-1 0 1,1 0 0,-1 0 0,1-1-1,0 1 1,0-1 0,-1 0-1,1 0 1,0 0 0,-1 0-1,1 0 1,0 0 0,0-1 0,-1 1-1,1-1 1,4-2 0,1 0-333,0 0 1,-1-1 0,1-1 0,-1 1-1,8-7 1,-2 2 181,-1-1 0,0 0 1,-1 0-1,0-1 0,-1 0 0,0-1 1,-1 0-1,-1-1 0,14-24 0,-8 10 501,27-55 4055,-41 81-4014,0 0 1,-1 0 0,1 0 0,0 0-1,-1 0 1,1 0 0,0 1 0,-1-1-1,1 0 1,-1 0 0,1 0 0,-1 1 0,0-1-1,1 0 1,-1 1 0,0-1 0,1 0-1,-1 1 1,0-1 0,0 1 0,0-1-1,1 1 1,-1-1 0,0 1 0,0 0-1,0-1 1,-2 1 0,-2 0 130,-1 0-1,0 0 1,0 1 0,1 0 0,-1 0 0,0 1 0,1-1-1,-1 1 1,-7 4 0,-6 1 325,-40 13 966,1 3 0,-94 51 0,114-52-2216,1 2 0,2 1-1,0 2 1,-50 51 0,66-59-601,-46 52-3296,28-20-1730,6-2-3950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7.049"/>
    </inkml:context>
    <inkml:brush xml:id="br0">
      <inkml:brushProperty name="width" value="0.035" units="cm"/>
      <inkml:brushProperty name="height" value="0.035" units="cm"/>
    </inkml:brush>
  </inkml:definitions>
  <inkml:trace contextRef="#ctx0" brushRef="#br0">24 1 14121,'-24'6'11657,"51"-3"-10213,13 9-279,-6 0-241,76 42 772,-73-33-1900,3 1-676,4-1-552,-4 3-329,-3 0-539,3-3-248,-10-3-96,-17-6-3085,21 3-4796</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7.680"/>
    </inkml:context>
    <inkml:brush xml:id="br0">
      <inkml:brushProperty name="width" value="0.035" units="cm"/>
      <inkml:brushProperty name="height" value="0.035" units="cm"/>
    </inkml:brush>
  </inkml:definitions>
  <inkml:trace contextRef="#ctx0" brushRef="#br0">1 10 13617,'0'0'10439,"2"-1"-8339,2-1-1774,0 1 1,0-1 0,0 1 0,0 0-1,1 0 1,-1 1 0,0-1 0,0 1-1,0 0 1,1 0 0,-1 0 0,0 1-1,0 0 1,7 1 0,113 35 877,1 1-698,132 30-1876,-91-22-2057,261 39-1,-352-76-787,-4-3-1563</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7.836"/>
    </inkml:context>
    <inkml:brush xml:id="br0">
      <inkml:brushProperty name="width" value="0.035" units="cm"/>
      <inkml:brushProperty name="height" value="0.035" units="cm"/>
    </inkml:brush>
  </inkml:definitions>
  <inkml:trace contextRef="#ctx0" brushRef="#br0">590 9 12513,'-50'-9'3168,"10"21"-15,6-3-473,-3 6-292,4 0-448,-7 7-475,3-1-265,-3 9-272,-1-3-116,5 9-620,-1 3-572,7-6-984,3 7-505,-7-7-903,4 12-860,3 3-2429,11-6-5316</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8.089"/>
    </inkml:context>
    <inkml:brush xml:id="br0">
      <inkml:brushProperty name="width" value="0.035" units="cm"/>
      <inkml:brushProperty name="height" value="0.035" units="cm"/>
    </inkml:brush>
  </inkml:definitions>
  <inkml:trace contextRef="#ctx0" brushRef="#br0">1 1 15229,'22'10'1312,"-1"1"240,5 5 3612,-8-5-3860,1 0-1,0-2 0,40 14 1,71 14 233,-68-20-963,360 76-2438,-250-59-3150,-1 4-5309,-113-23-74</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8.259"/>
    </inkml:context>
    <inkml:brush xml:id="br0">
      <inkml:brushProperty name="width" value="0.035" units="cm"/>
      <inkml:brushProperty name="height" value="0.035" units="cm"/>
    </inkml:brush>
  </inkml:definitions>
  <inkml:trace contextRef="#ctx0" brushRef="#br0">721 21 12613,'-10'-4'762,"1"0"0,-1 1 0,0 0-1,0 1 1,0 0 0,0 1 0,-1 0-1,1 0 1,0 1 0,0 0 0,-1 1 0,1 0-1,-10 3 1,-10 4 644,0 1 0,1 1-1,1 1 1,-42 24 0,-103 73-25,152-92-2532,2 2 1,0 0-1,-24 29 0,-17 17-6243,31-31 908,10 0-3735</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8.506"/>
    </inkml:context>
    <inkml:brush xml:id="br0">
      <inkml:brushProperty name="width" value="0.035" units="cm"/>
      <inkml:brushProperty name="height" value="0.035" units="cm"/>
    </inkml:brush>
  </inkml:definitions>
  <inkml:trace contextRef="#ctx0" brushRef="#br0">1 0 16073,'2'3'406,"0"-1"-1,1 0 0,-1 0 1,1 0-1,0-1 0,-1 1 1,1-1-1,0 1 0,0-1 1,0 0-1,0 0 0,0 0 1,6 0-1,51 3 4882,-16-1-2813,465 91 1991,-291-41-5930,-69-16-2560,-1-2-3344,-112-27 515,-15-1-4423</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2:28.676"/>
    </inkml:context>
    <inkml:brush xml:id="br0">
      <inkml:brushProperty name="width" value="0.035" units="cm"/>
      <inkml:brushProperty name="height" value="0.035" units="cm"/>
    </inkml:brush>
  </inkml:definitions>
  <inkml:trace contextRef="#ctx0" brushRef="#br0">818 4 11437,'-23'2'2036,"-38"-4"-1,47 0-815,0 1-1,-1 1 1,1 0-1,0 1 0,0 1 1,-1 0-1,-24 7 1,-17 16 1016,1 2 0,-67 45 0,81-43-1940,-48 42 1,67-52-551,1-1-676,2 2 1,-21 25-1,-31 48-5343,48-61 2860,2 3-3099,6-1-3828</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1.850"/>
    </inkml:context>
    <inkml:brush xml:id="br0">
      <inkml:brushProperty name="width" value="0.035" units="cm"/>
      <inkml:brushProperty name="height" value="0.035" units="cm"/>
    </inkml:brush>
  </inkml:definitions>
  <inkml:trace contextRef="#ctx0" brushRef="#br0">131 130 7781,'0'0'11449,"0"-3"-11037,3-27 137,-3 27 1199,-1 1-1354,-5-5 118,0 0 0,-1 0 0,1 1 0,-1 0 0,0 1 0,-1-1 0,1 2 1,-1-1-1,-15-6 0,-22-15 1663,42 25-1449,4 5-587,1 0 0,-1 0 1,0 0-1,1 0 0,0 0 0,0 0 0,0-1 1,1 1-1,2 3 0,-3-5-62,15 21 148,1-1 1,1-1-1,38 32 1,73 47-212,-118-92-14,31 22-775,2-3 1,0-1 0,89 35-1,-76-40-2855,77 17 1,-120-35 1193,1 0 1,23-1 0,-28-2 111,13 3-7445</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2.040"/>
    </inkml:context>
    <inkml:brush xml:id="br0">
      <inkml:brushProperty name="width" value="0.035" units="cm"/>
      <inkml:brushProperty name="height" value="0.035" units="cm"/>
    </inkml:brush>
  </inkml:definitions>
  <inkml:trace contextRef="#ctx0" brushRef="#br0">590 4 13649,'-15'-1'735,"-9"-1"1449,1 2 0,-33 2 0,48-1-1706,0 1 1,0 0-1,0 0 0,1 0 0,-1 1 0,1 0 0,0 0 1,0 1-1,0 0 0,0 0 0,-8 7 0,-31 31 1382,-72 82 0,-27 58-7348,122-151 3112,-5 3-6971,14-11-852</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2.211"/>
    </inkml:context>
    <inkml:brush xml:id="br0">
      <inkml:brushProperty name="width" value="0.035" units="cm"/>
      <inkml:brushProperty name="height" value="0.035" units="cm"/>
    </inkml:brush>
  </inkml:definitions>
  <inkml:trace contextRef="#ctx0" brushRef="#br0">11 27 14537,'0'0'342,"-1"0"-1,1 0 1,-1 0-1,1 0 1,-1-1-1,1 1 1,-1 0-1,1 0 1,-1-1-1,1 1 1,-1 0-1,1-1 1,0 1-1,-1 0 1,1-1-1,-1 1 0,1-1 1,0 1-1,0 0 1,-1-1-1,1 1 1,0-1-1,0 1 1,-1-1-1,1 1 1,0-1-1,0 0 1,10-7 2412,24 0-1601,-5 8-1045,0 2 0,0 0 0,0 3 0,0 0 0,34 12 0,7 0-1508,109 26-4359,-61-12-3558,-70-18 123</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2.384"/>
    </inkml:context>
    <inkml:brush xml:id="br0">
      <inkml:brushProperty name="width" value="0.035" units="cm"/>
      <inkml:brushProperty name="height" value="0.035" units="cm"/>
    </inkml:brush>
  </inkml:definitions>
  <inkml:trace contextRef="#ctx0" brushRef="#br0">982 0 11257,'-8'2'165,"-31"8"2054,0 2 0,-50 22-1,26-5 941,-10 5-664,-122 74-1,101-42-2688,-32 19-1621,-12-6-3139,110-65 685,-38 12 0,42-18-3472</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2.654"/>
    </inkml:context>
    <inkml:brush xml:id="br0">
      <inkml:brushProperty name="width" value="0.035" units="cm"/>
      <inkml:brushProperty name="height" value="0.035" units="cm"/>
    </inkml:brush>
  </inkml:definitions>
  <inkml:trace contextRef="#ctx0" brushRef="#br0">1 22 9597,'33'-18'2334,"-26"15"1569,14 30 324,-3-10-3438,0-1 0,1-1 0,37 24 0,-10-8-239,198 128-1304,-201-134-664,-22-13-95,39 17 0,-46-24-1289,-1-1 0,26 5 1,-11-5-4379</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2.809"/>
    </inkml:context>
    <inkml:brush xml:id="br0">
      <inkml:brushProperty name="width" value="0.035" units="cm"/>
      <inkml:brushProperty name="height" value="0.035" units="cm"/>
    </inkml:brush>
  </inkml:definitions>
  <inkml:trace contextRef="#ctx0" brushRef="#br0">637 6 7893,'-8'-2'870,"1"1"0,0 0 0,0 0 0,-1 0 0,1 1 0,-1 1 0,1-1 0,-11 3 0,5 0-152,1 0 0,0 1 1,0 0-1,-15 9 0,-2 4 101,0 0-1,-47 41 1,-93 86-751,61-50-5204,51-55-1913,41-26 380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3.012"/>
    </inkml:context>
    <inkml:brush xml:id="br0">
      <inkml:brushProperty name="width" value="0.035" units="cm"/>
      <inkml:brushProperty name="height" value="0.035" units="cm"/>
    </inkml:brush>
  </inkml:definitions>
  <inkml:trace contextRef="#ctx0" brushRef="#br0">1 15 8377,'8'-9'3426,"-8"8"-3268,1 1 0,0-1 0,0 1 0,0-1 0,0 1-1,0-1 1,-1 1 0,1-1 0,0 1 0,0 0 0,0 0 0,0-1 0,0 1 0,0 0-1,0 0 1,0 0 0,0 0 0,1 0 0,-1 0 0,0 1 0,0-1 0,0 0-1,-1 0 1,3 1 0,26 16 1294,-5-2-450,141 55 330,-52-26-3222,-96-38 1460,60 18-7190,-43-15 1008</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3.181"/>
    </inkml:context>
    <inkml:brush xml:id="br0">
      <inkml:brushProperty name="width" value="0.035" units="cm"/>
      <inkml:brushProperty name="height" value="0.035" units="cm"/>
    </inkml:brush>
  </inkml:definitions>
  <inkml:trace contextRef="#ctx0" brushRef="#br0">510 7 8173,'-40'0'2092,"16"-7"-416,4 17-168,3-1-252,-9 3-244,-11 6-171,3 0-217,4 3-84,0 3-116,-7 6-224,0 3-492,0 0-548,1-2-481,2-1-263,-3 6-2536,4-9-3085</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3.437"/>
    </inkml:context>
    <inkml:brush xml:id="br0">
      <inkml:brushProperty name="width" value="0.035" units="cm"/>
      <inkml:brushProperty name="height" value="0.035" units="cm"/>
    </inkml:brush>
  </inkml:definitions>
  <inkml:trace contextRef="#ctx0" brushRef="#br0">0 1 8073,'0'0'5416,"4"0"-4170,5 0-855,1 1 0,-1 1 1,0-1-1,0 1 0,0 1 0,0 0 0,0 0 0,9 5 0,68 42 514,-22-12-579,69 27-1817,-38-30-6794,-62-23 1559</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3.630"/>
    </inkml:context>
    <inkml:brush xml:id="br0">
      <inkml:brushProperty name="width" value="0.035" units="cm"/>
      <inkml:brushProperty name="height" value="0.035" units="cm"/>
    </inkml:brush>
  </inkml:definitions>
  <inkml:trace contextRef="#ctx0" brushRef="#br0">831 10 5537,'-37'-9'1856,"7"9"-160,13 6-220,-3-3-344,-7 3-200,-16 6-144,2-3-136,-5 9-132,-1 3-120,-128 57 256,115-41-1004,7-4-436,-4 6-308,-7 3-508,4-3-1868,6 1-1901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3.946"/>
    </inkml:context>
    <inkml:brush xml:id="br0">
      <inkml:brushProperty name="width" value="0.035" units="cm"/>
      <inkml:brushProperty name="height" value="0.035" units="cm"/>
    </inkml:brush>
  </inkml:definitions>
  <inkml:trace contextRef="#ctx0" brushRef="#br0">0 0 8633,'0'0'11576,"3"1"-11004,35 11-39,1-2-1,42 5 1,10 2-352,-78-14-199,188 47-2619,-142-36 404,6 3-4768,-45-8-686</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4.131"/>
    </inkml:context>
    <inkml:brush xml:id="br0">
      <inkml:brushProperty name="width" value="0.035" units="cm"/>
      <inkml:brushProperty name="height" value="0.035" units="cm"/>
    </inkml:brush>
  </inkml:definitions>
  <inkml:trace contextRef="#ctx0" brushRef="#br0">647 7 9541,'-44'-6'2200,"1"27"-144,6 0-248,-3-6-271,10 6-285,-1 0-332,-5 9-40,-5 3-316,1 3-108,0 7-100,3-1-228,-3 0-540,-4 6-716,14 7-904,-10-1-925,0 0-1435,6-9-3401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4.432"/>
    </inkml:context>
    <inkml:brush xml:id="br0">
      <inkml:brushProperty name="width" value="0.035" units="cm"/>
      <inkml:brushProperty name="height" value="0.035" units="cm"/>
    </inkml:brush>
  </inkml:definitions>
  <inkml:trace contextRef="#ctx0" brushRef="#br0">1 0 11265,'0'0'3502,"0"3"-1854,3 7-1087,0 1 1,1-1-1,0 0 0,1-1 1,0 1-1,0-1 1,1 0-1,0 0 0,1 0 1,12 11-1,8 6-48,53 39 0,-23-20-127,95 74-2279,-99-80-1882,2-1-4028,-24-18 256</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4.620"/>
    </inkml:context>
    <inkml:brush xml:id="br0">
      <inkml:brushProperty name="width" value="0.035" units="cm"/>
      <inkml:brushProperty name="height" value="0.035" units="cm"/>
    </inkml:brush>
  </inkml:definitions>
  <inkml:trace contextRef="#ctx0" brushRef="#br0">717 7 9237,'-12'-2'406,"4"0"-23,0 1 1,0 0-1,0 1 0,0 0 0,0 0 0,0 1 1,1 0-1,-1 0 0,0 1 0,-10 3 1,-7 2 454,1 2 1,1 0 0,-1 2 0,2 1 0,-1 0 0,2 2 0,0 1 0,0 0-1,-31 32 1,9 5-697,-65 100 0,21-6-4363,65-110 447,-29 34-1,49-67 3442,-36 49-7111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4.911"/>
    </inkml:context>
    <inkml:brush xml:id="br0">
      <inkml:brushProperty name="width" value="0.035" units="cm"/>
      <inkml:brushProperty name="height" value="0.035" units="cm"/>
    </inkml:brush>
  </inkml:definitions>
  <inkml:trace contextRef="#ctx0" brushRef="#br0">1 0 10445,'0'4'382,"0"-1"-1,0 1 1,0-1 0,0 1 0,1-1-1,0 1 1,0-1 0,0 0 0,0 1-1,0-1 1,1 0 0,0 0 0,-1 0-1,1 0 1,0 0 0,0 0 0,1 0-1,-1-1 1,1 1 0,-1-1 0,1 0-1,0 0 1,3 3 0,11 6 341,0-1-1,37 17 1,-22-12-255,17 8-302,66 21 1,-64-25-3523,1 1-4285,-26-11-954</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5.082"/>
    </inkml:context>
    <inkml:brush xml:id="br0">
      <inkml:brushProperty name="width" value="0.035" units="cm"/>
      <inkml:brushProperty name="height" value="0.035" units="cm"/>
    </inkml:brush>
  </inkml:definitions>
  <inkml:trace contextRef="#ctx0" brushRef="#br0">714 0 10089,'-154'27'2244,"97"-6"-124,10-3-336,4-3-307,-4-3-317,7 7-280,6-1-192,-6 3-112,7 3-128,-4 6-184,7 0-472,-4-6-764,4 6-692,-3-5-961,2 5-2143,8-6-3741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5.329"/>
    </inkml:context>
    <inkml:brush xml:id="br0">
      <inkml:brushProperty name="width" value="0.035" units="cm"/>
      <inkml:brushProperty name="height" value="0.035" units="cm"/>
    </inkml:brush>
  </inkml:definitions>
  <inkml:trace contextRef="#ctx0" brushRef="#br0">1 10 8317,'45'-9'4042,"-40"9"244,-4 1-4078,1 0 1,-1 1-1,1-1 1,0 0-1,-1 0 1,1 0 0,0 0-1,0 0 1,0 0-1,2 0 1,6 4 213,32 26 391,6 5-312,61 27-32,3 2-1784,6-6-4314,-93-47 1284,-1 3-2526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5.591"/>
    </inkml:context>
    <inkml:brush xml:id="br0">
      <inkml:brushProperty name="width" value="0.035" units="cm"/>
      <inkml:brushProperty name="height" value="0.035" units="cm"/>
    </inkml:brush>
  </inkml:definitions>
  <inkml:trace contextRef="#ctx0" brushRef="#br0">600 0 8613,'-8'13'1015,"0"0"0,-1-1 1,-1 0-1,0 0 0,-1-1 0,0 0 0,-16 11 1,-14 15 834,-66 61 197,-80 80-721,77-49-5558,80-90-1378,0-5-3522</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5.855"/>
    </inkml:context>
    <inkml:brush xml:id="br0">
      <inkml:brushProperty name="width" value="0.035" units="cm"/>
      <inkml:brushProperty name="height" value="0.035" units="cm"/>
    </inkml:brush>
  </inkml:definitions>
  <inkml:trace contextRef="#ctx0" brushRef="#br0">1 52 8429,'23'-12'2116,"-3"-3"-424,4 0-124,-4 9-236,-4 3-204,18 3-403,23 0-1,-10 6-128,6 0-140,11 3-128,0 0-312,-1-3-432,4 3-832,-3 0-513,-10 0-2811,-8-3-3557</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6.044"/>
    </inkml:context>
    <inkml:brush xml:id="br0">
      <inkml:brushProperty name="width" value="0.035" units="cm"/>
      <inkml:brushProperty name="height" value="0.035" units="cm"/>
    </inkml:brush>
  </inkml:definitions>
  <inkml:trace contextRef="#ctx0" brushRef="#br0">861 67 7229,'-40'-24'1812,"23"12"-144,4 6-280,-11-6-216,1 2-72,-1 10-96,-2-3-156,-18 6-139,-23 7-153,13 2-136,-6 9-72,-10 6-132,-4 12-492,-6 0-908,-1 3-657,-6 7-2551,10 5-3401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6.429"/>
    </inkml:context>
    <inkml:brush xml:id="br0">
      <inkml:brushProperty name="width" value="0.035" units="cm"/>
      <inkml:brushProperty name="height" value="0.035" units="cm"/>
    </inkml:brush>
  </inkml:definitions>
  <inkml:trace contextRef="#ctx0" brushRef="#br0">76 85 8949,'-21'-22'1664,"10"12"1686,1 0 1,1-1-1,-15-20 1,32 46-2914,0-1-1,2 1 1,0-2 0,0 1 0,1-1 0,25 21 0,88 63 305,-105-84-612,250 160-1388,-87-60-8637,-164-103 4535,-2 2-3088</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6.602"/>
    </inkml:context>
    <inkml:brush xml:id="br0">
      <inkml:brushProperty name="width" value="0.035" units="cm"/>
      <inkml:brushProperty name="height" value="0.035" units="cm"/>
    </inkml:brush>
  </inkml:definitions>
  <inkml:trace contextRef="#ctx0" brushRef="#br0">781 1 9165,'-80'12'2200,"36"0"-268,-9 3-160,6 0-311,-3 9-285,3 0-256,-7 6-232,1 0-184,-1 4-264,-6 2-472,-1 3-884,1 0-804,0 3-3025,3 10-3916</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6.946"/>
    </inkml:context>
    <inkml:brush xml:id="br0">
      <inkml:brushProperty name="width" value="0.035" units="cm"/>
      <inkml:brushProperty name="height" value="0.035" units="cm"/>
    </inkml:brush>
  </inkml:definitions>
  <inkml:trace contextRef="#ctx0" brushRef="#br0">1 0 12929,'0'0'13733,"1"4"-12971,2 4-616,1 0 0,0 1 1,1-2-1,0 1 0,0 0 0,0-1 1,1 0-1,0 0 0,1-1 1,-1 0-1,1 0 0,12 8 0,13 6 84,58 29 0,-89-48-224,86 36-1432,0-4 0,109 26 1,-91-29-1526,-23-7-1044,-28-9-1504,6 1-4586</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7.113"/>
    </inkml:context>
    <inkml:brush xml:id="br0">
      <inkml:brushProperty name="width" value="0.035" units="cm"/>
      <inkml:brushProperty name="height" value="0.035" units="cm"/>
    </inkml:brush>
  </inkml:definitions>
  <inkml:trace contextRef="#ctx0" brushRef="#br0">848 0 13709,'-127'31'2260,"80"-16"9,-10 3-293,-3 3-308,13 0-312,0 3-260,-3 3-312,-1 0-72,8 6-160,-1 1-280,1 5-776,-1 3-204,7-6-444,7 3-604,0-6-440,-7-5-216,7 2-2921,7-3-4276</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7.450"/>
    </inkml:context>
    <inkml:brush xml:id="br0">
      <inkml:brushProperty name="width" value="0.035" units="cm"/>
      <inkml:brushProperty name="height" value="0.035" units="cm"/>
    </inkml:brush>
  </inkml:definitions>
  <inkml:trace contextRef="#ctx0" brushRef="#br0">17 0 11297,'-16'6'12589,"26"3"-10410,48 40-269,-37-30-1640,1 0 0,25 14 0,23 4-1130,1-2 1,115 37-1,-173-68 670,205 68-5258,-81-34-3946,-89-24 1204</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7.635"/>
    </inkml:context>
    <inkml:brush xml:id="br0">
      <inkml:brushProperty name="width" value="0.035" units="cm"/>
      <inkml:brushProperty name="height" value="0.035" units="cm"/>
    </inkml:brush>
  </inkml:definitions>
  <inkml:trace contextRef="#ctx0" brushRef="#br0">764 0 12937,'-150'46'2104,"96"-25"-315,-6 0-237,3-3-352,10 0-272,0 3-184,-10 15-132,0 1-128,7 2-144,10 6-272,0-3-276,10-3-556,-1 7-756,8-1-680,3 0-3181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8.087"/>
    </inkml:context>
    <inkml:brush xml:id="br0">
      <inkml:brushProperty name="width" value="0.035" units="cm"/>
      <inkml:brushProperty name="height" value="0.035" units="cm"/>
    </inkml:brush>
  </inkml:definitions>
  <inkml:trace contextRef="#ctx0" brushRef="#br0">12 1 11805,'-1'1'352,"0"0"0,0 1 0,0-1 0,0 1 0,0 0 0,0-1-1,0 1 1,1 0 0,-1-1 0,1 1 0,-1 0 0,1 0 0,-1-1 0,1 1 0,0 0 0,0 0 0,0 0-1,0-1 1,0 1 0,0 0 0,1 0 0,-1 0 0,1-1 0,-1 1 0,1 0 0,0-1 0,-1 1 0,1 0 0,0-1-1,0 1 1,0-1 0,2 3 0,23 20 1731,-13-11-1596,0-1 0,1 0-1,0-1 1,25 13 0,18 5-330,81 28 0,-5-11-4152,-83-30 1198,-42-13 1944,0-1-1,0 0 1,0 0-1,0-1 0,0 0 1,14 0-1,11-5-4623,4-4-1544</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8.213"/>
    </inkml:context>
    <inkml:brush xml:id="br0">
      <inkml:brushProperty name="width" value="0.035" units="cm"/>
      <inkml:brushProperty name="height" value="0.035" units="cm"/>
    </inkml:brush>
  </inkml:definitions>
  <inkml:trace contextRef="#ctx0" brushRef="#br0">942 1 8273,'-71'6'1932,"44"-3"-200,-9 9 108,-25 18-100,8-3-231,-4 0-233,-7 12-308,-3 10-196,-7 5 8,1 9-308,2 3-192,1 4-544,6 2-804,8 7-912,5-1-3469,4 3-4380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9.430"/>
    </inkml:context>
    <inkml:brush xml:id="br0">
      <inkml:brushProperty name="width" value="0.035" units="cm"/>
      <inkml:brushProperty name="height" value="0.035" units="cm"/>
    </inkml:brush>
  </inkml:definitions>
  <inkml:trace contextRef="#ctx0" brushRef="#br0">49 121 9693,'-2'-2'2072,"-32"-42"4512,33 41-5941,-1-1 1,0 1-1,1 0 0,0 0 0,0-1 0,0 1 1,0-1-1,0 1 0,1-1 0,-1 1 0,1-1 1,0 1-1,0-1 0,1-5 0,-1 8-569,1 0 0,-1 0 0,1 0 0,0 0 1,-1 0-1,1 0 0,0 0 0,-1 0 0,1 0 0,0 1 0,0-1 0,0 0 0,0 0 0,0 1 0,0-1 0,0 0 0,0 1 0,0-1 0,0 1 0,0 0 0,0-1 0,0 1 1,0 0-1,0 0 0,1-1 0,-1 1 0,0 0 0,0 0 0,0 0 0,0 0 0,0 1 0,1-1 0,1 1 0,51 11 1115,-37-7-768,42 13-214,0 2 1,55 28-1,108 65-43,56 24-1773,-229-116 108,109 42-3601,-130-54-693,49 9 0,-57-16-4330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9.603"/>
    </inkml:context>
    <inkml:brush xml:id="br0">
      <inkml:brushProperty name="width" value="0.035" units="cm"/>
      <inkml:brushProperty name="height" value="0.035" units="cm"/>
    </inkml:brush>
  </inkml:definitions>
  <inkml:trace contextRef="#ctx0" brushRef="#br0">1802 7 11309,'-16'-1'352,"-129"-4"3549,72 7-1548,0 4 0,1 3 0,-90 22 0,-129 52 559,227-60-2807,1 2 0,1 3 0,1 3 0,1 2 0,2 3 0,-80 65 0,50-20-3006,-82 98-1,13 5-8220,108-122 2410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3:59.948"/>
    </inkml:context>
    <inkml:brush xml:id="br0">
      <inkml:brushProperty name="width" value="0.035" units="cm"/>
      <inkml:brushProperty name="height" value="0.035" units="cm"/>
    </inkml:brush>
  </inkml:definitions>
  <inkml:trace contextRef="#ctx0" brushRef="#br0">9 1 13845,'-2'3'213,"1"0"-1,0 1 0,-1-1 0,2 0 1,-1 1-1,0-1 0,1 1 0,-1-1 1,1 4-1,1-5 48,0 0 1,-1 0-1,1-1 1,0 1-1,0 0 0,0 0 1,0-1-1,0 1 1,1-1-1,-1 1 1,0-1-1,1 0 0,-1 1 1,1-1-1,0 0 1,1 1-1,-2-1-91,0 0-1,-1 0 1,1 0-1,-1 0 1,1 0-1,-1 0 1,0 0 0,1 1-1,-1-1 1,0 0-1,0 0 1,0 0-1,0 0 1,0 0-1,0 1 1,0-1 0,0 0-1,-1 2 1,1 0 295,1 5-192,1-1 0,-1 1 0,2-1 0,-1 0 1,1 1-1,0-1 0,1 0 0,-1 0 1,2-1-1,-1 1 0,1-1 0,-1 0 1,2 0-1,-1-1 0,12 10 0,3 1-211,0-2 0,0-1 0,39 20 0,-23-17-1399,1-2 0,0-2 0,1-1 0,0-2 0,49 6 0,-76-14-276,1 0 0,-1 0-1,0-2 1,12 0-1,-19 0 1008,53-6-8363</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00.113"/>
    </inkml:context>
    <inkml:brush xml:id="br0">
      <inkml:brushProperty name="width" value="0.035" units="cm"/>
      <inkml:brushProperty name="height" value="0.035" units="cm"/>
    </inkml:brush>
  </inkml:definitions>
  <inkml:trace contextRef="#ctx0" brushRef="#br0">828 0 12181,'-124'72'2128,"60"-35"-244,8-1-183,5 0-253,4 3-124,4 6-344,-4 13-192,0 5-160,7 9-180,-4 4-424,1-4-296,-1-6-496,1 7-500,3-4-576,3-12-628,7-2-2513,3-7-3956</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05.863"/>
    </inkml:context>
    <inkml:brush xml:id="br0">
      <inkml:brushProperty name="width" value="0.05" units="cm"/>
      <inkml:brushProperty name="height" value="0.05" units="cm"/>
      <inkml:brushProperty name="color" value="#F6630D"/>
    </inkml:brush>
  </inkml:definitions>
  <inkml:trace contextRef="#ctx0" brushRef="#br0">44 15 5493,'-9'16'11938,"5"-27"-2447,3-3-6168,-18 9-1422,19 5-1890,0 0-1,-1-1 0,1 1 1,0 0-1,-1 0 0,1 0 1,0 0-1,0 0 0,-1 0 1,1 0-1,0 0 0,-1 0 1,1 0-1,0 0 0,-1 0 1,1 0-1,0 0 0,-1 0 1,1 1-1,0-1 0,0 0 1,-1 0-1,1 0 0,0 0 1,-1 0-1,1 1 0,0-1 1,0 0-1,0 0 0,-1 1 1,1-1-1,0 0 0,0 0 1,0 1-1,-1-1 1,1 0-1,0 0 0,0 1 1,0-1-1,0 0 0,0 1 1,0-1-1,0 0 0,0 1 1,0-1-1,0 0 0,0 1 1,0-1-1,0 0 0,0 0 1,0 1-1,0-1 0,0 0 1,0 1-1,0-1 0,0 0 1,0 1-1,1-1 0,-1 0 1,0 0-1,0 1 0,0-1 1,1 0-1,-1 1 0,9 17-61,7 4 51,0 0 0,1-2 0,2 0 0,0-1 0,0-1 0,30 20 0,143 84 0,-155-100 0,288 145 0,-202-108 0,-93-45-210,1-1 1,50 13-1,-57-20-3422,45 5 0,-59-13-2642,-5-6 3293</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06.364"/>
    </inkml:context>
    <inkml:brush xml:id="br0">
      <inkml:brushProperty name="width" value="0.05" units="cm"/>
      <inkml:brushProperty name="height" value="0.05" units="cm"/>
      <inkml:brushProperty name="color" value="#F6630D"/>
    </inkml:brush>
  </inkml:definitions>
  <inkml:trace contextRef="#ctx0" brushRef="#br0">691 79 4164,'0'0'1472,"-3"-1"-102,-5-2-2202,6 3 1361,1-1 1,-1 1-1,1 0 1,-1-1-1,1 1 0,-1-1 1,1 0-1,-1 0 0,1 1 1,0-1-1,0 0 1,-1 0-1,1 0 0,0 0 1,0 0-1,0-1 0,0 1 1,0 0-1,0 0 1,0-1-1,1 1 0,-1 0 1,-1-3-1,-18-47 12645,15 52-13109,0 1-1,0-1 1,0 1 0,0 0-1,1 1 1,-1-1 0,0 1-1,1 0 1,0 0 0,-8 6 0,12-9-63,-29 27-2,1 0 0,1 2 0,-28 39 0,-9 10 0,-4 0-125,-114 169-1,168-225-545,-47 84-5515,53-89 2911,1 0 1,-7 24-1,1 6-9576</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10.632"/>
    </inkml:context>
    <inkml:brush xml:id="br0">
      <inkml:brushProperty name="width" value="0.05" units="cm"/>
      <inkml:brushProperty name="height" value="0.05" units="cm"/>
      <inkml:brushProperty name="color" value="#004F8B"/>
    </inkml:brush>
  </inkml:definitions>
  <inkml:trace contextRef="#ctx0" brushRef="#br0">27 16 5741,'24'12'1829,"-48"-24"8823,22 10-9719,-22-11 12173,26 15-12660,32 24-413,31 33 0,-35-31-36,59 43 0,70 30 3,4-8 0,201 83 0,-339-166-535,1-1 1,29 6-1,13-3-7560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10.961"/>
    </inkml:context>
    <inkml:brush xml:id="br0">
      <inkml:brushProperty name="width" value="0.05" units="cm"/>
      <inkml:brushProperty name="height" value="0.05" units="cm"/>
      <inkml:brushProperty name="color" value="#004F8B"/>
    </inkml:brush>
  </inkml:definitions>
  <inkml:trace contextRef="#ctx0" brushRef="#br0">1169 0 10805,'0'1'145,"-1"0"1,1 0-1,-1 0 1,1 0-1,-1 0 1,1-1-1,-1 1 1,1 0-1,-1 0 1,0 0-1,1-1 1,-1 1-1,0 0 1,0-1-1,0 1 1,0-1-1,1 1 1,-1-1-1,0 1 1,0-1 0,0 0-1,0 1 1,0-1-1,0 0 1,0 0-1,0 0 1,0 0-1,0 0 1,0 0-1,0 0 1,0 0-1,0 0 1,0 0-1,0 0 1,-2-1-1,0 1 235,0 0-1,-1 0 1,1 0-1,0 0 1,-1 1-1,1-1 1,0 1 0,0 0-1,-1 0 1,1 0-1,-3 2 1,-16 13 1279,1 1 0,0 0 1,2 2-1,-22 24 0,-21 22 601,-392 314-647,289-247-3908,5 5-5068,127-108 5270,-18 17-4711,4-1-4424</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11.390"/>
    </inkml:context>
    <inkml:brush xml:id="br0">
      <inkml:brushProperty name="width" value="0.05" units="cm"/>
      <inkml:brushProperty name="height" value="0.05" units="cm"/>
      <inkml:brushProperty name="color" value="#004F8B"/>
    </inkml:brush>
  </inkml:definitions>
  <inkml:trace contextRef="#ctx0" brushRef="#br0">61 36 11333,'-34'-27'8269,"32"25"-5927,-17-5 587,19 7-2840,-1 0 0,1 0 0,0 0 0,0 0 0,0 0 0,-1 0 0,1 1 0,0-1 0,0 0 0,0 0 0,-1 0-1,1 0 1,0 0 0,0 0 0,0 0 0,-1 0 0,1 0 0,0 1 0,0-1 0,0 0 0,0 0 0,0 0 0,-1 0 0,1 1 0,0-1 0,0 0 0,0 0 0,0 0 0,0 0-1,0 1 1,0-1 0,0 0 0,0 0 0,0 0 0,0 1 0,0-1 0,0 0 0,0 0 0,0 0 0,0 1 0,12 30 4131,-8-23-4686,23 43 626,3-2 1,64 81-1,-21-32-148,54 60-2038,-35-61-8346,-71-79 3783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11.547"/>
    </inkml:context>
    <inkml:brush xml:id="br0">
      <inkml:brushProperty name="width" value="0.05" units="cm"/>
      <inkml:brushProperty name="height" value="0.05" units="cm"/>
      <inkml:brushProperty name="color" value="#004F8B"/>
    </inkml:brush>
  </inkml:definitions>
  <inkml:trace contextRef="#ctx0" brushRef="#br0">895 78 10305,'0'-3'184,"0"1"0,-1 0 0,1 0 0,0 0 0,-1 0 1,0 0-1,1 0 0,-1 0 0,0 0 0,0 0 0,0 0 0,0 0 0,0 0 0,-1 0 0,1 1 0,-1-1 1,1 1-1,-3-3 0,-1 1 409,1-1 1,-1 1-1,0 0 1,0 1 0,-1-1-1,1 1 1,-6-2-1,-6 0 1257,0 0 0,1 2 0,-1-1 0,-27 1 0,12 4-870,0 1-1,1 1 0,-1 2 1,-46 15-1,-121 54-910,175-65-69,1-1 0,1 2 0,-39 24 0,46-25-69,0-1-137,1 1-1,0 1 1,0 0 0,1 1 0,0 0-1,-12 17 1,15-16-1722,0 1 0,-13 23 0,20-30 86,0-1 1,0 1-1,1 0 1,-3 13-1,3 19-11436</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12.422"/>
    </inkml:context>
    <inkml:brush xml:id="br0">
      <inkml:brushProperty name="width" value="0.05" units="cm"/>
      <inkml:brushProperty name="height" value="0.05" units="cm"/>
      <inkml:brushProperty name="color" value="#004F8B"/>
    </inkml:brush>
  </inkml:definitions>
  <inkml:trace contextRef="#ctx0" brushRef="#br0">234 100 7997,'-37'-7'1985,"30"5"-279,6 0-1376,1-1 1,-1 1-1,0 0 1,0-1 0,0 1-1,0 0 1,0 0-1,0 0 1,-1-1 0,1 1-1,-1 1 1,1-1-1,-1 0 1,0 0 0,0 0-1,0 1 1,0-1-1,0 1 1,0 0-1,0 0 1,-3-1 0,-1-2-276,3 2 1135,1 1-883,-19-11 2180,-47-16 1,66 27-1368,-18 10 72,17-7-1047,1 0 1,-1-1 0,1 2-1,0-1 1,0 0-1,0 0 1,0 1 0,0-1-1,1 1 1,-1-1-1,1 1 1,-1 0-1,1 0 1,0-1 0,0 1-1,0 0 1,1 0-1,-1 0 1,1 0 0,0 0-1,-1 6 1,1 6 268,0 0 1,1 0 0,4 22 0,-1-19-392,1 0 0,0 0 0,2-1 1,0 0-1,1 0 0,0-1 1,1 0-1,18 23 0,-7-14-260,0-2 0,2 0-1,0-1 1,35 26 0,-44-38-1053,1-1-1,0 0 1,28 12 0,-35-18 214,0-1-1,0 0 1,0 0 0,11 1-1,-14-2 113,0-1 0,0 0-1,0 0 1,0 0-1,-1-1 1,1 1 0,0-1-1,0 0 1,4-2-1,6-5-7549</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12.565"/>
    </inkml:context>
    <inkml:brush xml:id="br0">
      <inkml:brushProperty name="width" value="0.05" units="cm"/>
      <inkml:brushProperty name="height" value="0.05" units="cm"/>
      <inkml:brushProperty name="color" value="#004F8B"/>
    </inkml:brush>
  </inkml:definitions>
  <inkml:trace contextRef="#ctx0" brushRef="#br0">791 0 10365,'-73'51'2276,"29"-24"-192,7 1-295,1-7-197,5 0-436,-5 6-248,-1 6-172,-14 6-144,1 7-180,0-4-348,-7 3-732,-7-9-936,-9 9-1160,-4 10-2237,3 2-3952</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13.194"/>
    </inkml:context>
    <inkml:brush xml:id="br0">
      <inkml:brushProperty name="width" value="0.05" units="cm"/>
      <inkml:brushProperty name="height" value="0.05" units="cm"/>
      <inkml:brushProperty name="color" value="#004F8B"/>
    </inkml:brush>
  </inkml:definitions>
  <inkml:trace contextRef="#ctx0" brushRef="#br0">1 16 6925,'10'-5'3194,"17"-3"13603,-20 7-15398,-1 0-4524,-2 1 4060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13.861"/>
    </inkml:context>
    <inkml:brush xml:id="br0">
      <inkml:brushProperty name="width" value="0.05" units="cm"/>
      <inkml:brushProperty name="height" value="0.05" units="cm"/>
      <inkml:brushProperty name="color" value="#004F8B"/>
    </inkml:brush>
  </inkml:definitions>
  <inkml:trace contextRef="#ctx0" brushRef="#br0">104 55 8017,'1'0'122,"-1"-1"-1,1 1 1,0 0 0,-1-1 0,1 1 0,-1 0-1,0-1 1,1 1 0,-1-1 0,1 1 0,-1-1 0,1 1-1,-1-1 1,0 1 0,1-1 0,-1 1 0,0-1 0,0 1-1,1-1 1,-1 1 0,0-1 0,0 0 0,0 1-1,0-1 1,0 1 0,0-1 0,0 0 0,0 0 0,-15-3 3683,4 2-3095,8 2 843,-1-4-480,-1 0 0,0 1 0,0 0 1,0 0-1,-9-4 0,-9-1 406,21 7 584,-1 2-1741,2-1-292,0 0 0,0 0 0,0 1 0,1-1 0,-1 1 0,0-1 0,0 1 0,0-1 0,0 1 1,1 0-1,-1-1 0,0 1 0,0 0 0,1 0 0,-1-1 0,1 1 0,-1 0 0,1 0 0,-1 0 0,1 0 1,-1 0-1,1 0 0,0 0 0,-1 0 0,1 0 0,0 0 0,0 0 0,0 0 0,0 2 0,1 0 42,0 1-1,0 0 0,1 0 0,-1 0 0,1-1 0,4 7 1,0 1 5,43 73 478,61 77 1,-61-92-348,-31-44-247,133 182-2873,-41-81-5676,-106-123 7933,14 20-6933,-12-6-364</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18.790"/>
    </inkml:context>
    <inkml:brush xml:id="br0">
      <inkml:brushProperty name="width" value="0.05" units="cm"/>
      <inkml:brushProperty name="height" value="0.05" units="cm"/>
      <inkml:brushProperty name="color" value="#004F8B"/>
    </inkml:brush>
  </inkml:definitions>
  <inkml:trace contextRef="#ctx0" brushRef="#br0">640 106 5116,'2'-4'845,"0"-1"-1,0 1 0,0-1 1,0 1-1,-1-1 0,0 0 1,1-5-1,1-2 845,-1 9-998,26-23 761,-25 24 517,-2 1-1902,-1 0 1,1 0-1,0-1 0,0 1 1,0 0-1,0 0 1,0 0-1,0 0 1,0 0-1,0 0 1,0 0-1,1 0 1,-1 0-1,3-1 1,0-1 1216,-17 41-389,-2-1 0,-1 0 1,-3-2-1,-24 39 0,-108 127 1312,-126 172-2618,251-336-689,2 1-1,2 1 0,2 1 0,1 1 0,-15 52 0,21-53-816,7-24-255,2 1 1,-6 26-1,10 11-6047</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25.050"/>
    </inkml:context>
    <inkml:brush xml:id="br0">
      <inkml:brushProperty name="width" value="0.035" units="cm"/>
      <inkml:brushProperty name="height" value="0.035" units="cm"/>
      <inkml:brushProperty name="color" value="#008C3A"/>
    </inkml:brush>
  </inkml:definitions>
  <inkml:trace contextRef="#ctx0" brushRef="#br0">34 21 12945,'0'1'193,"0"-1"-1,-1 0 0,1 1 1,-1-1-1,1 0 0,0 1 1,-1-1-1,1 0 1,-1 1-1,1-1 0,-1 0 1,1 0-1,-1 0 0,1 0 1,-1 1-1,0-1 1,1 0-1,-1 0 0,1 0 1,-1 0-1,1 0 0,-1 0 1,1 0-1,-1 0 1,0-1-1,1 1 0,-1 0 1,1 0-1,-1 0 0,1-1 1,-1 1-1,1 0 1,-1 0-1,1-1 0,0 1 1,-1-1-1,-14-21 11949,17 23-11647,2 2-488,0 0 0,0 0 1,-1 0-1,1 1 1,-1-1-1,0 1 0,0 0 1,0 0-1,0 0 1,-1 0-1,1 1 0,2 7 1,17 26-21,9 2 14,2-1 0,68 61 0,89 56 0,-88-80-14,152 86 0,-238-153-848,2-1 1,26 10-1,-17-10-3566,1-1-4364,-9-1-5158</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25.222"/>
    </inkml:context>
    <inkml:brush xml:id="br0">
      <inkml:brushProperty name="width" value="0.035" units="cm"/>
      <inkml:brushProperty name="height" value="0.035" units="cm"/>
      <inkml:brushProperty name="color" value="#008C3A"/>
    </inkml:brush>
  </inkml:definitions>
  <inkml:trace contextRef="#ctx0" brushRef="#br0">835 1 17038,'-8'1'1069,"1"1"0,-1 0 1,1 1-1,0 0 0,0 0 1,0 0-1,0 1 0,0 0 1,1 1-1,-8 6 0,-8 4 477,-17 14-1079,0 2 0,2 2 0,2 2 0,-37 45 0,25-28-381,9-10-86,-248 290 0,263-299-2110,-19 40 1,11-20-1812,6-5-4238,12-5-5325</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25.772"/>
    </inkml:context>
    <inkml:brush xml:id="br0">
      <inkml:brushProperty name="width" value="0.035" units="cm"/>
      <inkml:brushProperty name="height" value="0.035" units="cm"/>
      <inkml:brushProperty name="color" value="#008C3A"/>
    </inkml:brush>
  </inkml:definitions>
  <inkml:trace contextRef="#ctx0" brushRef="#br0">0 1 10269,'3'6'1097,"-1"1"0,0 0 0,0-1 0,0 1 0,-1 0 0,1 13 0,-1-14-560,0 1 0,0-1 0,1 0 1,-1 0-1,2 0 0,-1 0 0,1 0 1,-1-1-1,2 1 0,-1-1 0,1 0 1,5 7-1,7 6 1438,33 32-1,21 7-483,104 65 0,-30-23-587,-111-77-2818,42 21 1,-15-9-840,-54-31 1314,0 0 0,0 0 1,0-1-1,0 1 0,12 2 0,-6-2-2727,11 3-6238</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25.929"/>
    </inkml:context>
    <inkml:brush xml:id="br0">
      <inkml:brushProperty name="width" value="0.035" units="cm"/>
      <inkml:brushProperty name="height" value="0.035" units="cm"/>
      <inkml:brushProperty name="color" value="#008C3A"/>
    </inkml:brush>
  </inkml:definitions>
  <inkml:trace contextRef="#ctx0" brushRef="#br0">938 31 13941,'-97'-27'3300,"92"26"-2852,0 0-1,0 0 1,0 1 0,-1-1 0,1 1-1,0 0 1,-1 1 0,1-1-1,0 1 1,-7 2 0,-6 1 769,-4 1-313,0 1 0,0 1 0,1 1 0,-36 19-1,-84 56 3537,95-54-4015,10-6-427,2 2 0,0 1 0,2 2 0,0 1 0,3 1-1,0 2 1,-35 51 0,20-31-664,35-43-212,0 0 1,1 1-1,0 0 0,0 0 0,1 1 1,1 0-1,0 0 0,-7 17 0,9-9-1756,0 0-1,-1 20 0,-2 40-10661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26.438"/>
    </inkml:context>
    <inkml:brush xml:id="br0">
      <inkml:brushProperty name="width" value="0.035" units="cm"/>
      <inkml:brushProperty name="height" value="0.035" units="cm"/>
      <inkml:brushProperty name="color" value="#008C3A"/>
    </inkml:brush>
  </inkml:definitions>
  <inkml:trace contextRef="#ctx0" brushRef="#br0">1 22 12681,'13'-21'10958,"-10"22"-9179,37 14 286,-1 2 0,66 39 0,-21-10-1190,321 190-3297,-231-129-4015,-120-76 3562</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26.629"/>
    </inkml:context>
    <inkml:brush xml:id="br0">
      <inkml:brushProperty name="width" value="0.035" units="cm"/>
      <inkml:brushProperty name="height" value="0.035" units="cm"/>
      <inkml:brushProperty name="color" value="#008C3A"/>
    </inkml:brush>
  </inkml:definitions>
  <inkml:trace contextRef="#ctx0" brushRef="#br0">925 31 9701,'-1'-2'203,"0"0"-1,0 0 1,0 0 0,0 0-1,0 0 1,0 0 0,-1 0-1,1 0 1,-1 1 0,1-1-1,-1 0 1,1 1 0,-1 0-1,0-1 1,-3-1 0,1 3 251,0-1 0,1 1 0,-1 0 0,0 0 0,0 1 0,1-1 0,-1 1 0,0 0 0,-3 1 0,-5 1 352,0-1-66,1 1 0,-1 1 0,1 0 0,-1 0 1,1 1-1,0 1 0,1 0 0,0 0 0,-18 15 1,-11 15 656,2 2 0,1 1 1,-42 60-1,-76 142 3,-21 25-5678,144-226 2871,9-12-449,1 1-1,-28 50 0,7 22-5103,7 1-4522</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34.419"/>
    </inkml:context>
    <inkml:brush xml:id="br0">
      <inkml:brushProperty name="width" value="0.035" units="cm"/>
      <inkml:brushProperty name="height" value="0.035" units="cm"/>
      <inkml:brushProperty name="color" value="#008C3A"/>
    </inkml:brush>
  </inkml:definitions>
  <inkml:trace contextRef="#ctx0" brushRef="#br0">674 1022 7441,'19'-3'1917,"-15"3"1432,-6-2-1817,0 0-1200,1 0 0,-1 0 0,0 1 0,1-1-1,-1 0 1,1 0 0,0 0 0,0 0 0,0-1 0,0 1 0,0 0 0,0 0 0,0-1 0,1 1 0,-1 0 0,1-1 0,0 1 0,0-5 0,-3-15 159,1 17 65,0-1 1,-1 1-1,1 0 1,-1 0-1,0 0 1,-1 0-1,1 0 1,-8-6-1,-8-14 1105,18 23-1213,1-18 369,0 12-685,1 0-1,0 0 0,0 0 0,0 0 1,1 0-1,0 1 0,1-1 0,-1 1 1,7-12-1,2 1-74,0 1 0,20-22 0,-25 31-20,99-112 144,34-45-121,-91 100-75,76-113-196,-84 122 156,-29 43-68,-1 0 0,15-27 0,-38 25 8,11 13 99,-1 1 0,1-1 0,0 1 0,-1 0 0,1-1 0,-1 1 0,1 0 0,-1 0 1,0 1-1,1-1 0,-1 0 0,0 1 0,0 0 0,1 0 0,-5 0 0,-49 5-105,27-2 30,14-2 54,-1 1 0,2 0 0,-1 1 0,0 1-1,0 1 1,1-1 0,0 2 0,0 0 0,1 1 0,-1 0-1,-20 17 1,19-12 34,1 0 0,1 2 0,0-1 1,0 2-1,2 0 0,0 0 0,0 1 0,2 0 0,-8 18 0,-5 18 41,2 0 0,3 1 0,2 1 0,-13 86 0,-6 229 252,24-222-217,0-21-17,3 3 3,-7 0 1,-34 150-1,1-115-8,-74 171 0,-94 144 22,154-362-42,-8 19-23,68-134-120,17-25-1020,25-35-1721,48-96-1,-12 2-4296,-56 108 3840,19-37-6322</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34.590"/>
    </inkml:context>
    <inkml:brush xml:id="br0">
      <inkml:brushProperty name="width" value="0.035" units="cm"/>
      <inkml:brushProperty name="height" value="0.035" units="cm"/>
      <inkml:brushProperty name="color" value="#008C3A"/>
    </inkml:brush>
  </inkml:definitions>
  <inkml:trace contextRef="#ctx0" brushRef="#br0">1 64 7921,'33'-12'1588,"-12"6"-232,-5 0-208,8-3-164,-4 0-160,7 3-164,-4 0-76,11 3-116,-4-3-84,7 6-92,16 3-83,-19 3-298,2 3-387,5 3-548,-4 3-356,3 0-2516,3 6-2673</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34.760"/>
    </inkml:context>
    <inkml:brush xml:id="br0">
      <inkml:brushProperty name="width" value="0.035" units="cm"/>
      <inkml:brushProperty name="height" value="0.035" units="cm"/>
      <inkml:brushProperty name="color" value="#008C3A"/>
    </inkml:brush>
  </inkml:definitions>
  <inkml:trace contextRef="#ctx0" brushRef="#br0">423 1 12801,'-50'45'2444,"13"-3"297,7 1-369,-1-7-372,8 3-452,-4 3-208,0 15-300,1 10-244,-5 8-435,5 3-938,-1 7-543,3-7-760,4-2-664,-3-10-820,6 3-1981,14-8-4284</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35.442"/>
    </inkml:context>
    <inkml:brush xml:id="br0">
      <inkml:brushProperty name="width" value="0.035" units="cm"/>
      <inkml:brushProperty name="height" value="0.035" units="cm"/>
      <inkml:brushProperty name="color" value="#008C3A"/>
    </inkml:brush>
  </inkml:definitions>
  <inkml:trace contextRef="#ctx0" brushRef="#br0">298 689 12573,'9'-16'700,"-2"0"-1,0 0 1,-1-1-1,0 0 1,-2-1-1,0 1 1,3-28-1,-4 23-12,1 1-1,1-1 1,1 1-1,1 0 1,1 0-1,1 1 1,0 0-1,2 1 1,17-25-1,-20 32-562,0 1 0,1 0 0,1 0 0,0 1 0,0 0 0,1 1 0,0 0 0,1 1 0,0 0 0,0 1 0,1 0 0,-1 1 0,2 0 0,-1 1 0,17-3 0,-24 7-106,-1 0 0,1 0 1,0 1-1,-1 0 0,1 1 1,-1-1-1,1 1 0,0 0 1,-1 0-1,0 1 0,1 0 0,-1 0 1,0 0-1,0 0 0,0 1 1,0 0-1,0 0 0,0 0 1,-1 1-1,0-1 0,0 1 1,0 0-1,0 0 0,0 1 0,4 6 1,3 6-237,-1 0 1,-1 1 0,0 0-1,-1 0 1,9 32 0,-6-9-970,8 49 0,-6-30-298,-13-58 1006,6-37-1090,-22-232 1092,3 103 689,7 86 377,6 78-579,0 0 0,-1 0 0,1-1 0,0 1 0,0 0 0,0 0 0,0 0 0,0 0 0,-1-1-1,1 1 1,0 0 0,0 0 0,0 0 0,-1 0 0,1 0 0,0 0 0,0-1 0,0 1 0,-1 0 0,1 0 0,0 0 0,0 0-1,0 0 1,-1 0 0,1 0 0,0 0 0,0 0 0,-1 0 0,1 0 0,0 0 0,0 0 0,-1 0 0,1 0 0,0 0 0,0 1-1,0-1 1,-1 0 0,1 0 0,0 0 0,0 0 0,0 0 0,0 0 0,-1 1 0,-10 5 106,11-6-97,-6 5 62,-1 1 0,1 1 0,0-1 0,1 1 0,0 0 0,0 0 0,0 0 0,1 1 0,0 0 0,0-1 0,-3 15 0,-9 12 215,-83 232 1818,62-156-1421,-65 187 736,-102 282-172,67-228-1817,41-121-3413,59-140 296,15-29-3545,11-24-2302</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35.645"/>
    </inkml:context>
    <inkml:brush xml:id="br0">
      <inkml:brushProperty name="width" value="0.035" units="cm"/>
      <inkml:brushProperty name="height" value="0.035" units="cm"/>
      <inkml:brushProperty name="color" value="#008C3A"/>
    </inkml:brush>
  </inkml:definitions>
  <inkml:trace contextRef="#ctx0" brushRef="#br0">1 16 12161,'10'-12'8265,"10"9"-8021,20 3-608,0 6-600,7 3-540,7 0-357,-7 0-859,6-3-1124,4 9-2585</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35.816"/>
    </inkml:context>
    <inkml:brush xml:id="br0">
      <inkml:brushProperty name="width" value="0.035" units="cm"/>
      <inkml:brushProperty name="height" value="0.035" units="cm"/>
      <inkml:brushProperty name="color" value="#008C3A"/>
    </inkml:brush>
  </inkml:definitions>
  <inkml:trace contextRef="#ctx0" brushRef="#br0">485 0 7189,'-25'31'1764,"24"-30"-1594,0 0-1,0 0 0,0 0 0,0 0 0,0 0 0,0 1 0,1-1 0,-1 0 1,0 1-1,1-1 0,-1 1 0,1-1 0,0 1 0,-1-1 0,1 2 0,-2 7 381,-1-4-199,0 0 0,-1 0 0,0-1 0,0 1 0,0-1 0,-1 0 0,1 0 0,-1 0 0,-10 7 0,-61 38 2149,27-19-1497,-11 11 105,-105 83 1584,159-119-2534,0 0 0,1 0-1,0 1 1,0 0 0,0 0 0,1 0-1,-4 9 1,7-14-128,1 0 0,0 0-1,0-1 1,0 1-1,0 0 1,0 0 0,0 0-1,0 0 1,1 0 0,-1 0-1,1-1 1,-1 1 0,1 0-1,0 0 1,0-1 0,0 1-1,0 0 1,0-1 0,0 1-1,0-1 1,0 1 0,0-1-1,3 2 1,32 29-265,-34-31 220,8 6-225,0-1-1,1 0 1,-1 0 0,1-1 0,1-1 0,-1 0 0,20 4 0,87 9-3170,-84-13 2176,67 7-4600,10-2-3529</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38.212"/>
    </inkml:context>
    <inkml:brush xml:id="br0">
      <inkml:brushProperty name="width" value="0.035" units="cm"/>
      <inkml:brushProperty name="height" value="0.035" units="cm"/>
      <inkml:brushProperty name="color" value="#008C3A"/>
    </inkml:brush>
  </inkml:definitions>
  <inkml:trace contextRef="#ctx0" brushRef="#br0">185 153 6065,'0'0'1535,"-2"-2"-7,-10-18 2098,13 10-304,15 6-162,-15 1-2775,11-63 2932,-11 63-3214,-3 1-199,-13-20 93,14 19-33,-8-12 138,1 12 670,6 5-617,1 0 0,-1-1 0,0 1 0,1 0 0,-1 0 0,1 0 0,0 0 0,0 0 1,-2 4-1,-3 7-184,-16 32 802,3 0 0,1 2 0,-21 93 1,35-123-672,-8 30 125,1 0-1,3 1 0,-3 58 0,11-103-81,3-5-176,-1-1 1,1 0 0,0 0 0,-1-1 1,1 1-1,-1 0 0,0-1 0,0 1 1,-1-1-1,2-4 0,2-6-173,-3 8 30,0 0-1,0 1 1,1-1-1,-1 0 1,1 1 0,0 0-1,0-1 1,1 1 0,0 1-1,5-6 1,-7 8-315,1-1 150,0 0 0,0 0 0,-1 0 0,1-1 0,-1 1 0,1-1 0,-1 1 0,0-1 0,2-6-1,-2 5-334,0-1 0,-1 0-1,1 1 1,-1-1 0,0 0-1,-1 0 1,1 0 0,-1 0-1,-1-9 1,-4-12-5489</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38.984"/>
    </inkml:context>
    <inkml:brush xml:id="br0">
      <inkml:brushProperty name="width" value="0.035" units="cm"/>
      <inkml:brushProperty name="height" value="0.035" units="cm"/>
      <inkml:brushProperty name="color" value="#008C3A"/>
    </inkml:brush>
  </inkml:definitions>
  <inkml:trace contextRef="#ctx0" brushRef="#br0">55 84 8701,'14'-28'2167,"-15"27"-1901,1 0 1,-1-1-1,1 1 0,-1 0 1,0-1-1,1 1 1,-1 0-1,0 0 1,0 0-1,0-1 1,0 1-1,0 0 1,0 0-1,0 1 1,0-1-1,0 0 0,-1 0 1,1 0-1,-1 0 1,-12-14 3103,-4-2 104,18 17-3447,0 0-1,-1 0 1,1 0 0,0-1-1,-1 1 1,1 0 0,-1 0 0,1 0-1,0 0 1,-1-1 0,1 1 0,-1 0-1,1 0 1,0 0 0,-1 0 0,1 0-1,-1 0 1,1 0 0,-1 0-1,1 0 1,0 1 0,-1-1 0,1 0-1,-1 0 1,1 0 0,0 0 0,-1 0-1,1 1 1,0-1 0,-1 0 0,1 0-1,0 1 1,-1-1 0,1 0-1,0 1 1,0-1 0,-1 0 0,1 1-1,-4 21 300,11 22-177,-6-40 575,1-6-658,4-2-685,9-6 2849,-13 11-775,-7 8-864,5-7-553,-1-1 0,0 1 0,0 0-1,1 0 1,-1 0 0,1 0 0,0 0 0,-1 0 0,1 0 0,0 0 0,0 0 0,0-1 0,1 1 0,-1 0 0,0 0 0,1 0 0,-1 0 0,2 3 0,18 38 407,-17-38-382,8 13-8,0 0 0,2-1 0,0 0 0,1-1 0,1 0 0,1-1 0,0-1-1,0 0 1,2-1 0,-1-1 0,2-1 0,21 10 0,-7-6-149,0-1 0,1-2-1,1-1 1,0-2 0,0-1-1,59 5 1,-82-13 67,-1 1 0,1-1 0,0-1 0,-1 0 0,1-1 0,-1 0 0,0-1 0,0 0 0,0-1 0,0 0 0,14-8 1,-10 3 2,0 0 1,-1-1-1,0-1 1,-1-1-1,0 0 1,21-25-1,-13 9 6,-1 0-1,25-50 1,-40 69 26,6-10 161,22-30 1,-29 68 600,-4 9-386,-2 0 0,-1 0 0,-11 47 0,0-2-15,-17 182-369,15-109 0,-42 176 0,-111 192 0,-41-16 0,200-474 0,-91 185 0,100-206 0,0-1 0,-1 0 0,1 0 0,-1 1 0,1-1 0,-1 0 0,0 0 0,0 0 0,0-1 0,-3 4 0,4-5 0,0 1 0,0-1 0,0 1 0,0-1 0,0 0 0,0 0 0,0 1 0,0-1 0,0 0 0,0 0 0,0 0 0,0 0 0,0 0 0,0 0 0,0 0 0,0 0 0,0 0 0,0-1 0,-1 1 0,-1-2 0,1 1 0,0-1 0,0 1 0,0-1 0,0 0 0,0 0 0,0 0 0,0 0 0,1 0 0,-1 0 0,1 0 0,0-1 0,-1 1 0,1-1 0,0 1 0,0 0 0,0-4 0,-3-8 0,2 0 0,0 0 0,1 0 0,0 0 0,1 0 0,0 0 0,5-26 0,1 10 0,0 0 0,17-43 0,3 8-508,2 2 0,4 1 0,2 1-1,2 2 1,4 2 0,1 1 0,53-53 0,-15 28-1146,4 4 0,3 4-1,150-99 1,-205 152-1942,40-20 0,41-5-8313</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39.140"/>
    </inkml:context>
    <inkml:brush xml:id="br0">
      <inkml:brushProperty name="width" value="0.035" units="cm"/>
      <inkml:brushProperty name="height" value="0.035" units="cm"/>
      <inkml:brushProperty name="color" value="#008C3A"/>
    </inkml:brush>
  </inkml:definitions>
  <inkml:trace contextRef="#ctx0" brushRef="#br0">238 199 14401,'-80'-78'3061,"50"60"-297,6-6-284,18 12-316,-18-6-456,7 6-407,4 0-237,0 3 112,-4-1-1328,4 4-768,19 18-488,8 19-917,-8-19-899,8 12-3301,2 18-6056</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40.266"/>
    </inkml:context>
    <inkml:brush xml:id="br0">
      <inkml:brushProperty name="width" value="0.035" units="cm"/>
      <inkml:brushProperty name="height" value="0.035" units="cm"/>
      <inkml:brushProperty name="color" value="#008C3A"/>
    </inkml:brush>
  </inkml:definitions>
  <inkml:trace contextRef="#ctx0" brushRef="#br0">11 19 10897,'0'-1'76,"0"0"-1,1 0 1,-1 0 0,0-1-1,0 1 1,1 0 0,-1 0-1,1 0 1,-1 0 0,1 0-1,-1 0 1,1 1 0,0-1-1,-1 0 1,1 0 0,0 0-1,1-1 1,2 18 1095,-4-6-662,0 0 0,-1 0 0,0 0 0,-4 11 0,-11 45 1732,16-65-2205,-1 0 0,1 0-1,0 1 1,-1-1 0,1 0-1,0 1 1,0-1-1,0 1 1,0-1 0,0 0-1,0 1 1,1-1 0,-1 0-1,1 3 1,1 4 51,-2-1-113,0 0 0,1-1 0,0 1 0,0 0 0,0-1 0,1 1 0,0-1 1,0 1-1,1-1 0,0 0 0,0 0 0,0 0 0,1 0 0,-1-1 0,2 0 0,-1 1 1,7 5-1,5 2-1149,0 0 1,1-2 0,0 0 0,0-1 0,1 0-1,31 10 1,37 13-5994</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40.474"/>
    </inkml:context>
    <inkml:brush xml:id="br0">
      <inkml:brushProperty name="width" value="0.035" units="cm"/>
      <inkml:brushProperty name="height" value="0.035" units="cm"/>
      <inkml:brushProperty name="color" value="#008C3A"/>
    </inkml:brush>
  </inkml:definitions>
  <inkml:trace contextRef="#ctx0" brushRef="#br0">275 169 13013,'-7'-21'4697,"-13"12"-3661,7 3-204,-4-6-160,-7-15-120,-2 12-116,-5-3-92,1 3-84,20 6-504,-10 0-592,0-3-992,-10 3-1109,3 2-1739</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51.027"/>
    </inkml:context>
    <inkml:brush xml:id="br0">
      <inkml:brushProperty name="width" value="0.035" units="cm"/>
      <inkml:brushProperty name="height" value="0.035" units="cm"/>
      <inkml:brushProperty name="color" value="#008C3A"/>
    </inkml:brush>
  </inkml:definitions>
  <inkml:trace contextRef="#ctx0" brushRef="#br0">50 69 16065,'-36'-27'3069,"35"27"-2898,0 0-1,1-1 0,-1 1 0,0-1 0,0 1 0,0-1 0,1 1 0,-1-1 1,0 0-1,1 1 0,-1-1 0,1 0 0,-1 0 0,1 1 0,-1-1 1,1 0-1,-1 0 0,1 0 0,0 1 0,-1-1 0,1 0 0,0 0 0,0 0 1,-1 0-1,1 0 0,0 0 0,0 0 0,0 0 0,0 1 0,1-1 0,-1 0 1,0 0-1,0 0 0,0 0 0,1 0 0,-1 0 0,0 0 0,1 1 1,-1-1-1,1 0 0,0-1 0,4-7 5303,3 43-4459,2 116-1014,-5-34 0,13 153 0,-19 305 0,-9-334-2820,10-171 35,14 101-1,0-108-5159,5-10-5502</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51.318"/>
    </inkml:context>
    <inkml:brush xml:id="br0">
      <inkml:brushProperty name="width" value="0.035" units="cm"/>
      <inkml:brushProperty name="height" value="0.035" units="cm"/>
      <inkml:brushProperty name="color" value="#008C3A"/>
    </inkml:brush>
  </inkml:definitions>
  <inkml:trace contextRef="#ctx0" brushRef="#br0">1186 1 16069,'-132'121'5792,"-12"22"-2728,-137 176 1,-96 181 1712,153-176-4777,200-297 0,24-26 0,0-1 0,0 0 0,-1 0 0,1 0 0,0 0 0,0 1 0,0-1 0,-1 0 0,1 0 0,0 1 0,0-1 0,0 0 0,0 0 0,-1 1 0,1-1 0,0 0 0,0 0 0,0 1 0,0-1 0,0 0 0,0 1 0,0-1 0,0 0 0,0 0 0,0 1 0,0-1 0,0 0 0,0 1 0,0-1 0,0 0 0,0 0 0,0 1 0,0-1 0,0 0 0,1 0 0,-1 1 0,0-1 0,0 1 0,6 0 0,0-1 0,0 1 0,0-1 0,0 0 0,0 0 0,0 0 0,0-1 0,6-1 0,-4 0 0,61-5 0,-1 3 0,112 8 0,134 41 0,-270-36 8,151 33-107,-124-24-69,186 41-2480,-120-37-1164,49 10-7227,-82-9-986</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51.770"/>
    </inkml:context>
    <inkml:brush xml:id="br0">
      <inkml:brushProperty name="width" value="0.035" units="cm"/>
      <inkml:brushProperty name="height" value="0.035" units="cm"/>
      <inkml:brushProperty name="color" value="#008C3A"/>
    </inkml:brush>
  </inkml:definitions>
  <inkml:trace contextRef="#ctx0" brushRef="#br0">808 24 13745,'-33'-23'2266,"24"22"729,-2 16-1407,6-8-596,0 1 0,1 0 0,0 0 1,0 1-1,1-1 0,-3 11 0,5-11-642,0 0 0,0 0 0,1 0 1,0-1-1,0 1 0,0 0 0,3 11 0,2-1-84,0 0 1,0 0-1,2-1 0,0 0 0,18 29 1,58 75 562,-29-55-829,3-2 0,96 82 0,150 92 0,-194-162-325,2-5-1,4-4 1,2-6 0,3-5-1,135 43 1,-168-72-542,-18-6 50,0 2 1,65 33 0,-125-52 785,-1 1 0,1 0 0,-1 0 0,0 1 0,-1 0 1,12 11-1,-16-15 51,-1 1 1,0 0 0,0 0-1,0 1 1,-1-1-1,1 0 1,-1 0-1,0 1 1,0-1-1,0 1 1,0-1 0,0 1-1,-1 0 1,1-1-1,-1 1 1,0-1-1,0 1 1,-1 0-1,1-1 1,-2 5 0,-2 8 138,-1 0 1,-1-1 0,0 0 0,-1 0 0,-1-1 0,0 0 0,-1 0 0,-18 21 0,-101 100 1295,98-107-1161,-116 107 300,-302 213 0,-197 66 82,-360 203-850,991-608-467,-13 8-141,-48 23-1,39-27-3638,-5-4-4945,17-3-4250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52.211"/>
    </inkml:context>
    <inkml:brush xml:id="br0">
      <inkml:brushProperty name="width" value="0.035" units="cm"/>
      <inkml:brushProperty name="height" value="0.035" units="cm"/>
      <inkml:brushProperty name="color" value="#008C3A"/>
    </inkml:brush>
  </inkml:definitions>
  <inkml:trace contextRef="#ctx0" brushRef="#br0">415 4 17946,'-39'-3'2719,"37"3"-2492,1 0-1,-1 0 1,0 0-1,1 0 0,-1 1 1,1-1-1,-1 0 1,1 1-1,-1-1 1,1 1-1,-1 0 0,1-1 1,0 1-1,-1 0 1,1 0-1,0 0 1,-1 0-1,1 0 0,0 0 1,0 1-1,-1 1 1,-19 32 2202,12-18-1296,-13 19-540,1 1 0,1 0 0,2 2 0,2 0 0,-18 71 0,-52 224-593,82-313 0,-73 386 0,69-345 0,3 1 0,3 0 0,2-1 0,14 98 0,-11-139 0,1-1 0,1 0 0,1 0 0,1-1 0,1 1 0,0-1 0,1-1 0,1 0 0,16 21 0,-17-28 0,0 0 0,1-1 0,0 0 0,0-1 0,1 0 0,0 0 0,1-2 0,0 1 0,0-1 0,1-1 0,-1 0 0,1-1 0,1 0 0,19 3 0,-17-4 0,0 0 0,1-2 0,-1 0 0,1-1 0,-1-1 0,1 0 0,0-1 0,19-4 0,-5 1 0,0-3 0,0 0 0,0-2 0,-1-1 0,47-24 0,-51 20 0,0-3 0,-2 0 0,0-1 0,0-1 0,-2-1 0,-1-2 0,27-32 0,-25 23 0,-1-2 0,-2 0 0,-1-1 0,-1-1 0,17-49 0,-20 40 0,-2-2 0,-2 1 0,-2-1 0,-2-1 0,-2 1 0,-2-1 0,-2 0 0,-3 0 0,-1 0 0,-10-52 0,4 59 0,-2 1 0,-1 0 0,-3 1 0,0 1 0,-3 0 0,-1 1 0,-1 0 0,-2 2 0,-2 1 0,-1 1 0,-1 1 0,-34-31 0,23 28 0,-1 2 0,-2 2 0,-1 2 0,-1 1 0,-2 2 0,0 2 0,-2 3 0,0 1 0,-72-19 0,98 32-734,0 2 0,0 0 0,0 1-1,0 1 1,-1 1 0,1 1 0,-23 2 0,40-1 428,1-1-1,-1 1 1,0-1 0,1 1-1,-1 0 1,1 0 0,-1 0 0,1 0-1,-1 0 1,1 1 0,0-1-1,0 1 1,0-1 0,0 1 0,0 0-1,-3 3 1,4-3-332,-1 0 0,1 1 0,0-1 0,0 0 0,0 1 0,0 0 0,0-1 0,1 1 0,-2 5 0,3 33-11685</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52.386"/>
    </inkml:context>
    <inkml:brush xml:id="br0">
      <inkml:brushProperty name="width" value="0.035" units="cm"/>
      <inkml:brushProperty name="height" value="0.035" units="cm"/>
      <inkml:brushProperty name="color" value="#008C3A"/>
    </inkml:brush>
  </inkml:definitions>
  <inkml:trace contextRef="#ctx0" brushRef="#br0">31 72 14761,'7'-15'1957,"-17"0"-377,-4 6 1028,8-9-4060,-1 3-1068</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53.063"/>
    </inkml:context>
    <inkml:brush xml:id="br0">
      <inkml:brushProperty name="width" value="0.035" units="cm"/>
      <inkml:brushProperty name="height" value="0.035" units="cm"/>
      <inkml:brushProperty name="color" value="#008C3A"/>
    </inkml:brush>
  </inkml:definitions>
  <inkml:trace contextRef="#ctx0" brushRef="#br0">64 154 14301,'-64'-12'1972,"68"-3"-323,2 0 679,-12-6-1508,2 6-252,14-3-396,0 3-552,21 0-816,29-4-856,-3 10-3369,13 9-4356</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53.207"/>
    </inkml:context>
    <inkml:brush xml:id="br0">
      <inkml:brushProperty name="width" value="0.035" units="cm"/>
      <inkml:brushProperty name="height" value="0.035" units="cm"/>
      <inkml:brushProperty name="color" value="#008C3A"/>
    </inkml:brush>
  </inkml:definitions>
  <inkml:trace contextRef="#ctx0" brushRef="#br0">1 218 13813,'0'0'2024,"3"-18"-415,-3-1-249,10 1-324,3 0-196,17 6-252,21-9-328,6 3-852,13-3-488,14 0-780,3 0-909,10 0-1643,17 12-3421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53.797"/>
    </inkml:context>
    <inkml:brush xml:id="br0">
      <inkml:brushProperty name="width" value="0.035" units="cm"/>
      <inkml:brushProperty name="height" value="0.035" units="cm"/>
      <inkml:brushProperty name="color" value="#008C3A"/>
    </inkml:brush>
  </inkml:definitions>
  <inkml:trace contextRef="#ctx0" brushRef="#br0">3106 54 16702,'-64'0'2949,"48"-3"767,10-7-2849,6 8-235,-2-1-455,-1 0 1,1 0-1,-1 0 1,0 0-1,0 1 1,0-1-1,0 1 1,-1 0-1,1 0 1,0 0-1,-1 0 1,1 0-1,-1 1 1,0 0-1,0 0 1,1 0 0,-1 0-1,0 0 1,0 1-1,0 0 1,0-1-1,0 2 1,-6 0-1,-10 0 721,-1 2-1,1 0 1,-21 7 0,33-8-848,-292 104-63,141-45-320,-830 251-7665,617-200 5574,175-52 1325,-289 85-1124,426-129 1822,0-2 1,-97 9-1,155-23 395,0 1 0,1-1 0,-1 0 0,0 0 0,0 0 0,1 0 0,-1 0 0,0-1 0,1 1 0,-1 0-1,0-1 1,1 1 0,-1-1 0,0 0 0,1 1 0,-1-1 0,1 0 0,0 0 0,-1 0 0,1 0 0,-1 0 0,1 0 0,-2-2 0,3 1 10,-1 1 0,1-1-1,0 1 1,0-1 0,-1 1 0,1-1 0,0 1 0,0-1 0,0 1-1,1-1 1,-1 1 0,0-1 0,1 1 0,-1-1 0,0 1 0,1-1-1,0 1 1,-1 0 0,1-1 0,0 1 0,0 0 0,0-1 0,-1 1-1,3-1 1,6-8 31,1 2 1,0-1-1,0 1 0,1 1 0,0 0 1,1 0-1,18-7 0,-17 7-4,88-41 153,1 5 0,205-57-1,-171 68 192,269-28 0,-310 54-126,1 5 1,-1 4-1,0 4 1,149 30-1,-103-4 35,-1 7 0,177 75 0,-94-18-109,153 79-22,-27-21-372,-251-115-310,182 47 1,-230-75 322,0-3 0,1-2 1,0-2-1,0-3 0,89-6 0,-123 2 234,-1 0-1,0-1 0,1 0 0,-1-1 1,-1-1-1,1-1 0,-1 0 0,0-1 1,0-1-1,-1 0 0,0-1 0,0-1 0,-1 0 1,0-1-1,-1 0 0,0 0 0,-1-2 1,-1 1-1,17-26 0,-14 15 169,-2-2 0,0 0 0,-1 0 0,-2-1 0,0 0 0,-2 0 0,-1 0 0,-1-1-1,-1 0 1,-1 0 0,-3-36 0,-1 41 9,-1-1 0,-1 1 0,0-1-1,-2 1 1,-1 1 0,0-1 0,-2 1-1,0 0 1,-2 1 0,0 0 0,-1 1-1,-1 0 1,-28-32 0,17 29 59,0 1 0,-1 1 0,-1 1 0,-1 1 0,-1 1 1,0 2-1,-1 1 0,-58-20 0,25 15 45,0 2 1,-2 4-1,-95-9 0,59 15-258,-1 4-1,-170 18 0,189-5-1341,0 5-1,1 3 1,-131 47 0,180-54-377,1 3 0,1 0 1,1 2-1,0 1 0,-40 32 1,-8 26-8489,76-74 9983</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4:53.940"/>
    </inkml:context>
    <inkml:brush xml:id="br0">
      <inkml:brushProperty name="width" value="0.035" units="cm"/>
      <inkml:brushProperty name="height" value="0.035" units="cm"/>
      <inkml:brushProperty name="color" value="#008C3A"/>
    </inkml:brush>
  </inkml:definitions>
  <inkml:trace contextRef="#ctx0" brushRef="#br0">70 58 11645,'-33'-15'1408,"20"0"-924,-4 0-964,10 3-9593</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9:51.471"/>
    </inkml:context>
    <inkml:brush xml:id="br0">
      <inkml:brushProperty name="width" value="0.035" units="cm"/>
      <inkml:brushProperty name="height" value="0.035" units="cm"/>
      <inkml:brushProperty name="color" value="#008C3A"/>
    </inkml:brush>
  </inkml:definitions>
  <inkml:trace contextRef="#ctx0" brushRef="#br0">333 1 32007,'0'7992'0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49:55.564"/>
    </inkml:context>
    <inkml:brush xml:id="br0">
      <inkml:brushProperty name="width" value="0.035" units="cm"/>
      <inkml:brushProperty name="height" value="0.035" units="cm"/>
      <inkml:brushProperty name="color" value="#008C3A"/>
    </inkml:brush>
  </inkml:definitions>
  <inkml:trace contextRef="#ctx0" brushRef="#br0">0 41 29656,'13104'0'0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5.264"/>
    </inkml:context>
    <inkml:brush xml:id="br0">
      <inkml:brushProperty name="width" value="0.05" units="cm"/>
      <inkml:brushProperty name="height" value="0.05" units="cm"/>
      <inkml:brushProperty name="color" value="#004F8B"/>
    </inkml:brush>
  </inkml:definitions>
  <inkml:trace contextRef="#ctx0" brushRef="#br0">0 21 10261,'0'0'21974,"2"-2"-21505,6-8-406,5 2-63,-11 8 0,1 0 0,-1 0 0,1 1 0,-1-1 0,1 1 0,-1-1 0,1 1 0,-1 0 0,1 0 0,-1 0 0,0 0 0,0 1 0,1-1 0,-1 0 0,3 4 0,32 34 0,-8-9 0,5-6 0,0-1 0,47 23 0,-55-32 0,-23-12-2,30 18-41,2-2 0,0-1-1,64 21 1,-91-36-667,0 0 0,0-1 0,0 0 0,0 0 0,0-1 0,10-1 0,23-6-10495,-21 1-2228</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5.441"/>
    </inkml:context>
    <inkml:brush xml:id="br0">
      <inkml:brushProperty name="width" value="0.05" units="cm"/>
      <inkml:brushProperty name="height" value="0.05" units="cm"/>
      <inkml:brushProperty name="color" value="#004F8B"/>
    </inkml:brush>
  </inkml:definitions>
  <inkml:trace contextRef="#ctx0" brushRef="#br0">523 1 14477,'-94'9'3553,"71"-6"-253,-1-3-200,-9 0-468,-4 0-539,3 9-385,-19 3-368,16 0-776,3 9-564,4 3 0,3 3 0,-3 6 0,10 3-996,7 1-1348,-4-10-849,0 90-20057</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5.786"/>
    </inkml:context>
    <inkml:brush xml:id="br0">
      <inkml:brushProperty name="width" value="0.05" units="cm"/>
      <inkml:brushProperty name="height" value="0.05" units="cm"/>
      <inkml:brushProperty name="color" value="#004F8B"/>
    </inkml:brush>
  </inkml:definitions>
  <inkml:trace contextRef="#ctx0" brushRef="#br0">20 125 11805,'-1'-6'312,"-1"1"113,1 0 0,-1 1 0,1-1 0,0 0 0,1 0 0,-1 0 0,1 0 0,0 0 0,0 0 0,2-10 0,-7-4 5913,-2-2 1952,7 20-8277,0 1 0,0-1 1,0 1-1,0-1 0,0 1 0,0-1 1,0 0-1,0 1 0,0-1 0,0 1 0,0-1 1,0 1-1,0-1 0,0 1 0,1-1 1,-1 1-1,0-1 0,0 1 0,1 0 0,-1-1 1,0 1-1,1-1 0,-1 1 0,0 0 1,1-1-1,-1 1 0,1 0 0,-1-1 0,1 1 1,-1 0-1,1 0 0,0-1 0,1 2 79,1 1 1,0 0-1,-1-1 0,1 1 0,-1 0 0,1 0 0,-1 0 0,0 1 0,3 3 1,8 7-104,25 19-10,1-1 0,2-2 0,1-2 0,1-2 0,1-2 0,1-1 0,66 21 0,-73-32-2358,2 0-1,75 8 1,-33-4-8795,-42-6-129</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5.989"/>
    </inkml:context>
    <inkml:brush xml:id="br0">
      <inkml:brushProperty name="width" value="0.05" units="cm"/>
      <inkml:brushProperty name="height" value="0.05" units="cm"/>
      <inkml:brushProperty name="color" value="#004F8B"/>
    </inkml:brush>
  </inkml:definitions>
  <inkml:trace contextRef="#ctx0" brushRef="#br0">493 1 15365,'-57'21'3049,"3"-9"-541,8-3-232,29-6-308,-13 9-388,-14 9-339,11 0-241,2 6-196,-2 6-320,6 10-288,-6-1-480,16 3-988,0 0-473,-3-3-1019,3 4-120,7 8-3481,4-9-5808</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6.288"/>
    </inkml:context>
    <inkml:brush xml:id="br0">
      <inkml:brushProperty name="width" value="0.05" units="cm"/>
      <inkml:brushProperty name="height" value="0.05" units="cm"/>
      <inkml:brushProperty name="color" value="#004F8B"/>
    </inkml:brush>
  </inkml:definitions>
  <inkml:trace contextRef="#ctx0" brushRef="#br0">0 16 13661,'6'-6'247,"2"-4"2525,-15 17 374,7-6-3043,0-1 0,-1 1-1,1-1 1,0 1 0,-1-1-1,1 1 1,0-1 0,0 1-1,0-1 1,0 1 0,-1-1-1,1 1 1,0-1 0,0 1-1,0-1 1,0 1 0,0-1-1,0 1 1,0 0 0,1-1-1,-1 1 1,0-1-1,0 1 1,0-1 0,0 1-1,1-1 1,-1 1 0,0-1-1,1 0 1,-1 1 0,1 0-1,18 15 1685,34 9 53,77 18-596,3-6 1,144 21-1,-85-26-4082,-63-18-2513,-129-14 5278,36 3-2615,-10 3-3714,0 0-3733</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6.457"/>
    </inkml:context>
    <inkml:brush xml:id="br0">
      <inkml:brushProperty name="width" value="0.05" units="cm"/>
      <inkml:brushProperty name="height" value="0.05" units="cm"/>
      <inkml:brushProperty name="color" value="#004F8B"/>
    </inkml:brush>
  </inkml:definitions>
  <inkml:trace contextRef="#ctx0" brushRef="#br0">868 2 14005,'-17'-1'951,"0"1"-1,1 0 1,-1 1-1,1 1 1,-1 1-1,1 0 1,0 1-1,0 1 1,0 0-1,-25 13 1,0 4 1016,1 1 0,-69 55 0,-65 72-1451,146-125-868,-118 118-4310,60-39-2175,62-62 677,9-3-3723</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6.764"/>
    </inkml:context>
    <inkml:brush xml:id="br0">
      <inkml:brushProperty name="width" value="0.05" units="cm"/>
      <inkml:brushProperty name="height" value="0.05" units="cm"/>
      <inkml:brushProperty name="color" value="#004F8B"/>
    </inkml:brush>
  </inkml:definitions>
  <inkml:trace contextRef="#ctx0" brushRef="#br0">1 22 12341,'0'-2'156,"1"1"0,-1 0 0,1 0 0,-1-1 1,1 1-1,0 0 0,0 0 0,0 0 0,0 0 0,0 0 0,0 0 0,0 0 0,0 0 0,0 1 0,0-1 1,0 0-1,0 1 0,1-1 0,-1 0 0,0 1 0,0 0 0,1-1 0,-1 1 0,0 0 0,1-1 0,-1 1 0,0 0 1,1 0-1,2 1 0,2 0 958,0 1 0,1 0 1,-1 0-1,0 1 0,9 4 0,15 7 1034,238 111 2405,-34-14-7620,-147-82-1638,-31-15-4954,-28-5-336</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6.902"/>
    </inkml:context>
    <inkml:brush xml:id="br0">
      <inkml:brushProperty name="width" value="0.05" units="cm"/>
      <inkml:brushProperty name="height" value="0.05" units="cm"/>
      <inkml:brushProperty name="color" value="#004F8B"/>
    </inkml:brush>
  </inkml:definitions>
  <inkml:trace contextRef="#ctx0" brushRef="#br0">730 0 12333,'-46'12'2296,"19"-18"141,-10 9 11,-23 3-280,16 6-332,4 7-360,-10 2-312,-4 9-276,0 6-167,1 6-125,3 3-420,6 10-972,11-1-545,-8 6-1163,-2 0-1072,6 4-2453,20 2-5280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7.312"/>
    </inkml:context>
    <inkml:brush xml:id="br0">
      <inkml:brushProperty name="width" value="0.05" units="cm"/>
      <inkml:brushProperty name="height" value="0.05" units="cm"/>
      <inkml:brushProperty name="color" value="#004F8B"/>
    </inkml:brush>
  </inkml:definitions>
  <inkml:trace contextRef="#ctx0" brushRef="#br0">1 67 9813,'2'-6'1038,"0"-1"1,0 1 0,1 0-1,0 0 1,0 0-1,1 0 1,5-6 0,-7 10 778,1 0-121,1 1-1387,1-1-1,0 1 1,1 0-1,-1 0 1,0 0-1,0 1 1,0 0-1,0 0 1,0 0-1,1 0 1,-1 1-1,0 0 0,0 0 1,0 1-1,7 2 1,16 7 223,38 18-1,-49-21-166,374 161 172,-125-71-5672,-244-92 3642,0 0 0,30 3-1,9 2-5429,-12 0-2091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7.465"/>
    </inkml:context>
    <inkml:brush xml:id="br0">
      <inkml:brushProperty name="width" value="0.05" units="cm"/>
      <inkml:brushProperty name="height" value="0.05" units="cm"/>
      <inkml:brushProperty name="color" value="#004F8B"/>
    </inkml:brush>
  </inkml:definitions>
  <inkml:trace contextRef="#ctx0" brushRef="#br0">570 1 11201,'-74'9'2072,"47"30"-144,-13-12-371,10-3-309,-4 0-300,1 9-216,-7 3-200,3 7-68,-7 5-376,1-6-500,3 6-872,-7 4-812,10-1-2917,-7 3-3968</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7.796"/>
    </inkml:context>
    <inkml:brush xml:id="br0">
      <inkml:brushProperty name="width" value="0.05" units="cm"/>
      <inkml:brushProperty name="height" value="0.05" units="cm"/>
      <inkml:brushProperty name="color" value="#004F8B"/>
    </inkml:brush>
  </inkml:definitions>
  <inkml:trace contextRef="#ctx0" brushRef="#br0">1 5 13085,'11'-2'-281,"6"0"5074,-32 3-267,15-1-4443,-1 0 0,1 0 0,-1 0 0,1 0 0,0 0 0,-1 0 0,1 0 0,-1 0 0,1 0 0,-1 0 0,1 0 0,0 0 0,-1 0 0,1 0 0,-1 0 0,1 0 0,-1 1 0,1-1 0,0 0 1,-1 0-1,1 0 0,0 1 0,-1-1 0,1 0 0,0 1 0,-1-1 0,1 0 0,0 1 0,0-1 0,-1 0 0,1 1 0,0-1 0,0 0 0,-1 1 0,1-1 0,0 1 0,0-1 0,0 0 0,0 1 0,0-1 0,0 1 0,0-1 0,0 1 0,0 0 0,1 1 174,0 0 0,1-1 0,-1 1 0,1 0-1,-1 0 1,1-1 0,0 1 0,-1-1 0,4 2-1,56 32 2191,-58-33-2343,72 32 327,2-4 0,0-3 0,84 16 0,-145-38-366,314 67-409,-109-45-6340,-168-23 3255</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7.953"/>
    </inkml:context>
    <inkml:brush xml:id="br0">
      <inkml:brushProperty name="width" value="0.05" units="cm"/>
      <inkml:brushProperty name="height" value="0.05" units="cm"/>
      <inkml:brushProperty name="color" value="#004F8B"/>
    </inkml:brush>
  </inkml:definitions>
  <inkml:trace contextRef="#ctx0" brushRef="#br0">611 0 10909,'-61'42'2504,"24"-36"-200,-20 9 169,17 7-309,0-1-428,-3 3-296,-1 3-256,0 3-228,-2 9-236,9 3-160,0-5-644,10 5-744,-6 0-640,6-6-940,0 6-1028,17 4-2149,10-4-4572</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8.301"/>
    </inkml:context>
    <inkml:brush xml:id="br0">
      <inkml:brushProperty name="width" value="0.05" units="cm"/>
      <inkml:brushProperty name="height" value="0.05" units="cm"/>
      <inkml:brushProperty name="color" value="#004F8B"/>
    </inkml:brush>
  </inkml:definitions>
  <inkml:trace contextRef="#ctx0" brushRef="#br0">0 0 13925,'0'0'14186,"4"1"-13180,170 31 1687,0 12-3668,-4-1-2780,-132-36 1657,1-2 0,39 0 0,-8 0-6069,-46-2-1468</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8.473"/>
    </inkml:context>
    <inkml:brush xml:id="br0">
      <inkml:brushProperty name="width" value="0.05" units="cm"/>
      <inkml:brushProperty name="height" value="0.05" units="cm"/>
      <inkml:brushProperty name="color" value="#004F8B"/>
    </inkml:brush>
  </inkml:definitions>
  <inkml:trace contextRef="#ctx0" brushRef="#br0">791 1 9253,'-26'12'2508,"-18"9"-272,17 0-280,-13 6-279,7 1-161,-8 2-484,-5 12-212,-5 6-148,-9 3-148,6 10-104,-3 2-292,-3 0-384,0 1-752,-94 119-8265,117-125 52</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8.835"/>
    </inkml:context>
    <inkml:brush xml:id="br0">
      <inkml:brushProperty name="width" value="0.05" units="cm"/>
      <inkml:brushProperty name="height" value="0.05" units="cm"/>
      <inkml:brushProperty name="color" value="#004F8B"/>
    </inkml:brush>
  </inkml:definitions>
  <inkml:trace contextRef="#ctx0" brushRef="#br0">16 40 10533,'-8'-15'-1054,"0"-9"17990,8 24-16792,15 17 2770,-4-3-2525,0-1-1,1-1 1,0 0 0,27 19 0,65 36 539,-30-22-665,130 76-2367,-64-48-2078,23 13-9074,-128-65 3174</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8.989"/>
    </inkml:context>
    <inkml:brush xml:id="br0">
      <inkml:brushProperty name="width" value="0.05" units="cm"/>
      <inkml:brushProperty name="height" value="0.05" units="cm"/>
      <inkml:brushProperty name="color" value="#004F8B"/>
    </inkml:brush>
  </inkml:definitions>
  <inkml:trace contextRef="#ctx0" brushRef="#br0">871 7 8653,'-40'-3'2736,"10"3"-344,-27-3-108,10 9 337,4 12-417,-11 0-324,-3 6-348,0 0-264,-3 9-300,-4 7-195,7 5-153,4 0-248,-1 0-764,4 0-625,3 7-879,7 2-1084,6-6-3525,7 3-6024</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9.367"/>
    </inkml:context>
    <inkml:brush xml:id="br0">
      <inkml:brushProperty name="width" value="0.05" units="cm"/>
      <inkml:brushProperty name="height" value="0.05" units="cm"/>
      <inkml:brushProperty name="color" value="#004F8B"/>
    </inkml:brush>
  </inkml:definitions>
  <inkml:trace contextRef="#ctx0" brushRef="#br0">71 1 3472,'-70'6'-316</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09.841"/>
    </inkml:context>
    <inkml:brush xml:id="br0">
      <inkml:brushProperty name="width" value="0.05" units="cm"/>
      <inkml:brushProperty name="height" value="0.05" units="cm"/>
      <inkml:brushProperty name="color" value="#004F8B"/>
    </inkml:brush>
  </inkml:definitions>
  <inkml:trace contextRef="#ctx0" brushRef="#br0">4 45 11349,'-4'-7'12622,"24"6"-5598,-9 2-8588,0 3 2087,0 1 1,0-1-1,0 2 1,-1 0 0,15 11-1,17 9-328,110 64-195,-80-45 0,79 35 0,-141-76-558,1 0-1,0 0 1,0-1-1,0-1 1,0 0-1,0-1 1,13 1 0,-16-2-409,1 0 0,-1-1 0,0 0 1,1 0-1,-1-1 0,0 0 1,1 0-1,-1-1 0,11-5 0,-15 5 577,0 0-1,0 0 1,-1-1-1,1 1 1,-1-1-1,0 0 1,0 0-1,0 0 1,-1 0-1,1 0 1,-1 0-1,0-1 1,0 1-1,-1-1 1,1 0-1,0-4 1,3-15-222,4-46 1,-6 47 457,-3 16 355,1 0 0,-1 0 1,-1 0-1,1 0 0,-1 1 0,-1-1 1,-2-10-1,-3-12 1247,7 27-1309,0 0 1,-1 0 0,0 0-1,0 0 1,1 0 0,-1 0 0,0 0-1,0 0 1,-1 1 0,1-1 0,0 0-1,-1 1 1,1-1 0,-1 1-1,1 0 1,-1-1 0,1 1 0,-1 0-1,0 0 1,0 0 0,0 0 0,0 0-1,0 0 1,0 1 0,0-1-1,0 1 1,0-1 0,0 1 0,0 0-1,0 0 1,-3 0 0,-7-1 256,0 2 0,0 0 0,0 0 1,-11 3-1,22-4-392,-25 6 488,1 1 0,0 1 1,0 1-1,1 1 0,-33 19 1,-108 78-440,95-58-1450,-23 18-2470,35-16-2156,12-6-2844</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0.172"/>
    </inkml:context>
    <inkml:brush xml:id="br0">
      <inkml:brushProperty name="width" value="0.05" units="cm"/>
      <inkml:brushProperty name="height" value="0.05" units="cm"/>
      <inkml:brushProperty name="color" value="#004F8B"/>
    </inkml:brush>
  </inkml:definitions>
  <inkml:trace contextRef="#ctx0" brushRef="#br0">41 3 12165,'-40'-3'10210,"43"4"-8653,73 30 1918,52 16-3503,8-15-4706,-90-23 511,0-2-3433,-26-4-126</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0.285"/>
    </inkml:context>
    <inkml:brush xml:id="br0">
      <inkml:brushProperty name="width" value="0.05" units="cm"/>
      <inkml:brushProperty name="height" value="0.05" units="cm"/>
      <inkml:brushProperty name="color" value="#004F8B"/>
    </inkml:brush>
  </inkml:definitions>
  <inkml:trace contextRef="#ctx0" brushRef="#br0">486 1 8621,'-40'0'3824,"6"3"-2072,7 3-48,-3 6-247,-10 6-285,10 0-300,-7 3-168,-10 0-272,7-3-728,0-3-1072,-4 6-1393,7 3-1955,-3 10-3697</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5.354"/>
    </inkml:context>
    <inkml:brush xml:id="br0">
      <inkml:brushProperty name="width" value="0.05" units="cm"/>
      <inkml:brushProperty name="height" value="0.05" units="cm"/>
      <inkml:brushProperty name="color" value="#E71224"/>
    </inkml:brush>
  </inkml:definitions>
  <inkml:trace contextRef="#ctx0" brushRef="#br0">44 46 8985,'-2'-2'4294,"-40"-41"10522,48 44-13659,51 13-282,-1 2 1,-1 3-1,54 27 1,-26-12-863,-66-27-57,594 222-1505,-420-176-1919,-60-19-977,-3 10-5521,-65-20-345</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5.513"/>
    </inkml:context>
    <inkml:brush xml:id="br0">
      <inkml:brushProperty name="width" value="0.05" units="cm"/>
      <inkml:brushProperty name="height" value="0.05" units="cm"/>
      <inkml:brushProperty name="color" value="#E71224"/>
    </inkml:brush>
  </inkml:definitions>
  <inkml:trace contextRef="#ctx0" brushRef="#br0">908 39 15073,'-29'-4'981,"9"3"204,0-2-1,1-1 0,-29-8 1,36 8-206,0 1 0,0 1 0,0 0 0,0 0 0,-20 1 1,12 0-311,-4 1 27,0 1 0,0 0 1,0 2-1,0 1 0,-39 11 0,-110 47-318,154-54-537,-5 2-534,0 1 0,1 1 0,0 1 0,1 1 0,-23 20 1,32-23-543,1 0 1,0 1 0,-15 21-1,19-22-516,1 0 0,0 1-1,1 0 1,-10 25 0,1 22-9146</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7.766"/>
    </inkml:context>
    <inkml:brush xml:id="br0">
      <inkml:brushProperty name="width" value="0.05" units="cm"/>
      <inkml:brushProperty name="height" value="0.05" units="cm"/>
      <inkml:brushProperty name="color" value="#E71224"/>
    </inkml:brush>
  </inkml:definitions>
  <inkml:trace contextRef="#ctx0" brushRef="#br0">1 4 13049,'40'3'2112,"-20"-3"-119,7-3 75,3 0-168,0 6-292,27 0-300,-3 6-260,9 0-208,11 6-280,3-3-64,7 6-352,9 3-748,-5 0-284,-5-3-740,-6 6-856,-13-9-376,-10 6-2709,-11 7-4540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7.938"/>
    </inkml:context>
    <inkml:brush xml:id="br0">
      <inkml:brushProperty name="width" value="0.05" units="cm"/>
      <inkml:brushProperty name="height" value="0.05" units="cm"/>
      <inkml:brushProperty name="color" value="#E71224"/>
    </inkml:brush>
  </inkml:definitions>
  <inkml:trace contextRef="#ctx0" brushRef="#br0">931 10 11953,'-77'6'2224,"40"-18"-208,21 8 57,-25 4-401,-19 7-240,20-1-288,-7 6-348,-7 6-72,1 3-108,-4 6-516,-3 6-420,-1 3-468,-2-3-764,-1 13-760,-6 2-1044,-4-6-1465,17 9-3796</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5.798"/>
    </inkml:context>
    <inkml:brush xml:id="br0">
      <inkml:brushProperty name="width" value="0.05" units="cm"/>
      <inkml:brushProperty name="height" value="0.05" units="cm"/>
      <inkml:brushProperty name="color" value="#E71224"/>
    </inkml:brush>
  </inkml:definitions>
  <inkml:trace contextRef="#ctx0" brushRef="#br0">1 51 15853,'30'-3'3043,"-23"3"2069,-6-3-4633,1 0 1,-1 0-1,1 0 0,0 0 0,0 0 1,1 1-1,-1-1 0,0 1 1,1 0-1,3-3 0,0 2-245,1 1 0,-1-1 0,1 1 0,0 1-1,-1-1 1,1 1 0,0 0 0,0 1 0,11 0 0,66 8 767,-21 3-1221,67 21 1,57 30-4149,-47-8-1634,-48-13-3182,-45-15-459</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5.938"/>
    </inkml:context>
    <inkml:brush xml:id="br0">
      <inkml:brushProperty name="width" value="0.05" units="cm"/>
      <inkml:brushProperty name="height" value="0.05" units="cm"/>
      <inkml:brushProperty name="color" value="#E71224"/>
    </inkml:brush>
  </inkml:definitions>
  <inkml:trace contextRef="#ctx0" brushRef="#br0">664 0 9705,'-104'15'2304,"51"3"-324,9 3-304,-3 4-315,0 5-297,4 3-232,-1 3-216,-3 3-500,4 6-728,-4 7-940,-7-1-861,8 6-1951,2-3-3365</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9.020"/>
    </inkml:context>
    <inkml:brush xml:id="br0">
      <inkml:brushProperty name="width" value="0.05" units="cm"/>
      <inkml:brushProperty name="height" value="0.05" units="cm"/>
      <inkml:brushProperty name="color" value="#E71224"/>
    </inkml:brush>
  </inkml:definitions>
  <inkml:trace contextRef="#ctx0" brushRef="#br0">1 29 11945,'39'-20'2143,"-36"18"-1756,0 1 0,0 0 0,1 0 1,-1 0-1,0 0 0,1 1 0,-1-1 0,1 1 1,-1 0-1,1 0 0,-1 0 0,7 1 0,-3 0 342,8 1 636,1 0-1,29 8 1,68 32 134,-77-27-982,127 57-1026,-5 10-3821,-96-43 784,-27-6-2861,-14-9-1777</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9.146"/>
    </inkml:context>
    <inkml:brush xml:id="br0">
      <inkml:brushProperty name="width" value="0.05" units="cm"/>
      <inkml:brushProperty name="height" value="0.05" units="cm"/>
      <inkml:brushProperty name="color" value="#E71224"/>
    </inkml:brush>
  </inkml:definitions>
  <inkml:trace contextRef="#ctx0" brushRef="#br0">396 55 8177,'-44'-45'4248,"21"39"-2396,-4 3-184,-6 6-335,-18 12-201,18-3-336,-71 57 236,77-32-1736,0-1-1096,7 9 111,14 6-3003,6-3-3677</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6.171"/>
    </inkml:context>
    <inkml:brush xml:id="br0">
      <inkml:brushProperty name="width" value="0.05" units="cm"/>
      <inkml:brushProperty name="height" value="0.05" units="cm"/>
      <inkml:brushProperty name="color" value="#E71224"/>
    </inkml:brush>
  </inkml:definitions>
  <inkml:trace contextRef="#ctx0" brushRef="#br0">13 44 13057,'-12'-17'1404,"12"17"-1332,0-1 0,0 1 0,0-1 0,0 1 1,0 0-1,-1-1 0,1 1 0,0-1 0,0 1 0,0-1 0,1 1 0,-1-1 0,0 1 0,0-1 0,0 1 1,0-1-1,0 1 0,0 0 0,1-1 0,-1 1 0,0-1 0,0 1 0,1-1 0,2-1 230,-1 1 0,1-1 0,0 1 0,-1 0 0,1-1 0,0 1 0,0 1 0,0-1 0,0 0 0,5 0-1,11-1 631,0 1 0,0 1 0,0 1 0,0 0 0,31 8 0,-6-3-322,231 32 561,-2 2-4502,-200-28 1341,67 9-7040,-84-15-520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6.326"/>
    </inkml:context>
    <inkml:brush xml:id="br0">
      <inkml:brushProperty name="width" value="0.05" units="cm"/>
      <inkml:brushProperty name="height" value="0.05" units="cm"/>
      <inkml:brushProperty name="color" value="#E71224"/>
    </inkml:brush>
  </inkml:definitions>
  <inkml:trace contextRef="#ctx0" brushRef="#br0">634 1 9165,'-61'18'2480,"28"-3"-284,6 0-192,-3 0-147,-4-3-321,1 6-344,-4 0-236,-3 9-32,6 0-332,-6 10-260,0-1-440,-10-3-704,0 3-1064,3 3-908,3 0-2457,11 4-4188</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9.569"/>
    </inkml:context>
    <inkml:brush xml:id="br0">
      <inkml:brushProperty name="width" value="0.05" units="cm"/>
      <inkml:brushProperty name="height" value="0.05" units="cm"/>
      <inkml:brushProperty name="color" value="#E71224"/>
    </inkml:brush>
  </inkml:definitions>
  <inkml:trace contextRef="#ctx0" brushRef="#br0">382 9 11237,'0'0'5128,"3"-1"-3718,3-1-1062,0 1 0,0-1 0,0 1 0,0 0 0,1 1 0,-1 0 0,0 0-1,1 0 1,-1 0 0,0 1 0,0 0 0,1 1 0,10 3 0,133 46-9,8-1-6172,-155-49 4978,32 3-1053,-47-11 2097,0 1-1,0 0 0,-1 1 1,0 0-1,1 1 0,-2 0 1,1 1-1,0 0 0,-1 1 1,1 1-1,-1 0 0,1 1 1,-1 1-1,1 0 0,-1 0 0,-25 7 1,-10 6-62,0 2 1,2 1-1,-54 29 1,-135 59-7624,205-89 3686,-37 25-1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6.589"/>
    </inkml:context>
    <inkml:brush xml:id="br0">
      <inkml:brushProperty name="width" value="0.05" units="cm"/>
      <inkml:brushProperty name="height" value="0.05" units="cm"/>
      <inkml:brushProperty name="color" value="#E71224"/>
    </inkml:brush>
  </inkml:definitions>
  <inkml:trace contextRef="#ctx0" brushRef="#br0">1 102 13081,'25'-24'1169,"-15"14"534,1 0 0,17-13 0,-18 18-1155,-1 0 1,1 0-1,1 1 0,-1 1 1,1-1-1,-1 2 1,1-1-1,0 2 0,0-1 1,0 1-1,18 1 0,13 3-61,70 14-1,-88-13-117,101 17 287,322 66-2406,-156-26-3364,-94-29-5405,-139-23 2949</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6.730"/>
    </inkml:context>
    <inkml:brush xml:id="br0">
      <inkml:brushProperty name="width" value="0.05" units="cm"/>
      <inkml:brushProperty name="height" value="0.05" units="cm"/>
      <inkml:brushProperty name="color" value="#E71224"/>
    </inkml:brush>
  </inkml:definitions>
  <inkml:trace contextRef="#ctx0" brushRef="#br0">1159 15 9949,'-54'-15'1948,"31"27"16,-21 10-168,-3-1-307,1 3-285,-5 6-312,-9 6-168,-7 12-156,-10 7-76,-7 5-168,-3 3-512,-3 13-688,-11 2-880,-13 0-1197,0 10-1579,14 5-3529</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7.174"/>
    </inkml:context>
    <inkml:brush xml:id="br0">
      <inkml:brushProperty name="width" value="0.05" units="cm"/>
      <inkml:brushProperty name="height" value="0.05" units="cm"/>
      <inkml:brushProperty name="color" value="#E71224"/>
    </inkml:brush>
  </inkml:definitions>
  <inkml:trace contextRef="#ctx0" brushRef="#br0">1 40 8277,'83'-21'2004,"-19"9"-360,-14 12-28,4-6-244,-1 6-168,4 0-183,10 6-233,4 6-168,6-3-152,6 3-100,78 21-604,-87-12-532,-7 0-680,-10 0-317,-7-6-2627,-16 3-3397</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7.330"/>
    </inkml:context>
    <inkml:brush xml:id="br0">
      <inkml:brushProperty name="width" value="0.05" units="cm"/>
      <inkml:brushProperty name="height" value="0.05" units="cm"/>
      <inkml:brushProperty name="color" value="#E71224"/>
    </inkml:brush>
  </inkml:definitions>
  <inkml:trace contextRef="#ctx0" brushRef="#br0">975 70 8657,'-87'-66'2368,"54"63"-312,-11 9-116,4 0-231,0 3-241,0 12-276,-7 6-12,-4 15-408,5 13-172,-5 14-108,-2 6-100,-4 10-116,3 5-348,1 7-824,-8 2-948,-12 4-1216,-4 5-2037,10 7-4052</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8.361"/>
    </inkml:context>
    <inkml:brush xml:id="br0">
      <inkml:brushProperty name="width" value="0.05" units="cm"/>
      <inkml:brushProperty name="height" value="0.05" units="cm"/>
      <inkml:brushProperty name="color" value="#E71224"/>
    </inkml:brush>
  </inkml:definitions>
  <inkml:trace contextRef="#ctx0" brushRef="#br0">1 46 11665,'30'-40'1916,"-10"37"-216,4 0-283,6 6-173,7 0-304,-1 3-212,31 10-136,-10 5-120,4-3-276,2 3-412,1 3-664,-4 0-740,-3 3-565,-7 0-2479,-3 7-3657</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18.518"/>
    </inkml:context>
    <inkml:brush xml:id="br0">
      <inkml:brushProperty name="width" value="0.05" units="cm"/>
      <inkml:brushProperty name="height" value="0.05" units="cm"/>
      <inkml:brushProperty name="color" value="#E71224"/>
    </inkml:brush>
  </inkml:definitions>
  <inkml:trace contextRef="#ctx0" brushRef="#br0">382 43 8929,'-27'-27'2488,"11"21"-236,-1-3 2521,-13 21-3833,-7 15-188,10 0-128,4 6-160,-11 12-312,1 7-584,-4 2-880,7 6-868,-7 0-2993,3 7-4120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23.458"/>
    </inkml:context>
    <inkml:brush xml:id="br0">
      <inkml:brushProperty name="width" value="0.05" units="cm"/>
      <inkml:brushProperty name="height" value="0.05" units="cm"/>
      <inkml:brushProperty name="color" value="#E71224"/>
    </inkml:brush>
  </inkml:definitions>
  <inkml:trace contextRef="#ctx0" brushRef="#br0">164 118 11709,'0'0'75,"-1"0"0,1 1 0,0-1 0,-1 0 0,1 1 0,-1-1 0,1 0 0,-1 0 0,1 0 0,-1 1 0,1-1 0,-1 0 0,1 0 0,-1 0 0,0 0 0,1 0 0,-1 0 0,1 0 0,-1 0 0,1 0 0,-1 0 0,1 0 0,-1 0 0,1 0 0,-1-1 0,1 1 0,-1 0 0,1 0 0,-1-1 0,1 1 0,-1 0 0,1 0 0,-1-1 0,1 1 0,0-1 0,-1 1 0,1 0 0,-1-1 0,1 1 0,0-1 0,0 1 0,-1-1 0,1 1 0,0-1 0,0 1 0,-1-1 0,1 1 0,0-1 0,0 1 0,0-1 0,0 1 0,0-1 0,0 0 0,-6-10 5151,3 10-4634,-8-2 734,0 0 0,0-1 0,1-1 0,-1 1 0,-13-10 0,11 7-1593,10 4 557,-1 0-1,1 1 1,0-1 0,0-1 0,0 1-1,1 0 1,-1-1 0,1 0-1,-4-7 1,-3-3-54,7 12 103,3 7-311,3 19-26,1-1 0,1 0 1,1 0-1,1 0 1,1-1-1,15 28 1,83 124-195,-77-133-2213,68 74 0,-50-67-2361,0-1-4089,-24-23-2321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23.614"/>
    </inkml:context>
    <inkml:brush xml:id="br0">
      <inkml:brushProperty name="width" value="0.05" units="cm"/>
      <inkml:brushProperty name="height" value="0.05" units="cm"/>
      <inkml:brushProperty name="color" value="#E71224"/>
    </inkml:brush>
  </inkml:definitions>
  <inkml:trace contextRef="#ctx0" brushRef="#br0">298 7 13429,'-57'-6'2612,"41"15"85,-21 12-517,10 3-384,3 0-348,1 6-272,3 12-276,0 1-256,3 5-652,7 3-792,3-3-900,-3-3-1248,-3 4-3389,-4 8-5768</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24.055"/>
    </inkml:context>
    <inkml:brush xml:id="br0">
      <inkml:brushProperty name="width" value="0.05" units="cm"/>
      <inkml:brushProperty name="height" value="0.05" units="cm"/>
      <inkml:brushProperty name="color" value="#E71224"/>
    </inkml:brush>
  </inkml:definitions>
  <inkml:trace contextRef="#ctx0" brushRef="#br0">24 37 7713,'-4'-10'975,"-2"-6"-37,6 6 6071,-7 20-3475,6-9-3456,0-1 1,1 1 0,0-1-1,-1 1 1,1-1 0,-1 1 0,1-1-1,-1 1 1,1 0 0,0-1 0,-1 1-1,1-1 1,0 1 0,0 0-1,0-1 1,-1 1 0,1 0 0,0-1-1,0 1 1,0 0 0,0-1-1,0 1 1,0 0 0,0-1 0,1 2-1,1 3 275,1 0-1,1 0 1,-1-1 0,0 1-1,1-1 1,0 0-1,7 6 1,-5-5-49,39 34 1036,2-2 0,63 37 0,-48-33-861,144 78-1812,-66-51-4097,-120-58 4162,29 7-7899,-22-5-490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24.198"/>
    </inkml:context>
    <inkml:brush xml:id="br0">
      <inkml:brushProperty name="width" value="0.05" units="cm"/>
      <inkml:brushProperty name="height" value="0.05" units="cm"/>
      <inkml:brushProperty name="color" value="#E71224"/>
    </inkml:brush>
  </inkml:definitions>
  <inkml:trace contextRef="#ctx0" brushRef="#br0">480 21 10185,'-4'-21'4540,"-9"33"-2499,-4 6 199,-3-3-348,-13 16-248,-1 2-304,1 3-260,-4 12-220,0 3-428,0 7-756,4 2-820,-11 0-1096,-3 1-1344,4 8-2069,-4 6-4672</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24.990"/>
    </inkml:context>
    <inkml:brush xml:id="br0">
      <inkml:brushProperty name="width" value="0.05" units="cm"/>
      <inkml:brushProperty name="height" value="0.05" units="cm"/>
      <inkml:brushProperty name="color" value="#E71224"/>
    </inkml:brush>
  </inkml:definitions>
  <inkml:trace contextRef="#ctx0" brushRef="#br0">25 0 10633,'-2'2'9944,"0"0"-9651,0 0 0,0 0 0,0 0 0,0 0 0,1 0-1,-1 1 1,1-1 0,-1 0 0,1 1 0,0-1 0,0 1 0,0 0 0,0-1 0,1 1-1,-1 0 1,1-1 0,-1 1 0,1 0 0,0 0 0,0-1 0,0 1 0,1 0-1,-1 0 1,1-1 0,-1 1 0,1 0 0,0-1 0,1 4 0,4 9 136,0 0 0,0-1 1,2 0-1,-1 0 0,2-1 0,0 0 1,19 21-1,5 9-167,-22-28-697,1-2-1,0 0 1,1 0 0,0-1-1,1 0 1,26 16 0,28 10-4893,5-7-6303,-43-19 1854</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25.099"/>
    </inkml:context>
    <inkml:brush xml:id="br0">
      <inkml:brushProperty name="width" value="0.05" units="cm"/>
      <inkml:brushProperty name="height" value="0.05" units="cm"/>
      <inkml:brushProperty name="color" value="#E71224"/>
    </inkml:brush>
  </inkml:definitions>
  <inkml:trace contextRef="#ctx0" brushRef="#br0">560 46 10029,'-4'-36'2148,"-2"27"1692,-21 9-2219,7 0-129,-10 12-196,-17 12-264,13 3-104,-3 9-280,-6 9-476,-7 4-404,-7 5-1064,-7 0-1256,-6 3-3145,-1 10-4748</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27.692"/>
    </inkml:context>
    <inkml:brush xml:id="br0">
      <inkml:brushProperty name="width" value="0.05" units="cm"/>
      <inkml:brushProperty name="height" value="0.05" units="cm"/>
      <inkml:brushProperty name="color" value="#E71224"/>
    </inkml:brush>
  </inkml:definitions>
  <inkml:trace contextRef="#ctx0" brushRef="#br0">0 246 10801,'5'-7'58,"23"-33"3756,41-45 1,-59 74-2724,1 0 1,0 0 0,1 1-1,0 1 1,0 0 0,1 1-1,0 0 1,24-9 0,-33 15-903,6-2 467,0 1 0,0 0 1,18-3-1,-25 5-557,1 1 1,0 0-1,-1 0 0,1 0 1,0 1-1,-1-1 1,1 1-1,-1 0 0,1 0 1,-1 0-1,1 0 0,-1 1 1,0-1-1,1 1 1,2 2-1,11 9-90,-1 0 0,-1 2 0,0-1 0,-1 2 0,21 30 0,54 99-15,-27-41 8,83 103-2,-127-181-579,2-1-1,1-2 1,0 0 0,36 28-1,-2-10-4863,5-5-5312,-22-16 67</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27.833"/>
    </inkml:context>
    <inkml:brush xml:id="br0">
      <inkml:brushProperty name="width" value="0.05" units="cm"/>
      <inkml:brushProperty name="height" value="0.05" units="cm"/>
      <inkml:brushProperty name="color" value="#E71224"/>
    </inkml:brush>
  </inkml:definitions>
  <inkml:trace contextRef="#ctx0" brushRef="#br0">928 7 13549,'-121'-6'2700,"71"21"129,-10 3-457,9 3-352,5 3-364,-8 0-352,-6 16-303,-1 2-177,-2 6-324,3 3-588,9 10-976,-6 5-657,-6-9-1147,16 13-136,7 26-2937,-4 3-5144</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28.392"/>
    </inkml:context>
    <inkml:brush xml:id="br0">
      <inkml:brushProperty name="width" value="0.05" units="cm"/>
      <inkml:brushProperty name="height" value="0.05" units="cm"/>
      <inkml:brushProperty name="color" value="#E71224"/>
    </inkml:brush>
  </inkml:definitions>
  <inkml:trace contextRef="#ctx0" brushRef="#br0">64 21 14585,'-53'-17'2822,"42"13"1851,14 5-4312,0-1 0,-1 0 0,1 1 0,-1 0 0,1 0 0,-1-1 0,1 2 0,-1-1 0,1 0-1,-1 0 1,0 1 0,0-1 0,0 1 0,0 0 0,3 3 0,29 36 1095,-17-18-708,138 131 219,-133-133-1267,59 47-4767,174 111 0,-162-119-5,-48-31 175,-4-4-2742</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28.515"/>
    </inkml:context>
    <inkml:brush xml:id="br0">
      <inkml:brushProperty name="width" value="0.05" units="cm"/>
      <inkml:brushProperty name="height" value="0.05" units="cm"/>
      <inkml:brushProperty name="color" value="#E71224"/>
    </inkml:brush>
  </inkml:definitions>
  <inkml:trace contextRef="#ctx0" brushRef="#br0">831 118 9577,'-37'-67'2116,"20"58"-12,-6 0-164,-21-6 93,28 6-113,-25 6-76,-22-3-220,9 6-300,-3 9-264,-3 9-288,-4 0-216,4 9-924,6-2-552,-6 8-1152,-7 6-1164,4 6-2781,12 0-5256</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40.486"/>
    </inkml:context>
    <inkml:brush xml:id="br0">
      <inkml:brushProperty name="width" value="0.035" units="cm"/>
      <inkml:brushProperty name="height" value="0.035" units="cm"/>
    </inkml:brush>
  </inkml:definitions>
  <inkml:trace contextRef="#ctx0" brushRef="#br0">141 94 4308,'0'0'15012,"-4"0"-14618,-30-8 257,32 7-38,1 2-596,1-1 0,0 1 1,-1-1-1,1 1 0,0-1 1,-1 1-1,1-1 0,-1 1 0,1-1 1,-1 1-1,1-1 0,-1 1 0,1-1 1,-1 0-1,1 0 0,-1 1 1,1-1-1,-1 0 0,0 0 0,1 1 1,-1-1-1,0 0 0,0 0 0,0 0 5,0 0-1,0 1 0,0-1 1,-1 0-1,1 1 1,0-1-1,0 1 0,0 0 1,0-1-1,1 1 0,-1 0 1,0-1-1,0 1 0,0 0 1,0 0-1,1 0 0,-1-1 1,-1 3-1,-1 12 225,0 1 0,0 0-1,0 27 1,-4 29 858,5-56-771,2-12-200,-1 0 0,1-1 0,-1 1 0,0 0 0,0 0 0,-1-1 0,-2 7 0,-13 38 1495,16-45-1313,2-2-280,0 0 0,-1 1 0,1-1 0,0 0 0,0 0 0,0 0 0,0 0 0,0 0-1,0 0 1,1 0 0,-1 0 0,0 0 0,0 0 0,1 0 0,-1-1 0,0 1 0,1-1 0,-1 1 0,1-1 0,-1 1-1,1-1 1,-1 0 0,3 0 0,0 0-8,0 0-1,0 0 1,0-1-1,1 0 0,-1 0 1,0 0-1,0 0 1,6-4-1,-1 1-72,-1 0 0,1-1 0,-1-1 1,-1 1-1,1-1 0,-1 0 0,11-13 0,4-2-250,-19 19 214,1-1 1,-1 1-1,0-1 1,0 0-1,-1 0 1,1 0-1,-1 0 1,1-1-1,-1 1 1,0-1-1,0 1 1,-1-1-1,1 0 1,1-6-1,6-21-297,-8 29 236,-2-1 20,-1-4 83,-5-11-111,4 16 134,1 0 1,-1-1-1,1 1 1,-1 0 0,0 1-1,0-1 1,0 0-1,0 1 1,-4-2-1,-68-24-83,71 26 102,-18-4 16,20 5-13,1-1-1,-1 1 0,1 0 1,-1 0-1,1 0 0,0 0 1,-1 1-1,1-1 0,-1 0 1,1 0-1,0 1 0,-1-1 0,1 1 1,0-1-1,-1 1 0,1 0 1,0-1-1,0 1 0,0 0 1,-1 0-1,1 0 0,0 0 1,0 0-1,0 0 0,0 0 1,1 0-1,-1 0 0,-1 2 1,-3 4 74,5-6-78,0 0-1,0 1 1,0-1 0,1 0-1,-1 0 1,0 0 0,1 0 0,-1 0-1,1 0 1,-1 0 0,1 0-1,0 0 1,-1 0 0,1 0-1,0 0 1,0 0 0,1 1 0,-1-1-1,14 21-2,-13-17 8,1 0 1,1-1-1,-1 1 0,1-1 1,-1 0-1,1 0 1,0 0-1,1 0 0,-1-1 1,1 1-1,-1-1 1,1 0-1,0-1 0,0 1 1,0-1-1,1 0 1,9 2-1,-13-3-4,0 0 1,0 0-1,0 0 0,0-1 1,1 1-1,-1-1 0,0 1 1,1-1-1,-1 0 1,0 0-1,0 0 0,1 0 1,-1 0-1,0 0 0,1-1 1,-1 1-1,0-1 0,0 0 1,0 1-1,0-1 0,1 0 1,-1 0-1,0 0 0,-1-1 1,1 1-1,0 0 0,2-3 1,1-4-15,0-1 0,0 1 0,-1-1 1,0 0-1,-1 0 0,1-1 0,0-9 0,-2 13-6,-1 0 0,0 0 0,-1 0 0,0 0 0,0-8 0,0 3-49,0 8-50,-6-30-243,5 32 350,1-1-1,-1 1 1,1-1-1,-1 1 1,1 0-1,-1-1 1,0 1-1,0 0 1,0 0-1,0-1 1,0 1-1,0 0 1,0 0-1,0 0 1,0 0-1,0 0 1,-1 1-1,1-1 1,0 0-1,0 0 1,-1 1-1,1-1 1,-1 1-1,1-1 1,-1 1-1,1 0 1,-1-1-1,1 1 1,-1 0-1,1 0 1,-1 0-1,1 0 1,-1 0-1,1 1 1,-3 0-1,-4 0 27,0 1 1,0 0-1,0 0 1,1 1-1,-11 4 0,9-3 74,1 1 0,-1 0 1,1 1-1,0-1 0,-12 12 0,18-13-49,0 0 0,1 0 1,-1 0-1,1 0 0,-1 0 0,1 0 0,1 1 1,-1-1-1,0 0 0,1 0 0,0 1 0,0-1 1,1 8-1,0-10-27,-1 1 0,0 0 1,1 0-1,0-1 0,-1 1 1,1 0-1,0-1 1,0 1-1,1-1 0,-1 1 1,0-1-1,1 0 0,-1 0 1,1 1-1,0-1 0,0 0 1,0 0-1,0-1 0,0 1 1,4 2-1,-2-2 1,1 1 0,-1-1 0,1-1-1,0 1 1,0-1 0,0 1 0,0-1 0,0-1 0,0 1-1,9-1 1,-6 0-4,0 0-1,0-1 0,0 0 1,0-1-1,0 1 0,0-1 1,0-1-1,-1 0 1,1 0-1,-1 0 0,1-1 1,-1 0-1,-1-1 0,9-5 1,-11 6-31,-1 0 0,1 0 0,-1-1 1,0 1-1,0-1 0,0 0 0,-1 0 0,1 0 1,-1 0-1,0 0 0,-1 0 0,1 0 1,-1-1-1,0 1 0,0-1 0,-1 1 0,0-1 1,0 1-1,0 0 0,-1-1 0,1 1 0,-1-1 1,-1 1-1,1 0 0,-1-1 0,0 1 0,-3-6 1,4 9 14,0 0 0,-1 0 0,1 0 1,-1 0-1,1 0 0,-1 0 0,0 0 0,0 1 1,0-1-1,0 1 0,0-1 0,0 1 1,0 0-1,-1 0 0,1 0 0,0 0 0,-1 0 1,1 1-1,-1-1 0,1 0 0,-1 1 1,1 0-1,-1 0 0,1 0 0,-1 0 0,1 0 1,-1 0-1,-2 1 0,-1 0 17,-1 0 0,1 0 0,0 1 1,0 0-1,1 0 0,-1 0 0,0 0 0,1 1 0,-6 4 0,-45 34 175,29-20-76,14-9-52,-1 0-1,1 1 0,1 0 0,1 1 0,-16 24 0,27-38-55,-1 1 0,1 0 0,0-1 0,-1 1 0,1 0 0,0 0 0,0-1 0,0 1 0,0 0 0,0-1 0,0 1 0,0 0 0,0 0 0,0-1 0,0 1 0,0 0 0,0-1 0,1 1 0,-1 0 0,0-1 0,0 1 0,1 0 0,-1-1 0,0 1 0,1 0 0,-1-1 0,1 1 0,-1-1 0,2 2 0,10 8 34,-7-9-27,0 1 0,0-1 0,0 1 0,0-2-1,0 1 1,0 0 0,0-1 0,0 0 0,0 0 0,0 0 0,1-1 0,-1 0 0,6-2 0,3 0 0,-1-1 1,1 0-1,21-11 0,-23 7-13,-1 0 0,0 0 0,0-1 0,-1-1 0,0 0 0,-1 0 0,0-1 0,10-15-1,-18 24-12,1-1 0,-1 1-1,-1-1 1,1 1-1,0-1 1,-1 1-1,1-1 1,-1 1-1,0-1 1,1-2 0,-1-1-59,1 3 0,-32-8 53,25 13 23,-1-1-1,0 1 0,1 0 0,-1 1 0,1 0 0,0 0 0,0 0 0,0 1 1,0 0-1,-6 5 0,-6 3 23,-1 2 43,0 0 0,-23 25 1,17-15 111,23-22-67,14 28 18,-11-30-126,0 1-1,-1-1 1,1 0 0,0 1-1,0-1 1,0 0 0,0 0-1,0 0 1,0 0 0,0 0-1,0 0 1,0 0 0,0 0-1,0 0 1,0 0 0,0-1-1,0 1 1,0 0 0,1-1-1,-1 1 1,13-3-9,0-1 0,-1 0 0,1 0 1,-1-2-1,0 1 0,0-2 0,-1 0 0,0 0 1,18-15-1,-22 16 10,0 0 0,-1-1 0,1 0 1,-2 0-1,1-1 0,8-13 0,1 4-83,-10 9-218,-21 1 164,10 6 132,-1 1 0,1 0 1,-1 0-1,1 0 0,-1 0 1,1 1-1,0 0 0,-1 0 0,1 1 1,-10 3-1,1 0 2,0 1-1,-24 14 1,35-17 5,0 0 0,0 0 1,0 0-1,0 0 0,1 0 1,-1 1-1,1 0 0,0-1 0,0 1 1,0 0-1,0 0 0,1 0 1,-2 6-1,3-9 2,0 2 0,0-1 0,0 0-1,0 1 1,0-1-1,1 0 1,-1 0-1,1 1 1,-1-1-1,1 0 1,0 0 0,2 3-1,-2-1-12,-1-3 7,1 0-1,-1 0 1,1-1-1,-1 1 1,1 0-1,0 0 1,-1 0-1,1-1 1,0 1-1,-1 0 0,1-1 1,0 1-1,0 0 1,0-1-1,0 1 1,0-1-1,-1 0 1,1 1-1,0-1 1,2 1-1,2 1 6,11 4 24,0-1 0,1 0 1,0-1-1,22 2 0,-36-6-25,0-1-1,0 1 1,0 0-1,0-1 1,0 1-1,0-1 1,0 0-1,0 0 1,0 0-1,-1 0 0,5-3 1,-2 1 2,-3 3-9,0-1-1,-1-1 0,1 1 0,0 0 0,0 0 0,-1-1 0,1 1 0,-1-1 0,1 1 0,-1-1 0,0 0 0,0 0 0,0 1 0,0-1 0,0 0 0,0 0 0,0 0 0,0 0 0,-1 0 0,1 0 1,-1 0-1,1-4 0,0-2-37,-1 1 0,0-1 1,0 1-1,-2-10 0,1 9-28,-1 0-1,-1 0 0,1 0 0,-5-9 0,5 14-61,-7-15-167,3 3 100,5 12 40,-3 4 26,-5 0 105,1 0 0,0 1 1,-1 0-1,1 1 0,0 0 0,0 0 1,0 0-1,1 1 0,0 1 0,-1-1 1,-8 8-1,-35 27 396,49-37-346,1 0 1,0 1-1,0-1 1,0 0-1,0 1 1,0-1-1,0 0 1,1 1 0,-1 4-1,0-3 16,0-1 135,3 11 23,-2-13-191,0 0 0,0 0 0,0 0 0,0 0 0,0 0 0,0 0 0,0 0 0,0 0 0,0 0 0,1 0 0,-1 0 0,0 0 0,1 0 0,-1 0-1,1 0 1,-1-1 0,2 3 0,11-2 51,-7-1-47,0 0 0,-1 0 0,1-1 0,0 1 0,-1-1 0,1-1 0,0 1 0,-1-1 0,1 0 0,5-3 0,3 0-1,-7 4-15,0-2 0,-1 1 0,1-1-1,-1 0 1,0 0 0,0-1 0,9-6-1,3-6-181,-14 13 8,-6 1 40,2 0 124,-1 0-1,0 1 1,0-1-1,-1 1 0,1-1 1,0 1-1,0 0 1,-1 0-1,1-1 0,0 1 1,-1 0-1,0 0 0,1 0 1,-1 0-1,1 1 1,-1-1-1,0 0 0,0 1 1,1-1-1,-1 1 1,0 0-1,0-1 0,0 1 1,1 0-1,-1 0 1,0 0-1,0 0 0,0 1 1,0-1-1,1 0 0,-1 1 1,0-1-1,0 1 1,-3 1-1,-5 2-3,0 0 0,-1 0 0,1 1 0,1 0 0,-1 1 0,1 0 0,0 0 0,0 1-1,1 0 1,0 1 0,-8 9 0,14-15-3,1 0 1,0-2 19,0 1 1,0-1-1,1 1 1,-1 0-1,0-1 0,1 1 1,-1 0-1,0-1 1,1 1-1,-1 0 1,1 0-1,-1-1 0,1 1 1,0 0-1,-1 0 1,1 0-1,0 0 0,0 0 1,-1 0-1,1-1 1,0 1-1,0 0 0,0 0 1,0 0-1,0 0 1,0 1-1,2-1-3,0-1 1,-1 1-1,1-1 0,0 1 0,0-1 0,-1 0 1,1 1-1,0-1 0,0 0 0,0 0 1,2-1-1,4 1-9,-6 0 12,0-1-1,0 1 1,0 0-1,0-1 1,0 1 0,0-1-1,-1 0 1,1 0-1,0 0 1,0 0 0,-1 0-1,1 0 1,-1 0-1,1 0 1,-1-1 0,1 1-1,1-3 1,15-24-74,-17 26 59,1-1-24,-12-9-24,8 10 61,0 1 0,1-1 0,-1 0 0,0 0 0,0 0 0,0 1 0,0-1 0,0 1 1,0 0-1,0 0 0,0 0 0,0 0 0,-1 0 0,1 0 0,-1 0 0,1 1 0,-4-1 0,-9 0-13,1 1 0,-1 1 0,1 0 0,-23 6-1,6-2-134,27-4 93,38 11-458,-24-10 414,1-1 1,0 0 0,0-1 0,0 0 0,0 0 0,0-1 0,17-4 0,-20 2 61,44-7-124,-39-11 257,-20 21-91,0 1 1,-1 0-1,1 0 1,0 1-1,0 0 0,0 0 1,1 1-1,-1 0 0,0 0 1,1 0-1,0 1 0,-7 5 1,10-6-6,0 0 0,1 1 0,-1-1 0,1 1 1,-1-1-1,1 1 0,0 0 0,-1 5 0,-6 7-3,9-15 7,-1-1 0,1 0 0,0 0-1,-1 0 1,1 0 0,0 0 0,0 1-1,0-1 1,-1 0 0,1 0-1,0 1 1,0-1 0,0 0 0,-1 0-1,1 0 1,0 1 0,0-1-1,0 0 1,0 1 0,0-1 0,0 0-1,0 0 1,0 1 0,0-1 0,-1 0-1,1 1 1,0-1 0,0 0-1,1 0 1,-1 1 0,0-1 0,0 0-1,0 1 1,0-1 0,0 0-1,0 0 1,0 1 0,0-1 0,0 0-1,1 1 1,-1-1 0,0 0 0,0 0-1,1 1 1,15-5 72,-12 2-62,0 1 0,0-1 0,-1-1 0,1 1 0,-1 0 0,0-1 0,0 0 0,0 1 0,0-1 0,4-5-1,-5 4-9,-1 1 0,1 0 0,0-1 0,-1 0-1,0 1 1,0-1 0,0 0 0,0 1-1,0-1 1,-1 0 0,0 0 0,0 0-1,0 0 1,-1-5 0,1 6 82,-1-1-94,-1-1 5,1 1 10,-1 1 0,0-1 1,1 1-1,-1-1 0,0 1 1,-1 0-1,1 0 1,0 0-1,-1 0 0,0 0 1,0 0-1,-3-2 1,4 3 10,-44 5 300,44-2-290,0 0 1,0 0-1,0 0 0,0 1 1,0-1-1,0 1 0,0-1 1,1 1-1,-1 0 0,0-1 0,1 1 1,-1 0-1,1 0 0,0 0 1,0 0-1,-1 3 0,0-3-8,1 1-1,0-1 0,0 0 1,0 0-1,0 0 1,1 1-1,-1-1 0,0 1 1,1-1-1,0 0 0,-1 1 1,1-1-1,0 1 1,1 3-1,0-1 15,1 0-1,0-1 1,0 1 0,0 0 0,5 6-1,0 1-30,-5-10 12,0 1 0,0-1 1,1 1-1,-1-1 1,1 0-1,0 0 1,-1 0-1,1 0 0,4 1 1,-2 0-3,-2 0 0,2-4-4,6 0 2,7-1 35,1 0-1,24-8 0,-36 8-40,-1 0 0,0 0 0,-1-1 0,1 0 1,0 0-1,-1 0 0,0-1 0,0 0 0,0 0 0,0 0 0,6-7 0,-4 3 6,-1-1 0,0 1 0,-1-1 0,0 0 0,5-11 0,-9 19-13,-1 0 0,0-1 0,1 1 0,-1 0 0,0-1 0,0 1 0,0 0 0,0-1 0,0 1 0,0 0 0,0-1 0,0 1 0,-1 0-1,0-3 1,-1-4 2,2 5-23,0-1 1,0 1-1,-1-1 1,0 0-1,1 1 1,-1 0-1,-1-1 1,1 1-1,0 0 1,-1-1-1,0 1 1,0 0-1,0 0 0,0 0 1,0 1-1,0-1 1,-1 0-1,-2-1 1,1 1-7,-1 0-1,1 0 1,-1 1 0,0 0 0,1 0 0,-1 0 0,0 1-1,0 0 1,0-1 0,0 2 0,-7-1 0,-10 0-66,0 2-1,-1 1 1,1 0 0,-33 9 0,52-10 90,-12 2-35,1 2 1,-1-1-1,-27 15 1,42-19 36,-1 0-1,0 0 1,0 1 0,0-1-1,1 0 1,-1 1 0,0-1-1,0 1 1,1-1 0,-1 1 0,0-1-1,1 1 1,-1-1 0,1 1-1,-1 0 1,1-1 0,-1 1-1,1 0 1,-1 0 0,1-1 0,0 1-1,-1 0 1,1 0 0,0-1-1,-1 1 1,1 0 0,0 0-1,0 0 1,0 0 0,0-1 0,0 1-1,0 0 1,0 0 0,0 0-1,0 0 1,1 0 0,-1-1-1,0 1 1,0 0 0,1 0 0,-1 0-1,1-1 1,-1 1 0,0 0-1,1-1 1,-1 1 0,1 0-1,0-1 1,-1 1 0,1-1-1,1 2 1,1 1-23,0-1-1,0 1 1,1-1 0,-1 0-1,1 0 1,0 0 0,-1-1-1,7 3 1,11-1-274,0-1 0,1-1 0,-1-1 0,0-1 0,0-1-1,22-4 1,-8 1-494,35 0-1,-40-1 361,-14 3 66,-32 13 448,-18 8 134,1-2 50,1 2 0,0 1 1,-55 45-1,72-50-155,0 0 0,-13 18 0,23-26-75,1 0 0,0 0 0,0 1 0,0-1 0,1 1 0,0 0 0,1 0 0,-4 14 1,5-18 54,23 3-53,-20-5-36,-1 0 0,1 0 1,-1-1-1,1 1 0,0 0 0,-1-1 0,1 1 0,0-1 0,-1 0 0,1 0 0,0 1 0,0-1 0,-1 0 1,1 0-1,0-1 0,-1 1 0,4-1 0,6-2 14,-1-2-1,1 1 1,-1-1 0,0 0 0,0-1 0,-1-1 0,0 1-1,0-1 1,0-1 0,-1 1 0,0-2 0,-1 1-1,1-1 1,-2 0 0,1 0 0,-1-1 0,-1 0-1,0 0 1,0-1 0,-1 1 0,0-1 0,-1 0-1,0 0 1,-1 0 0,0 0 0,-1 0 0,0-1-1,-1-14 1,0 22-3,-1 0 0,1 0 0,-1 0 0,0-1 0,1 1 0,-2 0 0,1 0 0,0 0 0,-1 0 0,0 1 0,0-1 0,0 0 0,-5-5 0,6 8 0,0 1-1,0-1 0,0 1 1,0 0-1,0-1 1,0 1-1,0 0 0,0 0 1,0-1-1,-1 1 1,1 0-1,0 0 0,0 0 1,0 0-1,0 1 1,0-1-1,-2 1 1,0-1 22,-2 1 15,1 0 1,-1 0-1,1 0 0,0 1 0,0 0 1,-1-1-1,1 2 0,0-1 0,0 0 0,1 1 1,-1 0-1,0 0 0,1 0 0,0 0 0,0 0 1,0 1-1,-4 6 0,-7 8 248,-21 41-1,28-47-213,0 0-15,1 1-1,0-1 1,1 1 0,1 1-1,0-1 1,-3 17-1,7-26-35,0-1 0,0 1 1,0 0-1,0-1 0,1 1 0,-1 0 0,1-1 0,1 5 1,0 0-12,-1-7-14,0 1 0,0-1 0,0 0 0,1 0 1,-1 0-1,0 0 0,1 0 0,-1 0 0,0 0 0,1 0 0,-1-1 1,1 1-1,-1 0 0,1-1 0,0 1 0,-1-1 0,4 1 0,1-1-1,1-1-1,-1 1 0,1-1 0,-1 0 0,1 0 0,-1-1 0,1 1 0,-1-1 0,0-1 0,0 1 1,0-1-1,-1-1 0,1 1 0,-1-1 0,1 1 0,-1-2 0,0 1 0,-1 0 0,1-1 0,-1 0 1,0 0-1,0 0 0,0-1 0,-1 1 0,0-1 0,0 0 0,0 0 0,-1 0 0,0 0 0,2-10 0,3-38 39,-9 51-25,-1 1 0,1 0-1,-1 0 1,0 0 0,0 0-1,0 0 1,0 1 0,-6-3-1,-9 8 139,0 0 0,1 2 0,-1 0 0,1 1 0,1 1 0,0 1 0,-31 20 0,38-21-171,8-8 31,0 0 0,1 0 0,-1 0 0,1 0 0,-1 1 0,0-1 0,1 0 0,-1 1 0,1-1 0,-1 0 0,1 1 0,-1-1 0,1 1 0,0-1 0,-1 1 0,1-1 0,-1 1 0,1-1 0,0 1-1,-1-1 1,1 1 0,0-1 0,0 1 0,0-1 0,-1 1 0,1 0 0,0-1 0,0 1 0,0-1 0,0 1 0,0 0 0,0-1 0,0 1 0,0 0 0,0-1 0,0 1 0,1-1 0,-1 1 0,0 0 0,0-1-1,0 1 1,1-1 0,-1 1 0,0-1 0,1 1 0,-1-1 0,0 1 0,1-1 0,-1 1 0,1-1 0,-1 1 0,1-1 0,-1 0 0,1 1 0,-1-1 0,2 1 0,-1 0-12,1 1 0,0-1 1,0 0-1,0 1 0,0-1 1,0 0-1,0 0 0,0 0 1,0 0-1,1-1 0,-1 1 1,0 0-1,0-1 0,1 0 0,-1 1 1,4-1-1,38-5-109,-32 3 59,4 0-61,2 1 17,1-2 0,-1 0 0,0 0 0,0-2 0,-1 0 0,1-1 0,-1-1 0,18-10 0,-31 14 72,0 1 0,0-1 0,-1 0 0,1-1 0,-1 1 0,0 0 0,0-1 0,0 0 0,0 0 0,-1 0 0,1 0 0,-1 0 0,0 0 0,-1-1 0,1 1-1,-1-1 1,1 1 0,-1-1 0,-1 1 0,1-1 0,-1-6 0,1 6 10,-2-1 0,1 1 0,-1-1 1,1 1-1,-1 0 0,-1-1 0,1 1 0,-1 0 0,0 0 0,0 0 0,-1 0 0,1 0 0,-1 0 0,0 1 1,0-1-1,-1 1 0,-5-6 0,7 9 13,0 0 1,0-1-1,-1 1 0,1 0 1,0 0-1,-1 0 0,1 0 1,0 1-1,-1-1 0,1 1 1,-1-1-1,0 1 1,1 0-1,-1 0 0,1 0 1,-1 0-1,1 1 0,-1-1 1,1 1-1,-5 1 0,0 0 30,1 0-1,-1 1 0,1 0 0,0 0 0,0 0 0,-6 5 0,-10 8 94,0 1 1,-35 38-1,53-50-99,-1 0 0,1 0 0,0 1 0,0 0 0,1 0 0,-1 0 0,1 0 0,1 0 0,-1 1 0,1-1 0,0 1 0,0-1 0,1 1 0,0 0 0,0 0 0,1 0 0,0 7 0,1-11-31,1 0 0,-1 0 0,1 0 0,-1 0-1,1 0 1,0-1 0,0 1 0,0-1 0,1 1 0,-1-1 0,1 0 0,-1 0 0,1 0 0,0 0 0,5 3 0,-1-1 15,-6-3-9,0-1 0,0 1 0,0-1 1,0 1-1,0-1 0,0 0 0,0 1 0,0-1 1,0 0-1,0 0 0,0 0 0,0 0 0,0 0 0,1 0 1,-1 0-1,0 0 0,0 0 0,1-1 0,4 0-2,0 1 0,0 0 0,1-1 1,-1 0-1,0 0 0,1-1 1,-1 1-1,0-1 0,0-1 1,0 1-1,-1-1 0,1 0 1,-1 0-1,9-7 0,-10 7-5,-1 0-1,0 0 0,0-1 0,0 1 0,0 0 1,-1-1-1,1 0 0,-1 0 0,0 0 0,0 0 1,-1 0-1,1 0 0,-1 0 0,1 0 0,-1-1 1,-1 1-1,1 0 0,-1-1 0,0 1 0,0-7 1,-4-61-322,4 71 320,0 0-1,0 0 1,0 0-1,0 0 0,0 0 1,-1 0-1,1 0 1,0 0-1,-1 1 1,1-1-1,-1 0 1,1 0-1,-1 0 1,1 0-1,-1 0 1,0 1-1,1-1 0,-1 0 1,0 0-1,0 1 1,1-1-1,-1 1 1,0-1-1,0 1 1,0-1-1,0 1 1,0-1-1,-2 0 0,-22-1-87,17 5 88,1 0 0,-1 1 1,1 0-1,0 0 1,0 1-1,1-1 1,-1 1-1,-10 12 0,13-14 28,-34 43-2,36-44-8,20-29 28,-16 24-96,-1-1 1,0 0-1,0 1 1,0-1 0,0 0-1,-1 0 1,0 0-1,1 1 1,-1-1-1,-1 0 1,1 0-1,-1 0 1,1 0-1,-2-3 1,1 3 13,1 1-407,-3 2-885,-22-11-1190,22 10 618,-20 8-11930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41.660"/>
    </inkml:context>
    <inkml:brush xml:id="br0">
      <inkml:brushProperty name="width" value="0.035" units="cm"/>
      <inkml:brushProperty name="height" value="0.035" units="cm"/>
    </inkml:brush>
  </inkml:definitions>
  <inkml:trace contextRef="#ctx0" brushRef="#br0">27 7 4088,'0'0'3461,"-13"9"-3129,-1 3 584,35-18-1284,-1 0-268,-17-9-4173</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34.272"/>
    </inkml:context>
    <inkml:brush xml:id="br0">
      <inkml:brushProperty name="width" value="0.035" units="cm"/>
      <inkml:brushProperty name="height" value="0.035" units="cm"/>
    </inkml:brush>
  </inkml:definitions>
  <inkml:trace contextRef="#ctx0" brushRef="#br0">4 96 3484,'0'1'50,"0"0"0,0 0 0,0-1 0,0 1 0,0 0-1,0 0 1,0 0 0,0-1 0,0 1 0,1 0 0,-1 0 0,0-1-1,0 1 1,1 0 0,-1-1 0,1 1 0,-1 0 0,0-1 0,1 1-1,-1 0 1,1-1 0,0 1 0,0 0 0,15-16 4289,-17 15-4323,0 0 0,0 0-1,0 0 1,0 0 0,0 0 0,0-1-1,0 1 1,0 0 0,1-1-1,-1 1 1,0 0 0,0-1 0,0 0-1,0 1 1,0-1 0,1 1 0,-1-1-1,0 0 1,0 0 0,1 1-1,-1-1 1,1 0 0,-1 0 0,0 0-1,1 0 1,0 1 0,-1-1 0,1 0-1,0 0 1,-1 0 0,1 0-1,0 0 1,0 0 0,0 0 0,0 0-1,0 0 1,0 0 0,0 0 0,0 0-1,0 0 1,0 0 0,1-1-1,0-3 19,1 0-1,-1 0 0,1 0 1,1 1-1,-1-1 0,4-5 1,-4 7 1100,8-24 1094,-36 32-2017,19-1 7313,7 4-7423,2 1 0,-1-1 0,1 1 0,1-1 0,-1 0 0,1 0 0,1 0 0,-1 0 0,2-1 0,-1 1 1,1-1-1,0 0 0,10 11 0,5 4-60,2 0 1,35 27-1,-45-40-445,0-1 0,1 0 0,0-1 0,0-1 0,16 6 1,-27-11-733,19 2-1680,-20-3 2607,0 0 0,1 0 0,-1 0 0,0 0-1,1 0 1,-1 0 0,0-1 0,1 1-1,-1 0 1,0-1 0,1 1 0,-1-1-1,0 1 1,0-1 0,0 0 0,0 1 0,1-1-1,-1 0 1,0 0 0,0 0 0,0 0-1,1-2 1,6-4-2477,5-3-3023</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34.602"/>
    </inkml:context>
    <inkml:brush xml:id="br0">
      <inkml:brushProperty name="width" value="0.035" units="cm"/>
      <inkml:brushProperty name="height" value="0.035" units="cm"/>
    </inkml:brush>
  </inkml:definitions>
  <inkml:trace contextRef="#ctx0" brushRef="#br0">342 1 5777,'-6'1'353,"3"-1"-90,1 1 0,-1 0-1,0 0 1,0 0 0,1 0-1,-1 0 1,1 0 0,-1 0-1,1 1 1,-1 0 0,1-1-1,-3 4 1,3-3 1491,-1 0-1112,0 0 1,0 1-1,1 0 1,-1 0-1,0 0 0,1 0 1,-3 4-1,0 0 262,-18 23 1567,-39 65-1,8-9-1451,40-63-999,0 0 0,-10 29-1,-2 1-1912,-5-3-3674,18-27 499,5 3-2781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45.692"/>
    </inkml:context>
    <inkml:brush xml:id="br0">
      <inkml:brushProperty name="width" value="0.035" units="cm"/>
      <inkml:brushProperty name="height" value="0.035" units="cm"/>
    </inkml:brush>
  </inkml:definitions>
  <inkml:trace contextRef="#ctx0" brushRef="#br0">24 358 4252,'0'0'4637,"-3"-1"-4012,-3-3-1119,-9-5 3530,17 6-1220,10 2-1398,-3 0-388,0 0 0,1 0 0,-1-1 0,10-3 0,13-4 35,-2 2 11,41-16 0,9-3-18,165-59-5,-173 58-61,82-48-21,-73 33 55,-25 13-198,-52 27-23,10-1-520,-14 3 666,1-1-1,0 1 0,-1 0 1,1 0-1,-1-1 0,1 1 1,0 0-1,-1 0 0,1 0 1,-1 0-1,1 0 1,0 0-1,-1 0 0,1 0 1,0 0-1,-1 0 0,1 1 1,-1-1-1,1 0 0,0 0 1,-1 0-1,1 1 0,-1-1 1,1 0-1,-1 1 0,1-1 1,-1 0-1,1 1 1,-1-1-1,1 1 0,-1-1 1,1 1-1,-1-1 0,0 1 1,1-1-1,-1 1 0,0-1 1,0 1-1,1 0 0,-1-1 1,0 1-1,0-1 0,0 1 1,0 0-1,0-1 1,1 2-1,2 7-213,-2-6-404,0 0 9,-1 0 532,1 1 0,1-1 1,-1 1-1,0-1 0,1 1 1,0-1-1,0 0 0,0 0 1,0 0-1,0 0 1,0 0-1,1 0 0,-1-1 1,1 1-1,4 2 0,-5-3-50,0-1 154,0 1 0,0-1 0,0 1 0,0-1 0,0 0 0,0 0 0,0 0 0,0 0 0,1 0 0,2 0 0,1-6 71,6-8-1395,-12 13 1284,0 0 0,0-1 0,0 1 0,0-1 0,0 1-1,0-1 1,0 1 0,0-1 0,0 1 0,0-1 0,0 1 0,0-1 0,0 1-1,0-1 1,-1 1 0,1-1 0,0 1 0,0 0 0,0-1 0,-1 1-1,1-1 1,0 1 0,-1 0 0,1-1 0,0 1 0,-1 0 0,1-1 0,-1 1-1,1 0 1,0 0 0,-1-1 0,1 1 0,-1 0 0,-13-9-870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46.130"/>
    </inkml:context>
    <inkml:brush xml:id="br0">
      <inkml:brushProperty name="width" value="0.035" units="cm"/>
      <inkml:brushProperty name="height" value="0.035" units="cm"/>
    </inkml:brush>
  </inkml:definitions>
  <inkml:trace contextRef="#ctx0" brushRef="#br0">41 61 6069,'-6'-14'1278,"5"14"-1218,1 0 0,0-1 0,0 1 0,0 0 0,0 0 0,0-1 0,0 1 0,0 0 0,0-1 1,0 1-1,0 0 0,0-1 0,0 1 0,0 0 0,0-1 0,0 1 0,0 0 0,0 0 0,0-1 0,0 1 0,0 0 0,0-1 0,0 1 1,1 0-1,-1 0 0,0-1 0,0 1 0,0 0 0,0 0 0,1-1 0,-1 1 0,0 0 0,0 0 0,1 0 0,-1 0 0,0-1 1,0 1-1,4 0 3762,-18-4-2073,12 4-1571,1-1-1,0 1 1,0-1-1,0 1 0,0-1 1,0 1-1,0-1 1,0 1-1,0-1 1,0 0-1,0 0 0,0 0 1,0 0-1,0 1 1,0-1-1,1 0 0,-1 0 1,0-1-1,1 1 1,-1 0-1,1 0 1,-1 0-1,0-2 0,-4-9 18,39 31 202,2 15-301,-1 1 0,-2 2 0,-2 2 0,53 83 0,-83-119-116,0 1 1,0-1-1,-1 0 1,1 0-1,-1 1 1,1-1-1,-1 1 1,0-1-1,0 0 1,-1 1-1,0 3 1,0-4-93,0 0 1,0 0 0,0-1 0,-1 1 0,1-1-1,-1 1 1,0-1 0,0 0 0,1 0 0,-1 0 0,-1 0-1,1 0 1,0 0 0,0 0 0,-1-1 0,1 1-1,-4 1 1,-48 19-3919,15-8-355,6 1-2511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46.987"/>
    </inkml:context>
    <inkml:brush xml:id="br0">
      <inkml:brushProperty name="width" value="0.035" units="cm"/>
      <inkml:brushProperty name="height" value="0.035" units="cm"/>
    </inkml:brush>
  </inkml:definitions>
  <inkml:trace contextRef="#ctx0" brushRef="#br0">1 0 4808,'24'10'1065,"20"9"2593,-41-18-3364,0 1 1,0-1 0,0 0-1,0-1 1,0 1-1,1 0 1,-1-1-1,0 0 1,0 0 0,5 0-1,2 0 354,83 1 4113,-89-1-4123,13 3 421,-14-3-986,-1 1 1,1 0-1,-1 1 0,1-1 1,-1 0-1,1 1 0,-1-1 1,0 1-1,0 0 0,1-1 1,-1 1-1,-1 0 0,1 0 0,3 5 1,-1-1 17,-1-1 1,1 1-1,-2 0 1,1 0-1,4 12 1,43 207 860,-33-139-863,-13-62-204,0 0 0,2 0 0,15 43 0,-6-36-527,1-1 0,1 0-1,2-1 1,22 27 0,-27-39-1174,2-1-1,0 0 1,0 0 0,22 13-1,4-3-5013</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47.844"/>
    </inkml:context>
    <inkml:brush xml:id="br0">
      <inkml:brushProperty name="width" value="0.035" units="cm"/>
      <inkml:brushProperty name="height" value="0.035" units="cm"/>
    </inkml:brush>
  </inkml:definitions>
  <inkml:trace contextRef="#ctx0" brushRef="#br0">1793 63 4120,'-4'-3'1136,"-29"-21"5680,33 23-6775,-1 0-1,1 1 0,-1-1 0,0 0 0,1 1 0,-1-1 0,1 0 0,-1 1 0,0-1 0,1 1 0,-1-1 1,0 1-1,0 0 0,1-1 0,-1 1 0,0 0 0,0-1 0,0 1 0,0 0 0,1 0 0,-1 0 1,0 0-1,0 0 0,-2 0 0,-21-1 1232,-3 5 89,9 0-940,0-1-1,-22 0 0,-939-20 2398,680 9-3485,81-3-4964,192 10 4341,14 0-38,-1 1 1,1 0 0,-13 2 0,1 4-2579</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48.560"/>
    </inkml:context>
    <inkml:brush xml:id="br0">
      <inkml:brushProperty name="width" value="0.035" units="cm"/>
      <inkml:brushProperty name="height" value="0.035" units="cm"/>
    </inkml:brush>
  </inkml:definitions>
  <inkml:trace contextRef="#ctx0" brushRef="#br0">402 22 7717,'-27'-18'1755,"21"14"3184,4 8-3945,-7 17-34,2-5-454,-1 1 1,-13 18-1,-93 154 761,76-122-1560,-68 93 0,44-64-158,61-95 362,29-22-92,7-3-22,1 2 1,0 1-1,44-17 0,124-37-3913,-143 60 228,4 5-2157</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49.209"/>
    </inkml:context>
    <inkml:brush xml:id="br0">
      <inkml:brushProperty name="width" value="0.035" units="cm"/>
      <inkml:brushProperty name="height" value="0.035" units="cm"/>
    </inkml:brush>
  </inkml:definitions>
  <inkml:trace contextRef="#ctx0" brushRef="#br0">161 956 5120,'0'0'7809,"-1"-3"-7143,-32-113 4997,-55-184-3017,75 243-2607,3 0 0,2-1 0,1-65-1,10-18-1815,0 45-3026,-3 91 2680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50.190"/>
    </inkml:context>
    <inkml:brush xml:id="br0">
      <inkml:brushProperty name="width" value="0.035" units="cm"/>
      <inkml:brushProperty name="height" value="0.035" units="cm"/>
    </inkml:brush>
  </inkml:definitions>
  <inkml:trace contextRef="#ctx0" brushRef="#br0">41 1846 4224,'-1'-1'72,"0"0"0,0 1 0,0-1 0,0 1 0,-1 0 0,1-1 0,0 1-1,0 0 1,0 0 0,0-1 0,0 1 0,-1 0 0,1 0 0,0 0-1,0 0 1,0 1 0,0-1 0,-1 0 0,1 0 0,0 1 0,0-1 0,0 1-1,0-1 1,0 1 0,0-1 0,0 1 0,0 0 0,0-1 0,-1 2 0,-1 1 1631,5-5-896,0-1-881,-1 2 195,0 0 0,0 0 0,0 0 0,0 0 0,0 0 0,-1 0 0,1 0-1,0-1 1,-1 1 0,1 0 0,0 0 0,-1-1 0,0 1 0,1 0 0,-1-1-1,0 1 1,0 0 0,1-1 0,-1 1 0,0 0 0,0-1 0,-1 1 0,1-1-1,0 1 1,0 0 0,-1-2 0,-2-12-13,2 12 792,1 0-620,-9-47 1783,5 34-1670,4 13-138,-1 0-159,1-1 0,1 1-1,-1-1 1,0 1 0,1 0 0,0-1 0,2-5-1,23-31 63,23-21 122,78-104 214,80-210-220,-32-17-1669,-88 159-363,-24 61 78,-51 139 684,-1 0 0,-2 0 0,8-61 0,-9 56-1742,-4 19-775</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50.813"/>
    </inkml:context>
    <inkml:brush xml:id="br0">
      <inkml:brushProperty name="width" value="0.035" units="cm"/>
      <inkml:brushProperty name="height" value="0.035" units="cm"/>
    </inkml:brush>
  </inkml:definitions>
  <inkml:trace contextRef="#ctx0" brushRef="#br0">94 0 4276,'-17'27'2841,"4"-21"-1809,-1 0 368,11 15-836,0-2-264,-17 2-1948,-4 3-900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53.050"/>
    </inkml:context>
    <inkml:brush xml:id="br0">
      <inkml:brushProperty name="width" value="0.035" units="cm"/>
      <inkml:brushProperty name="height" value="0.035" units="cm"/>
    </inkml:brush>
  </inkml:definitions>
  <inkml:trace contextRef="#ctx0" brushRef="#br0">88 0 3468,'0'0'10098,"-4"4"-10053,-12 10 39,12-10 32,4-4-116,-1 1 1,0-1 0,1 1 0,-1 0-1,1-1 1,-1 1 0,1 0-1,-1 0 1,1-1 0,-1 1 0,1 0-1,0 0 1,-1 0 0,1 0 0,0-1-1,0 1 1,-1 2 0,-6 13 4,3-11 9,0-1 1,1 1 0,-1-1 0,1 1 0,0 0 0,0 1 0,1-1 0,-2 6 0,2-8-15,-8 33 54,4 30 79,6-63-91,13-25-2125,-10 10-2695,-3-8 431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54.082"/>
    </inkml:context>
    <inkml:brush xml:id="br0">
      <inkml:brushProperty name="width" value="0.035" units="cm"/>
      <inkml:brushProperty name="height" value="0.035" units="cm"/>
    </inkml:brush>
  </inkml:definitions>
  <inkml:trace contextRef="#ctx0" brushRef="#br0">1 323 4064,'23'-15'1028,"-6"9"-127,0-3-249,-1 0-88,1 5-116,-7-8-84,0 0-60,10-3 4,4 0-204,-1 3-104,18-18-76,-11 6-124,0-6-136,3-3-92,-6 5-368,13-2-1221,4-9 117</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54.612"/>
    </inkml:context>
    <inkml:brush xml:id="br0">
      <inkml:brushProperty name="width" value="0.035" units="cm"/>
      <inkml:brushProperty name="height" value="0.035" units="cm"/>
    </inkml:brush>
  </inkml:definitions>
  <inkml:trace contextRef="#ctx0" brushRef="#br0">4884 615 3888,'3'-14'171,"1"-8"269,1 0-1,1 1 0,15-35 1,-13 36-90,-1-1 0,-1-1 1,-1 1-1,-1-1 1,-1 1-1,-1-1 0,-1 0 1,-3-40-1,2 55-323,-1 0-1,0 0 1,-1 1-1,0-1 1,0 0-1,0 0 1,-1 1-1,0 0 0,0-1 1,0 1-1,-1 0 1,0 1-1,0-1 1,-1 1-1,1-1 1,-1 1-1,0 1 1,-1-1-1,1 1 1,-1 0-1,0 0 1,0 0-1,0 1 1,-11-4-1,-10-3-126,-1 1 0,-1 2 0,1 0 0,-44-3 0,56 8 51,-401-28-1842,110 12 1440,-90 6 1789,-228 22-69,509-7-1192,-351 18 353,359-10-332,1 5 1,-138 37-1,176-32-79,1 3 0,2 3 0,0 3 0,2 3 0,1 2 0,2 4 0,1 2 0,-53 48 0,66-44-65,3 1-1,-50 67 1,35-40-52,-137 173-831,51-61-88,50-64 577,5 5 0,6 4 0,-72 149 1,121-200 419,3 1 0,4 2 0,-34 161 0,35-85-684,-6 189 0,28-203-506,5-2 513</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7:50:54.830"/>
    </inkml:context>
    <inkml:brush xml:id="br0">
      <inkml:brushProperty name="width" value="0.035" units="cm"/>
      <inkml:brushProperty name="height" value="0.035" units="cm"/>
    </inkml:brush>
  </inkml:definitions>
  <inkml:trace contextRef="#ctx0" brushRef="#br0">0 1 5909,'138'59'2034,"-70"-32"-495,1-2-1,91 19 1,-129-36-1372,16 3 33,12 4 78,88 33 1,-130-41-254,0 1 1,0 1-1,-1 0 0,0 1 1,-1 1-1,0 0 0,-1 1 1,0 1-1,17 20 1,-14-12-23,22 27 61,50 48-1,-74-82-79,0 0-1,1-2 0,1 0 0,0-1 0,1 0 0,0-2 0,28 12 1,-9-9-117,1-2 0,0-2 0,0-1 0,66 3 0,159-15-1119,-212 0 855,0-2 0,0-2 0,67-21-1,142-68-3695,-142 52 943</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8:57.037"/>
    </inkml:context>
    <inkml:brush xml:id="br0">
      <inkml:brushProperty name="width" value="0.035" units="cm"/>
      <inkml:brushProperty name="height" value="0.035" units="cm"/>
    </inkml:brush>
  </inkml:definitions>
  <inkml:trace contextRef="#ctx0" brushRef="#br0">389 37 11373,'-43'-36'8077,"43"45"-6170,0 28-166,0-27 2454,-20 17-184,17-18-3765,1 0 0,0 1 0,-2 17 0,4-21-186,-1 0 0,0 0 0,0 0-1,-1 0 1,1 0 0,-1 0 0,-3 7 0,-11 17-60,1 2 0,2-1 0,-13 49 0,-3 5 0,-79 247-3951,74-234-77,17-52-1294,-14 61-1,19-20-5836</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8:57.410"/>
    </inkml:context>
    <inkml:brush xml:id="br0">
      <inkml:brushProperty name="width" value="0.035" units="cm"/>
      <inkml:brushProperty name="height" value="0.035" units="cm"/>
    </inkml:brush>
  </inkml:definitions>
  <inkml:trace contextRef="#ctx0" brushRef="#br0">1051 1 13613,'-11'10'359,"-3"3"278,1-1-1,-2-1 0,1 0 0,-20 9 1,23-13-118,1 0 0,-1 0 1,1 1-1,0 0 0,1 0 0,0 1 1,-11 14-1,-49 79 2164,57-82-2281,-29 49 1145,-56 140 0,-13 90-85,66-174-998,43-123-460,-198 569 1250,36 14-505,64-77-416,87-419-283,4 0-1,4 0 0,13 159 1,-5-214-80,2 0 0,1 0 0,2-1 0,1 0 0,27 59 1,-27-72-38,1-1 1,0 0-1,2-1 1,0 0-1,1-1 1,0-1 0,2 0-1,0-1 1,0-1-1,26 17 1,-15-15-100,0-2 0,2 0 0,-1-2 0,2-2 0,-1 0 0,2-2 0,-1-1 0,50 5 0,-16-7-242,-1-3-1,1-3 0,77-10 1,5-11-207,-1-6 0,-1-6 1,145-56-1,-68 5-67,243-130 0,146-140-253,-23-35 371,-472 312 545,-4-5 0,128-124 0,-216 184 39,-1 0 1,-1-2-1,-1 0 1,-1-2-1,17-31 0,-31 49-13,-1 0 0,1 0-1,-2-1 1,1 0-1,-1 1 1,-1-1 0,0 0-1,0 0 1,-1-1 0,0 1-1,-1 0 1,0 0-1,-1-1 1,0 1 0,-1 0-1,0 0 1,0 0 0,-1 0-1,-7-18 1,1 13 0,0 1 0,0-1 0,-2 1 0,1 1 0,-2 0 0,0 1 0,0 0 0,-1 1 0,-1 0 0,-23-14 0,-11-3 6,-103-43 1,6 16 0,-2 6 0,-1 7 0,-157-23 0,-465-36-1832,480 74-1475,99 15-1900,-21 2-4468</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8:58.597"/>
    </inkml:context>
    <inkml:brush xml:id="br0">
      <inkml:brushProperty name="width" value="0.035" units="cm"/>
      <inkml:brushProperty name="height" value="0.035" units="cm"/>
    </inkml:brush>
  </inkml:definitions>
  <inkml:trace contextRef="#ctx0" brushRef="#br0">865 155 10633,'-6'-13'1318,"0"-1"-1,-1 2 1,-1-1-1,-17-20 1,19 27-784,0 0 0,0 0 0,-1 0 1,0 1-1,0 0 0,-1 1 0,1-1 0,-1 1 1,-13-4-1,14 5-185,-1 0 1,0 1-1,-1 0 1,1 0-1,0 1 1,0 0 0,-1 0-1,1 1 1,0 0-1,-1 1 1,1 0-1,0 0 1,-1 1-1,1 0 1,0 0-1,0 1 1,1 0-1,-15 7 1,10-2-52,0 1 0,1 0 0,0 0 1,0 2-1,1-1 0,1 1 0,-1 0 0,2 1 0,0 0 0,-9 18 1,-22 49-150,-40 120 0,53-130-164,-157 499 15,149-426 0,6 1 0,-10 161 0,23-25 0,15-193 0,13 115 0,-7-155 0,3-1 0,1 0 0,2-1 0,20 48 0,-20-65 0,1 0 0,2 0 0,0-1 0,2-1 0,0 0 0,2-2 0,26 26 0,-30-34-306,1-1 0,1-1 0,0-1 1,1 0-1,0-1 0,1-1 0,0-1 0,0-1 0,1 0 1,0-2-1,1 0 0,-1-1 0,1-1 0,0-1 0,0-1 0,0-1 1,0 0-1,26-4 0,-5-2-927,0-3 1,0-1-1,-1-1 1,0-3-1,-1-1 1,0-3-1,-1 0 1,37-25-1,34-25-11646</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8:58.781"/>
    </inkml:context>
    <inkml:brush xml:id="br0">
      <inkml:brushProperty name="width" value="0.035" units="cm"/>
      <inkml:brushProperty name="height" value="0.035" units="cm"/>
    </inkml:brush>
  </inkml:definitions>
  <inkml:trace contextRef="#ctx0" brushRef="#br0">131 441 9913,'-70'-90'2108,"40"56"-288,20 22-56,0-18-207,0 6-289,13-6-328,4-18-180,6 15-164,11 2-92,2 1-128,11 6-120,7 3-176,6 3-380,4 9-476,6 3-672,0 6-724,4 6-2929,-4 12-4060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8:58.936"/>
    </inkml:context>
    <inkml:brush xml:id="br0">
      <inkml:brushProperty name="width" value="0.035" units="cm"/>
      <inkml:brushProperty name="height" value="0.035" units="cm"/>
    </inkml:brush>
  </inkml:definitions>
  <inkml:trace contextRef="#ctx0" brushRef="#br0">31 221 12961,'-30'-12'4073,"36"-12"-2365,25-7-396,15 19-80,15 0-448,16 3-516,23-9-408,21 0-880,6-6-1000,10 0 204,14 6-3321,0 0-4084</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8:59.307"/>
    </inkml:context>
    <inkml:brush xml:id="br0">
      <inkml:brushProperty name="width" value="0.035" units="cm"/>
      <inkml:brushProperty name="height" value="0.035" units="cm"/>
    </inkml:brush>
  </inkml:definitions>
  <inkml:trace contextRef="#ctx0" brushRef="#br0">85 17 14321,'-20'-15'2595,"20"15"-2549,0 0 0,0 0 0,0 0 0,-1 0 0,1-1 0,0 1 0,0 0 0,0 0 1,-1 0-1,1 0 0,0 0 0,0 0 0,0 0 0,-1 0 0,1 0 0,0 0 0,0 0 1,-1 0-1,1 0 0,0 0 0,0 0 0,0 0 0,-1 0 0,1 0 0,0 0 0,0 0 1,-1 0-1,1 0 0,0 0 0,0 0 0,0 0 0,-1 0 0,1 1 0,0-1 0,0 0 1,0 0-1,0 0 0,-1 0 0,1 0 0,0 1 0,0-1 0,0 0 0,0 0 0,0 0 0,0 1 1,0-1-1,-1 0 0,1 0 0,0 0 0,0 1 0,0-1 0,0 0 0,0 0 0,0 1 1,0-1-1,0 0 0,-3 5 494,0-1-110,0 0 0,0 0 1,0 1-1,1 0 1,0-1-1,0 1 1,0 0-1,0 0 0,1 0 1,-2 10-1,3-13-385,-12 82 1294,3 0 1,4 1 0,6 91-1,36 127-1169,-30-268-440,1-1-1,2 0 1,2 0-1,20 43 1,-30-73 245,0 0 1,0 0-1,0-1 1,1 1 0,-1-1-1,1 1 1,0-1-1,0 0 1,0 0-1,1 0 1,-1 0 0,1 0-1,-1-1 1,1 0-1,0 0 1,0 0 0,0 0-1,0 0 1,0-1-1,0 0 1,1 0-1,-1 0 1,0 0 0,1-1-1,-1 0 1,0 0-1,1 0 1,-1 0-1,1 0 1,-1-1 0,0 0-1,1 0 1,-1 0-1,0-1 1,0 1-1,0-1 1,0 0 0,0 0-1,-1-1 1,1 1-1,0-1 1,5-5 0,4-4 42,-1-1 0,0 0-1,-1 0 1,-1-1 0,12-21 0,40-83 540,-37 68-85,63-114 2810,-80 156-3116,-5 17-59,-2 18-27,-1-27-80,-3 18-84,-2 1-1,-9 26 1,9-33-85,1-1 1,1 1 0,0 0-1,0 0 1,2 0 0,-1 0 0,1 16-1,10 77-5287,5-36-4750,2-30-2329</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07.058"/>
    </inkml:context>
    <inkml:brush xml:id="br0">
      <inkml:brushProperty name="width" value="0.035" units="cm"/>
      <inkml:brushProperty name="height" value="0.035" units="cm"/>
    </inkml:brush>
  </inkml:definitions>
  <inkml:trace contextRef="#ctx0" brushRef="#br0">1 31 6865,'0'-21'888,"13"12"1156,-26 18-8857</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07.493"/>
    </inkml:context>
    <inkml:brush xml:id="br0">
      <inkml:brushProperty name="width" value="0.035" units="cm"/>
      <inkml:brushProperty name="height" value="0.035" units="cm"/>
    </inkml:brush>
  </inkml:definitions>
  <inkml:trace contextRef="#ctx0" brushRef="#br0">449 149 11893,'-47'-46'3897,"36"33"-2311,-1 1 1,0 0-1,-1 1 1,0 0-1,-1 1 0,0 0 1,-21-9-1,32 18-1508,0 0-1,0 0 0,0 0 0,0 1 0,0 0 1,0-1-1,0 1 0,0 0 0,0 0 1,0 1-1,-1-1 0,1 1 0,0 0 1,0-1-1,0 1 0,0 1 0,0-1 1,1 0-1,-1 1 0,0-1 0,1 1 1,-1 0-1,1 0 0,-1 0 0,1 0 0,0 0 1,0 1-1,0-1 0,0 1 0,-3 4 1,-5 8 391,0 2 0,1-1 0,-12 34-1,18-44-452,-29 86-16,3 1 0,-31 189 0,52-231 0,4 0 0,1 1 0,3-1 0,1 1 0,4-1 0,10 55 0,-7-71 0,1 0 0,1-1 0,2 0 0,2 0 0,1-1 0,21 34 0,-23-47 0,1 1 0,1-2 0,1 0 0,1-1 0,0 0 0,1-2 0,1 0 0,0-1 0,40 23 0,-31-24-88,1-1-1,1-1 1,0-2-1,1-1 1,0-1 0,0-2-1,1-1 1,-1-1 0,1-2-1,0-1 1,0-2-1,0-1 1,-1-1 0,1-2-1,-1-1 1,0-2-1,0-1 1,-1-1 0,0-1-1,53-30 1,-69 33-685,0-1 0,-1-1 1,-1 0-1,0-1 0,0 0 1,20-26-1,-6 1-4982,27-49 0,-21 30-5253</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08.055"/>
    </inkml:context>
    <inkml:brush xml:id="br0">
      <inkml:brushProperty name="width" value="0.035" units="cm"/>
      <inkml:brushProperty name="height" value="0.035" units="cm"/>
    </inkml:brush>
  </inkml:definitions>
  <inkml:trace contextRef="#ctx0" brushRef="#br0">134 122 9477,'0'-7'913,"0"-1"1,-1 0-1,0 0 0,-1 0 1,1 0-1,-1 0 0,-1 1 1,0-1-1,0 1 0,0 0 1,-6-8-1,7 12 861,1 1-1358,0 1 0,0-1-1,0 1 1,0-1 0,-1 1-1,1-1 1,0 1 0,-1 0-1,1 0 1,-1 0 0,1 0 0,-4-2-1,3 41 823,6 72 0,1-12-414,-5-31-365,-6 372-1673,-3-300-4357,-30 161 0,20-187-654,1 4-3584</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08.463"/>
    </inkml:context>
    <inkml:brush xml:id="br0">
      <inkml:brushProperty name="width" value="0.035" units="cm"/>
      <inkml:brushProperty name="height" value="0.035" units="cm"/>
    </inkml:brush>
  </inkml:definitions>
  <inkml:trace contextRef="#ctx0" brushRef="#br0">138 1 10609,'0'0'6506,"-2"3"-4377,-4 9-841,0 0 0,1 1 0,-5 17 0,-12 85 992,10-50-1327,-8 109-1246,2-17-3730,4-91 1094,-4 23-5324,13-39-894</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08.591"/>
    </inkml:context>
    <inkml:brush xml:id="br0">
      <inkml:brushProperty name="width" value="0.035" units="cm"/>
      <inkml:brushProperty name="height" value="0.035" units="cm"/>
    </inkml:brush>
  </inkml:definitions>
  <inkml:trace contextRef="#ctx0" brushRef="#br0">27 1 5352,'-6'18'881,"2"3"-553,-2-3-592,-1 3-1597,3 0 409</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09.721"/>
    </inkml:context>
    <inkml:brush xml:id="br0">
      <inkml:brushProperty name="width" value="0.035" units="cm"/>
      <inkml:brushProperty name="height" value="0.035" units="cm"/>
    </inkml:brush>
  </inkml:definitions>
  <inkml:trace contextRef="#ctx0" brushRef="#br0">314 1020 11369,'-56'-58'6947,"55"56"-5869,-3 2-864,0 0 0,0 0 0,0 0 0,0 1 0,0 0 0,1 0 0,-1 0 0,0 0 1,1 0-1,-1 1 0,-5 3 0,2 0-69,-1 1 0,1 1 0,-10 11 0,6-6-12,1 1 0,0 0 1,2 1-1,-1 0 0,-7 18 1,-28 80 288,31-76-370,12-34-51,-8 19 1,1 0 0,2 1 0,0 0-1,1 0 1,1 1 0,1-1 0,-1 41 0,10 8-196,-6-69 184,0 0-1,0-1 1,1 1 0,-1 0 0,1 0 0,-1 0 0,1-1-1,0 1 1,-1 0 0,1-1 0,0 1 0,0 0 0,0-1-1,0 1 1,0-1 0,1 0 0,-1 1 0,0-1-1,4 2 1,-4-2 4,1-1 1,-1 1-1,1-1 0,0 1 0,-1-1 0,1 0 1,0 0-1,-1 0 0,1 0 0,0 0 0,-1 0 1,1 0-1,-1-1 0,1 1 0,0-1 0,-1 1 1,3-1-1,2-3 7,1 1 0,-1-1 1,1 0-1,-1 0 0,0-1 1,8-8-1,2-5-38,-1-1 1,-1 0-1,-1-1 0,14-29 0,-10 19-10,6-13-66,-2-2-1,22-68 0,19-102-292,-16 53 17,115-405-719,-110 381 890,-46 168 201,7-16-8,-11 32 80,-2 6 32,-26 143 257,14-68-138,7-42-187,-22 118 257,-8 163 0,34-270-224,2 0 0,1 0 0,3 0 0,2 0 0,2-1-1,2 0 1,31 86 0,-33-115-104,0 0-1,1-1 1,1 0-1,0 0 0,1-1 1,1 0-1,1-1 0,0-1 1,27 24-1,-31-32 15,0 1 1,1-1-1,0 0 0,0-1 0,0 0 1,0-1-1,1 0 0,0 0 0,-1-1 1,1-1-1,1 0 0,-1 0 0,0-1 1,0-1-1,1 1 0,-1-2 0,0 0 1,16-3-1,-15 1-98,0-1-1,-1 0 1,0-1 0,0 0-1,0-1 1,0 0 0,-1-1-1,0 0 1,-1 0 0,1-1-1,-1 0 1,-1-1 0,1 0 0,-2 0-1,1-1 1,-1 0 0,-1 0-1,8-16 1,0-4-180,-1 0 1,-1-2-1,-2 1 0,-1-1 1,8-52-1,-11 26 141,5-21 108,-9 73 61,-1 0 1,-1 0-1,1 0 0,-1 0 0,0 0 1,0 0-1,-2-12 0,1 13 56,0 1 122,-3 5 12,0 0-149,0 1 0,0 0 1,0-1-1,0 2 0,0-1 1,0 0-1,0 1 1,1-1-1,-1 1 0,1 0 1,0 0-1,0 1 0,0-1 1,0 1-1,0-1 1,1 1-1,0 0 0,0 0 1,0 0-1,-3 8 0,-1 8 122,1 1-1,0-1 0,-2 30 0,0-4 96,6-37-235,-1 0-1,1 0 1,1 0 0,0 1 0,0-1-1,1 0 1,0 0 0,0 0-1,1 0 1,1 0 0,-1 0-1,1 0 1,1-1 0,-1 1 0,2-1-1,-1 0 1,1 0 0,0 0-1,1-1 1,0 0 0,0 0-1,0 0 1,1-1 0,0 0 0,0 0-1,1-1 1,-1 0 0,1 0-1,0-1 1,1 0 0,-1 0-1,1-1 1,0 0 0,0 0 0,0-1-1,0-1 1,0 1 0,14-1-1,-12 0-14,-1-2-1,0 1 1,1-2-1,-1 1 0,0-1 1,0-1-1,0 0 0,0 0 1,-1-1-1,1 0 1,-1-1-1,0 0 0,0 0 1,-1-1-1,9-7 0,-8 5-1,0-1 0,0-1 0,-1 1 0,0-2 0,-1 1 0,0-1-1,-1 0 1,6-13 0,-10 18-75,1 0-1,-1-1 0,0 1 0,-1-1 1,0 0-1,0 1 0,0-1 1,-1 0-1,0 0 0,0 1 0,-1-1 1,1 0-1,-2 0 0,1 1 1,-1-1-1,-4-11 0,-1 15-208,-1 4 184,2-1-29,-1 1-1,0 0 1,1 0-1,-1 0 0,1 0 1,-1 1-1,1 1 1,0-1-1,0 1 0,-8 4 1,-4 8-588,0 1-1,1 0 1,1 1 0,-24 34 0,21-27-917,-41 41 0,60-62 1589,-1 0 0,0-1 0,1 1 0,-1 0 0,1 0 0,0 0 0,0 0 0,0-1 0,0 1 0,1 0 0,-1 0 0,1 0 0,1 3 0,-2-6 27,0 0 20,0 1-1,0-1 1,0 0 0,0 0 0,0 0 0,0 0-1,0 0 1,0 1 0,0-1 0,0 0 0,0 0-1,0 0 1,0 0 0,0 0 0,0 1 0,0-1-1,0 0 1,1 0 0,-1 0 0,0 0 0,0 0 0,0 0-1,0 0 1,0 1 0,0-1 0,0 0 0,1 0-1,-1 0 1,0 0 0,0 0 0,0 0 0,0 0-1,0 0 1,0 0 0,1 0 0,-1 0 0,0 0-1,0 0 1,0 0 0,0 0 0,0 0 0,1 0-1,-1 0 1,0 0 0,0 0 0,0 0 0,0 0-1,0 0 1,1 0 0,-1 0 0,0 0 0,0 0 0,0 0-1,0 0 1,0 0 0,0 0 0,1-1 0,-1 1-1,0 0 1,0 0 0,0 0 0,38-13 653,-2-2 0,0-1 1,0-2-1,38-27 0,-39 23 409,1 2 1,1 1-1,0 2 0,44-14 0,-64 26-540,1 1 0,1 0-1,-1 1 1,22 0 0,-32 3-393,1 0 0,-1 1 1,0 0-1,1 1 0,-1 0 1,0 0-1,0 1 0,0 0 1,0 1-1,0-1 0,10 8 1,6 6-9,27 24-1,0 1-1734,-48-40 892,0-2-175,1 0 760,-1 0 1,0-1-1,0 1 1,1-1-1,-1 0 0,0 1 1,0-2-1,0 1 1,0 0-1,0 0 0,0-1 1,0 0-1,-1 1 1,1-1-1,0 0 0,-1-1 1,5-3-1,2-5-59,-1 0 0,0-1 0,9-16 0,-12 18 90,1 1 1,-1 0 0,2 0-1,12-13 1,-10 13 42,1 1 0,0 1-1,1 0 1,13-7 0,-22 13 12,18 7 10,-18-5 42,0-1 1,0 1 0,0 0-1,1-1 1,-1 0 0,0 0-1,0 1 1,1-1 0,-1-1 0,0 1-1,0 0 1,1 0 0,-1-1-1,0 1 1,4-3 0,2-1 37,-1 0 1,0-1 0,0 0-1,10-10 1,-13 12-8,19-17 155,0 1 1,1 1 0,52-29 0,-53 36-20,1 1 0,-1 2 1,2 0-1,41-7 0,-51 13-540,0 1-1,0 0 1,24 3-1,-27-1-884,1 1 1,0 1-1,-1 0 1,21 9-1,-13-4-4096</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09.845"/>
    </inkml:context>
    <inkml:brush xml:id="br0">
      <inkml:brushProperty name="width" value="0.035" units="cm"/>
      <inkml:brushProperty name="height" value="0.035" units="cm"/>
    </inkml:brush>
  </inkml:definitions>
  <inkml:trace contextRef="#ctx0" brushRef="#br0">31 33 6849,'-30'-33'7236,"46"39"-6500,1 0-316,-10 9-1692,3-3-712,-3 15-7017</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10.848"/>
    </inkml:context>
    <inkml:brush xml:id="br0">
      <inkml:brushProperty name="width" value="0.035" units="cm"/>
      <inkml:brushProperty name="height" value="0.035" units="cm"/>
    </inkml:brush>
  </inkml:definitions>
  <inkml:trace contextRef="#ctx0" brushRef="#br0">1337 699 11481,'-12'-25'627,"9"16"-313,-1 1 0,0 0 0,0 0 0,-1 0 0,0 1 0,-1-1 0,0 1 0,0 0-1,-13-11 1,7 9 107,-1 1-1,0 0 1,0 1-1,0 0 1,-1 1-1,0 0 0,0 2 1,0-1-1,-1 2 1,1 0-1,-16-1 1,9 2-50,1 2-1,-1 1 1,1 0 0,-1 2 0,1 0 0,0 1 0,-25 9 0,3 4 48,0 0 0,2 3 1,0 2-1,2 1 0,0 2 1,-57 49-1,35-20-37,2 2-1,3 3 1,-92 127-1,111-134-258,3 3-1,3 0 0,2 2 0,2 1 0,-28 94 1,44-112-52,-10 69 0,18-90-93,1 1-1,0-1 1,2 0-1,0 1 0,7 32 1,-7-46-37,1-1-1,-1 1 1,1-1-1,0 1 1,1-1 0,-1 0-1,1 0 1,0 0-1,0 0 1,1-1 0,-1 1-1,1-1 1,0 0-1,0 0 1,1 0 0,-1 0-1,1-1 1,0 0-1,0 0 1,0 0 0,0-1-1,0 1 1,1-1 0,-1-1-1,12 3 1,-7-2-44,1-2-1,-1 1 1,0-1 0,1-1 0,-1 0-1,0 0 1,1-1 0,-1 0 0,0-1-1,0 0 1,-1-1 0,1 0 0,16-10-1,6-6-144,-2-2-1,0-1 0,-2-1 1,40-44-1,88-124-682,-78 79 434,-4-4 0,85-186 0,69-268-353,-96 189 838,-130 376 96,-1 0-1,0 0 0,0 0 0,-1 0 1,0 0-1,0 0 0,-1-10 0,-5 29 36,1 0 0,1 0 0,-5 20-1,1-4 7,-13 56 403,-21 162-1,19 92-101,21-247-245,18 174 0,-7-209-153,2 0 0,2 0 0,3-1 0,26 61 0,-35-99-51,1-1 1,1 1 0,1-2-1,1 1 1,0-1 0,1-1 0,0 0-1,1-1 1,29 25 0,-31-32-18,-1 0 1,1 0 0,0-1 0,1 0-1,-1-1 1,1-1 0,0 0 0,0 0-1,1-1 1,-1-1 0,1 0 0,-1 0-1,1-2 1,0 1 0,0-2 0,13-1-1,0-2-24,1-2 0,-1 0-1,-1-2 1,1-1 0,-2-1-1,1-1 1,-1-1 0,-1-1-1,0-1 1,29-23 0,15-20-97,109-119-1,-14 13 622,-160 161-167,0 4 80,0 2-344,0 0 1,0 0-1,-1 0 0,1 0 1,-1 0-1,0 0 1,0 0-1,0 1 0,-1-1 1,0 0-1,1 1 0,-1-1 1,-1 0-1,-1 9 1,-2 7 7,0 0 1,-9 19-1,1-1-32,-11 40-231,-12 47-1919,17-42-2285,15-62-989,5 0-3334</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11.188"/>
    </inkml:context>
    <inkml:brush xml:id="br0">
      <inkml:brushProperty name="width" value="0.035" units="cm"/>
      <inkml:brushProperty name="height" value="0.035" units="cm"/>
    </inkml:brush>
  </inkml:definitions>
  <inkml:trace contextRef="#ctx0" brushRef="#br0">466 1 5204,'2'8'401,"-1"-6"-250,0-1 1,-1 1-1,1 0 0,0 0 0,-1 0 1,0 1-1,1-1 0,-1 0 1,0 0-1,0 0 0,0 0 1,-1 0-1,1 0 0,0 0 0,-1 0 1,1 0-1,-1 0 0,0 0 1,0 0-1,0 0 0,0 0 1,-2 2-1,1-1 182,0 1 1,0-1-1,1 0 1,-1 0 0,1 1-1,0-1 1,-1 1-1,1-1 1,1 1-1,-1 0 1,1-1-1,-1 7 1,-4 21 977,-55 136 1650,17-56-2154,21-63-437,20-45-308,-14-10-104,2 1-159,-108-46-2665,38 23-2577,6 8-1953</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19.906"/>
    </inkml:context>
    <inkml:brush xml:id="br0">
      <inkml:brushProperty name="width" value="0.035" units="cm"/>
      <inkml:brushProperty name="height" value="0.035" units="cm"/>
    </inkml:brush>
  </inkml:definitions>
  <inkml:trace contextRef="#ctx0" brushRef="#br0">7 124 5893,'0'-6'7298,"-7"-18"4380,8 21-11591,0-2-77,-1 3 0,0 1-1,0-1 1,0 1 0,1-1-1,-1 1 1,0-1 0,1 1-1,-1-1 1,1 1 0,-1-1-1,1 1 1,0-1 0,0 1-1,0 0 1,0 0-1,0-1 1,0 1 0,0 0-1,0 0 1,0 0 0,0 0-1,1 0 1,-1 0 0,0 1-1,3-2 1,3-2 21,1 1 0,-1-1 0,0 0 0,0-1 0,10-9 0,5-2-2,-20 15-41,-13 22-107,6-9 91,0-1-1,-1 0 1,-1 0-1,-10 13 1,14-21-44,4-3-17,0 0 79,0 0 1,0 1-1,0-1 1,0 0 0,0 0-1,0 1 1,0-1 0,0 1-1,0-1 1,0 1-1,0-1 1,0 1 0,-1 0-1,1-1 1,1 2 0,-2-1 5,1-1 0,-1 1 1,1-1-1,-1 1 0,1-1 1,0 1-1,-1-1 1,1 0-1,-1 1 0,1-1 1,0 0-1,-1 1 1,1-1-1,0 0 0,0 0 1,-1 1-1,1-1 0,0 0 1,-1 0-1,1 0 1,0 0-1,0 0 0,-1 0 1,1 0-1,0 0 1,-1-1-1,1 1 0,0 0 1,0 0-1,-1-1 0,1 1 1,0 0-1,-1-1 1,2 1-1,-1-2-3,1 1-1,-1 0 1,1-1-1,-1 1 1,1-1-1,-1 0 1,0 1 0,0-1-1,1 0 1,-1 0-1,-1 0 1,2-2-1,6-9-51,-7 11-36,-10-13-1223,-2 1 1309,1 10 11,0 0 0,0 1-1,-19-4 1,5 1-11,20 5-55</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21.807"/>
    </inkml:context>
    <inkml:brush xml:id="br0">
      <inkml:brushProperty name="width" value="0.035" units="cm"/>
      <inkml:brushProperty name="height" value="0.035" units="cm"/>
    </inkml:brush>
  </inkml:definitions>
  <inkml:trace contextRef="#ctx0" brushRef="#br0">97 287 6745,'-13'-20'1450,"10"16"2571,17-8-2342,-13 11-1253,1 0 0,-1 0 0,0 0 0,1 0 0,-1 0 0,0 0 0,0 0 0,0-1 0,0 1 0,0 0 0,0-1 0,0 1 0,0-1 0,0 1 0,-1-1 0,1 0 0,-1 1 0,1-3 0,-1 1-169,0 0 0,0 1-1,0-1 1,0 0 0,-1 1-1,1-1 1,-1 0-1,0 1 1,1-1 0,-1 1-1,-1-1 1,1 1 0,0-1-1,-1 1 1,1 0 0,-3-3-1,4 5-278,-2-3 525,1 1-89,-10-23 186,10 22-362,-1 1-54,0 0-134,0 1 0,0-1 0,0 1 0,0 0 0,0-1 1,0 1-1,0 0 0,0 0 0,0 0 0,-1 1 0,1-1 0,0 0 1,-1 1-1,1 0 0,0-1 0,-1 1 0,1 0 0,-1 0 1,1 0-1,0 1 0,-1-1 0,1 1 0,-1-1 0,1 1 1,-4 1-1,3-1 56,-7 12-39,10-12-63,-1-1 0,1 1 0,-1 0 0,1-1 0,-1 1 0,1-1 0,-1 1 0,1 0 0,0-1 0,-1 1 0,1 0 0,0 0 0,-1-1 0,1 1 0,0 0 0,0 0 0,0-1 0,0 1 0,0 0 0,0 0 0,0-1 0,0 1 0,0 0 0,0 0 0,0 0 0,0-1-1,1 1 1,-1 0 0,0-1 0,1 2 0,3 11 17,-4-11 6,3-1-11,1 0-7,3 2-27,1-1-1,-1 0 1,1-1-1,0 0 1,13 1-1,46-11-174,-66 8 192,0 1 1,0 0-1,0-1 1,0 1-1,-1-1 1,1 1-1,0-1 1,-1 1-1,1-1 0,0 0 1,-1 1-1,1-1 1,-1 0-1,1 0 1,-1 1-1,1-1 0,-1 0 1,1 0-1,-1 0 1,0 0-1,1-1 1,0 0-2,2-3 0,1-1 0,-1 1-1,-1 0 1,1-1 0,-1 0 0,0 1-1,0-1 1,-1 0 0,1 0 0,-2 0-1,2-9 1,-2-2-21,-1 0 0,-6-28 0,6 35-1,0 6 12,-2 5-7,-1-1 18,1 1 0,-1 0 1,0-1-1,0 2 0,0-1 0,1 0 0,-1 1 0,1-1 0,-1 1 0,1 0 0,-1 0 0,1 1 0,0-1 0,0 1 0,0-1 0,1 1 0,-1 0 1,0 0-1,1 0 0,0 1 0,0-1 0,0 0 0,0 1 0,-2 5 0,1-2-4,0 0 1,0 0-1,1 1 0,0-1 1,0 0-1,0 1 0,1 0 1,0-1-1,1 1 0,0 0 1,0-1-1,2 15 0,-1-19 65,3-4-84,32-6 45,-32 6-8,-4 0-12,0 0 0,0 1 0,0-1-1,1 0 1,-1 0 0,0 0 0,1 1-1,-1-1 1,1 0 0,-1 1 0,1-1-1,-1 0 1,1 1 0,-1-1 0,1 0-1,0 1 1,-1-1 0,1 1 0,1-1-1,-1 0-1,-1 1 0,1-1 0,0 0 0,0 1 0,0-1 0,0 0 0,-1 1 0,1-1 0,0 0 0,-1 0-1,1 0 1,-1 0 0,1 0 0,-1 0 0,1 0 0,-1 0 0,0 0 0,1 0 0,-1 0 0,0 0 0,0 0-1,0-2 1,-2 0 1,0-2 3,0-23-46,-17 37 40,16-7 1,-1 1 0,1-1 0,0 0-1,1 1 1,-1-1 0,0 1 0,1 0 0,-1 0 0,1 0-1,0 0 1,0 1 0,0-1 0,1 1 0,-1-1 0,1 1-1,-1 3 1,-11 20 5,13-26-6,-1 0 0,1 0 0,0 0 1,0 0-1,-1 0 0,1 1 0,0-1 0,0 0 0,0 0 0,0 0 0,0 0 1,0 1-1,1-1 0,-1 0 0,0 0 0,1 0 0,-1 0 0,1 1 1,-1-1 4,1 0 1,-1 0-1,0 0 1,1 0 0,-1-1-1,0 1 1,0 0-1,0 0 1,0 0 0,0 0-1,0 0 1,0 0 0,0-1-1,0 1 1,0 0-1,0 0 1,-1 1 0,21-5-39,-12 3 30,6-3 6,11-19 6,17-26-165,-40 46 57,-5 3-254,-3 3 301,0 0 0,0 0 0,0 0-1,1 1 1,0 0 0,0 0 0,0 0 0,0 0 0,1 1 0,0 0-1,0 0 1,0 0 0,1 1 0,0-1 0,0 1 0,-3 13 0,5-17-135,1 0-181,1 5 298,3 6-155,-3-14 223,-1 1 0,1-1 0,-1 0 0,1 0 0,-1 1 0,1-1 0,-1 0 0,1 0 0,-1 0 0,1 0 0,-1 0 0,1 0 0,-1 0 0,1 0 0,0 0 0,-1 0 0,1 0 0,-1 0 0,1 0 0,-1 0 0,1 0 1,-1-1-1,1 1 0,-1 0 0,1 0 0,-1-1 0,0 1 0,1 0 0,0-1 0,5-3-8,1-1 0,-1 1 1,-1-1-1,1 0 1,-1-1-1,0 1 0,0-1 1,0 0-1,-1 0 0,0-1 1,0 1-1,-1-1 0,4-9 1,-6 13 6,1 0 0,-1-1 0,0 1 0,0 0 0,-1 0 0,1-1 1,0 1-1,-1 0 0,0-1 0,0 1 0,0-1 0,-1 1 0,1 0 1,-1-1-1,1 1 0,-1 0 0,0 0 0,0-1 0,-1 1 0,1 0 0,-1 0 1,1 0-1,-1 0 0,0 1 0,0-1 0,0 0 0,-1 1 0,1-1 1,-1 1-1,1 0 0,-1 0 0,-3-2 0,1 2-297,0 0-1,0 0 1,0 0 0,0 1-1,0 0 1,0 0 0,0 0-1,0 0 1,0 1-1,-1 0 1,1 0 0,-10 2-1,11-1-1372,21 8-16113</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23.069"/>
    </inkml:context>
    <inkml:brush xml:id="br0">
      <inkml:brushProperty name="width" value="0.035" units="cm"/>
      <inkml:brushProperty name="height" value="0.035" units="cm"/>
    </inkml:brush>
  </inkml:definitions>
  <inkml:trace contextRef="#ctx0" brushRef="#br0">167 225 4252,'3'-1'608,"0"-1"0,0 0 0,-1 0-1,1 0 1,0 0 0,-1 0 0,1 0-1,-1-1 1,0 1 0,1-1-1,-1 0 1,0 0 0,2-5 0,18-43 3032,-19 43-3481,-2 5-22,-1 1 0,0-1 1,1 0-1,-1 1 1,0-1-1,0 1 0,-1-1 1,1 1-1,0-1 1,-2-2-1,1-4 280,0 7-281,0-1 0,0 0 0,0 0-1,-1 0 1,1 1 0,-1-1-1,1 0 1,-1 1 0,0 0 0,0-1-1,0 1 1,-1 0 0,1 0 0,0 0-1,-1 0 1,1 1 0,-1-1-1,-3-1 1,-3-4 110,4 4-125,0 0 0,0 1 0,-1-1 0,1 1 0,0 0 0,-1 0 0,0 1 0,1 0 0,-10-1 0,8 1 51,2 0-128,0 1 0,1 0 0,-1 0 0,0 0 0,0 1 0,0-1 0,1 1 1,-1 1-1,0-1 0,1 1 0,-1-1 0,1 1 0,-1 1 0,1-1 0,0 0 0,0 1 1,0 0-1,0 0 0,-5 6 0,8-7-36,-1 0 1,1 0 0,-1 0-1,1 0 1,0 0 0,0 0-1,0 1 1,0-1 0,1 0-1,-2 4 1,1-2 10,2-1-1,0-1 0,0 0-1,0 0 1,0 0 0,0 0 0,0 0 0,0 0 0,1 0-1,-1 0 1,1 0 0,0-1 0,3 4 0,-1-3-15,1 0 0,0 1 0,0-1 1,0-1-1,1 1 0,-1-1 0,0 0 0,0 0 0,1-1 0,-1 1 1,1-1-1,-1 0 0,0-1 0,1 1 0,5-3 0,4 2 17,-5 0-27,-1 0 0,1-1 0,-1-1 0,0 1 0,1-1 1,-1-1-1,-1 0 0,1 0 0,0 0 0,-1-1 0,0-1 0,0 0 0,-1 0 0,0 0 1,0-1-1,0 0 0,10-14 0,-15 19-15,-1 0-26,1-7 28,0-4-80,-2 13 98,0 0 1,-1 0 0,1 0-1,0 0 1,-1-1-1,1 1 1,-1 0 0,1 0-1,0 0 1,-1 0-1,1 0 1,0 0 0,-1 0-1,1 0 1,-1 0-1,1 0 1,0 0-1,-1 0 1,1 0 0,0 0-1,-1 0 1,1 1-1,-1-1 1,1 0 0,0 0-1,-1 0 1,1 1-1,0-1 1,0 0 0,-1 0-1,1 1 1,0-1-1,0 0 1,-1 1 0,-5 3-14,0 0 1,1 1-1,0 0 1,0 0-1,0 0 1,0 0 0,1 1-1,0 0 1,-6 10-1,8-14-11,1 1 4,-1 6 16,-2 3-47,3-12 53,1 0-1,0 0 1,0 0-1,-1 0 0,1 0 1,0 0-1,-1 0 1,1 1-1,0-1 0,0 0 1,-1-1-1,1 1 1,0 0-1,-1 0 1,1 0-1,0 0 0,0 0 1,-1 0-1,1 0 1,0 0-1,-1 0 0,1-1 1,0 1-1,0 0 1,0 0-1,-1 0 0,1-1 1,0 1-1,0 0 1,0 0-1,-1 0 0,1-1 1,0 1-1,0 0 1,0 0-1,0-1 0,0 1 1,-1 0-1,1-1 1,0 1-1,0-1 0,-28-36 18,27 37-18,0-1 0,0 0-1,0 1 1,0-1 0,-1 1-1,1-1 1,0 1 0,0-1-1,-1 1 1,1 0 0,0 0-1,-1 0 1,1 0 0,0 0-1,-1 0 1,1 0 0,-2 1-1,-1-1-2,-35 1-119,32 4-23,5-1 24,0-3-379,-1 20-11061,2 1 3658</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29.998"/>
    </inkml:context>
    <inkml:brush xml:id="br0">
      <inkml:brushProperty name="width" value="0.05" units="cm"/>
      <inkml:brushProperty name="height" value="0.05" units="cm"/>
      <inkml:brushProperty name="color" value="#E5F420"/>
    </inkml:brush>
  </inkml:definitions>
  <inkml:trace contextRef="#ctx0" brushRef="#br0">0 3568 29357,'3567'-3568'0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09:47.355"/>
    </inkml:context>
    <inkml:brush xml:id="br0">
      <inkml:brushProperty name="width" value="0.05" units="cm"/>
      <inkml:brushProperty name="height" value="0.05" units="cm"/>
      <inkml:brushProperty name="color" value="#E5F420"/>
    </inkml:brush>
  </inkml:definitions>
  <inkml:trace contextRef="#ctx0" brushRef="#br0">201 201 22974,'-200'-100'0,"400"0"0,-400 200 0,5620-100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08.186"/>
    </inkml:context>
    <inkml:brush xml:id="br0">
      <inkml:brushProperty name="width" value="0.05" units="cm"/>
      <inkml:brushProperty name="height" value="0.05" units="cm"/>
      <inkml:brushProperty name="color" value="#E5F420"/>
    </inkml:brush>
  </inkml:definitions>
  <inkml:trace contextRef="#ctx0" brushRef="#br0">15 1 28910,'0'3793'0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28.180"/>
    </inkml:context>
    <inkml:brush xml:id="br0">
      <inkml:brushProperty name="width" value="0.05" units="cm"/>
      <inkml:brushProperty name="height" value="0.05" units="cm"/>
      <inkml:brushProperty name="color" value="#004F8B"/>
    </inkml:brush>
  </inkml:definitions>
  <inkml:trace contextRef="#ctx0" brushRef="#br0">1 60 11857,'4'-5'863,"0"1"-1,0-1 1,1 0 0,0 1 0,0 0-1,0 0 1,0 0 0,1 1-1,-1 0 1,1 0 0,0 0-1,11-3 1,-4 4-492,-1 0-1,0 1 1,1 0-1,0 1 1,-1 0-1,1 1 1,-1 1-1,0 0 1,20 6-1,-22-6-278,-1 1 0,-1 0 0,1 1 0,0 0-1,-1 1 1,0 0 0,0 0 0,0 0 0,-1 1-1,0 0 1,0 1 0,0 0 0,7 9 0,-11-11-67,0 1 0,-1-1 0,0 1 0,1 0 1,-2 0-1,1 0 0,-1 0 0,0 0 0,0 0 1,0 0-1,-1 0 0,0 0 0,0 0 0,-1 0 1,0 0-1,0 0 0,0 0 0,-1 0 0,0 0 1,0 0-1,0-1 0,-4 7 0,-5 11 44,-2-1 0,0 0-1,-32 37 1,-60 61 35,-11 13 411,114-130-450,-1 0 0,1 1 0,0-1-1,0 0 1,0 1 0,1-1 0,-1 1 0,1 0 0,-2 7-1,3-10-50,0 0-1,0 0 1,0 0-1,0 0 0,0 0 1,0 0-1,1 0 0,-1 0 1,0-1-1,0 1 1,1 0-1,-1 0 0,1 0 1,-1 0-1,1 0 1,-1-1-1,1 1 0,0 0 1,-1 0-1,1-1 0,0 1 1,-1-1-1,1 1 1,0 0-1,0-1 0,0 1 1,0-1-1,-1 0 0,1 1 1,0-1-1,0 0 1,0 1-1,0-1 0,0 0 1,0 0-1,0 0 0,2 0 1,21 2 39,0-1 1,0 0-1,0-2 1,43-7 0,99-29-1223,-79 16-78,-2-1-2734,148-57 0,-127 39-2693,-1 6-4251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29.213"/>
    </inkml:context>
    <inkml:brush xml:id="br0">
      <inkml:brushProperty name="width" value="0.05" units="cm"/>
      <inkml:brushProperty name="height" value="0.05" units="cm"/>
      <inkml:brushProperty name="color" value="#004F8B"/>
    </inkml:brush>
  </inkml:definitions>
  <inkml:trace contextRef="#ctx0" brushRef="#br0">75 79 9845,'-7'-8'1489,"1"0"-1,0-1 1,0 0 0,1 0 0,0 0 0,-7-17 12134,3 42-13281,7-12-339,-1 0-1,1 1 0,0-1 1,0 0-1,1 1 1,-1 0-1,1-1 0,0 1 1,-1 8-1,2 1-3,0 1 1,1-1-1,0 0 0,1 0 0,1 0 1,0-1-1,1 1 0,0-1 0,1 1 1,1-1-1,0-1 0,1 1 0,0-1 1,1 0-1,0-1 0,1 0 0,0 0 1,1-1-1,0 0 0,0 0 1,1-1-1,14 8 0,-13-10-247,-1 0 0,1-1 0,0 0 1,1-1-1,0 0 0,-1-1 0,1-1 0,1 0 0,13 1 0,-10-2-172,0-2-1,-1 1 1,1-2-1,0 0 0,-1-1 1,1-1-1,-1 0 0,27-10 1,-33 9 291,0-1 0,-1 0 0,1 0 0,-1-1-1,0 0 1,0-1 0,0 0 0,-1 0 0,-1-1 0,1 0 0,-1 0 0,0-1 0,-1 0 0,7-12 0,-8 12 101,0 0 0,-1-1 0,-1 0 0,1 1 1,-1-1-1,-1 0 0,0 0 0,0-1 0,0-13 1,-1 12 266,0-1 1,1 0 0,6-20 0,-8 32-174,0 0 0,0 0-1,0-1 1,0 1 0,0 0 0,-1 0 0,1 0-1,0 0 1,-1 0 0,1 0 0,-1 0 0,1 0 0,-1 0-1,1 0 1,-1 0 0,0 0 0,1 0 0,-1 0-1,0 1 1,0-1 0,0 0 0,0 1 0,-1-2-1,1 2-23,-1 1-1,1-1 1,0 0-1,0 1 1,0-1-1,0 1 1,0 0-1,0-1 1,0 1-1,0 0 1,1 0-1,-1-1 1,0 1-1,0 0 1,0 0-1,1 0 0,-1 0 1,1 0-1,-1 0 1,1 0-1,-1 0 1,1 0-1,-1 1 1,1 0-1,-9 34 591,6-15-374,1 1-1,2 0 0,0 0 1,1 0-1,5 25 1,29 113 1087,-9-48-652,-15-59-420,38 225 187,-42-218-470,-2-1 1,-6 105 0,-4-111 14,-2 0 1,-26 96-1,23-118-40,-1 0 0,-1-1 0,-1-1 0,-2 0 0,-37 53 0,45-73 9,-1 0 0,0-1 0,0 0 0,0 0 0,-1 0 0,-10 5 0,16-11 15,0 0-1,0-1 1,0 1-1,0-1 1,-1 0-1,1 0 1,0 0-1,0 0 1,-1-1-1,1 1 1,-4-1-1,5 0 6,0 0-1,0 0 0,1-1 1,-1 1-1,0-1 0,0 1 1,1-1-1,-1 0 1,1 0-1,-1 1 0,0-1 1,1 0-1,0-1 1,-1 1-1,1 0 0,0 0 1,-1-1-1,1 1 0,0 0 1,0-1-1,0 1 1,-1-3-1,-2-5-4,0 0 0,1-1 1,0 1-1,1-1 0,0 0 1,0 1-1,1-1 0,0 0 0,1 0 1,0 0-1,3-18 0,1-7-150,20-69-1,-12 64-343,3 1 0,1 0 0,2 0 1,32-49-1,106-135-4304,-105 153 2781,-27 37 926,81-104-7375,-42 66-1248</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29.639"/>
    </inkml:context>
    <inkml:brush xml:id="br0">
      <inkml:brushProperty name="width" value="0.05" units="cm"/>
      <inkml:brushProperty name="height" value="0.05" units="cm"/>
      <inkml:brushProperty name="color" value="#004F8B"/>
    </inkml:brush>
  </inkml:definitions>
  <inkml:trace contextRef="#ctx0" brushRef="#br0">1 63 9529,'4'-5'469,"0"-1"1,1 1-1,0 0 1,0 1-1,1-1 0,-1 1 1,1 0-1,0 0 1,0 1-1,0 0 1,13-5-1,-12 6-215,-1 1-1,1-1 0,0 1 1,0 1-1,1 0 1,-1 0-1,0 0 1,0 1-1,0-1 1,0 2-1,0-1 1,-1 1-1,1 0 1,0 1-1,-1-1 1,1 1-1,-1 1 0,0-1 1,0 1-1,0 0 1,0 0-1,-1 1 1,0 0-1,9 9 1,-8-6-184,0 1 0,-1-1 0,0 1 0,0 0 0,-1 0 0,0 0 1,-1 0-1,1 1 0,-2 0 0,0-1 0,0 1 0,0 0 0,-2 0 0,1 0 1,-1 0-1,-2 20 0,-5-2 369,0 0 0,-2 0 1,0-1-1,-3 0 0,0 0 0,-1-1 1,-33 46-1,40-63-226,1 0-1,0 0 0,0 1 1,1 0-1,0-1 1,1 1-1,0 0 1,-2 16-1,4-23-158,1-1-1,0 0 1,0 1-1,0-1 0,1 1 1,-1-1-1,1 1 1,-1-1-1,1 1 0,0-1 1,0 0-1,0 0 1,0 1-1,0-1 0,0 0 1,3 3-1,-1-2-44,-1-1 1,1 0-1,-1 0 0,1-1 1,0 1-1,0-1 0,0 1 1,0-1-1,0 0 0,0 0 0,1 0 1,-1 0-1,0-1 0,0 1 1,7-1-1,14 1-399,0-2 0,0-1 0,-1 0 0,1-2 0,25-7 0,119-42-5259,-111 33 2695,-5 1-2883,1-5-3573</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31.991"/>
    </inkml:context>
    <inkml:brush xml:id="br0">
      <inkml:brushProperty name="width" value="0.05" units="cm"/>
      <inkml:brushProperty name="height" value="0.05" units="cm"/>
      <inkml:brushProperty name="color" value="#004F8B"/>
    </inkml:brush>
  </inkml:definitions>
  <inkml:trace contextRef="#ctx0" brushRef="#br0">128 118 3524,'-31'-3'10483,"29"-14"-9978,2 16-423,-1 0-1,1-1 1,0 1 0,0 0-1,0-1 1,-1 1 0,1 0 0,0-1-1,1 1 1,-1-1 0,0 1-1,0 0 1,1-1 0,-1 1 0,0 0-1,1 0 1,0-3 0,5-6 1145,14-27-185,-13 12 5773,-14 54-5618,-12 34 0,-4 10-509,-2 17-1950,1-32-2530,9-18 493,-2 5-2192</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32.477"/>
    </inkml:context>
    <inkml:brush xml:id="br0">
      <inkml:brushProperty name="width" value="0.05" units="cm"/>
      <inkml:brushProperty name="height" value="0.05" units="cm"/>
      <inkml:brushProperty name="color" value="#004F8B"/>
    </inkml:brush>
  </inkml:definitions>
  <inkml:trace contextRef="#ctx0" brushRef="#br0">1139 1 10709,'0'0'1639,"-3"3"144,0 0-1470,0 0-38,1-1 0,-1 1 0,1 0 0,0 0 0,0-1 0,0 1 1,0 1-1,0-1 0,0 0 0,1 0 0,-1 1 0,1-1 0,0 1 0,0-1 0,1 1 0,-1 6 0,6 78 3114,23 125-1,38 137-960,21 139-911,-78-402-1345,-3 1 1,-4 0-1,-15 146 0,2-154-597,-3-1 1,-4-1 0,-3 0 0,-3-2-1,-4-1 1,-3-1 0,-4-1-1,-2-2 1,-3-2 0,-4-1-1,-93 110 1,62-97-1431,-4-5-1,-144 110 1,-61 1-5866,92-79-1447</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33.521"/>
    </inkml:context>
    <inkml:brush xml:id="br0">
      <inkml:brushProperty name="width" value="0.05" units="cm"/>
      <inkml:brushProperty name="height" value="0.05" units="cm"/>
      <inkml:brushProperty name="color" value="#004F8B"/>
    </inkml:brush>
  </inkml:definitions>
  <inkml:trace contextRef="#ctx0" brushRef="#br0">14 10 2904,'0'0'172,"-13"-9"-1760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18.405"/>
    </inkml:context>
    <inkml:brush xml:id="br0">
      <inkml:brushProperty name="width" value="0.05" units="cm"/>
      <inkml:brushProperty name="height" value="0.05" units="cm"/>
      <inkml:brushProperty name="color" value="#004F8B"/>
    </inkml:brush>
  </inkml:definitions>
  <inkml:trace contextRef="#ctx0" brushRef="#br0">53 80 8133,'3'-15'5742,"-3"12"-4147,-3-33 5125,10 23-5644,-7 13-1035,0 0 0,0 0 0,1-1 0,-1 1 0,0 0-1,0 0 1,0-1 0,1 1 0,-1 0 0,0-1 0,0 1 0,0 0 0,0-1-1,0 1 1,0 0 0,1-1 0,-1 1 0,0 0 0,0-1 0,0 1 0,0 0 0,0-1-1,0 1 1,-1 0 0,1-1 0,0 1 0,0 0 0,0-1 0,0 1 0,0 0-1,0-1 1,-1 1 0,1 0 0,0-1 0,0 1 0,0 0 0,-1 0 0,1-1 0,0 1-1,0 0 1,-1 0 0,1 0 0,-1-1 0,-16 2 2271,5 0-2283,10 0 89,0 0 1,0 1-1,0-1 1,0 1-1,0 0 0,0-1 1,1 1-1,-1 0 1,0 0-1,1 0 0,-1 0 1,0 3-1,1-5-88,1 1-1,-1 0 0,1 0 0,-1 0 1,1 0-1,0 1 0,-1-1 0,1 0 1,0 0-1,0 0 0,0 0 0,-1 0 1,1 0-1,1 0 0,-1 0 0,0 1 1,0-1-1,1 1 0,-1 4 61,0 2-91,0 0 1,0 1-1,1-1 1,0 1-1,1-1 1,0 0-1,0 0 1,0 0-1,1 0 1,1 0-1,-1 0 1,1-1 0,0 0-1,1 0 1,0 0-1,0 0 1,0-1-1,1 1 1,0-1-1,0-1 1,1 1-1,0-1 1,0-1-1,0 1 1,0-1-1,1 0 1,11 4-1,1 0-570,0-2-1,0 0 1,32 5 0,-41-10 363,1 1 1,0-2 0,-1 0-1,1 0 1,0-1 0,-1 0-1,1-1 1,12-3 0,-17 1 142,1 0 0,-1-1 0,0 0 1,0 0-1,-1-1 0,0 1 1,0-1-1,7-9 0,-1 2-21,-6 7 99,0 0 0,-1 0 0,0-1 0,0 0 0,0 0 1,-1-1-1,0 1 0,-1-1 0,0 0 0,0 0 0,2-10 0,-2 9 118,26-58 1452,-28 64-1269,-10 22 450,1 4-512,1 1-1,1 0 1,1 0 0,1 0-1,-1 37 1,-1 6 57,-7 67 53,5-51-186,-19 94 0,14-119-161,-3-1 0,-2 0 0,-2-1 1,-34 63-1,16-50-58,-4-1 1,-52 63-1,92-129 41,1 0 0,-1 0-1,0 0 1,0-1-1,0 1 1,-1-1-1,1 1 1,0-1-1,0 0 1,-1 0 0,1 0-1,-1 0 1,1 0-1,-1 0 1,1-1-1,-4 1 1,5-1-1,0 0 1,0 0-1,0 0 0,0 0 1,0 0-1,0 0 0,0 0 1,1 0-1,-1-1 1,0 1-1,0 0 0,0-1 1,0 1-1,0-1 0,0 1 1,1-1-1,-1 1 1,0-1-1,0 0 0,1 1 1,-1-1-1,0 0 0,1 1 1,-1-1-1,1 0 0,-1 0 1,1 0-1,-1 1 1,1-1-1,-1 0 0,1 0 1,0 0-1,0 0 0,-1 0 1,1 0-1,0 0 1,0 0-1,0 0 0,0 0 1,0 0-1,0 0 0,1-1 1,1-9-55,1 1 1,0-1 0,1 1-1,0 0 1,0 1-1,8-13 1,-10 19 29,10-16-405,0 0 0,1 1-1,26-26 1,2-4-630,173-204-7934,-154 184 3266,0 9-3380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18.575"/>
    </inkml:context>
    <inkml:brush xml:id="br0">
      <inkml:brushProperty name="width" value="0.05" units="cm"/>
      <inkml:brushProperty name="height" value="0.05" units="cm"/>
      <inkml:brushProperty name="color" value="#004F8B"/>
    </inkml:brush>
  </inkml:definitions>
  <inkml:trace contextRef="#ctx0" brushRef="#br0">188 1 10133,'-24'27'2560,"14"0"-332,3-9-91,1 0-49,-1 0-344,4 0-360,-11 6-240,8-2-212,-1 8-176,4 0-244,-4 3-884,-10 18-484,-3-21-1004,0-5-984,0 8-3009,3 9-4996</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20.096"/>
    </inkml:context>
    <inkml:brush xml:id="br0">
      <inkml:brushProperty name="width" value="0.05" units="cm"/>
      <inkml:brushProperty name="height" value="0.05" units="cm"/>
      <inkml:brushProperty name="color" value="#004F8B"/>
    </inkml:brush>
  </inkml:definitions>
  <inkml:trace contextRef="#ctx0" brushRef="#br0">828 109 4932,'-2'-1'937,"-26"-13"11290,28 12-11955,1-11-216,1-5 3120,-11 14-2766,8 4-345,0-1 0,0 1 1,0 0-1,0 0 0,0 0 1,0 0-1,0-1 0,1 1 0,-1 0 1,0-1-1,0 1 0,0 0 1,1-1-1,-1 1 0,0-1 1,0 0-1,1 1 0,-1-1 0,0 1 1,1-1-1,-1 0 0,1 0 1,-1 1-1,1-1 0,-1 0 1,1 0-1,-1-1 0,-2-36 267,3 35-146,-1 6 261,-3 24 299,2 0 1,0 1-1,3 41 0,17 89 512,-2-8-368,-12-69-780,-4-1 0,-3 1 0,-4-1 0,-4 0 0,-2-1 0,-37 115-1,32-137-821,-4-1 0,-2-1-1,-2-2 1,-2 0-1,-3-2 1,-2-1-1,-2-1 1,-2-2-1,-61 59 1,58-69-1551,-68 49 0,75-64-1041,-45 22 0,-24 3-6159</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17.244"/>
    </inkml:context>
    <inkml:brush xml:id="br0">
      <inkml:brushProperty name="width" value="0.05" units="cm"/>
      <inkml:brushProperty name="height" value="0.05" units="cm"/>
      <inkml:brushProperty name="color" value="#004F8B"/>
    </inkml:brush>
  </inkml:definitions>
  <inkml:trace contextRef="#ctx0" brushRef="#br0">80 136 6765,'0'0'12839,"-13"-16"-11505,7 9 1661,-14-13-1197,19 18-997,-2 0-86,-28-13 538,28 14 204,2 0-1417,1 0 0,0-1 0,-1 1 0,1 0-1,0 0 1,0 0 0,-1 0 0,1 0 0,0-1-1,0 1 1,0 0 0,0 0 0,1 0 0,-1 0-1,0-1 1,0 1 0,1 0 0,-1 0 0,1 0-1,0-2 1,11-19 359,-10 19-385,0 1-1,0 0 1,1 0-1,-1 0 1,1 0-1,0 1 1,-1-1-1,1 1 1,0-1-1,0 1 1,0 0 0,0 0-1,0 0 1,0 1-1,0-1 1,0 1-1,0 0 1,0 0-1,1 0 1,-1 0-1,0 0 1,0 1-1,6 1 1,5 1-2,1 0 0,-1 1 0,15 7 1,-28-10-13,4 1 5,1 1-1,-1 0 0,0 0 1,0 0-1,0 1 0,0 0 1,-1 0-1,1 0 1,-1 1-1,0-1 0,5 9 1,-1-1-13,-1 0 0,-1 0 0,8 23 1,-8-19 24,-2 1 0,0 0 0,-1 0 0,0 0 0,-2 0 1,0 0-1,-1 1 0,0-1 0,-2 0 0,-4 25 1,-4 1-28,-2 0 0,-33 77 1,29-63 31,15-54 10,12-21-694,43-54-43,-36 51 267,27-43-1,-31 40 299,2-2-114,15-34 0,-19 36 548,-8 24 539,-4 14-327,-2 15-150,0 0 0,2 0 1,2-1-1,0 1 0,7 30 0,-6-52-348,-1 0 0,1 0 0,1 0 1,-1-1-1,1 0 0,0 0 0,1 0 0,-1 0 0,12 10 0,-7-6-4,-1-2-193,1 0-1,0 0 1,0-1 0,1-1-1,0 1 1,0-2-1,0 1 1,1-1 0,0-1-1,17 5 1,-7-3-1569,1-1 0,0-2 0,0 0 0,34 0 0,-47-3-110,0-1 0,-1 0 0,1 0 0,14-5 0,3 0-7700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17.425"/>
    </inkml:context>
    <inkml:brush xml:id="br0">
      <inkml:brushProperty name="width" value="0.05" units="cm"/>
      <inkml:brushProperty name="height" value="0.05" units="cm"/>
      <inkml:brushProperty name="color" value="#004F8B"/>
    </inkml:brush>
  </inkml:definitions>
  <inkml:trace contextRef="#ctx0" brushRef="#br0">255 1 8777,'14'6'2504,"-28"12"-204,4-3-204,-3 3 37,-4-12-5,7 0-284,-7 6-316,4 3-392,-7 0-144,-7 7-220,17-10-168,-3 9-276,-1 3-940,-3-3-560,7 3-908,-10-12-880,-6 12-3069,9 0-5276</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20.910"/>
    </inkml:context>
    <inkml:brush xml:id="br0">
      <inkml:brushProperty name="width" value="0.05" units="cm"/>
      <inkml:brushProperty name="height" value="0.05" units="cm"/>
      <inkml:brushProperty name="color" value="#004F8B"/>
    </inkml:brush>
  </inkml:definitions>
  <inkml:trace contextRef="#ctx0" brushRef="#br0">304 142 4396,'9'-55'3308,"-8"53"-2220,-2-1-41,-4-30 638,4 30-772,2-1 143,5-38 5079,-10 44-5141,-4 3-637,-1 0 1,1 0-1,0 1 1,0 0-1,0 1 1,1 0 0,0 0-1,0 1 1,1-1-1,0 1 1,1 1-1,-6 10 1,-8 16 1165,-23 66 1,41-99-1466,-3 10 154,-53 154 2166,4 26-897,42-150-1417,2 0 1,3 0-1,0 1 0,2 72 0,5-85-74,1 0 0,1 0 0,2 0 0,1 0 0,1-1 0,1 0 0,2 0 0,1-1 0,1 0 0,2-1 0,0-1 0,2 0 0,1-1 0,1 0 0,0-2 0,2 0 0,1-1 0,1-1 0,28 20 0,-7-9-1608,2-1 0,1-3-1,68 31 1,66 9-9956,-80-40 38</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21.644"/>
    </inkml:context>
    <inkml:brush xml:id="br0">
      <inkml:brushProperty name="width" value="0.05" units="cm"/>
      <inkml:brushProperty name="height" value="0.05" units="cm"/>
      <inkml:brushProperty name="color" value="#004F8B"/>
    </inkml:brush>
  </inkml:definitions>
  <inkml:trace contextRef="#ctx0" brushRef="#br0">90 0 4472,'0'0'21433,"-3"1"-20652,-1 0-610,0 1-1,0-1 1,0 1 0,0-1-1,1 1 1,-1 0 0,1 1 0,-1-1-1,1 1 1,0-1 0,0 1 0,0 0-1,0 0 1,0 0 0,1 1 0,-1-1-1,1 1 1,0-1 0,0 1 0,0 0-1,1 0 1,-1-1 0,0 8-1,-3 5-118,1 0 0,1 0 0,1 1-1,0-1 1,1 1 0,1 0 0,1-1-1,2 19 1,2-7-1947,1 1 1,1-1-1,20 48 0,-2-4-8027,-12-38-842</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22.992"/>
    </inkml:context>
    <inkml:brush xml:id="br0">
      <inkml:brushProperty name="width" value="0.05" units="cm"/>
      <inkml:brushProperty name="height" value="0.05" units="cm"/>
      <inkml:brushProperty name="color" value="#004F8B"/>
    </inkml:brush>
  </inkml:definitions>
  <inkml:trace contextRef="#ctx0" brushRef="#br0">329 40 7997,'0'0'5825,"-22"-19"275,14 15-5381,1 1 0,-1 0 0,0 0 0,0 1 0,-1 0 0,-10-1 0,15 3 339,1 0-59,-2 2-750,1-1 0,-1 1 0,1 0 0,0 0 0,-1 0 1,1 1-1,0-1 0,0 1 0,1 0 0,-1 0 0,0 0 0,1 1 1,0-1-1,0 1 0,0 0 0,0 0 0,1 0 0,0 0 0,-3 5 1,-5 14 57,0 1 0,-9 36 0,4-14-456,-12 35 149,4 1 0,4 1 0,-11 100 0,26-140 0,2-1 0,2 1 0,9 67 0,-6-87 26,2 0 1,0-1-1,1 1 0,1-1 1,2-1-1,0 1 0,1-1 0,1-1 1,1 0-1,0 0 0,2-2 1,0 1-1,1-2 0,1 0 1,33 27-1,-23-23-201,1-2 1,0 0-1,2-2 0,33 15 1,-29-18-1080,1-1 1,0-1-1,51 9 0,-33-11-971,64 12-7091,-35-11-3459</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23.527"/>
    </inkml:context>
    <inkml:brush xml:id="br0">
      <inkml:brushProperty name="width" value="0.05" units="cm"/>
      <inkml:brushProperty name="height" value="0.05" units="cm"/>
      <inkml:brushProperty name="color" value="#004F8B"/>
    </inkml:brush>
  </inkml:definitions>
  <inkml:trace contextRef="#ctx0" brushRef="#br0">28 71 10337,'-27'-24'6060,"27"21"-4398,3-33 938,-3 36-2580,0 0-1,0 0 1,0 0-1,0 0 1,0 0-1,0 0 1,0-1-1,0 1 1,0 0-1,0 0 1,0 0 0,0 0-1,0 0 1,0-1-1,0 1 1,0 0-1,0 0 1,0 0-1,1 0 1,-1 0-1,0 0 1,0-1-1,0 1 1,0 0-1,0 0 1,0 0-1,0 0 1,0 0 0,1 0-1,-1 0 1,0 0-1,0-1 1,0 1-1,0 0 1,0 0-1,0 0 1,1 0-1,-1 0 1,0 0-1,0 0 1,0 0-1,0 0 1,0 0-1,1 0 1,-1 0-1,0 0 1,0 0 0,0 0-1,0 0 1,0 0-1,1 0 1,5-1 135,0 0 1,0 0 0,1 1 0,-1-1 0,0 1 0,1 1 0,-1-1-1,0 1 1,0 0 0,1 0 0,-1 1 0,0 0 0,0 0-1,-1 0 1,1 1 0,0 0 0,-1 0 0,10 8 0,-8-5-86,0 1 0,-1 0 1,0 1-1,0 0 0,-1 0 1,0 0-1,0 0 1,-1 1-1,0 0 0,0 0 1,-1 0-1,-1 0 0,1 0 1,0 13-1,-1-9-32,-1 0 0,-1 0 0,-1 0-1,0 0 1,0 0 0,-1 0 0,-1 0 0,0 0-1,-1-1 1,-6 15 0,-19 42 113,-55 93 0,83-161-144,0-1 0,1 1 0,-1 0 1,1 0-1,-1-1 0,0 1 0,1 0 0,-1 0 0,1 0 0,0 0 1,-1 0-1,1 0 0,0-1 0,0 1 0,-1 0 0,1 0 0,0 0 0,0 0 1,0 2-1,17-12 45,-2-1-52,18-14 5,-1-1 1,-2-2-1,0-1 0,28-37 1,-37 42 19,128-155 2409,-148 178-2363,0-1 0,0 1 0,0 0 0,0 0 0,0 0 0,0 0 0,0 0-1,0 0 1,1 0 0,-1 1 0,0-1 0,0 0 0,0 1 0,0-1 0,0 0 0,0 1 0,1 1 0,0-2 87,1 2-78,0-1-1,0 0 1,0 1 0,-1 0 0,1 0 0,-1-1-1,1 2 1,-1-1 0,0 0 0,1 0 0,-1 1-1,0-1 1,-1 1 0,4 5 0,16 45 517,-11-26-479,0-3-391,2 0-1,1 0 1,0-1-1,2-1 1,1-1 0,21 24-1,-13-20-2617,1-1 0,34 24-1,-28-23-4214,2 0-4653</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25.410"/>
    </inkml:context>
    <inkml:brush xml:id="br0">
      <inkml:brushProperty name="width" value="0.05" units="cm"/>
      <inkml:brushProperty name="height" value="0.05" units="cm"/>
      <inkml:brushProperty name="color" value="#004F8B"/>
    </inkml:brush>
  </inkml:definitions>
  <inkml:trace contextRef="#ctx0" brushRef="#br0">247 28 5372,'0'0'7456,"-1"3"-5825,1 0-1224,-1-1-1,0 0 1,0 1 0,0-1-1,-1 0 1,1 1-1,0-1 1,-1 0-1,1 0 1,-1 0-1,0 0 1,0 0-1,0-1 1,0 1 0,0-1-1,-3 3 1,-103 51 7645,105-53-7460,0 1-327,0 1-1,-1-1 0,1 0 0,-1 0 0,1 0 0,-6 3 0,1-1-165,0 1 0,1 0 0,0 0 0,0 0 0,1 1 0,0 0 0,0 0-1,-7 12 1,5 0-86,7-17-15,1-1 0,0 1-1,0 0 1,0-1 0,0 1 0,0 0 0,0-1 0,0 1-1,1 0 1,-1-1 0,1 1 0,-1-1 0,1 1-1,-1 0 1,1-1 0,0 0 0,0 1 0,0-1-1,0 1 1,0-1 0,2 2 0,0 0-42,0-1 1,0 0-1,0 0 0,1 0 1,-1 0-1,1 0 0,-1-1 1,1 1-1,4 0 0,3 1-137,1-1 0,-1 0 1,1-1-1,0 0 0,16-2 0,-7 0-109,7-1-150,-1-1 0,56-12 1,-77 13 396,0 0 0,1 0 0,-1 0 0,0-1 1,-1 0-1,1 0 0,0 0 0,-1-1 0,0 0 0,1 0 1,-2 0-1,1-1 0,0 1 0,-1-1 0,0 0 0,0-1 1,-1 1-1,6-10 0,-7 10 29,-1-1-1,1 0 1,-1 0 0,0 0-1,-1 0 1,1 0 0,-1 0 0,-1 0-1,1 0 1,-1 0 0,0 0-1,0 0 1,0 0 0,-1 0 0,-5-11-1,4 11 5,0-1-1,0 0 1,-1 1-1,0-1 1,0 1-1,-1 1 1,0-1 0,0 0-1,0 1 1,-1 0-1,1 0 1,-11-5-1,12 8 17,0 1 0,0-1 0,0 1 1,0 1-1,-1-1 0,1 1 0,0-1 0,-1 1 0,1 0 0,0 1 0,-1-1 0,1 1 0,0 0 0,0 0 0,-1 0 0,1 1 0,-6 2 0,5-2 15,1 0 0,-1 0-1,0 1 1,1 0-1,0 0 1,0 0-1,-1 0 1,2 1-1,-1-1 1,0 1 0,1 0-1,0 0 1,0 0-1,0 1 1,0-1-1,-2 6 1,-4 14 55,7-17-23,2-7-50,1 1 0,-1-1 1,1 1-1,-1-1 1,1 1-1,-1 0 0,1-1 1,-1 1-1,0 0 0,0 0 1,1-1-1,-1 1 1,0 0-1,0 0 0,0-1 1,1 1-1,-1 0 0,0 0 1,0 1-1,-1-1-1,1-1-1,0 1 1,0 0 0,0 0-1,1 0 1,-1 0-1,0 0 1,0-1 0,0 1-1,1 0 1,-1 0-1,0 0 1,1-1 0,-1 1-1,1 0 1,-1 0-1,1-1 1,-1 1 0,1 0-1,-1-1 1,2 2-1,14-1 2,26-2 24,-37 0-30,0 0 1,0-1 0,0 0-1,0 0 1,0 0-1,0 0 1,0-1 0,-1 0-1,1 0 1,-1 0 0,0-1-1,0 1 1,0-1-1,0 0 1,4-6 0,-7 9 0,-1 0 0,1 0 0,-1 0 0,1 0 0,-1 0 0,1 0 0,-1 0 0,0 0 1,0 0-1,0 0 0,1 0 0,-1 0 0,0-1 0,0 1 0,-1 0 0,1 0 0,0 0 1,0-2-1,-1-1-7,7-60 24,-6 61-21,-4 3-56,1 0 60,0-1 0,0 1-1,1 0 1,-1 1 0,0-1 0,0 0-1,0 1 1,1 0 0,-1-1-1,0 1 1,1 0 0,-1 0 0,1 1-1,-1-1 1,1 0 0,0 1-1,-1 0 1,1-1 0,0 1-1,0 0 1,0 0 0,0 0 0,1 0-1,-3 4 1,-2 2 1,1-3 11,0 1 0,0 1 1,1-1-1,-1 0 0,2 1 0,-1 0 1,1 0-1,0 0 0,-4 15 0,7-19 0,1-1-33,1-1 1,-1 1 0,1 0 0,-1 0 0,1-1 0,0 1-1,-1-1 1,1 1 0,0-1 0,0 0 0,0 1 0,0-1-1,1 0 1,-1-1 0,0 1 0,0 0 0,1 0 0,-1-1-1,0 0 1,1 1 0,-1-1 0,0 0 0,5-1-1,4 1-127,-1-1-1,0 0 0,17-5 0,-23 5-3,-1 2 32,4 1 91,-6-2 26,0 0 0,-1 0 0,1 0 0,0 0 0,-1 0 0,1 0 0,0 1 0,0-1 0,-1 0 1,1 0-1,0 1 0,-1-1 0,1 0 0,0 1 0,-1-1 0,1 0 0,-1 1 0,1-1 0,0 1 0,-1-1 0,1 1 0,-1 0 0,0-1 0,1 1 0,-1-1 0,1 1 0,-1 0 0,0-1 0,1 1 0,-1 0 0,0-1 0,0 1 0,0 0 0,0 0 0,0-1 0,1 1 0,-1 0 0,0 0 0,0-1 0,-1 1 0,1 0 0,0 0 0,0-1 0,0 1 0,-1 1 0,-2 6-57,1-2 3,0 1-1,0 0 0,0 0 0,-1 9 0,20-28-7,-10 6 53,0 0 0,-1 0 0,1-1 0,-1 0 0,-1 0 0,10-15 0,-9 13 25,-6 8-11,0 0 1,1 0-1,-1 0 0,0 0 1,1 0-1,-1 0 1,0-1-1,0 1 0,0 0 1,0 0-1,0 0 1,0 0-1,0 0 1,-1 0-1,1-1 0,0 1 1,-1-2-1,-1-2 6,2 3-9,0 0 0,0 0-1,0 0 1,0 0 0,-1 0 0,1 0 0,-1 0-1,1 0 1,-1 0 0,0 0 0,0 0 0,0 1-1,0-1 1,0 0 0,0 0 0,-1 1-1,1-1 1,-1 1 0,1-1 0,-1 1 0,1 0-1,-1-1 1,-3-1 0,1 2 9,1 0-1,-1 0 1,1 0 0,-1 1 0,1-1 0,-1 1-1,0 0 1,1 0 0,-1 0 0,1 1-1,-1-1 1,-6 3 0,-1 0-80,0 0 0,0 2 0,0-1 0,1 1 0,0 1 0,0 0 0,-18 14 0,24-16-56,0 0 0,0 1 0,0 0 0,0-1 0,1 2 1,0-1-1,-4 10 0,6-12 0,-1-1-474,0 1 595,0-1 1,0 1-1,0-1 1,0 1-1,-1-1 1,1 0 0,-1 0-1,1 0 1,-1 0-1,0 0 1,0-1-1,0 1 1,0-1 0,0 0-1,0 0 1,-5 1-1,5-1-29,5 1-102,0 1 113,0-1 0,0 0 0,1 0 1,-1 0-1,1-1 0,-1 1 0,1 0 0,0-1 0,-1 0 1,1 0-1,0 0 0,0 0 0,0 0 0,0 0 0,0-1 0,0 1 1,0-1-1,0 0 0,0 0 0,0 0 0,0 0 0,0-1 0,0 1 1,0-1-1,0 0 0,0 0 0,4-1 0,46-14-176,-49 15 221,-5-1 0,0 0 0,0 1 0,1-1-1,-1 1 1,0-1 0,-1 0-1,1 1 1,0 0 0,0-1 0,0 1-1,-1 0 1,1-1 0,-1 1-1,1 0 1,-1 0 0,0 0-1,-2-1 1,-8 6-39,1-1 57,0 1-1,1 0 0,-16 8 0,23-10 41,15-6-1019,9-6 967,-22 9-13,0-1 0,1 1 1,-1 0-1,0 0 0,0-1 0,0 1 0,0 0 0,0 0 0,0 0 0,0 0 0,-1 0 0,1 1 0,0-1 0,0 0 0,-1 0 0,1 1 0,-1-1 0,1 1 0,0-1 0,-1 1 0,1 0 0,-3-1 0,-39 8 285,42-7-296,-6 2 153,0-1-62,-1 1-1,1 0 1,0 0 0,0 0-1,0 1 1,0 0 0,1 1 0,-1-1-1,-10 9 1,37-8 68,-9 0-154,13-4-120,-1-1 0,0-1-1,1-1 1,-1-1 0,0-1 0,38-14 0,-58 18 190,-7-17-10,3 17-53,1 0 1,0 0-1,-1 0 1,1 1-1,-1-1 1,0 0-1,1 0 1,-1 0-1,0 0 0,1 1 1,-1-1-1,0 0 1,0 1-1,0-1 1,0 0-1,0 1 1,1-1-1,-1 1 1,0 0-1,0-1 0,0 1 1,-2-1-1,-30 0 200,-34 17 5,63-15-210,-2 1 3,0 0 0,0 1 0,-1 0 0,2 0 0,-1 1 0,0-1 0,1 1 1,-10 9-1,13-11-80,3-4-408,0 0 454,0-1 0,1 1 0,-2 0 0,1-1 0,0 1 0,0 0 0,-1-1 0,1 1 0,-1-5 0,-3 2-246,-1 0 0,0 0 0,0 0 0,0 0 0,-9-7 0,-11-14-3929,12 15-1579,-6 6-3617</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27.342"/>
    </inkml:context>
    <inkml:brush xml:id="br0">
      <inkml:brushProperty name="width" value="0.05" units="cm"/>
      <inkml:brushProperty name="height" value="0.05" units="cm"/>
      <inkml:brushProperty name="color" value="#004F8B"/>
    </inkml:brush>
  </inkml:definitions>
  <inkml:trace contextRef="#ctx0" brushRef="#br0">308 464 4484,'-23'-57'3435,"22"54"-2735,15-45 4322,-13 46-4691,-1 0 0,0 0 0,0-1 0,0 1 0,0 0 0,-1 0-1,1-1 1,-1 1 0,1 0 0,-1 0 0,0 0 0,0 0 0,0 0 0,0 0 0,0 0 0,0 0-1,0 0 1,-1 0 0,1 0 0,-1 1 0,1-1 0,-1 1 0,0-1 0,0 1 0,1-1-1,-1 1 1,0 0 0,-2-1 0,-6-2 139,1 1 1,0 0-1,-1 1 0,1-1 0,-11 0 1,6 1 429,8 1-757,1 0 0,-1 1 0,1 0 0,-1 0-1,1 0 1,-1 1 0,1-1 0,-1 1 0,1 1 0,0-1 0,-1 1-1,1 0 1,0 0 0,0 0 0,0 1 0,1 0 0,-1-1 0,0 2-1,-5 5 1,1-1-22,0 2 0,1-1-1,1 1 1,0 0 0,0 0-1,1 1 1,-8 19-1,12-27-109,0 1 0,1 0 0,0 0 0,0-1-1,0 1 1,0 0 0,1 0 0,-1 0-1,1 0 1,0 0 0,0 0 0,1 0 0,-1 0-1,1 0 1,0 0 0,0 0 0,0 0-1,0-1 1,1 1 0,-1 0 0,1-1-1,0 1 1,0-1 0,1 0 0,-1 1 0,5 4-1,-3-5-17,-1 0 0,1 0-1,0 0 1,0-1-1,0 1 1,0-1 0,0 0-1,1 0 1,-1-1-1,1 1 1,-1-1 0,1 0-1,0 0 1,-1-1-1,1 1 1,0-1 0,0 0-1,-1 0 1,1 0-1,0-1 1,-1 0 0,6-1-1,0-1-19,-1 0 1,1 0-1,-1-1 0,0 0 0,0-1 1,0 1-1,-1-2 0,1 1 0,-1-2 0,-1 1 1,1-1-1,-1 0 0,10-13 0,-12 13 7,-1 0-1,0 0 1,0-1-1,-1 1 0,0-1 1,0 0-1,-1 0 1,0 0-1,-1 0 1,1-1-1,-2 1 0,1 0 1,-1-1-1,0 1 1,-1-1-1,-2-13 0,0 7-38,1-1 0,-2 0 0,0 1-1,-1 0 1,0 0 0,-2 1 0,1-1-1,-2 1 1,-12-18 0,18 30 54,1-1 0,-1 1 0,0 0 0,0 0 0,0 1 1,-1-1-1,1 0 0,0 1 0,-1-1 0,1 1 0,-1 0 0,1-1 1,-1 1-1,1 0 0,-1 1 0,0-1 0,0 0 0,1 1 0,-1 0 1,-3 0-1,1 0 2,0 1 1,1-1-1,-1 1 1,0 1 0,0-1-1,1 1 1,-1 0 0,1 0-1,-1 0 1,-6 5-1,2-1 1,0 0-1,1 1 1,0 0-1,1 1 1,-1 0-1,1 0 1,1 0-1,0 1 1,-9 15-1,14-22-5,1 0-1,-1 1 1,1-1-1,-1 1 1,1-1-1,0 0 1,0 1-1,0-1 1,0 1-1,1 3 1,0 6-77,20-3-165,-17-8 210,0 0-1,0 1 0,0-1 1,0-1-1,0 1 1,0-1-1,0 1 0,1-1 1,-1 0-1,0-1 0,0 1 1,0-1-1,0 0 1,0 0-1,0 0 0,0 0 1,0-1-1,0 0 0,0 1 1,0-1-1,6-5 1,-6 3 24,1 1 1,-1-1 0,0 0 0,0 0 0,-1-1-1,1 1 1,-1-1 0,0 0 0,0 0 0,0 0-1,-1 0 1,0 0 0,0 0 0,0-1 0,2-9 0,-1-13-168,0-46 1,-3 71 99,-3 2-123,0 0 204,-1 0 1,1 1-1,0-1 0,-1 1 0,1 0 0,-1 0 0,1 0 1,0 0-1,-1 1 0,1-1 0,-1 1 0,1 0 1,0 0-1,0 0 0,-1 0 0,1 0 0,0 1 1,0 0-1,0-1 0,1 1 0,-1 0 0,0 1 1,1-1-1,-1 0 0,1 1 0,0-1 0,-4 6 0,5-6-75,-1 0-1,1 1 0,-1-1 0,1 1 1,0 0-1,0-1 0,1 1 0,-1 0 0,0-1 1,1 1-1,-1 0 0,1 0 0,0 0 0,0-1 1,0 1-1,1 0 0,-1 0 0,1 0 1,0 3-1,-1-5 87,1 2-363,3-4 68,3 0 216,0-1 1,-1 1 0,1-2 0,-1 1-1,0-1 1,0 1 0,0-2-1,0 1 1,7-6 0,-7 4 30,0-1 0,0 0 0,0 0 0,-1-1 1,0 0-1,0 0 0,0 0 0,-1 0 0,0-1 0,4-12 1,17-32-117,-34 70 171,-8 23 46,15-35-63,-9 36 25,11-39-17,-1-1-1,1 1 1,0 0 0,0-1-1,0 1 1,0-1-1,0 1 1,0 0 0,1-1-1,-1 1 1,1-1 0,0 1-1,1 4 1,26 27-15,-27-33 8,0 0 1,1-1 0,-1 1-1,0-1 1,0 1 0,0-1-1,1 1 1,-1-1 0,0 0-1,0 1 1,1-1-1,-1 0 1,0 0 0,1 0-1,-1 0 1,0 0 0,2-1-1,1 1-10,2 1-2,0-1-1,0 0 1,0 0 0,0 0-1,0-1 1,-1 0-1,1 0 1,0 0-1,0-1 1,-1 0 0,1 0-1,-1 0 1,0-1-1,1 0 1,6-5 0,-9 6-9,-3-20 15,0 19 12,0 0 1,-1 0-1,1 1 1,-1-1 0,0 0-1,1 0 1,-1 0-1,-1 0 1,1 1-1,0-1 1,-1 0-1,1 1 1,-1-1 0,0 1-1,0 0 1,-2-3-1,3 5 4,0-1-1,0 0 1,-1 1-1,1-1 1,0 1-1,0 0 1,0-1-1,-1 1 1,1 0-1,0 0 1,0 0-1,-1 0 1,1 0-1,0 0 1,0 0-1,-1 0 1,1 0-1,-2 1 1,0 0 31,-3-1 6,0 0 0,0 1 0,0 0 0,1 0 0,-1 1 0,0-1 0,1 1 0,-1 0 0,1 1 1,0-1-1,0 1 0,0 0 0,-6 5 0,-2 3 52,0 1 0,2 0 0,-12 15 1,21-25-50,2 2-4,3 31-12,-3-35-37,1 1 0,0 0 1,-1-1-1,1 1 0,0-1 1,0 1-1,-1-1 1,1 1-1,0-1 0,0 0 1,0 1-1,0-1 0,0 0 1,0 0-1,-1 0 0,1 0 1,0 0-1,0 0 1,0 0-1,0 0 0,0 0 1,1 0-1,-1 0-8,7 0-55,0 1 1,1-1-1,-1-1 1,0 0-1,10-2 1,-15 3 53,-1-1 0,1 0 1,0 0-1,0 0 1,0-1-1,-1 1 0,1 0 1,-1-1-1,1 0 1,-1 0-1,0 1 0,0-2 1,1 1-1,-1 0 0,-1 0 1,1 0-1,2-4 1,-3 3 4,0 0 1,0 0 0,0 0 0,-1-1-1,1 1 1,-1 0 0,0 0-1,0-1 1,0 1 0,0 0 0,-1 0-1,1-1 1,-1 1 0,0 0 0,0 0-1,0 0 1,0 0 0,-2-4 0,-3-11-31,5 17 35,0 0 1,-1 0-1,1 1 1,0-1-1,0 0 1,0 1 0,-1-1-1,1 1 1,0-1-1,-1 1 1,1 0-1,0 0 1,-1-1 0,1 1-1,-3 0 1,3 0-2,-3 0 9,1-1 0,0 1-1,0 0 1,-1 0 0,1 0 0,0 1-1,0-1 1,0 1 0,-1 0-1,1 0 1,0 0 0,0 0 0,-3 2-1,4-1-7,1 0 0,-1 0-1,1 0 1,0 0-1,0 0 1,0 0 0,0 1-1,1-1 1,-1 0 0,0 1-1,1-1 1,0 1 0,-1-1-1,1 5 1,1-5-2,0 0 1,0-1-1,0 1 0,0 0 1,1 0-1,-1-1 0,0 1 1,1-1-1,-1 1 0,1-1 1,-1 0-1,1 1 0,0-1 1,0 0-1,-1 0 0,1 0 1,3 0-1,39 16-377,-32-13 261,-3-2 31,0 0 1,0-1-1,1 0 1,-1 0-1,1-1 1,-1-1-1,1 1 1,17-5-1,-23 5 69,0-2-12,-1-1-1,0 1 1,0-1 0,0 1-1,0-1 1,3-4-1,-8 3 39,0 1 0,0-1 0,-1 1 0,0 0-1,0 0 1,0 0 0,0 0 0,0 0 0,-1 0 0,1 1 0,-1 0 0,-7-4 0,0 2-79,-1 0 1,0 0 0,-19-3 0,-20-5-2408,21 2-5601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41.340"/>
    </inkml:context>
    <inkml:brush xml:id="br0">
      <inkml:brushProperty name="width" value="0.05" units="cm"/>
      <inkml:brushProperty name="height" value="0.05" units="cm"/>
      <inkml:brushProperty name="color" value="#004F8B"/>
    </inkml:brush>
  </inkml:definitions>
  <inkml:trace contextRef="#ctx0" brushRef="#br0">285 67 11397,'-1'-4'2067,"-1"-2"-1140,0 0 0,-1 1 0,0-1 0,1 1 0,-1-1 0,-1 1 0,1 0 0,-1 0-1,-10-9 4950,13 14-5704,0 1 0,-1-1-1,1 0 1,0 1 0,-1-1 0,1 1 0,0 0-1,0-1 1,0 1 0,-1 0 0,1-1 0,0 1-1,0 0 1,0 0 0,0 0 0,0 0 0,1 0 0,-3 2-1,-13 26 1156,11-21-954,-22 49-317,-32 94 0,38-93-47,-47 154-395,48-118-2857,18-83 2240,1 1 0,0 0-1,1 17 1,2 1-4621,-1-16 1286,2 17-7841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41.858"/>
    </inkml:context>
    <inkml:brush xml:id="br0">
      <inkml:brushProperty name="width" value="0.05" units="cm"/>
      <inkml:brushProperty name="height" value="0.05" units="cm"/>
      <inkml:brushProperty name="color" value="#004F8B"/>
    </inkml:brush>
  </inkml:definitions>
  <inkml:trace contextRef="#ctx0" brushRef="#br0">396 39 13289,'6'-33'2071,"-6"33"-2041,0 0-1,-1 0 0,1 0 1,0-1-1,0 1 1,0 0-1,0 0 1,0 0-1,0 0 1,0 0-1,0-1 1,0 1-1,0 0 1,0 0-1,0 0 1,0 0-1,0-1 1,0 1-1,0 0 0,0 0 1,0 0-1,0 0 1,0 0-1,0-1 1,0 1-1,0 0 1,0 0-1,1 0 1,-1 0-1,0 0 1,0 0-1,0-1 1,0 1-1,0 0 1,0 0-1,0 0 0,1 0 1,-1 0-1,0 0 1,0 0-1,0 0 1,0 0-1,0-1 1,1 1-1,-1 0 1,0 0-1,0 0 1,0 0-1,0 0 1,0 0-1,1 0 1,-1 0-1,0 0 0,0 0 1,0 0-1,0 0 1,1 0-1,-1 1 1,0-1-1,0 0 1,0 0-1,0 0 1,0 0-1,1 0 1,10 5 776,0 1 0,0 0 1,0 1-1,-1 0 1,0 0-1,0 1 0,-1 1 1,15 16-1,6 12-25,26 41 0,-22-29-172,-30-44-562,47 66 44,80 142 1,-119-188-257,-1 1 0,0 0 1,-2 0-1,-1 1 0,-2 0 0,0 1 1,-2-1-1,-1 1 0,-1 0 0,-2 29 1,-3-27 35,-1 1 1,-2-1 0,-1 0 0,-2 0 0,0-1-1,-2 0 1,-1-1 0,-30 50 0,6-22 6,-1-3 1,-3-1 0,-53 53-1,35-50 66,-1-2-1,-3-3 1,-103 62 0,138-95 30,-1-2-1,0-1 1,-1-1 0,-44 13-1,69-25 35,0 0 0,0-1-1,-1 1 1,1-1-1,0 0 1,-1 0 0,-6-1-1,-2 0-36,29-18-82,-6 10 42,0 0-1,0 1 0,1 0 1,0 1-1,23-11 1,68-23-597,-76 31 496,39-11-589,87-18 0,-71 21 129,59-13-462,124-35-1005,-192 41 1918,-1-2 0,85-47 0,-112 49 1775,-1-2-1,49-41 1,-56 29 1979,-34 37-2645,-5 5-730,0 0-1,0 0 1,0 0-1,1 0 1,-1 0-1,1 0 1,0 1 0,-3 6-1,1 2-256,0 0-1,1 1 0,0 0 1,1-1-1,0 1 0,1 14 1,0-12-728,-1 0 1,-4 22 0,2-24-1047,1 1 0,-2 26 0,1-6-5127,0-10-1858</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42.375"/>
    </inkml:context>
    <inkml:brush xml:id="br0">
      <inkml:brushProperty name="width" value="0.05" units="cm"/>
      <inkml:brushProperty name="height" value="0.05" units="cm"/>
      <inkml:brushProperty name="color" value="#004F8B"/>
    </inkml:brush>
  </inkml:definitions>
  <inkml:trace contextRef="#ctx0" brushRef="#br0">0 416 8165,'15'-2'811,"0"1"373,-1 1 4938,-7-21-3546,-4 14-2271,1 0 1,0 1-1,0-1 1,1 1-1,0 0 0,0 0 1,11-9-1,45-32 1135,-49 38-1185,1 1 0,0 0-1,1 1 1,-1 1 0,17-5-1,-28 10-218,0 0 0,1 0 0,-1 1 0,1-1 0,-1 0 0,1 1 0,-1 0 0,1 0 0,0 0 0,-1 0 0,1 0 0,-1 0 0,1 1 0,-1-1 0,1 1 0,-1-1 0,1 1 0,-1 0 0,0 0 0,1 0 0,-1 1 0,0-1 0,0 0 0,0 1 1,0 0-1,0-1 0,0 1 0,0 0 0,0 0 0,-1 0 0,1 0 0,-1 0 0,1 0 0,-1 1 0,0-1 0,0 0 0,1 4 0,0 1 13,0 0 0,-1 1 0,0-1 0,0 1 0,0-1 0,-1 1 0,-1-1 0,1 1 0,-1-1 0,0 0 0,-1 1 0,1-1 0,-2 0 0,-5 14 0,-4 4 35,-1 0 0,-29 39 0,19-29-63,5-7-150,-5 7-1810,-35 44 0,56-76 535,86-95-6286,-27 33 6727,-4-3 1,51-75 0,-49 47 868,-31 48 1323,2 0 0,1 2 0,60-66 0,-85 104-1070,-1 0 1,1 1-1,-1-1 1,1 1-1,0-1 0,0 1 1,0 0-1,0-1 0,0 1 1,0 0-1,0 0 0,0 1 1,1-1-1,-1 0 1,0 1-1,0-1 0,1 1 1,2 0-1,-3 0-63,0 1 1,-1-1-1,1 1 0,0 0 0,-1-1 1,1 1-1,0 0 0,-1 0 0,1 0 1,-1 0-1,0 0 0,1 0 1,-1 1-1,0-1 0,0 0 0,0 1 1,0-1-1,1 2 0,3 6 92,-1-1 0,0 1 0,-1 0 0,0 0 0,-1 0 0,3 16 0,-3-5-50,-1 1 0,0-1 0,-2 1 0,0 0 0,-2-1 0,-8 36 0,-2-9-1749,-32 77 1,8-52-1964,9-27-1999,10-14-1694</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42.966"/>
    </inkml:context>
    <inkml:brush xml:id="br0">
      <inkml:brushProperty name="width" value="0.05" units="cm"/>
      <inkml:brushProperty name="height" value="0.05" units="cm"/>
      <inkml:brushProperty name="color" value="#004F8B"/>
    </inkml:brush>
  </inkml:definitions>
  <inkml:trace contextRef="#ctx0" brushRef="#br0">0 128 7477,'48'-9'2597,"-32"6"-1692,-1 1 0,1-2-1,-1 0 1,-1-1 0,23-10 0,-28 10-427,0 1 1,0-2 0,0 1 0,-1-1-1,0-1 1,0 0 0,10-11-1,-15 15-197,-8-5 100,4 7-370,1 0-1,0 0 1,-1 0 0,1 0 0,0 0 0,-1 0-1,1 0 1,-1 0 0,0 1 0,1-1-1,-1 0 1,0 0 0,1 0 0,-1 1 0,0-1-1,0 0 1,-1 0 0,-4 1 13,0 0 0,-1 0-1,1 1 1,0 0 0,0 0 0,0 0 0,0 1 0,0 0-1,-7 4 1,-4 1-3,1 1 1,-17 10-1,26-13-119,1 0-1,-1 1 1,1 0 0,1 0 0,-1 0-1,1 0 1,0 1 0,1 0 0,-1 0-1,1 0 1,-4 12 0,7-17 54,0 1 0,0-1 0,0 0 0,0 1 0,0-1 0,1 1 0,-1-1 0,1 1 0,0-1 0,0 1 0,0-1 0,0 1 0,0-1 0,0 1 0,1-1 0,-1 1 0,1-1 0,0 1 0,0-1 0,0 0 0,0 1 0,0-1 0,0 0 0,1 0 0,-1 0 0,1 0 0,-1 0 0,1 0 0,0 0 0,0 0 0,0-1 0,0 1 0,0-1 0,0 0 0,0 1 0,0-1 0,1 0 0,-1 0 0,5 1 0,3 1-2,1-1 0,-1 1 0,1-2 0,-1 0 1,1 0-1,0-1 0,15-2 0,7-2 461,34-10 0,-8 1 495,-52 12-827,-1 1 0,1-1 0,0 1-1,-1 0 1,1 0 0,0 1 0,-1 0 0,1 0-1,-1 1 1,9 2 0,0 2-400,-1 1 1,25 15-1,-28-15-387,-1 6-844,-10-12 1452,0-1 0,1 1 0,-1-1 1,0 1-1,0-1 0,0 1 0,1-1 1,-1 1-1,0-1 0,1 1 0,-1-1 1,0 1-1,1-1 0,-1 0 0,1 1 1,-1-1-1,0 0 0,1 1 0,-1-1 1,1 0-1,-1 0 0,1 1 1,-1-1-1,1 0 0,0 0 0,36 3 183,-33-3 279,26-12 1800,-27 12-1824,31-8 479,-31 7-484,21 1 153,42 3-319,-62-3-278,16-5-200,-13 3 276,-1-1-1,0 1 1,0-1 0,0 0-1,-1 0 1,1-1 0,-1 1-1,6-7 1,27-15 536,-37 24-481,7-3 212,0 0 0,0 0-1,1 1 1,-1 0 0,0 0 0,1 1-1,0 0 1,0 0 0,0 1 0,10 0-1,36 3 188,66 12 0,-62-6-2429,-23-3-1474,-33-4 774,14-7-8313</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43.328"/>
    </inkml:context>
    <inkml:brush xml:id="br0">
      <inkml:brushProperty name="width" value="0.05" units="cm"/>
      <inkml:brushProperty name="height" value="0.05" units="cm"/>
      <inkml:brushProperty name="color" value="#004F8B"/>
    </inkml:brush>
  </inkml:definitions>
  <inkml:trace contextRef="#ctx0" brushRef="#br0">95 192 12041,'-5'-5'1073,"-1"1"0,0-1 0,-1 1 0,1 1 0,-1 0 0,1 0 1,-1 0-1,-8-2 0,12 4-742,1 0 0,0 0 1,0-1-1,0 1 1,0 0-1,0-1 0,1 0 1,-1 1-1,0-1 0,1 0 1,-3-3-1,-1-1 404,5 5-658,1 0 0,-1 1 0,0-1-1,0 0 1,0 0 0,0 0 0,0 0 0,1 0 0,-1 1 0,0-1 0,1 0 0,-1 0 0,1 0 0,-1 1 0,1-1 0,-1 0 0,1 1 0,0-1-1,0 0 1,-1 0 59,4-3-96,-1-1 0,1 1 1,0 0-1,0 0 0,0 1 0,1-1 0,-1 1 1,1 0-1,0 0 0,0 0 0,6-2 0,9-2-1047,35-9 0,-7 3-1323,-19 0 47,3-1-1254,-7 9-2529,6 7-3286</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43.496"/>
    </inkml:context>
    <inkml:brush xml:id="br0">
      <inkml:brushProperty name="width" value="0.05" units="cm"/>
      <inkml:brushProperty name="height" value="0.05" units="cm"/>
      <inkml:brushProperty name="color" value="#004F8B"/>
    </inkml:brush>
  </inkml:definitions>
  <inkml:trace contextRef="#ctx0" brushRef="#br0">1 45 8001,'10'33'2132,"10"-30"-328,-3 0 2965,10-9-3677,3 3-368,3-3-496,28 3-484,-15-6-776,5-3-465,6-6-907,0 3-1520,3 3-2729</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45.554"/>
    </inkml:context>
    <inkml:brush xml:id="br0">
      <inkml:brushProperty name="width" value="0.05" units="cm"/>
      <inkml:brushProperty name="height" value="0.05" units="cm"/>
      <inkml:brushProperty name="color" value="#004F8B"/>
    </inkml:brush>
  </inkml:definitions>
  <inkml:trace contextRef="#ctx0" brushRef="#br0">1 1 12181,'5'9'877,"1"0"0,1 0 0,-1 0 0,1-1 0,1 0 0,15 13 0,14 17 1625,91 98 2539,-64-76-3980,84 58 0,316 175-2698,-439-279 992,2 0-1,0-2 1,1-1-1,31 8 0,-44-16 60,-1 0-1,1-1 0,-1-1 0,1 0 1,0-1-1,-1 0 0,1-1 0,0-1 1,-1 0-1,16-5 0,-27 6 350,1 0 0,0-1 0,-1 1 0,1-1 0,-1 1 0,0-1 0,1 0-1,-1-1 1,0 1 0,0 0 0,-1-1 0,1 0 0,0 0 0,3-5 0,0-2-1070,-1 0 0,0 0 0,6-21 0,-10 27 920,15-39-4124</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45.757"/>
    </inkml:context>
    <inkml:brush xml:id="br0">
      <inkml:brushProperty name="width" value="0.05" units="cm"/>
      <inkml:brushProperty name="height" value="0.05" units="cm"/>
      <inkml:brushProperty name="color" value="#004F8B"/>
    </inkml:brush>
  </inkml:definitions>
  <inkml:trace contextRef="#ctx0" brushRef="#br0">684 721 6017,'36'-224'1012,"-2"73"713,-10 53 317,5-58 2611,-22 93-2036,-7 34 1135,-7 50-892,0-6-2280,-27 96 2238,-24 146 1,26-106-1739,-219 685-185,95-358-2305,99-292-78,-62 216-2110,55-135-2021,44-154-1108,11-17-4317</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46.282"/>
    </inkml:context>
    <inkml:brush xml:id="br0">
      <inkml:brushProperty name="width" value="0.05" units="cm"/>
      <inkml:brushProperty name="height" value="0.05" units="cm"/>
      <inkml:brushProperty name="color" value="#004F8B"/>
    </inkml:brush>
  </inkml:definitions>
  <inkml:trace contextRef="#ctx0" brushRef="#br0">1 35 6773,'16'-1'1755,"-23"9"571,-2 0 659,10-5-1337,0 1-1395,1 0 0,0 0-1,0-1 1,0 1 0,0-1-1,1 1 1,-1-1 0,1 0-1,0 0 1,0 0 0,0 0-1,0 0 1,0-1 0,1 1-1,-1-1 1,1 0 0,0 0-1,6 2 1,14 6 228,0-1 0,1-1 0,50 8 0,78 0 117,-91-10-401,898 24 666,-807-30-798,2919-12-316,-1476-4 165,319-4-98,-4-37 1726,-1853 54-1414,246-15 577,-6-25 42,-290 41-693,1-1 0,0 0-1,-1 0 1,0-1 0,0 0 0,0 0 0,13-10 0,-21 13-61,-12 8-1122,0-1-1,-1-1 1,-16 5-1,-18 8-2749,10 2-2143,6 0-3535</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48.782"/>
    </inkml:context>
    <inkml:brush xml:id="br0">
      <inkml:brushProperty name="width" value="0.05" units="cm"/>
      <inkml:brushProperty name="height" value="0.05" units="cm"/>
      <inkml:brushProperty name="color" value="#004F8B"/>
    </inkml:brush>
  </inkml:definitions>
  <inkml:trace contextRef="#ctx0" brushRef="#br0">11 49 8369,'0'0'10566,"0"-3"-9258,3-6-1247,-3 8 132,1 1 0,-1-1 0,0 1-1,1-1 1,-1 0 0,0 1 0,0-1 0,1 0 0,-1 1-1,0-1 1,0 0 0,0 0 0,0 1 0,0-1 0,0 0-1,0 1 1,0-1 0,0 0 0,0 0 0,-1 1 0,1-1-1,0 0 1,0 1 0,-1-1 0,1 0 0,0 1-1,-1-1 1,1 1 0,-1-1 0,1 1 0,-1-1 0,1 0-1,-1 1 1,1 0 0,-1-1 0,1 1 0,-1-1 0,1 1-1,-2-1 1,2 1-172,0 0-1,0 0 1,-1 0 0,1 0-1,0 0 1,0 0 0,-1 0-1,1 0 1,0 0-1,0 0 1,0 0 0,-1 0-1,1 0 1,0 0 0,0 0-1,-1 0 1,1 0-1,0 0 1,0 0 0,0-1-1,0 1 1,-1 0-1,1 0 1,0 0 0,0 0-1,0-1 1,0 1 0,0 0-1,-1 0 1,1 0-1,0-1 1,0 1 0,0 0-1,0 0 1,0 0-1,0-1 1,0 1 0,0 0-1,0 0 1,0-1 0,0 1-1,0 0 1,0 0-1,0 0 1,0-1 0,0 1-1,0 0 1,0 0 0,0 0-1,0-1 1,0 1-1,0 0 1,1 0 0,-1 0-1,0-1 1,0 1-1,0 0 1,0 0 0,20-3 440,30 7-175,-31 0-259,0 1 1,0 2-1,0-1 1,-1 2-1,0 1 1,-1 0-1,1 1 1,-2 1-1,0 0 1,0 1-1,-1 1 1,0 1-1,-1 0 1,-1 1-1,0 0 1,14 23-1,-20-25-22,0 1 0,0-1 0,-2 1 1,1 0-1,-2 0 0,0 1 0,3 19 0,-6-28-3,1 9-1,0 0 1,-1 0-1,-1 1 1,0-1-1,-1 0 0,-1 0 1,0 0-1,-1 0 1,-1 0-1,0 0 1,-1-1-1,0 0 0,-10 17 1,-8 10-3,-2 0 1,-52 63 0,75-101 1,-142 179 117,132-165-108,10-14 24,17-15-57,-7 5 11,24-19-116,-1-1 1,48-56-1,47-75-446,-72 88 310,67-93-273,26-33 245,-122 172 558,-24 24-253,-1 0-1,1-1 0,-1 1 1,1 0-1,-1 0 0,1 0 1,0 0-1,-1 0 1,1 0-1,-1-1 0,1 1 1,-1 1-1,1-1 0,0 0 1,-1 0-1,1 0 0,-1 0 1,1 0-1,-1 0 1,1 1-1,-1-1 0,1 0 1,-1 0-1,1 1 0,-1-1 1,1 0-1,-1 1 0,1-1 1,-1 0-1,0 1 1,1-1-1,-1 1 0,0-1 1,1 1-1,-1-1 0,0 1 1,1-1-1,-1 1 0,0-1 1,0 1-1,0-1 1,0 1-1,0-1 0,1 1 1,-1 0-1,0-1 0,0 1 1,0 0-1,2 13 165,1-1-1,-1 1 1,-1 0 0,-1 0-1,-2 25 1,-15 73 628,9-72-504,-3 53 0,10-81-278,1 1 0,1 0 1,0-1-1,0 1 0,1 0 1,1-1-1,0 0 1,7 17-1,-7-20-126,1 1 0,1-1 0,-1 1 0,1-1 0,1-1 0,0 1 0,0-1 0,0 0 0,1 0 0,0-1 0,1 0 0,0 0 0,0-1 0,0 1 0,1-2 0,17 9 0,-3-5-668,1 0 0,-1-2 0,1-1 1,1-1-1,32 2 0,34-3-3579,1-9-3881,-33 0-1965</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49.174"/>
    </inkml:context>
    <inkml:brush xml:id="br0">
      <inkml:brushProperty name="width" value="0.05" units="cm"/>
      <inkml:brushProperty name="height" value="0.05" units="cm"/>
      <inkml:brushProperty name="color" value="#004F8B"/>
    </inkml:brush>
  </inkml:definitions>
  <inkml:trace contextRef="#ctx0" brushRef="#br0">43 98 9865,'-19'-62'7611,"19"61"-7489,0 0 0,0 0 0,0 0-1,0 0 1,0 0 0,1 0 0,-1 0 0,0 0-1,1 0 1,-1 0 0,1 0 0,-1 0-1,1 0 1,0 0 0,-1 0 0,2-1 0,-1 0 163,0 1-211,-1 0-1,1 0 1,0 0 0,0 0 0,0 0 0,0 0-1,-1 0 1,1 0 0,0 1 0,0-1 0,1 0-1,-1 0 1,0 1 0,0-1 0,0 1 0,0-1 0,1 1-1,-1 0 1,0-1 0,0 1 0,1 0 0,-1 0-1,0 0 1,0 0 0,1 0 0,-1 0 0,0 0-1,1 0 1,-1 0 0,0 1 0,0-1 0,1 0-1,-1 1 1,0-1 0,0 1 0,0 0 0,0-1-1,0 1 1,0 0 0,0 0 0,1 1 0,3 0-58,-1 1-1,-1 0 1,1 0 0,0 0 0,-1 1 0,0-1 0,0 1 0,0 0 0,0 0-1,0 0 1,2 6 0,4 17 67,-1 1 1,-1 0-1,-1 0 1,-2 1-1,-1-1 0,-1 38 1,-3-22 9,-2 0 1,-2-1-1,-14 63 1,7-71 289,0-1 0,-2 0 1,-2-1-1,-31 50 1,16-30 954,31-51-1335,1 0-1,-1-1 1,1 1-1,-1-1 1,1 1 0,0 0-1,0-1 1,0 1-1,0-1 1,0 1-1,0-1 1,0 0-1,0 0 1,1 1 0,-1-1-1,0 0 1,3 2-1,4-2-201,-1 0 1,1 0-1,-1-1 0,1 0 1,-1 0-1,14-2 0,-2 0-253,9-1-1279,-1-1-1,37-10 1,30-5-6284,-28 14-1330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54.453"/>
    </inkml:context>
    <inkml:brush xml:id="br0">
      <inkml:brushProperty name="width" value="0.05" units="cm"/>
      <inkml:brushProperty name="height" value="0.05" units="cm"/>
      <inkml:brushProperty name="color" value="#004F8B"/>
    </inkml:brush>
  </inkml:definitions>
  <inkml:trace contextRef="#ctx0" brushRef="#br0">17 135 7149,'-15'-7'1179,"13"1"249,23-6 1859,12-5 55,-15 5-2243,1 0 0,1 1 0,0 1 0,25-9 0,-27 13-865,-1 0-1,1 1 0,0 1 0,0 1 1,0 1-1,0 0 0,0 2 0,0 0 1,37 5-1,-28-1-139,128 29 238,-133-27-316,-1 0-1,0 2 1,-1 1 0,1 0 0,19 14 0,-36-21-18,0 1 0,0 0-1,0 0 1,0 0-1,0 1 1,-1-1 0,0 1-1,1 0 1,-1 0 0,-1 0-1,4 6 1,-5-7 10,0 0-1,0-1 1,-1 1-1,1 0 1,-1 0 0,0 0-1,0-1 1,0 1-1,0 0 1,0 0 0,0 0-1,-1 0 1,0 0 0,1-1-1,-1 1 1,0 0-1,0-1 1,-1 1 0,1-1-1,0 1 1,-3 3 0,-11 14-6,0 0 1,-1-1-1,-28 25 1,-64 48 145,100-85-137,-28 19 71,33-24 2,2 0-77,1 1-1,0-1 1,0 0-1,0 1 1,0-1 0,0 1-1,1-1 1,-1 0-1,1 0 1,-1 1 0,1-1-1,0 0 1,1 4-1,1-5-16,-1 0 0,1 0 0,-1 0-1,1 0 1,0 0 0,-1 0 0,1-1-1,0 1 1,-1-1 0,1 0 0,0 0 0,4 0-1,16-1-391,1-1-1,0-1 1,-1-2-1,0 0 1,0-1-1,40-16 1,-32 11-456,145-60-8360,-157 63 7213,30-13-5281</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55.742"/>
    </inkml:context>
    <inkml:brush xml:id="br0">
      <inkml:brushProperty name="width" value="0.05" units="cm"/>
      <inkml:brushProperty name="height" value="0.05" units="cm"/>
      <inkml:brushProperty name="color" value="#004F8B"/>
    </inkml:brush>
  </inkml:definitions>
  <inkml:trace contextRef="#ctx0" brushRef="#br0">59 197 5444,'-11'19'1582,"-12"19"4065,9-18-5117,12-18 204,2-1-671,0 1 0,0-1 0,-1 0 0,1 1 0,0-1 0,-1 0 0,0 1 0,1-1 0,-1 0 0,1 1 0,-1-1 1,-1 1-1,0 4 469,18-9-294,-14 3-219,0-1 1,0 1 0,0-1-1,-1 0 1,1 0-1,0 0 1,0 0 0,-1 0-1,1 0 1,0 0-1,-1-1 1,1 1-1,-1 0 1,0-1 0,1 1-1,-1-1 1,0 0-1,0 1 1,0-1 0,0 0-1,1-4 1,0 3-8,2-6 73,-1 0-1,0 0 0,0 0 1,-1 0-1,0-1 0,0-11 1,5-19 115,-6 36-113,-2-9 127,-3-4-79,4 17-136,0 0-1,-1 0 0,1 0 0,0-1 0,0 1 0,-1 0 0,1 0 0,0 0 1,-1 0-1,1 0 0,0 0 0,-1 0 0,1 0 0,0 0 0,-1 0 0,1 0 1,0 0-1,0 0 0,-1 0 0,1 0 0,0 0 0,-1 0 0,1 0 0,0 0 1,-1 0-1,1 0 0,0 0 0,0 1 0,-1-1 0,1 0 0,0 0 0,-1 0 0,1 1 1,0-1-1,0 0 0,0 0 0,-1 0 0,1 1 0,0-1 0,0 0 0,0 1 1,0-1-1,-1 0 0,1 1 0,-3 2 13,1 1 0,-1-1 0,1 1 0,0-1 0,0 1 0,0 0-1,0 0 1,1 0 0,-2 7 0,2-8-119,4 6 112,-3-8-15,0 0 0,0 0 1,0 0-1,0 0 0,0 0 0,0 0 0,0 0 0,1-1 0,-1 1 0,0 0 0,1 0 0,-1 0 1,0 0-1,1 0 0,-1-1 0,1 1 0,-1 0 0,1 0 0,-1-1 0,1 1 0,0 0 0,-1-1 1,1 1-1,0-1 0,1 1 0,37 2-76,-35-3 54,-2-1 2,4-2 112,6-6-468,-13 8 100,-8 3 79,-5 1-158,12-3-48,5-1-994,30-12 936,-31 12 446,-1 0 0,1 0 0,-1 0 0,0 0 0,1 0 0,-1 0 0,0 0 0,0-1 0,0 1 0,0-1 0,0 1 0,0 0 0,1-4 0,2-2-1,2-1 17,-5 7 13,0 0 0,0-1 0,0 1 0,0 0 0,0-1 0,0 1 0,-1 0 0,1-1 0,0 1 0,-1-1 0,1 1 0,-1-1 0,0 1 0,1-1 0,-1 1 0,0-1 0,0 0 0,0 1 0,0-1 0,0 1 0,0-1 0,0 1 0,-1-1 0,0-2 0,0 0 32,-1-1 0,0 1 0,0-1 0,-1 1 0,0 0 0,1 0 0,-1 0 1,0 0-1,-1 1 0,1-1 0,-1 1 0,1 0 0,-1 0 0,0 0 0,-7-4 1,8 6 60,28-22-542,-24 22-49,14-9 913</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56.783"/>
    </inkml:context>
    <inkml:brush xml:id="br0">
      <inkml:brushProperty name="width" value="0.05" units="cm"/>
      <inkml:brushProperty name="height" value="0.05" units="cm"/>
      <inkml:brushProperty name="color" value="#004F8B"/>
    </inkml:brush>
  </inkml:definitions>
  <inkml:trace contextRef="#ctx0" brushRef="#br0">144 190 8081,'-3'-4'603,"0"0"0,0 0 0,1 0 0,-1-1 0,1 1 0,0-1 0,0 0 0,0 0 1,1 0-1,-2-5 0,1 7-146,0 0 1,0 0-1,-1 0 1,0 0-1,1 1 0,-1-1 1,0 1-1,0-1 1,-1 1-1,-5-3 1,4 2 40,-32-23 3233,34 25-2853,1-1-666,-1 1 0,0 0 0,0 1 0,0-1 1,0 0-1,0 1 0,0 0 0,0 0 0,-4 0 1,7 0-39,-4 0 1398,9-2-1254,47-10-623,1 3 1,0 2-1,67-1 1,83-12-9848,-174 15 4388,2 1-3158</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57.287"/>
    </inkml:context>
    <inkml:brush xml:id="br0">
      <inkml:brushProperty name="width" value="0.05" units="cm"/>
      <inkml:brushProperty name="height" value="0.05" units="cm"/>
      <inkml:brushProperty name="color" value="#004F8B"/>
    </inkml:brush>
  </inkml:definitions>
  <inkml:trace contextRef="#ctx0" brushRef="#br0">12 91 11637,'-1'-1'169,"0"1"-1,0-1 1,1 1 0,-1-1-1,0 1 1,1-1-1,-1 0 1,0 0 0,1 1-1,-1-1 1,1 0-1,-1 0 1,1 0 0,0 0-1,-1 1 1,1-1-1,0 0 1,-1 0 0,1 0-1,0 0 1,0 0-1,0 0 1,0 0 0,0 0-1,0 0 1,0-1 0,7-31 4597,-4 20-3279,-1 11-1294,0 0-1,0 0 1,0 0 0,0 1 0,0-1 0,0 1 0,0 0-1,0-1 1,1 1 0,-1 0 0,1 0 0,-1 1-1,5-2 1,-1 1-46,1 0 0,-1 1-1,1 0 1,-1 0-1,1 1 1,-1-1 0,0 2-1,1-1 1,9 4-1,0 0 38,0 1-1,20 11 0,-28-12-145,1 0 1,-1 1 0,0 0-1,0 1 1,0 0-1,-1 0 1,0 0 0,-1 1-1,0 0 1,0 0-1,0 1 1,-1 0 0,0 0-1,-1 0 1,0 0-1,-1 1 1,4 15-1,-3-7-12,-1 0 0,-1 0-1,0 0 1,-2 0-1,0 0 1,-1 0-1,-1 1 1,-7 31 0,-2-8-5,-3-1 0,0 0 0,-36 65 0,34-70 7,12-22-26,6-13-7,3-6-4,135-145-460,-108 119 363,2 1 0,56-39 1,-89 69 156,0-1 0,0 0 1,1 0-1,-1 1 0,0-1 0,1 0 1,-1 1-1,0 0 0,1-1 1,-1 1-1,1 0 0,-1-1 1,1 1-1,-1 0 0,0 0 1,1 0-1,-1 1 0,1-1 1,-1 0-1,1 0 0,-1 1 1,0-1-1,1 1 0,-1-1 1,0 1-1,1 0 0,-1-1 1,0 1-1,0 0 0,0 0 1,1 0-1,-1 0 0,1 2 1,3 3 189,0 0 1,-1 1 0,0-1-1,0 1 1,3 8-1,-2-6-54,21 46 539,-11-20-190,29 47 0,42 35-1004,-81-110-30,1-1-1,0 0 0,0 0 1,0-1-1,1 1 1,0-1-1,0-1 0,0 1 1,0-1-1,1-1 0,0 1 1,-1-1-1,16 3 1,-15-4-895,-1 0 0,1-1 1,-1 0-1,1-1 1,0 0-1,0 0 1,-1 0-1,14-4 0,3-2-8217</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57.457"/>
    </inkml:context>
    <inkml:brush xml:id="br0">
      <inkml:brushProperty name="width" value="0.05" units="cm"/>
      <inkml:brushProperty name="height" value="0.05" units="cm"/>
      <inkml:brushProperty name="color" value="#004F8B"/>
    </inkml:brush>
  </inkml:definitions>
  <inkml:trace contextRef="#ctx0" brushRef="#br0">288 22 13437,'-30'-18'2786,"23"14"-108,8 8-186,12 134 6366,-13 7-6206,-31 141-2788,9-182-242,-63 186-1,30-161-4934,3-11-6311,32-65-465</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58.629"/>
    </inkml:context>
    <inkml:brush xml:id="br0">
      <inkml:brushProperty name="width" value="0.05" units="cm"/>
      <inkml:brushProperty name="height" value="0.05" units="cm"/>
      <inkml:brushProperty name="color" value="#004F8B"/>
    </inkml:brush>
  </inkml:definitions>
  <inkml:trace contextRef="#ctx0" brushRef="#br0">543 261 4688,'2'-8'276,"0"0"-1,1 1 0,1-1 0,-1 1 1,1 0-1,0 0 0,1 1 0,0-1 1,0 1-1,0 0 0,0 0 1,12-9-1,-5 5 745,-1 0 0,-1-1 0,0-1 1,0 1-1,10-19 0,13-14 2386,-18 19-881,-12 16-1042,-13 14-75,-18 23 211,0 1 0,2 1-1,-42 64 1,-51 115 1185,-120 313-2526,125-228-278,87-207 0,-27 140 0,46-174 0,2 0 0,2 0 0,7 104 0,1-120 0,1 0 0,3-1 0,0 0 0,2 0 0,2-1 0,25 52 0,-24-63-52,0-1-1,2-1 1,0 0-1,2 0 1,0-2-1,2 0 1,26 22-1,-16-19-594,2 0-1,0-3 0,1 0 1,58 25-1,-23-20-1938,0-2 0,1-3 0,1-4 1,0-2-1,83 5 0,11-8-8024</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59.205"/>
    </inkml:context>
    <inkml:brush xml:id="br0">
      <inkml:brushProperty name="width" value="0.05" units="cm"/>
      <inkml:brushProperty name="height" value="0.05" units="cm"/>
      <inkml:brushProperty name="color" value="#004F8B"/>
    </inkml:brush>
  </inkml:definitions>
  <inkml:trace contextRef="#ctx0" brushRef="#br0">969 88 7013,'-1'-1'159,"0"0"1,0 0-1,-1 0 0,1 0 1,0 1-1,0-1 1,0 1-1,-1-1 1,1 1-1,0-1 1,0 1-1,-1 0 1,1-1-1,0 1 1,-1 0-1,-12 3 11721,27-9-11411,-12 6-320,0 0 1,0 0 0,0 0 0,0 0 0,0 0 0,0 0 0,1-1 0,-1 1 0,0 0-1,-1-1 1,1 1 0,0-1 0,0 1 0,0-1 0,0 1 0,0-1 0,0 0 0,0 1 0,-1-1-1,2-2 1,7-24 488,-10 26-598,1 0-1,-1 0 0,1 0 1,-1 0-1,1 0 0,-1 0 1,1 0-1,-1 0 1,0 0-1,0 0 0,1 1 1,-1-1-1,0 0 0,0 0 1,0 1-1,0-1 0,0 1 1,0-1-1,0 1 0,0-1 1,0 1-1,0 0 0,-2-1 1,-5-5 731,5 4-568,1 0 1,0 1 0,-1-1-1,1 1 1,-1-1 0,0 1-1,1 0 1,-4-1 0,73 193 2700,37 128-2288,-89-253-616,-4 1 0,-2 0 0,-3 1 0,-3 69 0,-6-86 0,-2 0 0,-1 0 0,-4 0 0,-1-1 0,-35 94 0,16-77 39,-2-1 0,-3-2 0,-3-2 0,-2-1 0,-66 75 0,26-46-1286,-4-4 1,-138 110-1,41-68-4340,59-53-2404,114-70 7148,-70 45-11013</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0:59.830"/>
    </inkml:context>
    <inkml:brush xml:id="br0">
      <inkml:brushProperty name="width" value="0.05" units="cm"/>
      <inkml:brushProperty name="height" value="0.05" units="cm"/>
      <inkml:brushProperty name="color" value="#004F8B"/>
    </inkml:brush>
  </inkml:definitions>
  <inkml:trace contextRef="#ctx0" brushRef="#br0">1 104 7625,'10'-5'1016,"0"-1"-1,-1 0 1,15-11 0,-15 9-97,2 0 0,-1 1 0,19-9-1,-15 10-627,0 1 0,0 0 0,0 1 0,1 1-1,-1 0 1,1 1 0,0 0 0,0 1-1,0 1 1,-1 0 0,1 2 0,0-1 0,0 2-1,14 3 1,-24-4-255,-1 1 0,1-1 0,0 1 0,-1 0-1,0 0 1,1 0 0,-1 1 0,-1-1 0,1 1 0,0 0-1,-1 0 1,0 0 0,0 1 0,0-1 0,0 1 0,-1 0-1,0-1 1,0 1 0,0 0 0,0 0 0,-1 1 0,0-1-1,0 0 1,0 0 0,-1 8 0,1 1 5,-1 0 1,-1-1-1,-1 1 0,1 0 1,-2-1-1,0 0 1,-1 1-1,-7 17 0,0-5 239,-2-1 0,-1-1-1,0 0 1,-2-1 0,-1 0 0,0-2-1,-2 0 1,-40 35 0,59-56-241,-1 0 0,1 0 1,-1 1-1,1-1 0,-1 0 1,1 1-1,0-1 0,-1 0 1,1 1-1,-1-1 0,1 0 1,0 1-1,-1-1 0,1 1 1,0-1-1,-1 1 0,1-1 1,0 1-1,0-1 0,0 1 1,-1-1-1,1 1 0,0-1 1,0 1-1,0 0 0,0-1 1,0 1-1,0-1 0,0 1 1,0-1-1,0 1 0,0-1 1,0 1-1,1 0 0,-1 0 1,1 0-15,1 0 1,-1 0 0,0 0 0,1 0-1,-1 0 1,1-1 0,-1 1 0,1 0-1,-1-1 1,1 1 0,-1-1 0,3 1-1,11 1-138,0 0-1,21-1 0,267-19-3953,-110 3-5104,-112 9 437</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2.790"/>
    </inkml:context>
    <inkml:brush xml:id="br0">
      <inkml:brushProperty name="width" value="0.05" units="cm"/>
      <inkml:brushProperty name="height" value="0.05" units="cm"/>
      <inkml:brushProperty name="color" value="#004F8B"/>
    </inkml:brush>
  </inkml:definitions>
  <inkml:trace contextRef="#ctx0" brushRef="#br0">78 274 4368,'0'0'4677,"-3"-2"-4152,-7-8 692,10 9-661,-1-1 0,0 1-1,0 0 1,0-1 0,1 1 0,-1 0-1,1-1 1,-1 1 0,1-1 0,-1 1-1,1-1 1,0 1 0,0-1 0,0-2-1,3-17 2785,1 4-3009,1 4-208,-4 10 479,0 0-485,5-27 286,-29 10-492,-16-19 239,37 38 95,9-22-297,-6 20 55,-1 0 0,1 0-1,0 0 1,0 0 0,0 0-1,0 0 1,1 1 0,2-5 0,-3 5 3,-13-28-8493,-9 24-4366</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3.326"/>
    </inkml:context>
    <inkml:brush xml:id="br0">
      <inkml:brushProperty name="width" value="0.05" units="cm"/>
      <inkml:brushProperty name="height" value="0.05" units="cm"/>
      <inkml:brushProperty name="color" value="#004F8B"/>
    </inkml:brush>
  </inkml:definitions>
  <inkml:trace contextRef="#ctx0" brushRef="#br0">0 187 10841,'42'-21'8116,"-23"15"-2167,-13-11-4749,-5 15-1161,0 0 0,1 1-1,-1 0 1,0-1-1,1 1 1,-1 0 0,1-1-1,-1 1 1,1 0-1,-1 0 1,1 0 0,0 1-1,-1-1 1,1 0-1,0 0 1,0 1-1,0 0 1,0-1 0,-1 1-1,4 0 1,43-2 141,-35 2-94,314 3-413,36-1-1077,46-30 442,-203-3 532,-203 30 378,0 0 0,0 0 0,0 0 0,0 0-1,-1 0 1,1 0 0,0-1 0,-1 1 0,1-1 0,-1 0 0,1 0-1,-1 0 1,0 0 0,3-4 0,-4 6 8,-1-1 0,0 1 0,1-1 0,-1 0 0,0 1-1,0-1 1,1 1 0,-1-1 0,0 0 0,0 1 0,0-1 0,0 1 0,0-1 0,0 0 0,0 1 0,0-1-1,0 0 1,0 1 0,0-1 0,0 1 0,0-1 0,0 0 0,-1 1 0,1-2 0,-1 1-91,0 0 0,0 0 0,0 0 0,-1 0 0,1 0 0,0 1-1,0-1 1,0 0 0,-1 0 0,1 1 0,0-1 0,-1 1 0,1-1 0,0 1 0,-3-1 0,-10-2-1252,-1 0-1,1 0 1,-1 1 0,0 1-1,1 1 1,-23 1 0,-3 9-5933</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3.542"/>
    </inkml:context>
    <inkml:brush xml:id="br0">
      <inkml:brushProperty name="width" value="0.05" units="cm"/>
      <inkml:brushProperty name="height" value="0.05" units="cm"/>
      <inkml:brushProperty name="color" value="#004F8B"/>
    </inkml:brush>
  </inkml:definitions>
  <inkml:trace contextRef="#ctx0" brushRef="#br0">292 30 10097,'-14'-13'-630,"-1"-3"14610,13 33-9574,-2 129 99,4-86-4368,-2 0-1,-17 99 0,-2-74-1219,-38 102-1,7-54-4188,-3-2-4071,6-28-3658</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4.398"/>
    </inkml:context>
    <inkml:brush xml:id="br0">
      <inkml:brushProperty name="width" value="0.05" units="cm"/>
      <inkml:brushProperty name="height" value="0.05" units="cm"/>
      <inkml:brushProperty name="color" value="#004F8B"/>
    </inkml:brush>
  </inkml:definitions>
  <inkml:trace contextRef="#ctx0" brushRef="#br0">416 161 8961,'-2'-54'4395,"3"42"-2755,-1 0 0,-1 0 1,0 0-1,0 0 1,-1 0-1,-5-16 0,7 28-1480,0 0 0,-1-1-1,1 1 1,0 0 0,0-1-1,0 1 1,0 0 0,0-1-1,-1 1 1,1 0 0,0 0-1,0-1 1,-1 1 0,1 0-1,0 0 1,0-1 0,-1 1-1,1 0 1,0 0 0,-1 0 0,1 0-1,0-1 1,-1 1 0,1 0-1,0 0 1,-1 0 0,1 0-1,0 0 1,-1 0 0,1 0-1,-1 0 1,1 0 0,0 0-1,-1 0 1,1 0 0,0 0-1,-1 0 1,1 0 0,-1 1-1,-16 12 1483,-14 23-1959,30-34 501,-49 68-178,3 3-1,3 1 1,3 3-1,4 1 1,-45 134-1,71-176-5,2 0 0,1 1 0,2 0 0,2 0 0,1 1 0,4 59 0,0-79 0,1-1 0,1 1 0,1-1 0,1 0 0,0-1 0,1 1 0,1-1 0,1 0 0,0 0 0,0-1 0,2 0 0,0-1 0,1 0 0,0-1 0,1 0 0,0 0 0,20 14 0,-8-8-177,1-1 0,1-1 1,0-1-1,1-1 0,1-2 0,0-1 1,34 11-1,-27-15-1460,-1-1-1,2-1 1,35 1 0,49-7-7315,-17-5-3916</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4.932"/>
    </inkml:context>
    <inkml:brush xml:id="br0">
      <inkml:brushProperty name="width" value="0.05" units="cm"/>
      <inkml:brushProperty name="height" value="0.05" units="cm"/>
      <inkml:brushProperty name="color" value="#004F8B"/>
    </inkml:brush>
  </inkml:definitions>
  <inkml:trace contextRef="#ctx0" brushRef="#br0">231 1 13445,'-17'17'740,"12"-13"-386,1 0 0,0 0 0,0 1 1,0-1-1,1 1 0,-1 0 0,1 0 0,-4 11 0,-66 96 7065,71-106-7274,0 1-1,0-1 1,1 0 0,0 1-1,0-1 1,0 1 0,1-1-1,0 1 1,0-1 0,1 1-1,0-1 1,2 8 0,-2-9-57,0 3-82,1 0-1,1 0 0,0 0 0,0 0 0,0-1 0,1 1 1,0-1-1,1 0 0,0 0 0,0-1 0,0 1 0,1-1 1,0 0-1,0 0 0,0-1 0,9 6 0,5 2-440,0-1 0,0-1-1,1-1 1,32 10 0,-38-15 179,0 0 0,1-1 0,0-1 1,0-1-1,0 0 0,0-1 0,0-1 0,0 0 1,0-1-1,0-1 0,17-4 0,-25 4 221,0 0 0,1-1-1,-1 0 1,0 0 0,0-1-1,-1 0 1,1 0 0,-1-1-1,0 0 1,0 0 0,0 0-1,-1-1 1,0 0 0,0-1 0,-1 1-1,1-1 1,-1 0 0,-1 0-1,1-1 1,-1 0 0,5-14-1,-3 5 123,-2 8 105,-1 0 0,0-1 0,-1 0 0,0 0 0,0 0-1,0-18 1,0-41 2444,-2 68-2506,0 0 1,-1 0-1,0-1 1,1 1-1,-1 0 0,0 0 1,1 0-1,-1 0 1,0 0-1,0 0 1,0 0-1,0 0 0,0 1 1,0-1-1,0 0 1,0 0-1,0 1 0,0-1 1,0 1-1,-3-2 856,-2 33 47,2 1 1,0 43-1,3-40-458,-7 128-67,-11 144-387,9-228-132,-35 145 0,-147 316 11,0-130 0,182-393 0,0 0 0,-1 0 0,-1-2 0,-24 26 0,35-40 0,-1 1 0,1-1 0,-1 0 0,1 0 0,-1 1 0,0-1 0,0 0 0,0 0 0,0-1 0,0 1 0,1 0 0,-1-1 0,-1 1 0,1-1 0,0 0 0,0 1 0,0-1 0,0 0 0,0 0 0,0-1 0,0 1 0,0 0 0,0-1 0,0 1 0,0-1 0,0 1 0,0-1 0,0 0 0,0 0 0,1 0 0,-1 0 0,0 0 0,0-1 0,1 1 0,-1 0 0,1-1 0,-1 1 0,1-1 0,0 1 0,0-1 0,0 0 0,-2-2 0,-3-9 3,0-1 1,0 0-1,2 0 0,-1-1 0,2 1 1,0-1-1,1 0 0,0 0 0,1 0 1,1 0-1,0 0 0,4-23 0,4-17-211,2 0 0,19-54-1,-14 62-677,2 2-1,2 0 0,2 1 1,50-78-1,-26 57-2034,3 2-1,70-71 1,-51 71-3205,0 10-3751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5.199"/>
    </inkml:context>
    <inkml:brush xml:id="br0">
      <inkml:brushProperty name="width" value="0.05" units="cm"/>
      <inkml:brushProperty name="height" value="0.05" units="cm"/>
      <inkml:brushProperty name="color" value="#004F8B"/>
    </inkml:brush>
  </inkml:definitions>
  <inkml:trace contextRef="#ctx0" brushRef="#br0">179 44 8921,'6'-6'697,"1"1"0,-1-1 0,2 1-1,-1 1 1,0-1 0,1 1 0,13-5 0,-19 9-456,-1 1 0,1-1 0,0 1-1,-1 0 1,1 0 0,0-1 0,-1 1 0,1 0 0,-1 0-1,1 1 1,-1-1 0,0 0 0,1 0 0,0 2 0,1 0 266,4 3-341,-1 0 0,-1 0 0,1 0 0,-1 1 0,0-1 0,0 1 0,-1 1 0,0-1-1,0 1 1,-1-1 0,0 1 0,0 0 0,-1 0 0,0 1 0,0-1 0,-1 0 0,0 1 0,-1-1-1,1 0 1,-2 1 0,1-1 0,-1 1 0,-3 12 0,1-8-16,-1 0 0,0 0 0,0 0 0,-1-1 0,-1 0 0,0 0 0,0 0 0,-2-1 1,1 0-1,-1 0 0,-1-1 0,0 0 0,0 0 0,-15 10 0,-95 54 1769,12-7-63,134-59-2057,-10-6-210,0-1 0,0-1 1,0 0-1,0-1 1,0 0-1,21-6 1,98-32-5976,-73 18 699,6 2-4805</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5.396"/>
    </inkml:context>
    <inkml:brush xml:id="br0">
      <inkml:brushProperty name="width" value="0.05" units="cm"/>
      <inkml:brushProperty name="height" value="0.05" units="cm"/>
      <inkml:brushProperty name="color" value="#004F8B"/>
    </inkml:brush>
  </inkml:definitions>
  <inkml:trace contextRef="#ctx0" brushRef="#br0">14 115 13541,'-14'-9'4929,"38"3"-2865,-4 3 1088,7-3-2044,16-3-552,-2 0-856,-1 0-408,10 0-660,-7-9-1052,-22 6-1020,12 3-1617,31-6-4016</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5.905"/>
    </inkml:context>
    <inkml:brush xml:id="br0">
      <inkml:brushProperty name="width" value="0.05" units="cm"/>
      <inkml:brushProperty name="height" value="0.05" units="cm"/>
      <inkml:brushProperty name="color" value="#004F8B"/>
    </inkml:brush>
  </inkml:definitions>
  <inkml:trace contextRef="#ctx0" brushRef="#br0">222 1 13081,'0'0'6527,"-2"1"-4416,-2 1-1870,1 0 1,-1 0-1,1 1 1,0-1-1,0 1 1,0-1-1,1 1 0,-1 0 1,1 0-1,-1 0 1,1 1-1,0-1 1,0 0-1,0 1 1,1 0-1,-1-1 1,1 1-1,0 0 1,0 0-1,0-1 1,1 1-1,-1 0 1,1 0-1,0 0 1,0 0-1,0 0 0,2 6 1,0 4-48,0-1 0,2 1 1,0-1-1,0 0 0,1 0 0,11 20 1,-1-1-126,-11-24-193,1-1 1,-1-1 0,1 1 0,1-1-1,-1 0 1,1 0 0,0 0-1,1-1 1,-1 0 0,1 0-1,0-1 1,0 1 0,12 4 0,-11-5-1,0-1 0,0 1 0,0-1 0,1-1 0,-1 1 0,1-2 1,-1 1-1,1-1 0,0 0 0,-1-1 0,1 0 0,0 0 0,-1-1 0,1 0 1,0-1-1,-1 0 0,0 0 0,1 0 0,-1-1 0,0-1 0,0 0 1,14-8-1,-12 5 75,-1 0 1,1-1-1,-2 0 1,1 0 0,-1-1-1,0 0 1,6-11-1,-1 1 405,0 1-1,1 1 0,23-24 1,-35 39 154,21 5 543,-20-2-1004,-1 0 0,0 0-1,1 1 1,-1-1 0,0 0-1,0 1 1,0-1 0,0 1-1,0 0 1,0 0 0,0 0-1,0 0 1,-1 0 0,1 0 0,-1 0-1,0 0 1,1 1 0,-1-1-1,0 0 1,0 1 0,-1-1-1,1 1 1,0-1 0,-1 4-1,4 8 131,-2 0 0,0 1 0,0 16-1,-2 14 235,-2 1-1,-3-1 0,-1 0 1,-18 66-1,-70 169 349,8-80-734,-9-4 0,-198 305 0,286-491-27,-44 62 0,45-65 0,0 0 0,0-1 0,-1 0 0,0 0 0,0 0 0,0-1 0,-13 7 0,20-12 0,-1 1 0,1-1 0,-1 0 0,1 1 0,-1-1 0,1 0 0,-1 1 0,1-1 0,-1 0 0,0 0 0,1 1 0,-1-1 0,1 0 0,-1 0 0,0 0 0,1 0 0,-1 0 0,0 0 0,1 0 0,-1 0 0,1 0 0,-1 0 0,0 0 0,1 0 0,-1 0 0,0-1 0,1 1 0,-1 0 0,1 0 0,-1-1 0,1 1 0,-1-1 0,1 1 0,-1 0 0,1-1 0,-1 1 0,1-1 0,-1 1 0,1-1 0,0 1 0,-1-1 0,1 1 0,0-1 0,-1 1 0,1-1 0,0 0 0,0 1 0,0-1 0,-1 1 0,1-1 0,0 0 0,0 1 0,0-1 0,0 0 0,0 1 0,0-1 0,0 1 0,1-2 0,-1-5 0,1 1 0,0-1 0,0 0 0,1 0 0,2-7 0,35-83-210,92-167 1,-89 194-1136,2 2 0,58-68 0,117-115-6482,-205 236 7161,60-60-5751,3 12-4002</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6.093"/>
    </inkml:context>
    <inkml:brush xml:id="br0">
      <inkml:brushProperty name="width" value="0.05" units="cm"/>
      <inkml:brushProperty name="height" value="0.05" units="cm"/>
      <inkml:brushProperty name="color" value="#004F8B"/>
    </inkml:brush>
  </inkml:definitions>
  <inkml:trace contextRef="#ctx0" brushRef="#br0">292 1 11513,'-2'3'403,"0"0"0,0 0 0,0 0 0,0 0 0,-1 0 0,1-1 0,-1 1 0,0-1 0,1 1 0,-1-1 0,0 0 0,-6 2 0,-13 12 2525,19-13-2382,1 1 0,0-1 0,0 1 0,0 0 1,0-1-1,1 1 0,-1 0 0,1 0 0,0 0 0,-1 7 0,-2 6 473,-46 126 4128,-10-1-4233,16-19-1807,17-43-2746,11-29-1300,10-20-1947,2-7-6540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7.140"/>
    </inkml:context>
    <inkml:brush xml:id="br0">
      <inkml:brushProperty name="width" value="0.05" units="cm"/>
      <inkml:brushProperty name="height" value="0.05" units="cm"/>
      <inkml:brushProperty name="color" value="#004F8B"/>
    </inkml:brush>
  </inkml:definitions>
  <inkml:trace contextRef="#ctx0" brushRef="#br0">1260 61 5412,'6'-3'14787,"-11"-9"-11148,-3-7-1451,8 18-2083,-1 0 0,1 0 0,0 0 0,-1 0 0,1 0-1,-1 0 1,1 0 0,-1 0 0,1 0 0,-1 0 0,0 0-1,1 0 1,-1 0 0,0 0 0,0 0 0,0 1 0,1-1-1,-1 0 1,0 1 0,0-1 0,0 1 0,0-1 0,0 1-1,-1-1 1,1 1 0,0 0 0,0-1 0,0 1 0,0 0-1,-2 0 1,-8-3-326,8 2 1161,2 4-746,-1 10-66,0-1-1,1 1 0,0-1 1,1 1-1,1 0 0,0-1 1,3 13-1,1 27 211,-2 85-6,-6 1 0,-6-1 0,-29 154 0,5-127-368,-8-1 1,-73 190-1,62-214-675,-90 171-1,117-262-52,-3-1 0,-2-1 0,-52 62 0,70-95 483,-1 0 0,0-1 0,0 0 0,-1-1 0,-1 0 0,0-1 0,0-1 0,-1-1-1,0 0 1,-1-1 0,1 0 0,-2-2 0,1 0 0,-27 4 0,24-7-265,0 0 1,0-2-1,0 0 0,0-2 0,0 0 0,0-1 1,-39-11-1,38 7-1105,1-2 0,-1 0 0,1 0-1,-19-14 1,-9-10-6815</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7.841"/>
    </inkml:context>
    <inkml:brush xml:id="br0">
      <inkml:brushProperty name="width" value="0.05" units="cm"/>
      <inkml:brushProperty name="height" value="0.05" units="cm"/>
      <inkml:brushProperty name="color" value="#004F8B"/>
    </inkml:brush>
  </inkml:definitions>
  <inkml:trace contextRef="#ctx0" brushRef="#br0">20 352 3656,'0'0'2861,"0"-3"-2072,-9-34 2770,6 26-2781,1 0 0,-1 0 0,2 0 0,0 0 0,0 0 0,2-18 0,0 18-312,0 0 0,1 0 0,1 0 0,0 0 0,0 1 0,1 0 0,1-1 0,7-12 0,-8 16-367,1 0 0,0 1-1,0 0 1,0 0 0,1 1-1,0-1 1,0 1 0,1 1-1,-1-1 1,1 1 0,0 0-1,12-5 1,-2 2-26,0 1 0,1 1-1,0 0 1,0 2 0,0 0 0,0 0-1,22 2 1,-32 0-60,1 2-1,-1-1 0,0 1 1,0 1-1,1 0 1,-1 0-1,-1 0 1,1 1-1,0 0 1,-1 0-1,1 1 1,-1 0-1,0 1 0,0-1 1,0 1-1,-1 1 1,0-1-1,10 12 1,-13-12-9,1-1 0,-1 1 0,0 0 0,-1 0 0,1 1 0,-1-1 0,0 0-1,0 1 1,-1-1 0,0 1 0,0 0 0,0-1 0,0 1 0,-1 0 0,0 0 0,0-1 0,-1 1 0,0 0 0,-1 6 0,-2 0 4,0 0 0,0 0 0,-1-1 0,-1 1 0,0-1 0,-1 0 0,0-1 0,0 0 0,-1 0-1,-15 14 1,11-11 93,1 0-1,0 0 0,1 1 0,1 1 1,-9 17-1,17-31-99,1 0 0,0 0 0,0 0-1,0 0 1,0-1 0,0 1 0,0 0 0,0 0 0,0 0 0,0 0 0,0-1 0,0 1 0,0 0 0,1 0 0,-1 0-1,0 0 1,1-1 0,-1 1 0,0 0 0,1-1 0,-1 1 0,1 0 0,-1 0 0,1-1 0,0 1 0,-1-1 0,1 1-1,0-1 1,-1 1 0,1-1 0,0 1 0,-1-1 0,1 0 0,0 1 0,0-1 0,0 0 0,-1 1 0,1-1 0,0 0-1,0 0 1,1 0 0,50 9-416,-42-7 241,231 6-7157,-187-8 3045,13 0-3937</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7.994"/>
    </inkml:context>
    <inkml:brush xml:id="br0">
      <inkml:brushProperty name="width" value="0.05" units="cm"/>
      <inkml:brushProperty name="height" value="0.05" units="cm"/>
      <inkml:brushProperty name="color" value="#004F8B"/>
    </inkml:brush>
  </inkml:definitions>
  <inkml:trace contextRef="#ctx0" brushRef="#br0">158 27 5897,'3'-3'1436,"-26"6"-104,6-6-84,1 0 576,-5-6-1108,-2 6-272,3-3-1328,0 3-2636,0 3-1989</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09.950"/>
    </inkml:context>
    <inkml:brush xml:id="br0">
      <inkml:brushProperty name="width" value="0.05" units="cm"/>
      <inkml:brushProperty name="height" value="0.05" units="cm"/>
      <inkml:brushProperty name="color" value="#004F8B"/>
    </inkml:brush>
  </inkml:definitions>
  <inkml:trace contextRef="#ctx0" brushRef="#br0">1 0 14461,'0'0'4377,"0"4"-2092,4 9-1427,0 1 0,1-2 0,1 1 0,0 0 0,0-1 0,2 0 0,8 12 0,1 2 44,16 25 662,74 85 1,-76-98-1336,133 158 217,81 64-378,-210-225-62,40 36-897,4-3 1,133 90-1,-8-42-4267,-134-83-128,79 24 0,-61-29-6095</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10.158"/>
    </inkml:context>
    <inkml:brush xml:id="br0">
      <inkml:brushProperty name="width" value="0.05" units="cm"/>
      <inkml:brushProperty name="height" value="0.05" units="cm"/>
      <inkml:brushProperty name="color" value="#004F8B"/>
    </inkml:brush>
  </inkml:definitions>
  <inkml:trace contextRef="#ctx0" brushRef="#br0">590 50 11721,'-8'-14'1004,"7"11"-654,0 0 0,-1 0 0,1 0 0,-1 0 0,0 0 0,0 1 0,0-1 0,0 1 0,0-1 0,-1 1 1,-4-4-1,5 10 2869,-2 19-1586,1 21 360,-16 146 3318,-27 95-2161,-164 461-2530,97-369-2452,94-311 659,-66 245-4514,46-104-3723,24-89-2356</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11.030"/>
    </inkml:context>
    <inkml:brush xml:id="br0">
      <inkml:brushProperty name="width" value="0.05" units="cm"/>
      <inkml:brushProperty name="height" value="0.05" units="cm"/>
      <inkml:brushProperty name="color" value="#004F8B"/>
    </inkml:brush>
  </inkml:definitions>
  <inkml:trace contextRef="#ctx0" brushRef="#br0">27 123 5817,'-27'3'7656,"30"-4"-6605,58-13-155,-1 3 0,1 3 0,98-1-1,-51 3-578,1319-60 940,-934 58-1067,82 5-50,76 6-15,71 7-27,69 10-30,60 5-31,3098 147-84,-1 68 86,-3084-183-58,1356 86 53,-4-25-295,-1475-87-102,-52-3-171,-58-12-156,2088-26-5043,-2123-8 3897,-124 4-3173,-338 12 2073</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45.113"/>
    </inkml:context>
    <inkml:brush xml:id="br0">
      <inkml:brushProperty name="width" value="0.05" units="cm"/>
      <inkml:brushProperty name="height" value="0.05" units="cm"/>
      <inkml:brushProperty name="color" value="#004F8B"/>
    </inkml:brush>
  </inkml:definitions>
  <inkml:trace contextRef="#ctx0" brushRef="#br0">4 507 12745,'-2'-16'888,"1"0"0,0-1 0,1 1-1,1 0 1,1-1 0,6-27 0,2-25 2492,-9 58-2998,1 1-1,0 0 1,0-1 0,1 1-1,0 0 1,1 1 0,1-1 0,-1 1-1,1 0 1,11-15 0,-6 12-74,0 0 1,0 1-1,2 0 1,-1 1 0,1 1-1,23-15 1,-12 11-99,0 1 1,1 2-1,0 0 1,1 1-1,0 2 1,0 0-1,1 2 1,38-3-1,-36 6-100,-1 2-1,1 0 1,0 2-1,-1 1 1,1 2-1,-1 0 1,0 2-1,-1 1 1,0 1-1,27 14 1,-37-16-76,-2 1-1,1 1 1,-1 1 0,0 0 0,-1 0 0,-1 1-1,1 1 1,-2 0 0,0 1 0,0 0 0,-1 1-1,-1 0 1,0 1 0,-1 0 0,0 0 0,-2 0-1,9 29 1,-11-31-25,-2 0 1,0 0-1,0 1 0,-1-1 0,-1 1 0,0-1 0,-1 1 0,-1-1 0,-3 19 1,-1-12-2,0 0 1,-1 0 0,-1-1 0,-1 0 0,-16 25 0,-10 5 2,-1-1 1,-3-2-1,-54 51 1,-207 163 17,-27 28 100,320-280-127,0 0-1,0 0 1,0 0 0,1 1 0,1-1-1,-6 12 1,11-20-2,-1 1 0,1 0 0,0 0 0,-1 0 0,1 0 0,0 0 0,0-1 0,0 1 0,0 0 0,0 0 0,0 0 0,0 0 0,0 0 0,0 0 0,1 0 0,-1-1 0,0 1 0,0 0 0,1 0 0,-1 0 0,1-1 0,-1 1 0,1 0 0,0 1 0,1 0 0,0 0 0,0-1 0,0 1 0,0-1 0,0 1 0,0-1 0,0 0 0,5 2 0,48 10 0,-55-13 0,35 5 2,0-3 1,0-1-1,50-4 1,107-22-366,-160 20 193,51-7-520,383-75-4716,-214 7-304,-92 6-3090,-88 32 146</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45.490"/>
    </inkml:context>
    <inkml:brush xml:id="br0">
      <inkml:brushProperty name="width" value="0.05" units="cm"/>
      <inkml:brushProperty name="height" value="0.05" units="cm"/>
      <inkml:brushProperty name="color" value="#004F8B"/>
    </inkml:brush>
  </inkml:definitions>
  <inkml:trace contextRef="#ctx0" brushRef="#br0">1423 0 13685,'-41'14'825,"11"-4"147,1 0 0,1 2 1,0 1-1,-35 23 0,7 2 1010,2 3 0,2 3-1,2 1 1,-52 61 0,-160 223 1405,126-143-3333,-114 206 1,211-321-56,2 3-1,4 0 1,3 2 0,4 2 0,3 0-1,-20 120 1,38-158 1,2-1 0,1 1 0,2 0 0,1 0 0,3 0 0,1-1 0,2 0 0,1 0 0,3 0 0,1-1 0,1-1 0,2 0 0,2-1 0,2-1 0,0 0 0,3-1 0,1-2 0,1 0 0,39 39 0,-28-38-9,2-1-1,1-1 1,1-3-1,1-1 1,84 41-1,-64-42 46,2-2-1,0-3 0,119 24 0,-62-28-309,0-5 1,1-5-1,0-5 0,171-19 1,-177 5-270,-1-5 1,-1-5 0,-1-5-1,-1-5 1,163-70-1,-209 71 370,-1-2 0,-2-4 0,-1-2 0,55-47 0,-73 50 149,-2-1 0,-1-3-1,-3-1 1,-1-1 0,53-86 0,-68 91 78,-1 0 0,-2 0 0,-1-2 0,-3 0-1,-1-1 1,8-48 0,-12 37 53,-2-1-1,-3 0 0,-2 0 1,-8-81-1,-2 68 9,-3 0-1,-2 1 0,-3 0 1,-4 1-1,-1 1 1,-4 2-1,-2 0 0,-48-75 1,23 58-55,-4 2 1,-3 2 0,-3 3 0,-3 3 0,-3 3 0,-3 3-1,-2 4 1,-3 2 0,-152-80 0,199 119-428,-1 2 1,0 1-1,-1 2 1,0 1 0,-40-7-1,56 14-250,0 2 0,0 0-1,0 0 1,0 2 0,-23 3 0,28-2-387,1 0-1,-1 1 1,1 1 0,0-1 0,0 2 0,0-1 0,0 1-1,-16 12 1,14-7-2943,0 1 0,-14 16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49.710"/>
    </inkml:context>
    <inkml:brush xml:id="br0">
      <inkml:brushProperty name="width" value="0.05" units="cm"/>
      <inkml:brushProperty name="height" value="0.05" units="cm"/>
      <inkml:brushProperty name="color" value="#004F8B"/>
    </inkml:brush>
  </inkml:definitions>
  <inkml:trace contextRef="#ctx0" brushRef="#br0">98 0 30152,'0'10774'0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53.871"/>
    </inkml:context>
    <inkml:brush xml:id="br0">
      <inkml:brushProperty name="width" value="0.05" units="cm"/>
      <inkml:brushProperty name="height" value="0.05" units="cm"/>
      <inkml:brushProperty name="color" value="#004F8B"/>
    </inkml:brush>
  </inkml:definitions>
  <inkml:trace contextRef="#ctx0" brushRef="#br0">0 35 27457,'13290'0'0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57.353"/>
    </inkml:context>
    <inkml:brush xml:id="br0">
      <inkml:brushProperty name="width" value="0.05" units="cm"/>
      <inkml:brushProperty name="height" value="0.05" units="cm"/>
      <inkml:brushProperty name="color" value="#004F8B"/>
    </inkml:brush>
  </inkml:definitions>
  <inkml:trace contextRef="#ctx0" brushRef="#br0">553 1 5529,'-10'15'17867,"11"-15"-17700,6 22 7102,0-6-10008,1-6 2853,1 1 0,0-1-1,0 0 1,1-1 0,0 0-1,1 0 1,0-1 0,17 9 0,-9-4-12,23 13-18,71 32 1,-54-30-254,89 33-523,-95-42-86,58 31 1,-107-48 729,1 0 0,0 1 0,-1-1 0,0 1 0,0 0 0,0 0 0,0 1 0,0-1 0,-1 1 0,1 0 0,-1 0 0,0 0 0,0 0 0,0 1 0,-1-1 0,0 1 0,0 0 0,0 0 1,0-1-1,-1 1 0,0 0 0,0 0 0,0 0 0,0 1 0,-1-1 0,0 0 0,0 0 0,0 0 0,-1 0 0,0 0 0,0 0 0,-3 10 0,-3 4 3,-1-1-1,-1 0 1,0-1 0,-2 0 0,0 0 0,0-1-1,-18 18 1,-107 100-153,136-134 197,-528 435-631,320-272-1645,4 5-3443,144-113 541,18-10-2857</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58.614"/>
    </inkml:context>
    <inkml:brush xml:id="br0">
      <inkml:brushProperty name="width" value="0.05" units="cm"/>
      <inkml:brushProperty name="height" value="0.05" units="cm"/>
      <inkml:brushProperty name="color" value="#004F8B"/>
    </inkml:brush>
  </inkml:definitions>
  <inkml:trace contextRef="#ctx0" brushRef="#br0">164 799 10309,'-1'0'225,"1"1"0,-1 0 0,1-1-1,-1 1 1,1-1 0,-1 1 0,0-1 0,1 1 0,-1-1 0,0 0 0,1 1-1,-1-1 1,0 0 0,1 0 0,-1 1 0,0-1 0,0 0 0,0 0 0,1 0-1,-1 0 1,-1 0 0,-30 0 4523,-28-7 1700,24 6-2797,19 2-1430,14-21-1778,3 18-443,0 1 0,1-1 0,-1 1 0,0-1 0,0 1 0,1-1 0,-1 1 0,1-1 0,-1 1 0,1-1 0,0 1 0,0 0 0,-1-1 0,1 1 0,0 0 0,0 0 0,0 0 0,0 0 0,2-2 0,26-17 0,-19 14 0,44-27 0,2 3 0,85-33 0,-82 38 0,0-2 0,68-44 0,-78 38 0,-1-3 0,86-83 0,-113 97 0,0-2 0,-1 0 0,-2-2 0,-1 0 0,0 0 0,-2-2 0,16-40 0,-30 66 0,0 0 0,-1 0 0,1 0 0,0 0 0,-1 0 0,1 0 0,-1 0 0,0 0 0,0 0 0,1 0 0,-1 0 0,-1 0 0,1 0 0,0-1 0,-1-1 0,0 3 0,1 0 0,0 1 0,-1-1 0,1 1 0,-1-1 0,0 1 0,1 0 0,-1-1 0,1 1 0,-1-1 0,0 1 0,1 0 0,-1-1 0,0 1 0,1 0 0,-1 0 0,0 0 0,1 0 0,-1-1 0,0 1 0,1 0 0,-1 0 0,0 0 0,0 1 0,1-1 0,-1 0 0,0 0 0,0 0 0,-7 2 0,1 1 0,0 0 0,0 0 0,1 0 0,-1 1 0,-8 6 0,1 0 0,1 1 0,0 0 0,1 1 0,0 1 0,-11 15 0,-46 74 0,57-84 0,-18 31 0,2 2 0,3 0 0,1 2 0,3 1 0,2 1 0,3 0 0,2 1 0,3 1 0,2 0 0,2 1 0,3-1 0,3 1 0,10 104 0,25 39 0,-19-120 0,10 136 0,-25-207 0,0 1 0,0-1 0,-2 1 0,1-1 0,-1 1 0,-1-1 0,0 0 0,0 0 0,-6 12 0,6-17 0,0 0 0,0 1 0,0-1 0,-1 0 0,0 0 0,0-1 0,-1 1 0,1-1 0,-1 0 0,0 0 0,0-1 0,0 1 0,0-1 0,-1 0 0,1-1 0,-1 1 0,-6 1 0,-6 0 0,0 0 0,-1-1 0,1-1 0,0-1 0,-1 0 0,1-2 0,-1 0 0,1-1 0,0-1 0,0 0 0,0-2 0,0 0 0,1-1 0,0-1 0,0 0 0,-30-19 0,41 23-4,1-1 0,0 1 0,1-2 0,-1 1 0,1 0 0,-1-1 0,1 0 0,1 0 0,-1 0 1,1 0-1,0 0 0,0-1 0,0 0 0,1 1 0,0-1 0,0 0 0,0 0 0,1 0 0,0-1 0,0 1 0,1 0 0,-1 0 0,1-1 0,1 1 0,-1 0 0,1 0 0,0 0 0,1 0 1,-1 0-1,1 0 0,0 0 0,1 0 0,-1 0 0,1 1 0,0-1 0,1 1 0,4-6 0,3-2-59,0 0 0,1 1 0,0 0 1,1 1-1,0 1 0,1 0 0,0 0 0,1 2 0,0-1 1,18-6-1,13-3-35,1 2 1,56-13-1,217-33 118,-250 54 331,1 2 0,113 7 0,-162 1-344,-1 0 0,1 1 1,0 2-1,-1 0 1,0 1-1,0 2 1,-1 0-1,21 11 0,-35-16-7,1 1 0,-1 0 0,0 0 0,0 1-1,-1-1 1,1 1 0,-1 0 0,0 1 0,-1-1-1,1 1 1,-1 0 0,0 0 0,0 1 0,-1-1-1,0 1 1,0 0 0,-1 0 0,1 0 0,-2 0 0,1 0-1,-1 0 1,0 0 0,0 1 0,-1-1 0,0 0-1,0 1 1,-2 10 0,-2 0-105,1-1-1,-2 1 1,-1-1 0,0 1-1,-1-2 1,-1 1 0,-10 17-1,-30 32-3174,-10-4-3559,37-40-255,12-5-4633</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58.770"/>
    </inkml:context>
    <inkml:brush xml:id="br0">
      <inkml:brushProperty name="width" value="0.05" units="cm"/>
      <inkml:brushProperty name="height" value="0.05" units="cm"/>
      <inkml:brushProperty name="color" value="#004F8B"/>
    </inkml:brush>
  </inkml:definitions>
  <inkml:trace contextRef="#ctx0" brushRef="#br0">0 22 9841,'7'-21'8273,"7"33"-8505,12 18-692,-2-6-489,-1 6-683,-3 4-1800,4 11-2673</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59.324"/>
    </inkml:context>
    <inkml:brush xml:id="br0">
      <inkml:brushProperty name="width" value="0.05" units="cm"/>
      <inkml:brushProperty name="height" value="0.05" units="cm"/>
      <inkml:brushProperty name="color" value="#004F8B"/>
    </inkml:brush>
  </inkml:definitions>
  <inkml:trace contextRef="#ctx0" brushRef="#br0">1 55 9213,'60'-36'2356,"-55"33"-1846,1 0-1,-1 1 1,0 0-1,0 0 1,1 0 0,0 1-1,-1-1 1,1 2 0,-1-1-1,1 0 1,0 1-1,0 0 1,-1 1 0,10 1-1,-7-2-234,0 2-140,0-1 0,0 1 0,0 0 0,0 1 0,-1 0-1,0 0 1,1 0 0,-1 1 0,0 0 0,-1 1 0,1 0-1,-1 0 1,0 0 0,0 0 0,0 1 0,-1 0-1,0 1 1,0-1 0,5 9 0,-3-3-64,-1 1 0,0-1-1,0 1 1,-2 0 0,1 0 0,-2 1 0,0-1 0,0 1-1,-1 0 1,0 20 0,-1 1-5,-2-1 1,-1 1-1,-1-1 0,-2 0 0,-12 43 0,2-17-23,13-47-50,-1-1 0,0 1 0,-1-1 0,0 0 0,-1 0 0,-1 0 0,1-1 0,-10 13 0,-6 7-16,15-21 9,0 0 0,-2-1-1,1 1 1,-1-1 0,-11 9 0,-46 35-155,64-52 165,0 0 0,0 0-1,0 0 1,0 0 0,0 0 0,0 1-1,0-1 1,1 0 0,-1 1-1,0-1 1,1 1 0,-1-1 0,1 2-1,-4 5-34,79-34 7,-25 8 11,52-24-1,-31 7 104,86-59 0,-151 91-66,0 0 0,0 0 0,0 1-1,1-1 1,-1 1 0,0 1 0,1-1 0,0 1-1,-1 0 1,1 1 0,0 0 0,-1 0 0,1 0-1,7 2 1,-1-1-2,-1-1-1,0 0 0,0-1 0,19-3 0,9-7-5,0-1-1,-1-2 1,37-20-1,108-66 15,-8 5 2,-27 14 283,-146 80 1031,-5 1-1216,1 1 0,-1 0 0,1-1 0,0 1 0,-1 0 1,1 0-1,0 0 0,0 0 0,0 0 0,0 0 1,0 0-1,-2 2 0,-1 2 154,-19 19 269,0 0-1,2 2 1,1 0 0,2 1 0,0 1 0,2 1-1,-16 37 1,29-58-491,0 1 1,1-1-1,0 1 0,0-1 0,1 1 0,0 0 0,1 0 1,0-1-1,0 1 0,1 0 0,0 0 0,0-1 1,1 1-1,0-1 0,1 1 0,0-1 0,5 11 0,-2-8-255,1 0-1,0 0 1,1-1-1,0 0 1,1 0-1,0 0 1,0-1-1,1-1 1,0 0-1,0 0 1,14 7-1,20 8-2120,0-1 0,62 20 0,31 4-5931,-128-43 7517,111 33-10182</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1:59.482"/>
    </inkml:context>
    <inkml:brush xml:id="br0">
      <inkml:brushProperty name="width" value="0.05" units="cm"/>
      <inkml:brushProperty name="height" value="0.05" units="cm"/>
      <inkml:brushProperty name="color" value="#004F8B"/>
    </inkml:brush>
  </inkml:definitions>
  <inkml:trace contextRef="#ctx0" brushRef="#br0">188 239 13833,'-111'-93'3665,"94"60"-229,-3 2-344,14 19-428,-1-3-507,-3-6 1011,3 6-2416,-3-3-752,20 30-1704,0 3-636,-16 9-4797,2 15 752,-6-5-5832</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3.277"/>
    </inkml:context>
    <inkml:brush xml:id="br0">
      <inkml:brushProperty name="width" value="0.05" units="cm"/>
      <inkml:brushProperty name="height" value="0.05" units="cm"/>
      <inkml:brushProperty name="color" value="#004F8B"/>
    </inkml:brush>
  </inkml:definitions>
  <inkml:trace contextRef="#ctx0" brushRef="#br0">818 276 5436,'0'0'71,"-1"0"-1,1 1 0,0-1 0,-1 0 0,1 0 1,0 0-1,-1 0 0,1 1 0,0-1 0,-1 0 0,1 0 1,-1 0-1,1 0 0,0 0 0,-1 0 0,1 0 0,-1 0 1,1 0-1,0 0 0,-1-1 0,1 1 0,-1 0 0,1 0 1,0 0-1,-1 0 0,1 0 0,0-1 0,-1 1 0,1 0 1,0 0-1,-1-1 0,1 1 0,0 0 0,-1-1 0,1 1 1,0 0-1,0-1 0,-1 1 0,-1-22 1783,3 16-1103,0 0 0,0 0 0,0 0 0,1 0-1,4-9 1,-4 10-95,0 0 1,-1 0-1,1 0 0,-1 0 0,1-10 0,2-5 455,-1 8-526,0 5 66,-1 0-1,0-1 0,0 0 1,-1 1-1,0-1 0,0 0 1,-1 0-1,0 0 1,0 0-1,-1 1 0,-2-15 1,2 21-518,1-1 0,-1 0 0,0 1 0,0-1 0,0 1 0,0-1 0,0 1 0,0-1 0,0 1 0,-1 0 0,1 0 0,0-1 0,-1 1 0,1 0 0,-1 0 0,1 0 0,-1 1 0,1-1 0,-1 0 0,0 1 0,1-1 0,-1 1 1,0-1-1,0 1 0,0 0 0,1-1 0,-1 1 0,0 0 0,0 0 0,1 1 0,-1-1 0,-3 1 0,-9 1-26,1 1 1,-1 0-1,-16 6 1,17-5-66,-104 38-41,-155 77 0,238-103-231,1 3 0,0 1 0,-33 27 0,46-31-1981,-32 35 1,40-36-586,0 0 1,1 1-1,-10 17 0,0 7-10452</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3.506"/>
    </inkml:context>
    <inkml:brush xml:id="br0">
      <inkml:brushProperty name="width" value="0.05" units="cm"/>
      <inkml:brushProperty name="height" value="0.05" units="cm"/>
      <inkml:brushProperty name="color" value="#004F8B"/>
    </inkml:brush>
  </inkml:definitions>
  <inkml:trace contextRef="#ctx0" brushRef="#br0">0 1 17070,'28'11'2303,"0"-2"0,1 0 0,48 7 0,-36-8 706,45 15 0,-46-9-2997,0 2 1,-2 2 0,0 2-1,0 1 1,-2 2 0,-1 1-1,-1 2 1,-1 1 0,-2 2-1,0 1 1,-2 1 0,34 48-1,-53-64-859,-1 0 0,-1 1-1,7 18 1,28 97-10026,-35-104 8129,15 52-9730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0.505"/>
    </inkml:context>
    <inkml:brush xml:id="br0">
      <inkml:brushProperty name="width" value="0.05" units="cm"/>
      <inkml:brushProperty name="height" value="0.05" units="cm"/>
      <inkml:brushProperty name="color" value="#004F8B"/>
    </inkml:brush>
  </inkml:definitions>
  <inkml:trace contextRef="#ctx0" brushRef="#br0">211 695 14913,'-51'-40'3300,"49"39"-2938,0-1 0,0 0-1,0 1 1,0-1 0,1 0 0,-1 0-1,1 0 1,-1 0 0,1-1 0,0 1-1,0 0 1,0 0 0,0-1 0,-1-4 0,-4-8 7770,-12 36-7137,9-8-995,1 2 0,0-1 0,1 1 0,1 0 0,1 1 0,0-1 0,-5 30 0,3-17 0,-7 36 0,-8 108 0,12 47 0,9-169 0,1 1 0,3-1 0,2 0 0,2 0 0,25 88 0,-25-120 0,1 0 0,0-1 0,1 0 0,1 0 0,1-1 0,0 0 0,26 27 0,-35-41 0,1 0 0,-1 0 0,1 0 0,-1-1 0,1 1 0,0-1 0,0 1 0,-1-1 0,1 0 0,0 0 0,0 0 0,0-1 0,0 1 0,1-1 0,-1 0 0,0 1 0,0-1 0,0 0 0,6-2 0,-4 2 0,0-1 0,0-1 0,-1 1 0,1-1 0,0 1 0,-1-1 0,1-1 0,-1 1 0,1-1 0,-1 1 0,4-4 0,-3 0 0,1 0 0,-1-1 0,0 0 1,-1 1-1,0-1 0,0-1 0,0 1 0,-1-1 0,0 1 0,0-1 1,-1 0-1,0 0 0,1-15 0,0 0-6,-2 1-1,-1-1 1,-4-40 0,-45-182-765,30 166 276,-15-128 1,30 152 221,3-1 1,2 1 0,2 0 0,3 0-1,2 0 1,28-100 0,-26 124 181,1 1 1,2 1-1,0 0 0,2 0 1,2 1-1,0 1 0,2 1 1,1 1-1,0 0 0,2 2 1,1 0-1,1 2 0,32-24 1,-24 25 88,0 1 0,1 1 0,1 2 0,0 1 0,1 2 0,0 2 0,1 0 0,61-7 0,-84 16 97,0 0 0,0 1 0,0 1 0,0 0 0,0 1 0,0 1 0,0 0 0,0 0 0,-1 1 0,1 1 0,-1 0 0,0 1 0,0 0 0,0 1 0,-1 0 0,0 1 0,0 0 0,-1 1 0,1 0 0,-2 1 0,1 0 0,-1 0 0,-1 1 0,0 0 0,0 1 0,-1 0 0,0 0 0,-1 0 0,0 1 0,-1 0 0,7 21 0,-4-3 121,-1 1-1,-2 0 1,0 0-1,-3 1 1,0-1-1,-2 0 1,-1 1-1,-9 51 0,-4-8-216,-4-2 0,-39 106 0,-148 295 1,-35-18 0,232-441-12,-148 291 59,134-256-136,3 0 0,2 1 0,2 1 0,-11 70 0,24-107-83,1 0 0,0 0 1,1 0-1,1 1 0,0-1 1,1 0-1,0-1 0,1 1 0,8 22 1,-7-28-11,0-1 0,0 1 0,1-1 1,0 0-1,0 0 0,1-1 0,0 0 1,0 1-1,0-2 0,1 1 0,1-1 1,-1 0-1,1-1 0,0 0 0,0 0 1,11 5-1,-7-6-36,1 0 1,-1 0 0,1-1-1,0-1 1,0 0-1,0 0 1,0-2 0,0 0-1,0 0 1,0-1-1,0 0 1,0-2 0,0 1-1,22-9 1,-16 5-14,1-2-1,-1-1 1,-1 0-1,0-1 1,0-1 0,-1-1-1,0 0 1,25-25 0,-36 31 198,0 0 1,-1-1-1,1 1 1,-1-1 0,-1 0-1,1-1 1,-1 1-1,-1-1 1,1 0 0,-1 1-1,0-2 1,-1 1-1,0 0 1,0 0 0,-1-1-1,0 1 1,-1-1-1,0 1 1,0-1 0,0 1-1,-1-1 1,-1 1-1,1 0 1,-1-1 0,-1 1-1,0 0 1,0 0-1,0 1 1,-8-14 0,-13-16 292,-56-66 1,52 71-31,2-2-1,-27-45 1,50 74-213,0 0 1,1 0-1,0 0 1,0-1-1,0 1 1,0-1-1,1 0 1,0 1-1,0-1 1,1 0-1,-1 1 1,1-1-1,0 0 1,1 0-1,0 0 1,-1 1-1,3-8 1,1 4-80,0 1 0,0 0 0,0-1 0,1 1 0,0 1 0,1-1 0,0 1 0,0 0 0,13-12 0,33-24-2983,84-55 0,-131 95 2804,75-45-4813,20 2-2717</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1.545"/>
    </inkml:context>
    <inkml:brush xml:id="br0">
      <inkml:brushProperty name="width" value="0.05" units="cm"/>
      <inkml:brushProperty name="height" value="0.05" units="cm"/>
      <inkml:brushProperty name="color" value="#004F8B"/>
    </inkml:brush>
  </inkml:definitions>
  <inkml:trace contextRef="#ctx0" brushRef="#br0">123 260 10353,'8'-30'1478,"1"0"1,16-34-1,-19 48-30,-1 0-1,6-32 1,1-4 2636,-11 49-1820,-5 10-1163,-7 12-451,2 1 0,1-1 0,-11 38 0,-12 76-233,12-50-69,-78 398-1776,97-477 1371,-1 0 0,1 1 0,0-1 1,0 0-1,0 1 0,0-1 0,1 0 1,0 0-1,0 1 0,3 7 1,-4-12 53,0 0 0,0 0 1,0 0-1,0 1 0,0-1 1,0 0-1,0 0 1,0 0-1,0 0 0,0 0 1,0 0-1,1 1 0,-1-1 1,0 0-1,0 0 1,0 0-1,0 0 0,0 0 1,0 0-1,0 0 0,1 0 1,-1 0-1,0 1 1,0-1-1,0 0 0,0 0 1,0 0-1,0 0 0,1 0 1,-1 0-1,0 0 0,0 0 1,0 0-1,0 0 1,0 0-1,1 0 0,-1 0 1,0 0-1,0 0 0,0 0 1,0 0-1,0 0 1,1 0-1,-1-1 0,0 1 1,0 0-1,0 0 0,0 0 1,0 0-1,1 0 1,11-4-29,0 0 0,0-1 1,0-1-1,-1 0 1,0 0-1,0-1 0,0-1 1,14-13-1,12-11-39,-25 20 183,0 1-1,0 1 0,1 0 1,0 1-1,1 1 1,22-11-1,-33 18-86,1 0 1,0 0-1,-1 1 1,1 0-1,0-1 1,-1 1-1,1 1 0,0-1 1,-1 1-1,1-1 1,0 1-1,-1 0 1,1 0-1,-1 0 1,1 1-1,-1 0 0,0-1 1,0 1-1,1 0 1,-1 0-1,-1 1 1,1-1-1,0 1 1,0-1-1,3 6 0,7 7 36,-2 1 0,0 0-1,15 27 1,-23-36-44,25 45 78,-19-30-145,2-2 0,0 0 0,2 0-1,0-1 1,1 0 0,0-1 0,20 18 0,-23-29-8,-1-1 1,1 0 0,0-1-1,1 0 1,-1 0-1,1-1 1,0-1 0,13 3-1,16 5-72,-32-7 96,0 1 1,0 0-1,0 1 0,0 0 1,-1 0-1,12 12 0,-12-11-8,1 1 1,0-1-1,0-1 0,0 0 0,18 8 0,-24-12 31,0-1 1,0-1-1,0 1 1,0 0 0,1-1-1,-1 0 1,0 0-1,0 0 1,1 0-1,-1 0 1,0 0-1,0-1 1,1 0 0,-1 0-1,0 0 1,0 0-1,0 0 1,0 0-1,0-1 1,0 1 0,-1-1-1,1 0 1,4-4-1,-3 3 7,-1-1 0,1 0 0,-1 0 0,0 0 0,0 0 0,0 0 0,-1 0 0,0-1 1,1 1-1,-2-1 0,1 1 0,0-1 0,-1 0 0,0 0 0,0 0 0,-1 0 0,1 0 0,-1 0 0,0 0 0,0 0 0,-2-8 0,0 0-81,0 1 1,-1-1-1,-1 1 1,0 0-1,-1 0 0,0 0 1,-9-14-1,4 9-507,5 8-403,-1-1 0,0 1 0,-1 0-1,1 0 1,-13-11 0,18 19 661,0 1 0,0-1 1,0 1-1,0 0 0,0-1 0,0 1 0,0 0 0,0-1 0,0 1 0,0 0 0,-1 0 1,1 0-1,0 0 0,0 0 0,0 0 0,0 1 0,0-1 0,0 0 0,-1 1 1,-2-1-1354,-19 3-7214</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1.998"/>
    </inkml:context>
    <inkml:brush xml:id="br0">
      <inkml:brushProperty name="width" value="0.05" units="cm"/>
      <inkml:brushProperty name="height" value="0.05" units="cm"/>
      <inkml:brushProperty name="color" value="#004F8B"/>
    </inkml:brush>
  </inkml:definitions>
  <inkml:trace contextRef="#ctx0" brushRef="#br0">10 167 12849,'0'0'4238,"0"2"-2328,-2 5-1367,1 0-1,-1 0 1,2 0-1,-1 0 1,1 0-1,0 0 1,0 0-1,2 8 1,1 8-38,-1 1 0,-1-1 0,-1 0 1,-1 1-1,-8 44 0,7-64-258,25-10-1423,-17 4 979,0-1 0,0 1 0,-1-1 1,1 0-1,-1-1 0,0 1 1,0-1-1,0 0 0,8-9 0,-7 6-173,1 1 1,-1 1-1,2-1 0,12-7 0,46-19-3108,75-24-1,-135 52 3731,1 0 0,-1 0 0,0-1 0,-1 0 1,1 0-1,-1 0 0,0-1 0,0 0 0,0 0 0,-1 0 0,0 0 0,0-1 0,-1 0 1,0 1-1,3-9 0,26-117 4855,-27 118-4140,2 1 415,8 27-703,1 9-525,-1 1-1,-1 0 1,-1 1-1,-1 1 0,-1 0 1,12 45-1,-22-62-157,0 1-1,-1 0 1,0-1 0,0 1-1,-1-1 1,-1 1-1,0-1 1,0 1 0,0-1-1,-1 0 1,-1 0-1,-8 16 1,9-17-198,-2 0 1,1 0 0,-1-1-1,0 1 1,-1-1-1,0 0 1,0-1-1,0 1 1,-1-1-1,0 0 1,0-1-1,-1 0 1,1 0-1,-1-1 1,0 1 0,-1-2-1,-11 5 1,-10 0-1732,-1 0 0,0-2 1,-52 3-1,27-3-2700,-18 7-4787</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1.290"/>
    </inkml:context>
    <inkml:brush xml:id="br0">
      <inkml:brushProperty name="width" value="0.05" units="cm"/>
      <inkml:brushProperty name="height" value="0.05" units="cm"/>
      <inkml:brushProperty name="color" value="#004F8B"/>
    </inkml:brush>
  </inkml:definitions>
  <inkml:trace contextRef="#ctx0" brushRef="#br0">85 181 6013,'0'0'65,"1"0"0,0 0 0,-1 0 0,1 0 0,0 0 0,-1 0 0,1 0 0,0 0 0,-1 0 0,1 0 0,0 0 0,-1-1 0,1 1 0,-1 0 0,1-1 0,0 1 0,-1 0 1,1-1-1,-1 1 0,1-1 0,-1 1 0,1-1 0,-1 1 0,1-1 0,-1 1 0,0-1 0,1 1 0,-1-1 0,0 1 0,1-1 0,-1 0 0,0 1 0,0-1 0,0 0 0,1 1 1,-1-1-1,0 0 0,0 1 0,0-1 0,0 0 0,0 1 0,0-1 0,0 0 0,-1 1 0,1-1 0,0 0 0,0 0 27,0 0 1,0 1-1,0-1 0,0 0 0,0 1 0,0-1 0,0 0 1,0 1-1,1-1 0,-1 1 0,0-1 0,0 0 0,1 1 1,-1-1-1,0 1 0,1-1 0,-1 1 0,0-1 0,1 1 1,-1-1-1,1 1 0,-1-1 0,1 1 0,-1 0 0,1-1 1,-1 1-1,1 0 0,0-1 0,-1 1 0,2 0 0,-1-1 35,0 1 0,0-1 0,0 1-1,-1-1 1,1 1 0,0-1 0,0 1-1,0-1 1,-1 0 0,1 1 0,0-1-1,-1 0 1,1 0 0,-1 0-1,1 1 1,0-3 0,30-96 6232,-30 96-5607,-2 1-18,-10-26 684,8 29-1173,1-1 1,0 0-1,-1 1 0,1 0 0,0 0 0,-1-1 0,1 1 0,0 1 0,0-1 0,0 0 0,-4 3 0,-1 2-16,0 0 1,1 0 0,0 1-1,0 0 1,1 0-1,-1 0 1,2 0 0,-1 1-1,-4 12 1,-4 9 180,-10 39 1,18-48-303,1 0 1,1 1 0,1-1 0,0 1-1,2 24 1,-1 21-73,1-58-97,0-1 1,0 0 0,0 1-1,1-1 1,0 0 0,0 0-1,5 14 1,-5-19 28,0 0 1,0 0-1,0 0 1,0-1-1,0 1 0,0 0 1,1-1-1,-1 1 1,0-1-1,1 0 0,-1 1 1,1-1-1,0 0 1,-1 0-1,1 0 0,0 0 1,0 0-1,0 0 1,0-1-1,0 1 0,-1-1 1,1 1-1,0-1 1,0 0-1,0 1 0,0-1 1,0 0-1,0 0 1,0-1-1,0 1 0,0 0 1,0-1-1,0 1 1,3-2-1,3 0-17,0-1 0,-1-1 0,1 0 0,-1 0 0,1 0 0,-1-1 0,0 0 0,-1 0 0,9-9 0,-2 1-4,0-1-1,-2 0 1,13-19 0,-6 3 349,19-47 0,-1 2 776,-34 72-962,-3 11-65,0 0 0,0 0 0,-1 0 0,-3 10 0,-3 11-46,1 12-1262,-1 53-1,-6 29-3735,12-115 4402,1 0 1,0 0 0,0 0-1,0 1 1,1-1 0,0 0-1,1 0 1,0 0 0,0 0-1,0 0 1,1 0 0,1 0-1,-1 0 1,1-1 0,1 1-1,5 10 1,-7-15 159,3-4 525,0 1-1,-1-1 0,1 0 0,-1 0 0,1 0 1,-1 0-1,1-1 0,-1 0 0,0 0 0,0 0 1,1 0-1,-2-1 0,1 0 0,0 1 0,0-2 1,-1 1-1,5-5 0,4-7 394,0-1 0,-2 1 0,11-20 0,-8 12-174,32-59 2047,61-159 0,-71 155-696,-34 83-135,0 6-1177,5 20-176,-1-1 1,-1 1 0,-1 0-1,-1 1 1,-2-1 0,0 0 0,-3 26-1,1-20-105,1-6-223,-2 1 0,-1 0 1,-1-1-1,0 0 1,-2 0-1,-1 0 0,-1-1 1,-1 0-1,-13 22 1,10-23-1223,-1 0 0,0-1 1,-2-1-1,0-1 0,-21 18 0,35-34-104,9 4-3588,-6-5 4995,-1-1 0,1 0 1,0 1-1,0-1 1,0 0-1,0 1 1,0-1-1,0 0 1,0 0-1,0 0 0,0 0 1,0 1-1,0-2 1,0 1-1,1 0 1,22-5 873,-24 5-691,1 0 0,-1 0 0,1 0 0,0-1-1,-1 1 1,1 0 0,-1 0 0,1-1 0,-1 1-1,1 0 1,-1-1 0,1 1 0,-1 0 0,1-1-1,-1 1 1,1-1 0,-1 1 0,1-1 0,-1 1-1,0-1 1,1 1 0,-1-1 0,0 1 0,0-1-1,1 1 1,-1-1 0,0 0 0,0 1 0,0-1-1,0 1 1,0-1 0,0 0 0,0 1 0,0-1-1,0 1 1,0-1 0,0 0 0,0 1 0,0-1-1,0 0 1,0 1 0,-1-2 0,0-2-577,-2-11 830,3 12-198</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5.400"/>
    </inkml:context>
    <inkml:brush xml:id="br0">
      <inkml:brushProperty name="width" value="0.05" units="cm"/>
      <inkml:brushProperty name="height" value="0.05" units="cm"/>
      <inkml:brushProperty name="color" value="#004F8B"/>
    </inkml:brush>
  </inkml:definitions>
  <inkml:trace contextRef="#ctx0" brushRef="#br0">1 0 18366,'0'1'210,"1"0"0,-1 0 0,1 0 0,0 0 0,-1 0 0,1-1 0,0 1 0,-1 0 0,1-1 0,0 1 0,0 0 0,0-1 0,0 1 0,0-1 0,0 1 0,-1-1 0,1 0 0,0 1 0,0-1 0,0 0 0,0 0 0,1 0 0,-1 1 0,0-1 0,0 0 0,0 0 0,0-1 0,2 1 0,3 4 3846,0 8-3038,-5-10-417,3 5-60,-1 0 0,0 1 0,0 0-1,3 14 1,-2 0-666,1 39-1,-2-21 309,25 319-183,-2-66 0,-10-140 0,-10-100-47,3-1 1,18 64-1,23 26-6432,-29-88-2057,-4-5-6092</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5.732"/>
    </inkml:context>
    <inkml:brush xml:id="br0">
      <inkml:brushProperty name="width" value="0.05" units="cm"/>
      <inkml:brushProperty name="height" value="0.05" units="cm"/>
      <inkml:brushProperty name="color" value="#004F8B"/>
    </inkml:brush>
  </inkml:definitions>
  <inkml:trace contextRef="#ctx0" brushRef="#br0">0 576 15069,'16'-7'2668,"0"0"0,22-13 0,-22 10-637,35-14-1,184-46 1509,-32-9-2922,-194 74-641,-1 0 1,1 0 0,-1-1 0,0 0 0,0-1 0,0 0 0,-1 0 0,0-1 0,-1 0-1,0 0 1,0 0 0,5-11 0,5-11 0,-2-1-1,13-43 0,9-21 602,-35 93-524,0 0 0,-1 0 0,1 1 0,0-1 0,0 0 0,0 1 0,0-1 0,0 0 1,0 1-1,0-1 0,1 1 0,-1-1 0,0 1 0,1 0 0,-1 0 0,1 0 0,0 0 1,2-2-1,-3 3-44,0 1 1,0-1 0,0 1-1,-1-1 1,1 0 0,0 1-1,0-1 1,-1 1 0,1 0-1,0-1 1,0 1 0,-1-1-1,1 1 1,-1 0 0,1 0-1,-1-1 1,1 1 0,-1 0-1,1 0 1,-1 0 0,0 0-1,1-1 1,-1 1 0,0 0-1,0 2 1,4 10-19,-2 0-1,0 1 1,1 26-1,-11 124 69,-32 190 0,-6 53-1401,44-360 94,-2 24-2607,0-1-3487,-2 29-8779</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6.823"/>
    </inkml:context>
    <inkml:brush xml:id="br0">
      <inkml:brushProperty name="width" value="0.05" units="cm"/>
      <inkml:brushProperty name="height" value="0.05" units="cm"/>
      <inkml:brushProperty name="color" value="#004F8B"/>
    </inkml:brush>
  </inkml:definitions>
  <inkml:trace contextRef="#ctx0" brushRef="#br0">123 86 14301,'-23'-18'10593,"12"24"-7062,5-1-3236,0 0-1,0 0 0,1 1 1,0 0-1,0 0 0,0 0 1,1 0-1,-1 1 0,2 0 1,-1-1-1,1 2 0,0-1 0,0 0 1,1 0-1,-2 11 0,-2 14-468,1 1-1,-1 41 0,6-65 332,-2 25-157,2 0 0,1 0 0,2 0 0,2 0 0,0-1 0,3 1 0,21 60 0,-23-79 0,1 0 0,1 0 0,0-1 0,1 0 0,1-1 0,0 0 0,23 24 0,-24-29 0,1-1 0,-1 0 0,1 0 0,1-1 0,-1 0 0,1-1 0,0 0 0,1 0 0,-1-2 0,1 1 0,22 3 0,-23-6 0,-1 0 0,0-1 0,0 0 0,0-1 0,0 0 0,1 0 0,-1-1 0,0-1 0,-1 0 0,1 0 0,0 0 0,-1-2 0,0 1 0,0-1 0,0 0 0,-1-1 0,1 0 0,-1 0 0,-1-1 0,14-15 0,-8 7 0,0-1 0,-2 0 0,0-1 0,-1-1 0,0 0 0,-2 0 0,0 0 0,-1-1 0,7-33 0,-8 28 0,-1 0 0,-1 0 0,-2 0 0,0-1 0,-2 0 0,0 1 0,-2-1 0,-8-41 0,4 41-5,-1 1 1,-1 1-1,-1-1 0,-2 1 1,-17-29-1,20 38-266,-1 1 0,-1 0 0,-1 0 0,0 1 0,0 0-1,-1 1 1,-1 0 0,0 1 0,-18-11 0,25 18-301,0 0 0,0 0 1,0 1-1,0 0 0,-1 0 0,1 0 0,-1 1 0,0 0 0,1 0 1,-1 1-1,0 0 0,1 0 0,-1 1 0,0-1 0,1 1 0,-1 1 1,1-1-1,-1 1 0,-10 5 0,-2 7-5457,1 4-3549</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7.573"/>
    </inkml:context>
    <inkml:brush xml:id="br0">
      <inkml:brushProperty name="width" value="0.05" units="cm"/>
      <inkml:brushProperty name="height" value="0.05" units="cm"/>
      <inkml:brushProperty name="color" value="#004F8B"/>
    </inkml:brush>
  </inkml:definitions>
  <inkml:trace contextRef="#ctx0" brushRef="#br0">62 521 12057,'-4'1'2322,"-2"0"-1485,4-1-640,0 0 1,0 1 0,0-1-1,1 0 1,-1 1 0,0-1 0,0 1-1,1-1 1,-1 1 0,0 0-1,1 0 1,-1 0 0,1 0 0,-1 0-1,1 0 1,-1 0 0,1 0-1,0 1 1,-1-1 0,1 1 0,0-1-1,0 1 1,0-1 0,0 1-1,0-1 1,0 3 0,-5 25 2440,5-24-2354,0 0-1,0 0 0,0 0 0,0 0 1,1 0-1,0 1 0,0 4 0,2 5-9,1 0-1,0-1 0,1 1 1,1-1-1,0 0 0,1 0 0,10 17 1,-13-26-281,0 0-1,1 0 1,-1 0 0,1 0 0,1-1 0,-1 0 0,0 0-1,1 0 1,0 0 0,0-1 0,0 1 0,1-1 0,-1-1 0,1 1-1,-1-1 1,1 0 0,0 0 0,0-1 0,0 1 0,12 0 0,-5-3-23,1 0 1,0-1 0,-1-1-1,0 0 1,0 0 0,0-2-1,0 1 1,20-12-1,104-51-112,-128 63 130,0 1 1,1 1 0,-1-1-1,13 0 1,-16 3 10,1-1 1,-1 0-1,-1 0 1,1-1-1,0 0 1,0 0-1,0 0 1,-1 0-1,1-1 1,-1 0-1,9-6 0,1-5 10,0 0-1,14-18 0,-24 25 28,0 0 1,0-1-1,-1 0 1,0 0-1,0 0 1,-1 0-1,4-14 1,3-45 559,-6 29 4,-3 31-465,1 1 1,-1-1 0,1 1-1,0-1 1,1 1 0,4-10-1,-6 14-114,0 1 0,0-1-1,0 1 1,0-1-1,0 1 1,0-1 0,1 1-1,-1 0 1,0 0-1,1-1 1,-1 1 0,1 0-1,-1 0 1,1 1 0,-1-1-1,1 0 1,0 0-1,0 1 1,-1-1 0,1 1-1,0 0 1,0-1-1,-1 1 1,1 0 0,0 0-1,0 0 1,0 0 0,-1 0-1,3 1 1,9 4 40,0 0 1,0 1 0,0 1-1,-1 0 1,0 0 0,-1 1 0,0 1-1,13 12 1,-21-18-39,14 10 13,-2 2-1,0 0 0,0 1 1,-2 1-1,0 0 0,-1 0 0,0 2 1,-2-1-1,16 38 0,-20-39-16,-1 1 0,0 0 0,-1 0 0,-1 0 0,-1 1 0,0-1 0,-2 1 0,0-1 0,-1 1 0,0-1 0,-8 31 0,-3-9 115,-2 0 0,-1-1 0,-21 37 0,25-52 123,9-20-134,15-27 141,140-166-765,-24 35-474,-36 25-743,114-210-1,-99 113 638,-106 223 1067,-1 1 27,0 0-1,0 0 0,0 0 0,0 0 0,-1 0 0,1-1 0,-1 1 0,1 0 0,-1 0 0,0 0 0,1-1 1,-1 1-1,-1 0 0,1 0 0,0 0 0,0-1 0,-1 1 0,0-3 0,0 4 9,0 1 1,0-1-1,0 0 0,0 1 0,1-1 0,-1 1 0,0-1 0,0 1 0,0-1 0,0 1 0,-1-1 1,1 1-1,0 0 0,0 0 0,0 0 0,0-1 0,0 1 0,0 0 0,0 0 0,0 1 1,-1-1-1,1 0 0,0 0 0,0 0 0,0 1 0,0-1 0,0 1 0,0-1 0,0 1 1,0-1-1,0 1 0,0-1 0,0 1 0,0 0 0,-10 6 80,1 0-1,0 0 1,1 1 0,0 1-1,0-1 1,1 1-1,0 1 1,0-1 0,1 1-1,0 1 1,1-1-1,0 1 1,1 0 0,-7 22-1,4-11-32,2 0 1,1 0-1,0 1 0,2-1 0,0 1 1,2 0-1,1 28 0,1-38-242,2 0 0,-1 0 0,1 0 0,1-1 0,0 0 0,1 1 0,1-1 0,0-1 0,0 1 0,1-1 0,0 0 0,1-1 0,15 16-1,-12-15-304,0 0 0,0-2 0,1 1 0,0-1 0,0-1 0,1 0 0,0-1-1,1-1 1,0 0 0,0 0 0,24 5 0,-23-7-2,0-2-1,0 1 1,0-2-1,0 0 1,0-1 0,0 0-1,0-1 1,0-1 0,25-6-1,72-25-1737,-95 26 2062,1 0 1,-2-2-1,1 0 1,-1 0 0,-1-2-1,0 0 1,16-14-1,-3-3 1022,44-59-1,-40 47 181,-15 12-2075,-16 25-656</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7.993"/>
    </inkml:context>
    <inkml:brush xml:id="br0">
      <inkml:brushProperty name="width" value="0.05" units="cm"/>
      <inkml:brushProperty name="height" value="0.05" units="cm"/>
      <inkml:brushProperty name="color" value="#004F8B"/>
    </inkml:brush>
  </inkml:definitions>
  <inkml:trace contextRef="#ctx0" brushRef="#br0">33 52 13805,'-31'-40'3151,"31"40"-3073,0 0-1,0 0 1,0-1-1,-1 1 1,1 0-1,0 0 1,0 0-1,0-1 1,0 1-1,0 0 1,0 0-1,-1-1 1,1 1-1,0 0 1,0 0-1,0-1 1,0 1-1,0 0 1,0-1-1,0 1 1,0 0-1,0 0 0,0-1 1,0 1-1,0 0 1,0 0-1,1-1 1,-1 1-1,0 0 1,0 0-1,0-1 1,0 1-1,0 0 1,0 0-1,1 0 1,-1-1-1,0 1 1,0 0-1,0 0 1,1 0-1,-1-1 1,0 1-1,0 0 1,1 0-1,-1 0 1,0 0-1,0 0 1,1 0-1,-1 0 1,0-1-1,0 1 1,1 0-1,-1 0 1,0 0-1,0 0 1,1 0-1,-1 0 1,14 0 1053,-11 0-823,1 1 1,-1 0-1,1 0 0,-1 0 0,0 0 1,0 1-1,1 0 0,-1-1 0,0 1 1,0 0-1,-1 0 0,1 1 1,0-1-1,-1 1 0,1-1 0,-1 1 1,0 0-1,0 0 0,2 3 0,6 10 763,0 1 0,9 25 0,-11-22-617,12 26-326,-3 1 0,15 67 0,12 102-159,-16-13 31,-9 0 0,-15 405 0,-12-403-37,-2 58-3457,-4-86-9675,9-113 86</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8.241"/>
    </inkml:context>
    <inkml:brush xml:id="br0">
      <inkml:brushProperty name="width" value="0.05" units="cm"/>
      <inkml:brushProperty name="height" value="0.05" units="cm"/>
      <inkml:brushProperty name="color" value="#004F8B"/>
    </inkml:brush>
  </inkml:definitions>
  <inkml:trace contextRef="#ctx0" brushRef="#br0">532 1 13717,'0'1'218,"1"0"0,0 0-1,0 0 1,-1 0 0,1 0-1,0 0 1,0 0 0,0-1-1,0 1 1,0 0 0,0 0-1,0-1 1,0 1 0,0-1-1,1 1 1,-1-1 0,0 1-1,2 0 1,12 7 1006,-10-2-847,0 1-1,0 0 1,-1 1 0,0-1-1,-1 1 1,1 0 0,-1 0-1,2 13 1,-2-11-44,5 18-43,-1 0 0,-2 1 1,-1 0-1,-1 0 0,-2 0 0,-1 0 0,-1 0 0,-1 0 0,-2 0 1,-1 0-1,-15 50 0,9-46-239,-1-1 0,-2 0 1,-1-1-1,-2-1 0,-1 0 0,-1-1 0,-1-2 0,-2 1 1,-39 37-1,13-20-690,-1-2 1,-3-2 0,-82 50-1,111-77-85,15-9-85,1 0 0,-1-1-1,0 0 1,0 0 0,0 0 0,-11 2 0,-4-1-4855</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8.578"/>
    </inkml:context>
    <inkml:brush xml:id="br0">
      <inkml:brushProperty name="width" value="0.05" units="cm"/>
      <inkml:brushProperty name="height" value="0.05" units="cm"/>
      <inkml:brushProperty name="color" value="#004F8B"/>
    </inkml:brush>
  </inkml:definitions>
  <inkml:trace contextRef="#ctx0" brushRef="#br0">1 153 9957,'3'3'60,"4"6"563,1 0-1,-2 0 1,1 0 0,-2 1-1,1 0 1,-1 0 0,0 1-1,-1-1 1,4 17-1,3 38 786,-2 1 0,-1 91 0,-10-117-858,2-36 261,2-9-551,10-29 12,15-38 114,49-98 1,28 1 276,-90 151-430,-1 0 0,2 2 1,1-1-1,0 2 0,0 0 1,33-22-1,-47 35-160,1 0-1,0 1 1,0-1-1,0 1 1,0-1 0,0 1-1,0 0 1,1 0 0,-1 0-1,0 0 1,0 1 0,1 0-1,-1-1 1,0 1-1,1 0 1,-1 0 0,7 2-1,-8-1-19,1 0 0,-1 0 0,1 1 0,-1-1 0,1 1 0,-1 0 0,0 0 0,0 0 0,0 0 0,0 0 0,0 0 0,0 0 0,0 1 0,-1-1 0,1 1 0,1 3 0,3 11-41,0 1-1,-1-1 0,-1 1 1,-1 0-1,2 22 0,-2-13-482,1 14-2981,-1 60 0,-3-90 2339,0-6-2026,4 14-9955</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8.695"/>
    </inkml:context>
    <inkml:brush xml:id="br0">
      <inkml:brushProperty name="width" value="0.05" units="cm"/>
      <inkml:brushProperty name="height" value="0.05" units="cm"/>
      <inkml:brushProperty name="color" value="#004F8B"/>
    </inkml:brush>
  </inkml:definitions>
  <inkml:trace contextRef="#ctx0" brushRef="#br0">0 0 6633,'0'0'4172,"13"3"-8300,4 7 435</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09.072"/>
    </inkml:context>
    <inkml:brush xml:id="br0">
      <inkml:brushProperty name="width" value="0.05" units="cm"/>
      <inkml:brushProperty name="height" value="0.05" units="cm"/>
      <inkml:brushProperty name="color" value="#004F8B"/>
    </inkml:brush>
  </inkml:definitions>
  <inkml:trace contextRef="#ctx0" brushRef="#br0">28 508 11217,'-11'-3'207,"-6"-4"7987,25 12-6473,-4-3-1802,-1-1 147,0 0 0,0 0 0,0 0 0,0-1 0,0 1 0,1-1 0,-1 0 0,0 1 0,0-2-1,0 1 1,1 0 0,-1 0 0,4-2 0,46-13 368,-37 9-219,-6 2-144,1 0-1,-1 0 1,-1-1-1,1 0 1,-1-1-1,1 0 1,-2-1-1,1 0 1,-1 0-1,0-1 1,0 0 0,-1 0-1,0-1 1,11-18-1,-8 10-35,2 1 0,0 0 0,1 0 0,0 2 0,1-1 0,24-18 0,-11 17-103,-1 0 0,45-18 0,-43 22 47,0-2-1,29-19 1,-26 12-57,-16 12-109,-2 0 0,0-1 1,0 0-1,0-1 1,-1 0-1,14-18 1,-20 20 283</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2.832"/>
    </inkml:context>
    <inkml:brush xml:id="br0">
      <inkml:brushProperty name="width" value="0.05" units="cm"/>
      <inkml:brushProperty name="height" value="0.05" units="cm"/>
      <inkml:brushProperty name="color" value="#004F8B"/>
    </inkml:brush>
  </inkml:definitions>
  <inkml:trace contextRef="#ctx0" brushRef="#br0">184 166 4792,'11'-28'1773,"-10"27"-1578,-1 0 1,1 0-1,-1 0 1,1 0 0,0 0-1,-1 0 1,1 0 0,0 0-1,0 0 1,0 1-1,0-1 1,0 0 0,0 0-1,0 1 1,0-1-1,0 1 1,0-1 0,0 1-1,2-1 1,6-5 1001,54-75 9561,-63 77-9872,-1 0-1,0-1 1,-1 1 0,1 0 0,-1-1-1,-2-4 11,1 10 55,-6 3-708,1 1-1,0-1 0,0 1 1,0 1-1,1 0 1,0 0-1,0 0 0,0 1 1,1 0-1,0 0 0,0 0 1,-6 12-1,-9 16-251,-25 57 0,41-82 50,-15 36-41,2 0 0,1 1 0,-17 85 0,30-107 0,0-1 0,2 1 0,0 0 0,2 0 0,1 0 0,1 0 0,1-1 0,1 1 0,10 33 0,-12-51-108,0-1-1,1 1 1,0-1 0,0 0-1,0 0 1,1 0 0,0 0 0,0-1-1,0 1 1,1-1 0,0 0-1,0 0 1,0-1 0,1 0-1,-1 0 1,1 0 0,0 0 0,0-1-1,0 0 1,1 0 0,-1-1-1,1 0 1,-1 0 0,1 0-1,0-1 1,0 0 0,0 0-1,0-1 1,0 0 0,7-1 0,9-1-262,-1-1 0,1-1 0,-1-1 1,-1-2-1,1 0 0,-1-1 1,0-1-1,20-12 0,0-3-16,0-2-1,-2-1 0,58-55 0,93-113-598,-117 106 718,-45 53 134,1 2 0,66-60 1,-92 92 135,-1 0-1,1 0 1,0 0 0,0 0 0,0 0 0,0 1-1,0 0 1,0-1 0,0 1 0,1 0 0,-1 1-1,0-1 1,1 0 0,-1 1 0,0 0 0,1 0-1,-1 0 1,0 0 0,1 1 0,-1-1 0,0 1-1,1 0 1,-1 0 0,0 0 0,0 0 0,0 0-1,0 1 1,0-1 0,3 3 0,7 6 6,-1 0 0,0 1 0,-1 0 0,0 0 0,10 15 0,-5-7-9,-10-11-18,1 0 0,0-1 0,0 0 0,1 0 0,0-1 0,0 0 0,0 0 0,1 0 0,0-1 0,0-1 0,19 7 0,-19-8-215,0-1 0,1-1 0,-1 1 0,1-2 0,0 1 0,-1-1-1,1-1 1,-1 1 0,1-2 0,0 1 0,17-7 0,-25 7 59,-1 0 1,1 0 0,0 0-1,-1 0 1,1 0 0,-1-1-1,1 1 1,-1 0-1,0-1 1,0 0 0,0 1-1,1-1 1,-1 1 0,-1-1-1,1 0 1,0 0-1,0 0 1,-1 1 0,1-3-1,6-41-4263,-5 26 675,1 1-1597</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3.292"/>
    </inkml:context>
    <inkml:brush xml:id="br0">
      <inkml:brushProperty name="width" value="0.05" units="cm"/>
      <inkml:brushProperty name="height" value="0.05" units="cm"/>
      <inkml:brushProperty name="color" value="#004F8B"/>
    </inkml:brush>
  </inkml:definitions>
  <inkml:trace contextRef="#ctx0" brushRef="#br0">194 1 6157,'0'0'4370,"1"3"-3834,2 28-792,-2 60 0,-2-48 661,-3-42-22,-16 5 37,0 0-1,0 2 0,-22 11 1,33-14-336,1-1 1,-1 2-1,1-1 0,0 1 1,1 1-1,-1-1 0,1 1 1,1 0-1,-7 9 1,11-13-59,1 0 0,0-1 1,0 1-1,0-1 0,1 1 1,-1 0-1,1 0 0,-1-1 1,1 1-1,0 3 0,0 0 25,-1-3 56,12 6 19,-10-8-119,-1 0 0,0-1 0,1 1 0,-1 0 0,1-1 0,-1 1 0,1 0 0,-1-1 0,1 1 0,0-1 0,-1 1 1,1-1-1,0 1 0,-1-1 0,1 0 0,0 1 0,0-1 0,-1 0 0,1 1 0,0-1 0,0 0 0,-1 0 0,1 0 0,0 0 0,0 0 0,1 0 0,6-2 177,-1-1 0,0-1 0,0 1 0,0-1 0,-1 0 0,13-10 0,35-22 1711,-53 37-1859,0 0 0,0-1 1,0 1-1,0-1 0,0 1 1,0 0-1,-1 0 0,1 0 0,0-1 1,0 1-1,-1 0 0,1 0 0,-1 0 1,2 1-1,-2-1-25,1 1 19,0 1-1,1-1 0,-1 1 0,0 0 0,0 0 1,-1 0-1,1 0 0,-1 0 0,1-1 1,-1 1-1,0 0 0,0 0 0,0 5 0,-9 44 76,5-33-55,-10 39-66,-3-1 0,-3-1 0,-36 76 0,18-45-197,36-83 135,25-27-195,-12 3-150,-2 1 0,9-28 0,11-24-1677,22-46-4664,-35 77 1583</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3.400"/>
    </inkml:context>
    <inkml:brush xml:id="br0">
      <inkml:brushProperty name="width" value="0.05" units="cm"/>
      <inkml:brushProperty name="height" value="0.05" units="cm"/>
      <inkml:brushProperty name="color" value="#004F8B"/>
    </inkml:brush>
  </inkml:definitions>
  <inkml:trace contextRef="#ctx0" brushRef="#br0">124 40 5400,'-27'-15'1069,"14"2"-93,0 4 436,-11 6-1088,4 3-324,-7 0-6197</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6.248"/>
    </inkml:context>
    <inkml:brush xml:id="br0">
      <inkml:brushProperty name="width" value="0.05" units="cm"/>
      <inkml:brushProperty name="height" value="0.05" units="cm"/>
      <inkml:brushProperty name="color" value="#004F8B"/>
    </inkml:brush>
  </inkml:definitions>
  <inkml:trace contextRef="#ctx0" brushRef="#br0">69 180 7849,'6'-12'780,"0"1"298,-1 0 3325,-22-4 445,15 14-4474,0 0 0,0-1 0,0 0 0,0 1 0,0-1 0,1 0 0,-1 0-1,-2-3 1,-43-71 5567,46 74-5145,1-2-628,0-3-365,-1-13 1269,3 17-445,5 10-351,-2 0-36,0-1-1,0-1 1,1 1 0,0-1-1,0 0 1,0 0 0,10 5-1,49 27-437,-63-36 240,31 16-277,0-1-1,1-2 1,0-1 0,1-1 0,0-3-1,1 0 1,0-3 0,37 3-1,23-3-6362,-32 1-4923,-39-1 1975</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6.437"/>
    </inkml:context>
    <inkml:brush xml:id="br0">
      <inkml:brushProperty name="width" value="0.05" units="cm"/>
      <inkml:brushProperty name="height" value="0.05" units="cm"/>
      <inkml:brushProperty name="color" value="#004F8B"/>
    </inkml:brush>
  </inkml:definitions>
  <inkml:trace contextRef="#ctx0" brushRef="#br0">387 6 12741,'-2'-1'534,"0"0"-1,-1 0 1,1 0-1,0 1 1,0 0-1,0-1 1,-1 1 0,1 0-1,0 0 1,-1 0-1,1 0 1,0 0-1,-1 1 1,1-1-1,0 1 1,0-1 0,0 1-1,-1 0 1,1 0-1,0 0 1,0 0-1,-3 2 1,-52 32 4046,52-32-4122,-14 11 116,1 0 0,0 1 1,1 1-1,-17 21 0,18-17-798,0 1 1,1 1-1,1 0 0,2 1 1,0 0-1,-12 35 0,3-6-2910,14-38 802,1 1 0,0 1 0,2-1 0,-1 1-1,-1 18 1,7 9-8913</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6.879"/>
    </inkml:context>
    <inkml:brush xml:id="br0">
      <inkml:brushProperty name="width" value="0.05" units="cm"/>
      <inkml:brushProperty name="height" value="0.05" units="cm"/>
      <inkml:brushProperty name="color" value="#004F8B"/>
    </inkml:brush>
  </inkml:definitions>
  <inkml:trace contextRef="#ctx0" brushRef="#br0">4 0 14825,'-4'3'2805,"21"0"-269,0 6-364,3-3-304,-3-3-292,3 3-412,13 0-231,24 9-189,-7-6-272,1 0-388,6 0-748,6-6-476,-6 4-501,-3-1-819,3 3-436,-7 0-3149,-6 3-5304</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7.002"/>
    </inkml:context>
    <inkml:brush xml:id="br0">
      <inkml:brushProperty name="width" value="0.05" units="cm"/>
      <inkml:brushProperty name="height" value="0.05" units="cm"/>
      <inkml:brushProperty name="color" value="#004F8B"/>
    </inkml:brush>
  </inkml:definitions>
  <inkml:trace contextRef="#ctx0" brushRef="#br0">198 4 14409,'-14'-3'2993,"-29"21"-457,6 0-492,7 3-384,6 3-332,8 3-280,-1 7-272,7 2-640,7 6-824,3 3-652,-4-3-1140,4 10-240,4 14-3141,2 0-4996</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7.423"/>
    </inkml:context>
    <inkml:brush xml:id="br0">
      <inkml:brushProperty name="width" value="0.05" units="cm"/>
      <inkml:brushProperty name="height" value="0.05" units="cm"/>
      <inkml:brushProperty name="color" value="#004F8B"/>
    </inkml:brush>
  </inkml:definitions>
  <inkml:trace contextRef="#ctx0" brushRef="#br0">1 30 17166,'40'12'2752,"-30"-30"-276,3 3 0,4 9-376,3 3-403,14 3-333,16 3-272,-7 3-192,11-3-528,3 9-516,10 0-516,7 3-908,-1-3-392,-2 4-685,-4-7-663,-4 6-3221,-6 6-6068</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7.564"/>
    </inkml:context>
    <inkml:brush xml:id="br0">
      <inkml:brushProperty name="width" value="0.05" units="cm"/>
      <inkml:brushProperty name="height" value="0.05" units="cm"/>
      <inkml:brushProperty name="color" value="#004F8B"/>
    </inkml:brush>
  </inkml:definitions>
  <inkml:trace contextRef="#ctx0" brushRef="#br0">259 0 15897,'-61'25'3069,"45"-16"-613,-4-3-384,-1 9-380,5 6-376,2-6-291,-9 15-177,3-6-560,13-9-804,0 12-625,-6 16-639,10-28-988,-14 9-960,0 0-1857,14 3-4576</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7.831"/>
    </inkml:context>
    <inkml:brush xml:id="br0">
      <inkml:brushProperty name="width" value="0.05" units="cm"/>
      <inkml:brushProperty name="height" value="0.05" units="cm"/>
      <inkml:brushProperty name="color" value="#004F8B"/>
    </inkml:brush>
  </inkml:definitions>
  <inkml:trace contextRef="#ctx0" brushRef="#br0">0 1 15781,'37'33'2433,"-10"-24"-381,-10-3-292,6 0-388,4 3-216,0-3-224,16 0-312,24 6-796,-6 0-408,-1-6-412,0 0-416,-3 0-820,-7-3-312,-3-3-2869,-3 6-4352</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7.986"/>
    </inkml:context>
    <inkml:brush xml:id="br0">
      <inkml:brushProperty name="width" value="0.05" units="cm"/>
      <inkml:brushProperty name="height" value="0.05" units="cm"/>
      <inkml:brushProperty name="color" value="#004F8B"/>
    </inkml:brush>
  </inkml:definitions>
  <inkml:trace contextRef="#ctx0" brushRef="#br0">627 0 13925,'-104'34'2240,"64"-22"-163,-11 3-361,5 6-392,-5-3-196,1 3-292,10 9-372,-4 3-604,-9-3-616,13 4-972,-4-4-864,11 3-2929,2 0-4468</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8.268"/>
    </inkml:context>
    <inkml:brush xml:id="br0">
      <inkml:brushProperty name="width" value="0.05" units="cm"/>
      <inkml:brushProperty name="height" value="0.05" units="cm"/>
      <inkml:brushProperty name="color" value="#004F8B"/>
    </inkml:brush>
  </inkml:definitions>
  <inkml:trace contextRef="#ctx0" brushRef="#br0">0 52 14557,'0'0'6929,"23"-3"-5173,4 3-328,-3-3-296,3 0-292,16 0-384,31-3-804,-17 3-480,-7-7-496,-3 1-732,0 3-496,-24 3-3385,11 0-5132</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8.425"/>
    </inkml:context>
    <inkml:brush xml:id="br0">
      <inkml:brushProperty name="width" value="0.05" units="cm"/>
      <inkml:brushProperty name="height" value="0.05" units="cm"/>
      <inkml:brushProperty name="color" value="#004F8B"/>
    </inkml:brush>
  </inkml:definitions>
  <inkml:trace contextRef="#ctx0" brushRef="#br0">513 0 11677,'-108'24'2268,"75"-6"-436,-1-6-347,1 6-305,-4 3-316,10 7-68,-10 2-300,7 3-412,-3 6-572,6 0-924,-13 3-660,3 7-2849,0 5-3884</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8.690"/>
    </inkml:context>
    <inkml:brush xml:id="br0">
      <inkml:brushProperty name="width" value="0.05" units="cm"/>
      <inkml:brushProperty name="height" value="0.05" units="cm"/>
      <inkml:brushProperty name="color" value="#004F8B"/>
    </inkml:brush>
  </inkml:definitions>
  <inkml:trace contextRef="#ctx0" brushRef="#br0">1 0 12217,'0'0'4261,"27"6"-2137,-7 0-228,17-6-460,13 9-172,3-6-232,11 0-276,10 0-628,3 0-488,0 0-188,0-6-468,0 6-436,-7-3-492,-10 3-268,-3 0-3005,-6 0-4164</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8.801"/>
    </inkml:context>
    <inkml:brush xml:id="br0">
      <inkml:brushProperty name="width" value="0.05" units="cm"/>
      <inkml:brushProperty name="height" value="0.05" units="cm"/>
      <inkml:brushProperty name="color" value="#004F8B"/>
    </inkml:brush>
  </inkml:definitions>
  <inkml:trace contextRef="#ctx0" brushRef="#br0">202 0 6845,'-54'45'1372,"24"-21"-432,6 1-336,4-1-324,14-12-300,-8 12-420,-9 15-696,6-12-1312,4 9-565</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9.144"/>
    </inkml:context>
    <inkml:brush xml:id="br0">
      <inkml:brushProperty name="width" value="0.05" units="cm"/>
      <inkml:brushProperty name="height" value="0.05" units="cm"/>
      <inkml:brushProperty name="color" value="#004F8B"/>
    </inkml:brush>
  </inkml:definitions>
  <inkml:trace contextRef="#ctx0" brushRef="#br0">1 1 14845,'35'3'7021,"21"11"-2107,-17-3-3193,52 8-1300,105 8 0,-2-18-10806,-133-12 2249,-33-2 298</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19.250"/>
    </inkml:context>
    <inkml:brush xml:id="br0">
      <inkml:brushProperty name="width" value="0.05" units="cm"/>
      <inkml:brushProperty name="height" value="0.05" units="cm"/>
      <inkml:brushProperty name="color" value="#004F8B"/>
    </inkml:brush>
  </inkml:definitions>
  <inkml:trace contextRef="#ctx0" brushRef="#br0">422 0 9561,'-20'9'2104,"-30"15"-176,16 1-184,1 5-235,3 3-325,-4 6-248,4 9-232,-7 0-180,4 7-640,-1 2-880,7 0-1180,-3 4-2809,0 5-3952</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3.051"/>
    </inkml:context>
    <inkml:brush xml:id="br0">
      <inkml:brushProperty name="width" value="0.05" units="cm"/>
      <inkml:brushProperty name="height" value="0.05" units="cm"/>
      <inkml:brushProperty name="color" value="#004F8B"/>
    </inkml:brush>
  </inkml:definitions>
  <inkml:trace contextRef="#ctx0" brushRef="#br0">17 0 13833,'-1'1'633,"0"-1"1,0 0-1,-10 8 8865,11-8-8864,-1 1-1,1 0 0,-1 0 0,1-1 1,-1 3-1,5 5 3825,6 2-3980,-4-4-1678,23 24 1200,-14-13 0,1-1 0,1 0 0,0-1 0,2-1 0,-1-1 0,33 18 0,178 66-113,-125-55-4635,-28-4-7159,-44-17-1108</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3.218"/>
    </inkml:context>
    <inkml:brush xml:id="br0">
      <inkml:brushProperty name="width" value="0.05" units="cm"/>
      <inkml:brushProperty name="height" value="0.05" units="cm"/>
      <inkml:brushProperty name="color" value="#004F8B"/>
    </inkml:brush>
  </inkml:definitions>
  <inkml:trace contextRef="#ctx0" brushRef="#br0">724 10 16898,'-141'-9'3268,"101"15"-128,23 0-352,-20-3-559,-20 9-437,17 0-352,3 9-284,-6 3-1100,2 6-56,-6 4 0,4 2-176,9 3-1684,-2-3-472,2-3-773,1 6-163,13 7-3241,-4-7-6024</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3.563"/>
    </inkml:context>
    <inkml:brush xml:id="br0">
      <inkml:brushProperty name="width" value="0.05" units="cm"/>
      <inkml:brushProperty name="height" value="0.05" units="cm"/>
      <inkml:brushProperty name="color" value="#004F8B"/>
    </inkml:brush>
  </inkml:definitions>
  <inkml:trace contextRef="#ctx0" brushRef="#br0">162 197 10181,'-17'-27'2696,"-1"-1"-1,-38-42 1,-15-1 11106,239 199-13090,-62-51-727,47 34-1840,53 41-6224,-156-104 3291,-28-24-38,11 6-5409</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3.721"/>
    </inkml:context>
    <inkml:brush xml:id="br0">
      <inkml:brushProperty name="width" value="0.05" units="cm"/>
      <inkml:brushProperty name="height" value="0.05" units="cm"/>
      <inkml:brushProperty name="color" value="#004F8B"/>
    </inkml:brush>
  </inkml:definitions>
  <inkml:trace contextRef="#ctx0" brushRef="#br0">366 19 11837,'-44'-6'2032,"21"-6"-392,-14 21-267,-13 6-289,20 3-248,3 6-212,-3 0-336,3 16-824,0 2-488,4 3-753,-1 6-3027,1 3-3785</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4.281"/>
    </inkml:context>
    <inkml:brush xml:id="br0">
      <inkml:brushProperty name="width" value="0.05" units="cm"/>
      <inkml:brushProperty name="height" value="0.05" units="cm"/>
      <inkml:brushProperty name="color" value="#004F8B"/>
    </inkml:brush>
  </inkml:definitions>
  <inkml:trace contextRef="#ctx0" brushRef="#br0">47 1 4848,'14'20'12056,"-27"-13"-9052,11-6-2763,-1 0 0,0 0 0,0 1 0,1-1-1,-1 1 1,1 0 0,-1-1 0,1 1 0,0 0-1,-1 0 1,1 1 0,0-1 0,1 0-1,-1 1 1,0-1 0,1 1 0,-1-1 0,1 1-1,0 0 1,0 0 0,0 0 0,0 0-1,0-1 1,1 1 0,-1 0 0,1 0 0,0 0-1,0 0 1,0 0 0,0 0 0,0 0-1,1 0 1,-1 0 0,1 0 0,0 0 0,0 0-1,0 0 1,3 4 0,1 4 127,1 0-1,1 0 1,0-1-1,0 0 1,1-1 0,0 0-1,1 0 1,12 10 0,11 5-332,2-1 0,0-2 0,1-1 1,1-2-1,57 21 0,54 5-2456,-4-17-5048,-98-25-432,-38-3 6018,20 1-8289</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4.422"/>
    </inkml:context>
    <inkml:brush xml:id="br0">
      <inkml:brushProperty name="width" value="0.05" units="cm"/>
      <inkml:brushProperty name="height" value="0.05" units="cm"/>
      <inkml:brushProperty name="color" value="#004F8B"/>
    </inkml:brush>
  </inkml:definitions>
  <inkml:trace contextRef="#ctx0" brushRef="#br0">469 1 11145,'-60'24'2500,"40"-21"-200,-7 0-3,-17 6-313,8 6-368,5 6-320,-2 3-360,3 9-116,-4 6-668,8 4-624,-8-7-788,1 3-1072,6 6-112,7 9-3085,6 1-4496</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4.793"/>
    </inkml:context>
    <inkml:brush xml:id="br0">
      <inkml:brushProperty name="width" value="0.05" units="cm"/>
      <inkml:brushProperty name="height" value="0.05" units="cm"/>
      <inkml:brushProperty name="color" value="#004F8B"/>
    </inkml:brush>
  </inkml:definitions>
  <inkml:trace contextRef="#ctx0" brushRef="#br0">7 286 13489,'-2'-12'424,"0"6"-134,1 0 0,0 1-1,1-1 1,-1 0 0,1 1-1,0-1 1,1 0 0,-1 0-1,1 1 1,0-1 0,1 1-1,-1-1 1,1 1 0,3-8-1,9-15 1743,-11 22-1612,0-1 0,0 1-1,0 0 1,1 0 0,-1 1 0,2-1 0,-1 1 0,0 0 0,1 0 0,0 0-1,6-4 1,5-1-88,0 1-1,1 0 0,0 2 1,0 0-1,1 0 1,0 2-1,29-6 0,6 3-280,78-1 0,-83 8-1184,0 2 0,-1 3 0,85 16 0,-94-11-2516,-1 1 0,63 28 0,-46-12-5969</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4.932"/>
    </inkml:context>
    <inkml:brush xml:id="br0">
      <inkml:brushProperty name="width" value="0.05" units="cm"/>
      <inkml:brushProperty name="height" value="0.05" units="cm"/>
      <inkml:brushProperty name="color" value="#004F8B"/>
    </inkml:brush>
  </inkml:definitions>
  <inkml:trace contextRef="#ctx0" brushRef="#br0">644 12 15981,'-20'-9'2657,"-20"6"-429,-24 3-348,24 12-356,-4 6-304,1 6-252,-7 6-216,-1 16-167,8 14-533,3 12-901,-4 7-635,1 2-1052,-1 19-204,4 11-3269,3-2-5236</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5.383"/>
    </inkml:context>
    <inkml:brush xml:id="br0">
      <inkml:brushProperty name="width" value="0.05" units="cm"/>
      <inkml:brushProperty name="height" value="0.05" units="cm"/>
      <inkml:brushProperty name="color" value="#004F8B"/>
    </inkml:brush>
  </inkml:definitions>
  <inkml:trace contextRef="#ctx0" brushRef="#br0">16 126 10469,'-3'-26'1728,"2"16"45,-1 1 1,1-1 0,-2 0 0,-3-10 0,6 19-1571,0 0 0,0 0 0,1 0-1,-1 0 1,0 1 0,0-1 0,0 0 0,0 0 0,1 0 0,-1 0 0,0 1 0,1-1-1,-1 0 1,1 0 0,-1 1 0,1-1 0,-1 0 0,1 0 0,0 1 0,-1-1 0,1 1-1,0-1 1,14-11 1341,-7 9-1132,0 1 0,0 0 0,0 1 0,0 0 0,0 0 0,0 1 0,0 0 0,1 0 0,-1 1 0,13 3 0,12 3-2,39 14-1,-52-14-274,247 91-2668,-180-60-2987,-3 4-5240,-57-27-205</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5.536"/>
    </inkml:context>
    <inkml:brush xml:id="br0">
      <inkml:brushProperty name="width" value="0.05" units="cm"/>
      <inkml:brushProperty name="height" value="0.05" units="cm"/>
      <inkml:brushProperty name="color" value="#004F8B"/>
    </inkml:brush>
  </inkml:definitions>
  <inkml:trace contextRef="#ctx0" brushRef="#br0">613 9 12769,'-64'-9'2352,"31"18"21,-1 4-277,1 5-360,-1-3-312,1 12-292,-1 6-212,4 3-236,-6 9-700,2 4-592,-10-4-736,1 9-980,-17 0-888,3 10-2141,13 8-4292</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6.114"/>
    </inkml:context>
    <inkml:brush xml:id="br0">
      <inkml:brushProperty name="width" value="0.05" units="cm"/>
      <inkml:brushProperty name="height" value="0.05" units="cm"/>
      <inkml:brushProperty name="color" value="#004F8B"/>
    </inkml:brush>
  </inkml:definitions>
  <inkml:trace contextRef="#ctx0" brushRef="#br0">33 15 12857,'31'-5'2249,"-35"1"-458,-17-1 1008,19 4-626,-12 5 1570,13-3-3568,-1 0 0,1 0 0,0-1 1,-1 1-1,1 0 0,0 0 0,-1 0 0,1 0 1,0 0-1,0 1 0,0-1 0,0 0 0,0 0 1,0 1-1,1-1 0,-1 1 0,0-1 0,1 0 1,-1 1-1,1 0 0,-1-1 0,0 3 1,1 0 49,0 0 0,0 0 0,1-1 1,-1 1-1,1 0 0,-1 0 0,1-1 1,0 1-1,3 5 0,0 1-79,1 0-1,1 0 1,0 0-1,0-1 1,15 17-1,10 5-112,2-2-1,1-1 1,75 47 0,5-10-2656,5-5-6535,-77-38 3595,-1-1-7007</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6.300"/>
    </inkml:context>
    <inkml:brush xml:id="br0">
      <inkml:brushProperty name="width" value="0.05" units="cm"/>
      <inkml:brushProperty name="height" value="0.05" units="cm"/>
      <inkml:brushProperty name="color" value="#004F8B"/>
    </inkml:brush>
  </inkml:definitions>
  <inkml:trace contextRef="#ctx0" brushRef="#br0">657 0 15893,'-27'21'3053,"-13"6"-201,23-18 24,0 13-404,-16 8-479,6-9-401,0 6-320,-6 12-508,6-3-764,-13 7 0,0 2 0,-4 6-1208,0 0-1116,-12-6-761,-8 7-1399,4 2-1925,-1 3-5864</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6.725"/>
    </inkml:context>
    <inkml:brush xml:id="br0">
      <inkml:brushProperty name="width" value="0.05" units="cm"/>
      <inkml:brushProperty name="height" value="0.05" units="cm"/>
      <inkml:brushProperty name="color" value="#004F8B"/>
    </inkml:brush>
  </inkml:definitions>
  <inkml:trace contextRef="#ctx0" brushRef="#br0">84 1 9209,'-14'1'364,"0"-1"2646,0 1 0,-21 5 0,32-5-685,0 15 2143,3-13-4243,0 0 0,1 0 0,-1-1-1,1 1 1,-1 0 0,1 0 0,0-1 0,0 1 0,0 0 0,1-1 0,-1 1 0,1-1 0,-1 1 0,1-1 0,3 4 0,34 30 1128,-36-33-1204,27 18 310,0-2 0,1-1 0,1-1-1,54 20 1,-33-14-483,27 10-353,3-4 0,154 34-1,-30-28-4369,2-15-6669,-123-14-1072</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26.881"/>
    </inkml:context>
    <inkml:brush xml:id="br0">
      <inkml:brushProperty name="width" value="0.05" units="cm"/>
      <inkml:brushProperty name="height" value="0.05" units="cm"/>
      <inkml:brushProperty name="color" value="#004F8B"/>
    </inkml:brush>
  </inkml:definitions>
  <inkml:trace contextRef="#ctx0" brushRef="#br0">701 1 14777,'-118'48'2857,"75"-24"-413,-14-6-396,3 4-388,-3 2-328,4 3-296,-4 0-372,3 6-960,7 6-540,0-6-1048,7 4-740,0 2-3649,6 3-5648</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31.587"/>
    </inkml:context>
    <inkml:brush xml:id="br0">
      <inkml:brushProperty name="width" value="0.035" units="cm"/>
      <inkml:brushProperty name="height" value="0.035" units="cm"/>
    </inkml:brush>
  </inkml:definitions>
  <inkml:trace contextRef="#ctx0" brushRef="#br0">151 52 5064,'0'0'3943,"-4"-1"-2496,-21-7 383,17 5 5947,8-33-5824,0 32 2007,-2 7-3263,-16 26-149,2 2-1,1-1 1,1 2 0,2 0-1,-12 44 1,21-66-742,0 0 0,1 1-1,0 0 1,0-1 0,1 1 0,1 16 0,4 63-3913,-4-52-541,-1-10-1713,1-6-4137</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32.338"/>
    </inkml:context>
    <inkml:brush xml:id="br0">
      <inkml:brushProperty name="width" value="0.035" units="cm"/>
      <inkml:brushProperty name="height" value="0.035" units="cm"/>
    </inkml:brush>
  </inkml:definitions>
  <inkml:trace contextRef="#ctx0" brushRef="#br0">235 23 6205,'0'-2'1517,"-2"-18"2473,15 20-385,5 2-4095,49 10 1600,-15-1-788,78 7 293,-122-17-554,0-1 0,0 0 0,0-1 0,-1 1 0,14-4 0,13-1 47,-31 5-81,15 1-45,-16 0 63,1-1 0,0 1 1,-1 0-1,1 0 0,-1 0 1,0 0-1,1 0 0,-1 1 0,0-1 1,1 0-1,-1 1 0,0 0 1,0 0-1,0-1 0,-1 1 0,1 0 1,0 1-1,-1-1 0,1 0 1,-1 0-1,0 1 0,1-1 0,-1 1 1,0-1-1,-1 1 0,1-1 1,0 1-1,-1-1 0,0 1 0,1 5 1,-1 8 150,0-1 1,-1 1-1,-1 0 1,-4 18-1,2-10-6,-4 63 345,3 114-1,5-192-511,0-2 23,1 0 0,-2 0 0,1 0 0,-1 0 0,0 0 0,0 0 0,-1 0 0,0 0 0,0-1 0,-5 11 0,-2-4-12,0-1 0,0-1 0,-1 0 0,-1 0 0,0-1 0,0 0 0,-1-1 0,0 0 0,-1-1 0,-25 13 0,33-19-30,-1 0-1,1-1 1,0 0 0,0 0-1,0-1 1,-1 1-1,1-1 1,0 0-1,-1 0 1,1-1-1,0 0 1,-1 0 0,1 0-1,-7-3 1,-8 0-74,15 2 78,-1 1 1,1-1-1,0 0 0,0 0 0,-6-4 0,-17-6 5,-53-18 41,77 29-55,1 1 1,0-1-1,-1 0 1,1 1-1,-1 0 0,1 0 1,-1 0-1,1 0 1,-6 1-1,-2 0-20,-3 0-31,0 1 1,0 0-1,0 1 0,0 0 1,-22 10-1,33-12-485,-9 1-427,-5 2-206,13-1-4426,0-7 4819,1 0 0,-1 0 0,1 1 0,-1 0 0,0 0 0,-1 0 0,-4-2 0,8 4 185,-9-6-3017</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33.087"/>
    </inkml:context>
    <inkml:brush xml:id="br0">
      <inkml:brushProperty name="width" value="0.035" units="cm"/>
      <inkml:brushProperty name="height" value="0.035" units="cm"/>
    </inkml:brush>
  </inkml:definitions>
  <inkml:trace contextRef="#ctx0" brushRef="#br0">10 45 7745,'0'-15'2057,"0"12"1438,-1 1-1947,0 2-1251,0-1 0,1 0 0,-1 1 0,0-1 0,1 1 0,-1-1 0,1 0 1,-1 0-1,1 1 0,-1-1 0,1 0 0,0 0 0,-1 1 0,1-1 0,0 0 0,0 0 0,-1 0 1,1 0-1,0 1 0,0-1 0,0 0 0,0 0 0,0 0 0,0 0 0,1-1 0,11-2 3789,4 6-4887,-9 1 980,0-1 1,-1 2-1,1-1 1,-1 1 0,0 0-1,0 0 1,-1 1-1,1-1 1,6 9 0,3 1 1,99 66 404,4 4-2870,-92-65-2307,47 28 0,-60-40 2299</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33.243"/>
    </inkml:context>
    <inkml:brush xml:id="br0">
      <inkml:brushProperty name="width" value="0.035" units="cm"/>
      <inkml:brushProperty name="height" value="0.035" units="cm"/>
    </inkml:brush>
  </inkml:definitions>
  <inkml:trace contextRef="#ctx0" brushRef="#br0">550 19 7185,'-36'-15'2310,"28"12"-167,-11 3 1917,0-1-2518,8 6-797,-1 0 0,1 0 0,0 1 0,0 0 0,-17 14 1,7-6-228,-3 5-62,0 1 0,1 1 0,0 1-1,-36 48 1,-17 16-2134,53-62 618,-33 34-2679,24-16-2017,9 0-3535</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33.790"/>
    </inkml:context>
    <inkml:brush xml:id="br0">
      <inkml:brushProperty name="width" value="0.035" units="cm"/>
      <inkml:brushProperty name="height" value="0.035" units="cm"/>
    </inkml:brush>
  </inkml:definitions>
  <inkml:trace contextRef="#ctx0" brushRef="#br0">47 28 8077,'17'-27'13231,"-19"30"-11837,-6 9-959,1 1 1,0 0-1,1 0 0,0 0 0,2 1 1,-1 0-1,1 0 0,1 0 0,-1 17 1,-1 13-7,3 78 1,4-46-901,0 157-5120,-3-111-2478,1-38-2730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34.325"/>
    </inkml:context>
    <inkml:brush xml:id="br0">
      <inkml:brushProperty name="width" value="0.035" units="cm"/>
      <inkml:brushProperty name="height" value="0.035" units="cm"/>
    </inkml:brush>
  </inkml:definitions>
  <inkml:trace contextRef="#ctx0" brushRef="#br0">512 37 6301,'-6'-5'482,"0"1"1,-1 0 0,0 1-1,1-1 1,-1 1 0,0 1 0,0-1-1,-1 1 1,1 0 0,0 1-1,-14-1 1,17 1-192,-1 1-44,0 0-1,0 0 0,0 0 1,0 0-1,0 1 0,0 0 1,0 0-1,0 0 0,1 1 1,-1 0-1,1 0 0,-1 0 1,1 0-1,-1 1 0,1-1 0,-6 6 1,-4 4 139,1 0 0,1 1 0,-13 15 0,-3 9 158,0 2 1,3 1-1,1 1 1,2 1-1,-32 88 1,35-72-266,2 0 0,3 2 0,3 0 1,-6 75-1,15-104-215,2 0 0,0 0 0,2 0 0,2 0 0,0 0 0,3 0 0,0-1 0,19 49 0,-20-65-95,1 0-1,0 0 1,1-1-1,0 0 1,1 0-1,1-1 1,0 0-1,0 0 1,1-1-1,1-1 1,0 0-1,0-1 1,1 0-1,0 0 1,1-2-1,-1 0 1,1 0-1,1-1 1,19 5-1,-12-6-98,0 0-1,0-2 1,0-1 0,0 0-1,0-2 1,0 0-1,0-2 1,0 0-1,0-1 1,0-2-1,0 0 1,-1-1-1,27-12 1,-33 11 80,0 0 1,-1 0 0,-1-2 0,1 1-1,-1-2 1,-1 0 0,1-1 0,-2 0-1,0 0 1,0-1 0,-1-1-1,0 0 1,-1 0 0,-1-1 0,0 0-1,-1 0 1,-1-1 0,0 0-1,5-18 1,-7 12-13,0 0 1,-1 0-1,-1 0 0,-1-1 0,-1 1 0,-1 0 0,-1-1 1,-1 1-1,-1 0 0,0 0 0,-2 0 0,0 1 0,-1 0 1,-2 0-1,0 1 0,-1 0 0,0 0 0,-27-33 1,12 21-604,-1 2 0,-1 1 0,-1 1 0,-2 2 0,0 0 0,-2 2 0,-1 2 1,0 1-1,-57-25 0,72 38-572,0 0 0,-23-5 0,-36 0-4158</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41.348"/>
    </inkml:context>
    <inkml:brush xml:id="br0">
      <inkml:brushProperty name="width" value="0.035" units="cm"/>
      <inkml:brushProperty name="height" value="0.035" units="cm"/>
    </inkml:brush>
  </inkml:definitions>
  <inkml:trace contextRef="#ctx0" brushRef="#br0">1 34 5825,'0'0'71,"0"0"1,1 1-1,-1-1 1,1 0-1,-1 1 1,1-1-1,-1 0 1,0 0-1,1 0 1,-1 1 0,1-1-1,-1 0 1,1 0-1,-1 0 1,1 0-1,0 0 1,-1 0-1,1 0 1,-1 0-1,1 0 1,-1 0 0,1 0-1,-1-1 1,1 1-1,-1 0 1,1 0-1,-1 0 1,0-1-1,1 1 1,-1 0-1,1 0 1,-1-1 0,1 1-1,-1 0 1,0-1-1,1 1 1,-1-1-1,0 1 1,1-1-1,1-2 4094,2 1-3700,1 1 0,-1-1 0,0 0 0,0 0 0,7-5 0,-10 6-107,2 0 1922,10-2-804,8-3 8680,1 24-8919,28 31-508,75 100 0,-27-30-718,-8-18-2762,140 123 1,-196-195 1351,52 41-4988,-60-50 169,-13-7-3910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41.583"/>
    </inkml:context>
    <inkml:brush xml:id="br0">
      <inkml:brushProperty name="width" value="0.035" units="cm"/>
      <inkml:brushProperty name="height" value="0.035" units="cm"/>
    </inkml:brush>
  </inkml:definitions>
  <inkml:trace contextRef="#ctx0" brushRef="#br0">945 98 8289,'25'-48'2453,"-20"38"-200,-6 8-1383,-1-1-1,1 0 1,0 1-1,-1-1 1,1 1-1,-1 0 1,0 0-1,-4-4 1,-4 2-377,0 1 1,0 1 0,0 0-1,-1 0 1,1 1 0,-1 1 0,1 0-1,-1 0 1,1 1 0,-1 0-1,-11 3 1,-1 1 57,1 1-1,0 1 1,0 1 0,1 1-1,0 1 1,-36 23-1,4 4-390,-52 48-1,41-31-1043,-130 107-5665,68-49-2408,35-24-2587</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42.021"/>
    </inkml:context>
    <inkml:brush xml:id="br0">
      <inkml:brushProperty name="width" value="0.035" units="cm"/>
      <inkml:brushProperty name="height" value="0.035" units="cm"/>
    </inkml:brush>
  </inkml:definitions>
  <inkml:trace contextRef="#ctx0" brushRef="#br0">372 50 9049,'25'-22'4400,"-25"17"-1149,-12-13-1584,7 14 5279,0 10-6577,0 0 0,0 0 1,1 1-1,0-1 0,0 1 0,1 0 0,0 1 1,0-1-1,0 0 0,1 1 0,0-1 1,0 11-1,-12 35 709,-193 629 363,160-491-4462,2-8-5041,33-129 1066,2-2-4573</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42.345"/>
    </inkml:context>
    <inkml:brush xml:id="br0">
      <inkml:brushProperty name="width" value="0.035" units="cm"/>
      <inkml:brushProperty name="height" value="0.035" units="cm"/>
    </inkml:brush>
  </inkml:definitions>
  <inkml:trace contextRef="#ctx0" brushRef="#br0">0 100 10733,'7'-15'6057,"0"-6"-4617,0 3-312,16 8-196,21-5-236,-1 6-136,14 6-128,10 0-192,3 0-224,14 3-408,0-3-612,6 6-716,-3-3-616,4 6-2605,3 9-3916</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59.428"/>
    </inkml:context>
    <inkml:brush xml:id="br0">
      <inkml:brushProperty name="width" value="0.05" units="cm"/>
      <inkml:brushProperty name="height" value="0.05" units="cm"/>
      <inkml:brushProperty name="color" value="#F6630D"/>
    </inkml:brush>
  </inkml:definitions>
  <inkml:trace contextRef="#ctx0" brushRef="#br0">482 66 3900,'0'0'8922,"-2"-1"-8529,0 0-297,-1 1 0,1-1 0,0 0 0,1 0 0,-1 0 0,0 0 0,0 0 0,0 0 0,0 0 0,1-1 0,-1 1 0,1-1 0,-1 1 0,1-1 0,0 0 0,-1 1 0,1-1 0,0 0 0,0 0 0,0 0 0,0 0 0,1 0 0,-1 0 0,0 0 0,0-6 2564,14-7-2263,-9 10 3402,-6 5-3779,0 1 1,1-1-1,-1 1 0,0 0 0,0 0 0,1 0 0,-1 0 0,1 0 0,-1 0 0,1 1 0,-1-1 0,1 0 0,0 1 1,0-1-1,-1 1 0,1-1 0,0 1 0,-1 1 0,1 2 30,0 0 0,0 0 0,0 1 1,0-1-1,1 0 0,0 9 0,-1-5 12,0-1-1,-1 1 1,0-1 0,0 0-1,-1 1 1,-6 12 0,-5 18 119,-19 52 173,8-19-252,17-53-71,1 1 0,-6 29 0,-7 14-1,2-5 30,15-49-54,1 0 0,-2 0 0,1-1 0,-1 1 0,-1-1 0,1 0 0,-8 10 0,9-14 6,0 0 0,1 1 0,-1 0 0,1-1 1,1 1-1,-3 5 0,4-6-17,-2-1 0,1 1 0,0-1 0,-1 0 0,1 1 0,-1-1 1,-2 3-1,-4 12 134,2 0-168,5-15-8,-2 3 145,0 1 0,0-1 0,1 0-1,0 1 1,-3 11 0,5-11-71,-1 0-1,1-1 1,0 1-1,1-1 1,-1 1-1,1-1 1,0 1-1,1-1 1,0 1-1,0-1 1,0 0-1,4 7 1,-5-12-24,-1 0-1,1 1 1,-1-1 0,1 0-1,-1 1 1,1-1 0,-1 1-1,0-1 1,0 0 0,0 1-1,0-1 1,0 1 0,0 1-1,2 18 70,7 7-32,-9-26 298,-1 1-271,-30 58 709,30-58-663,-9 15 94,7-12-115,1-1-15,0-1 1,0 1-1,0-1 0,1 1 1,-1 0-1,1-1 0,0 1 1,0 6-1,-20 15 458,9 0-384,11-24-84,-9 8 34,-12 26-17,21-34-55,0 1-10,-3 13-6,1-1 0,0 1 0,2-1 0,-1 31 1,2-42 22,-1-2-50,-9 23 117,1 0 0,1 0 0,-7 39 0,15-60-88,-1 2 5,-4 20 3,4-19-11,1-4-55,-2 6 131,-1 6-414,8-28-487,13-26-2558,-15 32 1667,1 0 0,-1 0 0,0 0 0,3-13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2:59.904"/>
    </inkml:context>
    <inkml:brush xml:id="br0">
      <inkml:brushProperty name="width" value="0.05" units="cm"/>
      <inkml:brushProperty name="height" value="0.05" units="cm"/>
      <inkml:brushProperty name="color" value="#F6630D"/>
    </inkml:brush>
  </inkml:definitions>
  <inkml:trace contextRef="#ctx0" brushRef="#br0">9 49 5000,'0'-1'65,"-1"1"0,1 0-1,-1 0 1,1 0 0,-1 0-1,1-1 1,0 1 0,-1 0-1,1 0 1,-1-1 0,1 1-1,0 0 1,-1-1 0,1 1-1,0 0 1,-1-1 0,1 1-1,0 0 1,0-1 0,-1 1-1,1-1 1,0 1 0,0-1-1,0 1 1,0 0 0,-1-1-1,1 1 1,0-1 0,0 1-1,0-1 1,0 1 0,0-1-1,6-9 8207,-4 13-7524,3 4-466,0 0 0,0 0 0,-1 0-1,0 1 1,0 0 0,-1-1 0,0 1 0,0 1 0,-1-1-1,2 12 1,1 14 200,0 45-1,-4-49-218,7 38 0,-1-20 10,8 33 197,-13-75-412,0 0-1,0 0 1,1 0 0,0 0-1,0 0 1,0 0 0,0-1 0,1 1-1,6 6 1,-6-9-38,-1-1-1,0 0 1,1 0 0,-1-1-1,1 1 1,-1-1 0,1 1 0,0-1-1,0-1 1,0 1 0,0 0-1,-1-1 1,1 0 0,0 0-1,0 0 1,0 0 0,0 0 0,0-1-1,0 0 1,-1 0 0,1 0-1,6-3 1,1 0 1,0 0 0,0-1 0,0 0 0,-1-1 0,0 0 0,15-11 0,14-19 27,-2-1 0,-1-2-1,34-48 1,79-134-4557,-148 219 4418,27-44-7522,-6 20 23</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01.437"/>
    </inkml:context>
    <inkml:brush xml:id="br0">
      <inkml:brushProperty name="width" value="0.05" units="cm"/>
      <inkml:brushProperty name="height" value="0.05" units="cm"/>
      <inkml:brushProperty name="color" value="#F6630D"/>
    </inkml:brush>
  </inkml:definitions>
  <inkml:trace contextRef="#ctx0" brushRef="#br0">16 1 4432,'0'0'5095,"-10"9"-3385,10-8-1648,-1-1 1,1 0-1,0 0 0,-1 0 0,1 1 1,0-1-1,-1 0 0,1 0 0,0 0 1,0 1-1,0-1 0,-1 0 0,1 1 1,0-1-1,0 0 0,0 0 1,-1 1-1,1-1 0,0 0 0,0 1 1,0-1-1,0 0 0,0 1 0,0-1 1,0 1-1,0-1 0,0 0 0,0 1 1,0-1-1,0 0 0,0 1 1,0-1-1,0 0 0,0 1 0,0-1 1,0 0-1,1 1 0,-1-1 0,0 0 1,0 1-1,0-1 0,1 0 0,-1 0 1,0 1-1,0-1 0,1 0 1,-1 1-1,20 4 2683,-14-4-3293,-3-1 1193,17 3-71,-17-4-440,1 1 0,0 1 0,-1-1 0,1 0 0,-1 1 0,1 0 1,-1 0-1,0 0 0,1 0 0,-1 0 0,0 1 0,1 0 0,-1-1 1,0 1-1,0 0 0,-1 0 0,1 1 0,0-1 0,-1 1 0,1-1 1,-1 1-1,0 0 0,0 0 0,0 0 0,3 6 0,2 1 10,1 0-1,0-1 1,1-1-1,0 1 1,0-1-1,14 9 1,0 1-23,23 17 20,1-3 0,2-1-1,101 45 1,-133-67-120,62 27 33,1-4 1,143 39 0,-182-60-60,-2 2-1,1 1 1,-2 3 0,0 1 0,-1 1 0,-1 3 0,55 41-1,-61-42 7,1-2 0,1-2 0,35 15-1,-25-12-17,40 12 33,-76-29-15,16 4-21,6-1 5,12 5 17,-36-10-22,27 14-2194,-30-17 2260,4-16-2100,-4 16 1553,-1 1-1,0-1 0,0 0 1,0 1-1,0-1 1,0 0-1,-1 1 0,1-1 1,0 1-1,-1-1 1,0 1-1,1-1 0,-1 1 1,0-1-1,-1-2 1,-6-11-7179</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01.813"/>
    </inkml:context>
    <inkml:brush xml:id="br0">
      <inkml:brushProperty name="width" value="0.05" units="cm"/>
      <inkml:brushProperty name="height" value="0.05" units="cm"/>
      <inkml:brushProperty name="color" value="#F6630D"/>
    </inkml:brush>
  </inkml:definitions>
  <inkml:trace contextRef="#ctx0" brushRef="#br0">543 0 6165,'-27'18'9214,"26"-15"-8192,-2 4-758,1 0-1,0 0 1,0 0 0,1 0 0,0 0-1,0 1 1,1-1 0,0 0 0,0 0-1,1 1 1,0-1 0,0 0 0,0 0-1,1 0 1,0 0 0,4 8 0,13 23-35,1-1 0,2-2 0,35 46 0,-56-79-224,0 0 0,-1 0-1,1 0 1,0 1-1,-1-1 1,1 0 0,-1 1-1,0-1 1,0 0-1,0 1 1,0 3 0,0-1 4,-1-3-8,1 1 0,-1-1 1,1 0-1,-1 1 0,0-1 0,0 0 1,0 1-1,-1-1 0,1 0 0,0 0 0,-1 0 1,1 0-1,-1 0 0,0-1 0,0 1 0,-3 2 1,-5 2 12,-1 0 1,0-1 0,0-1 0,-1 0 0,0 0 0,-15 2-1,-3 2 18,-351 83-1775,371-90 814,1 1 1,-1-2-1,0 1 1,-10-2 0,-9 1-3833,7 3-3131</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05.458"/>
    </inkml:context>
    <inkml:brush xml:id="br0">
      <inkml:brushProperty name="width" value="0.05" units="cm"/>
      <inkml:brushProperty name="height" value="0.05" units="cm"/>
      <inkml:brushProperty name="color" value="#F6630D"/>
    </inkml:brush>
  </inkml:definitions>
  <inkml:trace contextRef="#ctx0" brushRef="#br0">1842 1 5124,'0'0'11335,"-1"2"-10628,-3 2-236,-1 0 0,1 0-1,-1-1 1,0 1 0,0-1-1,0 0 1,-9 3 0,-18 12 458,2 4-375,-31 30 0,21-16-386,-110 109 326,6-5-298,47-50-217,-23 18 113,79-74-147,-121 91 134,97-78-134,24-17 36,33-23 8,-1 0 0,0-1 0,-12 7 0,-32 13 43,-1-2 0,-90 26 1,80-35 114,29-7-200,-46 16 0,70-19 50,0 0 1,0 0-1,0 1 0,0 0 1,1 1-1,0 0 0,-17 17 1,-44 61-95,1-2 72,12-37 43,56-44-129,-26-15-5031,26 11 3678</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05.803"/>
    </inkml:context>
    <inkml:brush xml:id="br0">
      <inkml:brushProperty name="width" value="0.05" units="cm"/>
      <inkml:brushProperty name="height" value="0.05" units="cm"/>
      <inkml:brushProperty name="color" value="#F6630D"/>
    </inkml:brush>
  </inkml:definitions>
  <inkml:trace contextRef="#ctx0" brushRef="#br0">406 0 7277,'-14'13'755,"10"-10"-482,0 1-1,1-1 0,-1 1 1,1 0-1,0-1 0,0 1 1,1 1-1,-1-1 0,1 0 1,0 1-1,-2 4 0,0-1 459,-1-1 0,1 0 0,-1 0 0,0 0 0,-9 9 0,-7 8 254,-77 139 1835,65-105-2405,3-6 116,-62 81 0,87-126-391,0 0 1,0 1-1,1-1 1,0 1-1,0 0 1,1 0-1,0 0 1,0 0-1,1 0 0,0 1 1,-1 15-1,3-21-30,20-3 26,-11 0-135,-1-2 0,0 1 0,0-1 0,0 0 0,-1-1 0,1 0 0,13-7 0,16-6-143,154-62-3159,-66 20-3965,-115 53 6342,59-26-7366</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03.769"/>
    </inkml:context>
    <inkml:brush xml:id="br0">
      <inkml:brushProperty name="width" value="0.05" units="cm"/>
      <inkml:brushProperty name="height" value="0.05" units="cm"/>
      <inkml:brushProperty name="color" value="#F6630D"/>
    </inkml:brush>
  </inkml:definitions>
  <inkml:trace contextRef="#ctx0" brushRef="#br0">2393 578 3820,'0'0'7252,"-2"-1"-6772,-23-13 2578,22 13-2635,-25-9 399,26 9-16,0-1-593,0-1-161,-1 1 0,1-1 0,-1 1 0,1-1 0,-1 1 0,0 0 0,0 0 0,0 0 0,0 1 0,0-1 0,0 1 0,0-1 0,-1 1 0,1 0 0,-7-1 0,3 0 14,0 0 1,0-1-1,-1 1 1,-7-6-1,-6-2 10,-31-7 142,-56-10-1,-9-4-145,-96-36 350,-162-59 1555,62 32-799,203 64-869,36 12-151,-34-10 47,95 25-181,0-1 0,0 1 0,-1 1 0,-18-1 0,28 3-7,1 0 1,-33 0 18,35 0-33,1 0 0,-1 0 0,1 0 0,-1 0 0,1 0 0,-1 0 0,1 0-1,-1 0 1,1 0 0,-1 0 0,1 0 0,-1 0 0,1 1 0,-1-1 0,1 0 0,-1 0-1,1 0 1,0 1 0,-1-1 0,1 0 0,-1 1 0,1-1 0,-1 1 0,-13 9-22,13-9 13,-1 2 24,-12 17 53,13-18-74,-1-1-551,-24 11 547,24-10 19,-1-1-18,2-1 3,-96 39 28,94-37-12,-58-8 124,45 3-123,12 3 5,0 0 2,-5 0-3,0-1 0,-1 0-1,1 0 1,-13-4-1,-32-13 107,51 17-114,0 0 20,-32-17 103,27 13-64,-1 0 0,1 1 0,-1 0 0,0 1 0,0-1 0,-12-1 0,-46-18 43,64 22 4,1 0-96,-51-24-3168</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04.157"/>
    </inkml:context>
    <inkml:brush xml:id="br0">
      <inkml:brushProperty name="width" value="0.05" units="cm"/>
      <inkml:brushProperty name="height" value="0.05" units="cm"/>
      <inkml:brushProperty name="color" value="#F6630D"/>
    </inkml:brush>
  </inkml:definitions>
  <inkml:trace contextRef="#ctx0" brushRef="#br0">540 22 7617,'-3'-3'1966,"1"1"-1550,0 0 0,0 1 0,-1-1 1,1 0-1,-1 1 0,1 0 0,-1-1 0,1 1 1,-1 0-1,0 0 0,1 1 0,-1-1 0,0 1 0,0-1 1,0 1-1,-5 0 0,3 1-149,0 0 1,0 0 0,0 0-1,0 1 1,0-1-1,0 1 1,1 1-1,-1-1 1,-7 6-1,-38 27 214,-48 45-1,13-10-421,57-47 45,-140 104 188,166-126-274,33 14-161,2-2 0,-1-2 1,50 12-1,105 7-5076,-119-17 550,4 9-2655</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07.001"/>
    </inkml:context>
    <inkml:brush xml:id="br0">
      <inkml:brushProperty name="width" value="0.05" units="cm"/>
      <inkml:brushProperty name="height" value="0.05" units="cm"/>
      <inkml:brushProperty name="color" value="#F6630D"/>
    </inkml:brush>
  </inkml:definitions>
  <inkml:trace contextRef="#ctx0" brushRef="#br0">1 668 4228,'0'0'6219,"2"-2"-5170,47-31 4375,-47 31-4952,1 1-67,13-9-129,1 1 0,1 1 0,-1 0 0,32-9 0,80-13-111,179-28 204,-202 36-416,124-31 414,203-43-30,-197 47-176,239-70-87,-133 12 191,-245 87-188,-16 1-73,-73 18-11,0-1 1,1 1 0,-1 0-1,1 1 1,14 1-1,-8-1 20,101 3-447,-112-3 212,-34 3-11170,0 0 5501</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07.360"/>
    </inkml:context>
    <inkml:brush xml:id="br0">
      <inkml:brushProperty name="width" value="0.05" units="cm"/>
      <inkml:brushProperty name="height" value="0.05" units="cm"/>
      <inkml:brushProperty name="color" value="#F6630D"/>
    </inkml:brush>
  </inkml:definitions>
  <inkml:trace contextRef="#ctx0" brushRef="#br0">339 55 7073,'-22'-15'1757,"17"12"-119,5 2-1464,-1 0 0,0 0 0,0 1 1,0-1-1,0 0 0,0 1 0,0-1 1,0 1-1,0-1 0,0 1 0,0-1 1,0 1-1,0 0 0,0-1 0,-1 1 1,0 0-27,1-1 0,0 1 0,0 0 0,0 0 0,0-1 0,0 1 0,0-1 0,0 1 0,0-1 0,0 0 0,0 1 0,0-1 1,0 0-1,0 1 0,0-2 0,0 1-22,1 0 1,-1 0 0,0 0-1,0 0 1,1 0 0,-1 0-1,0 0 1,0 1 0,0-1-1,0 0 1,0 1 0,0-1-1,0 0 1,-2 0 0,-5-5 3030,11 16-3072,1 0 0,0 0 0,0-1 0,1 1 0,6 8 0,-5-9-64,-1 0-1,0 1 0,0 0 0,-1 0 1,5 17-1,-6-11-17,-1 0 1,0-1-1,-2 1 0,1 0 0,-2 0 1,0 0-1,-1-1 0,-1 1 0,0-1 1,-1 1-1,-1-1 0,0 0 1,-1-1-1,-1 1 0,0-1 0,-1-1 1,0 1-1,-1-1 0,-1-1 1,0 1-1,0-2 0,-2 1 0,-17 13 1,10-8-182,13-11-324,-1 0 0,0 0 1,0 0-1,0-1 0,0 0 0,-1 0 0,0-1 1,0 0-1,0 0 0,-1-1 0,-14 4 0,-8-2-4212,-2 3-2781</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08.379"/>
    </inkml:context>
    <inkml:brush xml:id="br0">
      <inkml:brushProperty name="width" value="0.05" units="cm"/>
      <inkml:brushProperty name="height" value="0.05" units="cm"/>
      <inkml:brushProperty name="color" value="#F6630D"/>
    </inkml:brush>
  </inkml:definitions>
  <inkml:trace contextRef="#ctx0" brushRef="#br0">0 1703 5032,'0'0'11123,"4"-2"-10591,38-26 349,2 2 1,84-37 0,-48 26-314,7-10-208,-1-3-1,82-65 0,147-136-33,-252 199-289,16-14-5,10-9-65,193-125 1,-12 49 71,-158 89-37,150-111-1,-181 117-15,-38 28 12,54-47 0,-89 68 35,0 0 1,0-1-1,-1-1 1,0 1-1,0-1 0,-1-1 1,8-14-1,-13 21 34,-1-1-54,-6-31-41,6 31-52,-44-11-1799,26 13-966,0 1 0,-18 1-1,19 0-41,-8 0-2398</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08.687"/>
    </inkml:context>
    <inkml:brush xml:id="br0">
      <inkml:brushProperty name="width" value="0.05" units="cm"/>
      <inkml:brushProperty name="height" value="0.05" units="cm"/>
      <inkml:brushProperty name="color" value="#F6630D"/>
    </inkml:brush>
  </inkml:definitions>
  <inkml:trace contextRef="#ctx0" brushRef="#br0">1 7 5408,'4'-1'546,"0"-1"0,1 1-1,-1 0 1,0 1 0,1-1-1,-1 1 1,9 0 0,-9 21 1718,3 15-1056,1 0 0,2-1 1,18 41-1,52 97-1153,-73-158-42,26 44-1066,7 16-1317,-35-63 954,-2-1 0,1 0 0,1 13-1,-1 4-3450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09.704"/>
    </inkml:context>
    <inkml:brush xml:id="br0">
      <inkml:brushProperty name="width" value="0.05" units="cm"/>
      <inkml:brushProperty name="height" value="0.05" units="cm"/>
      <inkml:brushProperty name="color" value="#F6630D"/>
    </inkml:brush>
  </inkml:definitions>
  <inkml:trace contextRef="#ctx0" brushRef="#br0">71 1061 4356,'0'0'13520,"0"-3"-12836,2-36 873,2 0-1,12-49 1,-7 48-1078,-3-1-1,3-53 0,-9-3-150,-4 0 0,-4 1 0,-36-167-1,37 225-281,5 28-49,0 0 1,0-1-1,-1 1 1,0 0-1,-7-15 0,4 3-411,6 21 307,0 0 0,0 0 0,0 0 0,0 0 0,0 1 0,0-1 0,-1 0-1,1 0 1,0 0 0,0 0 0,-1 0 0,1 0 0,-1 0 0,1 1 0,-1-1 0,1 0 0,-1 0 0,1 1-1,-1-1 1,0 0 0,1 1 0,-1-1 0,0 1 0,0-1 0,1 1 0,-2-1 0,-9-5-396,8 5-12</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10.078"/>
    </inkml:context>
    <inkml:brush xml:id="br0">
      <inkml:brushProperty name="width" value="0.05" units="cm"/>
      <inkml:brushProperty name="height" value="0.05" units="cm"/>
      <inkml:brushProperty name="color" value="#F6630D"/>
    </inkml:brush>
  </inkml:definitions>
  <inkml:trace contextRef="#ctx0" brushRef="#br0">369 10 4500,'27'-9'10760,"-29"12"-10487,-1-1 0,1 1 0,-1-1 0,0 0-1,1 1 1,-7 2 0,-7 4 140,0-2 1,-26 9-1,1 0-149,-13 9-997,-54 35 0,38-26-6933,46-19 1108</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10.297"/>
    </inkml:context>
    <inkml:brush xml:id="br0">
      <inkml:brushProperty name="width" value="0.05" units="cm"/>
      <inkml:brushProperty name="height" value="0.05" units="cm"/>
      <inkml:brushProperty name="color" value="#F6630D"/>
    </inkml:brush>
  </inkml:definitions>
  <inkml:trace contextRef="#ctx0" brushRef="#br0">24 1 6937,'-23'6'1684,"43"-9"2364,-7 12-3420,4 3-172,3 0-40,14 12-80,-4-6-148,-3 0-384,-1 0-508,11-3-420,-7-3-2564,7 3-2309</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19.301"/>
    </inkml:context>
    <inkml:brush xml:id="br0">
      <inkml:brushProperty name="width" value="0.05" units="cm"/>
      <inkml:brushProperty name="height" value="0.05" units="cm"/>
      <inkml:brushProperty name="color" value="#F6630D"/>
    </inkml:brush>
  </inkml:definitions>
  <inkml:trace contextRef="#ctx0" brushRef="#br0">1138 430 5064,'-4'-5'442,"-3"-4"-39,5 2 2623,-22 7-1615,-30-6 559,51 6 362,-20-6-1367,21 6-848,-1-1 0,0 0 0,1 0 0,-1 0 0,1-1 0,-1 1 0,1-1 0,0 1 0,-1-1 0,1 0 0,0 0 0,0 0 0,0 0 0,1 0 0,-1 0 0,0-1 0,-1-4 0,1 5-53,0-1 0,1 1 0,-1-1 0,0 1 0,0-1 0,0 1 0,-1 0 0,1 0 1,0 0-1,-1 0 0,-4-2 0,-62-35 684,53 28-573,0 2 0,-1 0-1,-18-7 1,16 8-37,0 2 0,-1 0 0,0 1-1,-24-2 1,35 6-50,0 1-1,-1 0 1,1 1-1,0 0 1,0 0-1,0 1 1,0 0-1,0 1 1,0 0-1,1 0 1,-15 8-1,1 4 116,1 0-1,0 2 1,-18 19 0,-37 29 306,54-48-335,1 0 0,1 2-1,1 1 1,-21 26 0,7-1 209,1-4-122,2 2 0,2 1 0,1 1 0,-31 75 0,47-90-80,1 0-1,-7 39 1,15-54-121,0-1 0,1 1 0,1 0-1,0-1 1,1 1 0,0 0 0,5 18 0,-2-17-37,0 0 1,1 0-1,1 0 1,0-1-1,1 0 0,1 0 1,0-1-1,1 0 1,0 0-1,2-1 1,-1 0-1,21 18 0,8 5 20,-12-10-30,1-2 0,1 0 1,49 30-1,15 1 30,58 31-54,-93-58 15,1-2 0,1-3 0,1-3-1,0-2 1,2-4 0,81 10 0,-125-22 0,39 3 10,0-2-1,65-6 1,-78-2-15,0-1-1,66-19 1,-84 16-1,-1-1 0,1-1 0,-2-1 0,0-1 0,29-20 0,-35 20 21,0 0 0,-1-2 0,-1 0 0,-1-1 0,0-1-1,-1 0 1,-1-1 0,0 0 0,-2-1 0,0-1-1,-1 0 1,-1-1 0,12-33 0,-12 18 119,-2 0 1,-1-1-1,-2 0 0,-1 0 1,-2-43-1,-5-8 310,-15-93-1,-29-72 99,42 232-516,-1 0 0,-1 0 0,-1 1 0,-1 0 0,-1 0 0,-14-22 0,13 24-11,0 0-12,-1 1-1,-1 1 1,-1 0-1,0 0 1,-1 2-1,0 0 1,-1 1-1,-1 0 1,0 1-1,-20-10 1,-27-11 5,-108-39 0,37 18-68,11-8 109,109 56-53,-1 1 0,0 1 0,0 0-1,0 1 1,0 1 0,-1 0-1,1 1 1,-29 2 0,-13 4-7,-60 14 1,112-17 7,-48 7-55,1 2 0,0 3 0,1 2 0,-76 34 0,123-47-145,0 0 0,0 0 1,0 1-1,0-1 1,1 1-1,0 0 0,0 1 1,0-1-1,-6 9 0,-21 48-5475,21-40 2664,3 1-3070,10 4-3818</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19.981"/>
    </inkml:context>
    <inkml:brush xml:id="br0">
      <inkml:brushProperty name="width" value="0.05" units="cm"/>
      <inkml:brushProperty name="height" value="0.05" units="cm"/>
      <inkml:brushProperty name="color" value="#F6630D"/>
    </inkml:brush>
  </inkml:definitions>
  <inkml:trace contextRef="#ctx0" brushRef="#br0">1 534 8833,'1'-2'6595,"10"-9"-5588,0 0 0,0 0 0,1 1 0,1 1 0,-1 0 0,1 1 0,19-9 0,105-39 1109,-94 40-1446,229-78 870,164-68-4328,-383 138 1314,32-15-2277,-29 12-2528,-5-1-4255</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21.482"/>
    </inkml:context>
    <inkml:brush xml:id="br0">
      <inkml:brushProperty name="width" value="0.05" units="cm"/>
      <inkml:brushProperty name="height" value="0.05" units="cm"/>
      <inkml:brushProperty name="color" value="#F6630D"/>
    </inkml:brush>
  </inkml:definitions>
  <inkml:trace contextRef="#ctx0" brushRef="#br0">0 909 6693,'0'0'10503,"2"-3"-9273,2-5-371,-1 0 0,0 0 0,0 0 0,0-1 0,-1 1 0,-1-1 0,1 0 1,-2 0-1,1 0 0,-1-9 0,18 62-344,-8 43-168,-6-34-215,8 78 53,7 46-57,-18-175-127,-1 1 0,1-1 0,0 0 0,0 1 0,1-1 0,-1 0 0,0 0 0,1 0 0,0 0 0,1 2 0,1 0 12,1-2 10,15-8-20,-1-1 1,-1 0-1,0-1 1,0-1-1,0-1 1,20-16-1,97-84-24,-106 82 12,3 2-1,0 0 0,1 2 0,65-34 1,-87 53 2,1 0 1,0 1 0,0 0 0,0 1 0,0 1 0,13-2-1,-17 4-1,-1-1-1,0 2 0,1-1 0,-1 1 0,0 0 0,0 1 1,0-1-1,0 1 0,0 1 0,0-1 0,9 6 0,-4 0-57,0 1-1,-1 0 0,0 0 0,0 1 1,-1 1-1,-1 0 0,0 0 0,13 21 1,-21-30 46,9-5-230,1 1 113,-1-2 0,0 1 0,0-1-1,-1-1 1,10-6 0,22-9-793,-35 18 776,1 0-1,-1 0 0,0 1 0,1 0 0,0 0 1,-1 0-1,1 1 0,-1 0 0,1 0 1,12 3-1,2 1-340,41 16 1,1-1-102,-60-18 584,0-1 0,0 1 0,0-1 0,1 0 0,-1 0 0,0-1 0,0 1 0,0-1 0,0 1 0,1-1 0,-1 0 0,0 0 0,0 0 0,0-1 0,-1 1 0,1-1 0,0 0 0,0 0 0,-1 1 0,1-2 0,-1 1 0,4-4 0,3-5 3,1-1 0,-2 0 1,13-23-1,0 1 117,-16 27-91,1-1 0,0 1 0,0 0 0,1 1 0,0-1 0,0 2 0,0-1-1,15-8 1,-16 11-8,-1 1 0,1 0 0,0-1 0,0 2 0,0-1 0,0 1 0,1 0 0,-1 0 0,0 1 0,0 0 0,1 0 0,-1 0 0,0 1 0,8 1 0,21 8-23,0 2 0,0 1 0,41 22 0,-44-18-110,1-3 0,1-1-1,45 12 1,-58-20 37,0-1-1,1-1 1,-1-1-1,28-2 1,-39 0 73,0-2 0,0 1 0,-1-1 0,1-1 0,0 0 0,-1 0 0,0-1 0,0 0 0,0 0 0,0-1 0,10-8 0,-9 5 8,-2 1 1,1-1-1,-1-1 1,-1 1-1,1-1 1,-1-1-1,-1 0 1,0 0 0,7-15-1,-10 19 1,0 0-1,-1 0 1,0-1-1,0 1 1,-1-1-1,1 1 1,-1-1 0,-1 1-1,1-1 1,-1 0-1,0 1 1,-1-1-1,0 0 1,0 1-1,0-1 1,-1 1 0,0-1-1,-4-8 1,5 12 3,0 0 1,-1 1-1,1-1 0,-1 0 1,0 1-1,0 0 1,0-1-1,0 1 1,0 0-1,0 0 0,-1 0 1,1 1-1,-1-1 1,1 0-1,-1 1 1,0 0-1,1-1 0,-1 1 1,0 0-1,0 0 1,0 1-1,0-1 1,0 1-1,0-1 0,0 1 1,0 0-1,0 0 1,0 0-1,0 1 1,0-1-1,0 1 0,0 0 1,0-1-1,1 1 1,-1 0-1,0 1 1,0-1-1,-2 2 0,-3 1 4,2 0-1,-1 1 0,0 0 0,1 0 0,0 0 0,0 1 0,0-1 0,1 1 0,0 1 0,0-1 0,0 1 0,1 0 1,-5 11-1,6-11 2,1 1 0,1 0 0,-1 0 0,1-1 0,1 1 1,-1 0-1,1 0 0,1 0 0,-1 0 0,2 0 0,-1-1 1,1 1-1,0 0 0,0-1 0,1 1 0,0-1 0,7 13 1,-3-7-22,1-1 1,1 0 0,-1 0 0,2-1 0,-1 0 0,2-1-1,-1 0 1,2 0 0,11 7 0,-4-5-45,1-1 0,0-1-1,29 10 1,-37-16 40,10 5-10,1-2-1,1 0 1,-1-2 0,1-1 0,0 0 0,0-2 0,0-1 0,37-3 0,-42 1 23,0-2 1,0-1-1,0 0 1,-1-1 0,1-1-1,-1-1 1,0 0-1,-1-2 1,0 0 0,26-18-1,-32 18 23,-1 1-1,-1-1 0,0-1 0,0 0 1,-1 0-1,0-1 0,8-14 0,-14 22-7,1-2-1,-1 1 0,0 0 0,0 0 0,0-1 1,-1 1-1,1-1 0,-1 1 0,0-1 1,-1 0-1,1 1 0,-1-1 0,0 0 0,0 0 1,0 1-1,0-1 0,-1 0 0,0 0 0,0 1 1,0-1-1,-1 1 0,-4-9 0,5 10-1,-1 1 1,0 0-1,0 0 0,-1 0 0,1 0 0,0 0 0,-1 0 1,1 1-1,-1-1 0,1 1 0,-1-1 0,0 1 1,0 0-1,0 0 0,1 0 0,-1 1 0,0-1 0,0 1 1,0-1-1,0 1 0,0 0 0,0 0 0,0 1 0,0-1 1,0 1-1,0-1 0,0 1 0,0 0 0,0 0 0,-2 1 1,-7 3 1,0 0 0,0 0 0,1 2 1,0-1-1,-19 15 0,18-11-5,0 1 1,1 0-1,0 1 0,1 0 0,1 0 1,-9 15-1,14-23-3,2 1 1,-1 0 0,0 0-1,1 0 1,0 0-1,0 0 1,1 0 0,-1 1-1,1-1 1,0 1-1,1-1 1,-1 1 0,1-1-1,0 1 1,0-1-1,1 1 1,0-1 0,0 1-1,0-1 1,3 8-1,-2-10-10,-1 0 0,1 0 0,0 0-1,1 0 1,-1-1 0,0 1 0,1-1-1,-1 1 1,1-1 0,0 0 0,0 0-1,0 0 1,0-1 0,0 1-1,0-1 1,0 1 0,1-1 0,-1 0-1,1 0 1,-1 0 0,0-1 0,1 0-1,-1 1 1,1-1 0,5-1 0,9 0-89,0-1 0,0 0 0,30-10 1,-40 10 75,4-2 2,-1-1 0,1 0-1,-1 0 1,0-1 0,0-1 0,-1 0 0,0 0 0,0-1 0,-1 0 0,12-13 0,2-4-29,-2-2 0,30-46 0,-8-6-5,-3-2-1,47-137 0,-86 215 59,49-152 142,35-187 1,-76 297 43,-9 44-185,0 1 0,0 0 0,0 0 0,-1 0 0,1 0 1,0 0-1,0-1 0,0 1 0,0 0 0,0 0 0,-1 0 1,1 0-1,0 0 0,0 0 0,0 0 0,0 0 0,-1-1 1,1 1-1,0 0 0,0 0 0,0 0 0,0 0 0,-1 0 1,1 0-1,0 0 0,0 0 0,0 0 0,-1 0 0,1 0 1,0 0-1,0 0 0,0 0 0,0 1 0,-1-1 0,1 0 1,0 0-1,0 0 0,0 0 0,0 0 0,-1 0 0,1 0 1,0 0-1,0 1 0,0-1 0,0 0 0,-1 0 0,-8 6 59,5-3-43,0 1 0,0 0 1,1 0-1,-1 0 1,1 0-1,0 0 0,1 1 1,-1 0-1,1-1 1,0 1-1,-2 6 0,-15 64 119,13-46-93,-44 266 171,45-238-191,2 1 0,3-1 0,9 70 0,-4-98-13,2-1 0,1 0 1,1-1-1,23 50 0,-30-74-12,-1 0 1,1 0-1,-1 0 1,1 0-1,0 0 0,0-1 1,1 1-1,-1-1 1,0 1-1,1-1 1,-1 0-1,1 0 1,0 0-1,0 0 1,0 0-1,0-1 1,0 0-1,0 1 1,0-1-1,0 0 1,1 0-1,-1-1 1,0 1-1,1-1 1,-1 1-1,0-1 0,1 0 1,-1-1-1,1 1 1,-1 0-1,4-2 1,2 0 4,-1-1 0,1 0-1,-1 0 1,1-1 0,-1 0 0,-1-1 0,1 1 0,0-2 0,-1 1 0,9-9 0,75-71 62,-90 84-64,0 0 1,0 0 0,0 0 0,0 0-1,0 0 1,0 0 0,0 1-1,0-1 1,0 0 0,1 1 0,-1-1-1,0 1 1,0-1 0,1 1-1,-1-1 1,0 1 0,1 0 0,-1 0-1,0 0 1,1 0 0,-1 0 0,1 0-1,-1 0 1,3 0 0,-3 1 3,0 0 0,0 0 0,1 0 0,-1 0 0,0 0 0,0 1 0,0-1-1,0 0 1,0 1 0,-1-1 0,1 0 0,0 1 0,0-1 0,-1 1 0,1-1 0,-1 1 0,1 1 0,1 7-43,-1-1 0,0 0-1,0 1 1,-1-1-1,-1 13 1,-7 34-1660,-3 25-2574,11-25-2377,2-35 678</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21.607"/>
    </inkml:context>
    <inkml:brush xml:id="br0">
      <inkml:brushProperty name="width" value="0.05" units="cm"/>
      <inkml:brushProperty name="height" value="0.05" units="cm"/>
      <inkml:brushProperty name="color" value="#F6630D"/>
    </inkml:brush>
  </inkml:definitions>
  <inkml:trace contextRef="#ctx0" brushRef="#br0">1 1 4144,'0'0'2721</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22.334"/>
    </inkml:context>
    <inkml:brush xml:id="br0">
      <inkml:brushProperty name="width" value="0.05" units="cm"/>
      <inkml:brushProperty name="height" value="0.05" units="cm"/>
      <inkml:brushProperty name="color" value="#F6630D"/>
    </inkml:brush>
  </inkml:definitions>
  <inkml:trace contextRef="#ctx0" brushRef="#br0">105 604 5557,'-4'1'182,"1"1"-1,0-1 1,0 1 0,-1 0 0,1 1 0,1-1 0,-1 0 0,0 1 0,1 0 0,-1-1 0,1 1 0,0 0 0,0 0 0,0 0 0,0 1 0,0-1 0,1 0 0,-2 6 0,-15 25 1238,12-23-1143,1-1 0,1 1 1,0 1-1,1-1 0,0 0 1,0 1-1,-1 17 0,-1 2 724,5-28-356,0-2-639,0 1-1,0-1 1,0 1-1,1-1 1,-1 1-1,0-1 1,1 0-1,-1 1 1,1-1-1,0 1 1,-1-1 0,1 0-1,0 0 1,0 1-1,0-1 1,0 0-1,0 0 1,0 0-1,0 0 1,0 0-1,0 0 1,1 0 0,-1 0-1,0-1 1,1 1-1,-1 0 1,0-1-1,1 1 1,-1-1-1,1 0 1,-1 1-1,1-1 1,-1 0 0,1 0-1,-1 0 1,1 0-1,-1 0 1,1 0-1,1-1 1,6 1 3,1-2 0,-1 1 0,0-1 0,0 0-1,10-5 1,10-5 34,-1-2 0,-1-1 0,0-1 0,-2-1-1,0-1 1,0-2 0,-2 0 0,0-1 0,-2-2 0,32-42-1,-13 10 312,-4-1 0,-1-3 0,49-116 0,23-88 593,-105 261-872,4 38 81,12 106-156,-7-30-29,-8-98 30,0 0 0,0-1 0,2 1 0,-1-1-1,2 0 1,7 13 0,-7-17-74,1 1 1,0-2-1,0 1 0,1-1 1,1 0-1,-1-1 1,1 0-1,0 0 0,1-1 1,-1 0-1,1-1 0,1 0 1,-1-1-1,1 0 1,-1 0-1,1-1 0,0-1 1,0 1-1,0-2 0,1 0 1,-1 0-1,0-1 1,1 0-1,-1-1 0,0 0 1,21-6-1,183-61-3628,-24 7 1356,-189 60 2342,0 1 1,-1 0 0,1-1 0,0 1 0,-1 0 0,1 0 0,0 0 0,0 1 0,-1-1 0,1 0 0,0 1 0,-1-1 0,1 1-1,0-1 1,-1 1 0,1 0 0,-1-1 0,1 1 0,1 2 0,23 26-123,-1-3 26,-14-18 87,0-1 0,1-1-1,-1 0 1,2 0 0,-1-1-1,24 6 1,76 8 679,-98-17-489,-9-2-79,0 0 0,0 0-1,0-1 1,0 1 0,0-1 0,0 0 0,0 0 0,6-3-1,-5 2 120,62-16 291,31-10-3339,-94 24 268,1-11-779</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22.993"/>
    </inkml:context>
    <inkml:brush xml:id="br0">
      <inkml:brushProperty name="width" value="0.05" units="cm"/>
      <inkml:brushProperty name="height" value="0.05" units="cm"/>
      <inkml:brushProperty name="color" value="#F6630D"/>
    </inkml:brush>
  </inkml:definitions>
  <inkml:trace contextRef="#ctx0" brushRef="#br0">17 31 6429,'0'-3'698,"0"2"-586,0-1 0,0 1-1,0-1 1,0 1 0,0 0 0,0-1 0,0 1 0,-1 0 0,1-1 0,0 1 0,-1 0 0,1-1-1,-1 1 1,1 0 0,-1 0 0,-1-2 0,-9 0 9295,11 8-8504,34 448 2754,-32-436-3655,1-1-1,0 1 1,1 0 0,1-1-1,0 0 1,2 0 0,0-1-1,0 1 1,1-2-1,20 28 1,-24-38-48,1 0 1,-1-1-1,1 1 0,-1-1 1,1 0-1,0-1 0,0 1 1,1-1-1,-1 0 0,0 0 1,1-1-1,-1 0 0,1 1 1,-1-2-1,1 1 0,0-1 1,-1 0-1,1 0 0,0 0 1,-1-1-1,1 0 0,6-2 1,14-3-195,-1-2 0,1-1 0,32-16 1,-47 20 110,323-142-2649,-321 141 2741,1 1 0,-1 0-1,1 1 1,0 0-1,0 2 1,0-1-1,0 2 1,1 0 0,-1 0-1,1 1 1,-1 1-1,0 1 1,0 0 0,1 1-1,-1 0 1,-1 1-1,1 0 1,14 8 0,84 39-2971,-32-23-3417,-29-14 1454</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23.086"/>
    </inkml:context>
    <inkml:brush xml:id="br0">
      <inkml:brushProperty name="width" value="0.05" units="cm"/>
      <inkml:brushProperty name="height" value="0.05" units="cm"/>
      <inkml:brushProperty name="color" value="#F6630D"/>
    </inkml:brush>
  </inkml:definitions>
  <inkml:trace contextRef="#ctx0" brushRef="#br0">0 106 6305,'4'-18'2316,"9"6"-1412,1-3 312,2 6-832,4-3-48,-6 0-352,-1 3-332,1 0-744,-1 0-1884</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3.036"/>
    </inkml:context>
    <inkml:brush xml:id="br0">
      <inkml:brushProperty name="width" value="0.05" units="cm"/>
      <inkml:brushProperty name="height" value="0.05" units="cm"/>
      <inkml:brushProperty name="color" value="#F6630D"/>
    </inkml:brush>
  </inkml:definitions>
  <inkml:trace contextRef="#ctx0" brushRef="#br0">43 61 7017,'-1'8'107,"-3"19"1455,-1 0 1,-12 41 0,13-53-1017,0 0 0,1 1 0,1-1 0,0 1 0,1 0 0,2 18 0,1 3 1042,11 51-1,-13-85-245,3-3-1197,0 0-127,0-1 0,0 1 1,0-1-1,0 0 0,-1 0 1,1 0-1,0 0 0,0-1 0,-1 1 1,1-1-1,-1 1 0,3-3 1,-1 0 16,-1-1 0,0 1 1,0-1-1,-1 1 0,1-1 1,2-8-1,2-1 70,1 0 1,0 1-1,13-16 0,8-14 160,-18 28-238,1 0 1,0 1-1,1 1 1,18-15 0,-29 26-36,25-16-1201,-25 17 837,7-5 613,-8 6-420,1-1 1,-1 1-1,0-1 1,1 0-1,-1 0 1,0 0-1,1 0 1,-1 0-1,0 0 1,0 0-1,0 0 1,0 0-1,0-1 1,0 1-1,0 0 1,-1-1-1,1 1 1,0 0-1,0-3 1,2-9 163,-3 11 45,1-1 58,1-5 50,0-1 0,0 1 0,1 0 0,0 0 0,6-12 0,-7 18 47,-1-1-15,10-25-45,-10 25-170,0 1-610,0 1-95,7-17 893,-4 12-2614</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3.501"/>
    </inkml:context>
    <inkml:brush xml:id="br0">
      <inkml:brushProperty name="width" value="0.05" units="cm"/>
      <inkml:brushProperty name="height" value="0.05" units="cm"/>
      <inkml:brushProperty name="color" value="#F6630D"/>
    </inkml:brush>
  </inkml:definitions>
  <inkml:trace contextRef="#ctx0" brushRef="#br0">502 509 13065,'-23'-21'9223,"20"22"-8745,1 1 0,-1 0 0,1-1 0,0 1 1,-1 0-1,1 0 0,0 0 0,0 1 0,-2 3 0,2 0-197,1 0-1,0 0 1,0 0 0,1 0-1,-1 1 1,2 7-1,-2 9 226,-4 32 282,-3 0-1,-2 0 1,-23 66 0,-66 157-741,86-243-17,-167 348-30,95-214 0,72-143 0,12-25 0,2-5 0,21-38 0,139-257 0,-114 209 0,134-239 0,309-433 0,-487 759 0,21-31 0,1 2 0,2 1 0,1 1 0,59-49 0,-83 75 0,0 1 0,0 0 0,1 1 0,-1-1 0,1 1 0,0 0 0,0 0 0,0 1 0,0-1 0,0 1 0,0 0 0,0 0 0,1 1 0,-1-1 0,0 1 0,0 1 0,1-1 0,8 2 0,-9 0 0,0 0 0,-1 0 0,1 1 0,0-1 0,-1 1 0,1 0 0,-1 1 0,0-1 0,0 1 0,-1-1 0,1 1 0,-1 0 0,1 0 0,-1 1 0,-1-1 0,1 1 0,0 0 0,2 6 0,4 15 0,0 1 0,-1-1 0,-2 1 0,0 0 0,2 55 0,-5-6 0,-9 75 0,-11 26 0,-54 232 0,-74 169 0,84-349 0,54-200-458,1 1-1,1 0 1,-1 38 0,7-17-4316,6 2-5623,-3-28-2382</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3.686"/>
    </inkml:context>
    <inkml:brush xml:id="br0">
      <inkml:brushProperty name="width" value="0.05" units="cm"/>
      <inkml:brushProperty name="height" value="0.05" units="cm"/>
      <inkml:brushProperty name="color" value="#F6630D"/>
    </inkml:brush>
  </inkml:definitions>
  <inkml:trace contextRef="#ctx0" brushRef="#br0">1 188 14885,'17'-16'2345,"9"-11"-361,8 12-312,6 0-372,7 3-216,13 6-304,21-3-756,6 0-296,10 0-520,7 3-452,3-3-556,4-3-328,-11-9-697,-6 9-1519,-4 3-3341</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3.919"/>
    </inkml:context>
    <inkml:brush xml:id="br0">
      <inkml:brushProperty name="width" value="0.05" units="cm"/>
      <inkml:brushProperty name="height" value="0.05" units="cm"/>
      <inkml:brushProperty name="color" value="#F6630D"/>
    </inkml:brush>
  </inkml:definitions>
  <inkml:trace contextRef="#ctx0" brushRef="#br0">139 0 12341,'0'0'1803,"-10"10"1365,3-2-2275,1 0-1,0 0 1,0 1-1,1 0 1,0 0-1,1 0 1,0 1-1,0 0 1,1 0-1,-3 14 1,-1 15-26,-2 57 1,-1 1 438,-10 32-411,-6 227-1,26-353-886,0 1-1,0-1 0,0 1 1,0 0-1,1-1 0,-1 0 1,1 1-1,0-1 0,0 1 1,0-1-1,1 0 0,-1 0 1,1 1-1,0-1 0,-1 0 1,1 0-1,1-1 0,-1 1 1,0 0-1,1-1 0,-1 1 1,6 3-1,-4-5-3,-1 1 1,0-1-1,1 0 0,-1 0 1,1-1-1,-1 1 0,1-1 1,-1 0-1,1 0 0,-1 0 1,1 0-1,-1 0 1,1-1-1,-1 1 0,1-1 1,-1 0-1,0 0 0,1-1 1,-1 1-1,6-4 0,0 0-12,1-2 0,-1 1-1,0-1 1,0-1 0,-1 1-1,0-1 1,13-17 0,41-71-980,-24 36-383,48-79-2650,8-12-6826,-44 81-1096</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5.173"/>
    </inkml:context>
    <inkml:brush xml:id="br0">
      <inkml:brushProperty name="width" value="0.05" units="cm"/>
      <inkml:brushProperty name="height" value="0.05" units="cm"/>
      <inkml:brushProperty name="color" value="#F6630D"/>
    </inkml:brush>
  </inkml:definitions>
  <inkml:trace contextRef="#ctx0" brushRef="#br0">1 507 8345,'14'25'2110,"-12"-20"-73,18 17 4159,11-4-4457,-30-18-1682,0 0-1,0 1 1,0-1 0,0 0 0,0 0 0,0 0 0,0 0 0,0 0 0,0-1 0,0 1 0,0 0 0,-1 0 0,1-1 0,0 1 0,0 0 0,0-1 0,0 1 0,0-1 0,0 1 0,1-2 0,1 0 139,1 1-22,-1 0 1,1-1-1,0 0 1,-1 1-1,1-2 0,-1 1 1,1 0-1,-1-1 1,0 1-1,0-1 1,0 0-1,0 0 1,-1 0-1,1 0 1,-1-1-1,0 1 1,2-5-1,-1 1 49,-1 0 0,0 0-1,0-1 1,-1 1 0,0 0 0,0 0 0,0-1 0,-1 1-1,-1-9 1,0 4 19,2 3-63,-2 0 1,1 0-1,-1 0 1,0 0-1,-1 1 1,0-1-1,-1 0 1,0 1-1,0-1 1,0 1-1,-7-11 1,9 18-126,0-1 0,0 1 1,0 0-1,0-1 0,0 1 1,0 0-1,0 0 1,-1 0-1,1 0 0,0 0 1,-1 0-1,1 0 0,-1 0 1,1 1-1,-1-1 0,1 0 1,-1 1-1,1-1 0,-1 1 1,0 0-1,1-1 0,-3 1 1,1 1-15,1-1 0,0 1-1,0-1 1,0 1 0,0 0 0,0 0 0,0 0 0,0 0 0,0 0 0,0 1-1,0-1 1,0 1 0,1-1 0,-3 3 0,-2 3 28,0 0 0,1 0-1,0 0 1,1 1 0,0 0 0,0 0 0,-5 16 0,4-5-97,0 1 1,2 0-1,0 1 0,1-1 1,2 0-1,0 1 1,5 38-1,-3-45-373,1 0 0,0 0 0,1 0 0,1 0 0,0-1 0,1 0 0,1 0 0,0 0 0,0-1 0,1 0 0,18 20 0,-5-12-1523,0-2-1,1 0 1,25 14-1,-39-27 1255,-5-3 207,1 0-1,-1 0 0,1 0 1,-1-1-1,1 0 1,0 1-1,0-1 0,0 0 1,0-1-1,-1 1 0,5-1 1,-2 0 192,-1 0 1,1-1 0,-1 1-1,1-1 1,-1 0-1,1-1 1,6-2 0,-6 1 312,1 0 0,-2 0 1,1 0-1,0-1 1,-1 0-1,0 0 1,1 0-1,-2-1 1,1 1-1,0-1 0,-1-1 1,0 1-1,5-8 1,39-90 2206,-31 64-1458,1 1 0,2 1 1,25-34-1,-36 58-443,2 0 0,0 0 0,0 1 0,1 0 0,0 1 0,24-16 0,-33 25-276,1 0 0,-1 1 0,1-1-1,-1 1 1,1-1 0,0 1 0,0 0-1,0 0 1,0 1 0,0-1 0,-1 1-1,1 0 1,0 0 0,6 1 0,-6 0-27,0 0 0,-1 0 0,1 1 0,0 0 0,-1 0 0,0 0 0,1 0 0,-1 0 0,0 1 0,0-1 0,0 1 0,0 0 0,0 0 0,-1 0 0,0 0 0,1 0 1,1 5-1,0-1-7,0 0 1,0 1-1,-1-1 1,-1 1-1,1-1 1,-1 1-1,0 0 1,-1 0-1,0 0 1,0 0 0,0 0-1,-1 0 1,-2 9-1,0 3 445,-2 0 1,-1-1-1,0 0 0,-9 19 1,13-34 1625,5-6-2022,0 0 0,0 0-1,0 0 1,0 0-1,-1-1 1,1 0-1,-1 1 1,0-1 0,5-6-1,4-2 15,15-8-406,1 1 0,0 2-1,2 0 1,35-12-1,53-29-834,-9-7-153,-3-6 1,126-107-1,-211 157 1152,29-36 1,-31 33 110,25-22 0,-45 43 52,0-1 0,1 1 0,-1 0 1,-1-1-1,1 1 0,0 0 0,0 0 1,-1 0-1,1 0 0,-1 0 1,-3-2-1,3 4-17,0-1 1,-1 1-1,1 1 1,-1-1-1,1 0 1,-1 1-1,1-1 1,0 1-1,-1 0 1,1-1-1,0 1 1,0 0-1,0 1 1,-1-1-1,1 0 1,0 0-1,0 1 1,-2 2-1,-38 35 74,36-32-72,-5 4-101,0 1 1,1 1-1,1 0 0,0 0 0,-13 26 1,8-6-1538,-15 51 0,28-78 1464,0 0 0,0 1 0,0-1-1,1 0 1,0 1 0,0-1 0,1 1 0,-1-1 0,1 0 0,1 1 0,-1-1 0,1 0 0,0 0-1,1 0 1,4 8 0,-5-12 179,-1-1-1,1 1 0,0-1 1,0 1-1,1-1 0,-1 0 1,0 0-1,0 0 0,1 0 1,-1 0-1,4 1 0,-3-1 58,-2-1-46,0 0 0,0 1-1,0-1 1,1 0-1,-1 0 1,0 0 0,0 0-1,0 0 1,0 0-1,0 0 1,0-1 0,0 1-1,1 0 1,-1 0-1,0-1 1,0 1 0,0-1-1,2 0 1,0-1 40,9-3 9,1 0 0,-1-1-1,0 0 1,0-1 0,-1-1 0,0 1 0,0-2-1,10-11 1,32-22 37,-16 15-202,-1-1 0,-1-2 0,41-48 0,13-19 2499,-87 95-1846,-3 6-21,-49 228 1724,40-173-2065,3 1-1,1 92 1,7-79-107,-1-25 6,8 62 1,-7-106-76,6-26-96,4-4-98,1 1 0,1 0-1,1 0 1,2 2 0,25-32 0,103-100-1689,-122 132 1685,-14 15 74,1 0-1,0 0 1,1 1 0,-1 0-1,1 0 1,16-7-1,-25 14 120,0-1 0,-1 1 0,1-1 0,0 1 0,0-1-1,0 1 1,0-1 0,0 1 0,0 0 0,0-1 0,0 1 0,0 0 0,0 0-1,-1 0 1,1 0 0,0 0 0,0 0 0,0 0 0,0 0 0,0 0-1,0 0 1,0 1 0,0-1 0,0 0 0,0 1 0,0-1 0,0 1-1,0-1 1,0 1 0,-1-1 0,1 1 0,0-1 0,0 1 0,-1 0 0,1-1-1,0 1 1,-1 0 0,1 0 0,-1 0 0,1 0 0,-1-1 0,1 1-1,-1 0 1,0 0 0,1 0 0,-1 0 0,0 0 0,0 0 0,0 0-1,1 1 1,-1 5 57,1 1 0,-1-1 0,0 0-1,0 0 1,-3 13 0,-7 34 237,-3 0 0,-2 0 0,-30 68 1,31-92-256,-2 1 1,-1-2-1,-1 0 1,-25 29-1,-96 96 141,130-144-211,8-8 95,4-4-46,32-23-23,32-22-432,100-93 1,-44 17-716,149-190 1,-91 74 2854,-168 224 1146,-14 18-2041,-9 23 117,6-18-720,1 1 0,0-1 1,1 1-1,-1 0 1,2-1-1,-2 15 0,3-9-191,0 0 0,0 0-1,2-1 1,0 1-1,0 0 1,6 17 0,-5-23-333,0 0 1,1 0 0,0 0 0,0 0 0,1-1 0,0 1 0,0-1 0,1 0-1,0-1 1,0 1 0,10 7 0,12 6-4556,56 31 0,-10-10-4774</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5.909"/>
    </inkml:context>
    <inkml:brush xml:id="br0">
      <inkml:brushProperty name="width" value="0.05" units="cm"/>
      <inkml:brushProperty name="height" value="0.05" units="cm"/>
      <inkml:brushProperty name="color" value="#F6630D"/>
    </inkml:brush>
  </inkml:definitions>
  <inkml:trace contextRef="#ctx0" brushRef="#br0">222 454 11481,'-16'25'3672,"2"1"1,0 1-1,-16 44 0,17-30-755,-15 80-1,-2 214-2478,28-275-112,1 131-326,3-157 0,2 0 0,1 0 0,14 50 0,-18-82-70,-1 1-1,1 0 1,0 0-1,0-1 1,0 1 0,0 0-1,0-1 1,1 1-1,-1-1 1,1 1-1,0-1 1,-1 0 0,1 0-1,0 0 1,0 0-1,1 0 1,-1 0 0,0 0-1,0-1 1,1 1-1,-1-1 1,1 0-1,0 0 1,-1 0 0,1 0-1,0 0 1,0 0-1,-1-1 1,1 1 0,0-1-1,0 0 1,0 0-1,0 0 1,0 0-1,-1 0 1,1-1 0,0 0-1,0 1 1,3-2-1,1-1-125,0 0-1,0 0 1,0-1-1,0 0 1,0 0-1,-1-1 0,0 0 1,0 0-1,0 0 1,-1-1-1,1 0 1,-1 0-1,4-7 0,-3 2 56,0-1 0,-1 1-1,0-1 1,-1 0-1,0-1 1,-1 1-1,0-1 1,-1 1-1,-1-1 1,1-22-1,-4-9-148,-13-78 0,9 79 213,-12-50 59,-5 1 1,-34-92-1,35 118 303,-8-16-55,16 48-18,2 0 0,1-1-1,2-1 1,-7-49 0,15 76-183,1-1 1,0 1 0,0-1 0,1 0 0,0 1-1,0-1 1,1 1 0,0 0 0,1-1 0,0 1-1,1 0 1,0 1 0,0-1 0,1 1 0,0 0-1,0 0 1,1 0 0,0 0 0,0 1 0,1 0-1,11-9 1,4 0-83,1 1-1,0 0 1,1 2-1,26-11 1,107-36-296,-151 58 342,42-14-49,1 3-1,0 1 1,1 3-1,0 2 1,1 2-1,52 2 0,-94 3 115,1 0-1,-1 1 0,0 1 0,1 0 1,11 4-1,-16-5 1,-1 1 0,0 0-1,0 0 1,0 0 0,0 1 0,-1-1 0,1 1 0,-1 0 0,0 0-1,1 0 1,3 6 0,-4-4 40,1 0-1,-2 0 1,1 1 0,0-1-1,-1 1 1,0 0 0,0 0-1,-1 0 1,2 10 0,-2 2 140,0 0 0,-1-1 0,-1 1 0,-3 18 0,0-6 44,-6 43 477,-2-1 0,-4-1 1,-38 108-1,0-44-708,-74 130 0,-88 116-48,-79 156-7,241-422 4,5 2 0,-52 190 0,95-281 8,0 0 0,2 1 0,1 0 0,0 47 0,4-65-17,-1 1 1,2-1-1,0 1 1,0-1-1,1 0 1,0 0-1,6 13 1,-7-17-23,1 0 0,1 0 1,-1 0-1,1 0 0,0-1 1,0 0-1,0 1 0,0-2 1,1 1-1,-1 0 0,1-1 0,0 0 1,7 3-1,1-1-260,0 0-1,0-1 1,1-1 0,0 0-1,-1-1 1,1 0 0,0-1-1,0-1 1,27-3 0,-1-2-533,-2-1-1,52-16 1,5-9-1241,-2-3-1,108-56 1,166-112-5150,-219 118 3021,-14 8-2140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6.923"/>
    </inkml:context>
    <inkml:brush xml:id="br0">
      <inkml:brushProperty name="width" value="0.05" units="cm"/>
      <inkml:brushProperty name="height" value="0.05" units="cm"/>
      <inkml:brushProperty name="color" value="#F6630D"/>
    </inkml:brush>
  </inkml:definitions>
  <inkml:trace contextRef="#ctx0" brushRef="#br0">737 951 12073,'-6'-9'644,"-1"0"0,0 1-1,0-1 1,-1 1 0,0 1-1,-9-7 1,13 11-334,0 0 1,-1 1-1,1 0 0,0 0 1,-1 0-1,1 1 0,-1 0 1,0 0-1,1 0 0,-1 0 0,0 0 1,0 1-1,0 0 0,1 0 1,-1 1-1,0-1 0,-8 3 1,-9 3 50,1 1 1,-1 1-1,1 1 1,1 1-1,0 0 1,0 2 0,-28 22-1,-121 114-657,95-78-851,49-48 639,1-2-170,2 1 0,0 1 0,-32 43 1,52-63 535,7-3 4,45-19 166,0-1 1,74-45-1,-45 23-204,180-95-2110,-220 121 2275,-35 16 668,-4 1-608,1 1 0,0-1 0,0 1 0,-1 0 1,1-1-1,0 1 0,-1 0 0,1 0 0,-1-1 0,1 1 1,-1 0-1,1 0 0,-1 0 0,0 0 0,1 0 0,-1-1 1,0 1-1,0 0 0,1 0 0,-1 0 0,0 0 0,0 0 1,0 0-1,0 0 0,0 0 0,-1 0 0,1 0 1,0 0-1,0 0 0,-1 0 0,1 0 0,0-1 0,-1 1 1,1 0-1,-1 0 0,1 0 0,-1-1 0,0 2 0,-27 36 730,24-33-564,-60 61 1003,47-50-954,0 0 0,1 1 0,1 1 0,-14 22 0,27-38-254,1-1 1,0 1 0,0 0-1,0 0 1,0 0 0,0-1-1,0 1 1,1 0-1,-1 0 1,0 0 0,1 0-1,0 0 1,-1 0 0,1 0-1,0 0 1,0 0-1,0 0 1,0 0 0,1 1-1,-1-1 1,0 0 0,1 0-1,-1 0 1,1-1-1,0 1 1,0 0 0,0 0-1,0 0 1,0 0-1,0-1 1,0 1 0,1-1-1,-1 1 1,0-1 0,1 1-1,0-1 1,-1 0-1,1 1 1,0-1 0,-1 0-1,1 0 1,0 0 0,2 0-1,4 2-48,-1 0 0,1-1-1,-1 0 1,1-1 0,0 0-1,0 0 1,0-1 0,0 1-1,0-2 1,12-1 0,-5-1-52,-1 0 0,0-1-1,0-1 1,0 0 0,-1-1 0,1 0 0,-1-2 0,16-11 0,-8 4 22,-2-2-1,0 0 1,-1-1 0,17-23 0,133-178-140,-141 181 185,53-56 0,-63 76 12,1 1 0,1 1 0,0 1 0,39-23-1,-50 35 10,1 0-1,0 0 0,0 1 1,0 0-1,0 0 0,0 1 1,1 1-1,-1-1 0,11 2 1,-9-1-2,-10 0 5,-1 0-1,0 0 0,1 0 0,-1 0 1,1 0-1,-1 0 0,0-1 1,1 1-1,-1 0 0,0 0 0,1 0 1,-1 0-1,0 1 0,1-1 1,-1 0-1,1 0 0,-1 0 0,0 0 1,1 0-1,-1 0 0,0 0 1,1 1-1,-1-1 0,0 0 0,0 0 1,1 1-1,-1-1 0,0 0 0,0 0 1,1 1-1,-1-1 0,0 1 1,23 21 7,-22-20-36,1-1 0,0 0 1,-1 1-1,1-1 0,0 0 0,0 0 0,0 0 0,0-1 0,0 1 0,0 0 0,0-1 0,0 1 0,0-1 0,0 1 0,0-1 0,3 0 0,-1-1-38,-1 0 1,0 0-1,1 0 1,-1 0-1,0-1 0,0 1 1,0-1-1,0 0 1,4-3-1,39-32-363,-1-3 1,60-66-1,-30 27 477,178-218 1591,-159 178-777,-68 91-598,-20 23 96,0-1 0,-1 1 0,0-1 0,0 0-1,5-11 1,-38 90 531,-32 95 78,49-128-875,2 0-1,2 0 1,1 1 0,0 55 0,6-82-187,1 0 1,0 1-1,1-1 1,0 0-1,1 0 1,1 0-1,0 0 1,1-1-1,1 0 1,0 0-1,0 0 1,1-1-1,1 1 1,0-2-1,1 1 1,10 10-1,-17-20 61,0 0 0,1 0 0,-1 0 0,0 0 0,1 0 0,-1 0 0,1-1 0,0 1 0,-1-1 0,1 0 0,0 0 0,0 0 0,0 0 0,0 0 0,0-1 0,0 1 0,0-1 0,0 0 0,0 0 0,0 0 0,0 0 0,0 0 0,0-1 0,0 0 0,0 1 0,0-1 0,0 0 0,0 0 0,0-1 0,-1 1 0,6-3 0,3-5-24,0 1 0,0-2-1,-1 1 1,0-2 0,11-15-1,-17 22 39,-7 18-184,-16 30-259,-3 8-655,-16 65-3141,16-36-1694,22-81 5945,-23 84-9353</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7.799"/>
    </inkml:context>
    <inkml:brush xml:id="br0">
      <inkml:brushProperty name="width" value="0.05" units="cm"/>
      <inkml:brushProperty name="height" value="0.05" units="cm"/>
      <inkml:brushProperty name="color" value="#F6630D"/>
    </inkml:brush>
  </inkml:definitions>
  <inkml:trace contextRef="#ctx0" brushRef="#br0">258 72 15497,'-20'-60'3250,"16"48"4500,1 16-5906,-5 5-1324,1 0-1,1 0 0,-1 1 0,2 0 1,-1 1-1,-6 19 0,-21 79 251,20-64-749,-60 241-104,37-93-2764,25-124-1397,-2 112 0,14-170 3290,0-1 0,1 1 0,0-1 0,0 0 0,7 15 0,-2-2-726,-7-23 1663,0 1 0,0-1 0,0 0 0,0 0 0,0 0-1,0 0 1,0 0 0,0 0 0,0 1 0,0-1 0,0 0 0,0 0-1,0 0 1,0 0 0,1 0 0,-1 0 0,0 1 0,0-1-1,0 0 1,0 0 0,0 0 0,0 0 0,0 0 0,0 0 0,0 0-1,0 0 1,1 1 0,-1-1 0,0 0 0,0 0 0,0 0 0,0 0-1,0 0 1,0 0 0,1 0 0,-1 0 0,0 0 0,0 0 0,0 0-1,0 0 1,0 0 0,0 0 0,1 0 0,-1 0 0,0 0-1,0 0 1,0 0 0,0 0 0,0 0 0,1 0 0,-1 0 0,0 0-1,0 0 1,0 0 0,0-1 0,0 1 0,4-1-62,1 0 0,-1 0 0,0 0 0,0-1 0,-1 1 0,1-1 0,0 0 0,0 0 0,-1-1 0,1 1 0,-1-1 0,0 0 0,0 1 0,0-2 0,4-4 0,28-36-13,2 2 0,1 1 1,53-42-1,-69 65 325,1 1 0,0 1 1,2 1-1,0 1 0,0 1 1,1 1-1,1 1 0,33-8 1,-48 16 177,0 1 0,0 0 1,22 1-1,-31 0-324,-1 1 1,1 0-1,-1 0 0,0 1 0,1-1 0,-1 0 0,1 1 0,-1-1 1,0 1-1,1 0 0,-1 0 0,0 0 0,0 0 0,0 0 0,1 1 0,-1-1 1,-1 1-1,1-1 0,0 1 0,0 0 0,0-1 0,-1 1 0,3 4 1,-4-5-26,1 1 0,-1 0 1,0-1-1,0 1 0,0 0 0,0 0 1,0-1-1,0 1 0,0 0 1,0 0-1,-1-1 0,1 1 1,-1 0-1,0-1 0,1 1 1,-1 0-1,0-1 0,0 1 1,0-1-1,0 1 0,-1 0 1,-27 29 702,-9-1 68,-61 38-1,95-65-798,1-1 0,0 0-1,0 1 1,0 0 0,0 0 0,1 0-1,-1 0 1,1 0 0,-3 5-1,2-3 28,3-4-54,0 0 0,0-1 0,0 1 0,1 0 0,-1 0 0,1 0 0,-1-1 0,0 1 0,1 0 0,-1-1 0,1 1 1,0 0-1,-1-1 0,1 1 0,0-1 0,-1 1 0,1-1 0,0 1 0,-1-1 0,2 1 0,-1 0 7,3 1-8,1 1 0,0-1 0,-1 0 0,1 0 0,0-1 0,0 1 0,0-1 1,0 0-1,10 0 0,51 2 17,-58-3-17,45-3 14,-43 1-15,0 1 1,1 1-1,0-1 1,-1 2-1,1 0 0,18 4 1,-26-5 4,0 0 0,-1 0 0,1 0 0,0 0-1,0-1 1,-1 1 0,1-1 0,0 1 0,-1-1 0,6-2 0,0 0-5,20-4 6,0-1 1,-1-1-1,37-18 1,-53 21-58,-1 0 0,1-1 1,-1 0-1,0 0 0,0-1 0,-1-1 0,0 1 1,-1-2-1,0 1 0,11-17 0,8-21-217,-16 27 187,0 0 1,1 1 0,1 1 0,1-1 0,1 2-1,19-19 1,-25 30 66,0 0-1,0 1 1,1 0-1,-1 0 1,1 1-1,0 0 1,1 1-1,-1 0 1,1 1-1,-1 0 1,19-1-1,8 2 124,73 7 0,-83-3 85,-19-3-100,0 2 0,0-1 0,0 1 0,-1 0 0,1 0 0,-1 1 0,0 0 0,1 1 0,-1-1 0,12 10 0,-16-11-61,0 1 0,0-1 1,0 1-1,-1 0 0,1 0 0,-1 0 1,0 0-1,1 0 0,-1 0 1,-1 1-1,1-1 0,0 1 1,-1 0-1,0-1 0,0 1 1,0 0-1,0 0 0,-1-1 1,1 1-1,-1 0 0,0 0 0,0 0 1,-2 7-1,0 5-255,-1-1-1,-9 26 1,11-39-11,0 0 0,0 0 0,1 0 0,-1 0 0,1 0 0,-1 0 0,1 0 1,0 0-1,0 0 0,0 0 0,0 0 0,0 0 0,1 0 0,-1-1 0,1 1 0,-1 0 0,1 0 0,-1 0 0,1 0 0,0 0 0,0 0 0,0-1 0,0 1 1,0 0-1,1-1 0,-1 1 0,0-1 0,1 0 0,-1 1 0,1-1 0,-1 0 0,1 0 0,0 0 0,-1 0 0,1 0 0,0 0 0,0 0 0,0 0 0,3 0 1,45 6-9890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8.190"/>
    </inkml:context>
    <inkml:brush xml:id="br0">
      <inkml:brushProperty name="width" value="0.05" units="cm"/>
      <inkml:brushProperty name="height" value="0.05" units="cm"/>
      <inkml:brushProperty name="color" value="#F6630D"/>
    </inkml:brush>
  </inkml:definitions>
  <inkml:trace contextRef="#ctx0" brushRef="#br0">1 812 5080,'2'0'1548,"29"5"1422,-28-4-625,1-1-1430,14 0-79,0-1 0,1 0 1,-1-2-1,34-8 0,-44 8-642,1 0 0,-1 0 0,0-1 0,0 0-1,0-1 1,-1 1 0,0-1 0,0-1 0,0 1 0,0-1-1,-1-1 1,8-9 0,7-15 231,-3 0 0,0-1 0,-2-1 0,16-48 0,20-38 48,114-165 297,-113 199-250,-51 81-364,1 1 0,-1-1 0,1 1 0,0 0 0,0-1 0,0 1 0,1 1 0,3-4 0,-6 6-120,-1-1 0,1 1 0,-1 0 0,0-1 0,1 1 0,-1 0 0,1 0 0,-1 0 0,1 0 0,-1-1 0,1 1 0,-1 0 0,1 0 0,-1 0 0,1 0 0,-1 0 0,1 0 0,-1 0 0,1 0 0,-1 1 0,1-1 0,-1 0 0,1 0 0,0 1 0,0-1 6,-1 1 0,1 0 0,-1 0 0,1-1 0,-1 1 0,0 0 0,1 0 0,-1 0 0,0 0 0,0 0 0,1-1 0,-1 1 0,0 0 0,0 0 0,0 0 0,0 0 0,0 0-1,-1 1 1,-3 39 492,-3 0-1,-1-1 1,-27 76-1,-7 29-535,-2 111-3228,21-110-1189,7-21-4548,15-67-113</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8.330"/>
    </inkml:context>
    <inkml:brush xml:id="br0">
      <inkml:brushProperty name="width" value="0.05" units="cm"/>
      <inkml:brushProperty name="height" value="0.05" units="cm"/>
      <inkml:brushProperty name="color" value="#F6630D"/>
    </inkml:brush>
  </inkml:definitions>
  <inkml:trace contextRef="#ctx0" brushRef="#br0">1 338 11341,'57'-100'1820,"-24"61"-256,4 3-256,3 0-319,17 6-397,7 6-644,10-4-968,9 4-717,18 12-2535,6 3-3277</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8.659"/>
    </inkml:context>
    <inkml:brush xml:id="br0">
      <inkml:brushProperty name="width" value="0.05" units="cm"/>
      <inkml:brushProperty name="height" value="0.05" units="cm"/>
      <inkml:brushProperty name="color" value="#F6630D"/>
    </inkml:brush>
  </inkml:definitions>
  <inkml:trace contextRef="#ctx0" brushRef="#br0">132 235 8945,'122'-138'3793,"-102"116"-1536,1 1 1,41-31-1,-60 50-675,0 6-703,-1-1-741,1 1 1,-1 0-1,-1 0 0,1 0 0,0 0 0,-1 0 0,0 0 0,0 0 0,0 1 0,0-1 1,-1 0-1,0 0 0,-2 7 0,-23 59 1020,10-31-507,3 3-232,3-1-1,1 1 1,2 0 0,1 1 0,2 85 0,32 215 499,-25-320-870,5 92-207,-7-99-93,-2 0 1,0 0 0,-1 0 0,-1-1 0,-5 19 0,7-30 121,0-1 0,-1 1 0,0 0 0,0-1 0,0 1 0,0-1 0,-1 0 0,1 0 0,-1 0 0,0 0 0,1 0 0,-7 4 0,-6 4-1010,-1 0 1,-1-1-1,-25 11 0,20-11-2306,-36 10 1,-33 2-7958</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9.075"/>
    </inkml:context>
    <inkml:brush xml:id="br0">
      <inkml:brushProperty name="width" value="0.05" units="cm"/>
      <inkml:brushProperty name="height" value="0.05" units="cm"/>
      <inkml:brushProperty name="color" value="#F6630D"/>
    </inkml:brush>
  </inkml:definitions>
  <inkml:trace contextRef="#ctx0" brushRef="#br0">426 1 13821,'16'0'2115,"-20"3"-28,1-3-1594,1 1 0,0 0 0,0 0 0,-1 0-1,1 0 1,0 0 0,0 1 0,0-1 0,-3 4-1,2 0 69,0 1 0,1-1 0,-1 1 0,1 0 0,0 0-1,1 0 1,-2 7 0,-3 9 657,-25 72 2466,-15 50-3257,-46 163-427,25-85 0,-30 97-649,75-251-4262,0 1-4740,11-25-4921</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9.375"/>
    </inkml:context>
    <inkml:brush xml:id="br0">
      <inkml:brushProperty name="width" value="0.05" units="cm"/>
      <inkml:brushProperty name="height" value="0.05" units="cm"/>
      <inkml:brushProperty name="color" value="#F6630D"/>
    </inkml:brush>
  </inkml:definitions>
  <inkml:trace contextRef="#ctx0" brushRef="#br0">0 1 11753,'133'26'2047,"-116"-21"-1406,1 1 0,-2 0 0,1 1 0,-1 0 0,23 15 0,-10-5 180,-12-8-365,-1 1-1,0 1 1,0 0 0,-1 1 0,17 17-1,-26-22-236,0 0 0,0 1-1,-1 0 1,0 0 0,0 0-1,0 1 1,-2 0 0,1-1-1,-1 1 1,0 1 0,-1-1 0,3 15-1,-4-9 92,0 1 0,-1-1 0,-1 0 0,0 1 0,-6 25 0,-25 76 754,-1 5-280,28-99-644,2-10-37,0 0 0,1 0 0,1 0 0,0 0 0,2 25 1,-1-35-89,1 0 1,0 1 0,0-1 0,0 0 0,0 0 0,0 0 0,1 0 0,-1 0 0,1 0 0,0 0 0,0-1 0,0 1-1,0-1 1,0 1 0,1-1 0,-1 0 0,1 0 0,0 0 0,-1 0 0,1 0 0,0-1 0,0 1 0,0-1-1,0 0 1,0 0 0,0 0 0,1 0 0,4 0 0,-4 0-12,-1 0 0,1-1 1,0 1-1,-1-1 0,1 0 0,0 0 0,-1-1 1,1 1-1,0-1 0,-1 1 0,1-1 1,-1 0-1,1-1 0,-1 1 0,1-1 0,-1 1 1,0-1-1,0 0 0,0 0 0,0 0 0,0-1 1,0 1-1,0-1 0,-1 0 0,0 1 0,1-1 1,-1 0-1,0 0 0,0-1 0,-1 1 1,1 0-1,-1-1 0,3-6 0,0-4 4,0 0 0,-1 0 0,-1 0 1,0-1-1,0 1 0,-2-1 0,-1-21 0,-5-34-42,-3-89-1505,9 133-1,2 0 1,0 0-1,2 0 0,8-30 0,3 19-4886,6 9-4072</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9.847"/>
    </inkml:context>
    <inkml:brush xml:id="br0">
      <inkml:brushProperty name="width" value="0.05" units="cm"/>
      <inkml:brushProperty name="height" value="0.05" units="cm"/>
      <inkml:brushProperty name="color" value="#F6630D"/>
    </inkml:brush>
  </inkml:definitions>
  <inkml:trace contextRef="#ctx0" brushRef="#br0">293 498 9289,'100'-69'4388,"-3"-6"0,150-148 0,-219 193-3494,-1-1 0,25-39 0,-63 105-132,-155 545 1862,46-134-1783,3-129-529,98-276-399,-3 0 1,0 0-1,-3-2 0,-1-2 0,-40 45 0,57-73-50,0 0 0,0 0 0,-1-1-1,0 0 1,-1-1 0,-18 10 0,23-15 57,1 1 1,-1-1 0,0 0-1,0 0 1,0-1 0,0 0 0,0 0-1,-1 0 1,1-1 0,0 0-1,0 0 1,0 0 0,-1-1-1,-9-2 1,12 2 32,1 0-1,0-1 1,0 1-1,-1-1 1,1 1-1,0-1 1,0 0-1,1 0 1,-1-1-1,0 1 1,1 0-1,-1-1 1,1 0-1,0 1 1,0-1-1,0 0 1,0 0-1,0 0 1,1 0-1,-1-1 1,1 1-1,0 0 1,-1-6-1,1 3-35,0 0 0,0 0 0,1 0 0,0 0 0,0 0 0,0-1 0,1 1 0,0 0 0,0 0 0,0 0 0,1 0 0,3-6 0,5-8-257,0 0 1,2 1-1,1 1 0,0 0 1,1 0-1,29-27 1,4 2-834,59-40 0,-46 43 715,1 2 1,2 3-1,2 3 0,1 3 1,89-27-1,-140 51 520,3-1 264,0 0 0,0 1 0,0 1 0,0 1 1,1 0-1,20 1 0,-36 2-243,-1 0 1,0 0-1,1 0 1,-1 0-1,1 0 1,-1 1-1,1-1 1,-1 1-1,0 0 1,1 0-1,-1 0 1,0 0-1,0 0 1,0 0-1,0 0 1,0 1-1,0-1 1,0 1-1,3 3 1,-5-4-56,1 0 0,-1-1 0,0 1 0,0 0 0,1 0 0,-1 0 0,0 0 0,0 0 0,0-1 0,0 1 0,0 0 0,0 0 0,0 0 0,-1 0 0,1 0 0,0-1 0,0 1 0,-1 0 0,1 1 0,-2 1 55,0 8-69,-1-1 1,-1 0-1,-8 18 1,12-28-25,-1 3-275,0 0 1,1 0 0,0-1-1,0 1 1,-1 0 0,2 0-1,-1 0 1,0 0 0,1 0-1,1 5 1,-2-3-617,4 3-3693,7-1 2646,-9-6 632,12 11-5834</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49.970"/>
    </inkml:context>
    <inkml:brush xml:id="br0">
      <inkml:brushProperty name="width" value="0.05" units="cm"/>
      <inkml:brushProperty name="height" value="0.05" units="cm"/>
      <inkml:brushProperty name="color" value="#F6630D"/>
    </inkml:brush>
  </inkml:definitions>
  <inkml:trace contextRef="#ctx0" brushRef="#br0">0 40 3676,'47'-18'904,"-23"9"-532,-11 3-888,4 0-764,-4 15 1108</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50.392"/>
    </inkml:context>
    <inkml:brush xml:id="br0">
      <inkml:brushProperty name="width" value="0.05" units="cm"/>
      <inkml:brushProperty name="height" value="0.05" units="cm"/>
      <inkml:brushProperty name="color" value="#F6630D"/>
    </inkml:brush>
  </inkml:definitions>
  <inkml:trace contextRef="#ctx0" brushRef="#br0">1 703 5120,'9'6'273,"0"-1"-1,1 0 1,0 0-1,0-1 1,0 0-1,1-1 1,-1 0-1,1 0 1,-1-2-1,17 2 0,-23-3-167,1 0-1,0 0 1,-1-1-1,1 1 0,0-1 1,-1 0-1,1-1 0,-1 1 1,1-1-1,-1 0 1,0 0-1,0 0 0,0-1 1,5-3-1,-3 1 314,-1-1 1,0 1-1,0-1 0,-1 0 0,1 0 1,-1-1-1,4-10 0,2-1 1287,1 0 0,21-29 0,-30 45-1182,-1 5-349,3 8-271,-1 1 0,0-1-1,1 16 1,-3-25 59,0 0-30,0 1-1,0-1 1,0 0 0,0 0 0,1 0 0,-1 0 0,1 0 0,-1-1-1,1 1 1,0 0 0,0-1 0,0 1 0,3 1 0,-2-3 36,1-1 1,-1 1 0,1-1 0,-1 0 0,0 0 0,1 0 0,-1 0-1,0-1 1,0 1 0,1-1 0,-1 0 0,-1 0 0,1 0-1,0 0 1,0-1 0,-1 1 0,1-1 0,2-3 0,4-6 42,-1 0-1,14-27 1,-9 16 60,148-283 2296,-146 274-1909,1 0 0,2 1 0,1 0-1,1 2 1,41-46 0,-60 74-384,0-1 0,0 1 0,0 0 0,1-1-1,-1 1 1,0 0 0,1 0 0,-1 0 0,1 0 0,0 0-1,-1 0 1,1 1 0,-1-1 0,1 0 0,0 1 0,0-1-1,-1 1 1,1 0 0,0 0 0,0-1 0,2 2 0,-3-1-27,0 1 1,0-1 0,1 1 0,-1 0 0,0 0 0,0 0 0,0 0 0,0 0 0,-1 0 0,1 0-1,0 0 1,0 0 0,0 0 0,-1 0 0,1 1 0,-1-1 0,1 0 0,-1 0 0,1 1 0,-1-1-1,0 2 1,2 6 95,-1 0-1,0 0 1,0 0-1,-1 0 1,0 0 0,-3 17-1,-46 186 183,-8-1-3692,30-104-1401,16-60 288,-8 28-6007</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50.614"/>
    </inkml:context>
    <inkml:brush xml:id="br0">
      <inkml:brushProperty name="width" value="0.05" units="cm"/>
      <inkml:brushProperty name="height" value="0.05" units="cm"/>
      <inkml:brushProperty name="color" value="#F6630D"/>
    </inkml:brush>
  </inkml:definitions>
  <inkml:trace contextRef="#ctx0" brushRef="#br0">245 0 14405,'-57'70'3253,"44"-28"-365,9 6-144,-6 3-372,0 3-439,4 4-361,-8 2-300,1 6-188,-1 4-272,-2-1-556,-1 0-648,-3-2-864,3-4-620,7 0-745,0-5-623,0-4-3589,7-9-6552</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51.070"/>
    </inkml:context>
    <inkml:brush xml:id="br0">
      <inkml:brushProperty name="width" value="0.05" units="cm"/>
      <inkml:brushProperty name="height" value="0.05" units="cm"/>
      <inkml:brushProperty name="color" value="#F6630D"/>
    </inkml:brush>
  </inkml:definitions>
  <inkml:trace contextRef="#ctx0" brushRef="#br0">1 346 8741,'21'-16'1124,"1"2"-1,0 1 1,2 0 0,-1 2-1,1 0 1,31-8 0,-5-1-420,0-2-1,-2-2 1,0-3 0,84-62 0,-101 67-309,39-22 1,-69 45-370,0 0 1,-1 1 0,1-1-1,0 0 1,-1 1 0,1-1-1,-1 1 1,0-1-1,1 1 1,-1-1 0,0 3-1,0-4-9,0 8 11,0 1 1,0-1 0,-1 0 0,0 0 0,0 0 0,-1 0 0,-5 13 0,-1 9-10,1 1-169,3-19-31,2 0-1,-1 0 1,2 0-1,-1 1 1,2 13 0,1 0-347,7 60-1281,-8-83 1623,2-1 174,0 0-99,1 0 250,-1 0 1,1 1-1,-1-1 1,1 0-1,-1-1 1,1 1-1,0 0 0,0-1 1,0 0-1,0 1 1,0-1-1,6 1 1,-4-1-46,-1 0 0,0 0 0,0 1 0,0-1 0,0 1 0,0 0 0,0 0 0,-1 1 0,1-1 0,-1 1 0,1 0 0,-1 0 0,3 3 0,31 22 511,-9-13-372,-11-5-126,-1-1 1,1-1 0,1-1-1,19 6 1,-15-7 5,-18-4 13,17-5 154,-2 3-195,-15 0 151,6 9 90,-6-5-306,0 0 0,-1 0 0,0 1-1,0-1 1,5 9 0,11 18-182,-18-30 110,46 54-3324,-6-21-4665,-7-8-753</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52.507"/>
    </inkml:context>
    <inkml:brush xml:id="br0">
      <inkml:brushProperty name="width" value="0.05" units="cm"/>
      <inkml:brushProperty name="height" value="0.05" units="cm"/>
      <inkml:brushProperty name="color" value="#F6630D"/>
    </inkml:brush>
  </inkml:definitions>
  <inkml:trace contextRef="#ctx0" brushRef="#br0">62 278 12721,'9'-30'1114,"-3"12"4835,17-34 1,-18 40-1416,-4 6-3498,-5 27 555,-11 22-1719,7-27 128,-5 10 0,1 0 0,1 1 0,1 0 0,2 0 0,-9 49 0,17-76 0,-4 32 0,1 1 0,3-1 0,2 40 0,0-62 0,-1 0 0,1 0 0,1-1 0,0 1 0,0-1 0,1 1 0,0-1 0,0 0 0,1 0 0,0-1 0,1 1 0,0-1 0,1 0 0,12 12 0,-8-10 0,1-1 0,-1-1 0,1 0 0,1 0 0,0-1 0,-1-1 0,2 0 0,-1-1 0,1 0 0,0-1 0,0-1 0,15 2 0,-19-4 0,2 0 0,-1-1 0,0 0 0,0-1 0,0 0 0,-1-1 0,1 0 0,0-1 0,0 0 0,-1 0 0,0-2 0,0 1 0,0-1 0,0 0 0,-1-1 0,14-11 0,-13 9 0,-1 0 0,0-1 0,0-1 0,-1 1 0,-1-2 0,0 1 0,0-1 0,-1 0 0,0 0 0,5-14 0,-5 7 0,-1 0 0,0 0 0,-2 0 0,0 0 0,-1-1 0,0-24 0,-4 4 0,-2 0 0,-1 0 0,-2 0 0,-2 0 0,-26-70 0,29 92-55,-1 0 1,-1 0-1,0 1 1,-1 0-1,-1 0 1,-1 1-1,0 1 1,0-1-1,-2 2 1,0 0-1,-17-13 1,26 23-431,-1 0 0,1 1-1,-1 0 1,1 0 0,-1 0 0,0 0-1,0 1 1,0 0 0,0 0 0,0 0 0,0 1-1,0-1 1,0 1 0,0 0 0,0 1-1,-7 1 1,6-1-789,0 0 1,0 1-1,0 0 0,0 1 0,0-1 0,-9 7 0,-12 14-10689</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52.771"/>
    </inkml:context>
    <inkml:brush xml:id="br0">
      <inkml:brushProperty name="width" value="0.05" units="cm"/>
      <inkml:brushProperty name="height" value="0.05" units="cm"/>
      <inkml:brushProperty name="color" value="#F6630D"/>
    </inkml:brush>
  </inkml:definitions>
  <inkml:trace contextRef="#ctx0" brushRef="#br0">826 84 14025,'2'-48'2076,"-1"31"1953,0-1 7333,-3 34-11216,-1 1 1,0-1-1,-1 0 1,-1 0-1,-1 0 1,0-1 0,-16 29-1,5-8-43,-374 768-103,227-468 0,88-178 0,44-88-178,-26 76 0,36-70-2436,7 0-3495,11-39-1650,6-16-5186</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52.990"/>
    </inkml:context>
    <inkml:brush xml:id="br0">
      <inkml:brushProperty name="width" value="0.05" units="cm"/>
      <inkml:brushProperty name="height" value="0.05" units="cm"/>
      <inkml:brushProperty name="color" value="#F6630D"/>
    </inkml:brush>
  </inkml:definitions>
  <inkml:trace contextRef="#ctx0" brushRef="#br0">371 1 14769,'-46'99'6599,"11"-20"-1657,-64 134 1132,-25 115-6103,97-217-3183,18-71-1557,-16 48 0,19-71-1591,8 2-3901</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53.181"/>
    </inkml:context>
    <inkml:brush xml:id="br0">
      <inkml:brushProperty name="width" value="0.05" units="cm"/>
      <inkml:brushProperty name="height" value="0.05" units="cm"/>
      <inkml:brushProperty name="color" value="#F6630D"/>
    </inkml:brush>
  </inkml:definitions>
  <inkml:trace contextRef="#ctx0" brushRef="#br0">178 141 6745,'9'-16'277,"-1"2"913,1-1 0,0 1 0,14-15-1,-19 25-735,1-1-1,-1 1 1,1 0-1,0 0 0,0 1 1,1-1-1,-1 1 1,1 0-1,0 1 0,-1-1 1,1 1-1,12-2 1,-2 1 11,1 1 0,0 0 0,0 2 0,-1 0 1,1 1-1,0 0 0,0 1 0,28 9 0,-33-8-254,0 1 0,0 1 0,0 0 0,-1 1 0,0 0 0,0 0-1,-1 1 1,0 1 0,0 0 0,-1 0 0,0 1 0,12 14 0,-20-21-152,1 0 0,-1 0 0,0 0 0,-1 0 0,1 1 0,0-1 0,-1 0 0,1 0 0,-1 1 0,1-1 1,-1 0-1,0 0 0,0 1 0,0-1 0,-1 0 0,1 1 0,0-1 0,-1 0 0,1 0 0,-1 1 0,0-1 0,0 0 1,0 0-1,0 0 0,-2 3 0,-1 1 22,1 0 0,-2-1 1,1 1-1,-1-1 0,1 0 0,-1 0 1,-8 5-1,-18 9-11,0-2 0,-1-1 0,-1-1 0,-66 19 0,49-18-733,-118 33-4117,127-39 2673,27-6-3,1 0 0,-23 11 0,-17 18-8166</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3:53.334"/>
    </inkml:context>
    <inkml:brush xml:id="br0">
      <inkml:brushProperty name="width" value="0.05" units="cm"/>
      <inkml:brushProperty name="height" value="0.05" units="cm"/>
      <inkml:brushProperty name="color" value="#F6630D"/>
    </inkml:brush>
  </inkml:definitions>
  <inkml:trace contextRef="#ctx0" brushRef="#br0">60 109 12665,'-3'-31'2356,"-7"16"-439,0 0 1487,0 0-3468,3 3-1048,-6 0-1052,6 3-2857</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08.282"/>
    </inkml:context>
    <inkml:brush xml:id="br0">
      <inkml:brushProperty name="width" value="0.05" units="cm"/>
      <inkml:brushProperty name="height" value="0.05" units="cm"/>
      <inkml:brushProperty name="color" value="#E5F420"/>
    </inkml:brush>
  </inkml:definitions>
  <inkml:trace contextRef="#ctx0" brushRef="#br0">299 0 15781,'0'9629'0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12.210"/>
    </inkml:context>
    <inkml:brush xml:id="br0">
      <inkml:brushProperty name="width" value="0.05" units="cm"/>
      <inkml:brushProperty name="height" value="0.05" units="cm"/>
      <inkml:brushProperty name="color" value="#E5F420"/>
    </inkml:brush>
  </inkml:definitions>
  <inkml:trace contextRef="#ctx0" brushRef="#br0">1 75 16234,'12950'0'0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14.461"/>
    </inkml:context>
    <inkml:brush xml:id="br0">
      <inkml:brushProperty name="width" value="0.05" units="cm"/>
      <inkml:brushProperty name="height" value="0.05" units="cm"/>
      <inkml:brushProperty name="color" value="#E5F420"/>
    </inkml:brush>
  </inkml:definitions>
  <inkml:trace contextRef="#ctx0" brushRef="#br0">285 25 5553,'0'0'100,"-1"1"1,1-1 0,-1 0 0,1 1-1,-1-1 1,1 0 0,-1 1 0,1-1 0,-1 0-1,0 0 1,1 0 0,-1 1 0,1-1 0,-1 0-1,0 0 1,1 0 0,-1 0 0,0 0 0,1 0-1,-1 0 1,0 0 0,1-1 0,-1 1-1,1 0 1,-1 0 0,0 0 0,0-1 0,5-25 14298,-1 27-13914,16 7-52,0 1-1,0 2 0,18 13 0,41 21 135,10-8-362,129 37 1,-210-72-267,0 0 0,0 1-1,0 0 1,0 0 0,-1 1 0,1 0 0,-1 0 0,7 6 0,-11-8 55,0-1 0,0 1 0,-1 0 0,1 0 1,-1 0-1,0 0 0,0 0 0,1 0 0,-1 0 0,0 0 1,-1 0-1,1 1 0,0-1 0,-1 0 0,1 1 0,-1-1 0,0 0 1,0 1-1,0-1 0,0 1 0,0-1 0,0 0 0,-1 1 1,1-1-1,-1 0 0,1 1 0,-1-1 0,-2 3 0,-7 16-28,-1 0 0,-1 0 0,-2-1 0,-30 35 0,-77 70-1,93-98 45,24-22-31,-203 190 184,149-146-1452,-111 74 0,91-83-2782,27-20-2560,27-12-2298</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16.254"/>
    </inkml:context>
    <inkml:brush xml:id="br0">
      <inkml:brushProperty name="width" value="0.05" units="cm"/>
      <inkml:brushProperty name="height" value="0.05" units="cm"/>
      <inkml:brushProperty name="color" value="#E5F420"/>
    </inkml:brush>
  </inkml:definitions>
  <inkml:trace contextRef="#ctx0" brushRef="#br0">573 69 6677,'3'-30'13690,"-1"28"-12813,5-6-1056,-6 7 381,-1 1 1,1 0-1,-1-1 0,1 1 1,0-1-1,-1 0 0,0 1 1,1-1-1,-1 1 0,1-1 0,-1 0 1,0 1-1,1-1 0,-1 0 1,0 1-1,0-1 0,0 0 1,1 1-1,-1-3 0,-18-11 3069,16 13-2218,-19 17-201,4 4-608,-2 0 0,0-1 0,-41 31 0,-74 40-1612,80-57-2659,-72 60 1,38-21-5689,53-39 572</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16.535"/>
    </inkml:context>
    <inkml:brush xml:id="br0">
      <inkml:brushProperty name="width" value="0.05" units="cm"/>
      <inkml:brushProperty name="height" value="0.05" units="cm"/>
      <inkml:brushProperty name="color" value="#E5F420"/>
    </inkml:brush>
  </inkml:definitions>
  <inkml:trace contextRef="#ctx0" brushRef="#br0">35 12 9197,'0'0'6063,"-11"-9"-2973,11 9-2993,0 0 0,-1-1 0,1 1 1,0 0-1,-1 0 0,1 0 0,0-1 0,-1 1 0,1 0 0,0 0 0,-1 0 0,1 0 0,-1 0 0,1 0 0,0 0 0,-1 0 0,1 0 0,0 0 0,-1 0 0,1 0 0,-1 0 0,1 0 0,0 0 0,-1 0 0,1 0 0,0 0 0,-1 1 0,1-1 0,0 0 0,-1 0 1,1 0-1,0 1 0,-1-1 0,1 0 0,0 0 0,0 1 0,-1-1 0,1 0 0,0 1 0,0-1 0,0 0 0,-1 1 0,1-1 0,0 0 0,0 1 0,0 0 0,-8 29 2194,7-17-1827,0-1 0,1 1 0,2 19 0,2-12-375,1 0-1,1-1 0,1 1 0,0-2 0,1 1 0,2-1 0,-1 0 0,2-1 0,22 29 0,23 21-1902,6 6-2744,-22-23-2510,-1 1-4447</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4.660"/>
    </inkml:context>
    <inkml:brush xml:id="br0">
      <inkml:brushProperty name="width" value="0.05" units="cm"/>
      <inkml:brushProperty name="height" value="0.05" units="cm"/>
      <inkml:brushProperty name="color" value="#E71224"/>
    </inkml:brush>
  </inkml:definitions>
  <inkml:trace contextRef="#ctx0" brushRef="#br0">12 3 9685,'0'0'110,"0"0"-1,0 0 1,0 0-1,0-1 1,-1 1 0,1 0-1,0 0 1,0 0 0,0-1-1,-1 1 1,1 0-1,0 0 1,0 0 0,0 0-1,-1 0 1,1 0 0,0-1-1,0 1 1,-1 0 0,1 0-1,0 0 1,0 0-1,-1 0 1,1 0 0,0 0-1,-1 0 1,1 0 0,0 0-1,0 0 1,-1 0-1,1 0 1,0 0 0,0 1-1,-1-1 1,1 0 0,0 0-1,0 0 1,0 0 0,-1 0-1,1 0 1,0 1-1,0-1 1,0 0 0,-1 0-1,1 0 1,0 1 0,0-1-1,0 0 1,0 0 0,-1 0-1,1 1 1,0-1-1,0 0 1,0 0 0,0 1-1,0-1 1,0 0 0,0 1-1,0-1 1,6 18 7140,-2-9-8248,-3-7 1304,0 0 1,0 0-1,0 0 0,0-1 1,1 1-1,-1 0 1,0-1-1,1 1 0,-1-1 1,1 0-1,0 1 1,1 0-1,12 13 1810,-7-1-1477,0-1-1,1 0 1,0-1 0,1 0-1,14 13 1,63 52-351,-55-50-255,97 74-171,-25-34-3461,-76-50 1588,26 14-1135,1-7-7152,-28-14-293</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4.830"/>
    </inkml:context>
    <inkml:brush xml:id="br0">
      <inkml:brushProperty name="width" value="0.05" units="cm"/>
      <inkml:brushProperty name="height" value="0.05" units="cm"/>
      <inkml:brushProperty name="color" value="#E71224"/>
    </inkml:brush>
  </inkml:definitions>
  <inkml:trace contextRef="#ctx0" brushRef="#br0">446 7 11781,'-47'-5'2488,"37"4"143,2 1-1364,0 0 0,0 1 0,1 1 0,-1-1 0,0 1 0,-10 4 0,7-1-195,1-1 1,-1 2 0,-15 11 0,0 3-276,1 1 1,-24 28 0,38-38-507,-6 7-816,1 1 0,1 0 0,1 1 0,-21 39 0,10-9-4434,4 3-4402,9-17-3454</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5.171"/>
    </inkml:context>
    <inkml:brush xml:id="br0">
      <inkml:brushProperty name="width" value="0.05" units="cm"/>
      <inkml:brushProperty name="height" value="0.05" units="cm"/>
      <inkml:brushProperty name="color" value="#E71224"/>
    </inkml:brush>
  </inkml:definitions>
  <inkml:trace contextRef="#ctx0" brushRef="#br0">1 0 14173,'1'0'388,"1"0"0,-1 0-1,0 0 1,0 1-1,1-1 1,-1 0 0,0 1-1,0-1 1,0 0-1,1 1 1,-1 0 0,0-1-1,0 1 1,0 0 0,0-1-1,0 1 1,0 0-1,0 0 1,0 0 0,-1 0-1,1 0 1,0 0 0,0 0-1,-1 0 1,2 1-1,9 14 432,9 2-372,1 0 1,0-2 0,1-1-1,41 22 1,-44-26-676,101 52-2489,4-12-4130,-77-26-128,-41-21 5049</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5.312"/>
    </inkml:context>
    <inkml:brush xml:id="br0">
      <inkml:brushProperty name="width" value="0.05" units="cm"/>
      <inkml:brushProperty name="height" value="0.05" units="cm"/>
      <inkml:brushProperty name="color" value="#E71224"/>
    </inkml:brush>
  </inkml:definitions>
  <inkml:trace contextRef="#ctx0" brushRef="#br0">493 122 9241,'-17'-17'602,"13"14"-365,1-1 0,-1 1-1,1-1 1,-1 0 0,1 0 0,1 0-1,-1 0 1,0-1 0,1 1-1,-3-9 1,4 10 166,-1 0 1,1 0-1,0 0 1,-1 0-1,0 0 0,1 1 1,-1-1-1,0 1 0,0 0 1,-1-1-1,1 1 0,0 0 1,-1 0-1,0 0 0,1 1 1,-1-1-1,-5-2 1,3 2 51,0 1 1,-1 0 0,1 0-1,0 0 1,-1 0 0,1 1-1,-1 0 1,1 0 0,-10 2-1,-1 1 141,0 1 0,1 0 0,-1 1-1,1 1 1,0 0 0,-16 11 0,-11 14 88,-24 37-426,58-59-696,0 0 0,2 1 0,-1 0 0,1 0 0,-7 16 0,-8 14-2737,17-33 1940,0 0 0,0 1 1,0 0-1,1-1 1,0 1-1,1 0 1,-3 11-1,1 20-9478</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5.669"/>
    </inkml:context>
    <inkml:brush xml:id="br0">
      <inkml:brushProperty name="width" value="0.05" units="cm"/>
      <inkml:brushProperty name="height" value="0.05" units="cm"/>
      <inkml:brushProperty name="color" value="#E71224"/>
    </inkml:brush>
  </inkml:definitions>
  <inkml:trace contextRef="#ctx0" brushRef="#br0">34 45 11765,'-31'-9'10092,"31"7"-8105,-1 1-1701,1-1 1,0 1-1,-1 0 1,1 0 0,0-1-1,0 1 1,0 0 0,-1-1-1,2 1 1,-1 0 0,0-1-1,0 1 1,0 0 0,0 0-1,1-1 1,-1 1 0,1 0-1,0-2 1,1 2-193,-1 0 1,1 0-1,0 0 1,-1 0-1,1 1 1,0-1-1,-1 1 1,1-1-1,0 1 1,0 0-1,0 0 1,-1 0-1,1 0 1,0 0-1,0 0 1,0 0-1,2 1 1,15 2-89,1 0 1,0 2-1,36 13 1,-1-1-1257,31 9-1700,-9-3-2252,-23-8-3602,-23-9-1023</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5.869"/>
    </inkml:context>
    <inkml:brush xml:id="br0">
      <inkml:brushProperty name="width" value="0.05" units="cm"/>
      <inkml:brushProperty name="height" value="0.05" units="cm"/>
      <inkml:brushProperty name="color" value="#E71224"/>
    </inkml:brush>
  </inkml:definitions>
  <inkml:trace contextRef="#ctx0" brushRef="#br0">426 31 10285,'-20'-25'2272,"-7"28"-52,7-9-99,3 3 207,-10 9-220,-10 6-256,-23 19 904,27-7-1820,3 3-183,-4 0-265,11 3-664,3 3-885,-4 0-903,4 7-1244,-3 5-3213,12 0-5884</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6.083"/>
    </inkml:context>
    <inkml:brush xml:id="br0">
      <inkml:brushProperty name="width" value="0.05" units="cm"/>
      <inkml:brushProperty name="height" value="0.05" units="cm"/>
      <inkml:brushProperty name="color" value="#E71224"/>
    </inkml:brush>
  </inkml:definitions>
  <inkml:trace contextRef="#ctx0" brushRef="#br0">1 1 11905,'3'18'2264,"4"0"1561,10-12-2165,3 0-320,-3 9-144,-1-3-188,4 3-216,4 4-184,-1 2-224,14 6-672,-7-6-264,-16-12-608,6 6-772,13 6-444,-19-15-3197,6 6-4544</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6.226"/>
    </inkml:context>
    <inkml:brush xml:id="br0">
      <inkml:brushProperty name="width" value="0.05" units="cm"/>
      <inkml:brushProperty name="height" value="0.05" units="cm"/>
      <inkml:brushProperty name="color" value="#E71224"/>
    </inkml:brush>
  </inkml:definitions>
  <inkml:trace contextRef="#ctx0" brushRef="#br0">584 0 11597,'-87'49'2476,"67"-46"109,-17 15 23,-14 3-316,18 0-316,-1 0-324,8 3-356,-4 6-287,-7 4-61,3 2-372,1 3-484,6-3-1024,0 0-557,0 3-1047,-10-2-932,11 5-2661,9-6-5440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6.600"/>
    </inkml:context>
    <inkml:brush xml:id="br0">
      <inkml:brushProperty name="width" value="0.05" units="cm"/>
      <inkml:brushProperty name="height" value="0.05" units="cm"/>
      <inkml:brushProperty name="color" value="#E71224"/>
    </inkml:brush>
  </inkml:definitions>
  <inkml:trace contextRef="#ctx0" brushRef="#br0">1 23 9713,'0'0'9407,"7"-12"-5835,-6 11-3469,0 0-1,0 0 1,0 0 0,0 0-1,0 0 1,0 1 0,0-1-1,0 1 1,0-1 0,0 1-1,1-1 1,-1 1-1,0-1 1,0 1 0,1 0-1,-1 0 1,0 0 0,0 0-1,1 0 1,-1 0 0,0 0-1,2 0 1,37 9 1101,-18-3-753,142 37 481,-10-1-3143,-101-29 518,30 5-2230,-24-10-4322,-26-5-339</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6.739"/>
    </inkml:context>
    <inkml:brush xml:id="br0">
      <inkml:brushProperty name="width" value="0.05" units="cm"/>
      <inkml:brushProperty name="height" value="0.05" units="cm"/>
      <inkml:brushProperty name="color" value="#E71224"/>
    </inkml:brush>
  </inkml:definitions>
  <inkml:trace contextRef="#ctx0" brushRef="#br0">510 13 9305,'-47'-12'4284,"20"12"-2328,4 0 41,3 6 35,-17 9-140,0 6-244,4 9-308,-4 6-260,3 6-240,1 7-208,-1 2-352,11-3-1020,-1 3-660,-2-12-1264,-1 10-116,0 14-3081,7-3-4996</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8.734"/>
    </inkml:context>
    <inkml:brush xml:id="br0">
      <inkml:brushProperty name="width" value="0.05" units="cm"/>
      <inkml:brushProperty name="height" value="0.05" units="cm"/>
      <inkml:brushProperty name="color" value="#E71224"/>
    </inkml:brush>
  </inkml:definitions>
  <inkml:trace contextRef="#ctx0" brushRef="#br0">16 4 13081,'-5'-3'4983,"4"3"-4360,1 0 0,-1 0 0,0-1 0,0 1 0,1 0 0,-1 0 0,0 0-1,0 0 1,1 0 0,-1 0 0,0 1 0,-1-1 0,5 12 3299,21 22-4287,-21-30 1470,38 41-629,2-2 0,1-2 0,75 53-1,-3 0-435,-6-5-1267,-73-61-3928,3-2-6391,-21-15-309</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8.907"/>
    </inkml:context>
    <inkml:brush xml:id="br0">
      <inkml:brushProperty name="width" value="0.05" units="cm"/>
      <inkml:brushProperty name="height" value="0.05" units="cm"/>
      <inkml:brushProperty name="color" value="#E71224"/>
    </inkml:brush>
  </inkml:definitions>
  <inkml:trace contextRef="#ctx0" brushRef="#br0">446 1 15633,'-34'9'3201,"18"0"-281,-18 9-136,24-9-520,-13 3-503,-14 15-329,10-12-284,-3 9-244,-4 4-184,4-1-720,-3 3 0,-1 0-504,7 6-980,4 0-364,-1-6-745,8 1-651,2-1-3561</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9.141"/>
    </inkml:context>
    <inkml:brush xml:id="br0">
      <inkml:brushProperty name="width" value="0.05" units="cm"/>
      <inkml:brushProperty name="height" value="0.05" units="cm"/>
      <inkml:brushProperty name="color" value="#E71224"/>
    </inkml:brush>
  </inkml:definitions>
  <inkml:trace contextRef="#ctx0" brushRef="#br0">0 1 16321,'14'9'5441,"9"-12"-3253,4 0-264,-4 12-483,14 9-289,-3-6-236,2 9-200,-2 0-368,6 0-572,4 1-860,-1-4-320,-9 0-573,-4 0-843,-17-6-308,14 0-2761,20 12-5048</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9.283"/>
    </inkml:context>
    <inkml:brush xml:id="br0">
      <inkml:brushProperty name="width" value="0.05" units="cm"/>
      <inkml:brushProperty name="height" value="0.05" units="cm"/>
      <inkml:brushProperty name="color" value="#E71224"/>
    </inkml:brush>
  </inkml:definitions>
  <inkml:trace contextRef="#ctx0" brushRef="#br0">516 25 13473,'-46'-19'2552,"29"13"213,-10 6-301,-10 6-76,20 0-224,-3 10-499,-13 8-341,-1-3-256,1 6-232,-4 3-108,4 3-460,-4 3-572,3 1-900,4 5-564,3-6-849,0-6-831,7 3-3149,14-12-6176</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9.519"/>
    </inkml:context>
    <inkml:brush xml:id="br0">
      <inkml:brushProperty name="width" value="0.05" units="cm"/>
      <inkml:brushProperty name="height" value="0.05" units="cm"/>
      <inkml:brushProperty name="color" value="#E71224"/>
    </inkml:brush>
  </inkml:definitions>
  <inkml:trace contextRef="#ctx0" brushRef="#br0">0 1 14141,'107'9'2645,"-86"0"2051,-5 0-2900,4 6-324,1-3-276,9 15-296,-4 0-215,8-2-453,3 5-829,6-3-323,-13-3-580,-6 0-748,-11-12-496,4 9-3129,13 15-5024</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9.688"/>
    </inkml:context>
    <inkml:brush xml:id="br0">
      <inkml:brushProperty name="width" value="0.05" units="cm"/>
      <inkml:brushProperty name="height" value="0.05" units="cm"/>
      <inkml:brushProperty name="color" value="#E71224"/>
    </inkml:brush>
  </inkml:definitions>
  <inkml:trace contextRef="#ctx0" brushRef="#br0">422 6 13537,'-50'-6'2708,"6"6"105,1 6-489,26 0-252,-10 9-372,-16 9-376,16 0-295,0 10-205,0-1-108,1 6-612,5 3-908,5 0-561,2-5-1027,-6-1-760,3 3-3189,14 0-5772</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29.895"/>
    </inkml:context>
    <inkml:brush xml:id="br0">
      <inkml:brushProperty name="width" value="0.05" units="cm"/>
      <inkml:brushProperty name="height" value="0.05" units="cm"/>
      <inkml:brushProperty name="color" value="#E71224"/>
    </inkml:brush>
  </inkml:definitions>
  <inkml:trace contextRef="#ctx0" brushRef="#br0">1 25 12633,'10'-24'2552,"6"36"201,1 0-353,-4-3-424,1 3-264,6 0-352,13 12-300,1-3-244,-1 3-179,11 7-529,3 2-792,-7 3-337,4-3-635,-8-6-960,-5-3-432,-8 0-2609,4 7-4684</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0.050"/>
    </inkml:context>
    <inkml:brush xml:id="br0">
      <inkml:brushProperty name="width" value="0.05" units="cm"/>
      <inkml:brushProperty name="height" value="0.05" units="cm"/>
      <inkml:brushProperty name="color" value="#E71224"/>
    </inkml:brush>
  </inkml:definitions>
  <inkml:trace contextRef="#ctx0" brushRef="#br0">513 13 10281,'-44'-12'2576,"8"18"-184,2 3 397,1 3-373,-14 15-396,10-12-364,0 6-340,-3 10-296,6-1-224,1 6-311,3 0-849,3 3-641,0 6-903,7-2-956,0-1-3529,6-3-5836</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0.300"/>
    </inkml:context>
    <inkml:brush xml:id="br0">
      <inkml:brushProperty name="width" value="0.05" units="cm"/>
      <inkml:brushProperty name="height" value="0.05" units="cm"/>
      <inkml:brushProperty name="color" value="#E71224"/>
    </inkml:brush>
  </inkml:definitions>
  <inkml:trace contextRef="#ctx0" brushRef="#br0">1 0 12441,'27'37'2208,"-10"-22"-303,-4-3-261,0 0-316,1 3-80,2 0-424,5 0-168,-5 3-128,-2 3-344,-4-3-284,3-3-436,4 0-660,-4-3-512,1 0-316</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0.442"/>
    </inkml:context>
    <inkml:brush xml:id="br0">
      <inkml:brushProperty name="width" value="0.05" units="cm"/>
      <inkml:brushProperty name="height" value="0.05" units="cm"/>
      <inkml:brushProperty name="color" value="#E71224"/>
    </inkml:brush>
  </inkml:definitions>
  <inkml:trace contextRef="#ctx0" brushRef="#br0">533 1 10029,'-30'12'2328,"-10"3"-132,10 3-143,-4 3 103,11 3-292,-8 4-232,-2 2-320,-4 9-252,0 3-220,-3 3-368,3 4-832,-3 5-772,3-6-1200,-3 6-468,17 13-2953,2-1-4828</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1.005"/>
    </inkml:context>
    <inkml:brush xml:id="br0">
      <inkml:brushProperty name="width" value="0.05" units="cm"/>
      <inkml:brushProperty name="height" value="0.05" units="cm"/>
      <inkml:brushProperty name="color" value="#E71224"/>
    </inkml:brush>
  </inkml:definitions>
  <inkml:trace contextRef="#ctx0" brushRef="#br0">0 0 8717,'0'0'9635,"5"13"-6440,1-1-2360,0-1 0,1 0-1,1 0 1,0 0 0,0-1-1,18 17 1,68 50 378,-57-48-603,19 14-1553,85 51 0,-100-72-2846,62 26-1,-63-32-2583,-3 1-4018</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1.144"/>
    </inkml:context>
    <inkml:brush xml:id="br0">
      <inkml:brushProperty name="width" value="0.05" units="cm"/>
      <inkml:brushProperty name="height" value="0.05" units="cm"/>
      <inkml:brushProperty name="color" value="#E71224"/>
    </inkml:brush>
  </inkml:definitions>
  <inkml:trace contextRef="#ctx0" brushRef="#br0">637 1 10601,'-67'15'2432,"33"3"-164,1-6-339,-1 6-201,4 9-312,-3 3-224,-1 6-268,-3 7-156,-3 5-188,-7 0-736,0 6-516,0 1-952,-6-7-808,-1 6-3217,7 6-4672</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1.748"/>
    </inkml:context>
    <inkml:brush xml:id="br0">
      <inkml:brushProperty name="width" value="0.05" units="cm"/>
      <inkml:brushProperty name="height" value="0.05" units="cm"/>
      <inkml:brushProperty name="color" value="#E71224"/>
    </inkml:brush>
  </inkml:definitions>
  <inkml:trace contextRef="#ctx0" brushRef="#br0">0 73 10301,'9'-18'2275,"-4"9"-323,-1 0 1,0 0-1,4-16 4181,-4 25-4315,-1-1-1611,0 1-27,0-1 0,0 1 0,-1-1 0,1 1 0,0 0 0,0 0 1,0 1-1,0-1 0,-1 0 0,1 1 0,0 0 0,0-1 0,-1 1 0,1 0 1,-1 1-1,1-1 0,-1 0 0,1 1 0,-1-1 0,1 1 0,-1 0 0,3 3 0,47 40 873,139 118 69,4 1-4306,-150-123-1775,46 55 1,-63-66 303,20 22-7513</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3.942"/>
    </inkml:context>
    <inkml:brush xml:id="br0">
      <inkml:brushProperty name="width" value="0.05" units="cm"/>
      <inkml:brushProperty name="height" value="0.05" units="cm"/>
      <inkml:brushProperty name="color" value="#E71224"/>
    </inkml:brush>
  </inkml:definitions>
  <inkml:trace contextRef="#ctx0" brushRef="#br0">81 166 8953,'-4'-19'896,"3"15"-631,1 0 0,-1 1 0,0-1 1,0 0-1,0 1 0,-1-1 0,1 1 1,-1 0-1,0-1 0,0 1 0,0 0 0,0 0 1,-4-4-1,-7-8 985,7 8 222,1 0 0,1 0 0,0 0 0,0-1 0,0 1 0,1-1-1,0 0 1,-3-10 0,6 15 1148,4 4-2477,1 0 0,0-1 1,-1 1-1,1 1 0,-1-1 1,1 1-1,-1 0 0,0 0 0,1 0 1,-1 0-1,0 1 0,-1 0 1,1-1-1,0 2 0,4 4 0,7 8-271,-1 0-1,13 22 0,-13-20 311,40 54-306,108 108 1,-143-161-583,73 66-5607,-26-36-4542,-35-32-807</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4.101"/>
    </inkml:context>
    <inkml:brush xml:id="br0">
      <inkml:brushProperty name="width" value="0.05" units="cm"/>
      <inkml:brushProperty name="height" value="0.05" units="cm"/>
      <inkml:brushProperty name="color" value="#E71224"/>
    </inkml:brush>
  </inkml:definitions>
  <inkml:trace contextRef="#ctx0" brushRef="#br0">459 0 15193,'-60'12'3109,"40"-6"-461,-7 4-68,0 2-396,14 6-467,-17 15-345,6-6-252,1 6-252,-4 6-236,-3 4-656,6 2-736,-2 6-864,-1 0-793,0-3-895,-10 4-3544,0 5-6590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4.479"/>
    </inkml:context>
    <inkml:brush xml:id="br0">
      <inkml:brushProperty name="width" value="0.05" units="cm"/>
      <inkml:brushProperty name="height" value="0.05" units="cm"/>
      <inkml:brushProperty name="color" value="#E71224"/>
    </inkml:brush>
  </inkml:definitions>
  <inkml:trace contextRef="#ctx0" brushRef="#br0">27 13 13717,'11'-9'1831,"-14"6"4,-23 5 1601,17-1 1724,25 10-1397,1 0-3007,0-1 1,1-1-1,36 13 1,7 3-758,104 61-537,-56-25-3475,-33-18-2038,-55-32 2188,1-5-1374</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4.616"/>
    </inkml:context>
    <inkml:brush xml:id="br0">
      <inkml:brushProperty name="width" value="0.05" units="cm"/>
      <inkml:brushProperty name="height" value="0.05" units="cm"/>
      <inkml:brushProperty name="color" value="#E71224"/>
    </inkml:brush>
  </inkml:definitions>
  <inkml:trace contextRef="#ctx0" brushRef="#br0">583 16 13877,'-17'-15'2244,"-3"18"317,-3 0-237,-4 6-180,0-3-180,-3 3-448,-10 12-271,6 0-237,1 0-192,-7 3-300,-7 10-548,10-1-888,-3 6-552,-4-3-869,4 3-731,-3 4-3533,2-4-6184</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4.978"/>
    </inkml:context>
    <inkml:brush xml:id="br0">
      <inkml:brushProperty name="width" value="0.05" units="cm"/>
      <inkml:brushProperty name="height" value="0.05" units="cm"/>
      <inkml:brushProperty name="color" value="#E71224"/>
    </inkml:brush>
  </inkml:definitions>
  <inkml:trace contextRef="#ctx0" brushRef="#br0">58 64 10793,'-14'-13'593,"-4"-10"6189,-7-5 2439,27 31-7707,27 27-120,2 0-1,45 32 1,77 47-1978,-66-50 851,-62-41-583,195 130-2222,-143-104-3280,1-5-5398,-62-32 1321</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5.151"/>
    </inkml:context>
    <inkml:brush xml:id="br0">
      <inkml:brushProperty name="width" value="0.05" units="cm"/>
      <inkml:brushProperty name="height" value="0.05" units="cm"/>
      <inkml:brushProperty name="color" value="#E71224"/>
    </inkml:brush>
  </inkml:definitions>
  <inkml:trace contextRef="#ctx0" brushRef="#br0">774 25 10765,'-3'-24'2444,"-21"27"-288,-29-3 49,32 0 67,-12 6-292,-21 0-316,11 3-324,-7 3-276,-1 0-256,-2 6-167,-1-3-237,4 6-704,3 3-553,-3-5-491,-4 2-892,7 3-656,0 6-3085,7 9-5180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5.466"/>
    </inkml:context>
    <inkml:brush xml:id="br0">
      <inkml:brushProperty name="width" value="0.05" units="cm"/>
      <inkml:brushProperty name="height" value="0.05" units="cm"/>
      <inkml:brushProperty name="color" value="#E71224"/>
    </inkml:brush>
  </inkml:definitions>
  <inkml:trace contextRef="#ctx0" brushRef="#br0">5 14 16410,'0'0'116,"0"0"0,-1 0 1,1 0-1,0 0 0,0-1 1,0 1-1,-1 0 1,1 0-1,0 0 0,0 0 1,0 0-1,-1-1 1,1 1-1,0 0 0,0 0 1,0 0-1,0-1 1,-1 1-1,1 0 0,0 0 1,0 0-1,0-1 1,0 1-1,0 0 0,0 0 1,0-1-1,0 1 1,0 0-1,0 0 0,0-1 1,0 1-1,0 0 1,0 0-1,0-1 0,0 1 1,0 0-1,0 0 1,0-1-1,0 1 0,0 0 1,0 0-1,0 0 1,1-1-1,-1 1 0,0 0 1,0 0-1,0 0 1,0-1-1,1 1 0,-1 0 1,0 0-1,0 0 1,0 0-1,1-1 0,-1 1 1,0 0-1,0 0 1,0 0-1,1 0 0,-1 0 1,27-2 3363,37 9 638,-6 8-3332,72 30 0,-78-26-699,-9-2-346,-19-7-3384,1-2 0,39 10 0,-42-14-3387,-2 2-4535</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5.610"/>
    </inkml:context>
    <inkml:brush xml:id="br0">
      <inkml:brushProperty name="width" value="0.05" units="cm"/>
      <inkml:brushProperty name="height" value="0.05" units="cm"/>
      <inkml:brushProperty name="color" value="#E71224"/>
    </inkml:brush>
  </inkml:definitions>
  <inkml:trace contextRef="#ctx0" brushRef="#br0">419 0 14029,'-53'3'2877,"6"6"-141,13 0-364,-3 3-292,21-9-392,-14 12-508,-11 6-147,11 0-249,0 4-416,3-1-392,4 3-888,6 0-405,7 0-727,-3 0-812,3 6-3641</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5.975"/>
    </inkml:context>
    <inkml:brush xml:id="br0">
      <inkml:brushProperty name="width" value="0.05" units="cm"/>
      <inkml:brushProperty name="height" value="0.05" units="cm"/>
      <inkml:brushProperty name="color" value="#E71224"/>
    </inkml:brush>
  </inkml:definitions>
  <inkml:trace contextRef="#ctx0" brushRef="#br0">54 20 12613,'-39'-2'2283,"38"2"-2162,0 0-1,1-1 1,-1 1-1,0 0 1,1 0-1,-1 0 1,0-1-1,1 1 1,-1 0-1,0-1 1,1 1-1,-1 0 1,1-1-1,-1 1 1,1-1-1,-1 1 1,1-1-1,-1 1 1,1-1-1,0 0 1,-1 1-1,1-1 1,0 1-1,-1-1 1,1 0-1,0 1 1,0-1-1,0 0 1,-1 1-1,1-1 1,0 0-1,0 1 1,0-2-1,0 1 337,28 42 8025,23 15-6178,-23-27-2298,1-3 0,35 26 1,8-8-937,53 30-2014,-94-56 1772,0 1-704,39 17 1,-60-32 836,0 0-1,0-1 1,1-1 0,-1 1 0,1-1-1,-1-1 1,17 0 0,-6-2-3030,-3-4-2022</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6.098"/>
    </inkml:context>
    <inkml:brush xml:id="br0">
      <inkml:brushProperty name="width" value="0.05" units="cm"/>
      <inkml:brushProperty name="height" value="0.05" units="cm"/>
      <inkml:brushProperty name="color" value="#E71224"/>
    </inkml:brush>
  </inkml:definitions>
  <inkml:trace contextRef="#ctx0" brushRef="#br0">583 19 9249,'-47'3'3144,"34"-15"-1476,0 3 1425,-14 12-1793,-3 3-280,6 9-192,-19 6-28,9 0-292,-6-3-136,3 3-272,-3 4-488,0 2-772,-7-6-764,-7 6-1081,1 0-1539,13 3-3533</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6.508"/>
    </inkml:context>
    <inkml:brush xml:id="br0">
      <inkml:brushProperty name="width" value="0.05" units="cm"/>
      <inkml:brushProperty name="height" value="0.05" units="cm"/>
      <inkml:brushProperty name="color" value="#E71224"/>
    </inkml:brush>
  </inkml:definitions>
  <inkml:trace contextRef="#ctx0" brushRef="#br0">1 1 14605,'1'2'570,"0"-1"0,0 0 0,0 1 0,0-1 0,0 0 0,1 1 0,-1-1 0,0 0 0,1 0 0,-1 0 0,1 0 0,-1 0 0,1 0 0,0-1 0,2 2 0,12 1 1,3 2 204,0 0 0,0 2-1,0 0 1,0 2 0,-1 0-1,31 21 1,30 15 101,120 39-2609,-95-54-1741,-71-23 75,40 3 0,-44-10 790,-7-4-2572,-3 0-2635</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6.646"/>
    </inkml:context>
    <inkml:brush xml:id="br0">
      <inkml:brushProperty name="width" value="0.05" units="cm"/>
      <inkml:brushProperty name="height" value="0.05" units="cm"/>
      <inkml:brushProperty name="color" value="#E71224"/>
    </inkml:brush>
  </inkml:definitions>
  <inkml:trace contextRef="#ctx0" brushRef="#br0">637 0 9685,'0'0'4554,"-3"3"-2414,-11 6-947,0 1 1,0-2 0,-1 0-1,0-1 1,-16 5-1,-30 16 765,-127 95 26,27-14-8145,77-57-3206,47-23 397</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7.144"/>
    </inkml:context>
    <inkml:brush xml:id="br0">
      <inkml:brushProperty name="width" value="0.05" units="cm"/>
      <inkml:brushProperty name="height" value="0.05" units="cm"/>
      <inkml:brushProperty name="color" value="#E71224"/>
    </inkml:brush>
  </inkml:definitions>
  <inkml:trace contextRef="#ctx0" brushRef="#br0">0 16 11569,'7'-15'17715,"-4"16"-15981,37 21-1234,-1 1-1,-1 2 0,57 48 1,-48-35-1350,72 44 1,-43-41-3825,-50-28 730,1 0-3542,-8-4-4743</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7.302"/>
    </inkml:context>
    <inkml:brush xml:id="br0">
      <inkml:brushProperty name="width" value="0.05" units="cm"/>
      <inkml:brushProperty name="height" value="0.05" units="cm"/>
      <inkml:brushProperty name="color" value="#E71224"/>
    </inkml:brush>
  </inkml:definitions>
  <inkml:trace contextRef="#ctx0" brushRef="#br0">654 1 11549,'-74'24'2392,"44"-24"-116,0 3 129,-7 3-321,-13 9-256,16 0-344,-6-3-304,3 9-248,0 1-216,4-1-251,-4 0-550,10 3-655,-6-3-280,-1 6-716,-3-6-776,4 0-712,3 9-2133,10 1-4296</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7.626"/>
    </inkml:context>
    <inkml:brush xml:id="br0">
      <inkml:brushProperty name="width" value="0.05" units="cm"/>
      <inkml:brushProperty name="height" value="0.05" units="cm"/>
      <inkml:brushProperty name="color" value="#E71224"/>
    </inkml:brush>
  </inkml:definitions>
  <inkml:trace contextRef="#ctx0" brushRef="#br0">14 1 15061,'-14'7'10840,"29"2"-3570,-2-3-6543,-7-4-2289,36 19 1975,-22-11-537,1-1 0,-1-1 1,29 8-1,-7-6-1319,62 14-2358,-25-10-2720,-71-11 5497,6 0-190,0-4-5323,5-4-2193</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7.747"/>
    </inkml:context>
    <inkml:brush xml:id="br0">
      <inkml:brushProperty name="width" value="0.05" units="cm"/>
      <inkml:brushProperty name="height" value="0.05" units="cm"/>
      <inkml:brushProperty name="color" value="#E71224"/>
    </inkml:brush>
  </inkml:definitions>
  <inkml:trace contextRef="#ctx0" brushRef="#br0">403 1 10581,'-64'57'2120,"27"-24"-68,7-9-343,0-3-297,3 10-332,7-4-260,-14 3-40,8 0-564,-5 0-560,-2 0-844,10 3-744,-1 1-3189,1-1-4080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8.136"/>
    </inkml:context>
    <inkml:brush xml:id="br0">
      <inkml:brushProperty name="width" value="0.05" units="cm"/>
      <inkml:brushProperty name="height" value="0.05" units="cm"/>
      <inkml:brushProperty name="color" value="#E71224"/>
    </inkml:brush>
  </inkml:definitions>
  <inkml:trace contextRef="#ctx0" brushRef="#br0">1 0 10253,'0'0'11910,"5"1"-10010,32 4-251,0 2 1,49 15 0,76 33-235,-8-2-2182,-41-20-1371,7 2-2781,-40-10-5121,-47-14 461</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8.274"/>
    </inkml:context>
    <inkml:brush xml:id="br0">
      <inkml:brushProperty name="width" value="0.05" units="cm"/>
      <inkml:brushProperty name="height" value="0.05" units="cm"/>
      <inkml:brushProperty name="color" value="#E71224"/>
    </inkml:brush>
  </inkml:definitions>
  <inkml:trace contextRef="#ctx0" brushRef="#br0">493 0 10989,'-30'36'2440,"-21"-14"-328,21-4-255,3 3-337,4 3-324,-4 3-268,-3 3-188,0 6-148,-7 0-236,-3 4-296,3 2-328,3-6-576,1 6-692,13-9-560,-4-2-3277,4 2-4316</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9.506"/>
    </inkml:context>
    <inkml:brush xml:id="br0">
      <inkml:brushProperty name="width" value="0.05" units="cm"/>
      <inkml:brushProperty name="height" value="0.05" units="cm"/>
      <inkml:brushProperty name="color" value="#E71224"/>
    </inkml:brush>
  </inkml:definitions>
  <inkml:trace contextRef="#ctx0" brushRef="#br0">7 22 9277,'1'0'400,"0"0"0,0 0 1,0 0-1,0-1 0,0 1 1,-1 0-1,1 0 0,0-1 0,0 1 1,0 0-1,0-1 0,-1 1 1,1-1-1,0 1 0,0-1 0,-1 0 1,1 1-1,1-2 0,-13-5 8867,1 2-10640,7 4 2639,17 14 908,92 87 1132,-33-35-3538,-8-11-2858,5-7-5715,-53-40 3411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39.694"/>
    </inkml:context>
    <inkml:brush xml:id="br0">
      <inkml:brushProperty name="width" value="0.05" units="cm"/>
      <inkml:brushProperty name="height" value="0.05" units="cm"/>
      <inkml:brushProperty name="color" value="#E71224"/>
    </inkml:brush>
  </inkml:definitions>
  <inkml:trace contextRef="#ctx0" brushRef="#br0">466 1 10249,'0'0'2432,"-27"6"-212,4 3-31,6-3 211,-3 0-324,-10 6-312,-10 12-332,9 0-272,1 3-288,-3 6-179,6 1-169,0 5-440,4 3-917,-1 0-415,-3 3-976,-3-2-832,0 2-3089,3 9-5460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0.002"/>
    </inkml:context>
    <inkml:brush xml:id="br0">
      <inkml:brushProperty name="width" value="0.05" units="cm"/>
      <inkml:brushProperty name="height" value="0.05" units="cm"/>
      <inkml:brushProperty name="color" value="#E71224"/>
    </inkml:brush>
  </inkml:definitions>
  <inkml:trace contextRef="#ctx0" brushRef="#br0">12 0 15365,'0'0'110,"-1"0"0,1 0-1,-1 0 1,1 0-1,-1 0 1,1 1-1,0-1 1,-1 0-1,1 0 1,-1 0-1,1 0 1,-1 0 0,1 1-1,0-1 1,-1 0-1,1 0 1,0 1-1,-1-1 1,1 0-1,0 1 1,-1-1-1,1 0 1,0 1 0,-1-1-1,1 0 1,0 1-1,0-1 1,0 1-1,0-1 1,-1 1-1,1-1 1,0 0-1,0 1 1,0-1 0,0 1-1,0-1 1,0 1-1,0-1 1,0 1-1,18 8 4428,2 1-3389,19 14 1690,55 46 0,30 39-1478,-19-17-2167,-44-40-988,104 84-4526,-50-53-5600,-85-65 3281</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0.142"/>
    </inkml:context>
    <inkml:brush xml:id="br0">
      <inkml:brushProperty name="width" value="0.05" units="cm"/>
      <inkml:brushProperty name="height" value="0.05" units="cm"/>
      <inkml:brushProperty name="color" value="#E71224"/>
    </inkml:brush>
  </inkml:definitions>
  <inkml:trace contextRef="#ctx0" brushRef="#br0">576 138 8369,'-12'-22'769,"9"18"-505,0 0 1,1 0 0,0 0 0,-1 0 0,2-1 0,-1 1 0,0-1 0,1 1 0,0-1-1,0 0 1,0 1 0,1-9 0,0 11-9,0 0 0,-1-1-1,1 1 1,0 0 0,-1 0 0,1 0-1,-1 0 1,0 0 0,1 0 0,-1 0-1,0 0 1,0 0 0,-1 1 0,1-1-1,0 0 1,0 1 0,-1-1 0,1 1-1,-1-1 1,0 1 0,1-1-1,-1 1 1,0 0 0,0 0 0,0 0-1,0 0 1,0 0 0,0 1 0,0-1-1,0 0 1,0 1 0,0 0 0,0-1-1,0 1 1,-4 0 0,-3 0 152,0 0 0,-1 0 0,1 1 0,0 0 0,0 1 0,0 0 0,-9 3 0,0 2-262,-1 1 0,1 1 1,0 1-1,1 0 1,1 1-1,-1 1 0,2 1 1,0 0-1,0 1 0,-21 26 1,-35 34-3184,52-56 318,0 2 0,1 0 1,-27 39-1,13 0-7047</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0.798"/>
    </inkml:context>
    <inkml:brush xml:id="br0">
      <inkml:brushProperty name="width" value="0.05" units="cm"/>
      <inkml:brushProperty name="height" value="0.05" units="cm"/>
      <inkml:brushProperty name="color" value="#E71224"/>
    </inkml:brush>
  </inkml:definitions>
  <inkml:trace contextRef="#ctx0" brushRef="#br0">1 15 10205,'-1'1'80,"1"-1"-1,0 0 1,0 1 0,1-1-1,-1 0 1,0 1 0,0-1-1,0 1 1,0-1 0,0 0-1,0 1 1,0-1 0,1 0-1,-1 1 1,0-1 0,0 0-1,0 1 1,1-1 0,-1 0 0,0 0-1,0 1 1,1-1 0,-1 0-1,0 0 1,1 1 0,-1-1-1,0 0 1,1 0 0,-1 0-1,0 0 1,1 0 0,-1 1-1,0-1 1,1 0 0,-1 0-1,1 0 1,-1 0 0,0 0-1,1 0 1,-1 0 0,1 0-1,-1 0 1,1-1 0,15-10 2599,-9 6-1368,-5 3 1048,2 2-267,12-3-45,0 2-1,30 0 1,-36 2-1862,1 0 0,-1 1 0,0 0 0,1 1 1,-1 0-1,0 1 0,-1 0 0,1 0 0,9 7 0,107 54-7045,-69-41 1953,-16-10-2687,-15-8-204</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0.953"/>
    </inkml:context>
    <inkml:brush xml:id="br0">
      <inkml:brushProperty name="width" value="0.05" units="cm"/>
      <inkml:brushProperty name="height" value="0.05" units="cm"/>
      <inkml:brushProperty name="color" value="#E71224"/>
    </inkml:brush>
  </inkml:definitions>
  <inkml:trace contextRef="#ctx0" brushRef="#br0">318 40 5581,'0'-2'132,"-1"0"57,1 0-1,0 0 1,-1 0 0,0 0-1,1 0 1,-1 0 0,0 0-1,0 0 1,0 0 0,0 1-1,0-1 1,0 0 0,-1 1-1,1-1 1,-1 1 0,1-1-1,-1 1 1,1 0 0,-7-3 5104,6 5-3709,-10 2-377,10-3-1068,0 1-1,1-1 1,-1 0-1,0 1 1,0 0-1,0-1 1,1 1 0,-1 0-1,0 0 1,1 0-1,-1 0 1,1 0-1,-1 1 1,1-1-1,0 0 1,-1 1-1,1-1 1,0 1-1,0-1 1,-2 3-1,-28 57 1439,-26 68-1,-14 30-3880,17-58-6256,24-48-1036</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09.854"/>
    </inkml:context>
    <inkml:brush xml:id="br0">
      <inkml:brushProperty name="width" value="0.05" units="cm"/>
      <inkml:brushProperty name="height" value="0.05" units="cm"/>
      <inkml:brushProperty name="color" value="#F6630D"/>
    </inkml:brush>
  </inkml:definitions>
  <inkml:trace contextRef="#ctx0" brushRef="#br0">185 154 15833,'-30'-33'2253,"0"30"-21,6-3-180,11-3-284,-1-3-216,-2-3-408,-1-6-227,7 9-189,-3-3 92,2 0-1400,5 3-760,23 24-3973,13 15-1204,0 3-6048</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5.913"/>
    </inkml:context>
    <inkml:brush xml:id="br0">
      <inkml:brushProperty name="width" value="0.05" units="cm"/>
      <inkml:brushProperty name="height" value="0.05" units="cm"/>
      <inkml:brushProperty name="color" value="#F6630D"/>
    </inkml:brush>
  </inkml:definitions>
  <inkml:trace contextRef="#ctx0" brushRef="#br0">1 21 14141,'0'-1'156,"0"-1"0,1 1-1,-1 0 1,1 0 0,-1 0-1,0 0 1,1 0 0,0 0 0,-1 0-1,1 0 1,0 0 0,-1 0-1,1 0 1,0 0 0,0 0-1,0 0 1,0 1 0,0-1-1,1 0 1,-1 1 43,0 0 0,0 0 0,0 1 0,0-1 0,0 0 0,0 1 0,0-1 0,-1 1-1,1-1 1,0 1 0,0 0 0,0-1 0,-1 1 0,1 0 0,0-1 0,-1 1 0,1 0 0,0 0 0,-1 0-1,1 0 1,0 1 0,0-1 6,-1-1 0,1 1 0,0-1-1,0 1 1,0-1 0,0 0 0,0 1-1,-1-1 1,1 0 0,0 0 0,0 0-1,0 0 1,0 1 0,0-1 0,0 0-1,0-1 1,0 1 0,1 0 0,2 0 446,89 16 4846,-6 3-4426,-39-6-1058,82 35-1,-56-19-11,188 84-75,-154-61-2460,-92-45 1835,61 35-4927,-30-12-2847,-15-8-3904</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6.099"/>
    </inkml:context>
    <inkml:brush xml:id="br0">
      <inkml:brushProperty name="width" value="0.05" units="cm"/>
      <inkml:brushProperty name="height" value="0.05" units="cm"/>
      <inkml:brushProperty name="color" value="#F6630D"/>
    </inkml:brush>
  </inkml:definitions>
  <inkml:trace contextRef="#ctx0" brushRef="#br0">710 16 11889,'-18'3'699,"13"-2"-407,0 0 1,0 0-1,0-1 0,0 1 0,-1-1 1,1 0-1,0 0 0,0-1 0,0 0 1,0 0-1,0 0 0,0 0 0,-7-4 1,3 2 330,1 1 0,-1-1 1,1 2-1,-1-1 0,1 1 1,-1 0-1,0 1 1,0 0-1,0 1 0,1-1 1,-1 2-1,0-1 0,1 1 1,-11 4-1,-5 2 314,0 1 0,1 1 1,-38 22-1,40-18-645,0 0-1,0 1 1,1 2 0,1 0 0,1 0 0,-28 37 0,31-33-887,0 1 0,2 0 0,-19 42 0,4-5-1670,17-38 625,0 1-1,2 1 1,-8 29 0,3 20-5039,3 1-4274</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6.350"/>
    </inkml:context>
    <inkml:brush xml:id="br0">
      <inkml:brushProperty name="width" value="0.05" units="cm"/>
      <inkml:brushProperty name="height" value="0.05" units="cm"/>
      <inkml:brushProperty name="color" value="#F6630D"/>
    </inkml:brush>
  </inkml:definitions>
  <inkml:trace contextRef="#ctx0" brushRef="#br0">0 12 15189,'1'-1'196,"0"0"-1,0 0 0,0 0 0,0 0 1,0 0-1,0 1 0,0-1 0,0 0 1,0 1-1,0-1 0,0 1 0,0-1 1,1 1-1,-1-1 0,0 1 0,0 0 1,0 0-1,3-1 0,-2 2 291,0 0-1,0 0 1,0 0-1,0 0 1,-1 1-1,1-1 1,0 0-1,-1 1 1,1-1-1,1 3 0,2 1-95,12 9 526,1-1-1,0-1 1,1-1 0,37 16 0,-17-8-464,146 61-1972,-60-28-3308,-86-34-1230,41 26 0,-62-36-2154</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6.494"/>
    </inkml:context>
    <inkml:brush xml:id="br0">
      <inkml:brushProperty name="width" value="0.05" units="cm"/>
      <inkml:brushProperty name="height" value="0.05" units="cm"/>
      <inkml:brushProperty name="color" value="#F6630D"/>
    </inkml:brush>
  </inkml:definitions>
  <inkml:trace contextRef="#ctx0" brushRef="#br0">623 19 11241,'-30'0'2456,"3"-13"-112,10 7 165,-9 9-253,-1 0-228,-7 7-232,-19 8-244,19 0-395,-3 3-169,-3 3-196,-3 6-164,2 6-372,1-3-568,3 7-1008,1-7-861,-1 0-1119,3 6-3449,4 18-6408</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6.801"/>
    </inkml:context>
    <inkml:brush xml:id="br0">
      <inkml:brushProperty name="width" value="0.05" units="cm"/>
      <inkml:brushProperty name="height" value="0.05" units="cm"/>
      <inkml:brushProperty name="color" value="#F6630D"/>
    </inkml:brush>
  </inkml:definitions>
  <inkml:trace contextRef="#ctx0" brushRef="#br0">1 0 16145,'142'66'8769,"-88"-44"-5639,51 30 0,99 65-2320,-4-4-10196,-149-82-510,-20-13 178</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6.942"/>
    </inkml:context>
    <inkml:brush xml:id="br0">
      <inkml:brushProperty name="width" value="0.05" units="cm"/>
      <inkml:brushProperty name="height" value="0.05" units="cm"/>
      <inkml:brushProperty name="color" value="#F6630D"/>
    </inkml:brush>
  </inkml:definitions>
  <inkml:trace contextRef="#ctx0" brushRef="#br0">583 1 13501,'-67'12'2116,"41"-6"257,-25 6-97,8 9-360,3-6-280,3 6-336,-7 6-276,4 7-244,7-1-379,-4 0-1022,3 6-655,-6-3-1228,7 9-212,2 10-3281,5-1-5228</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7.346"/>
    </inkml:context>
    <inkml:brush xml:id="br0">
      <inkml:brushProperty name="width" value="0.05" units="cm"/>
      <inkml:brushProperty name="height" value="0.05" units="cm"/>
      <inkml:brushProperty name="color" value="#F6630D"/>
    </inkml:brush>
  </inkml:definitions>
  <inkml:trace contextRef="#ctx0" brushRef="#br0">50 1 14189,'22'23'5179,"26"20"0,1-7-2384,81 52 161,89 53-5725,-168-112 807,55 29-3919,-94-52 4799,1-1 0,0-1 0,0 1 0,0-2-1,1 0 1,17 2 0,-28-5 1063,0 0 1,0 0-1,0 0 0,0 0 1,0 0-1,-1-1 0,1 1 1,0-1-1,0 0 0,0 0 1,-1 0-1,1 0 0,0 0 1,-1-1-1,1 1 0,-1-1 1,0 1-1,1-1 0,-1 0 0,0 0 1,0 0-1,0 0 0,-1-1 1,1 1-1,0 0 0,-1-1 1,1 1-1,-1-1 0,0 1 1,0-1-1,0 0 0,0 0 1,0 1-1,-1-1 0,1 0 1,-1 0-1,0-5 0,1-4 458,-1-1 0,-1 0 0,0 1 1,0-1-1,-2 1 0,1 0 0,-8-19 0,8 24-136,-1 1 0,0-1-1,0 1 1,-1-1 0,0 1 0,0 0-1,0 0 1,-1 1 0,0-1 0,0 1-1,0 0 1,-1 1 0,-8-6 0,5 4 103,0 2 0,0-1 0,0 1-1,-1 1 1,0 0 0,1 0 0,-1 1 0,-18-2 0,8 3 2,0 0 0,-1 2 0,1 0 0,0 2 0,1 0 0,-1 1-1,0 1 1,1 1 0,-22 9 0,-7 8-225,-49 31 1,-42 39-4580,114-73 1668,2 0 0,-31 35 0,44-44 1305,-46 46-8842</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7.847"/>
    </inkml:context>
    <inkml:brush xml:id="br0">
      <inkml:brushProperty name="width" value="0.05" units="cm"/>
      <inkml:brushProperty name="height" value="0.05" units="cm"/>
      <inkml:brushProperty name="color" value="#F6630D"/>
    </inkml:brush>
  </inkml:definitions>
  <inkml:trace contextRef="#ctx0" brushRef="#br0">0 5 15373,'0'0'5912,"4"-1"-3117,3 0-1806,0 0-1,0 0 0,0 0 1,0 1-1,9 1 0,41 9 1350,-24 0-2129,45 20 1,2 5-210,115 47 0,160 53 28,-204-74-2381,10 9-7634,-122-52 3313,-7 2-4123</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8.018"/>
    </inkml:context>
    <inkml:brush xml:id="br0">
      <inkml:brushProperty name="width" value="0.05" units="cm"/>
      <inkml:brushProperty name="height" value="0.05" units="cm"/>
      <inkml:brushProperty name="color" value="#F6630D"/>
    </inkml:brush>
  </inkml:definitions>
  <inkml:trace contextRef="#ctx0" brushRef="#br0">630 0 11601,'-44'15'2428,"24"-24"49,0 18 135,-23 7-496,6 2-384,-3-3-348,-1 9-280,-5 6-272,2 3-556,4 3-892,-10 0-692,-1-2-1032,-6 5-1160,4 6-2105,9 0-4604</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8.286"/>
    </inkml:context>
    <inkml:brush xml:id="br0">
      <inkml:brushProperty name="width" value="0.05" units="cm"/>
      <inkml:brushProperty name="height" value="0.05" units="cm"/>
      <inkml:brushProperty name="color" value="#F6630D"/>
    </inkml:brush>
  </inkml:definitions>
  <inkml:trace contextRef="#ctx0" brushRef="#br0">1 4 17742,'3'-1'435,"0"0"1,1 0-1,-1 1 0,0-1 1,0 1-1,1 0 1,-1 0-1,0 1 1,1-1-1,-1 0 1,0 1-1,0 0 0,1 0 1,4 2-1,46 22 4080,92 61-307,-83-46-4330,1-4-1,71 29 0,-108-54-376,95 36-4773,-41-24-7766,-57-19 2203</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8.408"/>
    </inkml:context>
    <inkml:brush xml:id="br0">
      <inkml:brushProperty name="width" value="0.05" units="cm"/>
      <inkml:brushProperty name="height" value="0.05" units="cm"/>
      <inkml:brushProperty name="color" value="#F6630D"/>
    </inkml:brush>
  </inkml:definitions>
  <inkml:trace contextRef="#ctx0" brushRef="#br0">540 1 13397,'-27'0'2180,"4"0"389,-11 9-161,-6 3-16,23-3-352,-13 3-340,-17 12-407,10-3-229,-6 0-248,-1 4-368,4 5-844,0-3-1040,6 0-1149,4 0-1511,3 9-2345,0 0-5928</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8.660"/>
    </inkml:context>
    <inkml:brush xml:id="br0">
      <inkml:brushProperty name="width" value="0.05" units="cm"/>
      <inkml:brushProperty name="height" value="0.05" units="cm"/>
      <inkml:brushProperty name="color" value="#F6630D"/>
    </inkml:brush>
  </inkml:definitions>
  <inkml:trace contextRef="#ctx0" brushRef="#br0">1 1 18234,'20'39'3060,"-7"-30"-116,4 0-268,6 3-443,1 6-453,16 6-344,30 21-1032,-33-21-404,7 0 0,-1-2 0,14-1-1248,0 0-1072,-7-9-673,-26-3-683,16 0-2973,13 9-6248</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8.834"/>
    </inkml:context>
    <inkml:brush xml:id="br0">
      <inkml:brushProperty name="width" value="0.05" units="cm"/>
      <inkml:brushProperty name="height" value="0.05" units="cm"/>
      <inkml:brushProperty name="color" value="#F6630D"/>
    </inkml:brush>
  </inkml:definitions>
  <inkml:trace contextRef="#ctx0" brushRef="#br0">483 0 11537,'-2'2'2452,"-5"5"-1348,2-4-198,1 0-1,0 0 1,1 1 0,-1 0-1,1 0 1,-1 0 0,1 0-1,0 0 1,1 1 0,-1-1-1,1 1 1,0 0 0,0 0-1,-2 7 1,2-2-645,-1 0 0,0 0 0,-1-1 0,0 1 1,0-1-1,-1 0 0,0 0 0,-1-1 0,0 1 0,0-1 0,-1 0 0,0-1 0,0 0 1,-1 0-1,0 0 0,-17 10 0,5-5-1062,-1-1 0,-26 11 0,-47 13-5494,21-8-2092,13-1-4661</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9.173"/>
    </inkml:context>
    <inkml:brush xml:id="br0">
      <inkml:brushProperty name="width" value="0.05" units="cm"/>
      <inkml:brushProperty name="height" value="0.05" units="cm"/>
      <inkml:brushProperty name="color" value="#F6630D"/>
    </inkml:brush>
  </inkml:definitions>
  <inkml:trace contextRef="#ctx0" brushRef="#br0">0 0 12789,'27'56'10202,"8"-10"-4724,-9-20-3676,35 28 0,-37-34-1209,-3-2-535,87 81-200,-92-84-815,1 0 0,0-1-1,0-1 1,28 16 0,-4-6-3538,1-1-3989,-36-19 6836,14 9-8537</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9.297"/>
    </inkml:context>
    <inkml:brush xml:id="br0">
      <inkml:brushProperty name="width" value="0.05" units="cm"/>
      <inkml:brushProperty name="height" value="0.05" units="cm"/>
      <inkml:brushProperty name="color" value="#F6630D"/>
    </inkml:brush>
  </inkml:definitions>
  <inkml:trace contextRef="#ctx0" brushRef="#br0">433 10 9057,'-23'-7'7637,"-1"4"-5969,7 3-124,-3 16-52,-13 14-212,-54 57 1160,53-48-1920,4-3-552,0-2-620,-4 2-816,4 0-1072,-7 3-3665,4 3-5552</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49.828"/>
    </inkml:context>
    <inkml:brush xml:id="br0">
      <inkml:brushProperty name="width" value="0.05" units="cm"/>
      <inkml:brushProperty name="height" value="0.05" units="cm"/>
      <inkml:brushProperty name="color" value="#F6630D"/>
    </inkml:brush>
  </inkml:definitions>
  <inkml:trace contextRef="#ctx0" brushRef="#br0">1 0 11001,'0'0'11876,"0"3"-9821,0 1-1786,0-1-1,0 1 0,0-1 0,0 0 1,1 1-1,-1-1 0,1 1 0,0-1 1,0 0-1,0 0 0,1 1 1,-1-1-1,1 0 0,0 0 0,-1 0 1,1-1-1,0 1 0,1 0 1,-1-1-1,0 1 0,1-1 0,0 0 1,5 4-1,45 34 399,63 37-1,-53-37-603,181 106-26,-125-82-2428,-85-45 583,44 22-4638,-70-38 2058,-1-3 1963,0 1-183,10 5-7146</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0.002"/>
    </inkml:context>
    <inkml:brush xml:id="br0">
      <inkml:brushProperty name="width" value="0.05" units="cm"/>
      <inkml:brushProperty name="height" value="0.05" units="cm"/>
      <inkml:brushProperty name="color" value="#F6630D"/>
    </inkml:brush>
  </inkml:definitions>
  <inkml:trace contextRef="#ctx0" brushRef="#br0">647 0 9281,'0'0'4150,"-3"3"-2099,-31 28 2962,-29 7-2086,21-13-1341,-10 7-578,0 4 1,-70 61-1,-19 22-6332,120-100 2153,1-1-1,-33 43 0,9-9-7038</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0.801"/>
    </inkml:context>
    <inkml:brush xml:id="br0">
      <inkml:brushProperty name="width" value="0.05" units="cm"/>
      <inkml:brushProperty name="height" value="0.05" units="cm"/>
      <inkml:brushProperty name="color" value="#F6630D"/>
    </inkml:brush>
  </inkml:definitions>
  <inkml:trace contextRef="#ctx0" brushRef="#br0">1085 20 9053,'-10'-9'2167,"20"2"6207,-34 4-4963,14 3-2908,0 0 1,0 0-1,0 1 1,0 0 0,0 0-1,1 1 1,-1 1-1,0 0 1,-9 4-1,-14 7 816,-35 21 1,50-25-907,-44 26 541,-106 81 0,-41 63-2689,37-44-4640,27-24-4300,67-43-556</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1.262"/>
    </inkml:context>
    <inkml:brush xml:id="br0">
      <inkml:brushProperty name="width" value="0.05" units="cm"/>
      <inkml:brushProperty name="height" value="0.05" units="cm"/>
      <inkml:brushProperty name="color" value="#F6630D"/>
    </inkml:brush>
  </inkml:definitions>
  <inkml:trace contextRef="#ctx0" brushRef="#br0">1 22 7493,'16'-22'12139,"-12"22"-11098,1 1-709,0 0 1,0 0-1,1 0 1,-1 0 0,0 1-1,-1 0 1,1 0-1,0 0 1,0 1 0,-1 0-1,1-1 1,5 7 0,11 9 665,24 24 0,-16-12-188,158 156 1851,101 90-4836,-232-229 481,53 43-3116,-37-30-3130,-20-16-2921</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3.272"/>
    </inkml:context>
    <inkml:brush xml:id="br0">
      <inkml:brushProperty name="width" value="0.05" units="cm"/>
      <inkml:brushProperty name="height" value="0.05" units="cm"/>
      <inkml:brushProperty name="color" value="#F6630D"/>
    </inkml:brush>
  </inkml:definitions>
  <inkml:trace contextRef="#ctx0" brushRef="#br0">125 125 7853,'9'3'12462,"-17"-12"-5502,0 3-6822,5 5-12,-58-13 1023,58 14-1070,0 0-85,-34 0 504,27-34 669,10 31-1000,0-1 1,0 0-1,0 0 0,1 1 0,-1-1 0,1 0 1,0 1-1,0-1 0,0 0 0,1 1 0,-1 0 1,1-1-1,2-3 0,-3 6-167,-1 1 0,0-1 0,1 1 0,-1-1 0,1 0 0,0 1 0,-1-1 0,1 1 0,-1-1 0,1 1 0,0-1 0,-1 1 0,1 0 0,0-1 0,0 1 0,-1 0 0,1 0 0,1-1 0,4 1 0,0 0 0,0 0 0,0 1 0,0 0 0,0 0 0,0 0 0,-1 1 0,1-1 0,0 2 0,7 3 0,56 32 0,304 203-788,-352-227-605,26 15-6882,-28-20 991</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3.486"/>
    </inkml:context>
    <inkml:brush xml:id="br0">
      <inkml:brushProperty name="width" value="0.05" units="cm"/>
      <inkml:brushProperty name="height" value="0.05" units="cm"/>
      <inkml:brushProperty name="color" value="#F6630D"/>
    </inkml:brush>
  </inkml:definitions>
  <inkml:trace contextRef="#ctx0" brushRef="#br0">507 37 16602,'-1'0'117,"1"0"0,-1-1 1,1 1-1,-1 0 0,0 0 1,1 0-1,-1 0 0,1-1 1,-1 1-1,1 0 1,-1 0-1,1-1 0,0 1 1,-1 0-1,1-1 0,-1 1 1,1-1-1,0 1 0,-1 0 1,1-1-1,0 1 1,-1-1-1,1 1 0,0-1 1,0 1-1,-1-1 0,1 1 1,0-1-1,0 1 0,0-1 1,0 0-1,0 1 1,0-1-1,0 1 0,0-1 1,0 1-1,0-1 0,0 1 1,0-1-1,0 1 1,0-1-1,1 0 0,-1 1 1,0-1-1,4-17 9330,-29 34-8010,-1 1-1437,1 2 0,-28 27 0,1-1 0,17-17-64,1 2 1,-39 45-1,3-4-3726,44-47-2738,-28 34 1,28-19-6220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3.722"/>
    </inkml:context>
    <inkml:brush xml:id="br0">
      <inkml:brushProperty name="width" value="0.05" units="cm"/>
      <inkml:brushProperty name="height" value="0.05" units="cm"/>
      <inkml:brushProperty name="color" value="#F6630D"/>
    </inkml:brush>
  </inkml:definitions>
  <inkml:trace contextRef="#ctx0" brushRef="#br0">1 1 16542,'7'8'1430,"0"0"0,0 0 0,1-1 0,0 0 0,0 0 0,1 0 0,14 7 0,3 4 253,8 8-68,24 18-1241,2-1 1,117 61-1,-32-31-9052,-111-61 3467,-10-11-1455,1-3-2198</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3.866"/>
    </inkml:context>
    <inkml:brush xml:id="br0">
      <inkml:brushProperty name="width" value="0.05" units="cm"/>
      <inkml:brushProperty name="height" value="0.05" units="cm"/>
      <inkml:brushProperty name="color" value="#F6630D"/>
    </inkml:brush>
  </inkml:definitions>
  <inkml:trace contextRef="#ctx0" brushRef="#br0">422 46 9653,'-30'-36'2236,"20"27"-76,-3 18-156,-1-6-39,-9 0 119,-11 6-164,-6 3-248,3 3-316,-6 6-272,9 3-256,-3 0-271,14 7-613,-7 2-837,6-3-595,4-3-1080,10 6-1164,13-15-1869,-6 18-4596</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4.186"/>
    </inkml:context>
    <inkml:brush xml:id="br0">
      <inkml:brushProperty name="width" value="0.05" units="cm"/>
      <inkml:brushProperty name="height" value="0.05" units="cm"/>
      <inkml:brushProperty name="color" value="#F6630D"/>
    </inkml:brush>
  </inkml:definitions>
  <inkml:trace contextRef="#ctx0" brushRef="#br0">39 1 12061,'-13'6'3804,"11"-5"-3423,1-1 0,-1 1 0,1 0 0,-1 0 0,1 0 0,-1 0 0,1 0 0,0 1 0,0-1 0,-1 0 0,1 1 0,0-1 0,0 1 0,0-1 0,1 1 0,-1-1 0,0 1 0,0 2 0,0-1-56,0 1-1,1-1 1,0 1-1,-1-1 1,1 1 0,0-1-1,1 1 1,0 5-1,1 1 84,1 0 0,0 0 0,1-1 0,0 1 0,9 14 0,7 7 201,2-2 0,1 0 0,1-1 0,1-2 0,1-1 0,38 28-1,189 117-580,-119-99-2567,-39-34-4399,-42-24-3333,-34-4 240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4.326"/>
    </inkml:context>
    <inkml:brush xml:id="br0">
      <inkml:brushProperty name="width" value="0.05" units="cm"/>
      <inkml:brushProperty name="height" value="0.05" units="cm"/>
      <inkml:brushProperty name="color" value="#F6630D"/>
    </inkml:brush>
  </inkml:definitions>
  <inkml:trace contextRef="#ctx0" brushRef="#br0">500 33 11653,'-47'-12'2384,"30"0"-104,-3 3 349,-10 12-293,7 3-104,-1-3-212,-13 9-472,7 6-279,-3 3-277,6 6-196,-7 1-276,8-1-480,-8 3-680,7-6-932,1 6-989,-1 6-1031,3 3-3001,11-2-6164</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4.611"/>
    </inkml:context>
    <inkml:brush xml:id="br0">
      <inkml:brushProperty name="width" value="0.05" units="cm"/>
      <inkml:brushProperty name="height" value="0.05" units="cm"/>
      <inkml:brushProperty name="color" value="#F6630D"/>
    </inkml:brush>
  </inkml:definitions>
  <inkml:trace contextRef="#ctx0" brushRef="#br0">0 1 13565,'34'42'6205,"-17"-30"-3529,13 12-124,-20-15-484,10 12-363,13 7-329,-2-4-284,-1 0-212,7 0-292,-4 0-564,1 0-524,-1-6-700,4 0-496,-10-3-292,-14-6-609,11 0-435,-1 3-3389,-6-8-5892</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4.896"/>
    </inkml:context>
    <inkml:brush xml:id="br0">
      <inkml:brushProperty name="width" value="0.05" units="cm"/>
      <inkml:brushProperty name="height" value="0.05" units="cm"/>
      <inkml:brushProperty name="color" value="#F6630D"/>
    </inkml:brush>
  </inkml:definitions>
  <inkml:trace contextRef="#ctx0" brushRef="#br0">641 1 9969,'0'0'178,"0"1"0,0 0 0,0 0 0,0 0 0,1-1-1,-1 1 1,0 0 0,1 0 0,-1-1 0,0 1 0,1 0 0,-1-1 0,1 1 0,-1-1 0,1 1 0,-1 0 0,1-1 0,0 1 0,-1-1-1,2 1 1,-1 0-35,1 0-1,-1-1 1,0 1-1,-1 0 1,1 0-1,0 0 1,0 0 0,0 0-1,0 0 1,-1 0-1,1 0 1,-1 0-1,1 0 1,0 1-1,-1-1 1,1 2-1,7 35 3624,-4-26-2424,-1 1 0,-1-1 0,1 21 0,11 43 1538,-12-56-2601,-1-16 101,-1 17-205,0-1-148,0-16-66,-25-29-230,0-4 125,24 27 138,-1-1 0,0 0 0,0 0 1,0 1-1,0-1 0,-1 1 0,1 0 0,-1 0 1,1 0-1,-1 0 0,0 0 0,0 0 0,0 1 0,0-1 1,0 1-1,0 0 0,0 0 0,-1 0 0,-4 0 1,-8-1 3,0 2 0,0 0 1,0 1-1,0 0 0,0 1 1,-28 8-1,-92 39-705,41-12-1473,65-27-237,-51 24-1,69-27 567,-1 1-1,1 0 1,-18 16-1,-14 18-8459</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5.235"/>
    </inkml:context>
    <inkml:brush xml:id="br0">
      <inkml:brushProperty name="width" value="0.05" units="cm"/>
      <inkml:brushProperty name="height" value="0.05" units="cm"/>
      <inkml:brushProperty name="color" value="#F6630D"/>
    </inkml:brush>
  </inkml:definitions>
  <inkml:trace contextRef="#ctx0" brushRef="#br0">49 1 14645,'-5'4'547,"1"0"0,-1 1 0,1-1 0,-1 1 0,2 1 0,-1-1 0,0 0 0,-5 12 0,8-12 10,0 0 0,0-1 0,0 1 0,0 0 0,1 0-1,0 0 1,0 0 0,0 0 0,0 0 0,1-1 0,0 1 0,3 9 0,2 6 324,1 0 0,2-1 1,-1 1-1,2-2 1,19 28-1,-4-13-753,54 58 0,-60-74-2004,1-1 1,29 18 0,-7-4-3471,-38-27 2747,0-3-643,18 0-1711,2 0-2649</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5.390"/>
    </inkml:context>
    <inkml:brush xml:id="br0">
      <inkml:brushProperty name="width" value="0.05" units="cm"/>
      <inkml:brushProperty name="height" value="0.05" units="cm"/>
      <inkml:brushProperty name="color" value="#F6630D"/>
    </inkml:brush>
  </inkml:definitions>
  <inkml:trace contextRef="#ctx0" brushRef="#br0">577 0 8257,'-54'28'2288,"-83"59"4961,100-63-6145,3 0-264,-6 6-168,0 0-148,-4-2-392,8 2-800,-8-6-912,0 6-1085,4 3-2067,13-3-3705</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4:55.956"/>
    </inkml:context>
    <inkml:brush xml:id="br0">
      <inkml:brushProperty name="width" value="0.05" units="cm"/>
      <inkml:brushProperty name="height" value="0.05" units="cm"/>
      <inkml:brushProperty name="color" value="#F6630D"/>
    </inkml:brush>
  </inkml:definitions>
  <inkml:trace contextRef="#ctx0" brushRef="#br0">10 40 7913,'0'-27'-628,"-10"15"-1493</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00.617"/>
    </inkml:context>
    <inkml:brush xml:id="br0">
      <inkml:brushProperty name="width" value="0.05" units="cm"/>
      <inkml:brushProperty name="height" value="0.05" units="cm"/>
      <inkml:brushProperty name="color" value="#F6630D"/>
    </inkml:brush>
  </inkml:definitions>
  <inkml:trace contextRef="#ctx0" brushRef="#br0">44 40 5677,'0'0'13419,"-1"-3"-12641,0 1-286,0 0-1,0 0 1,0 0-1,-1 1 1,1-1-1,0 0 1,-1 0-1,1 1 0,-1-1 1,1 1-1,-1-1 1,0 1-1,1 0 1,-1 0-1,0 0 1,0 0-1,0 0 1,0 0-1,-2 0 0,-4-3-1211,6 3 2158,23-2-296,-3 3-1009,0 0 0,0 2 0,0 0 0,0 0 0,-1 2 0,1 0 0,-1 1 0,23 10 0,-5-3-126,129 56-1267,-128-52-48,17 12-1201,-39-19 212,1-1 1,0-1 0,21 8 0,-13-6-3675,-11 5-3579</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00.809"/>
    </inkml:context>
    <inkml:brush xml:id="br0">
      <inkml:brushProperty name="width" value="0.05" units="cm"/>
      <inkml:brushProperty name="height" value="0.05" units="cm"/>
      <inkml:brushProperty name="color" value="#F6630D"/>
    </inkml:brush>
  </inkml:definitions>
  <inkml:trace contextRef="#ctx0" brushRef="#br0">627 21 10745,'-6'-1'1199,"0"0"0,-1 0 0,1 0 0,0-1 0,-7-2 1,9 2-639,-1 0 1,1 0 0,0 1 0,0 0 0,-1 0 0,1 0 0,-1 1 0,1-1 0,-1 1 0,1 0 0,0 0 0,-1 1 0,1-1 0,-1 1 0,-4 2-1,-10 6 336,1 0-1,-1 2 0,2 0 0,-23 19 0,-64 63 495,54-47-1561,-83 89-6556,53-39-5361,53-59 1252</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01.282"/>
    </inkml:context>
    <inkml:brush xml:id="br0">
      <inkml:brushProperty name="width" value="0.05" units="cm"/>
      <inkml:brushProperty name="height" value="0.05" units="cm"/>
      <inkml:brushProperty name="color" value="#F6630D"/>
    </inkml:brush>
  </inkml:definitions>
  <inkml:trace contextRef="#ctx0" brushRef="#br0">0 274 12509,'0'3'2392,"0"22"1211,0-13 2695,6-16-2956,21-5-1317,-26 9-1939,238-75 2690,118-54-4311,-266 87-2089,-51 23-661,2 1-4247,3 0-3539</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01.567"/>
    </inkml:context>
    <inkml:brush xml:id="br0">
      <inkml:brushProperty name="width" value="0.05" units="cm"/>
      <inkml:brushProperty name="height" value="0.05" units="cm"/>
      <inkml:brushProperty name="color" value="#F6630D"/>
    </inkml:brush>
  </inkml:definitions>
  <inkml:trace contextRef="#ctx0" brushRef="#br0">185 10 12081,'0'0'70,"0"0"1,1 0-1,-1 0 0,0 0 0,0 0 0,1 0 0,-1 0 1,0 0-1,0-1 0,0 1 0,1 0 0,-1 0 1,0 0-1,0 0 0,0-1 0,1 1 0,-1 0 1,0 0-1,0 0 0,0-1 0,0 1 0,0 0 1,0 0-1,1-1 0,-1 1 0,0 0 0,0 0 1,0-1-1,0 1 0,0 0 0,0 0 0,0-1 1,0 1-1,0 0 0,0 0 0,0-1 0,0 1 1,0 0-1,0 0 0,-1-1 0,1 1 0,0 0 1,0 0-1,0-1 0,0 1 0,-1 0 0,-15 0 2473,11 1-1876,-1 0 1,0 1-1,1 0 1,-1 0-1,1 1 1,-7 3-1,3 1 163,0 0-1,0 1 0,1 0 0,0 0 1,0 1-1,1 0 0,1 0 0,-1 1 1,-7 16-1,7-10-388,0 1 0,1 0 1,1 0-1,1 1 0,-4 26 0,5 11-1632,1 1 0,12 108-1,-7-133 538,2 41-3308,2 17-4639,2-10-5159</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05.238"/>
    </inkml:context>
    <inkml:brush xml:id="br0">
      <inkml:brushProperty name="width" value="0.05" units="cm"/>
      <inkml:brushProperty name="height" value="0.05" units="cm"/>
      <inkml:brushProperty name="color" value="#F6630D"/>
    </inkml:brush>
  </inkml:definitions>
  <inkml:trace contextRef="#ctx0" brushRef="#br0">400 8 7477,'9'-6'2408,"-15"5"737,-18 4 787,21-3-4155,0 1 1564,-31 11 2810,11-12-2022,-41 9 5199,50 5-7057,1 1-214,0 1 0,1 0 0,2 1 0,-1 1 0,2 0 0,-9 21 0,-35 121-1296,37-103-2273,-26 58 1,33-95 20,1 0 1,-7 32 0,7-8-7151</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05.895"/>
    </inkml:context>
    <inkml:brush xml:id="br0">
      <inkml:brushProperty name="width" value="0.05" units="cm"/>
      <inkml:brushProperty name="height" value="0.05" units="cm"/>
      <inkml:brushProperty name="color" value="#F6630D"/>
    </inkml:brush>
  </inkml:definitions>
  <inkml:trace contextRef="#ctx0" brushRef="#br0">44 14 10845,'2'-2'286,"0"1"1,0-1-1,0 1 1,1 0-1,-1 0 1,0 0-1,0 0 1,1 0-1,-1 1 1,1-1-1,-1 0 1,1 1-1,-1 0 1,4 0-1,40 3 754,-16 1-358,125 12 417,154 38-1,-114-18-1035,-36-7-144,-47-6-149,1-5 1,148 4-1,-162-27 1488,-95 5 519,-6 2-1693,-3 7 65,1-1 0,1 1 0,-1 0 0,-2 12 1,-16 38 614,-10 5 143,-46 79 1055,-132 245-116,161-289-1681,14-28-142,4 2 0,2 1 0,-18 77 1,36-104-218,2 1 0,2-1-1,3 1 1,1 0 0,2 1 0,7 56 0,5-31-384,4 0-1,28 85 1,-19-94-234,-25-66 800,0 0 0,0 1 1,-1-1-1,1 0 0,0 0 1,0 1-1,-1-1 0,1 1 1,-1-1-1,1 1 1,0 0-1,-3-1 0,-9-2-34,-23-14-244,-34-22-1,-27-14-707,5 17-693,-2 5-1,-126-26 1,51 14-1024,132 33 1974,-106-26-4491,61 23-295</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06.433"/>
    </inkml:context>
    <inkml:brush xml:id="br0">
      <inkml:brushProperty name="width" value="0.05" units="cm"/>
      <inkml:brushProperty name="height" value="0.05" units="cm"/>
      <inkml:brushProperty name="color" value="#F6630D"/>
    </inkml:brush>
  </inkml:definitions>
  <inkml:trace contextRef="#ctx0" brushRef="#br0">69 1 8061,'0'0'13180,"-2"5"-11971,-18 78 1571,7-37-1667,3 2-1,-9 85 1,15-60-791,4 0 0,3 0-1,2-1 1,31 138 0,-27-175-1148,3-1 1,0 0-1,3-1 1,33 58-1,-32-66-991,2-1-1,0-1 1,1 0-1,2-2 1,0 0 0,39 29-1,-1-8-8525</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06.716"/>
    </inkml:context>
    <inkml:brush xml:id="br0">
      <inkml:brushProperty name="width" value="0.05" units="cm"/>
      <inkml:brushProperty name="height" value="0.05" units="cm"/>
      <inkml:brushProperty name="color" value="#F6630D"/>
    </inkml:brush>
  </inkml:definitions>
  <inkml:trace contextRef="#ctx0" brushRef="#br0">4 0 7709,'-1'3'253,"0"-1"0,1 0 0,-1 0-1,1 1 1,0-1 0,0 1 0,0-1 0,0 0 0,0 1 0,1-1 0,-1 0 0,0 1 0,1-1 0,0 0 0,0 0 0,0 1 0,0-1-1,1 2 1,2-1 129,0 0 0,0 0-1,0 0 1,0-1-1,1 0 1,-1 0-1,1 0 1,-1 0 0,7 1-1,34 10 438,0-2-1,2-1 1,-1-3-1,50 2 1,194-6 133,-250-4-777,88-2-1441,251-42 0,-265 17-1454,-26 5-3323,-37 11-1228</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08.040"/>
    </inkml:context>
    <inkml:brush xml:id="br0">
      <inkml:brushProperty name="width" value="0.05" units="cm"/>
      <inkml:brushProperty name="height" value="0.05" units="cm"/>
      <inkml:brushProperty name="color" value="#F6630D"/>
    </inkml:brush>
  </inkml:definitions>
  <inkml:trace contextRef="#ctx0" brushRef="#br0">2312 18 4536,'0'-12'13406,"1"12"-13023,18-5 4933,42 8-7077,-22-1 2712,-63 12 284,-63 25 460,-2-3 0,-110 28 0,-197 32 357,359-88-1913,-286 60 562,-145 33-86,11 34-2779,278-67-1047,64-23-2437,75-34-3515,23-5-325</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08.355"/>
    </inkml:context>
    <inkml:brush xml:id="br0">
      <inkml:brushProperty name="width" value="0.05" units="cm"/>
      <inkml:brushProperty name="height" value="0.05" units="cm"/>
      <inkml:brushProperty name="color" value="#F6630D"/>
    </inkml:brush>
  </inkml:definitions>
  <inkml:trace contextRef="#ctx0" brushRef="#br0">644 43 8649,'0'-24'2164,"10"14"-296,3 1 2925,-26 18-3673,-1 1-220,-6-1-52,-13 12 188,-4 3-28,-3 6 136,-14 3-8,-16 6-120,-4 10-168,-3-4-140,-3 3-111,-1 3-117,8-117-92</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11.626"/>
    </inkml:context>
    <inkml:brush xml:id="br0">
      <inkml:brushProperty name="width" value="0.05" units="cm"/>
      <inkml:brushProperty name="height" value="0.05" units="cm"/>
      <inkml:brushProperty name="color" value="#F6630D"/>
    </inkml:brush>
  </inkml:definitions>
  <inkml:trace contextRef="#ctx0" brushRef="#br0">1685 55 5617,'-13'-18'12309,"12"15"-11423,-5-30 4134,2 34-4839,0 1 0,0 0 0,0 0 0,0 0 0,0 0 0,0 1 0,0 0 0,1-1 0,-1 1 0,1 1 0,0-1 0,-4 5 0,-4 3 173,-121 131 1958,28-26-1161,-219 191 198,-113 122-704,304-284-461,-101 124-54,212-243-226,-45 41 0,24-26-88,30-26 130,9-12 32,0 1 1,0 0 0,0-1 0,0 0-1,-1 0 1,1 0 0,-6 3 0,2-3-49,0 0 1,-1-1 0,0 0-1,-13 2 1,7-1 63,10-2-44,11-10-3242,-1 3 2713,-1 0 0,1 1-1,1 0 1,9-6 0,16-14-3622,-28 22 2941,-1 0 0,0-1 0,0 1 0,0-1 0,0 0 0,4-8 0,5-9-7854</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11.985"/>
    </inkml:context>
    <inkml:brush xml:id="br0">
      <inkml:brushProperty name="width" value="0.05" units="cm"/>
      <inkml:brushProperty name="height" value="0.05" units="cm"/>
      <inkml:brushProperty name="color" value="#F6630D"/>
    </inkml:brush>
  </inkml:definitions>
  <inkml:trace contextRef="#ctx0" brushRef="#br0">573 1 11321,'-32'29'2944,"1"1"0,1 2 0,-45 63 0,15-7-760,-22 51-534,45-74-1216,-2-1 0,-73 90 0,40-63-49,69-88-265,23 5 41,-9-6-193,0-1 0,0 0 0,0 0 1,0-2-1,-1 1 0,1-1 0,0-1 1,0 0-1,16-5 0,15-2-248,650-177-5735,-676 181 5804,268-96-4208,-102 16-2982,-102 43 130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13.112"/>
    </inkml:context>
    <inkml:brush xml:id="br0">
      <inkml:brushProperty name="width" value="0.05" units="cm"/>
      <inkml:brushProperty name="height" value="0.05" units="cm"/>
      <inkml:brushProperty name="color" value="#F6630D"/>
    </inkml:brush>
  </inkml:definitions>
  <inkml:trace contextRef="#ctx0" brushRef="#br0">1213 16 3364,'0'0'11659,"-14"-6"-10245,5 4-1054,0-1 0,-1 2 0,1-1 0,-1 1 0,1 0 0,-1 1 0,1 1-1,-1-1 1,-13 3 0,-8 0 207,-160 7 848,-94 7-561,214-9-738,1 3 0,-70 20 0,112-24-177,-104 35-317,118-37-52,1 1 0,-1 1 0,1 0 0,1 1 0,-1 0 0,-20 19-1,30-24-169,1-1-1,0 1 0,0-1 1,0 1-1,0 0 0,0 0 1,1 0-1,-1 0 0,1 0 0,0 0 1,-2 5-1,2-5-190,-6 27-7996</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14.230"/>
    </inkml:context>
    <inkml:brush xml:id="br0">
      <inkml:brushProperty name="width" value="0.05" units="cm"/>
      <inkml:brushProperty name="height" value="0.05" units="cm"/>
      <inkml:brushProperty name="color" value="#F6630D"/>
    </inkml:brush>
  </inkml:definitions>
  <inkml:trace contextRef="#ctx0" brushRef="#br0">1783 0 6113,'-3'3'297,"0"0"1,-1-1-1,1 0 1,-1 1 0,0-1-1,0 0 1,0-1 0,0 1-1,0-1 1,0 0 0,0 0-1,0 0 1,0 0 0,-1-1-1,-7 1 1,-29 5 2013,19-1-1126,0-1-1,-36 2 1,-11 2 147,-119 20 874,-276 54 499,394-64-2513,0 2 1,1 4 0,2 2-1,-96 53 1,-4 28 22,139-85-250,0 0 1,2 2-1,-37 43 0,45-43-31,9-11-5,-1-1 1,-1 0-1,0 0 0,-14 12 1,22-23 16,-8 25-145,23-33 112,0-2-1,0 0 1,-1 0 0,-1-1-1,1-1 1,-2 1 0,13-19 0,-8 12-544,-8 10-649,0-1 0,-1 1 0,0-1 0,0 0 0,6-16 0,-11 23 1086,0 0 0,0 1 0,0-1 0,0 0 0,0 1-1,-1-1 1,1 0 0,0 1 0,0-1 0,-1 1 0,1-1 0,0 0-1,-1 1 1,1-1 0,0 1 0,-1-1 0,1 1 0,-1-1 0,1 1-1,-1-1 1,1 1 0,-1 0 0,1-1 0,-1 1 0,-10-10-6310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14.642"/>
    </inkml:context>
    <inkml:brush xml:id="br0">
      <inkml:brushProperty name="width" value="0.05" units="cm"/>
      <inkml:brushProperty name="height" value="0.05" units="cm"/>
      <inkml:brushProperty name="color" value="#F6630D"/>
    </inkml:brush>
  </inkml:definitions>
  <inkml:trace contextRef="#ctx0" brushRef="#br0">806 1 10949,'0'0'1892,"-1"2"-88,-57 68 2771,10-12-3025,-20 27-283,-49 71-115,-172 232-292,108-156-747,171-217-101,0 0 0,-14 31 0,24-46-12,0 0 0,1 0 0,-1 0 0,0 0 0,0 0 1,0 0-1,0 0 0,0 0 0,0-1 0,0 1 1,0 0-1,0 0 0,1 0 0,-1 0 0,0 0 0,0 0 1,0 0-1,0 0 0,0 0 0,0 0 0,0 0 1,1 0-1,-1 0 0,0 0 0,0 0 0,0 0 1,0 0-1,0 0 0,0 0 0,1 0 0,-1 0 0,0 0 1,0 0-1,0 0 0,0 0 0,0 0 0,0 0 1,0 0-1,1 1 0,-1-1 0,0 0 0,0 0 0,0 0 1,0 0-1,0 0 0,0 0 0,0 0 0,0 0 1,0 0-1,0 1 0,0-1 0,0 0 0,0 0 0,1 0 1,-1 0-1,0 0 0,0 0 0,0 1 0,0-1 1,0 0-1,0 0 0,0 0 0,0 0 0,0 0 0,0 0 1,-1 0-1,1 1 0,0-1 0,56-2-28,-1-2 0,92-20 0,112-42-1113,-20 5-2096,-100 23 55,-9 3-3228,-52 21-762</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15.479"/>
    </inkml:context>
    <inkml:brush xml:id="br0">
      <inkml:brushProperty name="width" value="0.05" units="cm"/>
      <inkml:brushProperty name="height" value="0.05" units="cm"/>
      <inkml:brushProperty name="color" value="#F6630D"/>
    </inkml:brush>
  </inkml:definitions>
  <inkml:trace contextRef="#ctx0" brushRef="#br0">531 161 8125,'1'-32'6073,"-1"24"-5448,1-1 1,0 0 0,0 0 0,1 1 0,5-13-1,-7 17-385,0 0-1,0 0 1,0-1-1,0 1 1,0 0-1,-1 0 1,0 0-1,0 0 1,0 0-1,0 0 0,-3-5 1,3 8-217,1 0 0,-1 1 0,1-1 0,-1 0 0,1 1 0,-1-1 0,1 0 0,-1 1 0,0-1 0,1 1 0,-1-1 0,0 1-1,0 0 1,1-1 0,-1 1 0,0 0 0,0-1 0,1 1 0,-1 0 0,0 0 0,0 0 0,0 0 0,0-1 0,-1 1 0,-28 6 227,-33 20-141,56-23-71,-48 26 45,-65 45 1,5-3 6,94-59-59,1 1 0,0 1 0,-20 19 0,25-24 79,15-9-103,0 0 0,-1 0 0,1 0 0,-1 0 0,1 1 0,-1-1 1,1 0-1,0 0 0,-1 0 0,1 0 0,-1 0 0,1 1 0,0-1 0,-1 0 0,1 0 0,0 0 1,-1 1-1,1-1 0,0 0 0,-1 1 0,1-1 0,0 0 0,0 1 0,0-1 0,-1 0 0,1 1 0,0-1 1,0 0-1,0 1 0,-1-1 0,1 1 0,0-1 0,0 1 0,0-1 0,0 0 0,0 1 0,0-1 1,0 1-1,0-1 0,0 0 0,0 1 0,0-1 0,0 1 0,1-1 0,-1 0 0,0 1 0,0-1 1,0 1-1,0-1 0,1 0 0,-1 1 0,0-1 0,0 0 0,1 1 0,-1-1 0,0 0 0,1 0 0,-1 1 1,0-1-1,1 1 0,1 0 0,0 1 0,1-1 0,-1 0 0,0 0 0,0 0 0,1 0 1,-1 0-1,0 0 0,1 0 0,-1-1 0,1 1 0,3-1 0,37 2-10,-26-2-4,178-4-1659,-105-2-1273,3 6-3320,-12 5-2696</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20.898"/>
    </inkml:context>
    <inkml:brush xml:id="br0">
      <inkml:brushProperty name="width" value="0.05" units="cm"/>
      <inkml:brushProperty name="height" value="0.05" units="cm"/>
      <inkml:brushProperty name="color" value="#E71224"/>
    </inkml:brush>
  </inkml:definitions>
  <inkml:trace contextRef="#ctx0" brushRef="#br0">52 1 5452,'0'0'19980,"-4"1"-19438,2-1-460,-1 0 1,1 1 0,0-1-1,0 0 1,0 1 0,0 0-1,0-1 1,0 1 0,0 0-1,0 0 1,0 0 0,0 1-1,1-1 1,-1 0 0,0 1-1,1-1 1,-1 1 0,1-1-1,-1 1 1,1 0-1,0 0 1,0-1 0,0 1-1,0 0 1,0 0 0,0 0-1,0 0 1,1 0 0,-1 0-1,1 0 1,-1 1 0,1-1-1,0 0 1,0 0 0,0 4-1,3 15 287,0 1 0,1 0 0,1-1 0,1 0 0,1 0 0,1-1 0,18 33 0,21 38 102,104 148 1,82 70-558,-229-304 95,163 213-136,-149-197-1990,26 25 0,-28-30 611,-14-14 1076,1 0 0,-1 0 1,1 0-1,-1 0 0,1-1 1,0 1-1,0-1 0,0 0 1,-1 1-1,1-1 0,5 1 1,-5-2-341,0 0 1,0 1-1,-1-1 0,1 0 1,0 0-1,0 0 1,0-1-1,0 1 0,0-1 1,-1 0-1,5-1 0,8-10-8754</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21.144"/>
    </inkml:context>
    <inkml:brush xml:id="br0">
      <inkml:brushProperty name="width" value="0.05" units="cm"/>
      <inkml:brushProperty name="height" value="0.05" units="cm"/>
      <inkml:brushProperty name="color" value="#E71224"/>
    </inkml:brush>
  </inkml:definitions>
  <inkml:trace contextRef="#ctx0" brushRef="#br0">1297 18 8581,'16'-10'2026,"-6"3"267,-23 9-234,-204 78 10325,9 25-7200,138-62-5268,2 2-1,2 4 0,2 3 0,2 2 1,2 3-1,-76 95 0,-56 102-5966,73-80-5147,71-99-503</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21.595"/>
    </inkml:context>
    <inkml:brush xml:id="br0">
      <inkml:brushProperty name="width" value="0.05" units="cm"/>
      <inkml:brushProperty name="height" value="0.05" units="cm"/>
      <inkml:brushProperty name="color" value="#E71224"/>
    </inkml:brush>
  </inkml:definitions>
  <inkml:trace contextRef="#ctx0" brushRef="#br0">502 133 9881,'-11'-36'1551,"-5"-21"4534,14 48-5377,2 7-424,-1 1 0,1-1-1,0 1 1,-1-1 0,1 1 0,-1-1-1,0 1 1,1 0 0,-1-1 0,0 1 0,0 0-1,0-1 1,0 1 0,0 0 0,0 0-1,0 0 1,0 0 0,0 0 0,0 0-1,-2-1 1,2 2-160,0 0-1,1-1 1,-1 1 0,0 0-1,1 0 1,-1-1-1,0 1 1,1 0-1,-1 0 1,0 0 0,0 0-1,1 0 1,-1 0-1,0 0 1,0 0-1,1 0 1,-1 0 0,0 1-1,1-1 1,-1 0-1,0 0 1,1 1-1,-1-1 1,0 0 0,1 1-1,-1-1 1,0 1-1,0 0 1,-15 23 1319,-5 36 218,21-60-1660,-99 354 2073,-40 153-2254,20 24 589,85-261-1824,29-180-1872,7 93-1,-2-140 1096,3 24-7977,0-40 328</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21.954"/>
    </inkml:context>
    <inkml:brush xml:id="br0">
      <inkml:brushProperty name="width" value="0.05" units="cm"/>
      <inkml:brushProperty name="height" value="0.05" units="cm"/>
      <inkml:brushProperty name="color" value="#E71224"/>
    </inkml:brush>
  </inkml:definitions>
  <inkml:trace contextRef="#ctx0" brushRef="#br0">0 88 9297,'0'0'4534,"1"-3"-2710,-1 1-1704,0 1 0,0-1 0,1 0 0,-1 0 0,0 1 0,1-1 0,0 0 0,-1 0 0,1 1 0,0-1 0,0 1 0,0-1 0,0 1 0,0-1 1,0 1-1,0-1 0,0 1 0,1 0 0,-1 0 0,0 0 0,1 0 0,-1 0 0,1 0 0,-1 0 0,1 0 0,0 0 0,-1 1 0,1-1 0,0 1 0,-1-1 0,1 1 0,2-1 0,42-11 536,-1 2 0,1 2 0,73-3 0,148 8 126,-203 4-573,599 14 628,173 0-751,-761-15-158,182-5-964,-241 2-19,-14 0-1464,-25-6-689,-24 3-1936,-3 5-2992</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0.094"/>
    </inkml:context>
    <inkml:brush xml:id="br0">
      <inkml:brushProperty name="width" value="0.05" units="cm"/>
      <inkml:brushProperty name="height" value="0.05" units="cm"/>
      <inkml:brushProperty name="color" value="#E71224"/>
    </inkml:brush>
  </inkml:definitions>
  <inkml:trace contextRef="#ctx0" brushRef="#br0">64 14 3720,'-1'0'88,"1"-1"0,-1 0-1,1 0 1,-1 0 0,0 0-1,0 0 1,1 1-1,-1-1 1,0 0 0,0 1-1,0-1 1,0 0 0,1 1-1,-1-1 1,0 1 0,0-1-1,0 1 1,0 0-1,0-1 1,-1 1 0,1 0-1,0 0 1,0 0 0,0 0-1,0 0 1,0 0 0,0 0-1,0 0 1,0 0-1,0 0 1,0 1 0,0-1-1,0 0 1,0 1 0,0-1-1,0 1 1,0-1 0,0 1-1,0 0 1,0-1-1,0 1 1,1 0 0,-1-1-1,-1 2 1,0-1 103,-14 17-766,12-11-2537</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0.372"/>
    </inkml:context>
    <inkml:brush xml:id="br0">
      <inkml:brushProperty name="width" value="0.05" units="cm"/>
      <inkml:brushProperty name="height" value="0.05" units="cm"/>
      <inkml:brushProperty name="color" value="#E71224"/>
    </inkml:brush>
  </inkml:definitions>
  <inkml:trace contextRef="#ctx0" brushRef="#br0">334 61 6005,'-43'-21'12936,"21"-8"-10872,16 27-1803,1 0-1,-1 0 0,1 1 0,-1 0 1,0 0-1,0 0 0,0 1 0,0-1 1,0 1-1,0 1 0,-10 1 0,-64 14 1998,70-14-2080,-62 16 2173,71-18-2203,-1 0 0,1 0 1,-1 0-1,0 0 0,1 1 1,-1-1-1,1 1 0,0-1 1,-1 1-1,1 0 0,-1 0 1,1-1-1,0 1 0,-1 0 0,1 0 1,0 0-1,-2 2 0,4-2-106,-1 0-1,1 0 0,-1 0 0,1-1 0,0 1 0,-1 0 0,1 0 1,0-1-1,-1 1 0,1 0 0,0-1 0,0 1 0,0-1 0,-1 1 1,1-1-1,0 1 0,0-1 0,0 0 0,0 1 0,0-1 0,0 0 1,0 0-1,0 1 0,2-1 0,30 8 15,0-1 1,61 4-1,78-4-83,-138-6 39,1175-40-12,-417 1 0,-609 38 20,-146 1-861,1 3 0,64 13-1,-90-14-98,0 1-1,0 1 1,-1 0-1,16 9 0,-27-14 790,1 0-1,0 0 1,-1 1-1,1-1 1,-1 0-1,1 1 1,-1-1-1,1 1 1,-1-1-1,1 1 1,-1-1-1,0 1 1,1-1-1,-1 1 1,1-1-1,-1 1 1,0-1-1,0 1 1,1-1-1,-1 1 1,0 0-1,0-1 0,0 1 1,0 0-1,0-1 1,0 1-1,1-1 1,-2 1-1,1 0 1,-10 17-4835,8-15 3786,-29 34-10645</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0.579"/>
    </inkml:context>
    <inkml:brush xml:id="br0">
      <inkml:brushProperty name="width" value="0.05" units="cm"/>
      <inkml:brushProperty name="height" value="0.05" units="cm"/>
      <inkml:brushProperty name="color" value="#E71224"/>
    </inkml:brush>
  </inkml:definitions>
  <inkml:trace contextRef="#ctx0" brushRef="#br0">24 0 15713,'-7'11'709,"5"-8"-451,0 0 0,1-1 0,-1 1 0,0 0 0,1 0 1,0 0-1,-1 0 0,1 0 0,0 0 0,1 1 0,-1-1 0,1 0 1,-1 1-1,1-1 0,0 0 0,0 0 0,0 1 0,1-1 0,-1 0 1,3 6-1,6 20 3809,8 47 1,-1 33-1377,-1-6-2593,-7-60-98,-2 1 0,2 85 0,-9-110 25,-15 224-1404,-12-84-5352,10-79-1341,-2 1-5554</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0.766"/>
    </inkml:context>
    <inkml:brush xml:id="br0">
      <inkml:brushProperty name="width" value="0.05" units="cm"/>
      <inkml:brushProperty name="height" value="0.05" units="cm"/>
      <inkml:brushProperty name="color" value="#E71224"/>
    </inkml:brush>
  </inkml:definitions>
  <inkml:trace contextRef="#ctx0" brushRef="#br0">94 0 15013,'0'0'2441,"-6"12"-81,-1 0-280,-3 6-324,3 0-372,1 6-260,-8 22-264,11-10-271,-1 6-557,4 3-861,-3 0-527,0 4-924,-7-4-688,0-3-3029,0 6-5228</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0.922"/>
    </inkml:context>
    <inkml:brush xml:id="br0">
      <inkml:brushProperty name="width" value="0.05" units="cm"/>
      <inkml:brushProperty name="height" value="0.05" units="cm"/>
      <inkml:brushProperty name="color" value="#E71224"/>
    </inkml:brush>
  </inkml:definitions>
  <inkml:trace contextRef="#ctx0" brushRef="#br0">0 54 10893,'20'-12'2496,"-23"-6"-424,13 6-343,-3 0 1839,23 15-3788,-3 3-840,-14 6-724,4 0-885,0 9-1679,9 16-3345</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1.467"/>
    </inkml:context>
    <inkml:brush xml:id="br0">
      <inkml:brushProperty name="width" value="0.05" units="cm"/>
      <inkml:brushProperty name="height" value="0.05" units="cm"/>
      <inkml:brushProperty name="color" value="#E71224"/>
    </inkml:brush>
  </inkml:definitions>
  <inkml:trace contextRef="#ctx0" brushRef="#br0">0 194 9085,'21'-21'5806,"-18"33"-3106,-4-11-2570,2 1 0,-1 0 0,0-1-1,0 1 1,0-1 0,1 1 0,-1 0-1,1-1 1,-1 1 0,1-1 0,0 1 0,1 2-1,17 11 816,30 33-1,-33-31-629,35 28 0,-48-43-298,1 0-1,-1-1 0,1 0 1,-1 0-1,1 0 0,-1 0 1,1-1-1,0 1 1,-1-1-1,1 0 0,0 0 1,0 0-1,-1 0 0,7-2 1,4-3 25,-1 0 1,1-2 0,-1 1 0,0-1-1,-1-1 1,18-13 0,-16 10 30,0 1 0,0 1 1,1 1-1,29-13 0,-28 17-61,0 0 0,0 0 0,0 2 0,0 0 0,0 0 0,0 2 1,0 0-1,1 1 0,-1 1 0,27 5 0,74 26-281,-77-20 89,0-3 0,0 0 0,61 5 0,-86-15 373,-1 1 0,0-2 1,0 0-1,0 0 0,0-2 0,0 0 0,0 0 1,23-10-1,107-27 765,-103 30-781,71-12-76,18-5-44,-105 19-86,0-1 1,0 0 0,-1-2 0,-1-1 0,0-1-1,34-25 1,-27 19 30,-22 14 283,-1 0 1,1 0-1,0-1 1,-1 0-1,0 0 1,10-12-1,-16 16 1802,-6 3-1859,0 1-1,0 0 0,0 0 0,1 1 0,-1-1 1,0 1-1,1 0 0,0 0 0,0 1 0,-6 5 1,6-5 24,-7 6-114,0 0 0,1 1 0,1 0 0,0 0 0,0 1 0,2 1 0,-1-1 0,-10 27 0,16-36-138,1 0 1,0 1-1,0-1 1,0 0-1,0 1 1,0-1-1,1 1 1,0 0-1,0-1 0,0 1 1,0-1-1,0 1 1,1 0-1,-1-1 1,1 1-1,0-1 1,0 1-1,0-1 1,1 0-1,-1 1 0,1-1 1,0 0-1,0 0 1,0 0-1,0 0 1,0-1-1,1 1 1,-1 0-1,1-1 0,0 0 1,-1 1-1,5 1 1,4 2-24,1 1 0,0-2 0,0 1 0,0-2 0,1 0 0,-1 0 0,17 2 0,19 1-1596,1-1 1,98-3-1,100-21-8981,-218 15 8607,95-7-10172</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3.939"/>
    </inkml:context>
    <inkml:brush xml:id="br0">
      <inkml:brushProperty name="width" value="0.05" units="cm"/>
      <inkml:brushProperty name="height" value="0.05" units="cm"/>
      <inkml:brushProperty name="color" value="#E71224"/>
    </inkml:brush>
  </inkml:definitions>
  <inkml:trace contextRef="#ctx0" brushRef="#br0">248 27 11481,'0'-1'233,"0"0"1,0-1-1,0 1 0,-1 0 1,1-1-1,-1 1 0,1 0 0,-1 0 1,1 0-1,-1 0 0,0-1 1,1 1-1,-1 0 0,0 0 0,0 0 1,0 1-1,0-1 0,0 0 1,0 0-1,0 0 0,0 1 1,0-1-1,0 0 0,0 1 0,-2-1 1,1 1 27,-1-1-1,1 1 1,0 0 0,0 1 0,-1-1 0,1 0 0,0 1 0,0-1-1,0 1 1,0 0 0,0-1 0,0 1 0,-3 2 0,-5 3 487,0 0 0,1 1-1,0 0 1,-13 15 0,12-11-330,1 1 0,1 1 0,0-1 0,1 1 0,0 1 0,1-1 0,1 1 0,0 0 0,-6 28 0,1 10 503,-4 72 0,-9 330 876,16-234-1820,2 25-738,7-193 177,2 0 0,19 86 0,-20-122 341,2 0-1,0 0 0,1-1 1,0 1-1,1-2 0,1 1 0,12 17 1,-17-27 142,1 0 1,0-1-1,0 1 1,1-1-1,-1 0 0,1 0 1,0 0-1,0-1 1,0 1-1,1-1 1,-1-1-1,1 1 1,-1-1-1,1 0 1,0 0-1,0 0 1,0-1-1,0 0 1,0 0-1,0-1 1,1 1-1,8-2 1,-3-1 2,-1 0 0,1-1 1,-1-1-1,0 0 0,0 0 1,-1-1-1,1 0 0,17-12 1,74-63-338,-99 78 427,49-47 91,-2-2 0,-2-3 0,64-92 0,-107 139-9,2-4 68,1-1 0,1 1 0,0 0 0,0 1 0,1 0 0,1 0 0,-1 1 0,21-12 0,-31 20-129,1 1 0,0-1-1,0 1 1,-1-1-1,1 1 1,0-1-1,0 1 1,0 0-1,-1-1 1,1 1 0,0 0-1,0 0 1,0 0-1,0 0 1,0 0-1,-1 0 1,1 0-1,0 0 1,0 0-1,0 0 1,0 0 0,0 0-1,0 1 1,-1-1-1,1 0 1,0 1-1,0-1 1,0 0-1,-1 1 1,2 0 0,0 2 22,0 0 1,0 0-1,0 0 1,-1 0-1,1 1 1,-1-1 0,1 4-1,0-1-23,30 110 327,-27-90-354,1-1 0,1 0 0,1-1 0,1 0 0,1 0 0,20 33 0,-20-42-98,2-1 0,0 0 0,0 0 0,16 12 0,-19-18 20,-1-2 0,1 1 0,0-1 0,1 0 0,-1-1 0,1 0 0,0-1 0,11 4 0,-14-8 58,0 1 0,1-1 0,-1 0-1,0-1 1,0 0 0,0 0 0,0 0 0,0-1-1,0 0 1,0 0 0,0-1 0,-1 0-1,1 0 1,-1-1 0,0 1 0,0-2 0,7-4-1,-7 3 28,-1 1-1,1 0 1,-1-1-1,0 0 1,-1 0-1,1-1 1,-1 1-1,-1-1 1,1 0-1,-1 0 1,0 0-1,-1-1 1,2-8-1,-1 5-10,-2-1 1,0 1-1,0-1 0,-1 0 1,-1 1-1,0-1 1,0 1-1,-4-13 0,0 4 6,-1-1-1,-1 2 0,-1-1 0,-1 1 0,-1 0 1,0 1-1,-1 0 0,-1 1 0,-17-20 1,9 19-52,-1 0 1,0 0-1,-2 2 1,1 1 0,-47-22-1,5 0-428,62 37 477,1-1 0,0 0 0,-1 0 0,1 0 0,0 1 1,0-1-1,-1 0 0,1 0 0,0-1 0,0 1 0,0 0 0,0 0 0,1 0 0,-1-1 0,0 1 0,0-3 0,1 4 11,0-1 1,0 0-1,0 0 0,0 1 0,0-1 0,0 0 0,0 1 1,0-1-1,1 0 0,-1 1 0,0-1 0,1 0 1,-1 1-1,0-1 0,1 0 0,-1 1 0,1-1 1,-1 1-1,1-1 0,-1 1 0,1-1 0,-1 1 0,1-1 1,0 1-1,6-4-8,1 0 1,-1 1-1,1 0 1,14-4 0,-11 4-13,85-31-54,46-14 27,-121 43 43,-1 0-1,1 2 1,0 0 0,40 0-1,-52 3 9,0 0-1,0 1 0,-1 1 1,1-1-1,0 1 0,-1 0 1,1 1-1,-1 0 1,0 1-1,1 0 0,-2 0 1,1 0-1,0 1 0,-1 0 1,0 1-1,0 0 1,-1 0-1,0 0 0,0 1 1,0-1-1,-1 1 0,6 10 1,-2-5 0,-1 1 1,-1 1-1,0-1 0,0 1 1,-2 0-1,1 1 1,-2-1-1,0 1 0,3 23 1,-6-26 7,1 0 0,1 0 0,0 0 0,0 0 0,10 20 0,-12-30 3,2-4 4,25-16-9,0-2 0,31-30-1,-53 44-4,0 1-1,0 0 1,1 0-1,0 0 1,0 1-1,0 0 1,0 1-1,0 0 1,1 0-1,-1 0 0,1 1 1,0 0-1,0 0 1,0 1-1,0 0 1,0 0-1,0 1 1,0 0-1,0 1 1,0 0-1,0 0 1,0 1-1,0 0 0,0 0 1,-1 0-1,11 6 1,20 11-152,67 25 0,-100-43 132,1 1-1,0-1 0,0-1 0,0 1 0,-1-1 0,1 0 1,0 0-1,0-1 0,0 0 0,0 0 0,-1 0 1,1-1-1,0 1 0,8-5 0,8-5 15,0-1 1,25-18-1,21-11 87,-52 35-74,-1 1 0,1 1-1,-1 1 1,1 0-1,0 1 1,0 0-1,1 2 1,15 0 0,-3 0-124,40-5 0,-16-3-312,-31 7 240,-1-2-1,1-1 1,0-1-1,-1-1 1,0 0-1,0-2 1,25-12 0,-23 5 144,-1 0 0,0-2 0,-1-1 0,-1 0 1,-1-1-1,26-34 0,86-139 1253,-45 38 1345,-76 144-996,-6 19-871,-4 28-268,0-31-249,-8 71 479,-3 0 0,-29 102-1,36-162-595,-22 90 209,-43 189-1336,35-156-1213,5-20-2293,15-42-2654,13-74 5386,9-23-697,30-81 3495,86-160 0,-122 257-924,24-44 918,2 1 0,56-70-1,-73 103-721,1 1 0,0 0 0,0 1-1,1 1 1,0 0 0,1 0 0,0 2 0,1 0 0,0 0 0,0 1 0,0 1-1,33-8 1,-38 11-136,1 1-1,0 0 1,0 1 0,0 0-1,0 1 1,0 0-1,0 0 1,0 1 0,0 1-1,0 0 1,0 1-1,0 0 1,-1 0 0,1 1-1,18 10 1,-26-13-71,-1 1 0,0 0 0,0-1 0,0 1 0,0 0 1,0 0-1,0 0 0,0 0 0,-1 0 0,1 0 0,-1 0 1,1 1-1,-1-1 0,0 1 0,0-1 0,0 1 0,0-1 1,-1 1-1,1-1 0,0 4 0,-1-2-6,-1-1-1,1 1 1,-1 0 0,0-1-1,1 1 1,-1-1-1,-1 1 1,1-1 0,-1 0-1,1 1 1,-1-1 0,0 0-1,-2 3 1,-3 3 3,-1 0 1,0-1-1,0 0 1,-1-1-1,1 1 1,-2-2-1,1 1 1,-14 6-1,-36 14-20,58-27 13,0 0-1,0-1 1,0 1-1,0 0 0,0 0 1,0 0-1,0-1 0,0 1 1,0 0-1,0-1 1,0 1-1,0-1 0,1 1 1,-1-1-1,0 0 0,0 1 1,0-1-1,1 0 1,-1 0-1,0 1 0,1-1 1,-1 0-1,1 0 1,-1 0-1,1 0 0,-1 0 1,1 0-1,-1 0 0,1-1 1,1-3-2,0 0 1,1 0-1,-1 1 1,1-1-1,0 0 1,1 1-1,-1-1 0,1 1 1,3-4-1,1-2-1,20-30 30,51-56 0,-9 13-44,232-263 371,-298 344-302,0-1 1,0 0-1,0 0 1,0 1-1,0 0 1,1-1-1,-1 1 1,6-2-1,-9 4-42,1 0-1,-1-1 1,1 1-1,-1 0 0,1 0 1,-1 0-1,1 0 0,-1 0 1,1 0-1,-1 0 0,1 0 1,-1 0-1,1 0 0,-1 1 1,1-1-1,-1 0 0,0 0 1,1 0-1,-1 0 0,1 1 1,-1-1-1,0 0 0,1 0 1,-1 1-1,1 0 0,0 0 7,-1 0 0,1 0 0,-1 0 0,1 0 0,-1 1 0,1-1 0,-1 0 0,0 0 0,1 1 0,-1-1 0,0 0 0,0 1 0,0 1 0,-3 31 261,-1 1 1,-1-1 0,-14 48 0,-7 36 151,20-80-315,0-7-34,2 0 0,0 0 0,2 0 0,2 0 0,4 51 0,-3-78-73,0 1-1,0-1 1,0 0-1,0 0 1,0 1-1,1-1 1,0 0-1,0 0 1,0 0-1,0-1 1,1 1-1,0 0 1,-1-1-1,1 0 1,0 1 0,1-1-1,-1 0 1,0-1-1,8 5 1,-6-5-11,-1-1 1,1 1 0,0-1 0,0-1 0,0 1 0,0-1 0,-1 0 0,1 0-1,0 0 1,0 0 0,0-1 0,0 0 0,-1 0 0,1 0 0,0-1 0,-1 0 0,9-4-1,8-4-35,-1-1 0,-1-1-1,1-1 1,-2-1-1,0 0 1,-1-2-1,0 0 1,-1 0-1,15-22 1,10-19-279,55-104-1,-95 160 315,-1 1 0,1-1 1,-1 1-1,0-1 0,1 1 0,-1-1 0,0 1 1,1-1-1,-1 1 0,0-1 0,0 0 0,0 1 1,0-1-1,1 0 0,-1 1 0,0-1 0,0 1 1,0-1-1,0 0 0,0 1 0,-1-1 0,1 0 1,-11 3 48,-16 21 64,21-14-90,1 1 0,1 0 0,-1 0 0,1 0-1,1 0 1,0 1 0,-1 11 0,0 1 20,1 1 0,1 28 0,2-38-29,0-1 1,1 1 0,1 0 0,6 26-1,-6-33-9,1-1 0,-1 0 0,1 1-1,1-1 1,-1 0 0,1-1 0,0 1-1,0-1 1,1 1 0,0-1 0,0-1-1,6 6 1,-3-4-97,1 0 0,0-1 0,0 0 0,1-1 0,-1 1 0,1-2 0,0 1 0,0-1 0,0-1 0,0 0 0,1 0-1,-1-1 1,1-1 0,-1 0 0,0 0 0,1-1 0,13-2 0,-9 0-653,0 0-1,0-1 0,-1-1 1,24-11-1,-25 10-844,1-2 0,-1 0-1,-1 0 1,18-16 0,-3-1-4830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4.217"/>
    </inkml:context>
    <inkml:brush xml:id="br0">
      <inkml:brushProperty name="width" value="0.05" units="cm"/>
      <inkml:brushProperty name="height" value="0.05" units="cm"/>
      <inkml:brushProperty name="color" value="#E71224"/>
    </inkml:brush>
  </inkml:definitions>
  <inkml:trace contextRef="#ctx0" brushRef="#br0">97 1 12037,'14'17'1551,"-2"1"0,0 1 0,-1 0 1,15 35-1,7 12-408,36 72-34,15 26-4874,-82-161 3512,0 1 0,1-1 0,-1 0 0,1 0 0,0 0 0,0 0 0,0 0-1,0 0 1,0-1 0,0 0 0,1 1 0,-1-1 0,1-1 0,0 1 0,-1 0 0,1-1-1,0 0 1,0 0 0,0 0 0,7 1 0,-8-3 260,0 1 0,-1 0 0,1 0 0,0-1 0,0 1 0,-1-1 0,1 0 0,0 0 0,-1 0 0,1 0 0,-1-1 0,1 1 1,-1-1-1,0 1 0,0-1 0,1 0 0,-1 0 0,0 0 0,0 0 0,-1 0 0,1 0 0,0-1 0,-1 1 0,0 0 0,1-1 0,-1 0 0,0 1 0,0-1 0,0 1 0,0-5 0,1 0 247,-1-1 0,0 0 0,0 0 0,-1 0-1,1 0 1,-2 0 0,1 0 0,-1 0 0,-1 0 0,-2-8-1,4 13-143,-1 0 0,0 0 0,0 0 0,0 0 0,-1 0 0,1 0 0,-1 0-1,1 1 1,-1-1 0,0 0 0,0 1 0,0 0 0,-1-1 0,1 1-1,0 0 1,-1 0 0,1 0 0,-1 1 0,0-1 0,0 1 0,0-1 0,0 1-1,0 0 1,0 0 0,0 0 0,0 0 0,-6 0 0,-3 1 26,0 0-1,0 1 1,-1 1 0,1 0 0,1 1-1,-1 0 1,0 0 0,1 1 0,-1 1-1,1 0 1,-14 9 0,-6 7-661,0 1 0,-36 35 0,3-3-2793,21-17-1633,5 4-2902</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4.388"/>
    </inkml:context>
    <inkml:brush xml:id="br0">
      <inkml:brushProperty name="width" value="0.05" units="cm"/>
      <inkml:brushProperty name="height" value="0.05" units="cm"/>
      <inkml:brushProperty name="color" value="#E71224"/>
    </inkml:brush>
  </inkml:definitions>
  <inkml:trace contextRef="#ctx0" brushRef="#br0">21 0 11337,'-20'22'5685,"30"-7"-5161,0-3-524,-14 9-788,1 0-497,0 6-4419,-1 0-1081</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4.547"/>
    </inkml:context>
    <inkml:brush xml:id="br0">
      <inkml:brushProperty name="width" value="0.05" units="cm"/>
      <inkml:brushProperty name="height" value="0.05" units="cm"/>
      <inkml:brushProperty name="color" value="#E71224"/>
    </inkml:brush>
  </inkml:definitions>
  <inkml:trace contextRef="#ctx0" brushRef="#br0">10 265 7025,'-10'-90'2056,"27"51"-208,0 9-304,-7 11-200,0-2-260,3-3-228,1 12-548,-4 0-724,6 3-620,1 0-672,7 9-2044,-1 0-2417</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4.716"/>
    </inkml:context>
    <inkml:brush xml:id="br0">
      <inkml:brushProperty name="width" value="0.05" units="cm"/>
      <inkml:brushProperty name="height" value="0.05" units="cm"/>
      <inkml:brushProperty name="color" value="#E71224"/>
    </inkml:brush>
  </inkml:definitions>
  <inkml:trace contextRef="#ctx0" brushRef="#br0">329 0 13221,'-9'36'2251,"4"-25"173,-14 10-1114,0 2 0,2 0 0,1 2 0,1-1 0,-17 39-1,4 2-105,-22 78 0,-6 84-3076,10-33-7113,34-152 3375,7-7-3102</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5.265"/>
    </inkml:context>
    <inkml:brush xml:id="br0">
      <inkml:brushProperty name="width" value="0.05" units="cm"/>
      <inkml:brushProperty name="height" value="0.05" units="cm"/>
      <inkml:brushProperty name="color" value="#E71224"/>
    </inkml:brush>
  </inkml:definitions>
  <inkml:trace contextRef="#ctx0" brushRef="#br0">0 121 9665,'1'-2'259,"1"1"1,-1-1-1,1 1 1,-1 0-1,1-1 0,0 1 1,-1 0-1,1 0 1,0 0-1,0 0 1,0 0-1,0 0 1,0 0-1,0 1 0,3-1 1,18-8 1514,-11 3-1327,1 1 0,-1 0 0,1 1 0,0 1 0,0 0 0,0 0-1,16 0 1,9-3 146,251-49 1602,-286 55-2137,-3 21 37,-3 7-136,2-25-33,1 1 0,-1-1 1,0 0-1,1 1 0,0-1 0,0 0 0,0 1 1,0-1-1,1 0 0,-1 1 0,1-1 0,0 0 1,0 1-1,0-1 0,0 0 0,1 0 0,1 4 1,2-1-199,0 0 1,0-1 0,0 1 0,0-1 0,1 0 0,0-1 0,0 1-1,0-1 1,1 0 0,-1-1 0,1 0 0,0 0 0,0 0 0,0-1-1,0 0 1,1 0 0,-1-1 0,0 0 0,13 1 0,-2-2 38,0 0 0,0-1 0,0-1 0,-1-1 0,1 0 0,-1-1 0,20-8 1,-21 4 782,0-1 0,-1 0 0,0-2 0,0 0 0,-1 0 0,24-26 0,-21 17 398,-16 17-829,1 0 1,1 1 0,-1-1-1,0 0 1,1 1 0,-1 0-1,1 0 1,2-2 0,-3 3 212,1 3-26,1 2-254,-1-1 0,0 1 0,1 0 0,-1 0-1,0 0 1,-1 0 0,1 0 0,-1 1 0,0-1 0,0 1 0,0 0 0,-1 0 0,0-1 0,2 11 0,-2 0 103,-1 1 0,0-1 0,-5 30 0,-1-11 111,-1 1 1,-2-2 0,-17 41 0,-48 96 845,51-120-896,-18 30 216,-74 109 0,-33 59-118,64-75-774,73-148 286,7-15-24,0 0 0,-1-1 0,0 0 0,0 0 1,-12 15-1,3-14-1108,6-13-494,7 0 1622,1 1 1,-1 0 0,1-1-1,-1 1 1,1-1-1,0 1 1,0 0-1,0-1 1,0 1-1,1-4 1,2-13-499,1 0 0,1 0 1,1 0-1,0 1 0,2 0 1,16-31-1,75-101-1104,-39 62 1133,130-187 392,-142 214 400,3 1 1,74-66-1,-103 107-158,1 1-1,1 1 1,0 1 0,46-21-1,-17 14-1408,78-22-1,-66 31-940,4 9-459</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5.403"/>
    </inkml:context>
    <inkml:brush xml:id="br0">
      <inkml:brushProperty name="width" value="0.05" units="cm"/>
      <inkml:brushProperty name="height" value="0.05" units="cm"/>
      <inkml:brushProperty name="color" value="#E71224"/>
    </inkml:brush>
  </inkml:definitions>
  <inkml:trace contextRef="#ctx0" brushRef="#br0">138 76 8113,'-41'-21'2084,"28"9"-304,0 0 1368,-7 3-1984,3 0 89,0 3-2706,0 0-299</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49.245"/>
    </inkml:context>
    <inkml:brush xml:id="br0">
      <inkml:brushProperty name="width" value="0.05" units="cm"/>
      <inkml:brushProperty name="height" value="0.05" units="cm"/>
      <inkml:brushProperty name="color" value="#E71224"/>
    </inkml:brush>
  </inkml:definitions>
  <inkml:trace contextRef="#ctx0" brushRef="#br0">1084 1058 8997,'3'-21'1412,"0"1"0,-2-1 0,0 0 0,-2 1-1,-2-23 1,2 34-802,-1 0 0,0 0 0,0 0-1,-1 1 1,0-1 0,0 1 0,-1-1 0,-1 1-1,1 0 1,-1 1 0,0-1 0,-1 1 0,0 0-1,-7-7 1,12 13-529,-1 0 1,1 0-1,-1 0 0,1 1 0,-1-1 0,0 0 1,1 1-1,-1-1 0,0 1 0,1 0 1,-1-1-1,0 1 0,0 0 0,1 0 1,-1 0-1,0 0 0,1 0 0,-1 0 0,0 1 1,0-1-1,1 1 0,-1-1 0,1 1 1,-1 0-1,0-1 0,1 1 0,-1 0 0,-1 2 1,-6 3 245,0 0 0,1 0 0,-13 14 0,1 2 222,0 1 0,2 0-1,-22 38 1,-41 84-224,61-105-357,-288 561 32,35 15 0,240-533 0,5 1 1,2 2-1,5 0 1,-14 114-1,32-159-1,1 0 1,2 1-1,2-1 0,13 68 1,-9-79-3,2 0 0,1-1 1,2 0-1,0 0 0,2-1 1,1-1-1,19 27 0,-21-37-183,0-1-1,1 0 0,1-1 0,1 0 1,0-1-1,1-1 0,0 0 0,1-1 1,34 17-1,-25-17-142,0-1 0,1-1 0,0-2 0,0 0 0,1-2 0,45 4 0,-26-7 11,0-3 0,-1-1 0,1-3 0,-1-1 0,0-3 1,0-1-1,-1-3 0,68-26 0,-61 15 190,-2-3-1,0-1 1,-2-3-1,-1-2 1,-2-2-1,-1-1 1,-1-3-1,-3-1 1,-1-3-1,49-65 1,-28 21 64,-4-2 1,-4-2-1,-3-2 1,63-175-1,-78 166 114,-5 0-1,-4-2 1,-4-1-1,10-168 1,-26 136 131,-5-1-1,-7 0 1,-26-145-1,18 194 75,-4 2-1,-4 0 0,-3 1 0,-4 2 0,-3 1 1,-4 1-1,-4 2 0,-3 2 0,-80-106 1,104 158-212,-1 1 1,-1 1-1,-1 1 1,-1 1-1,-33-22 1,48 36-181,-2 0 1,1 1-1,-1 0 1,0 1-1,0 0 1,-1 1-1,1 0 1,-1 1-1,0 0 1,0 1-1,0 0 1,0 1-1,0 0 1,0 1-1,-1 1 1,-21 3-1,19 0-350,0 1 0,0 1 0,1 0 0,0 1 0,0 1 0,1 0 0,-16 12 0,5-1-2124,0 2-1,-36 41 0,-21 41-8108</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0.389"/>
    </inkml:context>
    <inkml:brush xml:id="br0">
      <inkml:brushProperty name="width" value="0.05" units="cm"/>
      <inkml:brushProperty name="height" value="0.05" units="cm"/>
      <inkml:brushProperty name="color" value="#E71224"/>
    </inkml:brush>
  </inkml:definitions>
  <inkml:trace contextRef="#ctx0" brushRef="#br0">659 213 7829,'1'0'126,"0"-1"1,0 1-1,0-1 1,-1 1 0,1-1-1,0 1 1,0-1-1,-1 1 1,1-1-1,0 0 1,-1 0 0,1 1-1,-1-1 1,1 0-1,-1 0 1,1 1-1,-1-1 1,0 0-1,1 0 1,-1 0 0,0 0-1,0 0 1,0 0-1,0 0 1,1 0-1,-1 1 1,0-1 0,-1-2-1,-13-26 4642,5 14-2876,1 0-854,0 1-1,0 0 1,-2 1 0,0 0-1,0 0 1,-1 1 0,0 0-1,-17-12 1,17 16-27,11 8-923,-1-1 0,1 0 1,-1 1-1,0-1 0,0 0 0,1 1 1,-1-1-1,0 1 0,0-1 0,0 1 1,1 0-1,-1-1 0,0 1 1,0 0-1,0 0 0,0-1 0,0 1 1,-1 0-1,-16 20 901,17-20-969,-19 31 505,1 1 0,-29 66 0,12-22-528,-205 474 3,209-453 0,3 0 0,5 2 0,-21 193 0,42-250 1,2 0 1,2 0-1,1 0 1,3-1-1,1 1 1,2-1-1,2 0 0,28 71 1,-25-80-17,3 0 1,0-2-1,2 0 1,2 0-1,0-2 0,2-1 1,1 0-1,1-2 1,1 0-1,57 41 1,-44-41-1018,1-2 0,1-2 0,0-1 0,66 22 1,-45-23-4439,66 12 0,-17-11-8067</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1.044"/>
    </inkml:context>
    <inkml:brush xml:id="br0">
      <inkml:brushProperty name="width" value="0.05" units="cm"/>
      <inkml:brushProperty name="height" value="0.05" units="cm"/>
      <inkml:brushProperty name="color" value="#E71224"/>
    </inkml:brush>
  </inkml:definitions>
  <inkml:trace contextRef="#ctx0" brushRef="#br0">104 85 10949,'-23'-14'2380,"20"12"-1755,-1-1 1,-1 1-1,1-1 1,0 1-1,0 0 1,-1 1-1,-7-3 1,9 4 987,1-3-1230,1 1 0,-1 0 1,0 0-1,0 0 0,1 0 0,-2 0 1,1 1-1,0-1 0,0 0 0,-3 0 1,4 1-36,-1 0 928,1-2-133,-4-7-1135,1-2 3885,5 12-3832,-1 0-1,0-1 1,1 1-1,-1 0 1,0 0-1,1 0 1,-1-1-1,1 1 1,-1 0-1,0 0 1,1 0-1,-1 0 1,1 0-1,-1 0 1,0 0 0,1 0-1,-1 0 1,1 0-1,-1 0 1,0 0-1,1 0 1,-1 0-1,1 0 1,-1 0-1,0 0 1,1 1-1,-1-1 1,0 0-1,1 0 1,-1 0-1,1 1 1,2 0-61,-1 0 0,1 1 0,0-1 0,-1 1 0,1-1 0,-1 1 0,1 0 0,-1 0 0,0 0 0,0 0 0,0 1 0,0-1 0,0 1 0,1 3 0,20 42 0,-18-37 0,4 11 0,-2 1 0,0-1 0,-2 1 0,0 0 0,-2 1 0,0-1 0,-1 35 0,-5-5 0,-2-1 0,-14 65 0,12-74 0,7-43 0,0 0 0,1-1 0,-1 1 0,0 0 0,0 0 0,0 0 0,0 0 0,0 0 0,0 0 0,0 0 0,0 0 0,0 0 0,1 0 0,-1 0 0,0 0 0,0 0 0,0 0 0,0 0 0,0 0 0,0 0 0,0 0 0,0 0 0,1 0 0,-1 0 0,0 0 0,0 0 0,0 0 0,0 0 0,0 0 0,0 0 0,0 0 0,0 0 0,0 0 0,1 0 0,-1 0 0,0 1 0,0-1 0,0 0 0,0 0 0,0 0 0,0 0 0,0 0 0,0 0 0,0 0 0,0 0 0,0 0 0,0 0 0,0 1 0,0-1 0,0 0 0,0 0 0,0 0 0,0 0 0,0 0 0,0 0 0,0 0 0,0 0 0,0 1 0,0-1 0,0 0 0,0 0 0,0 0 0,0 0 0,0 0 0,0 0 0,0 0 0,0 0 0,0 1 0,10-11 0,8-15 0,65-135 0,-50 105 0,57-69 0,-72 102 0,1 2 0,1 0 0,1 1 0,0 1 0,43-27 0,-57 40 0,0 1 0,0 0 0,0 1 0,0-1 0,1 1 0,0 1 0,-1 0 0,1 0 0,0 0 0,0 1 0,0 0 0,0 1 0,0-1 0,0 2 0,0-1 0,0 1 0,0 0 0,0 1 0,0 0 0,-1 0 0,1 1 0,0 0 0,-1 0 0,0 0 0,0 1 0,0 0 0,0 1 0,-1 0 0,1 0 0,-1 0 0,5 7 0,0-1 7,-1 2-1,-1-1 1,0 1 0,-1 0-1,0 1 1,-1 0 0,-1 0 0,0 1-1,7 27 1,-3 6-193,7 89 0,-7-42-1440,-7-63 338,-1-16-293,0 0 0,1 0 0,7 25 0,-8-36 123,0-1 0,-1 1 1,1 0-1,-1 0 0,0 0 0,0 5 0,2 9-8577</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1.258"/>
    </inkml:context>
    <inkml:brush xml:id="br0">
      <inkml:brushProperty name="width" value="0.05" units="cm"/>
      <inkml:brushProperty name="height" value="0.05" units="cm"/>
      <inkml:brushProperty name="color" value="#E71224"/>
    </inkml:brush>
  </inkml:definitions>
  <inkml:trace contextRef="#ctx0" brushRef="#br0">1173 0 13117,'5'5'631,"0"1"-1,0-1 0,-1 1 0,1 0 1,-2 0-1,1 0 0,-1 0 1,5 12-1,14 59 2085,-15-50-1660,6 30 622,-2 2-1,-3-1 1,1 86 0,-10-66-720,-3-1-1,-17 92 1,-2-56-799,-5 0-1,-4-2 1,-77 171-1,53-162-340,-5-2 0,-138 198 0,134-229-1891,-146 147 1,155-182-639,-99 70-1,4-20-5496,39-29-3244</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2.290"/>
    </inkml:context>
    <inkml:brush xml:id="br0">
      <inkml:brushProperty name="width" value="0.05" units="cm"/>
      <inkml:brushProperty name="height" value="0.05" units="cm"/>
      <inkml:brushProperty name="color" value="#E71224"/>
    </inkml:brush>
  </inkml:definitions>
  <inkml:trace contextRef="#ctx0" brushRef="#br0">31 103 8341,'-31'-22'10365,"41"10"-9093,0 0-256,21 3-196,22-3-80,61-3 184,-47 15-632,3-3-272,4-3-236,6 0-404,8 3-836,-5 0-732,8 6-3561,-11 9-4828</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2.450"/>
    </inkml:context>
    <inkml:brush xml:id="br0">
      <inkml:brushProperty name="width" value="0.05" units="cm"/>
      <inkml:brushProperty name="height" value="0.05" units="cm"/>
      <inkml:brushProperty name="color" value="#E71224"/>
    </inkml:brush>
  </inkml:definitions>
  <inkml:trace contextRef="#ctx0" brushRef="#br0">17 242 12477,'-17'-45'8313,"27"33"-6277,4 3-428,13-6-276,23-6-324,3 2-359,11 7-509,10-3-849,6 3-339,1-3-636,-1 0-804,-3-6-476,-3 3-2605,-1 6-4548</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2.705"/>
    </inkml:context>
    <inkml:brush xml:id="br0">
      <inkml:brushProperty name="width" value="0.05" units="cm"/>
      <inkml:brushProperty name="height" value="0.05" units="cm"/>
      <inkml:brushProperty name="color" value="#E71224"/>
    </inkml:brush>
  </inkml:definitions>
  <inkml:trace contextRef="#ctx0" brushRef="#br0">1163 1 10213,'-4'2'729,"0"0"-1,0 0 1,0 0 0,1 1-1,-1 0 1,1 0 0,-1 0-1,1 0 1,0 0 0,1 0-1,-1 1 1,0 0 0,1-1 0,-3 6-1,2-1-158,0 0 0,0 0-1,1 0 1,0 1 0,1-1-1,-1 0 1,1 10 0,1 14-34,2 0-1,1 0 1,9 35 0,-7-38 534,37 206 1355,44 354-896,-81-511-1546,-3 1 0,-3 0 0,-4 0 1,-3-1-1,-29 121 0,17-131-214,-3-2 0,-2-1 0,-4-1 0,-2-1 0,-2-1 0,-4-2 0,-2-2 0,-60 69-1,81-107-226,-1 0-1,-1-2 0,0 0 0,-1-1 0,-36 21 0,-274 146-6228,282-160 4207,-2-3 1,-58 17 0,-61 11-8346</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3.308"/>
    </inkml:context>
    <inkml:brush xml:id="br0">
      <inkml:brushProperty name="width" value="0.05" units="cm"/>
      <inkml:brushProperty name="height" value="0.05" units="cm"/>
      <inkml:brushProperty name="color" value="#E71224"/>
    </inkml:brush>
  </inkml:definitions>
  <inkml:trace contextRef="#ctx0" brushRef="#br0">346 172 10149,'55'-109'5463,"-54"107"-5136,0 0-1,0 0 0,0 0 1,-1 0-1,0-1 1,1 1-1,-1 0 1,0 0-1,0-1 0,0 1 1,0 0-1,0 0 1,-1-1-1,1 1 1,-1 0-1,0-3 0,-2-5 2969,2-3 3367,-2 19-5280,-24 46-1253,-39 105 0,31-67-120,-20 39-9,-60 156 0,96-226-106,-23 112 1,29-102-1448,-4 23-3823,11-33-4022,6-34-3847</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3.853"/>
    </inkml:context>
    <inkml:brush xml:id="br0">
      <inkml:brushProperty name="width" value="0.05" units="cm"/>
      <inkml:brushProperty name="height" value="0.05" units="cm"/>
      <inkml:brushProperty name="color" value="#E71224"/>
    </inkml:brush>
  </inkml:definitions>
  <inkml:trace contextRef="#ctx0" brushRef="#br0">1 82 13485,'0'-23'1156,"-1"18"-694,1 0 0,0 1 1,1-1-1,-1 0 1,1 0-1,0 0 0,0 0 1,0 1-1,5-11 5912,9 33-4110,-1 2-2015,-2 0 1,0 1-1,-1 0 1,-1 1-1,-1 1 1,-1-1-1,-1 1 1,-1 1-1,-1-1 1,2 29-1,-1 30-967,-6 133 0,-1-184 391,-8 65-1067,1 14-557,9-115 1954,0 0 1,0 0-1,1 0 0,0 1 0,0-1 0,0 1 0,1-1 0,5-7 1,0-1 15,8-17 56,1 0 0,2 2 0,1 0 0,24-25 0,-29 37-15,0 2 1,2 0 0,0 0-1,0 2 1,1 0-1,0 1 1,31-13 0,-32 16-27,0 2 0,1 0 1,0 2-1,0 0 0,0 0 1,0 2-1,1 0 0,-1 1 1,23 2-1,-12 3-14,-1 0 0,0 2 0,0 0 0,-1 3 0,35 14-1,-7 3-380,-2 2-1,-1 3 0,83 65 1,-21-15-830,-95-68 629,1-1 0,35 16 0,-47-25 424,0 0 0,0-1-1,0 1 1,0-1 0,0-1-1,0 0 1,1 0 0,-1 0-1,1-1 1,12-2 0,-16 1 144,1-1 0,0 0 0,0-1-1,-1 1 1,1-1 0,-1 0 0,0 0 0,0-1 0,0 0 0,0 1 0,5-7 0,45-55 789,-51 60-715,13-17 231,-4 3 363,2 1 0,0 0 1,1 1-1,0 0 0,1 2 1,28-20-1,-42 34-581,-1-1-1,1 1 1,0 0-1,-1 1 1,1-1-1,0 0 1,0 1-1,-1 0 1,1-1-1,0 1 1,0 0 0,0 0-1,0 1 1,-1-1-1,1 1 1,0-1-1,0 1 1,-1 0-1,1 0 1,4 2-1,6 4 248,0 0 0,22 16 0,-17-10-63,77 39 839,-52-29-767,-40-22-287,0 0 1,0 0 0,0-1-1,0 1 1,0 0 0,0-1 0,1 0-1,-1 0 1,0 0 0,6-1-1,-4 1 68,-1 0 370,7 10-336,-10-9-164,0 0 0,0 0 0,0 1 0,-1-1 0,1 1 0,0-1 0,-1 1 0,1-1 0,-1 1 0,1-1 0,-1 1 0,0-1 0,0 1 0,0 0 0,0-1 0,0 1 0,0-1 0,0 1 0,0 0 0,-1-1 0,1 1 0,0-1 0,-1 1 0,0-1 0,0 3 0,-24 43 0,21-41 0,-57 104-1816,7 2-8259,47-93 3277,6 1-4296</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4.009"/>
    </inkml:context>
    <inkml:brush xml:id="br0">
      <inkml:brushProperty name="width" value="0.05" units="cm"/>
      <inkml:brushProperty name="height" value="0.05" units="cm"/>
      <inkml:brushProperty name="color" value="#E71224"/>
    </inkml:brush>
  </inkml:definitions>
  <inkml:trace contextRef="#ctx0" brushRef="#br0">27 82 12089,'-20'-66'2268,"13"51"2473,24 21-5841,10 12-749,-4 9-2883,-3 18-3701</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4.571"/>
    </inkml:context>
    <inkml:brush xml:id="br0">
      <inkml:brushProperty name="width" value="0.05" units="cm"/>
      <inkml:brushProperty name="height" value="0.05" units="cm"/>
      <inkml:brushProperty name="color" value="#E71224"/>
    </inkml:brush>
  </inkml:definitions>
  <inkml:trace contextRef="#ctx0" brushRef="#br0">0 1263 6773,'26'-94'2693,"25"-76"3204,66-118-763,-43 113-3852,51-108 42,-66 156-533,-46 96-528,-7 15-41,1 0 0,1 1 1,0 0-1,11-14 0,-16 25 512,-6 6 54,-1 0-664,0 1-1,0-1 1,1 1-1,-1 0 1,1 0-1,0 0 1,0 1-1,0-1 1,0 1-1,0 0 1,1 0-1,0 0 1,0 0-1,-3 7 0,-3 11 369,-9 39 0,10-35-145,-29 105 516,6 2 0,-22 230 0,50-327-964,2-1 0,0 1 0,3-1 1,1 1-1,1-1 0,11 35 0,-15-67 21,0-1 0,0 0 0,1 1-1,-1-1 1,1 0 0,-1 0 0,1 0-1,0 0 1,-1 0 0,1-1 0,0 1-1,0 0 1,0-1 0,1 0 0,-1 1-1,0-1 1,1 0 0,-1 0 0,0 0-1,1 0 1,-1-1 0,4 1 0,1 1-129,0-1 1,0-1-1,0 1 1,0-1-1,0 0 1,0-1-1,9-1 1,3-3-12,-1-1 1,0 0 0,0-1 0,0-2-1,-1 1 1,-1-2 0,1 0-1,-2-1 1,1-1 0,-2 0 0,1-1-1,-2-1 1,17-20 0,-1-3 10,-2 0-1,-2-2 1,-2-1 0,30-68-1,74-266 11,-53 138 1454,-70 222-1131,14-28 726,-34 57 361,9-1-1080,0 0 1,0 0-1,2 0 0,0 1 0,0 0 0,1 0 1,1 0-1,-1 21 0,-5 10 68,7-31-151,-39 248 646,28-146-445,4 138-1,10-214-583,2-1 0,1 0 0,2 0 0,2 0 0,2-1-1,2 0 1,19 45 0,-28-77 109,1 0-1,0 0 1,0 0-1,0 0 1,7 7-1,-9-12 147,0 0 0,0 0-1,0-1 1,0 1 0,0-1 0,0 1-1,1-1 1,-1 1 0,0-1-1,1 0 1,-1 0 0,1 0 0,-1-1-1,1 1 1,0-1 0,-1 1-1,1-1 1,4 0 0,0 0 7,-1-1 0,1 0 0,-1-1 0,0 0-1,1 0 1,-1 0 0,0 0 0,0-1 0,0 0 0,-1 0 0,7-5 0,6-6-133,30-31 1,-15 14 156,-6 3 864,-1 0 0,35-53 0,-33 45 1428,-29 61-1570,1-7-1119,1 0 0,0 1 0,1-1 0,7 23 1,0 9-3513,-6-14-5557,8-13-344</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4.698"/>
    </inkml:context>
    <inkml:brush xml:id="br0">
      <inkml:brushProperty name="width" value="0.05" units="cm"/>
      <inkml:brushProperty name="height" value="0.05" units="cm"/>
      <inkml:brushProperty name="color" value="#E71224"/>
    </inkml:brush>
  </inkml:definitions>
  <inkml:trace contextRef="#ctx0" brushRef="#br0">0 136 9201,'27'-81'1780,"-17"69"-480,0-3-384,0 3-928,3 6-784,1-3-2820,6 21-2173</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4.998"/>
    </inkml:context>
    <inkml:brush xml:id="br0">
      <inkml:brushProperty name="width" value="0.05" units="cm"/>
      <inkml:brushProperty name="height" value="0.05" units="cm"/>
      <inkml:brushProperty name="color" value="#E71224"/>
    </inkml:brush>
  </inkml:definitions>
  <inkml:trace contextRef="#ctx0" brushRef="#br0">151 275 15165,'-108'98'5660,"104"-95"-5243,1 0 0,-1 0 0,1 1-1,0-1 1,0 1 0,0 0 0,0 0-1,1 0 1,-1 0 0,1 1 0,0-1 0,1 1-1,-1-1 1,-1 10 0,2-9-187,1 1-1,0 0 1,0-1 0,0 1-1,1 0 1,0-1-1,0 1 1,0-1 0,1 1-1,-1-1 1,5 8 0,-2-6-196,0 1 1,0-1 0,1 0 0,0 0 0,0-1-1,0 1 1,1-1 0,0 0 0,1-1 0,-1 1-1,1-1 1,0-1 0,0 1 0,1-1 0,-1-1-1,15 6 1,-5-5-221,-1-2 0,0 0 0,1-1-1,-1 0 1,1-2 0,-1 0 0,1 0 0,-1-2-1,0 0 1,23-7 0,-33 7 139,-1 1-1,0-1 1,0 0-1,0 0 1,0-1-1,0 1 1,0-1-1,-1 0 1,0-1 0,0 1-1,0-1 1,0 1-1,4-10 1,-4 7 15,0 0 0,0 0 0,-1-1 0,0 1 0,0-1 0,-1 0 0,0 0 0,0 0 0,0-10 0,-2 4 10,-1-1 0,-1 1 0,0-1 0,-1 1 0,0 0 0,-2 0 0,1 0 0,-2 1 0,0-1 0,0 1 0,-1 0 0,-1 1-1,-13-17 1,-5-4-342,-2 2-1,-1 0 0,-45-35 0,60 53-1819,1 0-1,-16-22 0,30 30-1770,14-5 743,-14 9 2329,30-13-7153</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5.234"/>
    </inkml:context>
    <inkml:brush xml:id="br0">
      <inkml:brushProperty name="width" value="0.05" units="cm"/>
      <inkml:brushProperty name="height" value="0.05" units="cm"/>
      <inkml:brushProperty name="color" value="#E71224"/>
    </inkml:brush>
  </inkml:definitions>
  <inkml:trace contextRef="#ctx0" brushRef="#br0">117 1 10737,'-18'47'4460,"-37"66"0,47-96-3808,0 0 0,1 0 0,1 1 0,1 0 0,-5 27 0,10-43-597,0 1 0,1-1 0,-1 1 0,0-1 0,1 0 0,0 1 0,-1-1 0,1 0-1,0 1 1,0-1 0,3 4 0,-2-1 49,-1-5-88,0 1 0,-1-1 1,1 0-1,0 1 0,0-1 1,0 1-1,0-1 1,0 0-1,0 0 0,-1 0 1,1 1-1,0-1 1,0 0-1,0 0 0,0 0 1,0 0-1,0-1 0,0 1 1,0 0-1,1-1 1,0 1 29,2-1 46,1 1 0,-1-2-1,0 1 1,1 0 0,-1-1-1,0 0 1,0 1 0,0-2 0,0 1-1,-1 0 1,1-1 0,-1 0-1,5-4 1,42-49 1264,-29 30-846,-1 3 298,1 0-1,1 2 1,49-36 0,-66 54-742,1 0-1,-1 1 1,1 0 0,0 0-1,-1 1 1,1-1 0,0 1-1,0 0 1,0 1 0,0-1-1,0 1 1,0 1 0,0-1-1,0 1 1,0 0 0,0 0 0,-1 0-1,12 5 1,6 3-765,0 1 0,42 25 1,30 23-4425,-35-17-4699,-26-17-2504</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5.808"/>
    </inkml:context>
    <inkml:brush xml:id="br0">
      <inkml:brushProperty name="width" value="0.05" units="cm"/>
      <inkml:brushProperty name="height" value="0.05" units="cm"/>
      <inkml:brushProperty name="color" value="#E71224"/>
    </inkml:brush>
  </inkml:definitions>
  <inkml:trace contextRef="#ctx0" brushRef="#br0">95 525 14833,'-2'1'77,"-4"1"354,0 0-1,0 0 1,1 1-1,-1 0 1,-5 4-1,9-6-302,1 0 0,0 0 1,0 1-1,0-1 0,0 0 0,0 0 0,0 1 0,0-1 0,1 0 0,-1 1 0,0-1 1,1 1-1,-1-1 0,1 1 0,-1-1 0,1 1 0,0-1 0,0 1 0,0-1 0,0 1 0,0 0 1,0-1-1,0 1 0,1 1 0,2 20 1993,-1-1 0,-1 33 0,-16 92 1864,2-29-2369,6-32-1500,-3 75-1196,10-156 882,1 0-1,-1-1 1,1 1-1,0-1 1,1 1-1,-1-1 1,1 0-1,0 1 0,0-1 1,0 0-1,0 0 1,1 0-1,-1-1 1,1 1-1,0-1 1,1 1-1,-1-1 1,0 0-1,5 3 1,-6-4 103,1 0 0,-1-1 0,1 1 0,0-1 0,0 0 0,-1 1 0,1-1 0,0 0 0,0-1 0,0 1 0,0 0 0,0-1 0,0 0 0,0 0 0,1 0 0,-1 0 0,0 0 0,0 0 0,0-1 0,0 0 0,0 1 0,0-1 0,0 0 0,-1 0 0,1-1 0,0 1 0,0-1 0,-1 1 0,3-3 0,-1-1 43,0 1-1,0-1 1,-1 0-1,1 0 0,-1 0 1,-1 0-1,1-1 1,-1 1-1,0-1 1,0 0-1,0 1 0,-1-1 1,0 0-1,0 0 1,-1 0-1,0 0 1,0 0-1,0 0 0,-1-7 1,-34-225-14,2 28 213,32 187-121,0 0 1,2 1 0,0-1 0,1 1 0,2-1 0,0 1-1,1 0 1,9-21 0,2 1-3,2 1-1,2 1 1,27-41 0,-32 57 13,2 0 0,1 1 1,0 1-1,2 0 0,0 2 1,2 0-1,0 2 1,1 0-1,1 1 0,0 2 1,2 0-1,41-17 1,-58 29 49,-1 0 1,1 1 0,0 0-1,0 0 1,0 1-1,0 0 1,0 0 0,18 2-1,-23 0-13,0 0-1,0 0 0,0 0 0,0 0 1,0 1-1,0-1 0,0 1 0,-1 0 1,1 1-1,-1-1 0,1 0 0,-1 1 1,0 0-1,0 0 0,0 0 0,0 0 1,-1 0-1,1 1 0,-1-1 0,0 1 1,3 6-1,1 5 146,-1 0 0,-1 0 0,0 0 0,-1 1 0,-1-1 0,0 1 0,-1-1 0,-2 28 0,-20 132 1193,17-149-1220,-152 613 1907,139-578-2134,-73 245 35,-74 295 0,141-501 49,5-33-934,4-1-1,2 2 1,-4 94-1,16-149 405,1 1 0,0-1 1,1 1-1,0-1 0,1 0 0,6 17 0,-8-27-501,2-6 38,3-5 718,1 0 0,-2-1-1,1 0 1,-1 0-1,0-1 1,-1 1 0,0-1-1,4-18 1,15-92-495,-19 89 505,18-136 378,-12 78 1268,33-138 1,-39 213-1332,2 0 0,-1 0 0,2 1 0,0 0 0,0 1 0,1-1 0,1 1 0,0 1 0,1 0 0,0 0 0,0 1 0,1 0 0,1 0 1,15-9-1,13-5-826,1 1 0,1 2 1,52-18-1,-48 22-3918,92-20 0,-35 16-5691</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7.354"/>
    </inkml:context>
    <inkml:brush xml:id="br0">
      <inkml:brushProperty name="width" value="0.05" units="cm"/>
      <inkml:brushProperty name="height" value="0.05" units="cm"/>
      <inkml:brushProperty name="color" value="#E71224"/>
    </inkml:brush>
  </inkml:definitions>
  <inkml:trace contextRef="#ctx0" brushRef="#br0">235 194 13681,'-9'0'286,"3"-1"14,1 1 1,-1 0-1,0 0 1,1 0-1,-1 1 1,-5 1-1,8-1-27,1 0 0,0 0 1,0 0-1,0 0 0,-1 0 0,1 1 0,0-1 0,0 1 0,1 0 1,-1-1-1,0 1 0,1 0 0,-1 0 0,1 0 0,-1 0 0,1 0 1,0 0-1,-1 3 0,-4 11 1245,0 0 0,2 1 0,-5 28 0,-2 7 392,-33 126 1275,-8 91-2845,46-229-1281,2 1 0,1-1 0,2 1 1,3 0-1,10 71 0,-8-90 417,12 47-2970,-15-63 3067,1-1-1,0 0 1,0 0-1,0 0 1,1 0 0,-1 0-1,1-1 1,1 1-1,6 7 1,-9-11 346,0 0 1,0 1 0,0-1-1,1 0 1,-1 0 0,0 0-1,1 0 1,-1-1 0,1 1 0,-1 0-1,1 0 1,0-1 0,-1 1-1,1-1 1,0 0 0,-1 1-1,1-1 1,0 0 0,-1 0-1,1 0 1,0 0 0,-1 0-1,1 0 1,0-1 0,-1 1-1,1-1 1,0 1 0,-1-1-1,1 1 1,-1-1 0,1 0-1,-1 0 1,1 0 0,-1 0 0,0 0-1,1 0 1,-1 0 0,0 0-1,0 0 1,0-1 0,0 1-1,2-2 1,2-6 17,0 1 0,0-1-1,0 0 1,-1 0 0,4-14 0,40-158 703,-11 36-193,7-8-288,53-161 558,-77 262-436,2 1 0,2 0 1,57-85-1,-73 124-223,1 0-1,0 1 1,1 0-1,1 1 1,-1 0-1,2 0 1,-1 1-1,1 0 1,20-10-1,-26 16-36,0 1 0,0-1 0,0 1 0,1 1 0,-1-1 0,0 1 0,1 0 0,-1 0 0,1 1 0,-1 0 0,1 0 0,-1 0 0,1 1 0,-1 0 0,0 0-1,1 1 1,-1 0 0,0 0 0,0 0 0,0 1 0,0 0 0,-1 0 0,11 7 0,-5-2-1,-1 0 1,-1 1-1,0 0 0,0 0 1,0 1-1,-1 0 0,-1 1 1,0-1-1,0 2 0,7 16 1,-7-11-1,-2 0 1,1 1 0,-2 0 0,0 0-1,-1 0 1,0 30 0,-4-4-66,-1 0 0,-3 0 0,-2 0 1,-1-1-1,-20 57 0,23-84 2,-42 163-450,43-156 402,1 0 1,1 0-1,1 0 0,1 1 1,5 44-1,1-34-5,-1-12-16,-2 0 0,0 1 0,-1 39 0,-2-56 104,-1 0 1,0 1-1,0-1 0,0-1 0,-1 1 1,0 0-1,0 0 0,0-1 0,-1 1 1,0-1-1,0 1 0,0-1 0,-1 0 0,1-1 1,-1 1-1,0 0 0,-1-1 0,-8 7 1,-3-1 23,0 0 0,-1-2 1,0 0-1,0 0 0,-1-2 1,-26 7-1,-111 16-494,148-28 391,4 0-767,16-16-6304,-3 3 1113</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8.629"/>
    </inkml:context>
    <inkml:brush xml:id="br0">
      <inkml:brushProperty name="width" value="0.05" units="cm"/>
      <inkml:brushProperty name="height" value="0.05" units="cm"/>
      <inkml:brushProperty name="color" value="#E71224"/>
    </inkml:brush>
  </inkml:definitions>
  <inkml:trace contextRef="#ctx0" brushRef="#br0">753 343 11693,'-35'-5'1257,"0"2"-1,-1 1 1,1 2-1,-1 2 1,1 1-1,-41 8 1,48-3-526,0 1 1,1 1 0,0 1-1,1 2 1,0 0 0,-34 24-1,36-19-837,2 1-1,0 0 0,1 2 1,0 1-1,2 0 0,-22 33 1,41-54 97,-11 13-533,1 0-1,1 2 1,0-1-1,1 1 1,1 0-1,0 0 1,-5 21-1,14-36 492,0-1 0,1 0-1,-1 1 1,0-1 0,0 0 0,0 0-1,0-1 1,1 1 0,2-1 0,-4 1 17,22-5 35,-1-2 0,0 0 0,0-1 1,26-14-1,37-13 503,-54 24-305,2 1 1,0 2-1,0 1 0,0 1 1,1 2-1,-1 2 1,1 1-1,0 1 1,63 10-1,92 33 145,-11-3-387,-140-34-394,0-1 1,67 0 0,-86-6 85,0 0 1,0-1 0,0-1 0,-1-1 0,1-1-1,-1 0 1,19-9 0,-24 8 230,0-1 0,-1 0 1,0-1-1,0 0 0,-1-1 0,0-1 0,-1 0 1,0 0-1,17-23 0,-10 8 573,-1 0-1,-1-2 1,-1 0 0,19-53 0,23-122 3392,-39 135-2009,7-6 423,-21 65-1987,0 1 0,0 0 1,1 0-1,0 1 0,0-1 0,1 1 0,8-10 0,-11 14-228,-1 1 0,1 0 0,-1 0 1,1-1-1,0 1 0,0 1 0,-1-1 0,1 0 0,0 0 0,0 1 0,0-1 1,0 1-1,0-1 0,0 1 0,0 0 0,0 0 0,0 0 0,0 0 1,0 0-1,0 0 0,2 1 0,0 0 0,0 1 0,0-1 0,0 1 0,0 0 0,0 0 0,0 0 0,-1 1 0,1 0 0,3 3 0,3 4-86,0 1 1,-1-1 0,0 2 0,-1-1 0,8 14 0,0 4-439,-1-5-625,-2 1-1,0 0 1,-1 1-1,-2 1 1,10 37 0,-19-58 874,-1-1 0,1 1 1,-1 0-1,-1 0 0,1-1 1,-1 1-1,0 0 0,0-1 1,0 1-1,-1-1 1,0 1-1,0-1 0,0 0 1,-1 0-1,0 0 0,0 0 1,0 0-1,0-1 1,-1 1-1,0-1 0,0 0 1,-7 6-1,3-4 422,0 0-1,0 0 1,-1-1 0,0 0-1,0-1 1,0 1 0,0-2-1,-1 0 1,1 0 0,-1 0 0,0-1-1,-11 0 1,8-2 584,11-4 302,21-13-475,-1 7-587,0 2 0,0 0 0,1 1 0,0 1-1,0 0 1,40-5 0,36-11-397,516-172-657,-607 193 1135,16-4 1262,-24 16-23,-6 6-1202,8-12-65,-3 3 72,1 1 0,0 0 0,-3 13 0,6-18-169,0-1 1,1 1-1,-1-1 0,1 0 0,0 1 0,0-1 1,0 1-1,1-1 0,-1 1 0,1-1 1,0 0-1,0 1 0,0-1 0,1 4 1,2-1-137,0-1 1,0 1-1,0-1 1,0 1 0,1-1-1,0-1 1,0 1 0,1-1-1,-1 0 1,1 0-1,0 0 1,0-1 0,0 0-1,0 0 1,10 3-1,-5-3-41,-1 0 0,1-1 0,0 0 0,0-1-1,0 0 1,0-1 0,19-1 0,3-4-136,40-10 1,25-5 1724,-81 18-973,24 0 938,-38 2-1280,-1 0 1,0 1-1,0-1 1,-1 1-1,1 0 1,0 0-1,0-1 1,0 1-1,0 1 0,-1-1 1,1 0-1,0 0 1,-1 1-1,1-1 1,-1 0-1,0 1 1,1 0-1,1 2 1,6 11 84,-1 1-1,0-1 1,10 30-1,-13-27-848,0 0-1,-1 0 1,2 29-1,6 46-8535,-4-42-1183</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9.177"/>
    </inkml:context>
    <inkml:brush xml:id="br0">
      <inkml:brushProperty name="width" value="0.05" units="cm"/>
      <inkml:brushProperty name="height" value="0.05" units="cm"/>
      <inkml:brushProperty name="color" value="#E71224"/>
    </inkml:brush>
  </inkml:definitions>
  <inkml:trace contextRef="#ctx0" brushRef="#br0">348 82 7653,'1'-3'347,"0"0"0,0 1 0,0-1 0,-1 1 0,1-1 0,-1 0 0,1 0 0,-1 1 0,0-1 0,0 0 0,0 0 0,0 1 0,-1-1 0,1 0 0,-1 1 0,0-1 0,1 0 0,-1 1 0,0-1 0,-1 1 0,1-1 0,0 1 0,-1 0 0,1-1 0,-1 1 0,0 0 0,0 0 0,0 0 0,0 0 0,-4-2 0,4 2 1075,-16 11 2329,14-6-3378,0 0-1,0 1 1,0 0-1,0-1 1,1 1-1,0 1 1,-1-1-1,2 0 1,-1 1-1,-3 7 1,-21 59 2416,9-23-1451,-118 323-295,111-283-1071,4 1 0,-13 121 0,32-186-578,0 0 0,4 46-1,5-30-4306,5 1-5754,3-4-1717</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9.729"/>
    </inkml:context>
    <inkml:brush xml:id="br0">
      <inkml:brushProperty name="width" value="0.05" units="cm"/>
      <inkml:brushProperty name="height" value="0.05" units="cm"/>
      <inkml:brushProperty name="color" value="#E71224"/>
    </inkml:brush>
  </inkml:definitions>
  <inkml:trace contextRef="#ctx0" brushRef="#br0">418 0 12017,'97'115'6609,"-94"-110"-6414,0 1 0,0-1 0,0 1 0,-1-1 0,1 1 0,-1 0 0,-1 0 0,1 0 0,-1 0 0,0 0 0,0 8 0,-1-13-160,0 8 51,0 0 1,0 0-1,0 0 0,-2 0 0,1 0 0,-1 0 0,0-1 1,-1 1-1,0-1 0,0 1 0,-1-1 0,0 0 0,0 0 1,-1-1-1,0 1 0,0-1 0,-1 0 0,-7 7 0,-12 10 80,-2-1 0,0-1 0,-39 24-1,41-29-118,-79 47 90,68-43-239,1 1 0,0 2 0,-57 52 0,92-76 93,-1 0-1,1 1 0,0-1 0,-1 0 0,1 1 0,-1-1 0,1 0 0,0 1 0,-1-1 0,1 1 0,0-1 0,0 1 1,-1-1-1,1 0 0,0 1 0,0-1 0,0 1 0,0-1 0,-1 1 0,1-1 0,0 1 0,0-1 0,0 1 0,0-1 1,0 1-1,0-1 0,0 1 0,0-1 0,1 1 0,-1-1 0,0 2 0,16 4-424,35-6-339,313-53-2012,-358 52 2865,1 0 1,0 0-1,-1 1 0,1 0 1,0 0-1,0 0 1,-1 1-1,14 3 0,-18-3-29,1-1 0,-1 1 0,0 0 0,0 0 0,0 1 0,0-1-1,1 0 1,-2 1 0,1-1 0,0 1 0,0 0 0,0 0 0,-1-1-1,1 1 1,-1 0 0,0 0 0,1 1 0,-1-1 0,0 0 0,0 0 0,0 0-1,-1 1 1,1-1 0,0 1 0,-1 2 0,6 50 644,-6-44-608,0 1 0,2 0 0,-1-1 0,1 0 0,1 1-1,0-1 1,1 0 0,0 0 0,0 0 0,7 10 0,-5-14-94,0 1 0,0-1 0,1-1 0,0 1-1,0-1 1,0 0 0,1-1 0,0 0 0,0 0 0,1-1 0,-1 0 0,1 0 0,12 3 0,-19-6-11,-1-1 1,0 0-1,0 1 0,1-1 0,-1 0 0,0 0 1,0 0-1,1 0 0,-1 0 0,0 0 1,0 0-1,1-1 0,-1 1 0,0 0 1,0-1-1,0 1 0,1-1 0,0 0 0,3-1-44,19-4-368,-26-12 58,1 16 361,1 0-1,-1 0 1,1 1 0,-1-1 0,0 1 0,1-1-1,-1 0 1,0 1 0,0-1 0,0 1-1,0 0 1,-1-1 0,1 1 0,0 0 0,-1 0-1,1 0 1,0 0 0,-1 0 0,1 0-1,-1 0 1,-2-1 0,-47-16-57,11 5-79,31 10 230,4 0-266,-1 1-1,1-1 1,-1 1 0,1-2 0,0 1-1,-6-5 1,10 7 107,0 0 1,0 0-1,1 0 1,-1 0-1,0 0 1,0-1-1,1 1 1,-1 0-1,1 0 1,-1 0-1,1-1 1,-1 1-1,1 0 1,0-1 0,0 1-1,0 0 1,0 0-1,0-1 1,0 1-1,0 0 1,0-1-1,0 1 1,0 0-1,1-1 1,-1 1-1,0 0 1,1 0-1,0-1 1,-1 1-1,1 0 1,-1 0-1,1 0 1,0 0-1,0 0 1,2-2-1,2-3-171,1 0 1,0 1-1,0 0 0,0 0 0,1 1 0,-1-1 0,1 1 0,0 1 1,0-1-1,1 1 0,10-3 0,16-3-632,46-7 0,-54 12 608,66-12-27,141-5 1,-183 20 1098,0 3 1,1 1 0,-2 3 0,75 19 0,-111-22-393,1 1 1,-1 1 0,0 0 0,-1 1 0,1 1-1,-1 0 1,0 0 0,15 14 0,-22-18-209,-1 1 0,0 1 0,0-1 0,0 0-1,-1 1 1,1 0 0,-1 0 0,0 0 0,-1 0 0,1 0 0,-1 1 0,0-1 0,0 1 0,-1-1 0,0 1 0,0 0 0,0 0 0,0-1 0,-1 1 0,0 0 0,0 0 0,-3 11 0,2-11-101,-16 96 1100,12-29-3806,6-59 805,0-13 1263,-1 0 1,1 0 0,0 0 0,-1 0 0,1 0 0,0 0 0,0 0 0,-1 0-1,1 0 1,0 0 0,0 0 0,0-1 0,0 1 0,0 0 0,0-1-1,1 2 1,12 7-7757</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5:59.853"/>
    </inkml:context>
    <inkml:brush xml:id="br0">
      <inkml:brushProperty name="width" value="0.05" units="cm"/>
      <inkml:brushProperty name="height" value="0.05" units="cm"/>
      <inkml:brushProperty name="color" value="#E71224"/>
    </inkml:brush>
  </inkml:definitions>
  <inkml:trace contextRef="#ctx0" brushRef="#br0">1 0 5412,'20'6'1121,"0"0"-349,3 12-532,-3-3-800,-6 0-1477,12 16 73</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6:00.090"/>
    </inkml:context>
    <inkml:brush xml:id="br0">
      <inkml:brushProperty name="width" value="0.05" units="cm"/>
      <inkml:brushProperty name="height" value="0.05" units="cm"/>
      <inkml:brushProperty name="color" value="#E71224"/>
    </inkml:brush>
  </inkml:definitions>
  <inkml:trace contextRef="#ctx0" brushRef="#br0">2 300 7033,'0'-11'683,"0"9"-537,-1 0 0,1-1 1,0 1-1,0 0 0,0 0 0,0-1 0,0 1 1,0 0-1,1 0 0,-1-1 0,1 1 0,0 0 1,-1 0-1,1 0 0,0 0 0,0 0 0,1 0 0,-1 0 1,0 0-1,1 0 0,-1 0 0,1 1 0,-1-1 1,1 1-1,2-3 0,75-40 1924,113-46-1,-54 28 1503,-81 25-1239,-51 55 276,-3-5-1954,-1 0 1,-1 0-1,0 0 1,-1 0 0,-2 22-1,-14 64 858,8-55-804,0 15-167,-2 83 0,10-112-1951,6 35 0,-2-41-1465,0-2-1,9 25 1,-2-22-3622,5 6-3992</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08:16:00.572"/>
    </inkml:context>
    <inkml:brush xml:id="br0">
      <inkml:brushProperty name="width" value="0.05" units="cm"/>
      <inkml:brushProperty name="height" value="0.05" units="cm"/>
      <inkml:brushProperty name="color" value="#E71224"/>
    </inkml:brush>
  </inkml:definitions>
  <inkml:trace contextRef="#ctx0" brushRef="#br0">0 346 12457,'7'-2'701,"-1"0"0,0-1 1,0 0-1,0 0 0,0 0 0,0-1 0,8-6 0,-8 5 24,1 0 1,0 1-1,0 0 0,1 0 0,11-4 0,99-30 3271,-80 24-3533,-1-1 0,57-33 0,216-112-1567,-305 158 1079,1 0 1,0 0-1,-1 1 1,1-1-1,0 2 0,-1-1 1,1 0-1,6 1 1,-10 0 7,0 0 1,0 0-1,0 0 1,0 1-1,0-1 1,0 0-1,-1 1 1,1 0-1,0-1 1,0 1-1,0 0 1,-1 0-1,1 0 1,0 0 0,-1 0-1,1 0 1,-1 0-1,1 0 1,-1 1-1,0-1 1,0 1-1,1-1 1,-1 1-1,0-1 1,0 1-1,0 0 1,-1-1-1,1 1 1,1 4-1,0 1-194,0 0 0,1 0 0,0 0 0,0-1 0,1 1 0,0-1 0,0 0 0,1 0-1,-1 0 1,1 0 0,1-1 0,-1 0 0,1 0 0,8 6 0,-4-4-232,0-1 0,0 0 0,1 0 0,0-1 0,0-1 0,0 0 0,1 0 0,16 2 0,33-2-1178,72-5-916,-114 0 2700,0 0 1,1-2 0,-1 0 0,0-1 0,0-1 0,-1-1-1,20-8 1,19-7 2592,-50 19-2436,1 0 0,-1 1 0,0 0-1,1 0 1,7 1 0,-5 0-576,0 1 0,-1 0-1,1 1 1,-1 0 0,18 7 0,-2 2-854,-1 1 1,38 26-1,-44-27 1708,-16-10-402,1 1-1,0 0 1,-1 0 0,1 0-1,-1 0 1,0 0 0,1 1-1,-1-1 1,0 0-1,0 1 1,-1 0 0,1-1-1,1 6 1,-2-7-76,-1 1 0,0 0-1,1-1 1,-1 1 0,0 0 0,0-1-1,-1 1 1,1 0 0,0 0 0,0-1 0,-1 1-1,1 0 1,-1-1 0,0 1 0,1-1 0,-1 1-1,0-1 1,0 1 0,0-1 0,0 1-1,0-1 1,0 0 0,0 0 0,-1 1 0,-2 1-1,-17 26 197,12-5-2845,35-19-14515</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1.250"/>
    </inkml:context>
    <inkml:brush xml:id="br0">
      <inkml:brushProperty name="width" value="0.025" units="cm"/>
      <inkml:brushProperty name="height" value="0.025" units="cm"/>
    </inkml:brush>
  </inkml:definitions>
  <inkml:trace contextRef="#ctx0" brushRef="#br0">315 151 11021,'-1'-2'354,"-1"0"0,1 0-1,-1-1 1,1 1 0,0 0 0,0-1 0,0 1 0,0-1-1,1 1 1,-1-1 0,1 0 0,-1 1 0,1-1-1,0 0 1,0 1 0,0-1 0,0 0 0,1-2-1,0 1 380,-1-1-1,0 1 0,-1 0 0,1-1 0,-1 1 1,-1-8-1,0 10 929,3-2-148,-1 2-1128,7-29 1790,-1 14 1876,-6 16-4049,0 1 0,0 0 0,0 0 0,0-1 0,1 1 0,-1 0 0,0 0 0,0-1 0,0 1 1,0 0-1,0 0 0,0-1 0,0 1 0,0 0 0,1 0 0,-1 0 0,0-1 0,0 1 0,0 0 0,0 0 1,1 0-1,-1-1 0,0 1 0,0 0 0,1 0 0,-1 0 0,0 0 0,0 0 0,1 0 0,-1 0 0,0 0 1,0-1-1,1 1 0,-1 0 0,0 0 0,0 0 0,1 0 0,-1 0 0,0 0 0,0 0 0,1 1 0,-1-1 1,0 0-1,0 0 0,1 0 0,-1 0 0,0 0 0,0 0 0,1 0 0,-1 0 0,0 1 0,0-1 0,0 0 1,1 0-1,-1 0 0,0 0 0,0 1 0,0-1 0,6 10-12,-3-4 10,1 0 0,-2 0 0,1 1 0,-1 0 0,0-1 0,0 1 0,-1 0 0,0 0 0,0 10 0,-2 68 0,0-63 0,-32 221 0,10-94 0,-44 530 0,30-257 0,7 43 0,9-81 0,-65 552 0,42-473 0,41-433 0,1-12 0,0 0 0,3 32 0,2-173 0,-3 88-242,2-77-1423,2 75-2309,4 1-3310,4-8-9334</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3.572"/>
    </inkml:context>
    <inkml:brush xml:id="br0">
      <inkml:brushProperty name="width" value="0.025" units="cm"/>
      <inkml:brushProperty name="height" value="0.025" units="cm"/>
    </inkml:brush>
  </inkml:definitions>
  <inkml:trace contextRef="#ctx0" brushRef="#br0">469 1 4144,'0'0'15105,"-3"1"-14518,-2 1 60,0 0 0,0 0 0,0 1 0,1 0 0,-1 0 0,1 0 1,0 0-1,0 1 0,-5 5 0,3-3-233,1 1 0,0 0 0,1 0 0,-1 1 0,-3 10 0,-2 8-166,1 0-1,-8 49 1,9-40 692,-110 558 1388,48-222-2363,5-127 35,3-11 0,53-190 0,3 1 0,1-1 0,1 69 0,19 64 0,-12-148 0,14 142 0,24 191 0,-39-350 0,-1 0 0,0 0 0,0 0 0,-3 15 0,0 45 0,2-67 0,0-1 0,0 1 0,0-1 0,-1 1 0,1-1 0,-1 1 0,0-1 0,0 1 0,0-1 0,0 0 0,-1 1 0,1-1 0,-1 0 0,0 0 0,0 0 0,-3 4 0,4-6 0,-7 17 0,3 7 0,-1-10 0,5-14 0,1-1 0,0 1 0,-1-1 0,1 0 0,0 1 0,0-1 0,-1 1 0,1-1 0,0 1 0,0-1 0,0 1 0,0 0 0,-1-1 0,1 1 0,0-1 0,0 1 0,0-1 0,0 1 0,0-1 0,0 1 0,1-1 0,-1 1 0,0-1 0,0 1 0,0-1 0,0 1 0,1-1 0,-1 1 0,0-1 0,0 1 0,1-1 0,-1 1 0,0-1 0,1 1 0,-1-1 0,1 0 0,-1 1 0,0-1 0,1 0 0,-1 1 0,1-1 0,-1 0 0,1 0 0,-1 1 0,1-1 0,-1 0 0,1 0 0,-1 0 0,1 0 0,-1 0 0,1 0 0,0 0 0,0 0 0,16 5 0,110-12 0,42 5 0,112 1 0,297 20 0,-93-3 0,1591-24 0,-1699-10 0,2102-69 0,-1117 82 0,-1032 6 0,230 0 0,755-6 0,-838 18 0,-378-12 0,-12-1 0,-75 0 0,-1 0 0,0-1 0,1 0 0,-1-1 0,13-3 0,-22 4 0,50-13 0,-16-1 0,6 5 0,-8-4 0,-20 8 0,-14 6 0,1 0 1,-1 0-1,1-1 1,-1 1-1,0 0 1,1 0-1,-1 0 1,1 0-1,-1-1 1,1 1-1,-1 0 1,0 0-1,1-1 1,-1 1-1,0 0 1,1-1-1,-1 1 1,0 0-1,0-1 0,1 1 1,-1 0-1,0-1 1,0 1-1,1-1 1,-1 1-1,0-1 1,0 1-1,0 0 1,0-1-1,0 1 1,0-1-1,0 1 1,0-1-1,0 0 1,-7-13-185,3 9-283,-25-50-7179,26 50-360</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6.427"/>
    </inkml:context>
    <inkml:brush xml:id="br0">
      <inkml:brushProperty name="width" value="0.05" units="cm"/>
      <inkml:brushProperty name="height" value="0.05" units="cm"/>
      <inkml:brushProperty name="color" value="#E71224"/>
    </inkml:brush>
  </inkml:definitions>
  <inkml:trace contextRef="#ctx0" brushRef="#br0">0 1 14145,'0'0'2491,"4"1"107,87 22 4984,42 14-3813,337 152-1673,-167-43-10376,-244-120 3207,-29-14-270,6 6-5658</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6.607"/>
    </inkml:context>
    <inkml:brush xml:id="br0">
      <inkml:brushProperty name="width" value="0.05" units="cm"/>
      <inkml:brushProperty name="height" value="0.05" units="cm"/>
      <inkml:brushProperty name="color" value="#E71224"/>
    </inkml:brush>
  </inkml:definitions>
  <inkml:trace contextRef="#ctx0" brushRef="#br0">583 34 13013,'-30'-30'3212,"-3"27"-175,-1 3-245,7 6-44,1-3-384,-8 15-379,-20 9-405,18 12-276,-5 10-572,-2 11-732,3 6 0,0 10 0,6 5 0,1 6-1796,6-2-916,-3-10-1029,16 7-3463,7-1-7126</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6.808"/>
    </inkml:context>
    <inkml:brush xml:id="br0">
      <inkml:brushProperty name="width" value="0.05" units="cm"/>
      <inkml:brushProperty name="height" value="0.05" units="cm"/>
      <inkml:brushProperty name="color" value="#E71224"/>
    </inkml:brush>
  </inkml:definitions>
  <inkml:trace contextRef="#ctx0" brushRef="#br0">0 1 15313,'87'60'5061,"-66"-39"-3089,12-6-376,7 7-308,7-1-288,13 6-476,11 6-868,2 0-356,-6-3-532,0-3-656,4-3-640,-11-2-3433,-6 2-5156</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6.972"/>
    </inkml:context>
    <inkml:brush xml:id="br0">
      <inkml:brushProperty name="width" value="0.05" units="cm"/>
      <inkml:brushProperty name="height" value="0.05" units="cm"/>
      <inkml:brushProperty name="color" value="#E71224"/>
    </inkml:brush>
  </inkml:definitions>
  <inkml:trace contextRef="#ctx0" brushRef="#br0">499 15 13905,'-43'-15'2324,"26"21"173,-20 3-337,-13 10-268,20 2-352,0 6-332,-7 3-228,0 12-228,0 6-183,4 7-345,6 5-860,7 3-509,-7-2-903,0-7-972,4 6-3261,-1 6-5656</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7.174"/>
    </inkml:context>
    <inkml:brush xml:id="br0">
      <inkml:brushProperty name="width" value="0.05" units="cm"/>
      <inkml:brushProperty name="height" value="0.05" units="cm"/>
      <inkml:brushProperty name="color" value="#E71224"/>
    </inkml:brush>
  </inkml:definitions>
  <inkml:trace contextRef="#ctx0" brushRef="#br0">0 0 14153,'77'19'2473,"-30"8"143,-7-3-336,17-6-348,7-3-360,3 0-348,7 3-284,3 0-219,0-3-421,6 3-816,4 0-469,-6-5-715,-14-7-1000,-14-9-768,-6 0-2149,4-1-4624</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7.332"/>
    </inkml:context>
    <inkml:brush xml:id="br0">
      <inkml:brushProperty name="width" value="0.05" units="cm"/>
      <inkml:brushProperty name="height" value="0.05" units="cm"/>
      <inkml:brushProperty name="color" value="#E71224"/>
    </inkml:brush>
  </inkml:definitions>
  <inkml:trace contextRef="#ctx0" brushRef="#br0">651 31 12653,'10'-31'3024,"-20"43"-123,3 1-373,-10-4-128,-3 0-348,-3 12-500,-11 21-135,1-9-437,-4 6-232,-13 0-328,-1 4-476,-6-1-616,1 0-752,-1 3-589,-4-3-1011,1 4 196,13 14-3297,7-6-5424</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7.539"/>
    </inkml:context>
    <inkml:brush xml:id="br0">
      <inkml:brushProperty name="width" value="0.05" units="cm"/>
      <inkml:brushProperty name="height" value="0.05" units="cm"/>
      <inkml:brushProperty name="color" value="#E71224"/>
    </inkml:brush>
  </inkml:definitions>
  <inkml:trace contextRef="#ctx0" brushRef="#br0">1 39 14017,'43'-30'2212,"-26"21"365,7 9-413,-1 0-176,17 0-360,30 9-316,4 3-316,23 3-187,10 13-197,14-4-468,13 6-764,7 0-337,-1-3-415,1-3-740,-14-6-644,-6 0-3365,-21-3-5416</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7.694"/>
    </inkml:context>
    <inkml:brush xml:id="br0">
      <inkml:brushProperty name="width" value="0.05" units="cm"/>
      <inkml:brushProperty name="height" value="0.05" units="cm"/>
      <inkml:brushProperty name="color" value="#E71224"/>
    </inkml:brush>
  </inkml:definitions>
  <inkml:trace contextRef="#ctx0" brushRef="#br0">710 57 13193,'-47'-57'2712,"21"60"65,2 0-513,1 3-436,-4 0-260,-13 12-316,10 12-284,-7 7-207,-3 14-157,-1 6-372,-2 9-412,-1 10-641,1-1-167,-1 7-620,-9-1-776,-1 0-424,4-2-2957,6-7-4856</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7.912"/>
    </inkml:context>
    <inkml:brush xml:id="br0">
      <inkml:brushProperty name="width" value="0.05" units="cm"/>
      <inkml:brushProperty name="height" value="0.05" units="cm"/>
      <inkml:brushProperty name="color" value="#E71224"/>
    </inkml:brush>
  </inkml:definitions>
  <inkml:trace contextRef="#ctx0" brushRef="#br0">1 1 11421,'20'45'2180,"3"-27"-176,8-3-111,2 0-37,7 6-208,11-6-324,16 6-288,6 10-264,11-1-484,6 6-516,-3-6-288,1 0-656,-8-6-864,-16-12-592,-7 0-2681,-14 9-4240</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8.122"/>
    </inkml:context>
    <inkml:brush xml:id="br0">
      <inkml:brushProperty name="width" value="0.05" units="cm"/>
      <inkml:brushProperty name="height" value="0.05" units="cm"/>
      <inkml:brushProperty name="color" value="#E71224"/>
    </inkml:brush>
  </inkml:definitions>
  <inkml:trace contextRef="#ctx0" brushRef="#br0">223 0 11513,'-16'10'892,"-1"-2"0,0 0 0,0-2 0,0 1 0,-34 6 1,49-13-707,-6 1 349,1 1-1,-1 0 0,0 0 1,1 1-1,-1 0 1,-13 7-1,20-9-487,-1 1 1,0-1 0,1 1-1,0-1 1,-1 1-1,1 0 1,0 0 0,0-1-1,0 1 1,0 0-1,0 0 1,0 0-1,0 0 1,1 0 0,-1 0-1,1 0 1,0 0-1,-1 0 1,1 1-1,0-1 1,0 0 0,0 0-1,0 0 1,1 0-1,-1 0 1,1 0 0,-1 0-1,1 0 1,0 0-1,0 0 1,1 3-1,4 9 14,1-1 0,0 0 0,1 0-1,0 0 1,1-1 0,0 0-1,1-1 1,1 0 0,13 12 0,18 11-471,56 35 0,-83-59 236,229 138-4225,-74-62-3027,-83-46 306</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8.279"/>
    </inkml:context>
    <inkml:brush xml:id="br0">
      <inkml:brushProperty name="width" value="0.05" units="cm"/>
      <inkml:brushProperty name="height" value="0.05" units="cm"/>
      <inkml:brushProperty name="color" value="#E71224"/>
    </inkml:brush>
  </inkml:definitions>
  <inkml:trace contextRef="#ctx0" brushRef="#br0">593 1 10937,'-187'54'1480,"133"-27"-172,4 3-264,6 0-216,7 0-132,-3 7-379,-3-1-525,6 6-701,0-3-519,3-3-2628,4 7-2969</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8.488"/>
    </inkml:context>
    <inkml:brush xml:id="br0">
      <inkml:brushProperty name="width" value="0.05" units="cm"/>
      <inkml:brushProperty name="height" value="0.05" units="cm"/>
      <inkml:brushProperty name="color" value="#E71224"/>
    </inkml:brush>
  </inkml:definitions>
  <inkml:trace contextRef="#ctx0" brushRef="#br0">1 1 13317,'127'60'2072,"-43"-36"-231,3-3 47,-3-3-332,-4-3-140,7 3-252,20 4-280,14 5-160,6 0-208,14 6-548,-4 0-360,1-3-192,-11 3-504,-10 1-512,-10-10-572,-23-6-720,-14-3-1997,-9 3-3856</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8.629"/>
    </inkml:context>
    <inkml:brush xml:id="br0">
      <inkml:brushProperty name="width" value="0.05" units="cm"/>
      <inkml:brushProperty name="height" value="0.05" units="cm"/>
      <inkml:brushProperty name="color" value="#E71224"/>
    </inkml:brush>
  </inkml:definitions>
  <inkml:trace contextRef="#ctx0" brushRef="#br0">958 0 10973,'-187'33'1532,"116"-8"-300,-3-4-192,-6 6-344,0 0-156,3 0-484,-4 3-624,8 9-664,-8 1-1096,1 5-1172,6 0-1957</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3:58.785"/>
    </inkml:context>
    <inkml:brush xml:id="br0">
      <inkml:brushProperty name="width" value="0.05" units="cm"/>
      <inkml:brushProperty name="height" value="0.05" units="cm"/>
      <inkml:brushProperty name="color" value="#E71224"/>
    </inkml:brush>
  </inkml:definitions>
  <inkml:trace contextRef="#ctx0" brushRef="#br0">1 0 12965,'94'55'2036,"-44"-28"-419,0-6-309,-6 6-324,6-6-220,17-3-368,17 0-628,13 3-664,13 1-972,8-1-3177,2-6-4000</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0.178"/>
    </inkml:context>
    <inkml:brush xml:id="br0">
      <inkml:brushProperty name="width" value="0.05" units="cm"/>
      <inkml:brushProperty name="height" value="0.05" units="cm"/>
      <inkml:brushProperty name="color" value="#E71224"/>
    </inkml:brush>
  </inkml:definitions>
  <inkml:trace contextRef="#ctx0" brushRef="#br0">0 0 14409,'111'91'9184,"-28"-21"-5212,212 153-188,-141-120-6368,7-12-5100,-115-70 879,-5-8-4487</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0.326"/>
    </inkml:context>
    <inkml:brush xml:id="br0">
      <inkml:brushProperty name="width" value="0.05" units="cm"/>
      <inkml:brushProperty name="height" value="0.05" units="cm"/>
      <inkml:brushProperty name="color" value="#E71224"/>
    </inkml:brush>
  </inkml:definitions>
  <inkml:trace contextRef="#ctx0" brushRef="#br0">1045 37 11349,'-164'-24'2552,"110"12"189,-9 21-69,-4 9-468,0 9-416,3 3-348,-6 15-288,-7 9-264,3 10-319,7 5-786,4 6-635,2 1-756,8 5-1228,2 7-3617,1-4-5952</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0.516"/>
    </inkml:context>
    <inkml:brush xml:id="br0">
      <inkml:brushProperty name="width" value="0.05" units="cm"/>
      <inkml:brushProperty name="height" value="0.05" units="cm"/>
      <inkml:brushProperty name="color" value="#E71224"/>
    </inkml:brush>
  </inkml:definitions>
  <inkml:trace contextRef="#ctx0" brushRef="#br0">1 10 10701,'204'0'1464,"-127"-9"-504,-6 9-236,-4 3-528,3-3-652,4 6-524,-4-6-1032,81 12-5601</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0.784"/>
    </inkml:context>
    <inkml:brush xml:id="br0">
      <inkml:brushProperty name="width" value="0.05" units="cm"/>
      <inkml:brushProperty name="height" value="0.05" units="cm"/>
      <inkml:brushProperty name="color" value="#E71224"/>
    </inkml:brush>
  </inkml:definitions>
  <inkml:trace contextRef="#ctx0" brushRef="#br0">151 27 12925,'-44'-27'13921,"63"46"-9822,-6-8-3815,1 0 1,0-1-1,0 0 1,1-1-1,0-1 1,26 10-1,104 31-592,-116-41 447,241 63-751,-157-49-6291,-109-21 6178,0-1 0,0 1 1,1-1-1,-1 0 0,0-1 0,9-1 0,-3 1-213,-10 1 837,1 0 1,0 0 0,0 0-1,0-1 1,0 1-1,-1 0 1,1-1 0,0 1-1,0-1 1,-1 1-1,1 0 1,0-1 0,0 0-1,-1 1 1,1-1-1,-1 1 1,1-1 0,-1 0-1,1 1 1,-1-1-1,1 0 1,0-1 0,0 0-251,0 1 317,0 1 0,-1-1 0,1 0-1,-1 1 1,1-1 0,-1 0 0,1 1-1,-1-1 1,0 0 0,1 0 0,-1 1-1,0-1 1,0 0 0,1 0 0,-1 1 0,0-1-1,0 0 1,0 0 0,0 0 0,0 0-1,0 1 1,0-1 0,0 0 0,0 0-1,-1 0 1,1 1 0,0-1 0,0 0 0,-1 0-1,1 1 1,-1-1 0,1 0 0,0 1-1,-1-1 1,1 0 0,-1 1 0,0-1 0,1 1-1,-1-1 1,1 1 0,-1-1 0,0 1-1,1-1 1,-1 1 0,0 0 0,0-1-1,1 1 1,-1 0 0,0-1 0,-1 1 0,-5-3 149,-1 0 0,0 0 0,0 0 1,-13-1-1,-18-1 197,1 1 0,-1 2 1,-61 5-1,-119 22-447,191-21-25,-137 24-1781,59-2-2773,27-2-2012</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0.953"/>
    </inkml:context>
    <inkml:brush xml:id="br0">
      <inkml:brushProperty name="width" value="0.05" units="cm"/>
      <inkml:brushProperty name="height" value="0.05" units="cm"/>
      <inkml:brushProperty name="color" value="#E71224"/>
    </inkml:brush>
  </inkml:definitions>
  <inkml:trace contextRef="#ctx0" brushRef="#br0">225 1 13297,'-104'18'1996,"84"-12"-411,7 0-281,-4 6-348,0-3-356,-3-3-796,3 0-1348,7 6-485,4 3-2635,6 13-3657</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4.307"/>
    </inkml:context>
    <inkml:brush xml:id="br0">
      <inkml:brushProperty name="width" value="0.05" units="cm"/>
      <inkml:brushProperty name="height" value="0.05" units="cm"/>
      <inkml:brushProperty name="color" value="#E5F420"/>
    </inkml:brush>
  </inkml:definitions>
  <inkml:trace contextRef="#ctx0" brushRef="#br0">34 89 13429,'-22'-35'3027,"14"19"1384,4-13-272,4 25-1702,23 1 1240,-22 3-3281,5-1-260,0 1 0,-1 0 1,1 0-1,0 1 0,0 0 1,0 0-1,0 0 1,-1 1-1,10 3 0,49 28-353,-43-21 322,104 62-105,-4 6 0,204 174 0,-205-157-929,-38-35-7559,-82-61 8346,17 11-7382,2-5-5176</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4.465"/>
    </inkml:context>
    <inkml:brush xml:id="br0">
      <inkml:brushProperty name="width" value="0.05" units="cm"/>
      <inkml:brushProperty name="height" value="0.05" units="cm"/>
      <inkml:brushProperty name="color" value="#E5F420"/>
    </inkml:brush>
  </inkml:definitions>
  <inkml:trace contextRef="#ctx0" brushRef="#br0">928 0 17134,'-50'30'3336,"23"-9"68,-10 13-216,0 8-255,-10-3-485,4 9-2124,-11 12-324,-3 7 0,-3 2 0,-7 3 0,0 1 0,-3 2 0,-1-6 0,8-2 0,6-7-2060,3-15-424,11 7-5793,19-7-8685</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4.691"/>
    </inkml:context>
    <inkml:brush xml:id="br0">
      <inkml:brushProperty name="width" value="0.05" units="cm"/>
      <inkml:brushProperty name="height" value="0.05" units="cm"/>
      <inkml:brushProperty name="color" value="#E5F420"/>
    </inkml:brush>
  </inkml:definitions>
  <inkml:trace contextRef="#ctx0" brushRef="#br0">1 0 18334,'23'25'2792,"21"-19"72,-27 3-356,13 6-439,60 15 951,-36-15-1968,6 0-924,4 3-128,-1 3 0,1-3-680,6-3-1116,-6 0-320,-10-6-681,3 1-671,-14-4-3009,-3-6-5972</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4.846"/>
    </inkml:context>
    <inkml:brush xml:id="br0">
      <inkml:brushProperty name="width" value="0.05" units="cm"/>
      <inkml:brushProperty name="height" value="0.05" units="cm"/>
      <inkml:brushProperty name="color" value="#E5F420"/>
    </inkml:brush>
  </inkml:definitions>
  <inkml:trace contextRef="#ctx0" brushRef="#br0">1019 43 14333,'-94'-42'2925,"50"45"-173,1 3-228,-7 6-32,-11 0-404,-6 9-411,-10 6-329,0 9-272,-10 7-184,10 8-256,3 12-676,11 9-660,16 7-1036,3-4-664,4-6-1229,0 7-3495,6 11-7006</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5.032"/>
    </inkml:context>
    <inkml:brush xml:id="br0">
      <inkml:brushProperty name="width" value="0.05" units="cm"/>
      <inkml:brushProperty name="height" value="0.05" units="cm"/>
      <inkml:brushProperty name="color" value="#E5F420"/>
    </inkml:brush>
  </inkml:definitions>
  <inkml:trace contextRef="#ctx0" brushRef="#br0">0 1 18174,'7'51'2760,"10"-33"0,3-6-196,0 0-419,-3 3-377,16 10-324,1-7-316,9 6-1104,8 3-24,6 6 0,13-6 0,4 0-608,6-6-1336,-6-3-512,-4-2-909,-6-7-3803,-11-3-7074</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5.186"/>
    </inkml:context>
    <inkml:brush xml:id="br0">
      <inkml:brushProperty name="width" value="0.05" units="cm"/>
      <inkml:brushProperty name="height" value="0.05" units="cm"/>
      <inkml:brushProperty name="color" value="#E5F420"/>
    </inkml:brush>
  </inkml:definitions>
  <inkml:trace contextRef="#ctx0" brushRef="#br0">516 6 13417,'-94'-6'2152,"58"15"9,-21 10-545,17-1-352,3 3-248,3 9-208,4 6-364,-7 6-456,4 0-484,-1 1-928,4 2-848,3 3-3301,0 0-4544</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5.362"/>
    </inkml:context>
    <inkml:brush xml:id="br0">
      <inkml:brushProperty name="width" value="0.05" units="cm"/>
      <inkml:brushProperty name="height" value="0.05" units="cm"/>
      <inkml:brushProperty name="color" value="#E5F420"/>
    </inkml:brush>
  </inkml:definitions>
  <inkml:trace contextRef="#ctx0" brushRef="#br0">0 1 15265,'121'36'2833,"-84"-15"-489,9 0-364,5-6-324,6 6-320,6 0-308,14 4-208,7-1-251,0-3-329,6 0-604,1-3-529,-8-3-243,-2 0-860,-11-12-476,-10-3-312,-3 0-2717,-10 3-4440</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5.501"/>
    </inkml:context>
    <inkml:brush xml:id="br0">
      <inkml:brushProperty name="width" value="0.05" units="cm"/>
      <inkml:brushProperty name="height" value="0.05" units="cm"/>
      <inkml:brushProperty name="color" value="#E5F420"/>
    </inkml:brush>
  </inkml:definitions>
  <inkml:trace contextRef="#ctx0" brushRef="#br0">815 69 10409,'-84'-27'2356,"44"21"-220,-7-3-243,0-3-221,-7 3-408,-3 3-256,-3 6-216,-4 6-332,-3 9-280,0-3-436,7 3-692,3 6-984,7 1 176,17 8-3357,6 0-4068</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5.714"/>
    </inkml:context>
    <inkml:brush xml:id="br0">
      <inkml:brushProperty name="width" value="0.05" units="cm"/>
      <inkml:brushProperty name="height" value="0.05" units="cm"/>
      <inkml:brushProperty name="color" value="#E5F420"/>
    </inkml:brush>
  </inkml:definitions>
  <inkml:trace contextRef="#ctx0" brushRef="#br0">0 1 13829,'36'13'631,"14"5"1375,68 35 0,-51-17 167,197 97 3556,106 19-3979,-180-92-3582,4-17-3659,-170-39 1842</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5.831"/>
    </inkml:context>
    <inkml:brush xml:id="br0">
      <inkml:brushProperty name="width" value="0.05" units="cm"/>
      <inkml:brushProperty name="height" value="0.05" units="cm"/>
      <inkml:brushProperty name="color" value="#E5F420"/>
    </inkml:brush>
  </inkml:definitions>
  <inkml:trace contextRef="#ctx0" brushRef="#br0">1035 178 12465,'-103'-63'2240,"56"27"-267,0 6 183,-7 9-152,-3 5-296,-6 7-328,-11 6-344,-10 3-168,0 12-268,1 10-528,12 5-652,1 9-388,3 3-760,13 9-1016,11 7-3333,9 8-5344</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6.035"/>
    </inkml:context>
    <inkml:brush xml:id="br0">
      <inkml:brushProperty name="width" value="0.05" units="cm"/>
      <inkml:brushProperty name="height" value="0.05" units="cm"/>
      <inkml:brushProperty name="color" value="#E5F420"/>
    </inkml:brush>
  </inkml:definitions>
  <inkml:trace contextRef="#ctx0" brushRef="#br0">0 1 12141,'141'60'1728,"-87"-24"-72,-1-5-291,1-13-245,3 9-256,3 3-208,10 3-588,4 3-684,0 0-1076,-11 1-1037,-6-1-1463,0 0-3193</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6.177"/>
    </inkml:context>
    <inkml:brush xml:id="br0">
      <inkml:brushProperty name="width" value="0.05" units="cm"/>
      <inkml:brushProperty name="height" value="0.05" units="cm"/>
      <inkml:brushProperty name="color" value="#E5F420"/>
    </inkml:brush>
  </inkml:definitions>
  <inkml:trace contextRef="#ctx0" brushRef="#br0">764 67 12513,'-128'-48'2756,"65"33"-295,6 12-465,-10 9-408,3 3-308,-3 12-272,4 9-512,6 12-604,0 7-764,-4-16-1492,18 21 4,19 42-3129,11 1-4432</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20.983"/>
    </inkml:context>
    <inkml:brush xml:id="br0">
      <inkml:brushProperty name="width" value="0.05" units="cm"/>
      <inkml:brushProperty name="height" value="0.05" units="cm"/>
      <inkml:brushProperty name="color" value="#004F8B"/>
    </inkml:brush>
  </inkml:definitions>
  <inkml:trace contextRef="#ctx0" brushRef="#br0">163 172 7757,'-52'-70'6315,"51"68"-5982,-1 1 1,0-1-1,0 0 0,0 0 0,0 1 1,0-1-1,0 1 0,0 0 1,0-1-1,-4 0 0,-10-8 657,-1-10 311,13 16-1031,1 0 0,-1 0 0,0 0-1,0 1 1,0-1 0,-8-4-1,9 6 202,-7-16-305,5 15-1989,7 15 1,-1-8 951,1 3 26,18 12-13364</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27.631"/>
    </inkml:context>
    <inkml:brush xml:id="br0">
      <inkml:brushProperty name="width" value="0.05" units="cm"/>
      <inkml:brushProperty name="height" value="0.05" units="cm"/>
      <inkml:brushProperty name="color" value="#004F8B"/>
    </inkml:brush>
  </inkml:definitions>
  <inkml:trace contextRef="#ctx0" brushRef="#br0">521 240 7861,'9'-8'832,"-1"0"0,0-1 0,0 0 1,8-13-1,10 1 2973,-25 20-3659,-1 0 0,1 0-1,-1 0 1,1 0-1,-1 0 1,0 0-1,1 0 1,-1 0-1,0 0 1,0 0 0,0 0-1,0 0 1,0 0-1,0 0 1,0 0-1,0 0 1,-1-2-1,1 0 254,2-17 767,-1 16-154,-2 4-939,1-1 1,-1 1 0,1-1-1,-1 1 1,1-1-1,-1 1 1,1-1 0,0 0-1,-1 1 1,1-1-1,0 1 1,-1-1-1,1 0 1,0 1 0,0-1-1,0 0 1,0 1-1,0-1 1,-1 0-1,1-1 1,0 1 66,0 0 1,0 0 0,0 0-1,0-1 1,-1 1-1,1 0 1,0 0-1,-1 0 1,1 0-1,-1 0 1,0 0-1,1 0 1,-1 0-1,0 0 1,1 0-1,-1 0 1,-1-1-1,-7 0 124,1 0-1,-1 1 0,0 0 1,1 0-1,-1 1 0,0 0 1,1 0-1,-1 1 0,0 0 1,1 1-1,-17 5 1,15-4-138,0 0 0,1 1 1,-1 0-1,1 1 1,0 0-1,0 1 1,0 0-1,1 0 1,0 0-1,-10 11 0,-19 30 87,1 1 0,2 2 0,3 1-1,2 1 1,-31 79 0,31-56-120,4 2 0,3 1 1,-18 119-1,34-151-77,1-1 0,3 1 0,1 0 0,3 0 0,1 0 0,14 64 0,-13-86-7,3 18 7,2-2 1,1 1-1,2-1 0,2-1 1,19 39-1,-19-51-9,1-1 0,1 0 0,1-1-1,2 0 1,1-2 0,0 0 0,2-1 0,0-1 0,46 32-1,-50-41-3,1-1-1,1-1 0,-1 0 1,2-2-1,-1 0 0,1-1 0,1-1 1,-1-1-1,1-1 0,-1-1 1,1-1-1,0-1 0,0-1 1,28-3-1,-30 1-2,-2-2 0,1 0 1,0-1-1,-1-1 0,0 0 0,0-2 1,-1 0-1,0-1 0,0 0 0,-1-2 1,0 0-1,-1 0 0,-1-2 0,1 0 1,16-20-1,-9 6 7,-2-2 0,-1 0 0,-1-1 0,-1 0 0,-2-2-1,-1 1 1,16-57 0,-11 15-17,-3 0-1,-3-2 0,-3 1 1,-4-2-1,-3 1 1,-3 0-1,-15-117 1,8 141-9,-3 0 0,-2 0 0,-3 1 0,-1 0 1,-2 2-1,-3 0 0,-51-86 0,53 103-50,-2 2 0,0 0 0,-2 2 0,-1 1-1,-1 0 1,-2 2 0,0 1 0,-1 1 0,-2 1 0,0 2-1,0 1 1,-47-19 0,63 32-126,-1 0 1,0 1-1,0 1 0,-1 0 0,1 1 0,-1 1 1,1 0-1,-1 1 0,1 1 0,-1 1 0,1 0 1,0 1-1,-1 0 0,1 1 0,1 1 0,-1 0 1,-16 9-1,13-5-542,0 1 1,1 1-1,0 1 0,1 0 1,-21 20-1,23-17-777,0 0 0,1 1 0,1 0 0,0 1 0,-12 25 0,-15 45-9038</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28.427"/>
    </inkml:context>
    <inkml:brush xml:id="br0">
      <inkml:brushProperty name="width" value="0.05" units="cm"/>
      <inkml:brushProperty name="height" value="0.05" units="cm"/>
      <inkml:brushProperty name="color" value="#004F8B"/>
    </inkml:brush>
  </inkml:definitions>
  <inkml:trace contextRef="#ctx0" brushRef="#br0">6 146 6373,'4'-28'8615,"-5"25"-6861,-2-5-668,2 1-1,-1-1 1,1 0 0,0 0-1,1 0 1,0 0 0,0 1-1,1-1 1,2-13 0,4 0-637,-6 19 34,3 2-65,-2 0-383,1 0 0,-1 1 0,0-1 0,1 0 0,-1 1 0,0 0 0,0-1 0,1 1 0,-1 0 0,0 0 0,0 0 0,0 0 0,0 0 0,0 1 0,0-1 0,0 1 0,-1-1 0,1 1 0,0 0 0,-1 0 0,0-1 0,1 1 0,-1 0 0,0 0 0,0 0 0,1 3 0,4 6 25,-2-5-7,-1 1 1,0 0-1,0 0 1,0 1-1,-1-1 1,0 0-1,-1 1 1,2 9-1,2 70 159,-8 112 0,-7 0-92,10-197-116,0-1 0,-1 0 0,1 1 0,0-1 0,0 0 0,0 1 0,1-1 0,-1 0 0,0 1 0,0-1 0,1 0 1,-1 0-1,1 1 0,-1-1 0,1 0 0,-1 0 0,1 0 0,0 0 0,1 2 0,-1-3 0,0 0 0,-1 0 0,1 0-1,0 0 1,-1 0 0,1 0 0,0 0 0,0 0 0,-1-1 0,1 1-1,0 0 1,-1-1 0,1 1 0,0 0 0,-1-1 0,1 1 0,-1-1-1,1 1 1,-1-1 0,1 1 0,-1-1 0,1 0 0,-1 1 0,1-2-1,6-6 25,-1-1-1,0 0 1,6-15-1,5-16-35,2 1-1,2 1 1,1 2 0,29-38-1,-13 29-9,1 3 0,75-65 0,-94 91 7,1 1 1,0 0-1,1 2 1,1 0-1,0 2 1,1 0-1,0 2 0,35-10 1,-52 18 12,0-1 1,0 1-1,0-1 1,0 2-1,0-1 1,1 1-1,-1 0 1,0 1-1,0 0 1,0 0-1,0 1 0,0-1 1,0 1-1,0 1 1,0-1-1,-1 1 1,1 1-1,-1-1 1,0 1-1,0 0 1,0 0-1,0 1 1,-1 0-1,0 0 1,0 0-1,0 1 1,-1-1-1,0 1 0,0 0 1,0 0-1,0 1 1,-1-1-1,2 8 1,5 12 40,-2 1 0,-1 1 1,-1-1-1,-1 1 0,2 52 1,-14 143-442,0-79-1304,-5 30-2647,-10-58-1490,5-54-392,3-4-3685</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28.733"/>
    </inkml:context>
    <inkml:brush xml:id="br0">
      <inkml:brushProperty name="width" value="0.05" units="cm"/>
      <inkml:brushProperty name="height" value="0.05" units="cm"/>
      <inkml:brushProperty name="color" value="#004F8B"/>
    </inkml:brush>
  </inkml:definitions>
  <inkml:trace contextRef="#ctx0" brushRef="#br0">776 44 11001,'-15'-8'837,"-1"1"-1,-1 1 1,1 1-1,-1 0 1,0 1-1,0 1 1,0 0-1,-30 0 1,35 4-555,-1 0-1,1 0 1,-1 1 0,1 1-1,0 0 1,0 1 0,0 0 0,0 1-1,1 0 1,0 1 0,0 0-1,-18 15 1,5-1 76,1 1-1,1 1 1,2 1 0,0 1-1,1 1 1,1 1 0,2 0-1,0 1 1,-19 50 0,-2 21 306,-38 154-1,44-124-375,5 1-1,-9 144 0,29-177-176,4 0-1,5 0 1,22 152 0,-15-195-208,1 0 0,3-1 0,2-1 0,36 79 0,-37-101-181,1-1 0,1 0 0,1-2 0,1 0 1,2-1-1,1 0 0,0-2 0,49 38 1,-47-43-399,1-2 0,1 0 0,1-2 0,0 0 1,0-2-1,2-2 0,-1 0 0,1-2 0,1-1 1,-1-1-1,1-1 0,0-2 0,1-1 1,48-4-1,24-16-4167,9-5-2609</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28.968"/>
    </inkml:context>
    <inkml:brush xml:id="br0">
      <inkml:brushProperty name="width" value="0.05" units="cm"/>
      <inkml:brushProperty name="height" value="0.05" units="cm"/>
      <inkml:brushProperty name="color" value="#004F8B"/>
    </inkml:brush>
  </inkml:definitions>
  <inkml:trace contextRef="#ctx0" brushRef="#br0">2137 127 7773,'-4'-61'2726,"2"49"-1165,0 0 0,-1-1 1,-6-15 3045,3 52-1595,5-14-2725,1 1 0,0-1 0,1 0 0,0 0 1,0 1-1,1-1 0,1 0 0,0 0 0,5 12 0,5 23 332,5 44 194,-3 1 0,3 129 0,-16-152-644,-3-1 1,-3 1-1,-3-1 1,-22 92 0,7-72-38,-5 0 1,-65 145-1,18-88-279,-6-3 0,-6-4 0,-137 167-1,116-172-1166,-214 203-1,243-266 132,-2-3-1,-3-4 1,-3-3 0,-106 53-1,62-51-3417,-141 45-1,69-39-4052</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1.858"/>
    </inkml:context>
    <inkml:brush xml:id="br0">
      <inkml:brushProperty name="width" value="0.05" units="cm"/>
      <inkml:brushProperty name="height" value="0.05" units="cm"/>
      <inkml:brushProperty name="color" value="#004F8B"/>
    </inkml:brush>
  </inkml:definitions>
  <inkml:trace contextRef="#ctx0" brushRef="#br0">0 169 8969,'17'-51'2112,"-7"30"-304,0 3-152,4 3-308,-4 2-259,10-2-225,13-3-204,-16 12-332,13 0-624,4 0-572,-1 9-613,14-3-651,-7 3-1920,4 18-2969</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2.015"/>
    </inkml:context>
    <inkml:brush xml:id="br0">
      <inkml:brushProperty name="width" value="0.05" units="cm"/>
      <inkml:brushProperty name="height" value="0.05" units="cm"/>
      <inkml:brushProperty name="color" value="#004F8B"/>
    </inkml:brush>
  </inkml:definitions>
  <inkml:trace contextRef="#ctx0" brushRef="#br0">71 91 11221,'-50'-24'2324,"40"9"-204,0 3 4249,27 0-5909,3 0-496,10 9-812,23-6-1408,-2 6-3505,9 3-4848</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5.869"/>
    </inkml:context>
    <inkml:brush xml:id="br0">
      <inkml:brushProperty name="width" value="0.05" units="cm"/>
      <inkml:brushProperty name="height" value="0.05" units="cm"/>
      <inkml:brushProperty name="color" value="#004F8B"/>
    </inkml:brush>
  </inkml:definitions>
  <inkml:trace contextRef="#ctx0" brushRef="#br0">355 116 4440,'-1'0'100,"1"-1"-1,-1 0 0,0 0 0,0 0 0,1 0 0,-1 0 0,0 0 0,1 0 0,-1 0 1,1 0-1,-1 0 0,1 0 0,0 0 0,-1 0 0,1 0 0,0 0 0,0-1 1,0 1-1,0 0 0,0 0 0,0 0 0,0 0 0,0-1 0,0 1 0,1 0 1,0-2-1,0 0 2425,-1 0-1257,-1 0-983,1 0 0,0 0 0,1-1 0,-1 1-1,1 0 1,-1 0 0,1 0 0,0 0 0,0 0 0,0 0-1,0 0 1,1 0 0,-1 0 0,1 1 0,0-1 0,0 0-1,-1 1 1,2-1 0,2-2 0,-3 3 743,-1 1-825,-1-1 0,1 1 0,0 0 0,-1 0 0,1-1 0,0 1 0,-1 0-1,1 0 1,0 0 0,0 0 0,0 0 0,0 0 0,2-1 0,3 3 1502,-6 12-986,-112 563 4368,27-175-3853,3-11-610,-15 92-779,80-304-2367,16-101-5323,7-79 4947,22-9-2298,9-15-3001</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6.183"/>
    </inkml:context>
    <inkml:brush xml:id="br0">
      <inkml:brushProperty name="width" value="0.05" units="cm"/>
      <inkml:brushProperty name="height" value="0.05" units="cm"/>
      <inkml:brushProperty name="color" value="#004F8B"/>
    </inkml:brush>
  </inkml:definitions>
  <inkml:trace contextRef="#ctx0" brushRef="#br0">1062 64 5785,'-13'-2'634,"11"2"-475,0 0 0,0-1 0,-1 1 0,1-1 0,0 1 1,0-1-1,0 0 0,0 1 0,0-1 0,0 0 0,0 0 0,0-1 0,0 1 1,0 0-1,0-1 0,1 1 0,-1-1 0,-3-4 3146,4-13-632,-1-1 2169,-2 21-4291,-9 3-340,1 0 0,1 0 0,-1 1 0,1 1 0,-19 11 0,-59 48 453,14-11-135,-293 207-1295,131-77-5121,160-120 638,11 0-2978</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6.447"/>
    </inkml:context>
    <inkml:brush xml:id="br0">
      <inkml:brushProperty name="width" value="0.05" units="cm"/>
      <inkml:brushProperty name="height" value="0.05" units="cm"/>
      <inkml:brushProperty name="color" value="#004F8B"/>
    </inkml:brush>
  </inkml:definitions>
  <inkml:trace contextRef="#ctx0" brushRef="#br0">0 0 8245,'4'5'1276,"-1"-1"-1,0 0 1,1 1 0,0-1 0,0-1 0,7 6 0,-7-6-996,0 0 0,-1 1 1,1-1-1,0 1 0,-1 0 1,0 0-1,0 0 0,0 0 1,2 6-1,3 4 229,165 289 4642,190 205-4322,-199-282-4284,-61-72-5865,-55-79-1389</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6.853"/>
    </inkml:context>
    <inkml:brush xml:id="br0">
      <inkml:brushProperty name="width" value="0.05" units="cm"/>
      <inkml:brushProperty name="height" value="0.05" units="cm"/>
      <inkml:brushProperty name="color" value="#004F8B"/>
    </inkml:brush>
  </inkml:definitions>
  <inkml:trace contextRef="#ctx0" brushRef="#br0">475 74 6513,'2'-8'1012,"-1"0"0,2 1 0,-1-1 1,6-11-1,-5 14-188,-2 2 1024,24-13 6035,-35 30-7175,1 0 0,0 0-1,1 1 1,0 0 0,1 0-1,1 1 1,-6 21-1,-22 125 1080,24-104-1253,-169 744 1736,122-559-2163,-90 322-1432,139-528 641,2 0 0,1 0 0,2 0 0,1 0 1,5 44-1,-3-77 313,0 1 0,0-1-1,0 1 1,1-1 0,0 0 0,0 1 0,0-1 0,1 0 0,-1 1 0,1-1-1,0 0 1,0 0 0,0 0 0,1-1 0,0 1 0,4 4 0,0-6-3142,20-6-2072,15-7-3084</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7.123"/>
    </inkml:context>
    <inkml:brush xml:id="br0">
      <inkml:brushProperty name="width" value="0.05" units="cm"/>
      <inkml:brushProperty name="height" value="0.05" units="cm"/>
      <inkml:brushProperty name="color" value="#004F8B"/>
    </inkml:brush>
  </inkml:definitions>
  <inkml:trace contextRef="#ctx0" brushRef="#br0">1096 53 7645,'-4'-4'640,"0"1"0,0-1 0,1 0 0,0 0 0,0 0 0,0-1 0,-3-6 0,5 10-535,0 0 0,0 0 0,0 0 0,0 0 0,0 0 0,0 0 1,0 0-1,0 1 0,0-1 0,0 0 0,0 1 0,-1-1 0,1 1 1,0-1-1,-1 1 0,1-1 0,0 1 0,0 0 0,-1-1 0,1 1 1,-1 0-1,1 0 0,0 0 0,-1 0 0,1 1 0,-3-1 0,-39 10 973,35-8-737,-35 11 468,1 1 0,1 3 0,-54 28 1,-108 76 147,134-76-1879,2 2-1,2 4 1,-108 108-1,137-121-1563,1 1 0,-32 47 0,23-7-4598</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7.307"/>
    </inkml:context>
    <inkml:brush xml:id="br0">
      <inkml:brushProperty name="width" value="0.05" units="cm"/>
      <inkml:brushProperty name="height" value="0.05" units="cm"/>
      <inkml:brushProperty name="color" value="#004F8B"/>
    </inkml:brush>
  </inkml:definitions>
  <inkml:trace contextRef="#ctx0" brushRef="#br0">0 0 9197,'111'6'2388,"-64"15"-292,3-3-212,-10 7-259,-3 2-237,3-3-296,-3 12-200,3 12-136,-3 10-196,10 11-108,-3 12-176,-1 10-256,-3 5-520,-3 1-760,0 11-924,-10-5-3389,3 2-4552</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7.464"/>
    </inkml:context>
    <inkml:brush xml:id="br0">
      <inkml:brushProperty name="width" value="0.05" units="cm"/>
      <inkml:brushProperty name="height" value="0.05" units="cm"/>
      <inkml:brushProperty name="color" value="#004F8B"/>
    </inkml:brush>
  </inkml:definitions>
  <inkml:trace contextRef="#ctx0" brushRef="#br0">128 202 12865,'-24'-54'2212,"14"18"-155,4 21 27,-15-3-360,5-3-316,2 9-288,4 0-416,-3-6-5444,-1 2-1041</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7.983"/>
    </inkml:context>
    <inkml:brush xml:id="br0">
      <inkml:brushProperty name="width" value="0.05" units="cm"/>
      <inkml:brushProperty name="height" value="0.05" units="cm"/>
      <inkml:brushProperty name="color" value="#004F8B"/>
    </inkml:brush>
  </inkml:definitions>
  <inkml:trace contextRef="#ctx0" brushRef="#br0">1 561 9005,'6'-7'919,"97"-97"7763,-81 85-7780,0 2 1,1 1-1,33-18 0,18-4 279,2 3-1,91-28 1,173-27 90,22 39-755,427-13 7,36 42-1491,-650 23 533,50-2-345,505 3-3638,-247 7-2578,-21 10-4490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8.408"/>
    </inkml:context>
    <inkml:brush xml:id="br0">
      <inkml:brushProperty name="width" value="0.05" units="cm"/>
      <inkml:brushProperty name="height" value="0.05" units="cm"/>
      <inkml:brushProperty name="color" value="#004F8B"/>
    </inkml:brush>
  </inkml:definitions>
  <inkml:trace contextRef="#ctx0" brushRef="#br0">22 37 4836,'27'-3'9758,"-61"-9"-4390,33 10-4369,-12-17 1772,21 21 1747,36 31 1539,-30-22-7604,148 107 1554,-65-49-7,138 126 0,-195-160-1371,46 33 0,-51-43-3712,-1 2-4251,-18-11-3290</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8.644"/>
    </inkml:context>
    <inkml:brush xml:id="br0">
      <inkml:brushProperty name="width" value="0.05" units="cm"/>
      <inkml:brushProperty name="height" value="0.05" units="cm"/>
      <inkml:brushProperty name="color" value="#004F8B"/>
    </inkml:brush>
  </inkml:definitions>
  <inkml:trace contextRef="#ctx0" brushRef="#br0">848 18 12193,'-4'-3'831,"-6"-6"170,7 3 2618,-13 14 1784,5-3-3700,-6 8 112,1 1 0,0 0 0,-16 20 0,-33 30-1058,-130 85-626,-29 24-2136,112-76-3748,40-29-3312,17-14-4026</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8.988"/>
    </inkml:context>
    <inkml:brush xml:id="br0">
      <inkml:brushProperty name="width" value="0.05" units="cm"/>
      <inkml:brushProperty name="height" value="0.05" units="cm"/>
      <inkml:brushProperty name="color" value="#004F8B"/>
    </inkml:brush>
  </inkml:definitions>
  <inkml:trace contextRef="#ctx0" brushRef="#br0">298 55 9157,'2'-2'261,"0"-1"1,-1 0-1,1 1 1,-1-1-1,0 0 1,0 0-1,0 1 1,1-5-1,-2 6-37,0-1-1,-1 1 0,1 0 0,0-1 0,-1 1 1,1 0-1,-1-1 0,1 1 0,-1 0 1,0 0-1,1-1 0,-1 1 0,0 0 0,0 0 1,0 0-1,0 0 0,0 0 0,-4-3 4069,0 5-2538,3 0-1589,0-1 1,-1 1-1,1-1 1,-1 1-1,1 0 1,0 0-1,-1 0 1,1 1-1,0-1 1,0 0-1,0 1 1,0-1-1,0 1 1,0 0-1,0-1 1,1 1-1,-1 0 1,1 0-1,-1 0 1,1 1-1,0-1 0,0 0 1,0 0-1,0 1 1,0-1-1,0 0 1,1 1-1,-1-1 1,1 1-1,-1 4 1,-69 291 5391,5-21-5051,5 27-2445,41-202-3068,0 0-5303,12-58-2217</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09.183"/>
    </inkml:context>
    <inkml:brush xml:id="br0">
      <inkml:brushProperty name="width" value="0.05" units="cm"/>
      <inkml:brushProperty name="height" value="0.05" units="cm"/>
      <inkml:brushProperty name="color" value="#004F8B"/>
    </inkml:brush>
  </inkml:definitions>
  <inkml:trace contextRef="#ctx0" brushRef="#br0">78 163 10805,'-51'-6'2380,"35"3"2185,9-12-2553,4 0-208,19 6-300,28-6-296,20 0-240,130-7 332,-70 13-1092,20-3-700,10 3-256,7 0-700,-4-3-872,-10 3-1084,1 6-2073,-1 3-4404</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13.460"/>
    </inkml:context>
    <inkml:brush xml:id="br0">
      <inkml:brushProperty name="width" value="0.05" units="cm"/>
      <inkml:brushProperty name="height" value="0.05" units="cm"/>
      <inkml:brushProperty name="color" value="#004F8B"/>
    </inkml:brush>
  </inkml:definitions>
  <inkml:trace contextRef="#ctx0" brushRef="#br0">3010 107 4668,'-25'-21'1045,"20"17"549,8 5-909,24 11 6970,-23-13-7098,33-1 4228,-40-1-4540,-4-2-171,-1 0-1,1 0 1,-1 0 0,0 1 0,0 0-1,0 1 1,0 0 0,-1 0-1,1 1 1,-10-2 0,-20-1 65,-41-2 0,38 4-21,-447-27 948,339 29-395,-193 24 1,110 11-365,2 10 1,2 10 0,3 10 0,-237 101-1,137-15-175,241-106-135,82-42-32,-21-23-671,21 20 655,2 0 38,0 0 0,0-1-1,0 1 1,-1 0 0,1 0 0,0 0-1,1 0 1,-1 0 0,0 0 0,0-1-1,0 1 1,1 0 0,-1 0 0,0 0-1,1 0 1,-1 0 0,1 0 0,0-1-1,0 0-21,4-17-107,-1 0-1,-1 0 0,-1 0 1,1-37-1,-4 53 136,0 1 1,1-1-1,-1 0 1,0 1-1,0-1 1,0 1-1,-1-1 1,1 1-1,-1 0 1,1 0-1,-3-3 1,1 1-6,2 1-51,1-17-618,0 19 512,0 0 1,0 0-1,1 0 1,-1 0-1,0 0 0,1 0 1,-1 0-1,0 0 1,1 0-1,-1 0 0,1 0 1,0 0-1,-1 0 1,1 0-1,-1 1 1,1-1-1,0 0 0,0 0 1,0 1-1,1-2 1,-1 2-359,1-1 0,0 0 0,-1 1 0,1-1 0,0 1 0,-1 0 1,1-1-1,0 1 0,0 0 0,-1 0 0,1 0 0,0 0 1,0 0-1,1 1 0,28 9-8937</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13.916"/>
    </inkml:context>
    <inkml:brush xml:id="br0">
      <inkml:brushProperty name="width" value="0.05" units="cm"/>
      <inkml:brushProperty name="height" value="0.05" units="cm"/>
      <inkml:brushProperty name="color" value="#004F8B"/>
    </inkml:brush>
  </inkml:definitions>
  <inkml:trace contextRef="#ctx0" brushRef="#br0">1438 66 5036,'1'-2'189,"-1"1"0,1-1-1,-1 0 1,0 1-1,0-1 1,0 1 0,0-1-1,0 0 1,0 1-1,0-1 1,0 1 0,-1-1-1,1 1 1,0-1-1,-1 0 1,0 1 0,1 0-1,-1-1 1,0 1-1,0-1 1,1 1 0,-1 0-1,-3-3 1,2 0-56,0 1 894,2 2-873,-1 1 0,1-1 0,0 0 0,0 0 0,-1 0 0,1 0 0,0 0 0,-1 0 0,1 1 0,-1-1 0,1 0 0,-1 0 0,0 1 0,1-1 0,-1 0 0,0 1 0,0-1 0,1 0 0,-1 1 0,0-1 0,0 1 0,0-1 0,1 1 0,-1 0 0,0-1 0,0 1 0,0 0 0,0 0 0,0 0 0,0-1 0,-1 1 0,-30 0 1669,3 5-980,1 2 1,-41 15 0,3 0-63,-36 7 109,-200 54 611,163-47-1040,1 5 1,-137 62-1,246-89-367,1 0 0,-52 35 1,73-44-117,0 0 1,1 0-1,0 1 1,-1-1-1,2 1 1,-1 1-1,1-1 1,0 1-1,0 0 1,1 0-1,0 1 1,0-1-1,1 1 1,-1 0-1,2 0 1,-3 10-1,5-13-49,0-1 0,0 0-1,0 1 1,1-1 0,-1 0 0,1 0-1,0 1 1,1-1 0,-1 0 0,1 0-1,-1 0 1,1 0 0,1-1-1,-1 1 1,0 0 0,1-1 0,0 0-1,0 1 1,0-1 0,0 0 0,0-1-1,0 1 1,5 2 0,7 5-411,0-1 0,1-1 0,0 0 0,23 8 0,21 3-3654,86 16 0,-24-13-4966</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14.660"/>
    </inkml:context>
    <inkml:brush xml:id="br0">
      <inkml:brushProperty name="width" value="0.05" units="cm"/>
      <inkml:brushProperty name="height" value="0.05" units="cm"/>
      <inkml:brushProperty name="color" value="#004F8B"/>
    </inkml:brush>
  </inkml:definitions>
  <inkml:trace contextRef="#ctx0" brushRef="#br0">540 25 5280,'0'0'3442,"1"-2"-1843,3-6-1875,5-6 8600,-13 27-6765,-127 363 2836,-76 181-2689,140-367-1346,-42 198-1,96-325-445,3 0 0,3 1 0,2 85 0,5-140-285,1 1 1,1 0 0,0-1 0,5 16-1,-6-21-614,12-25-5296,0 1 769,-2-6-3278</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15.002"/>
    </inkml:context>
    <inkml:brush xml:id="br0">
      <inkml:brushProperty name="width" value="0.05" units="cm"/>
      <inkml:brushProperty name="height" value="0.05" units="cm"/>
      <inkml:brushProperty name="color" value="#004F8B"/>
    </inkml:brush>
  </inkml:definitions>
  <inkml:trace contextRef="#ctx0" brushRef="#br0">180 0 7397,'-1'1'226,"-1"-1"0,1 1 1,0 0-1,0 0 0,0 0 1,-1-1-1,1 1 0,0 0 1,0 0-1,0 1 0,1-1 1,-1 0-1,0 0 0,0 0 1,1 1-1,-1-1 0,0 3 1,-12 32 1868,6-14-1128,-38 74 2308,26-59-2546,2 0 0,-14 46-1,24-62-486,1 1 0,1-1 0,0 1 0,2 0 0,1 1 0,1-1 0,1 0 0,0 1-1,5 25 1,-4-46-203,-1 0 0,0 0-1,1 0 1,-1 0-1,1-1 1,0 1 0,0 0-1,-1 0 1,1-1 0,0 1-1,1-1 1,-1 1-1,0-1 1,0 1 0,1-1-1,-1 0 1,0 1-1,1-1 1,0 0 0,-1 0-1,1 0 1,-1 0 0,3 0-1,2 1 61,0 0 0,1-1 0,-1 0 0,0 0 0,8 0-1,-12-1-89,9 0 133,0 0 0,0-1 0,0-1 0,0 0 0,0 0 0,-1-1 0,1-1 0,-1 1 0,20-11 0,5-6 257,43-31 1,-65 43-330,40-31 59,-2-2 0,91-95 0,-35 14-3641,-5-8-7563,-81 104 2028</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16.905"/>
    </inkml:context>
    <inkml:brush xml:id="br0">
      <inkml:brushProperty name="width" value="0.05" units="cm"/>
      <inkml:brushProperty name="height" value="0.05" units="cm"/>
      <inkml:brushProperty name="color" value="#004F8B"/>
    </inkml:brush>
  </inkml:definitions>
  <inkml:trace contextRef="#ctx0" brushRef="#br0">2721 79 3692,'-39'-5'782,"31"4"1886,28-4-1951,22-4 1230,40-13 0,-75 20-1709,-4 1 206,2 0 1,77-19 2798,-78 20-2070,-31-6-108,23 4-1013,1 1-1,-1 0 0,0 0 0,0 0 0,1 1 1,-1-1-1,-4 1 0,-40 4 453,-58 12-1,32-4-198,-138 24 77,2 9 1,1 9-1,4 9 1,-265 121-1,-296 158-401,454-216-1125,301-122 842,0 0 0,0 0 1,-1-1-1,0 0 0,1-1 0,-1-1 0,-19 1 1,28-3 215,0 1 0,0-1 1,-1 0-1,1 0 0,0 0 1,0-1-1,0 1 0,0-1 1,0 1-1,-3-4 0,-3 0-75,0 0-92,0-1 0,0 1 0,1-1 0,0-1-1,-11-10 1,16 14-144,1 0-1,-1 0 1,1 0-1,0 0 1,0 0-1,0-1 1,0 1-1,1 0 1,-1-1-1,1 0 1,0 1-1,0-1 1,0 0-1,0 1 1,1-1-1,0 0 1,0-6-1,7-6-5258</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17.265"/>
    </inkml:context>
    <inkml:brush xml:id="br0">
      <inkml:brushProperty name="width" value="0.05" units="cm"/>
      <inkml:brushProperty name="height" value="0.05" units="cm"/>
      <inkml:brushProperty name="color" value="#004F8B"/>
    </inkml:brush>
  </inkml:definitions>
  <inkml:trace contextRef="#ctx0" brushRef="#br0">588 0 6985,'-33'28'1513,"1"2"1,2 1 0,0 1-1,-32 47 1,29-37-1072,-40 49 253,-211 277 839,282-367-1499,1 1 0,0-1 0,0 1 0,0 0 0,1-1 1,-1 1-1,0 0 0,0 0 0,1 0 0,0 0 0,-1-1 0,1 1 1,0 0-1,0 0 0,0 0 0,0 0 0,0 0 0,0 0 1,1 3-1,0-3-7,0 0 0,0 0 0,0 0 0,1 0 0,-1 0 0,1-1 0,-1 1 0,1 0 0,0-1 0,-1 1 0,1-1 0,0 0 0,0 1 0,0-1 0,0 0 0,0 0 1,0 0-1,1-1 0,-1 1 0,4 0 0,84 18 202,120 8 0,-93-13-968,29 3-1105,34 5-4316,-62-5-1093</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17.967"/>
    </inkml:context>
    <inkml:brush xml:id="br0">
      <inkml:brushProperty name="width" value="0.05" units="cm"/>
      <inkml:brushProperty name="height" value="0.05" units="cm"/>
      <inkml:brushProperty name="color" value="#004F8B"/>
    </inkml:brush>
  </inkml:definitions>
  <inkml:trace contextRef="#ctx0" brushRef="#br0">1558 7 4808,'-27'-6'5692,"41"36"-2871,-13-22-2473,-2 1 1,1-1-1,-1 0 0,0 0 1,-1 0-1,1 0 0,-2 0 0,1 0 1,-1-1-1,0 1 0,-8 12 1,0 4 163,-157 302 3259,104-212-3004,-216 388 1097,-355 676-388,594-1097-1487,-112 234-62,26 10-724,122-309 707,-3 4-140,2 1-1,0 0 1,2 0 0,0 0-1,-1 23 1,5-41 116,0-1 0,0 1-1,0-1 1,0 1 0,1-1 0,-1 1-1,1-1 1,0 0 0,-1 1 0,1-1-1,0 0 1,0 0 0,1 1 0,-1-1-1,0 0 1,1 0 0,-1 0 0,1 0-1,0-1 1,-1 1 0,1 0-1,0-1 1,0 1 0,0-1 0,0 0-1,1 1 1,3 1 0,-2-2-199,0-1 1,-1 1-1,1 0 1,0-1-1,0 0 1,0 0-1,0 0 1,-1 0-1,1 0 1,0-1-1,0 0 1,-1 0-1,1 0 0,0 0 1,-1 0-1,1-1 1,3-2-1,28-18-4240,-1-2-2623</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18.310"/>
    </inkml:context>
    <inkml:brush xml:id="br0">
      <inkml:brushProperty name="width" value="0.05" units="cm"/>
      <inkml:brushProperty name="height" value="0.05" units="cm"/>
      <inkml:brushProperty name="color" value="#004F8B"/>
    </inkml:brush>
  </inkml:definitions>
  <inkml:trace contextRef="#ctx0" brushRef="#br0">80 0 10029,'-1'6'2015,"-22"158"4926,1 0-4885,6-62-1333,-1 128-1,16-214-654,2-1 0,0 0-1,0 0 1,2 1 0,0-1-1,5 15 1,-8-29-62,1 1-1,-1-1 0,1 0 1,-1 1-1,1-1 1,0 0-1,-1 1 0,1-1 1,0 0-1,0 0 1,0 0-1,0 0 0,0 0 1,0 0-1,1 0 1,-1 0-1,0 0 0,0-1 1,1 1-1,-1 0 1,0-1-1,3 1 0,-1 0 5,0 0 0,1-1 0,-1 0 0,1 0 0,-1 0 0,0 0 0,1 0 0,-1-1 0,6-1 0,5-2 28,1-2-1,-1 1 0,22-14 0,404-233-348,-153 79-4856,-205 124-536,-5 9-3465</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19.369"/>
    </inkml:context>
    <inkml:brush xml:id="br0">
      <inkml:brushProperty name="width" value="0.05" units="cm"/>
      <inkml:brushProperty name="height" value="0.05" units="cm"/>
      <inkml:brushProperty name="color" value="#004F8B"/>
    </inkml:brush>
  </inkml:definitions>
  <inkml:trace contextRef="#ctx0" brushRef="#br0">661 344 4872,'24'-16'2579,"-21"14"-167,-4-5-1845,1 0 1,0-1-1,0 1 0,1 0 1,-1-1-1,2 1 0,-1 0 1,1 0-1,0 0 0,1 0 1,5-11-1,-8 17-516,0 0 0,0 0 1,0 0-1,0 0 0,0 0 1,0 0-1,-1 0 0,1 0 0,0 0 1,-1 0-1,1 1 0,0-1 0,-1 0 1,1 0-1,-1 0 0,1 0 1,-1 0-1,-1-1 0,1 0 88,-3-4-36,0 0 1,0 1-1,-1-1 1,0 1-1,0-1 1,0 2-1,0-1 0,-1 0 1,0 1-1,0 0 1,0 1-1,-9-5 1,-12-4 230,-49-14 0,51 18-169,-61-16 275,-146-19 1,188 36-353,-87-13 147</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22.051"/>
    </inkml:context>
    <inkml:brush xml:id="br0">
      <inkml:brushProperty name="width" value="0.05" units="cm"/>
      <inkml:brushProperty name="height" value="0.05" units="cm"/>
      <inkml:brushProperty name="color" value="#004F8B"/>
    </inkml:brush>
  </inkml:definitions>
  <inkml:trace contextRef="#ctx0" brushRef="#br0">5738 175 3484,'0'0'5724,"4"0"-5227,22 2 95,-12-1 2048,0 11-1704,-10-7 1981,-29-14-2376,0 2 1,0 0-1,-1 2 0,-39-4 0,34 5-308,-434-37 628,236 24-620,-1607-78 721,1015 112-767,6 65-78,614-50-99,1 10 0,-279 95 0,433-120-11,1 2 0,1 3 0,1 1 0,0 2 0,-40 32 0,57-36-5,1 1 1,1 1 0,1 1 0,1 1 0,1 1 0,1 0 0,1 2 0,-19 39 0,32-54-10,0 1 0,1 0 0,1 1 0,-6 27 0,9-37 5,0 1 0,1-1 0,-1 1 0,1-1 0,0 1 0,0-1 0,1 1 0,0-1 0,0 1 0,0-1 0,0 0 0,1 0 0,0 1 0,0-1 0,0 0 0,6 7 0,-7-10-8,1-1-1,-1 0 1,1 0-1,0 1 1,-1-1-1,1-1 1,0 1-1,0 0 1,-1 0 0,1-1-1,0 1 1,0-1-1,0 1 1,0-1-1,0 0 1,0 0-1,0 1 1,0-2 0,0 1-1,0 0 1,0 0-1,0-1 1,0 1-1,-1-1 1,1 1-1,0-1 1,0 0-1,3-1 1,7-4-136,-1-1 0,1 0 0,11-9 0,-8 6-102,25-19-3069,50-47 0,-52 44-874,12-7-3023</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22.424"/>
    </inkml:context>
    <inkml:brush xml:id="br0">
      <inkml:brushProperty name="width" value="0.05" units="cm"/>
      <inkml:brushProperty name="height" value="0.05" units="cm"/>
      <inkml:brushProperty name="color" value="#004F8B"/>
    </inkml:brush>
  </inkml:definitions>
  <inkml:trace contextRef="#ctx0" brushRef="#br0">1109 21 5132,'3'-3'491,"0"1"-1,0-1 0,0 1 1,1-1-1,-1 1 0,7-2 1,-2 2 1316,-20 14-883,-93 79 1067,23-17-923,-273 195 1764,175-137-1962,-36 19-60,149-106-581,40-24 50,1 1 0,-39 41 0,64-62-260,0-1-1,0 1 0,0 0 1,1 0-1,-1 0 0,0 0 1,1 0-1,-1 0 0,0 0 1,1 0-1,0 0 0,-1 0 1,1 0-1,0 0 0,-1 0 1,1 0-1,0 1 0,0-1 1,0 0-1,0 0 1,0 0-1,0 0 0,0 0 1,0 1-1,1-1 0,-1 0 1,0 0-1,1 0 0,-1 0 1,1 0-1,-1 0 0,1 0 1,-1 0-1,2 1 0,1 1 9,-1 0 0,1 0-1,0 0 1,1-1-1,-1 1 1,0-1-1,6 3 1,4 1 15,0-2 1,1 1-1,-1-2 0,1 0 1,0 0-1,20 0 0,-14 0-13,545 24-149,-365-25-94,601 6-2256,-263-26-6325,-389 5 2265</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23.547"/>
    </inkml:context>
    <inkml:brush xml:id="br0">
      <inkml:brushProperty name="width" value="0.05" units="cm"/>
      <inkml:brushProperty name="height" value="0.05" units="cm"/>
      <inkml:brushProperty name="color" value="#004F8B"/>
    </inkml:brush>
  </inkml:definitions>
  <inkml:trace contextRef="#ctx0" brushRef="#br0">1311 8 4228,'13'-2'283,"-11"1"-222,1 0 0,-1 0-1,0 0 1,1 1 0,-1 0 0,0-1 0,1 1 0,-1 0-1,0 0 1,1 0 0,-1 0 0,0 1 0,1-1 0,-1 0-1,0 1 1,1 0 0,-1 0 0,0 0 0,0 0 0,3 1 0,0 2 25,-1 0 0,0 0 0,-1 0 1,1 1-1,-1-1 0,0 1 1,0-1-1,0 1 0,0 0 0,-1 0 1,0 1-1,0-1 0,0 0 1,-1 1-1,0-1 0,0 1 1,0-1-1,-1 1 0,0 0 0,-1 10 1,-7 27-48,7-33-21,-1 0 0,0 1 0,-1-1 0,0 0 0,-7 16-1,9-26 8,1 0 0,0 0 0,0 0 0,0 0 0,-1 1 0,1-1 0,0 0-1,0 0 1,0 1 0,-1-1 0,1 0 0,0 0 0,0 1 0,0-1 0,0 0-1,0 0 1,0 1 0,0-1 0,0 0 0,0 0 0,0 1 0,0-1 0,0 0-1,0 1 1,0-1 0,0 0 0,0 0 0,0 1 0,0-1 0,0 0 0,0 1-1,0-1 1,0 0 0,0 0 0,0 1 0,1-1 0,-1 0 0,0 0 0,0 0 0,0 1-1,1-1 1,-1 0 0,0 0 0,0 0 0,0 1 0,1-1 0,-1 0 0,1 0-1,17-4-16,26-19-797,-28 11 647,-11 8 202,0 1-1,0-1 0,0 0 0,0 0 0,-1-1 0,0 0 1,0 1-1,0-1 0,0-1 0,5-10 0,17-39 2034,-24 53-1960,1 0-1,-1 0 1,1 0 0,-1 0-1,1 0 1,0 0-1,0 1 1,0-1 0,0 1-1,0 0 1,0 0 0,0 0-1,1 0 1,4 0 0,6 0 67,0 2 0,0 0 1,0 0-1,0 1 0,0 1 1,0 0-1,-1 1 0,0 1 1,1 0-1,-2 0 0,16 10 1,-22-12-103,-1 1 0,0-1 1,-1 1-1,1 0 1,0 0-1,-1 1 0,0-1 1,0 1-1,-1 0 1,1 0-1,-1 0 0,0 0 1,0 1-1,1 5 0,-1-2 32,-1 0-1,0 0 0,0 0 0,-1 0 0,0 0 1,-1 0-1,0 0 0,-2 14 0,-4 7 139,-1 1 1,-1-2-1,-1 1 0,-20 39 0,-29 48 334,-140 210 0,148-250-479,-601 990 478,630-1029-604,-333 626-329,249-444 99,-82 251 0,145-351 184,4-14-45,-30 136 1,62-212 68,-3 46 0,8-67 19,1 0 1,0 0-1,1 0 0,0 0 1,0 0-1,1 0 1,0 0-1,0 0 1,5 8-1,-6-15-2,-1 0 0,1 0 0,0 0-1,0-1 1,1 1 0,-1 0 0,0-1-1,1 1 1,-1-1 0,1 0 0,-1 1 0,1-1-1,-1 0 1,1 0 0,0 0 0,0 0 0,0 0-1,-1 0 1,1-1 0,3 2 0,-2-2 1,1 0 1,-1 0-1,1 0 1,-1 0-1,1 0 1,-1-1-1,0 1 1,1-1-1,-1 0 1,0 0-1,4-2 1,6-3 14,1-2 1,-1 1 0,-1-2 0,14-10 0,-23 17-2,110-103-1458,-111 103 1146,-1 0 0,1 0 0,-1 0 1,1 0-1,-1 0 0,0-1 0,0 1 0,0 0 0,0-1 0,0 1 1,0-1-1,-1 1 0,1-1 0,-1 1 0,0-1 0,0 1 0,0-1 1,0 0-1,0 1 0,0-1 0,-1 1 0,1-1 0,-2-4 0,0 0-1826,-1-13-3732</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23.811"/>
    </inkml:context>
    <inkml:brush xml:id="br0">
      <inkml:brushProperty name="width" value="0.05" units="cm"/>
      <inkml:brushProperty name="height" value="0.05" units="cm"/>
      <inkml:brushProperty name="color" value="#004F8B"/>
    </inkml:brush>
  </inkml:definitions>
  <inkml:trace contextRef="#ctx0" brushRef="#br0">77 387 6693,'-56'68'1646,"53"-65"-1410,1 0 0,0 0 0,0 0 0,0 0 0,1 0 0,-1 0 0,1 0 0,0 1 0,0-1 0,0 1 0,0-1 0,0 1 0,1-1 0,0 6 0,0-7-32,0 0 1,1 0 0,-1 0-1,1 0 1,0 0 0,-1 0 0,1 0-1,0 0 1,0-1 0,0 1-1,0 0 1,1-1 0,-1 1-1,0 0 1,1-1 0,-1 0 0,1 1-1,2 0 1,2 2 110,0-1 1,0 0-1,0 0 0,1-1 1,-1 0-1,1 0 0,0-1 1,0 0-1,-1 0 0,1 0 0,10-1 1,17-2 62,1-1 1,-1-2 0,35-10 0,60-16 341,140-55 1,211-108-261,-165 54-3518,-290 128 1762,37-23 1,-52 28-487,0-1-1,-1 0 1,12-11 0</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24.666"/>
    </inkml:context>
    <inkml:brush xml:id="br0">
      <inkml:brushProperty name="width" value="0.05" units="cm"/>
      <inkml:brushProperty name="height" value="0.05" units="cm"/>
      <inkml:brushProperty name="color" value="#004F8B"/>
    </inkml:brush>
  </inkml:definitions>
  <inkml:trace contextRef="#ctx0" brushRef="#br0">3648 1 6177,'-2'13'650,"2"-10"-475,0 0 0,-1 0 0,1 0 0,-1 1 1,0-1-1,0 0 0,0 0 0,0 0 0,-1 0 1,1-1-1,-1 1 0,0 0 0,1-1 0,-1 1 1,0-1-1,-5 5 0,-39 44 1669,-42 60-1,-5 6-584,-526 502 1221,498-506-2295,-991 894 583,918-835-709,-886 739-390,868-737-265,208-171 599,0 0-94,-1 1-1,0-1 1,1 1-1,0 0 1,0 0-1,0 1 1,0-1-1,1 1 1,0 0-1,0 0 1,0 0-1,-2 7 0,9-16 83,1 1-1,0 0 0,-1 0 1,1 1-1,11-5 0,-9 4 28,67-44-472,-71 46 79,25-21-1382,-26 20 1063,-1 1 581,-1 0 1,1 0 0,0 0-1,-1 0 1,1 1 0,0-1 0,0 0-1,-1 0 1,1 1 0,0-1 0,0 1-1,0-1 1,0 1 0,0-1-1,0 1 1,0-1 0,1 1 0,9-6-2402,5-3 123,2-1-508</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24.917"/>
    </inkml:context>
    <inkml:brush xml:id="br0">
      <inkml:brushProperty name="width" value="0.05" units="cm"/>
      <inkml:brushProperty name="height" value="0.05" units="cm"/>
      <inkml:brushProperty name="color" value="#004F8B"/>
    </inkml:brush>
  </inkml:definitions>
  <inkml:trace contextRef="#ctx0" brushRef="#br0">362 0 8165,'-137'123'3559,"33"-25"-863,89-82-2413,1 1 0,0 0 0,-15 25-1,3-4 19,23-34-237,0-1 0,1 1-1,0 0 1,0 1 0,0-1 0,0 0 0,1 0-1,-1 1 1,1-1 0,0 1 0,1-1 0,-1 1-1,1 4 1,0-7-54,0 0 0,0-1-1,0 1 1,1-1 0,-1 1 0,0-1 0,1 1-1,-1-1 1,1 1 0,0-1 0,-1 0 0,1 1-1,0-1 1,0 0 0,0 0 0,0 1 0,0-1-1,0 0 1,0 0 0,0 0 0,1 0 0,-1 0-1,0 0 1,1-1 0,-1 1 0,0 0 0,1-1-1,-1 1 1,1-1 0,-1 1 0,1-1 0,-1 0-1,1 0 1,-1 1 0,1-1 0,2-1 0,69-1-244,142-24 0,72-37-1941,-5-23-3447,-137 32-237</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9.518"/>
    </inkml:context>
    <inkml:brush xml:id="br0">
      <inkml:brushProperty name="width" value="0.05" units="cm"/>
      <inkml:brushProperty name="height" value="0.05" units="cm"/>
      <inkml:brushProperty name="color" value="#004F8B"/>
    </inkml:brush>
  </inkml:definitions>
  <inkml:trace contextRef="#ctx0" brushRef="#br0">68 1 4156,'-1'-1'326,"0"1"-1,0 0 0,0 0 1,-1 0-1,1 0 0,0 1 1,0-1-1,0 0 0,0 0 1,0 1-1,0-1 0,0 1 1,0-1-1,0 1 0,0-1 1,0 1-1,0-1 0,-1 2 1,0 0 133,1 0 1,0 1-1,0-1 1,0 0 0,0 1-1,0-1 1,1 0-1,-1 1 1,0 3-1,-14 59 2413,10-47-2607,0 0-1,1 0 1,1 0 0,1 1 0,0 0 0,2-1 0,1 25 0,4-13-132,1-1 0,1 1 1,1-1-1,15 35 0,-17-53-166,-1 0 0,1 0 0,1-1 0,0 0 0,1 0 0,0 0 0,0-1 0,1 0 0,0-1 0,1 1 0,-1-2 0,2 0 0,10 6 0,-17-10 15,15 7-207,0 0 1,34 12 0,-46-20 159,-1 0 1,1-1 0,0 0-1,0 0 1,0 0 0,0-1 0,-1 0-1,1 0 1,0-1 0,0 0 0,0 0-1,10-3 1,-8 0-13,0 1 1,1-1-1,-1 0 1,-1-1-1,15-10 1,-19 13 50,-1-1 0,0 0 0,1-1 0,-1 1 0,0 0 1,0-1-1,-1 0 0,1 1 0,-1-1 0,0 0 0,0 0 1,0-1-1,0 1 0,-1 0 0,2-9 0,-2 9 15,-1 0 0,0 0-1,0 0 1,0 0-1,0 0 1,-1 0 0,0 1-1,0-1 1,0 0-1,0 0 1,0 1 0,-1-1-1,1 1 1,-5-7-1,-1 0-45,0 1-1,-1 0 0,-12-11 0,-4-5 50,21 22-1,2 3 4,0-1 0,0 0 1,0 0-1,0 0 0,0 0 0,0 0 1,0-1-1,0 1 0,0 0 0,1 0 1,-1-1-1,0 1 0,1 0 0,-1-1 1,1 1-1,-1-3 0,6 3-435,8-4 1011</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39.707"/>
    </inkml:context>
    <inkml:brush xml:id="br0">
      <inkml:brushProperty name="width" value="0.05" units="cm"/>
      <inkml:brushProperty name="height" value="0.05" units="cm"/>
      <inkml:brushProperty name="color" value="#004F8B"/>
    </inkml:brush>
  </inkml:definitions>
  <inkml:trace contextRef="#ctx0" brushRef="#br0">1 0 4244,'0'0'3749</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40.115"/>
    </inkml:context>
    <inkml:brush xml:id="br0">
      <inkml:brushProperty name="width" value="0.05" units="cm"/>
      <inkml:brushProperty name="height" value="0.05" units="cm"/>
      <inkml:brushProperty name="color" value="#004F8B"/>
    </inkml:brush>
  </inkml:definitions>
  <inkml:trace contextRef="#ctx0" brushRef="#br0">1 343 9193,'0'-12'1078,"0"0"0,2 1-1,-1-1 1,1 1 0,1 0 0,0-1 0,1 1 0,0 0-1,7-13 1,0-1 223,-1-1 0,-2-1 0,9-43 0,-6 25 300,-11 44-1660,0 0 0,0 0 0,0 0 0,1 0 0,-1 0 0,0 0 0,1 0 0,-1 0 0,0 0 0,1 0 0,-1 0 0,1 0 0,0 0-1,-1 1 1,1-1 0,0 0 0,-1 0 0,1 1 0,0-1 0,0 0 0,0 1 0,0-1 0,0 1 0,0-1 0,-1 1 0,1 0 0,0-1-1,0 1 1,0 0 0,0 0 0,0-1 0,1 1 0,-1 0 0,0 0 0,0 0 0,0 0 0,0 0 0,0 1 0,0-1 0,0 0 0,0 0-1,0 1 1,0-1 0,1 1 0,4 2-708,0 0-1,0 1 0,0-1 1,0 1-1,5 6 0,-10-10 726,36 28-6273,13-3-3856</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40.349"/>
    </inkml:context>
    <inkml:brush xml:id="br0">
      <inkml:brushProperty name="width" value="0.05" units="cm"/>
      <inkml:brushProperty name="height" value="0.05" units="cm"/>
      <inkml:brushProperty name="color" value="#004F8B"/>
    </inkml:brush>
  </inkml:definitions>
  <inkml:trace contextRef="#ctx0" brushRef="#br0">188 1 8925,'-17'18'1532,"4"-9"-192,3 0 2000,-3 6-2544,3 0-167,-1 0-105,1 3-84,-3-3-116,3 0-128,-7 4-460,0-4-736,4-3-601,0-3-2795,-7 3-3405</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40.580"/>
    </inkml:context>
    <inkml:brush xml:id="br0">
      <inkml:brushProperty name="width" value="0.05" units="cm"/>
      <inkml:brushProperty name="height" value="0.05" units="cm"/>
      <inkml:brushProperty name="color" value="#004F8B"/>
    </inkml:brush>
  </inkml:definitions>
  <inkml:trace contextRef="#ctx0" brushRef="#br0">14 739 15481,'-13'-36'2001,"13"9"-633,3 0-332,7-3-228,17-25-164,0 4-112,-1-3 24,4 0-376,7-7-424,7-11-1124,-4-13-1400,10-2-2669,7-12-4368</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40.767"/>
    </inkml:context>
    <inkml:brush xml:id="br0">
      <inkml:brushProperty name="width" value="0.05" units="cm"/>
      <inkml:brushProperty name="height" value="0.05" units="cm"/>
      <inkml:brushProperty name="color" value="#004F8B"/>
    </inkml:brush>
  </inkml:definitions>
  <inkml:trace contextRef="#ctx0" brushRef="#br0">1 1 2464,'94'214'-728,"-58"-118"136</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40.925"/>
    </inkml:context>
    <inkml:brush xml:id="br0">
      <inkml:brushProperty name="width" value="0.05" units="cm"/>
      <inkml:brushProperty name="height" value="0.05" units="cm"/>
      <inkml:brushProperty name="color" value="#004F8B"/>
    </inkml:brush>
  </inkml:definitions>
  <inkml:trace contextRef="#ctx0" brushRef="#br0">232 314 7837,'-148'-166'-252,"98"100"-1945,17-16-207</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4:41.240"/>
    </inkml:context>
    <inkml:brush xml:id="br0">
      <inkml:brushProperty name="width" value="0.05" units="cm"/>
      <inkml:brushProperty name="height" value="0.05" units="cm"/>
      <inkml:brushProperty name="color" value="#004F8B"/>
    </inkml:brush>
  </inkml:definitions>
  <inkml:trace contextRef="#ctx0" brushRef="#br0">0 1 148</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08.449"/>
    </inkml:context>
    <inkml:brush xml:id="br0">
      <inkml:brushProperty name="width" value="0.05" units="cm"/>
      <inkml:brushProperty name="height" value="0.05" units="cm"/>
      <inkml:brushProperty name="color" value="#FFFFFF"/>
    </inkml:brush>
  </inkml:definitions>
  <inkml:trace contextRef="#ctx0" brushRef="#br0">687 1138 5344,'-3'-9'692,"1"0"-1,0 0 0,1 0 0,-1 0 0,2 0 0,-1 0 0,1 0 0,1 0 0,0 0 0,2-10 0,3-11 1094,15-46 0,-7 35-1163,3 0 0,40-70 0,57-66-112,-56 90-368,138-177 41,-194 263-293,0-1 0,0-1-1,-1 1 1,1 0 0,0 0 0,-1 0 0,0-1-1,0 1 1,0-1 0,1-2 0,-2 3 59,0 0 0,0 0 0,-1 1 0,1-1 0,-1 0 0,1 0 0,-1 1 0,0-1 0,1 1 1,-1-1-1,0 1 0,0-1 0,0 1 0,-3-3 0,-5-7-129,0 1 0,-1 1-1,-20-16 1,18 15 104,-1-1 75,-1 1-1,-1 0 1,1 0 0,-1 2-1,-1 0 1,-22-9 0,31 15 42,0 0 0,-1 1 0,1-1 0,0 1 0,-1 1 0,1-1 0,0 1 0,-1 0 0,1 1 0,-1 0 0,1 0 0,0 1 0,-1 0 0,1 0 0,0 0 0,0 1 1,-6 4-1,3-1 53,0 1 1,1-1 0,0 2 0,0-1-1,1 1 1,0 1 0,-7 9 0,-4 8 160,-20 33 0,15-14 22,1 1 1,2 1 0,3 1-1,1 1 1,-16 85-1,17-41 1,4 1-1,0 114 1,11-137-186,0 31 164,-26 194 0,8-205-151,-4-2-1,-45 114 1,-99 156 42,121-270-160,3 2 0,5 2 0,4 1 0,-23 101-1,57-193-66,0 1 0,0-1-1,0 1 1,0-1 0,0 0-1,1 1 1,-1-1 0,1 0 0,0 0-1,0 1 1,0-1 0,1 2-1,-1 0-211,0-1-877,6-28-2794,-2-13-848,-7 1-2865</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08.622"/>
    </inkml:context>
    <inkml:brush xml:id="br0">
      <inkml:brushProperty name="width" value="0.05" units="cm"/>
      <inkml:brushProperty name="height" value="0.05" units="cm"/>
      <inkml:brushProperty name="color" value="#FFFFFF"/>
    </inkml:brush>
  </inkml:definitions>
  <inkml:trace contextRef="#ctx0" brushRef="#br0">31 1 11149,'-30'0'2020,"43"12"8,0 0-243,14-12-261,20 3-356,3 3-236,21 3-148,26 3-200,10 3-176,17 0-260,13 0-368,1 0-612,-4-3-792,0-6-880,-4 0-2633,1 0-4092</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09.259"/>
    </inkml:context>
    <inkml:brush xml:id="br0">
      <inkml:brushProperty name="width" value="0.05" units="cm"/>
      <inkml:brushProperty name="height" value="0.05" units="cm"/>
      <inkml:brushProperty name="color" value="#FFFFFF"/>
    </inkml:brush>
  </inkml:definitions>
  <inkml:trace contextRef="#ctx0" brushRef="#br0">165 58 11245,'39'-43'1721,"-36"41"-1442,0 0 1,0 0-1,0 1 0,1-1 1,-1 1-1,0 0 0,0 0 0,1 0 1,-1 1-1,1-1 0,-1 1 1,1-1-1,-1 1 0,1 0 1,3 1-1,40 8 1424,-41-7-1595,0 0 1,0 0 0,0 1-1,0 0 1,0 0 0,-1 0-1,1 0 1,-1 1 0,0 0-1,0 1 1,0-1-1,-1 1 1,0-1 0,1 1-1,-2 1 1,6 8 0,-6-7-71,0 0 0,-1 0 0,0 0 0,0 1 0,-1-1 0,1 1 0,-2-1 0,1 1 0,-1 0 0,-1-1 0,1 1 0,-1 0 0,-3 10 0,-2 7 19,-1-1 0,-1 1 0,-1-2 0,-2 1 0,0-1 0,-21 31 0,-100 121 136,43-62-31,-3 12 598,91-123-716,0 0 0,0-1-1,-1 1 1,1 0 0,0-1 0,0 1-1,1 0 1,-1 0 0,0 0-1,1 0 1,-1 0 0,1 0-1,-1 0 1,1 0 0,0 0-1,0 0 1,0 0 0,0 0-1,0 0 1,1 0 0,-1 0-1,1 0 1,-1 0 0,1 0-1,0 0 1,-1 0 0,1 0-1,0 0 1,0-1 0,0 1-1,1 0 1,-1-1 0,0 1 0,1-1-1,-1 1 1,1-1 0,-1 0-1,1 1 1,0-1 0,-1 0-1,1 0 1,0 0 0,0 0-1,0-1 1,0 1 0,0 0-1,0-1 1,2 1 0,40 6 4,-1-1 1,1-2 0,0-2 0,54-5 0,-31 1-337,508-30-6513,-398 19 796,-31 2-3333</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06.115"/>
    </inkml:context>
    <inkml:brush xml:id="br0">
      <inkml:brushProperty name="width" value="0.05" units="cm"/>
      <inkml:brushProperty name="height" value="0.05" units="cm"/>
      <inkml:brushProperty name="color" value="#FFFFFF"/>
    </inkml:brush>
  </inkml:definitions>
  <inkml:trace contextRef="#ctx0" brushRef="#br0">830 31 6745,'-40'-30'14209,"36"35"-14073,1-1 0,0 1 0,0 0 1,0 1-1,1-1 0,-1 0 0,1 1 0,1 0 0,-1-1 1,0 9-1,-8 23 54,-42 102 210,-39 117-138,60-128-230,8-31-83,16-60-37,-6 68-1,11-72-47,-2 0 1,-14 57-1,16-84 131,0 0-1,-1 0 1,1 0-1,-1-1 0,-1 1 1,1-1-1,-1 1 0,0-1 1,0 0-1,0-1 1,-1 1-1,1-1 0,-1 0 1,0 0-1,-7 4 1,3-3-5,0-1 0,-1 0 0,1 0 0,-1-1-1,0 0 1,0-1 0,0 0 0,0-1 0,-10 1 0,1-2-21,0 0-1,0-2 1,0 0-1,1-1 1,-1 0-1,1-2 0,0 0 1,0-1-1,0-1 1,-17-9-1,23 8-33,0 1 0,1-2 0,0 0 0,0 0 1,1-1-1,0 0 0,1 0 0,-12-17 0,20 23 44,-1 1 0,1 0 1,-1 0-1,1-1 0,0 1 0,1-1 1,-1 1-1,0-1 0,1 1 0,0-1 0,0 1 1,0-1-1,0 0 0,1 1 0,-1-1 1,2-5-1,0 3 9,0 0 1,0 0-1,1 0 0,0 1 1,0-1-1,0 1 0,0-1 1,7-6-1,0 2-16,0 1-1,0 0 1,2 1-1,-1 0 1,1 1 0,0 0-1,0 1 1,19-7 0,10-1-110,57-13 1,197-22-1122,-167 34-3019,-54 7-812,-45 5-1891</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06.384"/>
    </inkml:context>
    <inkml:brush xml:id="br0">
      <inkml:brushProperty name="width" value="0.05" units="cm"/>
      <inkml:brushProperty name="height" value="0.05" units="cm"/>
      <inkml:brushProperty name="color" value="#FFFFFF"/>
    </inkml:brush>
  </inkml:definitions>
  <inkml:trace contextRef="#ctx0" brushRef="#br0">105 0 8841,'3'18'2508,"4"-6"-268,0 3 2949,-7 9-4057,0 0-216,-7 7-72,0 23-412,0-12-360,-9 3-748,-4-6-1160,3 10-340,-7 14-3009,1 3-4132</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07.460"/>
    </inkml:context>
    <inkml:brush xml:id="br0">
      <inkml:brushProperty name="width" value="0.05" units="cm"/>
      <inkml:brushProperty name="height" value="0.05" units="cm"/>
      <inkml:brushProperty name="color" value="#FFFFFF"/>
    </inkml:brush>
  </inkml:definitions>
  <inkml:trace contextRef="#ctx0" brushRef="#br0">17 552 4392,'-2'-3'129,"-12"-23"1320,14 25-1322,0 0 1,0 0 0,0 0 0,0 0 0,0 0 0,0 0 0,1-1 0,-1 1 0,0 0 0,0 0 0,1 0 0,-1 0 0,1 0 0,-1 0 0,1 0 0,0 0 0,-1 1 0,1-1-1,0 0 1,-1 0 0,1 0 0,0 1 0,1-2 0,-1 1 12,0 0-1,-1 0 1,1 0-1,-1 0 1,1 0-1,-1 0 0,0 0 1,1-1-1,-1 1 1,0 0-1,0 0 1,1 0-1,-1 0 1,0-1-1,0 1 1,-1-2-1,1-2 262,4-21 1127,0-1 0,12-35 0,1 9-81,-9 24-797,2-1-1,23-47 1,-28 67-598,1 0 1,1 1 0,-1 0 0,2 0 0,-1 0-1,1 1 1,0 0 0,1 1 0,0 0 0,0 0-1,12-6 1,-3 3-22,1 1 0,1 1-1,0 0 1,0 2 0,0 0 0,1 1-1,0 1 1,27-1 0,-37 4-71,1 0 1,-1 1-1,1 1 1,-1 0-1,0 0 1,0 1-1,1 1 1,-1 0-1,-1 0 1,1 1-1,0 1 1,-1-1-1,0 2 1,0-1-1,0 2 1,16 13 0,-21-15-41,-1 0 1,0 1-1,0-1 1,0 1-1,-1 0 1,0 0-1,0 0 1,0 1-1,-1-1 1,0 1 0,0-1-1,-1 1 1,1 0-1,-1 0 1,-1 0-1,0-1 1,0 1-1,-1 7 1,-2 16-1395,-1 0 1,-17 55-1,5-20-3533,9-23-1102</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10.645"/>
    </inkml:context>
    <inkml:brush xml:id="br0">
      <inkml:brushProperty name="width" value="0.05" units="cm"/>
      <inkml:brushProperty name="height" value="0.05" units="cm"/>
      <inkml:brushProperty name="color" value="#FFFFFF"/>
    </inkml:brush>
  </inkml:definitions>
  <inkml:trace contextRef="#ctx0" brushRef="#br0">27 43 9869,'-26'0'1536,"36"-15"-300,3 0-256,14 9-172,0 0-376,9 6 56,35 0-560,-11 0-776,10 6-856,14 0-2004,7 0-2325</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12.704"/>
    </inkml:context>
    <inkml:brush xml:id="br0">
      <inkml:brushProperty name="width" value="0.05" units="cm"/>
      <inkml:brushProperty name="height" value="0.05" units="cm"/>
      <inkml:brushProperty name="color" value="#FFFFFF"/>
    </inkml:brush>
  </inkml:definitions>
  <inkml:trace contextRef="#ctx0" brushRef="#br0">1 117 8337,'0'-3'349,"1"-1"1,0 1 0,0-1-1,0 1 1,1-1-1,-1 1 1,1 0-1,0 0 1,0 0 0,0 0-1,0 0 1,0 0-1,1 0 1,-1 1 0,1-1-1,0 1 1,0 0-1,0 0 1,0 0 0,0 0-1,0 0 1,0 1-1,5-2 1,49-12 468,0 3-1,0 2 1,1 3 0,96 1 0,-126 6-583,0 1 0,0 2 1,31 7-1,-50-9-150,0 1 1,0 1-1,-1 0 1,1 0-1,-1 1 0,0 0 1,0 0-1,0 1 0,-1 0 1,1 0-1,-1 1 0,0-1 1,10 13-1,-14-13 0,0 0 1,-1 0-1,1 1 0,-1-1 0,0 1 1,0-1-1,-1 1 0,1 0 0,-1 0 1,-1 0-1,1 0 0,-1 8 0,-1 7 204,0-1 0,-6 26 0,-2-1-15,-1 0 0,-25 66 0,-67 188-2388,71-201 24,-6 19-1965,14-41-2120,8-21-2156</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12.862"/>
    </inkml:context>
    <inkml:brush xml:id="br0">
      <inkml:brushProperty name="width" value="0.05" units="cm"/>
      <inkml:brushProperty name="height" value="0.05" units="cm"/>
      <inkml:brushProperty name="color" value="#FFFFFF"/>
    </inkml:brush>
  </inkml:definitions>
  <inkml:trace contextRef="#ctx0" brushRef="#br0">1 73 9301,'13'-12'6324,"-3"3"-4971,4 3-273,19-4-348,24-2-280,7 0-548,13 3-964,6 6-929,11 3-2719,10 3-3697</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13.457"/>
    </inkml:context>
    <inkml:brush xml:id="br0">
      <inkml:brushProperty name="width" value="0.05" units="cm"/>
      <inkml:brushProperty name="height" value="0.05" units="cm"/>
      <inkml:brushProperty name="color" value="#FFFFFF"/>
    </inkml:brush>
  </inkml:definitions>
  <inkml:trace contextRef="#ctx0" brushRef="#br0">771 19 8401,'0'0'67,"0"-1"1,0 1 0,1 0-1,-1-1 1,0 1-1,0 0 1,0-1-1,0 1 1,0-1 0,1 1-1,-1 0 1,0-1-1,0 1 1,0-1 0,0 1-1,0 0 1,0-1-1,0 1 1,0-1 0,0 1-1,0 0 1,-1-1-1,1 1 1,0 0-1,0-1 1,0 1 0,0-1-1,-1 1 1,1 0-1,0-1 1,0 1 0,0 0-1,-1 0 1,1-1-1,0 1 1,-1 0 0,1 0-1,0-1 1,-1 1-1,1 0 1,0 0-1,-1 0 1,1-1 0,-1 1-1,-28-3 2369,-47 12 826,60-6-2601,-18 2 878,0 2 0,1 1 0,-64 24 0,70-20-1058,0 1-1,1 1 1,1 1-1,0 2 1,1 0-1,1 1 1,1 2-1,-23 25 1,38-38-400,1 1-1,0 0 1,0 0 0,1 0 0,0 1-1,0-1 1,1 1 0,0 1 0,1-1-1,0 0 1,0 1 0,1 0 0,-1 11-1,2-8-11,1 0 0,1 0-1,0 0 1,1 0-1,0 0 1,1 0 0,0-1-1,10 24 1,8 6 32,1-1-1,3-2 1,1 0 0,44 50-1,-62-79-79,20 24-5,-1 1 0,-2 1 0,35 67-1,-56-95-18,-1 0-1,0 0 0,-1 0 0,0 0 0,0 1 0,0-1 0,-1 1 0,-1-1 0,1 1 1,-1-1-1,-1 1 0,0-1 0,-3 15 0,1-13 20,0-1-1,-1 1 1,0-1-1,-1 0 1,0 0-1,-1 0 1,1-1 0,-2 0-1,-13 15 1,-9 3-320,-2-2 0,-1-1 0,0-1 0,-64 30 0,71-39-222,-7 3-1755,-56 19 1,81-32 1675,4-2 4,1-1 1,0 1-1,0 0 1,0-1-1,-1 0 1,1 1-1,0-1 1,-1 0-1,1 0 1,0 0-1,-1 0 1,1-1-1,0 1 1,0 0-1,-3-2 1,5 2 362,-18-3-10439</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13.646"/>
    </inkml:context>
    <inkml:brush xml:id="br0">
      <inkml:brushProperty name="width" value="0.05" units="cm"/>
      <inkml:brushProperty name="height" value="0.05" units="cm"/>
      <inkml:brushProperty name="color" value="#FFFFFF"/>
    </inkml:brush>
  </inkml:definitions>
  <inkml:trace contextRef="#ctx0" brushRef="#br0">0 64 12169,'0'9'2120,"20"-18"-316,-3 0-283,10 0-325,20 0-296,-4 6-192,-3 0-204,14-6-352,6 6-708,-3-6-1000,3 0-1253,11 12-1923,6 0-3705</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15.838"/>
    </inkml:context>
    <inkml:brush xml:id="br0">
      <inkml:brushProperty name="width" value="0.05" units="cm"/>
      <inkml:brushProperty name="height" value="0.05" units="cm"/>
      <inkml:brushProperty name="color" value="#FFFFFF"/>
    </inkml:brush>
  </inkml:definitions>
  <inkml:trace contextRef="#ctx0" brushRef="#br0">672 128 11529,'-19'-57'2280,"18"55"-2085,0-1 0,-1 1 0,1 0-1,0 0 1,-1 0 0,1 0 0,-1 0-1,1 0 1,-1 0 0,0 1 0,0-1-1,0 1 1,0-1 0,0 1 0,-4-2 0,-1-1 411,-2-2-172,-1 1 1,0 1 0,0-1 0,0 2-1,-1-1 1,1 2 0,-1-1 0,0 1-1,0 1 1,0 0 0,-19 1 0,13 1-231,-1 1 1,1 1 0,-1 0-1,1 2 1,0 0 0,0 0-1,1 2 1,0 0-1,0 1 1,0 0 0,1 1-1,1 1 1,-19 16 0,11-8-110,1 2 0,1 0 0,1 1 1,1 1-1,0 0 0,2 2 0,-22 42 1,32-55-87,-5 10-9,2 1 0,-10 27 0,17-42 3,0 1 1,1-1-1,0 1 0,0-1 1,0 1-1,1-1 1,0 1-1,1-1 1,-1 1-1,1-1 1,4 12-1,9 18 8,-13-35-14,0 0 0,1-1 0,-1 1 0,1 0 0,-1 0 0,1-1 0,0 1 0,0-1 0,0 1 0,0-1 0,0 0 0,0 0 0,0 0 0,0 0 0,1 0 0,-1 0-1,0-1 1,0 1 0,5 0 0,37 0 53,-43-1-49,12-3 37,1 0 1,-1 0-1,0-1 0,0-1 1,0-1-1,0 1 0,22-16 0,-14 10 45,17-13 301,-1-1-1,52-46 1,22-16 655,-96 76-883,9-7 192,1 1 1,1 1-1,0 2 0,1 0 0,33-11 0,-58 25-311,1-1 1,-1 0 0,1 1-1,0 0 1,-1-1-1,1 1 1,0 0-1,-1 0 1,1 1-1,-1-1 1,1 1 0,0-1-1,-1 1 1,1 0-1,-1 0 1,1 0-1,-1 0 1,1 0-1,-1 0 1,0 1 0,0-1-1,0 1 1,0 0-1,0-1 1,0 1-1,0 0 1,0 0-1,-1 0 1,3 5 0,0 0 3,0 0 1,-1 1 0,0-1 0,0 1 0,-1 0 0,0-1 0,-1 1-1,2 14 1,-2 9-52,-2 0-1,0 1 1,-2-1-1,-2 0 1,-15 54 0,-62 149-2640,-25-15-3163,25-78-1234,68-117 5320,-66 109-10744</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16.294"/>
    </inkml:context>
    <inkml:brush xml:id="br0">
      <inkml:brushProperty name="width" value="0.05" units="cm"/>
      <inkml:brushProperty name="height" value="0.05" units="cm"/>
      <inkml:brushProperty name="color" value="#FFFFFF"/>
    </inkml:brush>
  </inkml:definitions>
  <inkml:trace contextRef="#ctx0" brushRef="#br0">76 189 10065,'36'-29'907,"-25"19"-344,1 0-1,0 1 1,1 0 0,0 1-1,23-10 1,109-66 7419,-141 82-7834,-1 1-1,0-1 1,1 1 0,-1 0-1,1-1 1,-1 2 0,1-1-1,-1 0 1,1 1-1,0 0 1,3 0 0,-6 0-119,0 0 0,0 0 1,-1 0-1,1 1 0,0-1 0,0 0 1,-1 1-1,1-1 0,0 0 0,-1 1 1,1-1-1,0 1 0,-1-1 0,1 1 1,-1-1-1,1 1 0,-1 0 1,1-1-1,-1 1 0,0 0 0,1 0 1,0 1 0,-1 0 0,1 0 1,-1 0-1,0 0 0,1 0 1,-1 0-1,0 0 0,0 0 1,-1 1-1,1-1 0,-1 3 1,-3 14 130,-2 0 0,0 0 0,-1-1 1,-1 1-1,-14 23 0,-61 86 217,58-91-362,-90 114 157,-17 28 664,131-179-821,1 1 0,-1 0-1,0 0 1,1 0 0,-1 0-1,1 0 1,-1 0 0,1 0 0,-1 0-1,1 0 1,0 0 0,0 0-1,-1 0 1,1 0 0,0 0 0,0 0-1,0 1 1,0-1 0,0 0-1,0 0 1,1 0 0,-1 0 0,0 0-1,0 0 1,1 0 0,-1 0-1,1 0 1,-1 0 0,1 0 0,-1 0-1,1 0 1,0 0 0,-1 0-1,1-1 1,0 1 0,0 0 0,-1 0-1,1-1 1,0 1 0,0-1-1,0 1 1,0-1 0,0 1 0,0-1-1,0 1 1,0-1 0,0 0-1,0 1 1,0-1 0,0 0 0,1 0-1,0 0 1,9 2 10,0-1 1,0 0 0,0 0-1,12-2 1,72-9-1754,0-4 1,114-31 0,-204 44 1615,232-37-7351,-195 33 5180,109-17-8147</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18.316"/>
    </inkml:context>
    <inkml:brush xml:id="br0">
      <inkml:brushProperty name="width" value="0.05" units="cm"/>
      <inkml:brushProperty name="height" value="0.05" units="cm"/>
      <inkml:brushProperty name="color" value="#FFFFFF"/>
    </inkml:brush>
  </inkml:definitions>
  <inkml:trace contextRef="#ctx0" brushRef="#br0">0 165 8017,'14'-9'6232,"-14"6"-5580,11-23 214,1 12 929,2 8 3658,-14-14-4958,1 15-294,0 0-1,0 1 1,1-1-1,-1 1 1,1-1-1,0 1 1,3-5-1,-5 7-40,0 0-1,-1 0 0,1-1 1,-1 1-1,0 0 0,1 0 1,-1 0-1,0 0 0,0 0 1,0 1-1,-3-4 0,2 1 1190,-10-10-752,12 14-575,0 0 0,0 0 0,-1 0 0,1 0 0,0 0 0,0 0 0,-1 0 0,1 0 0,0 0 0,0 0 0,-1 0 0,1 0 0,0 0 0,0 0 0,0 0 0,-1 0 0,1 0 0,0 1 0,0-1 0,-1 0 0,1 0 0,0 0 0,0 0 0,0 1 0,0-1 0,-1 0 0,1 0 0,0 0 0,0 1 0,0-1 0,0 0 0,0 0 0,0 0 0,0 1 0,-1-1 0,1 1 0,-7 40 1124,2 9-620,-2-4-264,3 2-1,2-1 1,1 0 0,7 49-1,-2-75-286,0 1-1,1-2 1,1 1-1,2-1 1,-1 0-1,2 0 1,1-1-1,0 0 1,2 0-1,0-2 1,1 1 0,21 21-1,-25-29-52,1-1 0,1-1 0,0 1 0,0-2 0,0 1-1,1-2 1,0 1 0,1-2 0,-1 0 0,1 0 0,0-1 0,0-1 0,0 0 0,1 0-1,-1-2 1,1 0 0,-1 0 0,1-1 0,-1-1 0,24-4 0,-8-1 14,-1-2 0,1-1 0,-2-1 0,1-1 0,-2-2 0,1 0 0,-2-2 0,28-21 0,21-21 273,80-82 0,-65 56 746,-86 80-217,-6 10-398,-233 369-1243,195-315 123,7-11-200,-86 134-3494,48-63-3592,2 6-6417</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19.053"/>
    </inkml:context>
    <inkml:brush xml:id="br0">
      <inkml:brushProperty name="width" value="0.05" units="cm"/>
      <inkml:brushProperty name="height" value="0.05" units="cm"/>
      <inkml:brushProperty name="color" value="#FFFFFF"/>
    </inkml:brush>
  </inkml:definitions>
  <inkml:trace contextRef="#ctx0" brushRef="#br0">908 183 11437,'-8'-21'1740,"-2"0"0,-14-22 0,20 36-1257,-1 1-1,1 0 1,-1 0 0,0 1-1,0-1 1,-1 1 0,0 0-1,0 1 1,0 0-1,-12-7 1,2 4-101,1 2-1,-2 0 1,1 0 0,0 2 0,-1 0-1,0 0 1,1 2 0,-1 0-1,0 1 1,0 1 0,0 0 0,0 1-1,1 1 1,-1 1 0,1 0-1,0 1 1,0 1 0,0 1 0,1 0-1,-20 13 1,14-8-266,2 1-1,-1 1 1,2 1 0,0 1-1,1 0 1,0 1 0,2 1-1,0 1 1,1 0 0,0 1-1,2 0 1,1 1 0,0 0-1,-7 24 1,14-33-133,0 0 0,2 0 0,-1 0 0,2 1 0,-1-1 0,2 1 0,0-1 0,0 1 0,1-1 0,1 1 0,0-1 0,0 0 0,2 0 0,-1 0 0,1 0 0,1 0 0,0-1 0,1 0 0,14 20 0,8 6-148,1-1 1,3-2 0,0-1-1,40 31 1,4 5-66,-64-58 185,0 1-1,-1 1 1,0 0 0,-1 1 0,-1 0 0,0 0 0,-1 1-1,-1 0 1,10 26 0,-14-31 29,-1 0 0,0 0 1,0 0-1,-1 0 0,-1 1 1,1-1-1,-2 0 0,1 1 0,-1-1 1,-1 0-1,0 0 0,0 0 0,-1 0 1,-1 0-1,1 0 0,-9 14 0,0-5 0,0-1-1,-1 0 0,-1-1 0,0-1 1,-1 0-1,-1-1 0,-19 14 0,10-10 47,0-1 0,-2-2 0,1-1-1,-43 18 1,52-26 100,0-1 0,0-1 1,0-1-1,-1 0 0,0-1 0,0-1 0,-21 0 1,34-2-69,0 0 1,0 0-1,0-1 1,0 0-1,1 1 1,-1-2 0,0 1-1,0 0 1,1-1-1,-1 0 1,0 0-1,1-1 1,0 1-1,0-1 1,-1 0 0,2 0-1,-1 0 1,0 0-1,1-1 1,-1 0-1,1 0 1,0 0 0,0 0-1,1 0 1,-1 0-1,1-1 1,0 1-1,0-1 1,0 1-1,-1-8 1,1 4-44,1 0 0,0 1 0,0-1 0,1 0 0,0 0 1,0 0-1,1 0 0,3-13 0,1 3-21,1 0 1,0 1-1,15-27 1,20-30-134,4 3 0,78-97 0,144-129-7985,-260 289 7746,93-90-7405,4 11-5326</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21.098"/>
    </inkml:context>
    <inkml:brush xml:id="br0">
      <inkml:brushProperty name="width" value="0.05" units="cm"/>
      <inkml:brushProperty name="height" value="0.05" units="cm"/>
      <inkml:brushProperty name="color" value="#FFFFFF"/>
    </inkml:brush>
  </inkml:definitions>
  <inkml:trace contextRef="#ctx0" brushRef="#br0">27 206 6765,'-11'9'16996,"-4"-34"-13673,17 25-3309,30-4-10,32-10 14,-48 12-37,11-2-53,36-2 0,-60 6 3,1-1-60,26-4-127,-27 5 117,0 2-730,-1-1 831,1 0 1,0 0-1,0 0 0,-1-1 1,1 1-1,0-1 1,0 1-1,0-1 1,4 0-1,13-15-13,-18 13 15,14-24-21,-25 0 11,9 24 61,-2 0-45,-18-18-8,18 18 152,1 0-168,0 1 54,0 1 1,1-1 0,-1 1-1,0-1 1,1 1 0,-1-1-1,1 0 1,-1 1 0,1-1-1,0 0 1,-1 1 0,1-1 0,-1 0-1,1 0 1,0 0 0,0 1-1,-1-1 1,1 0 0,0 0-1,0 0 1,0 1 0,0-1-1,0 0 1,0 0 0,0 0-1,0 1 1,1-1 0,-1 0-1,0 0 1,0 0 0,1 1-1,-1-1 1,0 0 0,1 0 0,-1 1-1,1-1 1,-1 0 0,1 1-1,0-2 1,3 0 1,0-1 1,1 1-1,-1 0 1,1 0-1,-1 0 0,1 1 1,5-1-1,13-4-11,0 2 1,0 0-1,0 1 0,1 2 0,33 2 0,-41 0 8,0 2-1,0 0 1,24 8 0,-36-10 2,1 1-1,-1 0 1,0 0 0,0 0 0,0 1-1,0-1 1,-1 1 0,1 0 0,-1 0-1,1 0 1,-1 0 0,0 1 0,0-1 0,0 1-1,-1 0 1,0 0 0,1 0 0,1 4-1,0 6 13,-1-1-1,0 0 1,-1 1-1,0 0 0,-2-1 1,1 1-1,-1 0 1,-1 0-1,-1-1 1,0 1-1,0-1 0,-1 1 1,-1-1-1,-1 0 1,-6 14-1,-11 21 43,-2-2 1,-48 69-1,62-100-58,-170 289 331,105-169 448,73-132-721,1 0 0,-1 1-1,0-1 1,1 0-1,0 1 1,0-1 0,0 1-1,0-1 1,0 1-1,1 0 1,0-1 0,-1 1-1,1 0 1,1-1-1,-1 1 1,0-1-1,3 8 1,-2-9-32,1 1 0,-1-1 0,1 0 0,0 0 0,0 0 0,0 0 0,0 0 0,1 0-1,-1 0 1,0-1 0,1 1 0,-1-1 0,1 0 0,-1 0 0,1 0 0,0 0 0,-1 0 0,1 0 0,0-1 0,4 1 0,16 1 11,-1-1 1,1-1-1,-1-1 1,1-1-1,42-9 1,-12 2-203,162-32-2585,-73 6-2711,-81 21-882,2 2-4015</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21.462"/>
    </inkml:context>
    <inkml:brush xml:id="br0">
      <inkml:brushProperty name="width" value="0.05" units="cm"/>
      <inkml:brushProperty name="height" value="0.05" units="cm"/>
      <inkml:brushProperty name="color" value="#FFFFFF"/>
    </inkml:brush>
  </inkml:definitions>
  <inkml:trace contextRef="#ctx0" brushRef="#br0">175 0 12025,'-28'11'866,"5"-2"2264,-37 18 0,57-25-2836,-4 2 593,0 0 0,1 0 0,-1 1 0,1 0 1,-7 7-1,11-10-712,1 0 0,-1 0 0,1 1 0,0-1 0,-1 0 0,1 1 0,0-1 1,0 1-1,0-1 0,1 1 0,-1 0 0,1-1 0,0 1 0,-1 0 0,1-1 0,0 1 1,0 0-1,1-1 0,0 4 0,1 3-9,0 0 1,0-1-1,2 1 1,-1-1-1,1 0 1,0 0-1,0 0 1,1-1-1,0 1 1,10 10-1,9 7 214,40 33-1,-28-27-257,-16-13-243,1-2 0,0 0 0,2-2 0,-1 0 1,2-1-1,0-2 0,0 0 0,1-2 0,0-1 1,30 7-1,-7-4-339,-28-5 234,1-1 1,0-1-1,0-1 1,0-1-1,0-1 1,0 0-1,0-2 1,33-4-1,69-23-373,-113 25 572,-1 0 0,0 0 0,0-1 0,0 0 0,0-1 1,-1 0-1,0 0 0,0 0 0,0-1 0,-1-1 0,1 1 0,7-11 1,2 0 121,-1-2 387,0-1 0,-2-1 0,0 0 0,-2 0 0,0-1 0,9-27 0,-12 29 317,-5 7-249,-10 16-21,-16 22 139,3 7-718,2 2 0,1 0 1,1 0-1,2 1 0,-9 41 1,-1-2-1057,-137 344-6904,78-213-710,27-55-2392</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21.997"/>
    </inkml:context>
    <inkml:brush xml:id="br0">
      <inkml:brushProperty name="width" value="0.05" units="cm"/>
      <inkml:brushProperty name="height" value="0.05" units="cm"/>
      <inkml:brushProperty name="color" value="#FFFFFF"/>
    </inkml:brush>
  </inkml:definitions>
  <inkml:trace contextRef="#ctx0" brushRef="#br0">1002 12 12145,'-3'-2'2168,"0"1"-1914,1-1 1,0 1-1,0 0 0,0 0 1,0 1-1,-1-1 1,1 0-1,0 1 1,-1-1-1,1 1 1,-1 0-1,1 0 1,0 0-1,-1 0 1,1 0-1,-1 0 0,-3 2 1,-1 0 385,0 1 1,0 0-1,1 1 1,-11 7-1,7-4-232,-8 6 416,1 1 1,1 1-1,0 1 1,2 0-1,-1 1 1,-19 32 0,19-28-415,-24 37 396,2 2 1,3 1-1,-26 67 0,-61 203 47,100-264-848,-22 129-1,38-164-13,2 1 0,1 0 0,2-1 0,1 1 0,2 0 0,7 40 0,-8-65-22,0 1 0,1 0 1,0 0-1,0-1 0,1 0 0,0 1 1,0-1-1,1-1 0,0 1 0,1-1 1,-1 0-1,1 0 0,8 7 0,-10-11 8,1 1 0,1-1 1,-1 0-1,0 0 0,1-1 0,-1 1 0,1-1 0,0-1 0,-1 1 0,1-1 0,0 0 0,0 0 0,0 0 0,0-1 0,0 0 1,0 0-1,0-1 0,0 0 0,0 0 0,8-2 0,8-4-10,-1-2 1,0 0-1,-1 0 0,1-2 1,-2-1-1,29-22 0,-46 33 34,-1 0-1,0 0 1,1-1-1,-1 1 0,0-1 1,1 1-1,-1-1 1,0 0-1,0 1 0,0-1 1,-1 0-1,1 1 1,0-1-1,-1 0 1,1 0-1,0-3 0,-1 4 0,0 0 0,0 0 0,0 1 0,0-1 0,0 0 0,0 0 0,0 0 0,-1 1 0,1-1 0,0 0 0,0 0 0,-1 0 0,1 1 0,0-1 0,-1 0 0,1 1 0,-1-1 0,1 0 0,-1 1 0,0-1 0,1 0 0,-1 1 0,1-1 0,-1 1 0,0-1 0,1 1 0,-1 0 0,0-1 0,0 1 0,0 0 0,1-1 0,-1 1 0,0 0 0,0 0 0,0 0 0,1 0 0,-3 0 0,-18 0-222,-1 1 0,1 1 0,-1 1 1,1 1-1,0 1 0,-35 13 0,0-1-865,-5 0-342,-159 46-4435,78-10-2081,39-5-2768</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24.254"/>
    </inkml:context>
    <inkml:brush xml:id="br0">
      <inkml:brushProperty name="width" value="0.05" units="cm"/>
      <inkml:brushProperty name="height" value="0.05" units="cm"/>
      <inkml:brushProperty name="color" value="#FFFFFF"/>
    </inkml:brush>
  </inkml:definitions>
  <inkml:trace contextRef="#ctx0" brushRef="#br0">460 323 6173,'-1'-1'473,"0"1"1,0-1 0,0 0 0,0 0 0,0 0 0,0 0 0,0 0 0,0 0 0,0 0 0,1 0 0,-1 0 0,0 0 0,1 0-1,-1-1 1,1 1 0,-1 0 0,1 0 0,-1-3 0,1 1-34,0 0 0,0 0 0,0 0 0,0 0 1,1 0-1,-1 0 0,1 0 0,0-2 0,2-2-177,-1 0 0,1 1 0,0-1 0,1 1 0,7-11 1,3 1 23,1 1 0,1 0 0,0 1 0,1 1 0,1 0 0,0 2 0,1 0 0,0 1 0,0 0 0,23-6 0,15-4 140,1 4 0,78-13 0,-103 24-267,1 1 0,59 1 1,-88 3-151,0 0 1,0 0 0,0 1-1,0-1 1,0 1 0,0 1-1,0-1 1,-1 1 0,1-1-1,0 1 1,-1 1 0,0-1-1,1 1 1,-1-1 0,0 1-1,0 0 1,0 1 0,-1-1-1,1 1 1,-1 0 0,0-1-1,0 1 1,0 1 0,0-1-1,-1 0 1,0 1 0,0-1-1,0 1 1,0 0 0,-1 0-1,1-1 1,-2 1 0,1 0-1,0 0 1,-1 0 0,0 0-1,0 0 1,0 0 0,-1 0-1,-1 8 1,-2 4-3,-2 1 0,0-1 0,-1 0 1,0 0-1,-2-1 0,-18 29 0,-75 84 2,62-81 4,-148 202 75,184-243-85,-1 1 0,1 0 0,1 0 0,-1 0 0,1 0 0,1 1 0,-1-1 0,2 1 0,-1-1 0,1 1 0,0 0 0,1 0 0,0-1 1,0 1-1,3 11 0,1-2 0,1 0 0,0-1 1,2 0-1,0 0 0,0 0 0,13 19 1,-3-7-44,-2-5 35,-1 0 1,-1 1-1,11 34 0,-21-51 4,-1-1 0,0 1 0,-1 0 0,0 0 0,0 0-1,0-1 1,-1 1 0,0 0 0,-1 0 0,0 0 0,0 0 0,0 0 0,-1-1 0,0 1 0,-1-1 0,-5 12-1,-1-5-32,0 0 0,-1 0 0,-1-1 0,0-1 0,-1 0 0,0 0 0,-1-1 0,0 0 0,0-1 0,-1-1 0,-20 10 0,-22 9-931,-97 34 0,-87 7-3510,37-14-3596,98-16-360</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24.723"/>
    </inkml:context>
    <inkml:brush xml:id="br0">
      <inkml:brushProperty name="width" value="0.05" units="cm"/>
      <inkml:brushProperty name="height" value="0.05" units="cm"/>
      <inkml:brushProperty name="color" value="#FFFFFF"/>
    </inkml:brush>
  </inkml:definitions>
  <inkml:trace contextRef="#ctx0" brushRef="#br0">20 83 13645,'-2'-5'770,"-1"0"-1,0 0 0,1 0 1,0 0-1,0-1 0,1 1 1,-1-1-1,1 1 0,0-1 1,0-7-1,2 12-631,0 0 0,-1 0 0,1-1-1,0 1 1,0 0 0,0 1 0,0-1 0,0 0 0,0 0-1,0 0 1,0 0 0,0 1 0,0-1 0,0 1 0,1-1-1,-1 1 1,0-1 0,0 1 0,1 0 0,-1-1 0,0 1-1,3 0 1,1 2 33,0 0-1,0 1 0,-1-1 0,1 1 1,-1 0-1,1 1 0,-1-1 0,0 1 1,0 0-1,-1 0 0,1 0 1,4 7-1,0-1 94,12 15-13,-1 1 0,-2 1 1,0 1-1,-2 0 0,-1 1 1,-1 1-1,-2 0 0,-1 0 1,7 37-1,-7-17-177,-2 0 0,-3 1 0,-2 0 0,-2 0 0,-6 53 0,-23 125-2361,22-194 1093,-3 0 1,0 0-1,-3-1 1,-21 46-1,-41 56-8457,42-75-172</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24.895"/>
    </inkml:context>
    <inkml:brush xml:id="br0">
      <inkml:brushProperty name="width" value="0.05" units="cm"/>
      <inkml:brushProperty name="height" value="0.05" units="cm"/>
      <inkml:brushProperty name="color" value="#FFFFFF"/>
    </inkml:brush>
  </inkml:definitions>
  <inkml:trace contextRef="#ctx0" brushRef="#br0">31 46 16682,'-30'-21'9472,"46"9"-8107,5 0-177,15 12-388,31 3-564,4 0-672,12 0-876,21 3-553,7-3-1287,13 3-3617,10 9-6456</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7:25.275"/>
    </inkml:context>
    <inkml:brush xml:id="br0">
      <inkml:brushProperty name="width" value="0.05" units="cm"/>
      <inkml:brushProperty name="height" value="0.05" units="cm"/>
      <inkml:brushProperty name="color" value="#FFFFFF"/>
    </inkml:brush>
  </inkml:definitions>
  <inkml:trace contextRef="#ctx0" brushRef="#br0">533 0 13661,'-5'3'592,"0"1"1,0 0-1,0 0 0,0 0 0,1 1 0,0 0 1,0-1-1,0 2 0,0-1 0,1 0 1,0 1-1,0-1 0,0 1 0,-2 9 0,-1 5 1003,1 2-1,-4 40 0,3-20-68,-36 186 2327,-90 297-3792,42-235-206,19-96-3966,-6 58-8443,45-129-419</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8:14.449"/>
    </inkml:context>
    <inkml:brush xml:id="br0">
      <inkml:brushProperty name="width" value="0.05" units="cm"/>
      <inkml:brushProperty name="height" value="0.05" units="cm"/>
      <inkml:brushProperty name="color" value="#FFFFFF"/>
    </inkml:brush>
  </inkml:definitions>
  <inkml:trace contextRef="#ctx0" brushRef="#br0">1 47 7213,'4'-4'374,"0"0"0,0 0 0,1 0 0,-1 0 0,1 1 0,0 0 0,0 0 0,0 0 0,1 0 0,-1 1 0,1 0 0,-1 0 0,1 1 0,8-2 0,18 1 27,0 2-1,1 1 0,-1 2 1,0 1-1,0 1 0,-1 2 1,1 1-1,-1 2 1,-1 1-1,0 1 0,41 23 1,-61-29-525,0 0 1,0 1 0,-1 0 0,1 1-1,-1 0 1,-1 0 0,0 1 0,0 0-1,-1 1 1,0 0 0,-1 0 0,0 0-1,0 0 1,4 14 0,-9-21-84,1 1 0,-1-1 0,-1 1 0,1-1 0,0 1 1,-1 0-1,0 0 0,0-1 0,0 1 0,0 0 0,-1-1 0,1 1 1,-3 6-1,-19 45-3535,17-44 2167,-9 19-3007</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8:14.591"/>
    </inkml:context>
    <inkml:brush xml:id="br0">
      <inkml:brushProperty name="width" value="0.05" units="cm"/>
      <inkml:brushProperty name="height" value="0.05" units="cm"/>
      <inkml:brushProperty name="color" value="#FFFFFF"/>
    </inkml:brush>
  </inkml:definitions>
  <inkml:trace contextRef="#ctx0" brushRef="#br0">0 25 6049,'0'0'5768,"10"-13"-7460,7 1-1324,13 12-1109</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59.618"/>
    </inkml:context>
    <inkml:brush xml:id="br0">
      <inkml:brushProperty name="width" value="0.05" units="cm"/>
      <inkml:brushProperty name="height" value="0.05" units="cm"/>
      <inkml:brushProperty name="color" value="#E71224"/>
    </inkml:brush>
  </inkml:definitions>
  <inkml:trace contextRef="#ctx0" brushRef="#br0">24 7 11085,'-14'-6'19585,"7"22"-15999,4 20-6720,4-24 4779,18 212-1645,5 103 0,2 30-2698,-26-238-3211,-5-40-2959,1-16-3440</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00.039"/>
    </inkml:context>
    <inkml:brush xml:id="br0">
      <inkml:brushProperty name="width" value="0.05" units="cm"/>
      <inkml:brushProperty name="height" value="0.05" units="cm"/>
      <inkml:brushProperty name="color" value="#E71224"/>
    </inkml:brush>
  </inkml:definitions>
  <inkml:trace contextRef="#ctx0" brushRef="#br0">1 1 12581,'2'4'494,"0"0"-1,0 0 1,1 0-1,0-1 1,0 1 0,0-1-1,0 1 1,0-1-1,8 5 1,16 19 1341,64 81 996,97 126-996,-21 25-1077,-142-212-723,-2 1 1,-2 0-1,27 95 1,-44-126-21,0 1 1,-1-1 0,0 22-1,-4-39-13,0 0-1,-1 0 0,1 0 1,-1 0-1,1 0 1,0 0-1,-1-1 0,1 1 1,0-1-1,-1 1 0,1-1 1,0 1-1,-3-2 1,1 0 1,0 0 0,0-1 1,0 1-1,0 0 0,1-1 1,-1 0-1,1 0 0,-1 0 1,1 0-1,0 0 0,0 0 1,0 0-1,1-1 0,-2-3 1,-16-59 7,13 39-8,-8-41 2,2 0 0,4-1 0,3 0 0,3 0 0,10-106 0,-5 142-7,15-62 1,-15 82-10,1 0 1,0 1 0,1-1 0,1 1 0,0 0-1,0 1 1,13-17 0,-17 25 37,0 0-1,0 1 1,0-1 0,1 1-1,-1 0 1,1 0 0,-1 0-1,1 0 1,0 1 0,0-1 0,0 0-1,0 1 1,0 0 0,0 0-1,0 0 1,0 0 0,1 1-1,-1-1 1,0 1 0,0 0-1,1-1 1,-1 2 0,0-1 0,1 0-1,-1 1 1,0-1 0,0 1-1,0 0 1,0 0 0,1 0-1,-1 1 1,-1-1 0,1 1-1,3 1 1,6 5 158,-1 0-1,-1 0 0,0 1 1,0 1-1,0-1 1,-2 2-1,9 10 1,14 26 178,-2 0 0,-2 2 1,-3 1-1,-1 1 1,-3 1-1,-2 1 1,-3 0-1,12 73 1,-3 38-2210,5 246 1,-31-282-2047,1 0-5328,8-59-1683</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00.867"/>
    </inkml:context>
    <inkml:brush xml:id="br0">
      <inkml:brushProperty name="width" value="0.05" units="cm"/>
      <inkml:brushProperty name="height" value="0.05" units="cm"/>
      <inkml:brushProperty name="color" value="#E71224"/>
    </inkml:brush>
  </inkml:definitions>
  <inkml:trace contextRef="#ctx0" brushRef="#br0">23 1282 14433,'-22'-3'2266,"36"-2"1067,47-5 975,-40 9-3907,48-1 361,0-4 0,131-28-1,-195 33-794,1-1-1,-1 1 1,1-1-1,-1-1 1,0 1-1,1-1 1,-1 0-1,-1 0 1,1 0-1,0 0 1,-1-1-1,0 0 1,1 0-1,-2 0 1,1-1-1,0 1 1,-1-1-1,0 0 1,0 0-1,0 0 1,-1 0-1,0-1 1,0 1-1,0-1 1,0 1-1,-1-1 1,0 1-1,0-1 1,-1 0-1,0-6 1,1 7 13,-1-1 1,1 1-1,-1-1 1,-1 0-1,1 1 1,-1-1-1,0 1 1,0-1-1,-1 1 1,0 0-1,0-1 1,0 1-1,0 0 1,-1 0-1,0 0 1,0 1-1,0-1 1,-1 1-1,1-1 1,-1 1-1,0 0 1,0 1-1,-1-1 1,1 1-1,-7-4 1,7 5 22,-1 0 0,0 0 0,1 1 0,-1-1 0,0 1 0,0 1 0,0-1 0,0 1 0,0-1 0,0 1-1,0 1 1,0-1 0,0 1 0,0 0 0,1 0 0,-1 0 0,0 1 0,0-1 0,1 1 0,-1 1 0,1-1 0,0 0 0,-1 1 0,-6 6 0,0-1 46,1 1 1,0 0-1,1 0 1,0 1-1,0 0 0,1 0 1,1 1-1,-11 18 1,12-16-26,0 0 0,1 0 0,1 1 0,0-1 0,1 1 0,0 0 1,1 0-1,0 0 0,1 0 0,1 0 0,1 0 0,0 0 0,0 0 1,1 0-1,1 0 0,0-1 0,1 1 0,1-1 0,0 0 0,1 0 0,0 0 1,1-1-1,0 0 0,1 0 0,1-1 0,-1 0 0,2 0 0,0-1 0,0-1 1,0 1-1,13 7 0,-3-4-79,1 0 1,1-1 0,-1-2 0,2 0-1,0-1 1,0-1 0,45 8-1,-33-10-145,0-1 0,1-2-1,-1-2 1,63-5 0,-68 1 117,0-2 1,-1-1-1,0-1 1,0-2-1,-1-1 1,0-1-1,-1-1 1,34-21 0,-47 25 59,0-2 0,-1 1 0,0-2 0,-1 0 0,0 0 0,-1-1 0,-1-1 0,0 0 0,0 0 0,-1-1 0,-1 0 0,0 0 0,-1-1 0,-1 0 0,0 0 0,6-27 1,-9 31-11,-1-1 0,-1 0 1,0 1-1,0-16 1,-1 26 27,0-1 1,0 0 0,0 0 0,0 0 0,0 0-1,-1 0 1,1 1 0,0-1 0,-1 0 0,0 0-1,1 0 1,-1 1 0,0-1 0,0 0 0,0 1-1,0-1 1,0 1 0,0-1 0,-1 1 0,1 0-1,0-1 1,-1 1 0,1 0 0,-1 0-1,1 0 1,-1 0 0,0 0 0,1 0 0,-1 1-1,0-1 1,0 0 0,0 1 0,1-1 0,-5 1 0,-1 0-3,0 1 1,-1 0 0,1 0 0,0 1 0,0 0-1,0 1 1,0-1 0,0 1 0,0 1 0,1-1-1,0 1 1,0 0 0,0 0 0,0 1 0,0 0-1,-9 10 1,-1 3 7,1 0 0,1 1 0,0 0 0,-12 24 1,20-32-4,0 1 0,1 0 0,1 0 0,0 0 0,0 1 0,1-1 0,1 1 0,-2 15 1,4-24-14,0 0 0,-1 0 1,1 1-1,1-1 1,-1 0-1,1 0 1,0 0-1,0 0 1,0 0-1,0 0 1,1 0-1,-1 0 1,1 0-1,0 0 0,0-1 1,1 1-1,-1-1 1,1 0-1,-1 0 1,1 0-1,0 0 1,0 0-1,1 0 1,-1-1-1,1 1 1,-1-1-1,8 3 0,-6-3-20,1 0 0,-1 0 0,1 0 0,-1-1-1,1 0 1,0 0 0,0-1 0,0 0 0,-1 0-1,1 0 1,0 0 0,0-1 0,0 0 0,9-3-1,-6 0 8,-1 1 0,0-1 0,0-1-1,0 0 1,0 0 0,-1 0-1,0-1 1,11-11 0,-2-1 5,-1 0-1,-1-2 1,-1 1 0,0-2 0,-2 0-1,14-32 1,-9 8 15,-1 0 0,14-72 0,2-94 35,-22 137-50,4-83 254,-10-233 1,-5 318-56,-1-137 168,3 206-222,0 28 198,11 139-41,-2-51-120,23 404 264,26-70-443,-54-425-28,-2-7 30,1 0 1,1 0 0,6 17 0,-9-30 17,0-1 1,-1 1 0,1-1-1,0 1 1,0-1-1,0 1 1,0-1-1,1 0 1,-1 0-1,0 0 1,1 0-1,-1 0 1,0 0-1,1 0 1,-1 0-1,1 0 1,-1 0 0,1-1-1,0 1 1,-1-1-1,1 1 1,0-1-1,-1 0 1,1 0-1,3 1 1,-2-2-5,0 1-1,1 0 1,-1-1 0,0 1 0,0-1-1,1 0 1,-1 0 0,0 0 0,0-1-1,0 1 1,0-1 0,4-3 0,7-6-3,-2-1 1,1 0 0,-2-1 0,1 0 0,-2-1 0,0-1 0,9-16 0,51-116 26,-51 104 0,-19 43-20,10-25 208,1 0 0,2 1 0,0 0 0,33-42 0,-45 65-195,-1 0-1,1 0 1,0 0 0,0 1-1,0-1 1,0 0 0,0 1 0,0-1-1,0 1 1,0-1 0,0 1-1,0 0 1,0-1 0,0 1-1,1 0 1,-1 0 0,0 0-1,0 0 1,0 0 0,0 0 0,0 0-1,1 0 1,-1 0 0,0 0-1,0 1 1,0-1 0,0 0-1,0 1 1,0-1 0,0 1-1,0-1 1,0 1 0,0 0-1,0-1 1,1 2 0,2 1 4,-1 0-1,1 1 1,-1-1 0,0 1 0,-1-1-1,5 7 1,-4-1-24,1 1 1,-1 0-1,0 0 1,-1 0-1,0 0 1,-1 0-1,0 0 1,-1 17-1,1-2-186,0 8-833,-1 1 0,-7 50 0,-10 14-4772,8-55 318,4-1-3045</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01.036"/>
    </inkml:context>
    <inkml:brush xml:id="br0">
      <inkml:brushProperty name="width" value="0.05" units="cm"/>
      <inkml:brushProperty name="height" value="0.05" units="cm"/>
      <inkml:brushProperty name="color" value="#E71224"/>
    </inkml:brush>
  </inkml:definitions>
  <inkml:trace contextRef="#ctx0" brushRef="#br0">0 1 9449,'10'12'1552,"14"9"-388,-7 6-292,-1 0-424,11 3-532,0 3-608,0 7-648,3-1-2012,0 9-1681</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01.310"/>
    </inkml:context>
    <inkml:brush xml:id="br0">
      <inkml:brushProperty name="width" value="0.05" units="cm"/>
      <inkml:brushProperty name="height" value="0.05" units="cm"/>
      <inkml:brushProperty name="color" value="#E71224"/>
    </inkml:brush>
  </inkml:definitions>
  <inkml:trace contextRef="#ctx0" brushRef="#br0">513 1 9793,'-18'7'1692,"0"1"1,0 1-1,-29 19 1,24-11-34,-42 38 0,-85 117 747,148-170-2373,-35 47 722,2 1 0,2 2 0,-31 68 0,62-116 31,4-2-18,-1-1-681,0 0 1,0 0 0,1 0 0,-1 0-1,0 0 1,0 0 0,1 0-1,-1 0 1,1-1 0,-1 1 0,1-1-1,-1 1 1,3 0 0,-2-1-38,0-1 0,0 1 0,0-1 0,-1 1 0,1-1 0,0 0 0,-1 0 1,1 1-1,0-1 0,-1-1 0,1 1 0,-1 0 0,2-2 0,134-115 2415,-97 85-1815,-39 33-672,0 1 1,-1-1 0,1 0 0,0 0 0,0 0-1,0 1 1,-1-1 0,1 0 0,0 1 0,0-1 0,-1 0-1,1 1 1,0-1 0,-1 1 0,1 0 0,-1-1-1,1 1 1,0-1 0,-1 1 0,1 0 0,-1 0 0,2 0-90,2 4-183,1 0 1,-1 0 0,0 0-1,0 0 1,0 1-1,-1 0 1,0-1-1,0 1 1,2 8 0,14 59-3335,-4-13-1539,-5-28-1152,3 3-4010</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01.601"/>
    </inkml:context>
    <inkml:brush xml:id="br0">
      <inkml:brushProperty name="width" value="0.05" units="cm"/>
      <inkml:brushProperty name="height" value="0.05" units="cm"/>
      <inkml:brushProperty name="color" value="#E71224"/>
    </inkml:brush>
  </inkml:definitions>
  <inkml:trace contextRef="#ctx0" brushRef="#br0">1 42 7241,'0'-1'163,"0"-1"0,0 1 0,-1-1-1,1 0 1,0 1 0,0-1 0,1 1 0,-1-1 0,0 0 0,0 1 0,1-1 0,-1 1 0,1-1 0,0 1 0,-1-1 0,1 1 0,0-1 0,0 1 0,0 0 0,0-1 0,0 1 0,0 0 0,0 0 0,0 0-1,0-1 1,7-2 3323,-8 6-3236,1 1 1,0-1 0,-1 0 0,1 0-1,0 0 1,0 0 0,1 0 0,-1 0-1,0-1 1,3 4 0,5 8 338,-2 2-357,-1 0 0,-1 0 0,-1 0 0,0 1 0,-1 0 0,-1-1 0,0 1 0,-1 18 0,-2 18 147,-8 57-1,-3 20 219,11-125 180,4-6-507,6-7 18,0 1 0,0-1 1,-1-1-1,0 1 0,-1-1 0,12-20 1,16-22 514,-17 30-317,1 0 0,0 1 0,2 2 0,39-30 1,-57 47-464,1 0 0,-1-1 0,1 1-1,0 1 1,0-1 0,-1 1 0,1-1 0,0 1 0,0 0 0,0 0 0,0 1 0,1-1 0,-1 1 0,0 0 0,0 0 0,0 0 0,0 1 0,0-1 0,0 1 0,0 0 0,0 0 0,0 1 0,0-1 0,0 1 0,0 0 0,-1 0 0,1 0 0,-1 0 0,0 1 0,1-1 0,-1 1 0,0 0 0,0 0 0,-1 0 0,1 0 0,2 5 0,5 7-572,-1 0 0,0 1 0,-1 0 0,-1 0 0,0 1 0,7 29 0,3 16-3480,-2-4-3755,-4-13-2477</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01.740"/>
    </inkml:context>
    <inkml:brush xml:id="br0">
      <inkml:brushProperty name="width" value="0.05" units="cm"/>
      <inkml:brushProperty name="height" value="0.05" units="cm"/>
      <inkml:brushProperty name="color" value="#E71224"/>
    </inkml:brush>
  </inkml:definitions>
  <inkml:trace contextRef="#ctx0" brushRef="#br0">1 58 8237,'37'-36'1504,"-27"24"-436,6 6-404,1 3-508,10 3-588,0 0-1036,-11 15-1412,21 15-985</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01.911"/>
    </inkml:context>
    <inkml:brush xml:id="br0">
      <inkml:brushProperty name="width" value="0.05" units="cm"/>
      <inkml:brushProperty name="height" value="0.05" units="cm"/>
      <inkml:brushProperty name="color" value="#E71224"/>
    </inkml:brush>
  </inkml:definitions>
  <inkml:trace contextRef="#ctx0" brushRef="#br0">1 456 10705,'13'-12'2648,"-6"-19"64,10 4-19,3 0-501,3-6-412,11 3-356,16-3-556,24 0-1096,3-10-832,6-14-1216,15 3-212,9 12-3169,7 8-4672</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17.679"/>
    </inkml:context>
    <inkml:brush xml:id="br0">
      <inkml:brushProperty name="width" value="0.05" units="cm"/>
      <inkml:brushProperty name="height" value="0.05" units="cm"/>
      <inkml:brushProperty name="color" value="#E71224"/>
    </inkml:brush>
  </inkml:definitions>
  <inkml:trace contextRef="#ctx0" brushRef="#br0">1 802 10569,'33'46'652,"-30"-67"-440,11-25-220,6 1-168,0-18-128,3-16-272,-2-23-152,-5-10-280,4-8-392,4-10-701,-1 1-47</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1.368"/>
    </inkml:context>
    <inkml:brush xml:id="br0">
      <inkml:brushProperty name="width" value="0.05" units="cm"/>
      <inkml:brushProperty name="height" value="0.05" units="cm"/>
      <inkml:brushProperty name="color" value="#E71224"/>
    </inkml:brush>
  </inkml:definitions>
  <inkml:trace contextRef="#ctx0" brushRef="#br0">689 1 9373,'-31'4'1697,"0"2"0,0 0 0,0 3 0,1 0 0,0 2 0,-50 26 0,14 6-230,1 3 0,-58 54-1,101-83-1270,2 2 0,0 0-1,1 2 1,0 0 0,-14 24 0,28-38-157,0 1 1,1 0 0,0 0 0,0 0 0,1 0 0,0 1-1,1 0 1,0-1 0,0 1 0,1 0 0,0 0 0,0 0-1,1 0 1,0 0 0,1 0 0,0-1 0,0 1 0,1 0-1,4 14 1,2-6-2,0 1 0,1-1-1,1-1 1,0 0-1,2 0 1,18 21 0,90 81 45,-101-101-63,72 62 61,-51-45-120,-1 0 1,-1 3-1,56 72 0,-84-95 40,-2 0-1,14 30 1,-21-41 5,0-1 0,0 1 0,0-1 0,-1 1 0,1-1 0,-1 1 0,0 0 0,1-1 0,-1 1 0,-1 0 1,1-1-1,0 1 0,0 0 0,-1-1 0,0 1 0,1-1 0,-1 1 0,0-1 0,0 1 0,-1-1 0,1 0 0,0 1 0,-1-1 0,1 0 0,-1 0 0,0 0 1,0 0-1,0 0 0,0 0 0,0-1 0,0 1 0,0-1 0,0 1 0,-1-1 0,1 0 0,-1 0 0,1 0 0,-1 0 0,1 0 0,-1-1 0,1 1 0,-1-1 0,-4 1 1,-6 0 79,1-1 0,0 1 0,-1-2 0,1 0 0,0 0 1,0-1-1,0-1 0,0 0 0,0 0 0,0-1 0,-18-10 1,20 9-20,2 0 0,-1 0 0,0-1 0,1 0 0,0-1 0,1 1 0,0-1 0,0-1 0,0 0 0,1 0 0,0 0 0,0-1 0,1 1 0,0-1 0,-3-10 0,1 0-18,1-1-1,1 0 0,1 0 1,1 0-1,0 0 0,2 0 1,0-1-1,2 1 0,0 0 1,1-1-1,8-32 0,-2 23-406,2 0 0,1 0 0,2 2 0,0-1 0,2 2 0,35-51 0,-24 44-961,2 0 0,1 2 0,43-38 0,-40 44-3251,61-39 0,-16 18-6395</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1.727"/>
    </inkml:context>
    <inkml:brush xml:id="br0">
      <inkml:brushProperty name="width" value="0.05" units="cm"/>
      <inkml:brushProperty name="height" value="0.05" units="cm"/>
      <inkml:brushProperty name="color" value="#E71224"/>
    </inkml:brush>
  </inkml:definitions>
  <inkml:trace contextRef="#ctx0" brushRef="#br0">900 139 12561,'-14'-26'851,"10"17"-128,-1-1 0,0 1 0,0 0 0,-1 1 1,0-1-1,-1 1 0,-12-12 0,13 16-338,-1 0 0,1 1 0,-1-1 0,0 1 0,1 1 0,-1-1 0,0 1 0,-1 0 0,1 1 0,0 0 0,0 0 0,-1 0 0,1 1 0,-1 0 0,-11 2 0,-7 2 59,0 0 0,1 2-1,-29 10 1,21-4-138,0 1-1,2 2 1,-33 20 0,36-20-136,-17 11-53,0 2 1,-63 52-1,81-56-484,1 0-1,2 2 0,0 1 1,-24 37-1,43-56 258,0-1 0,1 1-1,0 0 1,0 0 0,1 0-1,0 1 1,0-1 0,1 1-1,0 0 1,1 0 0,0-1 0,0 1-1,1 10 1,0-15 87,1-1-1,0 1 1,-1 0 0,1-1-1,1 1 1,-1 0 0,0-1 0,1 1-1,0-1 1,0 0 0,0 1-1,0-1 1,0 0 0,1 0-1,-1-1 1,1 1 0,0 0-1,0-1 1,0 0 0,0 1-1,0-1 1,0-1 0,1 1-1,-1 0 1,1-1 0,-1 1 0,1-1-1,0 0 1,-1 0 0,1-1-1,0 1 1,5-1 0,11 1 125,-1 0 0,1-1 1,-1-2-1,0 0 1,1-1-1,21-6 0,114-42 1678,-83 25-961,-39 14-340,-1 0 327,51-11 0,-75 21-655,-1 1 0,1 0 0,0 0 1,0 0-1,0 1 0,0 0 0,-1 1 0,1 0 1,0 0-1,0 1 0,-1 0 0,11 3 1,-13-1-118,1-1 1,-1 1 0,0 0-1,0 0 1,-1 0-1,1 1 1,-1-1 0,0 1-1,0 0 1,0 0 0,-1 1-1,0-1 1,0 1 0,0 0-1,-1 0 1,0 0 0,0 0-1,0 0 1,-1 0 0,1 9-1,1 7-45,-1-1-1,-2 1 0,0-1 1,-5 37-1,-12 45-788,-34 114 1,4-59-3399,-4 0-4244,41-130 6382,-30 105-11424</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2.642"/>
    </inkml:context>
    <inkml:brush xml:id="br0">
      <inkml:brushProperty name="width" value="0.05" units="cm"/>
      <inkml:brushProperty name="height" value="0.05" units="cm"/>
      <inkml:brushProperty name="color" value="#E71224"/>
    </inkml:brush>
  </inkml:definitions>
  <inkml:trace contextRef="#ctx0" brushRef="#br0">1 97 11545,'20'-37'1596,"-4"25"-200,11 0-212,0 3-79,17 3-201,26-3-196,0 3-188,21 3-200,23 0-472,20 3-716,20 0-1041,6 6-2887,18 0-3773</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16.547"/>
    </inkml:context>
    <inkml:brush xml:id="br0">
      <inkml:brushProperty name="width" value="0.05" units="cm"/>
      <inkml:brushProperty name="height" value="0.05" units="cm"/>
      <inkml:brushProperty name="color" value="#E71224"/>
    </inkml:brush>
  </inkml:definitions>
  <inkml:trace contextRef="#ctx0" brushRef="#br0">412 19 11273,'0'-15'2287,"0"12"-175,-5 4 34,-16 5-1113,-1 0 0,1 2 0,0 1 0,0 1 0,1 0 0,1 1 0,0 2 0,0 0 0,-17 16 0,15-10-648,1 0 0,1 1 0,1 2-1,1-1 1,0 2 0,2 0-1,-14 30 1,23-42-306,1 1 0,1 0 0,0-1 0,1 1 0,0 1 0,1-1 0,0 0 0,1 1 0,0-1 0,1 1 0,0-1 0,1 0 0,1 1 0,0-1 0,4 16 0,1-8-49,1 0 1,1 0 0,0-1 0,2 0 0,0-1-1,1 0 1,0-1 0,18 18 0,12 10-31,44 56 0,-75-86 0,0 0 0,-2 1 0,0 0 0,0 1 0,6 20 0,-13-30-11,1 1-1,-2-1 1,1 0 0,-1 1-1,0 0 1,-1-1-1,0 1 1,0 0 0,-1-1-1,1 1 1,-2-1 0,-1 9-1,-1-6 58,1 1 0,-2-1 0,0 0 0,0 0 0,0-1 0,-1 0 0,-11 14 0,-5 0-619,-1 0 0,-1-2 0,-1 0 0,-48 30 0,57-39 197,2-3-7075,14-9 7178,-1 0 1,1-1 0,0 1-1,0 0 1,-1-1-1,1 1 1,0-1 0,0 1-1,0 0 1,-1-1-1,1 1 1,0-1 0,0 1-1,0-1 1,0 1-1,0-1 1,0 1 0,0 0-1,0-1 1,0 1-1,0-1 1,0 1 0,0-1-1,0 1 1,0-1-1,1 1 1,-1 0 0,0-1-1,0 1 1,0-1-1,1 1 1,-1 0 0,1-1-1,3-18-9776</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16.735"/>
    </inkml:context>
    <inkml:brush xml:id="br0">
      <inkml:brushProperty name="width" value="0.05" units="cm"/>
      <inkml:brushProperty name="height" value="0.05" units="cm"/>
      <inkml:brushProperty name="color" value="#E71224"/>
    </inkml:brush>
  </inkml:definitions>
  <inkml:trace contextRef="#ctx0" brushRef="#br0">0 94 11413,'74'-21'1904,"-44"6"-176,27-9-347,-7 15-177,4 3-264,9-4-252,4 4-332,10 6-444,1-3-680,-1 6-840,-7 0-373,-10 4-2411,-3 5-3401</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19.266"/>
    </inkml:context>
    <inkml:brush xml:id="br0">
      <inkml:brushProperty name="width" value="0.05" units="cm"/>
      <inkml:brushProperty name="height" value="0.05" units="cm"/>
      <inkml:brushProperty name="color" value="#E71224"/>
    </inkml:brush>
  </inkml:definitions>
  <inkml:trace contextRef="#ctx0" brushRef="#br0">466 35 12689,'0'-24'9243,"0"24"-9099,0-1 0,-1 1 0,1-1 0,0 0 0,0 1 0,-1-1 1,1 1-1,0-1 0,-1 1 0,1-1 0,-1 1 0,1-1 0,0 1 0,-1-1 0,1 1 0,-1 0 0,0-1 0,1 1 0,-1 0 1,0-1-1,-1 1-34,1 0 0,-1 0 0,1 0 0,0 0 0,-1 0 0,1 1 0,-1-1 0,1 0 0,-1 1 0,1-1 0,0 1 0,-1 0 0,1-1 0,0 1 0,0 0 0,-1 0 0,1 0 0,0 0 0,0 0 0,0 0 0,0 0 0,0 0 0,0 0 1,0 2-1,-88 120 3882,15-20-3055,45-65-1174,10-11-1020,-1-1-1,-33 32 1,-10 7-3174,27-19-2384,-5 15-7584</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0.369"/>
    </inkml:context>
    <inkml:brush xml:id="br0">
      <inkml:brushProperty name="width" value="0.05" units="cm"/>
      <inkml:brushProperty name="height" value="0.05" units="cm"/>
      <inkml:brushProperty name="color" value="#E71224"/>
    </inkml:brush>
  </inkml:definitions>
  <inkml:trace contextRef="#ctx0" brushRef="#br0">144 107 8209,'-18'-20'14178,"11"12"-9585,1 2-6886,4 4 2694,-1 1-437,0-1 30,0 1 0,0 0 0,0 0 0,0 0 0,-1 0 0,1 1 0,-6-1 0,-27-2 24,32 3-26,-16 0-22,6-3 511,11-1-188,22-6-97,36-6-148,-8 6 10,22-4 126,-63 13-97,0 1-1,0-1 0,0 1 0,0 1 0,1-1 0,-1 1 0,0 0 1,9 3-1,-12-3-12,1 1 0,-1 0 0,0 0 0,0 0 0,0 0 0,0 1 1,0-1-1,0 1 0,-1 0 0,1 0 0,-1 0 0,3 4 0,22 45 706,-18-34-478,13 32 236,-2 1 0,-3 1 0,-1 1 0,-3 1 0,-3-1 0,7 92 0,-15 333-3083,-3-477 2523,1 9-451,-5 72-4345,-4-27-6827,3-34 1301</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0.540"/>
    </inkml:context>
    <inkml:brush xml:id="br0">
      <inkml:brushProperty name="width" value="0.05" units="cm"/>
      <inkml:brushProperty name="height" value="0.05" units="cm"/>
      <inkml:brushProperty name="color" value="#E71224"/>
    </inkml:brush>
  </inkml:definitions>
  <inkml:trace contextRef="#ctx0" brushRef="#br0">1 61 14717,'0'0'5065,"7"-21"-3101,-4 2-368,30 13-328,24 3-316,4 3-244,12 0-708,8 0-716,9 0-700,-3-12-1076,0 12 8,14 6-3225,-7 3-4760</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0.726"/>
    </inkml:context>
    <inkml:brush xml:id="br0">
      <inkml:brushProperty name="width" value="0.05" units="cm"/>
      <inkml:brushProperty name="height" value="0.05" units="cm"/>
      <inkml:brushProperty name="color" value="#E71224"/>
    </inkml:brush>
  </inkml:definitions>
  <inkml:trace contextRef="#ctx0" brushRef="#br0">188 0 13209,'-7'33'2144,"4"-12"1709,-7-8-2349,3 5-264,4 3-224,3 0-228,-4 12-272,-6 21-708,-3-15-640,-7-2-1212,-14 11-356,1 18-3205,-11-6-4608</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12.773"/>
    </inkml:context>
    <inkml:brush xml:id="br0">
      <inkml:brushProperty name="width" value="0.05" units="cm"/>
      <inkml:brushProperty name="height" value="0.05" units="cm"/>
      <inkml:brushProperty name="color" value="#E71224"/>
    </inkml:brush>
  </inkml:definitions>
  <inkml:trace contextRef="#ctx0" brushRef="#br0">19 408 11077,'-2'-1'213,"1"0"1,-1-1-1,1 0 1,-1 1-1,1-1 1,0 0-1,0 0 1,0 1-1,0-1 1,0 0-1,0 0 1,0 0-1,0 0 0,1 0 1,-1-1-1,1 1 1,0 0-1,0 0 1,-1 0-1,1 0 1,1-1-1,-1 1 1,0 0-1,0 0 0,1 0 1,-1 0-1,1 0 1,0 0-1,1-3 1,4-23 2226,-3 17-1962,-1 2 0,2-1 1,-1 0-1,1 1 0,1-1 0,0 1 0,0 0 0,1 1 1,0-1-1,0 1 0,1 0 0,0 1 0,0 0 0,1 0 0,0 0 1,16-9-1,11-6 273,1 2 1,68-29-1,-61 31-333,1 2-1,48-12 1,-78 25-340,0 0 1,1 0-1,-1 2 0,1 0 1,0 0-1,-1 2 0,1 0 0,-1 0 1,1 1-1,26 8 0,-36-8-66,0 0 0,0 0-1,-1 0 1,1 1 0,0-1-1,-1 1 1,1 1-1,-1-1 1,0 0 0,0 1-1,-1 0 1,1 0 0,-1 0-1,1 1 1,-1-1 0,3 7-1,-3-4-1,0 1-1,-1-1 0,0 1 1,0-1-1,-1 1 0,0 0 1,0 0-1,-1 0 1,0-1-1,-1 10 0,-2 8-2,-2-1 0,0 0 0,-2-1 0,-1 1-1,0-1 1,-14 24 0,-6 5-20,-2-1 0,-62 80 0,-90 81-93,25-29 95,106-112 150,50-69-139,0-1 1,0 1-1,0-1 1,1 1 0,-1 0-1,0-1 1,1 1-1,-1 0 1,1 0-1,0-1 1,-1 1 0,1 0-1,0 0 1,0 0-1,0 0 1,0-1-1,0 1 1,1 0 0,-1 0-1,1 0 1,-1-1-1,1 1 1,-1 0-1,1-1 1,0 1 0,0 0-1,0-1 1,0 1-1,0-1 1,0 1-1,0-1 1,3 2 0,0 1-2,1-1 1,-1 0 0,1 0 0,0-1 0,0 1 0,0-1-1,0 0 1,0-1 0,8 2 0,52 7-329,-1-4 0,1-3 0,95-7 0,-89 2-802,252-11-5653,-107 0-4168,-122 9 1352</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12.899"/>
    </inkml:context>
    <inkml:brush xml:id="br0">
      <inkml:brushProperty name="width" value="0.05" units="cm"/>
      <inkml:brushProperty name="height" value="0.05" units="cm"/>
      <inkml:brushProperty name="color" value="#E71224"/>
    </inkml:brush>
  </inkml:definitions>
  <inkml:trace contextRef="#ctx0" brushRef="#br0">486 0 19370,'-26'30'2936,"9"-2"4,-3-1-395,0 6-369,3 3-388,-10 6-776,-3 7-1012,-3 2 0,-1 6 0,-6 0 0,6-2 0,-2-4-896,-8-6-2748,0 3-261,14 16-3243,-3-4-7042</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14.696"/>
    </inkml:context>
    <inkml:brush xml:id="br0">
      <inkml:brushProperty name="width" value="0.05" units="cm"/>
      <inkml:brushProperty name="height" value="0.05" units="cm"/>
      <inkml:brushProperty name="color" value="#E71224"/>
    </inkml:brush>
  </inkml:definitions>
  <inkml:trace contextRef="#ctx0" brushRef="#br0">187 144 7165,'0'0'17494,"0"-3"-16969,-3-27 364,3 27 1001,0 1-1936,-4-32 38,4 33 6,1 1 0,-1-1 0,0 1 0,1-1 1,-1 0-1,0 1 0,1-1 0,-1 1 0,1-1 0,-1 1 1,0-1-1,1 1 0,-1 0 0,1-1 0,0 1 1,-1-1-1,1 1 0,-1 0 0,1 0 0,-1-1 1,1 1-1,0 0 0,0 0 0,0-1 7,0 1-1,0 0 1,0-1-1,0 1 1,-1-1-1,1 1 0,0-1 1,0 1-1,0-1 1,0 1-1,-1-1 1,1 0-1,0 1 1,-1-1-1,1 0 1,-1 0-1,1 0 1,-1 0-1,2-1 1,6-26 21,-7 26 408,-2 0-340,0 0 1,-1 1 0,1-1 0,-1 1 0,1 0 0,-1 0-1,0-1 1,0 1 0,1 0 0,-1 0 0,0 0 0,-3 0-1,-6 5-52,1 0-1,0 1 0,0 1 0,0-1 0,0 2 1,1-1-1,0 1 0,-8 9 0,0 0 68,1 0 0,0 2 1,-14 20-1,28-33-69,-1 0 0,1 0 0,0 0 0,0 0 0,0 0 1,1 0-1,0 1 0,0-1 0,0 1 0,1-1 0,0 1 0,0-1 1,1 10-1,1-2 8,0-1 1,1 1-1,0-1 0,7 17 1,-4-16-21,1-1 1,0 1-1,1-1 0,0 0 1,19 20-1,-24-28-22,125 136 150,50 57-95,-159-173-79,-1 1 1,-1 1-1,-1 1 0,13 31 0,-22-43 46,-2-1-1,0 2 0,-1-1 1,-1 1-1,0-1 1,-1 1-1,-1 0 0,0 0 1,-3 27-1,1-33-1773,1-19-555,0-34-4753,1 23-167</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15.465"/>
    </inkml:context>
    <inkml:brush xml:id="br0">
      <inkml:brushProperty name="width" value="0.05" units="cm"/>
      <inkml:brushProperty name="height" value="0.05" units="cm"/>
      <inkml:brushProperty name="color" value="#E71224"/>
    </inkml:brush>
  </inkml:definitions>
  <inkml:trace contextRef="#ctx0" brushRef="#br0">478 41 5228,'-10'4'1629,"0"-7"5913,6-7-1781,2 1-7301,1 6 3831,0 1-1568,0 0-432,0 1-1,0 0 1,0-1 0,0 1-1,0 0 1,-1 0 0,1 0-1,0 0 1,0 0-1,-1 0 1,1 0 0,-1 1-1,1-1 1,-1 0 0,-2 0-1,3 1-206,0 1-1,-1-1 0,1 1 0,0 0 0,0-1 1,0 1-1,0 0 0,0 0 0,0 0 0,0 0 1,0 0-1,0 0 0,0 0 0,0 0 1,0 0-1,1 0 0,-1 0 0,1 1 0,-1-1 1,1 0-1,-1 1 0,1-1 0,0 0 0,-1 2 1,-28 102 1481,20-68-1039,-13 38 1,-190 408 1261,147-344-1792,44-94 4,9-22 0,1 1 0,-10 33 0,17-35 0,4-20 0,0-1 0,0 1 0,0-1 0,1 1 0,-1-1 0,0 1 0,1-1 0,-1 1 0,1-1 0,-1 1 0,1-1 0,0 0 0,-1 1 0,1-1 0,0 0 0,0 1 0,0-1 0,0 0 0,0 0 0,2 2 0,0-2 0,0 1 0,-1-1 0,1 0 0,0 0 0,0 0 0,-1 0 0,1 0 0,0-1 0,0 1 0,4-1 0,8 1 0,0-2 0,0 0 0,23-5-1,-22 3 1,77-14-2108,110-35 1,-158 38 1370,-1-3-1,-1-1 1,-1-2 0,0-2 0,-2-1 0,44-34 0,-42 24 479,-1-1 0,-2-3 0,-2 0 0,-1-3 0,36-50 0,33-47 4343,-103 135-3095,-4 6 96,-13 26 32,1 1 0,2 0 0,-16 61 0,-12 108-824,33-163-297,-53 369 647,51-160-2669,22-83-4354,-1-107-1777,6-2-5711</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15.653"/>
    </inkml:context>
    <inkml:brush xml:id="br0">
      <inkml:brushProperty name="width" value="0.05" units="cm"/>
      <inkml:brushProperty name="height" value="0.05" units="cm"/>
      <inkml:brushProperty name="color" value="#E71224"/>
    </inkml:brush>
  </inkml:definitions>
  <inkml:trace contextRef="#ctx0" brushRef="#br0">456 0 17290,'-16'69'3424,"-4"-20"-84,6-16-308,1-3-431,-7 0-469,-4 3-1184,-9 6-948,-1 4 0,4-1 0,-13-3 0,6 0 0,-4-6-856,-5 10-3192,5 2-4125,-2-6-8533</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3.492"/>
    </inkml:context>
    <inkml:brush xml:id="br0">
      <inkml:brushProperty name="width" value="0.05" units="cm"/>
      <inkml:brushProperty name="height" value="0.05" units="cm"/>
      <inkml:brushProperty name="color" value="#E71224"/>
    </inkml:brush>
  </inkml:definitions>
  <inkml:trace contextRef="#ctx0" brushRef="#br0">181 4 11661,'-1'-1'485,"0"1"0,0-1 0,0 1 0,0 0-1,0-1 1,-1 1 0,1 0 0,0 0 0,0 0 0,0 0 0,0 0 0,0 0-1,0 0 1,0 0 0,0 0 0,-1 1 0,1-1 0,0 0 0,0 1 0,-1 0 0,0 0-241,1 0 0,-1 1 1,0-1-1,1 0 1,-1 1-1,1-1 0,0 1 1,-1 0-1,1-1 1,-1 4-1,-2 2-26,1 1-1,0-1 1,0 1-1,-2 14 1,-3 26 838,3 1 0,1 49 0,-1 12-113,-44 388 518,45-459-1804,-33 296-2439,27-166-1658,12-2-4631,6-66-2501</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4.101"/>
    </inkml:context>
    <inkml:brush xml:id="br0">
      <inkml:brushProperty name="width" value="0.05" units="cm"/>
      <inkml:brushProperty name="height" value="0.05" units="cm"/>
      <inkml:brushProperty name="color" value="#E71224"/>
    </inkml:brush>
  </inkml:definitions>
  <inkml:trace contextRef="#ctx0" brushRef="#br0">1190 84 9785,'81'-11'1712,"0"3"1,163 6 0,-150 7-1198,707 20 1596,-598-29-1861,391-58 1,-576 59-229,28-6 45,94-5-1,-124 14-87,-1 0-1,0 1 1,1 1-1,-1 1 0,0 0 1,0 1-1,0 1 0,-1 0 1,0 1-1,16 8 1,-4 3 26,-1 0-1,0 2 1,-2 0 0,0 2 0,20 23 0,93 123-62,-91-106 84,-4 3 1,-2 1-1,49 117 1,53 225 51,-113-296-55,-5 1 0,13 187 1,-21 230-893,-20-103-111,6-408 941,-2 0-1,-1 0 0,0 0 1,-1 0-1,-1-1 0,-1 1 0,-6 16 1,7-23 38,-1-2 1,0 1-1,-1-1 1,0 1-1,-1-1 1,1-1 0,-2 0-1,1 0 1,-1 0-1,0-1 1,-1 0-1,-16 10 1,5-5 3,-1-2 1,-1-1-1,1 0 1,-1-2-1,-43 9 0,-51 0 53,-311 19 80,-435 71 11,415-45-86,332-46-72,-476 48 349,457-55-314,1-7-1,-191-21 1,230 5-115,-133-40 0,-87-46-2186,84 25-3429,123 45-36</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5.903"/>
    </inkml:context>
    <inkml:brush xml:id="br0">
      <inkml:brushProperty name="width" value="0.05" units="cm"/>
      <inkml:brushProperty name="height" value="0.05" units="cm"/>
      <inkml:brushProperty name="color" value="#E71224"/>
    </inkml:brush>
  </inkml:definitions>
  <inkml:trace contextRef="#ctx0" brushRef="#br0">281 1 15933,'0'12'16447,"-1"-8"-16397,-2 0 1,1 0 0,0 0-1,-1 0 1,0 0 0,-6 6-1,5-6-17,-19 23-33,5-7 0,1 2 0,-28 44 0,40-58 0,2 0 0,-1 0 0,1 1 0,0-1 0,1 1 0,0-1 0,0 1 0,1 0 0,0 0 0,0 0 0,1 0 0,0 0 0,2 11 0,1-7 0,1 1 0,0-1 0,0 0 0,1 0 0,1 0 0,0-1 0,9 13 0,61 80 0,-56-80 0,8 12 0,10 11 0,36 60 0,-65-92 0,0 0 0,-1 0 0,-1 0 0,-1 1 0,0 0 0,-1 0 0,-1 1 0,3 27 0,-6-36 0,-1 0 0,-1-1 0,1 1 0,-2 0 0,1-1 0,-1 1 0,0 0 0,-1-1 0,0 0 0,0 0 0,-1 0 0,0 0 0,0 0 0,-1-1 0,0 0 0,0 0 0,-1 0 0,0 0 0,0-1 0,0 0 0,-9 6 0,-7 3 0,-1 0 0,-1-1 0,0-2 0,0 0 0,-43 13 0,50-19 22,0-1 0,0-1 0,-23 4 0,34-8-106,0 1 0,-1-1 0,1 0 0,0 0-1,-1-1 1,1 1 0,0-2 0,-1 1 0,1-1 0,0 1 0,0-2 0,-8-3 0,12 5-152,0 0-1,1 0 1,-1-1 0,1 1 0,-1 0 0,1-1 0,-1 1 0,1-1 0,0 1 0,0-1 0,0 1 0,0-1 0,0 0 0,0 0 0,0 0-1,1 1 1,-1-1 0,0 0 0,1 0 0,0 0 0,-1 0 0,1 0 0,0-3 0,1-1-1093,-1 0 0,1 0 0,0 1 0,1-1 0,-1 0 0,5-10 1,16-21-12482</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6.121"/>
    </inkml:context>
    <inkml:brush xml:id="br0">
      <inkml:brushProperty name="width" value="0.05" units="cm"/>
      <inkml:brushProperty name="height" value="0.05" units="cm"/>
      <inkml:brushProperty name="color" value="#E71224"/>
    </inkml:brush>
  </inkml:definitions>
  <inkml:trace contextRef="#ctx0" brushRef="#br0">31 1 18730,'1'2'5702,"1"3"-5044,-1-1 1,0 1 0,0-1 0,0 1-1,0-1 1,-1 1 0,0 0 0,0-1-1,0 1 1,-1 5 0,-12 49 499,4-14-1227,6-21 69,2 0 0,3 35 0,-1-31 0,-2 38 0,0-52-148,-11 173-1546,13-124-3182,6 0-4777,2-17-3759</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6.279"/>
    </inkml:context>
    <inkml:brush xml:id="br0">
      <inkml:brushProperty name="width" value="0.05" units="cm"/>
      <inkml:brushProperty name="height" value="0.05" units="cm"/>
      <inkml:brushProperty name="color" value="#E71224"/>
    </inkml:brush>
  </inkml:definitions>
  <inkml:trace contextRef="#ctx0" brushRef="#br0">17 43 13409,'-17'-6'7245,"41"3"-6625,-4 3-464,17 0-836,20-6-1100,-14-9-833,11 6-2187,3 6-3773</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6.495"/>
    </inkml:context>
    <inkml:brush xml:id="br0">
      <inkml:brushProperty name="width" value="0.05" units="cm"/>
      <inkml:brushProperty name="height" value="0.05" units="cm"/>
      <inkml:brushProperty name="color" value="#E71224"/>
    </inkml:brush>
  </inkml:definitions>
  <inkml:trace contextRef="#ctx0" brushRef="#br0">1 9 11857,'12'-3'1328,"0"1"-1,0 0 1,1 1-1,-1 0 0,1 1 1,-1 1-1,15 1 1,-11 1-462,1 1 1,-1 0-1,0 1 0,26 12 1,-9 1-258,-1 1 1,0 1-1,-1 2 1,29 27 0,-34-25-410,-1 0 1,-1 1 0,-1 2 0,-2 0 0,0 2-1,-2 0 1,-1 1 0,-1 1 0,23 63-1,-30-64-722,-1 0 0,-2 0-1,-1 0 1,-1 1 0,-2 0-1,-1 60 1,-4-69-453,-1 0 0,-1 0 0,-1 0 0,-11 33 0,-21 34-8524,16-43-1351</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6.619"/>
    </inkml:context>
    <inkml:brush xml:id="br0">
      <inkml:brushProperty name="width" value="0.05" units="cm"/>
      <inkml:brushProperty name="height" value="0.05" units="cm"/>
      <inkml:brushProperty name="color" value="#E71224"/>
    </inkml:brush>
  </inkml:definitions>
  <inkml:trace contextRef="#ctx0" brushRef="#br0">1 1 13517,'63'3'2040,"-46"0"-247,3 0-145,10 0-560,10 6-204,-3 0-236,7 6-336,6-3-440,4-3-1092,-1-6-1064,-2 3-3177,2 6-4392</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7.869"/>
    </inkml:context>
    <inkml:brush xml:id="br0">
      <inkml:brushProperty name="width" value="0.05" units="cm"/>
      <inkml:brushProperty name="height" value="0.05" units="cm"/>
      <inkml:brushProperty name="color" value="#E71224"/>
    </inkml:brush>
  </inkml:definitions>
  <inkml:trace contextRef="#ctx0" brushRef="#br0">24 426 11301,'-2'0'251,"0"-1"0,0 1 0,1-1 0,-1 1 0,0-1 0,0 0 0,0 1 0,1-1 0,-1 0 0,0 0 0,-1-2 0,3 2-8,0 0 0,0 0 0,1 1 0,-1-1 0,0 0 0,1 0 0,-1 0 0,1 1 0,-1-1 0,1 0 1,-1 1-1,1-1 0,-1 0 0,1 1 0,0-1 0,-1 0 0,1 1 0,0-1 0,0 1 0,0 0 0,-1-1 0,1 1 0,1-1 1,6-9 2647,-3 2-2368,-1 4-314,0 0 0,1 0 0,0 0 0,-1 0 0,1 1 0,1 0 0,-1 0 0,0 0 0,7-2 0,57-15 693,-49 15-699,280-52 1250,8 25-909,-162 19-404,8-3-21,1086-98-1828,-728 69-321,-180 7-4043,-290 34-72,-12 4-3926</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8.180"/>
    </inkml:context>
    <inkml:brush xml:id="br0">
      <inkml:brushProperty name="width" value="0.05" units="cm"/>
      <inkml:brushProperty name="height" value="0.05" units="cm"/>
      <inkml:brushProperty name="color" value="#E71224"/>
    </inkml:brush>
  </inkml:definitions>
  <inkml:trace contextRef="#ctx0" brushRef="#br0">134 0 14377,'150'103'6481,"-92"-61"-5090,-49-36-1287,0 1 0,-1 0 0,0 1 1,-1 0-1,0 0 0,0 0 0,0 1 0,-1 0 0,-1 0 0,1 1 0,-2 0 0,1 0 0,3 12 0,-4-9-40,-1 1-1,-1 0 1,0-1 0,-1 1 0,0 0-1,-1 0 1,0 1 0,-2-2 0,-4 27 0,-3-5-17,-2-2 0,-1 1 1,-1-1-1,-2-1 0,-2-1 1,-36 54-1,-4-9 78,-84 88 1,55-82 965,59-58-258,25-22-487,7-6-39,65-33-1021,82-32 1,-7 5-1981,-65 23 425,69-32-5354,-26 26-2883</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8.349"/>
    </inkml:context>
    <inkml:brush xml:id="br0">
      <inkml:brushProperty name="width" value="0.05" units="cm"/>
      <inkml:brushProperty name="height" value="0.05" units="cm"/>
      <inkml:brushProperty name="color" value="#E71224"/>
    </inkml:brush>
  </inkml:definitions>
  <inkml:trace contextRef="#ctx0" brushRef="#br0">1 90 13481,'64'-33'1728,"-48"18"-315,8 3-249,19-3-292,-6 9-416,-17 0-552,24 3-836,26 3-756,-16 6-3125,-14 9-3788</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8.489"/>
    </inkml:context>
    <inkml:brush xml:id="br0">
      <inkml:brushProperty name="width" value="0.05" units="cm"/>
      <inkml:brushProperty name="height" value="0.05" units="cm"/>
      <inkml:brushProperty name="color" value="#E71224"/>
    </inkml:brush>
  </inkml:definitions>
  <inkml:trace contextRef="#ctx0" brushRef="#br0">1 305 13233,'10'-33'2132,"13"15"113,14-6-145,-7 3-400,1 6-340,5-3-288,25-4-600,2-2-544,8 3-820,-1-12-1004,-3 0-1304,3 12-2245,14 0-4380</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8.960"/>
    </inkml:context>
    <inkml:brush xml:id="br0">
      <inkml:brushProperty name="width" value="0.05" units="cm"/>
      <inkml:brushProperty name="height" value="0.05" units="cm"/>
      <inkml:brushProperty name="color" value="#E71224"/>
    </inkml:brush>
  </inkml:definitions>
  <inkml:trace contextRef="#ctx0" brushRef="#br0">101 1 15605,'-16'3'5561,"2"9"-2709,1-3-360,3 6-363,0 0-413,3 6-332,0 6-356,-3 3-1028,4 25 0,2-16 0,1 0 0,6 12-656,4-5-1532,0-4-861,-4 3-1031,0 6-2641,11-6-6368</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9.244"/>
    </inkml:context>
    <inkml:brush xml:id="br0">
      <inkml:brushProperty name="width" value="0.05" units="cm"/>
      <inkml:brushProperty name="height" value="0.05" units="cm"/>
      <inkml:brushProperty name="color" value="#E71224"/>
    </inkml:brush>
  </inkml:definitions>
  <inkml:trace contextRef="#ctx0" brushRef="#br0">63 6 14461,'2'-1'342,"1"0"-1,0 0 1,-1 0-1,1 1 1,0-1-1,-1 1 1,1-1-1,0 1 1,0 0-1,-1 0 1,1 0-1,0 1 1,0-1-1,-1 1 1,1-1-1,0 1 1,-1 0-1,1 0 1,0 0-1,-1 0 1,1 1-1,-1-1 0,0 1 1,0-1-1,5 5 1,6 5 269,0 1 1,-1 0-1,11 14 1,-13-14-71,-2-4-440,-1 2-1,0-1 1,0 1-1,-1 0 1,-1 1 0,1-1-1,-2 1 1,1 0 0,-1 0-1,-1 1 1,0-1-1,-1 1 1,0 0 0,-1-1-1,0 1 1,-1 0-1,0 0 1,-1 0 0,0 0-1,-1-1 1,0 1-1,-1-1 1,0 1 0,-1-1-1,0 0 1,-10 18-1,-15 19 40,-1-2 0,-60 69 0,14-20 76,74-92-182,0-1 1,0 1 0,0 0 0,1 0-1,-1 0 1,1 0 0,0 1 0,0-1-1,0 0 1,0 0 0,-1 7-1,2-9-21,0 1 0,1-1 0,-1 1-1,0-1 1,1 1 0,-1-1-1,0 1 1,1-1 0,0 1 0,-1-1-1,1 0 1,0 1 0,0-1-1,0 0 1,0 1 0,0-1 0,0 0-1,0 0 1,0 0 0,0 0 0,1 0-1,-1 0 1,0 0 0,1-1-1,-1 1 1,2 0 0,12 5-29,-1 0 1,1-2 0,1 0 0,-1-1-1,25 3 1,86-1-1078,-105-4 804,80-4-3631,127-20 0,-127 11-2628,6 2-5045</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9.434"/>
    </inkml:context>
    <inkml:brush xml:id="br0">
      <inkml:brushProperty name="width" value="0.05" units="cm"/>
      <inkml:brushProperty name="height" value="0.05" units="cm"/>
      <inkml:brushProperty name="color" value="#E71224"/>
    </inkml:brush>
  </inkml:definitions>
  <inkml:trace contextRef="#ctx0" brushRef="#br0">1 371 16434,'7'5'524,"0"0"0,1-1 0,-1 1 0,1-2 0,0 1 1,1-1-1,-1-1 0,0 1 0,1-1 0,-1-1 1,18 2-1,9-2 1328,60-6 1,-49 1-747,478-32 3539,0-17-3433,510-107-6549,-725 86 358,-108 14-5318,-135 40 502</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29.751"/>
    </inkml:context>
    <inkml:brush xml:id="br0">
      <inkml:brushProperty name="width" value="0.05" units="cm"/>
      <inkml:brushProperty name="height" value="0.05" units="cm"/>
      <inkml:brushProperty name="color" value="#E71224"/>
    </inkml:brush>
  </inkml:definitions>
  <inkml:trace contextRef="#ctx0" brushRef="#br0">328 1 17382,'-10'5'520,"-32"19"3241,-67 50-1,97-63-3301,-1 1 0,1-1 0,1 2 0,0 0 1,1 0-1,0 1 0,1 0 0,-13 27 0,15-26-310,1 0 1,1 0-1,0 1 1,1-1-1,1 1 1,1 0-1,0 0 1,0 0-1,2 1 1,1 18-1,1-21-172,1-1-1,0 0 1,0 0-1,1-1 1,1 1-1,0-1 0,1 0 1,0 0-1,1 0 1,0-1-1,1 0 0,17 19 1,-8-14-101,0-1 0,1-1 1,1 0-1,1-1 0,0-1 0,0-1 1,1-1-1,1 0 0,43 12 1,9-3-353,127 16 1,-194-34 458,124 12-294,-116-12 305,0-1 0,0-1 1,0-1-1,-1 0 1,1-1-1,24-8 0,-39 11 13,1 0-1,-1 0 0,0 0 1,1 0-1,-1 0 1,1 0-1,-1 0 1,0 0-1,1-1 0,-1 1 1,0 0-1,1 0 1,-1 0-1,0 0 0,1-1 1,-1 1-1,0 0 1,0 0-1,1-1 0,-1 1 1,0 0-1,0 0 1,1-1-1,-1 1 0,0 0 1,0-1-1,0 1 1,0 0-1,1-1 0,-1 1 1,0 0-1,0-1 1,0 1-1,0 0 0,0-1 1,0 1-1,0 0 1,0-1-1,0 1 0,0-1 1,0 0-1,-16-9 193,-32-5 67,-98-13-120,-250-14-1,322 36-802,-13-4-1291,9 1-2661,29 7-3989</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30.467"/>
    </inkml:context>
    <inkml:brush xml:id="br0">
      <inkml:brushProperty name="width" value="0.05" units="cm"/>
      <inkml:brushProperty name="height" value="0.05" units="cm"/>
      <inkml:brushProperty name="color" value="#E71224"/>
    </inkml:brush>
  </inkml:definitions>
  <inkml:trace contextRef="#ctx0" brushRef="#br0">16 168 8461,'-2'-2'335,"1"0"0,-1-1 0,1 1 0,-1 0 0,1 0 0,0-1 0,0 1 0,0-1 1,0 1-1,0-1 0,1 1 0,-1-1 0,1 0 0,-1 1 0,1-1 0,0 1 0,0-1 0,0 0 0,1 1 1,-1-1-1,1 0 0,-1 1 0,1-1 0,0 1 0,0-1 0,0 1 0,0 0 0,0-1 0,1 1 0,-1 0 0,1 0 1,-1 0-1,1 0 0,0 0 0,3-3 0,6-3 43,0 0-1,1 0 1,0 1-1,1 1 1,-1 0 0,1 0-1,0 2 1,18-5 0,-12 4 37,1 1 1,0 1 0,0 0 0,0 2-1,27 1 1,-39 0-287,1 1 1,-1 1-1,1 0 0,-1 0 1,0 0-1,0 1 0,0 0 1,-1 1-1,1 0 0,12 8 0,-16-9-73,0 0 0,0 0 0,-1 1-1,1-1 1,-1 1 0,0 0-1,0 0 1,0 0 0,-1 0-1,1 1 1,-1-1 0,0 1-1,0 0 1,-1-1 0,1 1 0,-1 0-1,0 0 1,0 0 0,0 5-1,-3 18 105,0 0 0,-2-1 0,-1 1 0,-1-1 0,-18 50 0,-2 10 12,20-61-127,0-1 0,1 2 0,2-1 0,0 1 1,2 27-1,2-46-42,-1 0 0,1 0 0,1 0 0,-1 0 0,1 0 0,1-1 0,-1 1 0,1-1 0,1 1 0,-1-1 0,1 0 0,1-1 0,-1 1 0,1-1 0,0 1 1,1-2-1,-1 1 0,1 0 0,0-1 0,1 0 0,7 4 0,1-1-10,1 0-1,0-2 1,0 0 0,1-1 0,-1-1-1,1 0 1,0-1 0,22 1 0,11-2-112,77-6 0,-37-5-815,-2-4 0,172-48 0,-248 57 571,-1 0 1,1 0-1,-1-1 1,0 0-1,0-1 1,14-11-1,1-5-3550,1-6-4535,-11 11-987</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30.955"/>
    </inkml:context>
    <inkml:brush xml:id="br0">
      <inkml:brushProperty name="width" value="0.05" units="cm"/>
      <inkml:brushProperty name="height" value="0.05" units="cm"/>
      <inkml:brushProperty name="color" value="#E71224"/>
    </inkml:brush>
  </inkml:definitions>
  <inkml:trace contextRef="#ctx0" brushRef="#br0">11 142 13585,'-11'-21'2100,"25"0"-403,9-10-257,4 13-256,0 6-324,10-3-284,10 3-348,10 0-672,10 12-912,6 6-752,1 0-3173,0 12-4216</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31.096"/>
    </inkml:context>
    <inkml:brush xml:id="br0">
      <inkml:brushProperty name="width" value="0.05" units="cm"/>
      <inkml:brushProperty name="height" value="0.05" units="cm"/>
      <inkml:brushProperty name="color" value="#E71224"/>
    </inkml:brush>
  </inkml:definitions>
  <inkml:trace contextRef="#ctx0" brushRef="#br0">18 323 12325,'-10'-9'5357,"6"-9"-2761,1 3-300,23-3-300,20-6-236,-6 6-583,9-3-453,14-3-540,24 0-1032,6-4-577,-4-8-1099,18 3-1348,3 9-2001,-4-6-5016</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34.997"/>
    </inkml:context>
    <inkml:brush xml:id="br0">
      <inkml:brushProperty name="width" value="0.05" units="cm"/>
      <inkml:brushProperty name="height" value="0.05" units="cm"/>
      <inkml:brushProperty name="color" value="#E71224"/>
    </inkml:brush>
  </inkml:definitions>
  <inkml:trace contextRef="#ctx0" brushRef="#br0">411 72 4224,'0'0'14397,"18"-23"-13249,-10 1-1114,-7 19 1560,-3 4-1665,-18 7 633,19-17 692,4-15-1246,-7 26 97,-9 3 54,1 1-1,0 0 1,0 1-1,1 0 0,0 1 1,0 0-1,1 1 0,-10 11 1,-75 88 1074,92-104-1203,-34 44 402,-39 64 0,64-93-367,0 2 0,1-1 0,1 1 0,1 1 0,1 0 0,1 0 0,1 1 0,1 0 0,1 0 0,1 0 0,0 0 0,2 0 0,1 1 0,5 37 0,-3-47-44,0-1-1,1 0 1,1 1-1,0-1 1,1 0-1,0-1 1,1 1 0,0-1-1,1 0 1,1-1-1,16 21 1,-12-19-38,1-1 1,0-1 0,0 1-1,1-2 1,1 0 0,0-1-1,0 0 1,27 10 0,-20-11-32,0 0 0,1-2 0,0 0 0,0-2 0,0-1 0,0 0 0,1-2 0,-1-1 0,1 0 0,-1-2 0,0-1 0,1-1 0,-1-1 0,25-8-1,-41 10 33,0 0-1,0 0 1,0 0-1,0-1 1,11-8-1,-16 10 4,1 0 0,-1-1 0,0 1 0,0 0-1,0-1 1,0 1 0,0-1 0,-1 1-1,1-1 1,-1 0 0,0 0 0,0 0-1,0 1 1,0-1 0,0 0 0,-1 0-1,1-5 1,-1 2 9,0 1-1,0 0 0,-1-1 1,1 1-1,-2 0 1,1 0-1,0 0 1,-1 0-1,0 0 0,0 0 1,0 1-1,-1-1 1,-5-7-1,2 4 1,-1 1-1,0-1 1,0 1 0,0 1-1,-1-1 1,-16-8 0,1 2-64,0 1 1,-2 1-1,1 2 1,-47-12-1,29 10-711,-49-4 1,74 13-191,0 1 0,0 1 0,0 0 0,0 1 0,-30 6 0,15 6-5124,4 10-3852</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35.152"/>
    </inkml:context>
    <inkml:brush xml:id="br0">
      <inkml:brushProperty name="width" value="0.05" units="cm"/>
      <inkml:brushProperty name="height" value="0.05" units="cm"/>
      <inkml:brushProperty name="color" value="#E71224"/>
    </inkml:brush>
  </inkml:definitions>
  <inkml:trace contextRef="#ctx0" brushRef="#br0">61 43 13221,'-20'-21'4569,"7"12"-3937,-1-3-860,7 27-7289,1 0-176</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40.546"/>
    </inkml:context>
    <inkml:brush xml:id="br0">
      <inkml:brushProperty name="width" value="0.05" units="cm"/>
      <inkml:brushProperty name="height" value="0.05" units="cm"/>
      <inkml:brushProperty name="color" value="#E71224"/>
    </inkml:brush>
  </inkml:definitions>
  <inkml:trace contextRef="#ctx0" brushRef="#br0">576 72 7285,'-2'-2'117,"0"0"0,1-1 1,-1 1-1,0-1 0,1 0 1,0 1-1,-1-1 0,1 0 1,0-3-1,-1-10 2741,-9-11 3150,13 34-5883,0-1 0,0 1 1,-1-1-1,1 1 1,-1 0-1,-1 0 0,1-1 1,-1 1-1,-2 11 0,-12 69 486,7-50-360,1 1-60,1 0-1,2 0 1,1 1-1,2-1 1,2 0-1,2 0 1,9 44-1,1-27-81,1 0 1,3-2-1,3 0 0,2-1 0,39 66 1,36 53 86,-84-146-208,20 37-30,-32-57 44,0 0 1,0 0-1,-1 0 1,0 0 0,0 0-1,0 0 1,0 0-1,-1 1 1,0-1-1,0 9 1,-1-11-3,1-1 0,-1 1 0,0-1 0,1 0 0,-1 1 1,0-1-1,-1 0 0,1 0 0,0 1 0,0-1 0,-1 0 1,0 0-1,1-1 0,-1 1 0,0 0 0,0 0 0,0-1 0,-4 3 1,2-2-25,-1 0 1,1 0 0,-1 0-1,0-1 1,0 0 0,0 0 0,1 0-1,-11 0 1,-6-1-131,1-2 0,0 0 0,-32-8 1,-49-14-1660,-153-60 0,29-17-6028,150 61 1325</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40.735"/>
    </inkml:context>
    <inkml:brush xml:id="br0">
      <inkml:brushProperty name="width" value="0.05" units="cm"/>
      <inkml:brushProperty name="height" value="0.05" units="cm"/>
      <inkml:brushProperty name="color" value="#E71224"/>
    </inkml:brush>
  </inkml:definitions>
  <inkml:trace contextRef="#ctx0" brushRef="#br0">1 323 10005,'16'-54'1400,"-6"15"-200,0 12-300,4-1 16,-4 13-204,3-9-144,1 3-244,66-66-3996,-46 66 64,2 15-2153</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41.196"/>
    </inkml:context>
    <inkml:brush xml:id="br0">
      <inkml:brushProperty name="width" value="0.05" units="cm"/>
      <inkml:brushProperty name="height" value="0.05" units="cm"/>
      <inkml:brushProperty name="color" value="#E71224"/>
    </inkml:brush>
  </inkml:definitions>
  <inkml:trace contextRef="#ctx0" brushRef="#br0">1 1 356</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47.244"/>
    </inkml:context>
    <inkml:brush xml:id="br0">
      <inkml:brushProperty name="width" value="0.05" units="cm"/>
      <inkml:brushProperty name="height" value="0.05" units="cm"/>
      <inkml:brushProperty name="color" value="#E71224"/>
    </inkml:brush>
  </inkml:definitions>
  <inkml:trace contextRef="#ctx0" brushRef="#br0">7 359 5452,'-6'-30'10454,"8"28"-10090,6-4-273,1-1-1,0 1 0,0 1 1,1 0-1,-1 0 1,1 1-1,16-5 1,82-16 74,-75 18-98,410-59-216,-263 43-528,259-45-2062,-146 14-2137,-93 18-925</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57.981"/>
    </inkml:context>
    <inkml:brush xml:id="br0">
      <inkml:brushProperty name="width" value="0.05" units="cm"/>
      <inkml:brushProperty name="height" value="0.05" units="cm"/>
      <inkml:brushProperty name="color" value="#E5F420"/>
    </inkml:brush>
  </inkml:definitions>
  <inkml:trace contextRef="#ctx0" brushRef="#br0">91 755 10605,'0'0'11380,"-1"2"-11297,-3 2-3,0 0-1,0 0 0,1 1 1,0-1-1,0 1 1,0 0-1,0 0 1,1 0-1,0 1 1,0-1-1,0 0 1,1 1-1,-2 10 1,7-36 569,-3 19-604,-1-1 0,1 0 0,-1 0 0,1 0 0,-1 0 0,0 0 0,0 0 0,0 1 0,0-1 0,0 0 0,0-2 0,-5-24 1130,-7-20 78,5 27-899,2 0 0,0 0 0,1-1 0,-2-34-1,0-2 53,2 34 254,1-37 0,3 72-333,1 1 1,1-1-1,4 18 0,2 7 50,42 498 411,-32-183-2300,-16-331 698,1-1 1,1 0-1,0 0 0,2 0 1,0-1-1,1 0 0,15 27 1,-7-63-1397,-12 13 1980,0-1-1,0 1 1,-1-1-1,1 0 1,-2 0 0,1 0-1,0 0 1,0-11-1,1-56-572,-3 29 191,41-773-3748,-19 597 5325,1-3 1181,-22 209-1997,6-49 452,-6 60-525,0-1 0,0 1 1,0-1-1,0 1 0,1-1 0,-1 1 0,1 0 0,0 0 1,0 0-1,0 0 0,1 0 0,-1 0 0,1 0 0,3-2 0,-5 4-42,1 0 0,-1 0 0,0 0-1,1 1 1,-1-1 0,1 1-1,0-1 1,-1 1 0,1-1-1,-1 1 1,1 0 0,0 0-1,-1 0 1,1 0 0,-1 0 0,1 0-1,0 0 1,2 2 0,1-1 19,-1 1 0,1 0 0,-1 0 1,1 0-1,-1 0 0,6 5 0,3 3 126,0 1 0,22 25-1,-18-15-73,-1 1-1,-1 1 1,-1 0-1,-1 1 1,-1 0-1,-1 1 1,-1 0 0,8 31-1,0 18 53,14 124-1,-11 4 211,-20-197-247,13-23 77,-3-1-186,-1 0-1,0 0 1,8-29 0,13-26-8,-8 27 6,1-2-16,47-76 0,-63 114 1,0-1 1,1 2-1,0-1 1,1 1 0,0 0-1,0 1 1,1 0 0,0 1-1,0 0 1,1 1 0,22-10-1,-28 14 12,1 1-1,0 0 0,0 0 0,0 1 0,1 0 1,-1 1-1,0-1 0,0 1 0,0 0 0,1 1 1,-1 0-1,0 0 0,0 1 0,0-1 1,0 2-1,0-1 0,-1 1 0,1 0 0,-1 0 1,1 1-1,-1-1 0,0 1 0,0 1 0,7 7 1,9 10 73,-1 1 1,-2 1 0,0 0 0,22 40-1,-13-21 38,97 174 24,-28-44-822,-73-136-323,1-1 0,42 47 0,-61-76 407,33 31-1405,-8-19-4626,-9-15-1408</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58.835"/>
    </inkml:context>
    <inkml:brush xml:id="br0">
      <inkml:brushProperty name="width" value="0.05" units="cm"/>
      <inkml:brushProperty name="height" value="0.05" units="cm"/>
      <inkml:brushProperty name="color" value="#E5F420"/>
    </inkml:brush>
  </inkml:definitions>
  <inkml:trace contextRef="#ctx0" brushRef="#br0">0 921 9297,'59'-12'10471,"82"6"-8304,-30-2-1323,-107 7-693,-1 1-82,2-1-58,15-4 57,-18-1-41,-12-3-17,6 7-6,1 1-1,0 0 0,-1 0 0,1 0 0,-1 0 0,0 0 0,1 1 0,-1 0 1,1-1-1,-1 1 0,0 1 0,1-1 0,-1 0 0,0 1 0,1 0 0,-1 0 1,1 0-1,-1 0 0,-4 3 0,-5 1 21,1 2 0,-1-1 0,-21 18-1,20-13 2,0 1 0,1 1 0,1 0 0,0 1 0,1 0-1,0 1 1,2 0 0,-14 26 0,18-31-14,1 0 1,-1 0-1,2 1 0,-1-1 0,1 1 1,1 0-1,0 0 0,1 0 1,0 0-1,0 0 0,2 0 0,-1 0 1,1 0-1,1 0 0,2 13 1,-1-18-4,-1 1 1,1 0 0,0-1 0,1 0 0,-1 0 0,1 0 0,1 0 0,-1-1 0,1 1 0,0-1 0,0-1 0,10 9 0,-5-7-18,0 0 1,0-1-1,0 0 0,1 0 0,-1-1 1,1 0-1,14 2 0,6-1-77,1-1 0,-1-2 0,1-1 0,55-5 0,-31-1-44,1-2 0,-1-3 0,0-3 0,76-26 0,-105 28 98,0 0 0,-1-2 1,0-1-1,-1 0 0,-1-2 0,0-1 1,-1-2-1,-1 0 0,-1-1 0,29-34 1,-40 40 17,-1 0 1,0 0-1,-1 0 1,-1-1-1,8-22 1,-12 29 4,-1 1 0,1-1 1,-2 0-1,1 0 1,-1 0-1,0 0 1,-1 0-1,0 0 1,0 0-1,-1 0 1,0 0-1,0 0 1,-3-10-1,3 16 7,0 1 0,0-1-1,1 0 1,-1 0 0,-1 0 0,1 0 0,0 1-1,0-1 1,-1 1 0,1-1 0,-1 1-1,1-1 1,-1 1 0,1 0 0,-1 0 0,0 0-1,0 0 1,0 0 0,1 0 0,-1 0-1,0 0 1,0 1 0,0-1 0,0 1 0,0 0-1,-1-1 1,1 1 0,0 0 0,0 0 0,0 0-1,0 1 1,0-1 0,0 0 0,0 1-1,0 0 1,0-1 0,0 1 0,0 0 0,-2 1-1,-7 3-9,1 0 0,-1 1 0,1 0 0,0 1 0,-14 12 0,5 0-33,0 0 1,2 1 0,1 1 0,0 0-1,2 1 1,0 1 0,1 1-1,2-1 1,0 2 0,2 0 0,-9 37-1,16-54-50,1-1 1,-1 1-1,2 0 0,-1-1 0,1 1 0,1 0 1,-1-1-1,1 1 0,4 14 0,-4-19 76,-1-1-1,1 0 1,0 0 0,0 0-1,0 1 1,0-1 0,0 0-1,1 0 1,-1 0 0,1-1-1,-1 1 1,1 0 0,0 0-1,-1-1 1,1 1-1,0-1 1,0 0 0,0 1-1,0-1 1,0 0 0,1 0-1,-1 0 1,0-1 0,0 1-1,1 0 1,-1-1 0,0 0-1,1 1 1,-1-1 0,0 0-1,1 0 1,3-1-1,2 0 2,-1-1 0,0 0-1,1 0 1,-1 0-1,0-1 1,0 0-1,0-1 1,-1 1-1,1-1 1,11-10-1,0-2 17,0-2 0,16-20 0,-17 17 26,33-28-1,-43 43-26,-1 1 1,1 0-1,1 0 0,-1 1 1,1 0-1,-1 0 0,1 1 1,0 0-1,11-2 0,23-4 71,-26 6-372,1 0 1,-1-1 0,0 0-1,0-2 1,0 0 0,0 0 0,23-15-1,-24 10 80,-1-1-1,0-1 1,-1 0-1,-1 0 1,0-2-1,0 1 1,-2-1-1,0-1 1,0 0-1,-2 0 0,0-1 1,7-22-1,2-12 888,-3-1-1,15-105 1,-18 46 974,-5-112-1,-2 57 397,-5 126-1308,2 9 84,1 34-456,4 18-65,50 350 1554,-42-247-1562,60 264-168,-68-359-287,0-2-48,-4-14 79,0-1-1,1 0 1,1 1-1,0-1 0,0-1 1,8 13-1,-12-22 123,1-1 0,0 0 0,0 0 0,0 0 0,0 0 1,0 0-1,0 0 0,0 0 0,0 0 0,0 0 0,0-1 0,0 1 0,1 0 0,-1-1 0,0 1 0,1-1 0,-1 1 0,0-1 0,1 1 0,-1-1 0,1 0 0,-1 0 0,2 0 0,1 0-7,-1-1-1,1 1 0,0-1 1,-1 0-1,1 0 0,0 0 1,-1-1-1,6-3 0,5-3-86,0-1-1,-1-1 1,15-14-1,4-8-475,-24 23-675,1-1 1,1 1-1,-1 1 1,18-12-1</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58.993"/>
    </inkml:context>
    <inkml:brush xml:id="br0">
      <inkml:brushProperty name="width" value="0.05" units="cm"/>
      <inkml:brushProperty name="height" value="0.05" units="cm"/>
      <inkml:brushProperty name="color" value="#E5F420"/>
    </inkml:brush>
  </inkml:definitions>
  <inkml:trace contextRef="#ctx0" brushRef="#br0">0 22 8713,'13'-9'1260,"-3"-3"1004,11 24-1844,-5-3-96,-2 9-160,6 15-92,-3-9-284,-4 0-256,0 6-280,-6-12-752,0 7-1568,3-1-1169</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59.555"/>
    </inkml:context>
    <inkml:brush xml:id="br0">
      <inkml:brushProperty name="width" value="0.05" units="cm"/>
      <inkml:brushProperty name="height" value="0.05" units="cm"/>
      <inkml:brushProperty name="color" value="#E5F420"/>
    </inkml:brush>
  </inkml:definitions>
  <inkml:trace contextRef="#ctx0" brushRef="#br0">133 16 15409,'-12'0'803,"-12"-1"1476,23-3-211,14-6 5174,-12 33-3909,0 25-3007,-2-1 1,-2 0 0,-2-1-1,-15 59 1,-20 136-327,23-76-200,16-151-884,0-1 1,-1 1-1,-5 16 0,-7 11-10771</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59.730"/>
    </inkml:context>
    <inkml:brush xml:id="br0">
      <inkml:brushProperty name="width" value="0.05" units="cm"/>
      <inkml:brushProperty name="height" value="0.05" units="cm"/>
      <inkml:brushProperty name="color" value="#E5F420"/>
    </inkml:brush>
  </inkml:definitions>
  <inkml:trace contextRef="#ctx0" brushRef="#br0">1 3 13561,'0'-3'1972,"13"15"1693,-6 9-3037,36 64-3636,-19-49-1945,-8 9-3928</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0.108"/>
    </inkml:context>
    <inkml:brush xml:id="br0">
      <inkml:brushProperty name="width" value="0.05" units="cm"/>
      <inkml:brushProperty name="height" value="0.05" units="cm"/>
      <inkml:brushProperty name="color" value="#E5F420"/>
    </inkml:brush>
  </inkml:definitions>
  <inkml:trace contextRef="#ctx0" brushRef="#br0">275 7 12993,'-10'0'650,"-1"2"0,1 0 0,0 0 0,-1 1 0,1 0-1,0 0 1,0 1 0,1 1 0,-1-1 0,-13 11 0,14-9-373,1 1 0,0 0 0,1 0 0,-1 1 0,2 0 0,-11 15 0,-4 9-93,-16 34-1,32-56-500,0 0 0,1 1 0,1 0 0,-1-1 0,2 1 0,0 0 0,0 0 0,0 14-1,2-24 285,0 1-1,0-1 0,0 1 0,0-1 0,0 1 1,0-1-1,1 1 0,-1-1 0,1 1 0,-1-1 0,1 1 1,0-1-1,-1 0 0,1 1 0,0-1 0,0 0 1,0 0-1,0 0 0,0 0 0,0 1 0,0-1 0,0 0 1,1-1-1,-1 1 0,2 1 0,0-1 11,1 0-1,-1 0 1,1 0-1,-1 0 1,1 0-1,-1-1 1,1 0 0,0 0-1,-1 0 1,6-1-1,8-1 462,0-2 0,-1 0 0,28-11 0,-34 11 453,-1-1 1,1-1-1,-1 1 1,15-14-1,20-13 701,312-182-718,-335 202-872,-11 5-3,0 1 0,0 0 1,1 1-1,0 0 0,12-4 1,-21 9 18,0-1 0,0 1 0,0-1 0,0 1 0,1 0 0,-1 0 0,0 0 0,0 0 0,1 0 0,-1 0 0,0 1 0,0-1 0,0 1 0,0-1 0,0 1 0,1 0 0,-1 0 0,0 0 0,-1 0 0,1 0 0,0 1 0,0-1 0,0 0 0,-1 1 0,1-1 0,-1 1 0,1 0 0,-1 0 0,0-1 0,1 1 0,-1 0 0,1 3 1,1 2 34,0 1 1,0-1 0,-1 1-1,0-1 1,1 13 0,4 16 38,-1-12-390,20 43 0,-22-57-210,1-1 1,0 0 0,0 0-1,1 0 1,1-1-1,-1 0 1,9 8-1,-11-13-173,0 0-1,0-1 0,0 0 0,0 1 0,1-2 0,-1 1 0,0 0 0,1-1 1,0 0-1,-1 0 0,6 1 0,6 1-2441,26 6-6071</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0.811"/>
    </inkml:context>
    <inkml:brush xml:id="br0">
      <inkml:brushProperty name="width" value="0.05" units="cm"/>
      <inkml:brushProperty name="height" value="0.05" units="cm"/>
      <inkml:brushProperty name="color" value="#E5F420"/>
    </inkml:brush>
  </inkml:definitions>
  <inkml:trace contextRef="#ctx0" brushRef="#br0">364 1132 12189,'11'-7'967,"1"1"0,-1 0-1,1 1 1,0 1 0,24-7 0,-13 2 2753,-22 8-3598,0 1-1,0-1 0,0 0 0,0 1 1,0-1-1,0 1 0,0 0 1,0-1-1,0 1 0,0 0 1,0 0-1,0-1 0,1 1 1,-1 0-1,0 0 0,0 0 0,0 0 1,0 0-1,0 1 0,0-1 1,0 0-1,0 0 0,0 1 1,2 0-1,16 6 251,-15-5 147,-4 1-342,0 32 404,-1-34-525,0 0 0,1-1 0,-1 1 0,0 0 0,0-1 0,0 1 0,0-1 0,0 1 0,0-1 0,0 0 0,0 1 0,0-1 0,0 0 0,0 0 0,0 0 0,0 0-1,-2 0 1,2 0 23,0 1-22,0-1 1,0 0-1,0 0 1,-1 0-1,1 0 1,0 0-1,0 0 1,-1 0-1,1 0 0,0 0 1,0 0-1,0-1 1,0 1-1,-1 0 1,1-1-1,0 1 1,0-1-1,0 0 1,0 1-1,0-1 1,0 0-1,0 1 1,-1-3-1,0 1 12,0-1-1,0 1 1,0-1-1,1 0 1,-1 0 0,1 0-1,0 0 1,-2-6-1,0-5 50,0 0 1,2 0-1,-1-16 0,1-53 76,4 0-1,3 0 1,4 1 0,4 0 0,30-102 0,23-26-182,-55 177-32,3 1 1,0 0 0,2 2 0,24-34 0,-40 62 16,0 0 0,1 0 1,-1 0-1,1 1 0,0-1 1,-1 0-1,1 1 0,0 0 1,0-1-1,0 1 0,0 0 1,0 0-1,0 0 0,1 0 1,-1 0-1,0 0 1,0 1-1,1-1 0,-1 1 1,0 0-1,1-1 0,-1 1 1,0 0-1,1 0 0,-1 1 1,1-1-1,-1 0 0,0 1 1,0 0-1,1-1 0,-1 1 1,0 0-1,3 2 1,0 0-1,1 0 1,-1 0-1,0 1 1,0 0 0,-1 0-1,1 1 1,-1-1 0,0 1-1,0 0 1,6 11 0,2 8-3,0 1 0,-2 0 0,-2 1 1,8 29-1,14 111 10,-21-91 26,-1 114 0,-18 77 8,7-217-68,-7 16 12,10-62-24,-4-3 35,1 0 0,0-1 0,-1 0 0,1 0 0,0 0 0,-1 0 0,1 0 0,0-1 0,0 1 0,0-1 0,0 0 0,0 0 0,1 0 0,-1 0-1,1-1 1,-1 1 0,1-1 0,-3-2 0,-4-8-3,-1-1 0,-11-22 0,12 19-5,-9-15 2,-55-85-75,65 105 77,-1 1 0,0 0 1,0 1-1,-1 0 0,-1 1 1,0 0-1,-17-11 0,25 19 9,0 0 1,0-1-1,-1 2 0,1-1 0,0 0 0,-1 1 0,1-1 1,0 1-1,-1 0 0,1 0 0,-1 0 0,1 1 1,0-1-1,-1 1 0,1 0 0,0 0 0,-4 1 0,-2 1 7,1 1-1,-1 0 0,1 0 0,-9 7 0,8-4-3,1 0 0,0 1 0,1 0 0,-1 1 0,2-1 0,-1 1 0,1 1 0,1-1 0,0 1 0,-6 15 0,-7 21 22,2 1 0,3 1-1,1 0 1,-5 53-1,7-43 3,-134 874 303,48-246-371,27-163-423,43-258-1022,21-187-1288,8 105 1,-3-179 1815,0 1 0,1 0 0,0-1 1,0 1-1,0-1 0,0 0 0,1 1 1,2 4-1,-2-6-318,5 13-9368</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0.982"/>
    </inkml:context>
    <inkml:brush xml:id="br0">
      <inkml:brushProperty name="width" value="0.05" units="cm"/>
      <inkml:brushProperty name="height" value="0.05" units="cm"/>
      <inkml:brushProperty name="color" value="#E5F420"/>
    </inkml:brush>
  </inkml:definitions>
  <inkml:trace contextRef="#ctx0" brushRef="#br0">1 320 15017,'77'-27'2281,"-44"6"-517,11 0-408,6 0-224,7 0-276,7-1-224,13 4-476,10-6-280,13 0-484,1-3-540,-1 0-512,11-6-396,-11 0-825</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1.172"/>
    </inkml:context>
    <inkml:brush xml:id="br0">
      <inkml:brushProperty name="width" value="0.05" units="cm"/>
      <inkml:brushProperty name="height" value="0.05" units="cm"/>
      <inkml:brushProperty name="color" value="#E5F420"/>
    </inkml:brush>
  </inkml:definitions>
  <inkml:trace contextRef="#ctx0" brushRef="#br0">370 1 8537,'0'18'554,"-1"0"0,-1 0 0,-1 1 1,0-2-1,-2 1 0,0 0 0,-1-1 0,-9 20 1,-158 234 5163,43-75-2939,126-189-2584,0 0 0,0 0 0,0 0 1,1 1-1,-4 15 0,7-22-179,0 1 1,-1-1-1,1 0 0,0 0 0,0 1 1,0-1-1,0 0 0,0 1 1,1-1-1,-1 0 0,0 0 0,0 1 1,1-1-1,-1 0 0,1 0 1,-1 0-1,1 1 0,0-1 0,-1 0 1,1 0-1,0 0 0,0 0 1,0 0-1,0 0 0,0-1 0,0 1 1,0 0-1,0 0 0,0-1 1,0 1-1,0 0 0,0-1 0,1 1 1,-1-1-1,0 0 0,0 1 1,1-1-1,-1 0 0,0 0 0,0 0 1,1 0-1,-1 0 0,0 0 1,1 0-1,0 0 0,16-1-200,0 0 0,1-1 0,-1-1 0,29-8 0,74-29-2321,-105 34 2035,28-9-834,91-30-5717,-32 20-1717</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1.328"/>
    </inkml:context>
    <inkml:brush xml:id="br0">
      <inkml:brushProperty name="width" value="0.05" units="cm"/>
      <inkml:brushProperty name="height" value="0.05" units="cm"/>
      <inkml:brushProperty name="color" value="#E5F420"/>
    </inkml:brush>
  </inkml:definitions>
  <inkml:trace contextRef="#ctx0" brushRef="#br0">0 64 14781,'20'-6'1981,"4"2"-397,-1-5-424,-3 3-116,14 0-616,20-6-892,-4-3-1200,17 9-276,17 12-3045,3 0-3956</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1.484"/>
    </inkml:context>
    <inkml:brush xml:id="br0">
      <inkml:brushProperty name="width" value="0.05" units="cm"/>
      <inkml:brushProperty name="height" value="0.05" units="cm"/>
      <inkml:brushProperty name="color" value="#E5F420"/>
    </inkml:brush>
  </inkml:definitions>
  <inkml:trace contextRef="#ctx0" brushRef="#br0">1 323 15273,'47'-60'2945,"-10"38"-521,6 1-472,4 0-396,10 3-472,17-6-952,9 0-680,11-3-792,0-6-1188,6 2 200,4 10-3229,4 0-4524</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3.995"/>
    </inkml:context>
    <inkml:brush xml:id="br0">
      <inkml:brushProperty name="width" value="0.05" units="cm"/>
      <inkml:brushProperty name="height" value="0.05" units="cm"/>
      <inkml:brushProperty name="color" value="#E5F420"/>
    </inkml:brush>
  </inkml:definitions>
  <inkml:trace contextRef="#ctx0" brushRef="#br0">0 187 11201,'8'-13'487,"1"0"1,1 0-1,-1 1 0,2 0 1,0 0-1,0 1 0,1 1 1,0 0-1,1 0 0,16-8 1,-14 10-56,0 0 1,0 1 0,1 1-1,-1 1 1,1 0 0,1 1-1,-1 1 1,0 0 0,27 0 0,-42 3-421,13-1 129,0 1 0,0 1 0,-1 0 1,1 1-1,0 1 0,0 0 0,-1 1 0,1 0 1,16 8-1,-18-5-96,1 0 1,-1 1 0,-1 0 0,1 1-1,-1 1 1,-1-1 0,0 2 0,0-1 0,-1 1-1,0 1 1,-1 0 0,-1 0 0,0 0-1,0 1 1,-1 0 0,-1 1 0,0-1-1,-1 1 1,0 0 0,-1 0 0,-1 0-1,0 0 1,0 16 0,-3 8 11,0-1 0,-3 1 0,-1-1 0,-2 0 0,-19 62 0,-78 172 13,97-255-67,-54 114 93,37-84-90,2 1 1,3 0-1,-25 91 0,36-80-274,8-55 185,0-1 0,0 1 0,0-1 1,0 1-1,1-1 0,-1 1 0,1-1 0,-1 1 0,1-1 0,0 1 0,0-1 0,0 0 0,0 0 0,0 1 0,1-1 0,-1 0 0,1 0 0,-1 0 0,1 0 0,3 2 0,1-1-156,0-2 0,1 1-1,-1-1 1,0 0 0,1 0-1,-1 0 1,1-1-1,-1 0 1,1 0 0,-1-1-1,9-1 1,-4 0-106,31-4-1324,-1-2 0,0-1-1,-1-3 1,0-1 0,46-22-1,-4 2-4050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4.121"/>
    </inkml:context>
    <inkml:brush xml:id="br0">
      <inkml:brushProperty name="width" value="0.05" units="cm"/>
      <inkml:brushProperty name="height" value="0.05" units="cm"/>
      <inkml:brushProperty name="color" value="#E5F420"/>
    </inkml:brush>
  </inkml:definitions>
  <inkml:trace contextRef="#ctx0" brushRef="#br0">450 0 11041,'0'55'2064,"-11"-4"-144,-9-21-71,0 3 51,-6 3 76,-11 7-196,0 8-272,-3 0-332,-4 3-240,7 1-196,0-4-328,14 6-880,3-6-536,-7-2-1124,0 2-1000,4 12-2973,3-15-5388</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8.722"/>
    </inkml:context>
    <inkml:brush xml:id="br0">
      <inkml:brushProperty name="width" value="0.05" units="cm"/>
      <inkml:brushProperty name="height" value="0.05" units="cm"/>
      <inkml:brushProperty name="color" value="#E5F420"/>
    </inkml:brush>
  </inkml:definitions>
  <inkml:trace contextRef="#ctx0" brushRef="#br0">19 58 5424,'-6'-1'304,"-7"-3"728,16-5 1039,4-7 1494,8-11 6617,-12 30-8818,8 20-637,-1 0 0,-1 1 0,0 0 0,-2 0 0,5 29 0,4 12-80,53 135-1129,-31-94-3436,-4 2-5934,-17-44-1863</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9.006"/>
    </inkml:context>
    <inkml:brush xml:id="br0">
      <inkml:brushProperty name="width" value="0.05" units="cm"/>
      <inkml:brushProperty name="height" value="0.05" units="cm"/>
      <inkml:brushProperty name="color" value="#E5F420"/>
    </inkml:brush>
  </inkml:definitions>
  <inkml:trace contextRef="#ctx0" brushRef="#br0">215 28 10661,'6'-3'320,"13"-8"530,-18 11-814,-1 0 0,0 0 1,0 0-1,0 0 1,1-1-1,-1 1 0,0 0 1,0 0-1,1 0 1,-1 0-1,0-1 0,0 1 1,0 0-1,0 0 1,0-1-1,1 1 0,-1 0 1,0 0-1,0-1 1,0 1-1,0 0 0,0 0 1,-6-9 7268,12 31-5202,-5-16-1862,0 1 0,-1 0 0,0-1 0,0 1 1,-1 0-1,0-1 0,0 1 0,0-1 0,-4 11 0,-26 60 745,26-67-873,-8 15-682,-1-2 1,-1 0 0,-1 0-1,-31 32 1,-21 30-9294,40-43-36</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4.115"/>
    </inkml:context>
    <inkml:brush xml:id="br0">
      <inkml:brushProperty name="width" value="0.05" units="cm"/>
      <inkml:brushProperty name="height" value="0.05" units="cm"/>
      <inkml:brushProperty name="color" value="#E5F420"/>
    </inkml:brush>
  </inkml:definitions>
  <inkml:trace contextRef="#ctx0" brushRef="#br0">423 88 7881,'-20'-11'8654,"-2"-10"-4399,17 16-3780,0 0 0,0 1 0,0 0 0,0 0 0,-10-6-1,8 6-47,-1 1-1,0-1 0,1 1 0,-1 0 0,0 1 0,-12-2 0,16 3-327,0 1-1,0 0 0,0 0 1,0 1-1,1-1 1,-1 1-1,0-1 0,1 1 1,-1 0-1,0 1 0,1-1 1,-1 1-1,1-1 0,-1 1 1,1 0-1,-5 4 1,-3 4 144,1 0 0,0 0 0,1 1 0,0 0 0,1 0 0,-11 20 1,-36 81 655,43-84-669,-1 2-136,2 1 1,1 0-1,2 1 0,0 0 0,3 0 1,0 1-1,2-1 0,2 1 0,1 0 1,1 0-1,8 45 0,-4-52-171,1-1 0,0 1 0,2-1 0,1-1 0,1 1 0,1-2 0,1 1 0,1-2 0,1 1 0,1-2 0,1 0 0,1-1 0,1 0 0,33 28 0,-33-35-98,0 0 1,1-2 0,0 0 0,1-1 0,0-1 0,1-1 0,0 0 0,0-2 0,0 0 0,1-2 0,0 0 0,0-2 0,32 1 0,-49-3 143,1-1-1,-1 1 1,1-1 0,-1 0 0,0-1 0,1 1 0,-1-1 0,0 0 0,0 0-1,0-1 1,4-2 0,-7 3 0,0 1 0,0-1 0,0 0 1,-1 1-1,1-1 0,-1 0 0,1 0 0,-1 0 0,0 0 0,0 0 0,0 0 1,0-1-1,0 1 0,0 0 0,0-1 0,-1 1 0,1 0 0,-1-1 0,0 1 0,0 0 1,0-1-1,0 1 0,0-1 0,0 1 0,-1 0 0,0-5 0,-1 4-38,1 0-1,-1-1 1,0 1 0,0 1-1,0-1 1,-1 0 0,1 0-1,0 1 1,-1-1-1,0 1 1,0 0 0,1 0-1,-1 0 1,-1 0 0,1 0-1,0 1 1,0-1-1,0 1 1,-7-1 0,-5-3-270,-1 1 1,1 0-1,-21-1 1,7 2-694,0 2 0,0 2 0,-46 5 0,-33 15-6635,31-1-2270</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5.232"/>
    </inkml:context>
    <inkml:brush xml:id="br0">
      <inkml:brushProperty name="width" value="0.05" units="cm"/>
      <inkml:brushProperty name="height" value="0.05" units="cm"/>
      <inkml:brushProperty name="color" value="#E5F420"/>
    </inkml:brush>
  </inkml:definitions>
  <inkml:trace contextRef="#ctx0" brushRef="#br0">0 148 5541,'0'0'4268,"14"-3"-3644,-1-6-188,10 3-96,18-9-76,-1 3-120,10-3-176,17-3-272,17 0-448,16-4-2384,17-8-1273</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9.780"/>
    </inkml:context>
    <inkml:brush xml:id="br0">
      <inkml:brushProperty name="width" value="0.05" units="cm"/>
      <inkml:brushProperty name="height" value="0.05" units="cm"/>
      <inkml:brushProperty name="color" value="#E5F420"/>
    </inkml:brush>
  </inkml:definitions>
  <inkml:trace contextRef="#ctx0" brushRef="#br0">57 78 10401,'9'-35'2284,"-9"33"-1657,1-1 0,0 0 0,0 1 0,1-1 0,-1 1 0,0 0 0,1-1 0,-1 1 0,1 0 0,0 0 0,2-3 0,6-7 2100,-16 43 1729,-1-3-6471,-14 37 1,19-59 1136,-2-1 0,1 0-1,-1 0 1,1 0 0,-2 0 0,-5 5 0,-4 6-4132,-1 5-4212</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0.028"/>
    </inkml:context>
    <inkml:brush xml:id="br0">
      <inkml:brushProperty name="width" value="0.05" units="cm"/>
      <inkml:brushProperty name="height" value="0.05" units="cm"/>
      <inkml:brushProperty name="color" value="#E5F420"/>
    </inkml:brush>
  </inkml:definitions>
  <inkml:trace contextRef="#ctx0" brushRef="#br0">0 1 10441,'4'0'1486,"-1"0"-1301,-1 0-39,1 0-1,-1 0 1,0 0 0,1 1 0,-1-1-1,0 0 1,0 1 0,1 0-1,-1-1 1,0 1 0,0 0 0,0 0-1,0 0 1,0 0 0,0 1 0,0-1-1,0 0 1,-1 1 0,1-1-1,-1 1 1,1 0 0,-1 0 0,1-1-1,-1 1 1,0 0 0,0 0 0,0 0-1,0 0 1,0 1 0,0-1-1,0 0 1,0 3 0,17 70 1214,-4 1 0,8 106 0,-19-113-2073,-3 0 1,-18 133 0,3-129-1750,1-5-3704,7-28-1086</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0.181"/>
    </inkml:context>
    <inkml:brush xml:id="br0">
      <inkml:brushProperty name="width" value="0.05" units="cm"/>
      <inkml:brushProperty name="height" value="0.05" units="cm"/>
      <inkml:brushProperty name="color" value="#E5F420"/>
    </inkml:brush>
  </inkml:definitions>
  <inkml:trace contextRef="#ctx0" brushRef="#br0">0 115 10485,'41'-30'1532,"-28"15"-168,14 3-312,-4 0-184,7 6-228,-3-3-364,10 6-836,20-9-940,-14 3-2576,-2 3-3021</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7.948"/>
    </inkml:context>
    <inkml:brush xml:id="br0">
      <inkml:brushProperty name="width" value="0.05" units="cm"/>
      <inkml:brushProperty name="height" value="0.05" units="cm"/>
      <inkml:brushProperty name="color" value="#E5F420"/>
    </inkml:brush>
  </inkml:definitions>
  <inkml:trace contextRef="#ctx0" brushRef="#br0">178 214 8765,'12'-10'4870,"-4"-12"-2324,-8 19-2398,1 1 1,-1-1-1,1 1 1,0-1-1,0 1 0,0 0 1,0-1-1,0 1 0,1 0 1,-1-1-1,3-2 1,12-8 257,0 1 0,0 0 1,1 1-1,1 1 0,0 1 0,0 0 1,26-7-1,91-24 445,-92 29-695,-36 9-135,-1 0 0,1 1 0,-1 0 0,1 1 0,0-1-1,0 1 1,-1 0 0,1 1 0,0 0 0,0 0 0,-1 0-1,1 1 1,-1 0 0,0 0 0,1 0 0,6 5-1,-10-5-15,1 0 0,0 1 0,-1 0 0,0 0-1,0 0 1,0 0 0,0 0 0,0 1 0,-1-1-1,1 1 1,-1 0 0,0 0 0,0 0 0,-1 0-1,1 0 1,-1 0 0,0 0 0,0 0 0,0 1-1,0-1 1,-1 0 0,0 1 0,0-1 0,-1 8-1,0 3 6,-2-1 0,0 0 0,-1 0 0,0 0 0,-1-1 0,-9 18 0,-48 76 16,26-47-33,-4 3-2,26-43 13,1 0 0,1 1 0,-18 43 0,29-61-4,0 1 0,0-1 0,1 1 0,0-1 0,-1 1 0,1-1 0,0 1 1,1-1-1,-1 0 0,1 1 0,-1-1 0,1 1 0,0-1 0,0 0 0,1 0 0,-1 1 0,1-1 1,-1 0-1,1 0 0,0 0 0,0-1 0,0 1 0,1 0 0,-1-1 0,1 0 0,-1 1 0,1-1 0,0 0 1,0 0-1,4 2 0,8 4 0,0 0 0,1 0 0,0-2 1,23 7-1,-22-6-13,0 0 0,20 13 0,-18-11 8,-19-9 5,0 0 1,0 0-1,0 1 0,1-1 0,-1 0 0,0 0 0,0 0 0,0 0 0,0 0 0,0 0 0,0 0 0,1 0 0,-1 0 0,0 0 0,0 0 0,0 0 0,0 0 1,0 0-1,0 1 0,0-1 0,0 0 0,1 0 0,-1 0 0,0 0 0,0 0 0,0 0 0,0 0 0,0 1 0,0-1 0,0 0 0,0 0 0,0 0 0,0 0 0,0 0 1,0 0-1,0 1 0,0-1 0,0 0 0,0 0 0,0 0 0,0 0 0,0 0 0,0 0 0,0 1 0,0-1 0,0 0 0,0 0 0,0 0 0,0 0 0,-1 0 0,1 0 1,0 1-1,0-1 0,0 0 0,0 0 0,0 0 0,0 0 0,0 0 0,0 0 0,-1 0 0,1 0 0,0 0 0,0 0 0,0 0 0,0 0 0,0 0 0,-10 11-3,0-1 0,-1-1 0,0 0 0,-1 0 0,1-1 0,-1-1 0,-1 0 0,-19 8 0,-119 36-165,124-43 94,-191 67-2269,78-11-3892,107-45 1878,13-5-2208</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9.922"/>
    </inkml:context>
    <inkml:brush xml:id="br0">
      <inkml:brushProperty name="width" value="0.05" units="cm"/>
      <inkml:brushProperty name="height" value="0.05" units="cm"/>
      <inkml:brushProperty name="color" value="#E5F420"/>
    </inkml:brush>
  </inkml:definitions>
  <inkml:trace contextRef="#ctx0" brushRef="#br0">67 1 8133,'0'0'12764,"-3"1"-12315,0 1-339,-1 0 0,1 0 0,0 0 0,0 0 0,0 0 0,0 1 0,0-1 0,0 1 0,-2 3 0,2 0-4,0 0 1,0-1-1,1 1 1,0 0-1,-3 13 1,2-8-72,0 0 0,0 0 0,2 1-1,-1-1 1,1 1 0,1-1 0,0 1 0,1-1 0,0 1 0,1-1 0,0 1 0,1-1 0,0 0 0,1 0 0,0 0 0,0-1-1,1 1 1,1-1 0,0 0 0,10 13 0,-3-6-112,0-1 1,0-1-1,1 0 0,1-1 0,1-1 0,20 14 1,-26-21 29,0 0-1,0-1 1,1 0 0,-1-1 0,1 0 0,0-1 0,1 0 0,-1-1 0,0 0-1,1-1 1,-1 0 0,23-2 0,-15-1 11,0-1-1,0-1 1,-1-1-1,1-1 1,-1 0-1,0-1 1,-1-1-1,0-1 1,0 0-1,-1-1 1,27-22-1,-5 0 646,-2-2-1,-2-1 1,41-54-1,-72 86-110,-4 5 271,-112 268 2455,85-191-3458,-28 125 0,-11 58-4462,30-138 518,5-20-3457,14-34-1559</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0.128"/>
    </inkml:context>
    <inkml:brush xml:id="br0">
      <inkml:brushProperty name="width" value="0.05" units="cm"/>
      <inkml:brushProperty name="height" value="0.05" units="cm"/>
      <inkml:brushProperty name="color" value="#E5F420"/>
    </inkml:brush>
  </inkml:definitions>
  <inkml:trace contextRef="#ctx0" brushRef="#br0">400 1 13905,'-27'96'2128,"17"-60"113,-4 7-109,-16-10-264,3 0-332,-3 3-300,3 12-296,1-2-288,2-1-676,1 9-712,-11-9-692,4 4-1004,-7 2-1156,4 3-1913,6-3-4444</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1.046"/>
    </inkml:context>
    <inkml:brush xml:id="br0">
      <inkml:brushProperty name="width" value="0.05" units="cm"/>
      <inkml:brushProperty name="height" value="0.05" units="cm"/>
      <inkml:brushProperty name="color" value="#E5F420"/>
    </inkml:brush>
  </inkml:definitions>
  <inkml:trace contextRef="#ctx0" brushRef="#br0">88 79 9485,'-4'-10'802,"0"0"0,-1 1 0,0 0-1,0 0 1,-1 0 0,-12-14 1793,18 30-2082,-1 0 1,0-1 0,0 1-1,-4 11 1,-2 14 12,-3 93 1371,9 152-1,3-72-1203,-11 213-2587,3-158-8534,5-184 1263</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1.643"/>
    </inkml:context>
    <inkml:brush xml:id="br0">
      <inkml:brushProperty name="width" value="0.05" units="cm"/>
      <inkml:brushProperty name="height" value="0.05" units="cm"/>
      <inkml:brushProperty name="color" value="#E5F420"/>
    </inkml:brush>
  </inkml:definitions>
  <inkml:trace contextRef="#ctx0" brushRef="#br0">352 462 9173,'3'-1'1513,"50"-13"283,0 3 0,81-8 0,113 6-920,-75 5-357,498-52-722,-536 39-533,-1-5 1,250-84-1,-227 47 377,-87 32 184,2 4 1,89-22-1,-152 46 175,0 2 0,1-1 0,-1 1 0,0 0 0,1 1 0,-1 0-1,0 0 1,1 1 0,-1 0 0,0 0 0,1 1 0,-1 0 0,0 1 0,0 0 0,-1 0 0,1 0 0,-1 1 0,1 0 0,-1 1-1,0 0 1,-1 0 0,1 0 0,-1 1 0,0 0 0,5 7 0,4 6 33,0 1 0,-2 1 0,-1 0 0,-1 0 0,0 1 0,-2 1 0,0 0 0,6 29 0,14 68 230,20 179-1,-27-73-124,42 313 80,-47-446-202,4-1 0,3-2 0,63 151-1,-66-196-17,2-1-1,2 0 0,1-2 1,3-1-1,1-1 0,63 63 1,-48-59-11,4 4 22,60 46 0,-108-94-10,-1 0 0,1 1 0,0-1 0,-1 1 0,1-1 1,-1 1-1,1-1 0,-1 1 0,1-1 0,-1 1 0,1 0 0,-1-1 0,1 1 0,-1 0 0,0-1 0,0 1 0,1 0 0,-1-1 1,0 1-1,0 0 0,0 0 0,1-1 0,-1 1 0,0 0 0,0 0 0,0-1 0,0 1 0,-1 1 0,1 0 0,-1-1 0,0 0-1,0 1 1,0-1 0,0 0 0,0 1-1,0-1 1,0 0 0,0 0-1,-1 0 1,1 0 0,0 0-1,-2 1 1,-4 1 0,1 0-1,-1 1 1,0-2-1,0 1 1,-13 2-1,-25 3-9,-853 168 23,217 12-281,-237 59 138,717-205 245,-119 18-26,258-49-77,1-3 1,-69 1 0,112-9-15,-20 1-18,0-2 1,0-1 0,-68-14-1,79 9-680,-49-19-1,51 15-1746,-49-29-1,24 7-3368</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2.527"/>
    </inkml:context>
    <inkml:brush xml:id="br0">
      <inkml:brushProperty name="width" value="0.05" units="cm"/>
      <inkml:brushProperty name="height" value="0.05" units="cm"/>
      <inkml:brushProperty name="color" value="#E5F420"/>
    </inkml:brush>
  </inkml:definitions>
  <inkml:trace contextRef="#ctx0" brushRef="#br0">1 229 14933,'10'-39'2481,"0"18"-217,-3 6-292,-1-3-320,1 0-316,3 0-292,3 0-248,14 6-360,20-6-708,-3 6-468,6 0-508,3 2-760,11-2-584,-4 6-3365,-3 9-5156</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2.652"/>
    </inkml:context>
    <inkml:brush xml:id="br0">
      <inkml:brushProperty name="width" value="0.05" units="cm"/>
      <inkml:brushProperty name="height" value="0.05" units="cm"/>
      <inkml:brushProperty name="color" value="#E5F420"/>
    </inkml:brush>
  </inkml:definitions>
  <inkml:trace contextRef="#ctx0" brushRef="#br0">0 269 14465,'0'-21'5077,"0"0"-3041,4 0-252,12 3-364,15-6-312,12 6-340,17 0-488,21-4-916,6 1-644,10 0-772,7-9-912,3 6-2977,7 15-5140</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4.867"/>
    </inkml:context>
    <inkml:brush xml:id="br0">
      <inkml:brushProperty name="width" value="0.05" units="cm"/>
      <inkml:brushProperty name="height" value="0.05" units="cm"/>
      <inkml:brushProperty name="color" value="#E5F420"/>
    </inkml:brush>
  </inkml:definitions>
  <inkml:trace contextRef="#ctx0" brushRef="#br0">211 327 10061,'-3'0'1909,"-68"-6"5271,70 6-7092,0 0-1,0 0 0,1 0 1,-1 0-1,0 0 0,0 0 1,0-1-1,0 1 0,0 0 0,0-1 1,1 1-1,-1-1 0,0 1 1,0-1-1,1 1 0,-1-1 1,0 1-1,0-1 0,0-1 0,-16-9 3603,-19 1-2133,33 9-390,-18-2-398,5 1-527,12 1 784,3-1-2915,-2-2 1891,0 0 0,1 0-1,0 0 1,0-1 0,0 1 0,0 0 0,1-1 0,-1 1-1,0-8 1,2 10 0,0-1-1,0 0 0,0 1 1,1-1-1,-1 1 1,1-1-1,0 1 0,-1-1 1,1 1-1,0-1 0,1 1 1,-1 0-1,0-1 1,1 1-1,-1 0 0,1 0 1,-1 0-1,1 0 0,0 0 1,3-1-1,22-19-5,2 1-1,0 1 0,1 2 1,1 1-1,1 1 0,0 2 1,1 1-1,0 2 0,1 1 1,39-6-1,-62 14-9,-1 1 0,1 0 1,-1 1-1,1 0 0,20 3 0,-28-3 14,0 1-1,0-1 0,0 1 1,0 0-1,0 0 0,0 0 0,0 0 1,0 1-1,0-1 0,-1 1 0,1 0 1,-1 0-1,1 0 0,-1 0 0,0 0 1,1 0-1,-1 1 0,0-1 1,-1 1-1,1-1 0,0 1 0,-1 0 1,3 4-1,-2 1 8,0 1 1,-1-1 0,0 1-1,0 0 1,-1-1-1,0 1 1,0 0 0,-1-1-1,0 1 1,-1-1-1,1 1 1,-2-1 0,1 0-1,-1 0 1,-1 0-1,1 0 1,-1 0 0,-1-1-1,1 1 1,-1-1-1,-1 0 1,1-1 0,-1 1-1,0-1 1,-1-1-1,1 1 1,-14 8 0,17-12 43,0-1 1,0 1 0,-1-1 0,1 0 0,0 0 0,0 0 0,0-1 0,-1 1-1,1-1 1,0 0 0,-1 0 0,1 0 0,0 0 0,-1 0 0,-4-2 0,8-21 14,0 20-96,0 0 1,0 1 0,0-1 0,0 1 0,1-1 0,0 1 0,-1-1 0,1 1 0,0-1-1,0 1 1,0 0 0,1-1 0,-1 1 0,0 0 0,1 0 0,2-3 0,1 1-246,0-1 1,0 1 0,1 1-1,10-7 1,18-11-1574,-27 16 1058,-1 1 0,1-1 0,0 2 0,11-6 1,3 1-3656,-10 3 291,5 1-5062</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5.184"/>
    </inkml:context>
    <inkml:brush xml:id="br0">
      <inkml:brushProperty name="width" value="0.05" units="cm"/>
      <inkml:brushProperty name="height" value="0.05" units="cm"/>
      <inkml:brushProperty name="color" value="#E5F420"/>
    </inkml:brush>
  </inkml:definitions>
  <inkml:trace contextRef="#ctx0" brushRef="#br0">75 87 10481,'-57'-3'5571,"39"4"1893,73-15-6879,101-21 358,-14 6-218,-116 26-522,0 0 1,35 3-1,-54 0-103,1 1-1,-1 0 1,0 0-1,0 1 0,0 0 1,0 0-1,0 0 1,-1 1-1,1 0 1,-1 0-1,0 1 1,0 0-1,0 0 1,0 1-1,0-1 1,-1 1-1,0 0 1,0 1-1,-1-1 1,1 1-1,-1 0 1,0 0-1,-1 0 1,4 9-1,2 5 230,-2 1 1,0-1-1,-1 2 0,-1-1 1,-1 0-1,2 42 1,-5-2 192,-2 0 1,-15 110-1,-43 120-494,-27 17 110,31-126-1468,11 2-4137,37-127 806,9-23-4952</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5.386"/>
    </inkml:context>
    <inkml:brush xml:id="br0">
      <inkml:brushProperty name="width" value="0.05" units="cm"/>
      <inkml:brushProperty name="height" value="0.05" units="cm"/>
      <inkml:brushProperty name="color" value="#E5F420"/>
    </inkml:brush>
  </inkml:definitions>
  <inkml:trace contextRef="#ctx0" brushRef="#br0">24 257 15277,'-7'3'2961,"-9"-15"-481,39-12-296,17-6-272,14 12-400,13 3-359,13-4-257,21 1-436,26 3-548,24 0-924,13-3-501,0-12-1159,14 6-288,6 15-3145,0-3-5396</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5.620"/>
    </inkml:context>
    <inkml:brush xml:id="br0">
      <inkml:brushProperty name="width" value="0.05" units="cm"/>
      <inkml:brushProperty name="height" value="0.05" units="cm"/>
      <inkml:brushProperty name="color" value="#E5F420"/>
    </inkml:brush>
  </inkml:definitions>
  <inkml:trace contextRef="#ctx0" brushRef="#br0">1 251 15853,'97'24'2421,"-24"-12"-265,11-3-264,27-6-308,19 0-316,35-6-260,32 0-248,31-9-207,30 3-297,20-6-460,20-3-489,3-6-155,1-12-364,-7 0-492,-21 2-576,-23-11-428,-16 9-2685,-37 6-4332</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5.934"/>
    </inkml:context>
    <inkml:brush xml:id="br0">
      <inkml:brushProperty name="width" value="0.05" units="cm"/>
      <inkml:brushProperty name="height" value="0.05" units="cm"/>
      <inkml:brushProperty name="color" value="#E5F420"/>
    </inkml:brush>
  </inkml:definitions>
  <inkml:trace contextRef="#ctx0" brushRef="#br0">1 156 12325,'1'-4'355,"0"0"-1,1 0 1,0 0 0,0 0-1,0 1 1,0-1 0,0 0-1,1 1 1,0 0 0,0-1-1,0 1 1,0 0-1,0 1 1,0-1 0,1 0-1,6-2 1,12-12 1273,-10 7-1027,1 1 1,0 1-1,0 1 1,1 0 0,0 0-1,0 1 1,1 1-1,18-4 1,-21 6-456,0 0 1,0 1 0,1 1-1,-1 0 1,0 1-1,0 0 1,1 1 0,-1 0-1,0 1 1,21 6-1,-27-6-114,-1 0 0,-1 0-1,1 0 1,0 1-1,0 0 1,-1 0-1,0 0 1,1 0 0,-1 1-1,-1-1 1,1 1-1,0 0 1,-1 0-1,0 1 1,0-1-1,4 7 1,-4-4-7,-1 1 1,1-1-1,-1 1 0,0 0 0,-1 0 1,0 0-1,0 0 0,-1-1 1,0 1-1,-1 9 0,-3 9-7,-1 0 0,-1 0 0,-1 0 0,-1-1 0,-18 38 0,-95 155 49,33-66 6,78-134-115,1-2 111,1 0 0,0 0 0,1 1 0,1 0 0,-7 27 0,12-40-40,1-1 0,-1 1 0,1-1 0,0 1 0,0 0 0,1-1 0,-1 1 1,1-1-1,0 1 0,0-1 0,0 1 0,0-1 0,0 1 0,3 3 0,-1-4-1,-1 0-1,1 0 0,0 0 1,-1 0-1,1-1 0,1 1 1,-1-1-1,0 0 0,1 0 1,-1 0-1,1 0 0,-1-1 1,1 1-1,0-1 0,7 1 1,12 2-22,0-1 1,0-2-1,0 0 1,1-1-1,-1-2 0,40-7 1,-36 6-150,100-19-2715,-1-6 0,143-50 0,-129 32-2922</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6.198"/>
    </inkml:context>
    <inkml:brush xml:id="br0">
      <inkml:brushProperty name="width" value="0.05" units="cm"/>
      <inkml:brushProperty name="height" value="0.05" units="cm"/>
      <inkml:brushProperty name="color" value="#E5F420"/>
    </inkml:brush>
  </inkml:definitions>
  <inkml:trace contextRef="#ctx0" brushRef="#br0">41 263 13241,'-40'-39'1996,"67"9"-163,6-3-441,1-1-332,9 4-224,1 9-172,13-3-252,6 3-388,11 0-540,10 12-684,0 9-548,-4 9-333,-6 15-2567,-14 12-3633</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6.338"/>
    </inkml:context>
    <inkml:brush xml:id="br0">
      <inkml:brushProperty name="width" value="0.05" units="cm"/>
      <inkml:brushProperty name="height" value="0.05" units="cm"/>
      <inkml:brushProperty name="color" value="#E5F420"/>
    </inkml:brush>
  </inkml:definitions>
  <inkml:trace contextRef="#ctx0" brushRef="#br0">57 272 12053,'-40'3'2188,"33"-15"-152,-3 0 4609,17-9-5217,10-9-232,16 8-320,18-2-436,12 3-884,11 0-460,3-6-940,3-3-1028,1 0-3293,6 6-5484</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6.616"/>
    </inkml:context>
    <inkml:brush xml:id="br0">
      <inkml:brushProperty name="width" value="0.05" units="cm"/>
      <inkml:brushProperty name="height" value="0.05" units="cm"/>
      <inkml:brushProperty name="color" value="#E5F420"/>
    </inkml:brush>
  </inkml:definitions>
  <inkml:trace contextRef="#ctx0" brushRef="#br0">455 84 14637,'0'-64'7714,"1"63"-7620,-1 0 0,0 0 0,0 1 0,0-1 0,1 0-1,-1 0 1,0 0 0,1 0 0,-1 0 0,1 0 0,-1 1 0,1-1-1,-1 0 1,1 0 0,0 1 0,-1-1 0,1 0 0,0 1 0,0-1-1,-1 1 1,1-1 0,0 1 0,0-1 0,0 1 0,0 0-1,0-1 1,-1 1 0,1 0 0,0 0 0,0 0 0,0-1 0,0 1-1,0 0 1,0 0 0,0 0 0,1 1 0,3-1-14,-1 0 0,0 0 0,0 1 0,0 0 0,1 0 0,-1 0 0,4 2 0,4 3-111,0 2-1,-1-1 0,0 2 0,0-1 0,-1 2 0,0-1 1,0 1-1,-1 1 0,14 20 0,-6-5-284,-1 0 0,-2 1 1,16 39-1,-19-36 194,-1 0 0,-2 0-1,0 1 1,-3 1 0,0-1 0,-2 0 0,-2 58 0,-3-64 113,-1 0 0,-1 0 1,-1 0-1,-1 0 1,-1-1-1,-1 0 0,-2 0 1,0-1-1,-1 0 0,-17 23 1,-3-1 248,-2-2 1,-2-1 0,-2-2-1,-1-1 1,-58 44-1,-18 2 319,51-40-269,-93 88 1,154-131-311,-39 43-231,38-41 121,0 0 1,0 0-1,1 1 0,0-1 1,-1 1-1,1-1 0,1 1 1,-1 0-1,1-1 1,-1 7-1,1-9-24,1-1 0,0 0-1,0 1 1,0-1 0,0 0 0,0 0 0,0 1 0,0-1-1,0 0 1,1 0 0,-1 1 0,1-1 0,-1 0 0,0 0-1,1 0 1,0 0 0,-1 0 0,1 1 0,0-1 0,-1 0-1,1 0 1,0-1 0,0 1 0,0 0 0,0 0 0,0 0-1,0-1 1,0 1 0,0 0 0,0-1 0,1 1 0,-1-1-1,0 1 1,1-1 0,5 2-826,-1-2 0,1 1 1,-1-1-1,0 0 0,11-1 0,-1 0-782,40-1-6914</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6.840"/>
    </inkml:context>
    <inkml:brush xml:id="br0">
      <inkml:brushProperty name="width" value="0.05" units="cm"/>
      <inkml:brushProperty name="height" value="0.05" units="cm"/>
      <inkml:brushProperty name="color" value="#E5F420"/>
    </inkml:brush>
  </inkml:definitions>
  <inkml:trace contextRef="#ctx0" brushRef="#br0">7 115 14073,'-3'-37'2793,"0"19"-429,3 0 816,10 0-2156,-3 3-736,16 12-1184,0 0-708,1 0-6385,-1 3-2260</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7.071"/>
    </inkml:context>
    <inkml:brush xml:id="br0">
      <inkml:brushProperty name="width" value="0.05" units="cm"/>
      <inkml:brushProperty name="height" value="0.05" units="cm"/>
      <inkml:brushProperty name="color" value="#E5F420"/>
    </inkml:brush>
  </inkml:definitions>
  <inkml:trace contextRef="#ctx0" brushRef="#br0">342 61 12601,'-41'-57'4933,"41"57"-4883,0-1-1,0 1 1,0 0 0,0 0-1,0 0 1,0 0-1,0-1 1,0 1 0,-1 0-1,1 0 1,0 0-1,0 0 1,0 0 0,0 0-1,0-1 1,-1 1-1,1 0 1,0 0 0,0 0-1,0 0 1,0 0-1,-1 0 1,1 0-1,0 0 1,0 0 0,0 0-1,0 0 1,-1 0-1,1 0 1,0 0 0,0 0-1,0 0 1,-1 0-1,1 0 1,0 0 0,0 0-1,0 0 1,0 0-1,-1 0 1,1 0 0,0 0-1,0 1 1,0-1-1,0 0 1,-1 0 0,1 0-1,-9 5 646,-1 0 1,1 1-1,0-1 0,1 2 0,0-1 1,0 1-1,0 1 0,1-1 0,-10 14 0,6-5-38,0 0 0,2 0-1,0 1 1,-11 32 0,5-3-49,3 0-1,2 1 1,-6 68 0,10 111-742,4-47-3741,0-159 2567,0 0 1,-8 28-1,8-40 145,0 1 1,-1-1 0,0 0-1,-1 0 1,0 0 0,0-1-1,0 0 1,-6 8 0,-19 13-9993</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7.229"/>
    </inkml:context>
    <inkml:brush xml:id="br0">
      <inkml:brushProperty name="width" value="0.05" units="cm"/>
      <inkml:brushProperty name="height" value="0.05" units="cm"/>
      <inkml:brushProperty name="color" value="#E5F420"/>
    </inkml:brush>
  </inkml:definitions>
  <inkml:trace contextRef="#ctx0" brushRef="#br0">1 410 3720,'154'-189'1020,"-90"128"-139,6 10-229,-3 9-316,-4 9 84,-2 12-76,-1 9-112,0 12-292,-9 3-660,2 18-1277,-3 12 153</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7.371"/>
    </inkml:context>
    <inkml:brush xml:id="br0">
      <inkml:brushProperty name="width" value="0.05" units="cm"/>
      <inkml:brushProperty name="height" value="0.05" units="cm"/>
      <inkml:brushProperty name="color" value="#E5F420"/>
    </inkml:brush>
  </inkml:definitions>
  <inkml:trace contextRef="#ctx0" brushRef="#br0">85 13 10033,'-17'-9'536,"-3"6"-608,-7 12-3488,7 0-393</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8:59.167"/>
    </inkml:context>
    <inkml:brush xml:id="br0">
      <inkml:brushProperty name="width" value="0.05" units="cm"/>
      <inkml:brushProperty name="height" value="0.05" units="cm"/>
      <inkml:brushProperty name="color" value="#FFFFFF"/>
    </inkml:brush>
  </inkml:definitions>
  <inkml:trace contextRef="#ctx0" brushRef="#br0">112 0 31107,'0'17140'0</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05.524"/>
    </inkml:context>
    <inkml:brush xml:id="br0">
      <inkml:brushProperty name="width" value="0.05" units="cm"/>
      <inkml:brushProperty name="height" value="0.05" units="cm"/>
      <inkml:brushProperty name="color" value="#FFFFFF"/>
    </inkml:brush>
  </inkml:definitions>
  <inkml:trace contextRef="#ctx0" brushRef="#br0">0 283 30618,'26152'0'0</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0.717"/>
    </inkml:context>
    <inkml:brush xml:id="br0">
      <inkml:brushProperty name="width" value="0.05" units="cm"/>
      <inkml:brushProperty name="height" value="0.05" units="cm"/>
      <inkml:brushProperty name="color" value="#FFFFFF"/>
    </inkml:brush>
  </inkml:definitions>
  <inkml:trace contextRef="#ctx0" brushRef="#br0">1 59 6009,'2'-2'1474,"34"-30"6331,-20 18-2018,11 4 5880,-16 33-12106,11 40-1,-15-40-63,-4-11-1034,0 1 0,0 0 1,1 23-1,0 3-1871,9 14-3672,0 1-4661</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1.580"/>
    </inkml:context>
    <inkml:brush xml:id="br0">
      <inkml:brushProperty name="width" value="0.05" units="cm"/>
      <inkml:brushProperty name="height" value="0.05" units="cm"/>
      <inkml:brushProperty name="color" value="#FFFFFF"/>
    </inkml:brush>
  </inkml:definitions>
  <inkml:trace contextRef="#ctx0" brushRef="#br0">270 127 6525,'1'0'297,"-1"0"0,1-1 0,0 1 0,-1 0 0,1 0 0,-1-1 0,1 1 0,-1 0 0,1-1 0,-1 1 0,1 0 0,-1-1 0,1 1 1,-1-1-1,0 1 0,1 0 0,-1-1 0,1 1 0,-1-1 0,0 1 0,0-1 0,1 0 0,-1 1 0,0-1 0,0 1 0,0-1 0,1 0 1,-1 0-1,-7-9 4697,-4 0-6394,3 3 1499,-1-2 272,-1 1 1,0 0-1,-11-7 1,16 12-112,1-1 0,-1 0 0,1 1 0,0-1 0,0-1 1,0 1-1,1-1 0,-6-8 0,8 11 405,-2 3-75,-1 1-414,0 0 0,-1 0 0,1 0 0,0 0 1,0 1-1,0 0 0,1 0 0,-1 0 0,1 0 0,0 0 1,-1 1-1,2 0 0,-1-1 0,0 1 0,1 0 0,-1 0 1,1 1-1,-3 7 0,-6 20 427,1 1 0,1 0 0,-7 55 0,1-5-460,3 13-1618,-1 1-3689,11-84 3212,-1 0 0,1 0-1,1 0 1,1 22 0,6 10-8481</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2.114"/>
    </inkml:context>
    <inkml:brush xml:id="br0">
      <inkml:brushProperty name="width" value="0.05" units="cm"/>
      <inkml:brushProperty name="height" value="0.05" units="cm"/>
      <inkml:brushProperty name="color" value="#FFFFFF"/>
    </inkml:brush>
  </inkml:definitions>
  <inkml:trace contextRef="#ctx0" brushRef="#br0">34 36 11149,'-1'-2'951,"-1"-1"1,1 1-1,0 0 0,-1-1 0,1 1 1,-1 0-1,0 0 0,1 0 1,-1 0-1,-4-3 0,-7-4 8455,20 27-7785,-4-14-1610,-1 0-1,0 0 1,0 0-1,0 0 1,-1 1 0,1-1-1,-1 1 1,0-1-1,0 1 1,-1-1-1,1 6 1,1 16-11,4 18-694,-4 27-7033,0-7-716,5-15-4476</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3.748"/>
    </inkml:context>
    <inkml:brush xml:id="br0">
      <inkml:brushProperty name="width" value="0.05" units="cm"/>
      <inkml:brushProperty name="height" value="0.05" units="cm"/>
      <inkml:brushProperty name="color" value="#FFFFFF"/>
    </inkml:brush>
  </inkml:definitions>
  <inkml:trace contextRef="#ctx0" brushRef="#br0">50 280 8101,'10'12'2154,"-12"-16"729,-9-16 4304,11 16-6791,0-9 125,6-150 3257,-7 116-1603,-1 23-1038,4 9-510,-2 15-606,0 0 0,0 0 0,0 0 0,0-1 0,0 1 0,0 0 0,0 0 0,0 0 0,0 0 0,1 0 0,-1 0 0,0 0 0,0 0 0,0 0 0,0 0 0,0 0 0,0 0 0,0 0 0,0 0 0,0 0 0,0 0 0,0 0 0,1 0 1,-1 0-1,0 0 0,0 0 0,0 0 0,0 0 0,0 0 0,0 0 0,0 0 0,0 0 0,0 0 0,0 0 0,1 0 0,-1 0 0,0 0 0,0 0 0,0 0 0,0 0 0,0 0 0,0 0 0,0 0 0,0 0 0,0 0 0,0 0 0,0 1 0,0-1 0,0 0 1,0 0-1,0 0 0,0 0 0,1 0 0,-1 0 0,0 0 0,0 0 0,0 0 0,0 0 0,0 0 0,0 1 0,0-1 0,0 0 0,0 0 0,0 0 0,0 0 0,6 33 1589,-5 45-1109,-14 110-1,-1-9-3658,13-163 1978,-1 0 0,-1 0-1,0-1 1,-6 17 0,3-14-3323,-6 39 0,12 3-7406</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4.093"/>
    </inkml:context>
    <inkml:brush xml:id="br0">
      <inkml:brushProperty name="width" value="0.05" units="cm"/>
      <inkml:brushProperty name="height" value="0.05" units="cm"/>
      <inkml:brushProperty name="color" value="#FFFFFF"/>
    </inkml:brush>
  </inkml:definitions>
  <inkml:trace contextRef="#ctx0" brushRef="#br0">0 77 13141,'11'-18'1887,"-11"17"-1807,0 1-1,0-1 1,0 1 0,0-1 0,0 1 0,0-1 0,0 1 0,0-1 0,0 1 0,-1-1 0,1 1 0,0-1 0,0 1 0,0-1 0,0 1 0,-1 0 0,1-1-1,0 1 1,-1-1 0,1 1 0,0 0 0,-1-1 0,1 1 0,0 0 0,-1-1 0,1 1 0,0 0 0,-1-1 0,1 1 0,-1 0 0,0 0 0,2-2 258,-1 0 1,1 1 0,0-1 0,0 0 0,0 1 0,0 0-1,0-1 1,0 1 0,0-1 0,1 1 0,-1 0 0,0 0-1,1 0 1,1-2 0,4 0 5,0-1 0,0 1 0,1 1 1,-1-1-1,1 1 0,-1 0 0,1 1 0,0 0 0,12 0 0,-4 0-121,0 2 0,-1 0 0,27 5 0,-33-4-166,-1-1 0,0 2 0,1-1 0,-1 1 0,0 1 0,-1 0 0,1 0 0,-1 0 0,12 9 0,-16-10-48,-1-1 0,1 1 0,-1 0 0,0 0 0,0 0 0,0 0 0,0 0 1,0 0-1,-1 1 0,1-1 0,-1 0 0,0 1 0,0-1 0,0 1 0,-1-1 0,1 1 0,-1 0 0,0-1 0,0 1 0,0-1 0,0 1 0,-1 0 0,1-1 0,-3 7 0,-1 4 59,-1 0 0,-1-1 0,0 0 0,-1 0 0,0 0 0,-1-1 0,0 0 0,-19 21 0,24-31 178,4 0-211,0 0 0,0 0-1,-1 0 1,1-1-1,0 1 1,0 0 0,0-1-1,1 1 1,-1-1 0,0 1-1,1-1 1,-1 1-1,3 1 1,5-2-149,-1-1-1,0 0 1,0 0 0,1-1-1,9-2 1,8 0-368,149-18-4538,-72 8-3290,-26 4-3348</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4.583"/>
    </inkml:context>
    <inkml:brush xml:id="br0">
      <inkml:brushProperty name="width" value="0.05" units="cm"/>
      <inkml:brushProperty name="height" value="0.05" units="cm"/>
      <inkml:brushProperty name="color" value="#FFFFFF"/>
    </inkml:brush>
  </inkml:definitions>
  <inkml:trace contextRef="#ctx0" brushRef="#br0">64 30 13661,'-63'-30'17941,"65"31"-17051,1 0-867,-1 1 0,1-1 0,-1 1 0,1-1 0,-1 1-1,1 0 1,-1 0 0,0-1 0,0 2 0,0-1 0,0 0 0,2 4 0,-1 1-27,0-1 1,0 1-1,-1 0 0,0-1 0,2 9 0,4 26-263,-1 0 0,2 64 1,-8-76-2634,-2 0 1,-7 41 0,3-17-4755,10 4-4977</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5.009"/>
    </inkml:context>
    <inkml:brush xml:id="br0">
      <inkml:brushProperty name="width" value="0.05" units="cm"/>
      <inkml:brushProperty name="height" value="0.05" units="cm"/>
      <inkml:brushProperty name="color" value="#FFFFFF"/>
    </inkml:brush>
  </inkml:definitions>
  <inkml:trace contextRef="#ctx0" brushRef="#br0">121 125 12849,'-6'-3'31,"-25"-12"3079,25 13-1802,1 0 1,-1 0 0,0 0 0,1 1-1,-1 0 1,-10-1 0,23-30 1601,-4 29-2812,0 0 0,0 0 0,0 0 1,0 0-1,1 1 0,-1-1 0,1 1 1,-1 0-1,1 0 0,0 1 0,0-1 1,-1 1-1,1-1 0,1 1 0,-1 0 1,8 0-1,-3-1 62,0 0-105,25-6 194,45-5 0,-69 12-258,0 0 1,0 1 0,0 0-1,0 1 1,0 0 0,0 0 0,-1 1-1,1 1 1,15 5 0,-23-8-6,-1 1 0,1 0 0,0-1 0,-1 1 1,1 0-1,-1 0 0,1 0 0,-1 0 0,0 0 1,1 0-1,-1 1 0,0-1 0,0 0 0,0 1 0,0-1 1,0 1-1,0-1 0,0 1 0,0-1 0,-1 1 0,1 0 1,-1-1-1,1 1 0,-1 0 0,0-1 0,1 1 0,-1 0 1,0 0-1,0-1 0,0 1 0,0 0 0,-1 0 0,1-1 1,0 1-1,-1 0 0,1-1 0,-1 1 0,-1 2 1,-3 7-136,-1-1 1,0 0 0,-1 0-1,-15 17 1,4-5-231,-4 4-78,-10 14-455,31-38 871,-1 1 0,1-1 0,0 0 0,0 1 0,0-1 0,0 1 0,0-1 0,1 1 0,-1 0 0,1-1 0,-1 1 0,1 0 0,0-1 0,0 1 0,1 5 0,1-5 0,-1 0 0,1 0 0,0 0 0,0 0 0,0-1 0,0 1 0,0 0 0,1-1-1,-1 0 1,1 1 0,0-1 0,-1 0 0,1 0 0,3 1 0,-2 0 14,0-1 0,0 1-1,0 0 1,-1 0 0,7 7 0,-10-9 23,0 0 0,0 0 0,0 0 0,0 0 0,0 0-1,0 0 1,0 0 0,0-1 0,0 1 0,0 0 0,0 0 0,0 0 0,-1 0 0,1 0 0,0 0-1,-1-1 1,1 1 0,-1 0 0,0 1 0,-1 2-19,0 1-79,0 0-1,-1 1 0,1-1 0,-1-1 0,0 1 0,0 0 0,-1-1 1,0 1-1,1-1 0,-2 0 0,1-1 0,0 1 0,-1-1 1,1 1-1,-1-1 0,0 0 0,-9 3 0,-5 1-1264,0-1 0,-1-1 0,-33 5 0,-23 6-5376,27 2-2003</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5.662"/>
    </inkml:context>
    <inkml:brush xml:id="br0">
      <inkml:brushProperty name="width" value="0.05" units="cm"/>
      <inkml:brushProperty name="height" value="0.05" units="cm"/>
      <inkml:brushProperty name="color" value="#FFFFFF"/>
    </inkml:brush>
  </inkml:definitions>
  <inkml:trace contextRef="#ctx0" brushRef="#br0">18 125 9129,'-10'13'3276,"11"-15"-2887,1 0 0,-1 0 0,0-1 0,0 1 0,0 0 0,0-1 0,-1 1 0,1 0 0,0-1 0,-1 1 0,0-1 0,0 1 0,0-1 0,0 1 0,0-1 0,0-2 0,-1 4-116,0 0 0,0-1 0,0 0-1,1 1 1,-1-1 0,1 1 0,-1-1 0,1 0-1,-1 1 1,1-1 0,0 0 0,0 0-1,0 1 1,0-1 0,0 0 0,0 1-1,1-1 1,-1 0 0,1 0 0,-1 1-1,1-1 1,-1 1 0,1-1 0,0 1-1,0-1 1,0 1 0,1-2 0,-1 1 1330,1-2-1227,0 0 0,0 1-1,0-1 1,0 1-1,1-1 1,-1 1 0,1 0-1,0 0 1,0 0 0,0 0-1,4-2 1,-7 5-376,0 0 0,0-1 0,0 1 0,0 0 0,1 0 0,-1-1 0,0 1 0,0 0 0,0 0 0,0 0 0,0-1 0,1 1 0,-1 0 0,0 0 0,0 0 0,0 0 0,1-1 0,-1 1 0,0 0 0,0 0 0,1 0 0,-1 0 0,0 0 0,0 0 0,1 0 0,-1 0 0,0 0 0,0 0 0,1 0 0,-1 0 0,0 0 0,0 0 0,1 0 0,-1 0 0,0 0 0,0 0 0,1 0 0,-1 0 0,0 0 0,0 0 0,0 0 0,1 0 0,-1 1 0,0-1 0,0 0 0,1 0 0,-1 0 0,0 0 0,0 1 0,0-1 0,0 0 0,1 0 0,-1 0 0,0 1 0,0-1 0,0 0 0,0 0 0,0 0 0,0 1 0,0-1 0,0 0 0,0 0 0,1 1 0,-1-1 0,0 0 0,0 1 0,-2 12 0,2-13 0,-49 311 0,39-205-1394,6-47-3519,3-49 3160,0-1 1,1 1 0,1 0 0,0 9-1,18 40-12961</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6.056"/>
    </inkml:context>
    <inkml:brush xml:id="br0">
      <inkml:brushProperty name="width" value="0.05" units="cm"/>
      <inkml:brushProperty name="height" value="0.05" units="cm"/>
      <inkml:brushProperty name="color" value="#FFFFFF"/>
    </inkml:brush>
  </inkml:definitions>
  <inkml:trace contextRef="#ctx0" brushRef="#br0">31 0 14893,'-19'1'1353,"7"0"152,23 6 3607,-12-4-4601,-1 0 1,1 0 0,0 0 0,0 0-1,0 0 1,0 1 0,1-1-1,-1 0 1,1 6 0,-1 0-284,1 0 1,1-1-1,-1 1 1,1 0-1,1 0 0,0-1 1,0 1-1,0-1 1,1 1-1,1-1 0,-1 0 1,1 0-1,1-1 1,-1 1-1,1-1 1,7 8-1,1-1-347,1 0-1,0 0 1,1-2-1,1 0 1,0 0-1,21 11 1,-22-16-234,1 0 1,-1-1 0,1 0-1,0-1 1,1-1 0,-1 0-1,28 1 1,-14-3-163,0-1 0,0-2 0,42-6 0,-54 5 509,-1-1 1,0-1 0,0-1-1,0-1 1,0 0 0,-1-1-1,0-1 1,0 0 0,-1-1-1,0-1 1,-1 0 0,20-18-1,-26 19 434,0 0 0,0-1 0,-1 0 0,7-11 0,3-6 1093,-3 10 815,-25 38-1579,-5 8-822,-37 95-1456,14-30-5683,20-40-712,13 3-5226</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6.636"/>
    </inkml:context>
    <inkml:brush xml:id="br0">
      <inkml:brushProperty name="width" value="0.05" units="cm"/>
      <inkml:brushProperty name="height" value="0.05" units="cm"/>
      <inkml:brushProperty name="color" value="#FFFFFF"/>
    </inkml:brush>
  </inkml:definitions>
  <inkml:trace contextRef="#ctx0" brushRef="#br0">0 70 12349,'5'-53'11000,"-2"37"-5223,-4 34-3912,1 18-1250,0 0 0,9 57 0,1 20-684,-9 54-157,-2-81-2290,2 3-4049,3-31-1075,2 0-5196</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6.997"/>
    </inkml:context>
    <inkml:brush xml:id="br0">
      <inkml:brushProperty name="width" value="0.05" units="cm"/>
      <inkml:brushProperty name="height" value="0.05" units="cm"/>
      <inkml:brushProperty name="color" value="#FFFFFF"/>
    </inkml:brush>
  </inkml:definitions>
  <inkml:trace contextRef="#ctx0" brushRef="#br0">208 21 11797,'-13'-21'20347,"11"23"-19825,-2 0-454,0 0-39,-12 17-25,6-6-4,0 0 0,1 1 0,0 0 0,2 0 0,-9 22 0,14-31 0,0 1 0,0 0 0,1 0 0,0-1 0,0 1 0,1 0 0,-1 0 0,1 0 0,1 0 0,-1 0 0,1 0 0,0-1 0,0 1 0,1 0 0,-1 0 0,1-1 0,1 1 0,3 7 0,9 9 0,1 0 0,30 31 0,19 27 0,-61-76 0,-1 1 0,0 0 0,1 0 0,-2 0 0,1 0 0,-1 1 0,1-1 0,-2 1 0,1 0 0,-1-1 0,1 1 0,-1 0 0,-1 0 0,1 0 0,-1-1 0,0 1 0,-1 0 0,-1 10 0,-1-7 1,-1 1 0,0-1 0,0 0 0,-1-1 0,0 1-1,0-1 1,-1 0 0,0 0 0,-1-1 0,0 1 0,-14 11 0,1-4-35,0-1 0,0-1 0,-39 18 0,50-27-474,0 0-1,0-1 0,0 0 0,-12 3 0,20-6 334,0 1-1,0-1 0,0 0 1,0 0-1,0 0 1,0 0-1,0 1 0,0-1 1,0-1-1,0 1 1,0 0-1,0 0 0,-1 0 1,1 0-1,0-1 0,0 1 1,0-1-1,0 1 1,0 0-1,1-1 0,-1 0 1,0 1-1,0-1 1,0 0-1,0 1 0,0-1 1,1 0-1,-1 0 0,0 0 1,1 1-1,-1-1 1,1 0-1,-1 0 0,1 0 1,-1 0-1,1 0 1,-1 0-1,1 0 0,0 0 1,0 0-1,0 0 0,0-1 1,-1 1-1,1 0 1,1-1-1,7-27-6958,10-16-4768</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7.154"/>
    </inkml:context>
    <inkml:brush xml:id="br0">
      <inkml:brushProperty name="width" value="0.05" units="cm"/>
      <inkml:brushProperty name="height" value="0.05" units="cm"/>
      <inkml:brushProperty name="color" value="#FFFFFF"/>
    </inkml:brush>
  </inkml:definitions>
  <inkml:trace contextRef="#ctx0" brushRef="#br0">1 109 13781,'27'-12'3249,"6"15"-521,-3-3-568,7-3-440,24-9-364,-8 6-604,17-6-1196,4 0-720,-10-15-1348,16 9-112,11 15-3041,-1-3-4688</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7.969"/>
    </inkml:context>
    <inkml:brush xml:id="br0">
      <inkml:brushProperty name="width" value="0.05" units="cm"/>
      <inkml:brushProperty name="height" value="0.05" units="cm"/>
      <inkml:brushProperty name="color" value="#FFFFFF"/>
    </inkml:brush>
  </inkml:definitions>
  <inkml:trace contextRef="#ctx0" brushRef="#br0">88 72 8941,'-2'-1'409,"1"-1"0,-1 1 0,0-1 0,0 0 0,1 1 0,-1-1 0,1 0 0,-1 0 0,1 0 0,0 0 0,0 0 0,0 0 0,0 0 1,0 0-1,0-1 0,1 1 0,-1 0 0,1-1 0,-1 1 0,1 0 0,0-1 0,0 1 0,0 0 0,1-4 0,-2 4 38,0 1 0,0 0-1,0-1 1,0 1 0,0 0-1,0 0 1,0 0 0,0 0-1,0 0 1,-1 0 0,1 0 0,0 0-1,-1 1 1,1-1 0,-1 0-1,-1 0 1,-5 22 398,0-1-1,1 1 1,2 1-1,0-1 1,1 1-1,-2 35 1,7 141-909,3-84 200,-2 90-5334,8-71-6874,-6-74-419</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8.376"/>
    </inkml:context>
    <inkml:brush xml:id="br0">
      <inkml:brushProperty name="width" value="0.05" units="cm"/>
      <inkml:brushProperty name="height" value="0.05" units="cm"/>
      <inkml:brushProperty name="color" value="#FFFFFF"/>
    </inkml:brush>
  </inkml:definitions>
  <inkml:trace contextRef="#ctx0" brushRef="#br0">171 1 10381,'0'0'14737,"-2"1"-13648,-5 6-710,0 0 0,1 0 0,0 1 1,1-1-1,0 1 0,0 0 0,0 1 0,1-1 0,1 1 1,-5 12-1,0 0-24,-64 163 943,66-167-1212,1 1 0,0 1 0,1-1 0,1 1 0,0 19 0,2-32-76,1-1 0,0 1 0,0 0 0,0-1 0,1 1 0,0-1 0,0 1 0,1-1 0,-1 1 0,1-1 0,0 0 0,1 1 0,-1-1 0,1-1 0,0 1 0,0 0 0,1-1 0,-1 1 0,1-1 0,0 0 0,5 4 0,-1-3-10,0 0 0,1-1 0,0 0 0,-1 0 0,1-1 0,1 0 0,-1-1 0,0 0 0,1 0 0,-1-1 0,13 0 0,-14-1 0,0 0 0,0-1 0,0 0 0,0 0 0,-1 0 0,1-1 0,0-1 0,-1 1 0,1-1 0,-1 0 0,0-1 0,0 0 0,8-5 0,-14 8-19,1 0 1,-1 0-1,0 0 0,0-1 1,0 1-1,0 0 1,-1 0-1,1-1 0,0 1 1,0-1-1,-1 1 0,1 0 1,-1-1-1,1 1 0,-1-1 1,0 1-1,0-1 1,0 0-1,1 1 0,-1-1 1,-1 1-1,1-1 0,0 1 1,0-1-1,0 1 0,-1-1 1,1 1-1,-1-1 0,1 1 1,-1-1-1,0 1 1,0 0-1,1-1 0,-1 1 1,0 0-1,0 0 0,0 0 1,0-1-1,-2 0 0,-3-4-240,0-1 0,-1 1 0,1 0 0,-1 1 0,-9-6 0,5 5-448,-70-40-3595,72 41 1637,-1 1 0,0 1-1,-16-4 1,-2 3-9148</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9.249"/>
    </inkml:context>
    <inkml:brush xml:id="br0">
      <inkml:brushProperty name="width" value="0.05" units="cm"/>
      <inkml:brushProperty name="height" value="0.05" units="cm"/>
      <inkml:brushProperty name="color" value="#FFFFFF"/>
    </inkml:brush>
  </inkml:definitions>
  <inkml:trace contextRef="#ctx0" brushRef="#br0">84 63 7297,'-2'-8'2247,"0"0"0,-1 0 0,0 0 0,-1 1 0,-9-17 6722,-2 61-4798,13-18-3799,0-1-1,2 36 1,-1 10-392,-15 142 290,0 2-3918,11-70-9586,5-80 63</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9.600"/>
    </inkml:context>
    <inkml:brush xml:id="br0">
      <inkml:brushProperty name="width" value="0.05" units="cm"/>
      <inkml:brushProperty name="height" value="0.05" units="cm"/>
      <inkml:brushProperty name="color" value="#FFFFFF"/>
    </inkml:brush>
  </inkml:definitions>
  <inkml:trace contextRef="#ctx0" brushRef="#br0">21 88 14861,'-7'-9'751,"-7"-11"893,14 19-1552,0 0-1,0 1 1,0-1-1,0 0 1,0 1-1,1-1 1,-1 0-1,0 1 1,0-1-1,0 0 1,1 1-1,-1-1 1,0 0-1,0 1 1,1-1-1,-1 1 1,1-1 0,-1 1-1,0-1 1,1 1-1,-1-1 1,1 1-1,-1-1 1,1 1-1,0-1 1,-1 1-1,1 0 1,-1-1-1,1 1 1,0 0-1,-1 0 1,2-1 0,10-5 963,-2 1-234,0 0 0,0 0-1,1 1 1,-1 0 0,1 1 0,0 1 0,0-1 0,16 0 0,-20 3-560,15 0 604,-1 0 0,39 7 0,-53-6-775,0 1 1,1 0-1,-1 1 1,0 0-1,-1 0 1,1 0-1,0 1 1,-1 0-1,0 0 1,0 1-1,10 9 1,-4-1-26,-1 1 1,-1 0 0,0 1 0,-1 0 0,0 0-1,-1 1 1,-1 0 0,-1 0 0,0 0 0,-1 1-1,4 23 1,-3-8-1050,2 55 0,-10 28-8712,-1-93 2608,0 0-4627</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19.728"/>
    </inkml:context>
    <inkml:brush xml:id="br0">
      <inkml:brushProperty name="width" value="0.05" units="cm"/>
      <inkml:brushProperty name="height" value="0.05" units="cm"/>
      <inkml:brushProperty name="color" value="#FFFFFF"/>
    </inkml:brush>
  </inkml:definitions>
  <inkml:trace contextRef="#ctx0" brushRef="#br0">1 61 13641,'10'-3'3129,"23"-6"-525,-6 0-680,-4 3-340,18 3-592,32-3-976,-2 3-516,2 0-1108,8-6-1232,2 0-2809,11 9-4660</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20.292"/>
    </inkml:context>
    <inkml:brush xml:id="br0">
      <inkml:brushProperty name="width" value="0.05" units="cm"/>
      <inkml:brushProperty name="height" value="0.05" units="cm"/>
      <inkml:brushProperty name="color" value="#FFFFFF"/>
    </inkml:brush>
  </inkml:definitions>
  <inkml:trace contextRef="#ctx0" brushRef="#br0">4 21 13161,'-4'-21'8784,"5"25"-6103,23 68 3443,6 1-4194,16 45-1843,-24-56-87,-7-22 0,18 80 0,-10 13-1310,-9-44-5071,-3-37-1847,5 2-5636</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20.718"/>
    </inkml:context>
    <inkml:brush xml:id="br0">
      <inkml:brushProperty name="width" value="0.05" units="cm"/>
      <inkml:brushProperty name="height" value="0.05" units="cm"/>
      <inkml:brushProperty name="color" value="#FFFFFF"/>
    </inkml:brush>
  </inkml:definitions>
  <inkml:trace contextRef="#ctx0" brushRef="#br0">427 1 9421,'0'0'2498,"-4"3"424,-2 1-1731,0-1-1,0 0 0,0-1 0,0 1 0,-10 2 0,7-3-444,1 1 0,-1 0 0,1 0-1,0 1 1,-10 6 0,-37 31 1777,-68 66 0,106-90-2389,1 0 1,1 1 0,0 1-1,1 0 1,1 1-1,1 1 1,-15 33 0,25-48-125,1-1 1,-1 0 0,1 1 0,0-1 0,0 1 0,0-1-1,1 1 1,0-1 0,0 1 0,1 0 0,-1-1-1,1 1 1,0-1 0,1 0 0,1 6 0,1-2-34,0-1 1,0 0-1,1 0 1,0 0 0,1-1-1,-1 1 1,1-1 0,9 8-1,10 6-218,1-1-1,1-2 0,0 0 1,31 13-1,-44-24 136,36 20-838,0 1 0,68 52 0,-114-77 835,-1 1 0,1-1 0,-1 0 0,0 1-1,0-1 1,0 1 0,0 0 0,-1 0 0,0 0 0,4 8-1,-6-10 87,1 0 0,-1 0 0,0 0 0,1 0 0,-1 0 0,0 0 0,0-1-1,0 1 1,-1 0 0,1 0 0,0 0 0,-1 0 0,1 0 0,-1 0-1,0 0 1,1 0 0,-1-1 0,0 1 0,0 0 0,0-1 0,0 1-1,-1 0 1,1-1 0,0 0 0,-1 1 0,-1 0 0,-1 2 18,-1-1 0,1 0 0,-1 0 0,1 0 0,-1-1 0,0 0 1,0 0-1,-1 0 0,1-1 0,0 1 0,0-1 0,-1 0 0,1-1 0,-6 1 0,-1-1 149,1-1-1,-1 0 1,0 0-1,1-2 1,-16-3-1,24 5-90,-1 0-1,1 0 1,0 0 0,0 0-1,0-1 1,0 1-1,0-1 1,0 1 0,1-1-1,-1 0 1,1 0-1,-1 0 1,1-1 0,-1 1-1,1-1 1,0 1 0,0-1-1,0 0 1,1 0-1,-1 1 1,1-1 0,0 0-1,-1-1 1,1 1-1,0 0 1,1 0 0,-1 0-1,1-1 1,-1 1-1,1 0 1,0 0 0,0-1-1,0 1 1,1 0-1,0-6 1,3-7 26,1 0 0,1 1 1,0-1-1,1 1 0,13-23 0,1 4-733,1 2 0,1 0 0,51-52 1,37-21-4685,-44 51-1717,3 7-4689</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21.271"/>
    </inkml:context>
    <inkml:brush xml:id="br0">
      <inkml:brushProperty name="width" value="0.05" units="cm"/>
      <inkml:brushProperty name="height" value="0.05" units="cm"/>
      <inkml:brushProperty name="color" value="#FFFFFF"/>
    </inkml:brush>
  </inkml:definitions>
  <inkml:trace contextRef="#ctx0" brushRef="#br0">54 34 11861,'-17'-8'1061,"12"5"-306,0 1 0,0-1 0,1 0 0,-14-11 12480,22 15-11313,-1 1-1822,1-1 0,-1 1 1,0 0-1,0 0 0,0 0 1,0 1-1,0-1 0,-1 1 0,1-1 1,-1 1-1,1 0 0,-1 0 1,0 0-1,0 0 0,0 0 0,-1 1 1,3 4-1,1 7-183,-1 0-1,5 31 1,-1-1 196,17 55-533,37 152 976,-26-83-6399,-21-100-3070,7 3-6250</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21.636"/>
    </inkml:context>
    <inkml:brush xml:id="br0">
      <inkml:brushProperty name="width" value="0.05" units="cm"/>
      <inkml:brushProperty name="height" value="0.05" units="cm"/>
      <inkml:brushProperty name="color" value="#FFFFFF"/>
    </inkml:brush>
  </inkml:definitions>
  <inkml:trace contextRef="#ctx0" brushRef="#br0">567 78 13561,'-4'-8'655,"-8"-15"786,12 22-1353,0 1-1,-1-1 0,1 1 0,0-1 0,0 1 0,0-1 0,0 1 0,0-1 0,0 1 1,0-1-1,0 1 0,0-1 0,0 1 0,0-1 0,0 1 0,0-1 0,0 1 1,0-1-1,1 1 0,-1-1 0,0 1 0,0-1 0,1 1 0,-1 0 0,0-1 0,0 1 1,1-1-1,-1 1 0,0 0 0,1-1 0,-1 1 0,1 0 0,-1-1 0,0 1 0,1 0 1,-1 0-1,1-1 0,2 0 2212,-4-1-1739,-1-1 0,0 1-1,0-1 1,0 1 0,0 0 0,0 0-1,0 0 1,-1 0 0,-4-3-1,3 4-221,-1 0 0,0 0 0,0 1 0,1-1 0,-1 1 0,0 0 0,0 1 0,1-1 0,-1 1 0,-8 2 1,-47 16 860,51-16-980,-22 10-123,1 2-1,0 1 1,1 2 0,1 0 0,1 2-1,1 1 1,-37 38 0,31-26-96,1 1 0,-31 47 0,60-79-27,0-1 1,1 1-1,-1 0 0,1 0 0,0 1 1,0-1-1,-1 0 0,1 0 0,1 1 1,-1-1-1,0 0 0,1 1 0,-1-1 1,1 0-1,0 1 0,-1-1 1,1 1-1,0-1 0,1 1 0,-1-1 1,0 1-1,1-1 0,-1 0 0,1 1 1,0-1-1,1 4 0,0-4-1,1 0 0,-1 0 0,0 0 0,1 0 0,-1-1 0,1 1-1,-1-1 1,1 1 0,0-1 0,0 0 0,0 0 0,-1 0 0,1 0 0,0-1 0,0 1-1,0-1 1,0 0 0,0 0 0,0 0 0,5 0 0,34-5 11,-1-1 1,0-3 0,0-1-1,-1-1 1,46-21-1,78-22 1383,-150 50-1339,-8 2-23,1 0-1,0 0 0,-1 1 1,1 0-1,13 0 1,-19 1-4,1 0-1,-1 0 1,1 0 0,-1 1 0,1-1 0,-1 0 0,0 1 0,1-1 0,-1 1 0,0 0 0,1-1 0,-1 1 0,0 0 0,0 0-1,0 0 1,0 0 0,0 0 0,0 0 0,0 0 0,0 0 0,0 1 0,0-1 0,0 0 0,-1 0 0,1 1 0,0-1 0,-1 1-1,0-1 1,1 0 0,-1 1 0,0-1 0,1 1 0,-1 2 0,0 2-74,0-1 1,0 1-1,0 0 0,0 0 0,-1 0 1,0 0-1,-1-1 0,1 1 0,-1 0 1,0-1-1,-5 9 0,-3 4-1984,-1-1 0,-13 18 0,-15 22-7823,19-7-2962</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22.947"/>
    </inkml:context>
    <inkml:brush xml:id="br0">
      <inkml:brushProperty name="width" value="0.05" units="cm"/>
      <inkml:brushProperty name="height" value="0.05" units="cm"/>
      <inkml:brushProperty name="color" value="#FFFFFF"/>
    </inkml:brush>
  </inkml:definitions>
  <inkml:trace contextRef="#ctx0" brushRef="#br0">1 9 8249,'30'3'11631,"-6"23"-6849,-8-20-4302,0 0 0,1-1 0,-1-1-1,1-1 1,30 2 0,-38-4-302,60 7 728,104-4 1,-141-5-1691,0-2-1,1-1 1,-2-2 0,1-1 0,42-15-1,-53 15-1330,-1 0 0,1 2 0,0 0 0,26-2 0,9 1-9152</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23.337"/>
    </inkml:context>
    <inkml:brush xml:id="br0">
      <inkml:brushProperty name="width" value="0.05" units="cm"/>
      <inkml:brushProperty name="height" value="0.05" units="cm"/>
      <inkml:brushProperty name="color" value="#FFFFFF"/>
    </inkml:brush>
  </inkml:definitions>
  <inkml:trace contextRef="#ctx0" brushRef="#br0">0 19 9553,'5'-17'2284,"-4"17"-2205,-1 0 0,0 0 0,1-1 0,-1 1-1,0 0 1,1 0 0,-1 0 0,1 0 0,-1 0-1,0-1 1,1 1 0,-1 0 0,1 0 0,-1 0-1,0 0 1,1 0 0,-1 0 0,8 4 6971,-8-1-5204,2 24 8,1 0 0,10 44 0,-6-41-1225,-2 0 0,2 34 0,-7-20-709,-6 55 1,-11-1-3954,13-75 1322,0 1-1,1 0 1,1 28-1,5 20-8867</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28.838"/>
    </inkml:context>
    <inkml:brush xml:id="br0">
      <inkml:brushProperty name="width" value="0.05" units="cm"/>
      <inkml:brushProperty name="height" value="0.05" units="cm"/>
      <inkml:brushProperty name="color" value="#FFFFFF"/>
    </inkml:brush>
  </inkml:definitions>
  <inkml:trace contextRef="#ctx0" brushRef="#br0">47 128 4580,'0'0'18692,"-3"0"-17580,1 0-894,0 0 1,0 0-1,0 1 0,0-1 0,1 0 0,-1 1 0,0-1 0,0 1 1,0 0-1,1-1 0,-1 1 0,0 0 0,1 0 0,-1 0 1,1 0-1,-1 1 0,1-1 0,-1 0 0,1 0 0,0 1 0,0-1 1,0 1-1,0 0 0,0-1 0,0 1 0,0 0 0,0-1 1,1 1-1,-2 2 0,2-4-202,0 1 0,0-1 0,0 0 0,0 0-1,0 0 1,0 0 0,0 0 0,0 0 0,0 1 0,0-1 0,0 0 0,0 0 0,0 0 0,0 0 0,0 0 0,0 0 0,0 1 0,0-1-1,1 0 1,-1 0 0,0 0 0,0 0 0,0 0 0,0 0 0,0 0 0,0 0 0,0 1 0,0-1 0,0 0 0,1 0 0,-1 0 0,0 0 0,0 0-1,0 0 1,0 0 0,0 0 0,0 0 0,1 0 0,-1 0 0,0 0 0,0 0 0,0 0 0,0 0 0,0 0 0,0 0 0,1 0 0,-1 0-1,0 0 1,0 0 0,0 0 0,0 0 0,0 0 0,0 0 0,1 0 0,25 3 163,-1 0-1,1-2 1,0 0 0,0-2-1,28-4 1,136-29-504,-159 28 289,42-13-3308,125-48 1,-172 57-775,35-7-1,26 4-10489</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29.355"/>
    </inkml:context>
    <inkml:brush xml:id="br0">
      <inkml:brushProperty name="width" value="0.05" units="cm"/>
      <inkml:brushProperty name="height" value="0.05" units="cm"/>
      <inkml:brushProperty name="color" value="#FFFFFF"/>
    </inkml:brush>
  </inkml:definitions>
  <inkml:trace contextRef="#ctx0" brushRef="#br0">0 124 11001,'24'-20'2163,"-12"10"-1006,0 0 0,0 1-1,1 0 1,1 1 0,-1 0 0,25-9 0,-2 8-655,0 1 0,1 2 1,-1 1-1,1 2 0,0 2 0,57 5 1,-83-3-444,1 0 1,-1 1-1,0 0 1,0 1 0,0 0-1,-1 1 1,1 0-1,16 9 1,-23-10-50,0 0-1,0 0 1,0 0 0,0 1-1,-1-1 1,1 1 0,-1 0-1,0 0 1,0 0 0,0 0-1,-1 1 1,1-1 0,-1 1 0,0-1-1,-1 1 1,1 0 0,-1 0-1,0 0 1,0 0 0,0 0-1,-1 7 1,0 0-2,-1 0 1,0 0-1,-1 1 1,0-1-1,-1-1 0,0 1 1,-1 0-1,-7 15 1,-52 86 59,54-97-73,-48 63-22,39-56 54,2 1 0,-18 30 0,1 5 836,32-58-824,0 0-1,1 0 1,-1 0 0,0 0-1,0 0 1,1 0-1,-1 0 1,1 0 0,-1 0-1,1 0 1,-1 0-1,1 0 1,0 0 0,-1 1-1,1-1 1,0 0-1,0 0 1,0 0 0,0 1-1,0-1 1,0 0-1,0 0 1,1 0 0,-1 0-1,0 1 1,1-1-1,-1 0 1,0 0 0,1 0-1,-1 0 1,1 0 0,0 0-1,-1 0 1,1 0-1,0 0 1,0 0 0,0 0-1,0-1 1,-1 1-1,1 0 1,0 0 0,0-1-1,0 1 1,1-1-1,-1 1 1,0-1 0,0 1-1,0-1 1,0 0-1,3 1 1,5 1 68,-1-1-1,2 0 1,-1 0-1,17-1 1,-5-2-236,-1 0 0,1-2 0,0 0 0,-1-1 0,22-9 0,95-45-4208,-131 55 3987,22-9-2993,-1 1-1,34-9 0,7 5-7265</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29.807"/>
    </inkml:context>
    <inkml:brush xml:id="br0">
      <inkml:brushProperty name="width" value="0.05" units="cm"/>
      <inkml:brushProperty name="height" value="0.05" units="cm"/>
      <inkml:brushProperty name="color" value="#FFFFFF"/>
    </inkml:brush>
  </inkml:definitions>
  <inkml:trace contextRef="#ctx0" brushRef="#br0">1 323 9033,'10'21'4768,"7"-36"-2728,-1 0-271,15 9-289,26-9-324,3-1-216,10-2-128,14 0-196,20 0-152,13-3-348,7-3-260,7-6-528,3 0-652,-4 0-832,-13-1-921,-13 1-1539,-7 3-3605</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0.324"/>
    </inkml:context>
    <inkml:brush xml:id="br0">
      <inkml:brushProperty name="width" value="0.05" units="cm"/>
      <inkml:brushProperty name="height" value="0.05" units="cm"/>
      <inkml:brushProperty name="color" value="#FFFFFF"/>
    </inkml:brush>
  </inkml:definitions>
  <inkml:trace contextRef="#ctx0" brushRef="#br0">0 124 6657,'61'-31'7839,"-58"29"-6223,-1 1-240,20-13-486,0 0 1,0 2 0,1 1-1,32-11 1,-43 18-834,0 1-1,1 0 0,-1 0 1,0 1-1,1 1 1,-1 0-1,1 1 0,0 0 1,-1 1-1,1 1 1,13 2-1,-22-2-47,0-1-1,0 1 1,0-1-1,0 1 1,0 0-1,0 1 1,-1-1 0,1 1-1,-1-1 1,0 1-1,1 0 1,-1 1-1,0-1 1,-1 0 0,1 1-1,3 5 1,1 5 9,-1 1 1,0 0-1,6 20 1,-10-26-13,0 1 0,1-1 1,1 0-1,-1 0 0,1-1 0,1 1 1,0-1-1,0 0 0,0 0 0,11 11 1,-1-8 1,1-1 0,0 0 0,0-1 0,28 10 1,-28-13-13,0 1 0,-1 1 1,1 0-1,-2 1 1,21 17-1,-33-24 3,0 0-1,0 0 0,0 0 1,0 1-1,-1-1 1,1 0-1,-1 1 1,0 0-1,0-1 0,0 1 1,0 0-1,0-1 1,0 1-1,-1 0 1,0 0-1,1 0 0,-1 0 1,0-1-1,0 1 1,0 0-1,-1 0 1,1 0-1,-1 0 0,0-1 1,1 1-1,-1 0 1,0 0-1,-1-1 1,1 1-1,0-1 0,-3 4 1,-4 6-40,0-1 0,0 1 0,-1-2 0,-1 1 0,-13 11 0,2-5-277,-1-1-1,0 0 1,-41 19-1,-77 30-2319,0-10-4957,82-31-544</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1.114"/>
    </inkml:context>
    <inkml:brush xml:id="br0">
      <inkml:brushProperty name="width" value="0.05" units="cm"/>
      <inkml:brushProperty name="height" value="0.05" units="cm"/>
      <inkml:brushProperty name="color" value="#FFFFFF"/>
    </inkml:brush>
  </inkml:definitions>
  <inkml:trace contextRef="#ctx0" brushRef="#br0">30 211 4412,'1'0'66,"-1"0"0,1 0 0,0 0 0,-1 1 0,1-1 0,-1 0 0,1 0-1,-1 0 1,1 1 0,-1-1 0,1 0 0,-1 0 0,1 1 0,-1-1-1,0 1 1,1-1 0,-1 0 0,1 1 0,-1-1 0,0 1 0,1-1 0,-1 1-1,0-1 1,0 1 0,1-1 0,-1 1 0,0-1 0,0 1 0,0-1 0,1 1-1,-1-1 1,0 1 0,0 0 0,-15 12 2692,7-8-2100,5-3 1008,-14 20 11096,34-33-12028,0 0 0,1 1-1,0 1 1,37-12-1,87-21 271,-86 27-705,53-13-567,139-45-4367,-178 49 369,-27 12-2047,-15 2-4688</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1.542"/>
    </inkml:context>
    <inkml:brush xml:id="br0">
      <inkml:brushProperty name="width" value="0.05" units="cm"/>
      <inkml:brushProperty name="height" value="0.05" units="cm"/>
      <inkml:brushProperty name="color" value="#FFFFFF"/>
    </inkml:brush>
  </inkml:definitions>
  <inkml:trace contextRef="#ctx0" brushRef="#br0">70 79 14113,'-3'-3'2603,"-1"1"-1560,0-1 0,0-1 0,0 1 0,1-1 0,-5-4-1,-11 14 1386,18-5-2354,-1 0-1,1 0 1,-1 0 0,1 0-1,0 1 1,-1-1-1,1 0 1,0 1 0,0-1-1,0 0 1,0 1 0,0-1-1,0 1 1,0 0 0,1-1-1,-1 1 1,1 0-1,-1-1 1,1 1 0,0 0-1,-1-1 1,1 1 0,0 0-1,0 0 1,0-1-1,0 1 1,1 0 0,-1 0-1,0-1 1,2 4 0,0 3 69,0 1 1,1-1 0,0 0 0,8 13 0,-4-10-134,0-1 0,1 0 0,0 0 0,0-1 0,1 0 0,0-1 0,1 0 0,0 0 0,0-1 0,1 0 0,0-1 0,0 0 0,1-1 0,-1 0 0,1-1 0,0 0 1,24 4-1,-4-3-287,0-1 0,1-1 0,0-2 1,-1-1-1,55-8 0,-48 3 66,0-3 0,0-1 0,-1-1 0,43-19 0,-63 22 271,0-2 0,-1 0 0,0-1 0,-1 0 0,0-1 0,-1-1 0,0-1 0,-1 0 0,0-1 0,16-21 0,-23 23 214,0 0 0,-1 1 1,-1-2-1,4-12 0,-1 5 24,-7 16-3,-22 10 179,15-2-454,2-1 0,-1 1 0,0 0 0,1 0 0,-1 1 0,1 0 1,0-1-1,1 1 0,-1 1 0,1-1 0,-4 9 0,-5 13-298,-11 33 1,8-17-504,-28 55-1401,2-6-1785,18-29-1662,-3 33-7480</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2.185"/>
    </inkml:context>
    <inkml:brush xml:id="br0">
      <inkml:brushProperty name="width" value="0.05" units="cm"/>
      <inkml:brushProperty name="height" value="0.05" units="cm"/>
      <inkml:brushProperty name="color" value="#FFFFFF"/>
    </inkml:brush>
  </inkml:definitions>
  <inkml:trace contextRef="#ctx0" brushRef="#br0">109 395 10797,'-6'0'680,"0"0"-1,0 0 1,0-1 0,0 0 0,0-1-1,0 1 1,0-1 0,-8-4 0,-25-17 6790,39 23-7400,-1 0 0,1-1-1,-1 1 1,1-1 0,-1 1 0,1-1 0,-1 1 0,1-1-1,-1 1 1,1-1 0,0 1 0,-1-1 0,1 1-1,0-1 1,0 0 0,-1 1 0,1-1 0,0 1 0,0-1-1,0 0 1,0 1 0,0-1 0,0 0 0,0 1 0,0-1-1,0 0 1,0 1 0,0-1 0,1 0 0,12-21 950,-6 15-829,0 1 0,1 0 1,-1 0-1,10-5 1,37-16-63,2 3-1,0 2 1,74-18 0,-42 13-1121,156-49-3657,-80 30-4776,-81 25-1497</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2.645"/>
    </inkml:context>
    <inkml:brush xml:id="br0">
      <inkml:brushProperty name="width" value="0.05" units="cm"/>
      <inkml:brushProperty name="height" value="0.05" units="cm"/>
      <inkml:brushProperty name="color" value="#FFFFFF"/>
    </inkml:brush>
  </inkml:definitions>
  <inkml:trace contextRef="#ctx0" brushRef="#br0">465 220 11245,'1'-3'309,"0"0"1,-1 0-1,0 0 0,0 0 1,0 0-1,0 0 0,0 0 1,-1 0-1,1 0 0,-1 0 0,0 0 1,0 0-1,0 0 0,0 0 1,0 0-1,-1 1 0,1-1 1,-1 0-1,-3-2 0,-1-4 696,0 0-1,-1 0 1,-1 1-1,-10-9 0,-2 0 666,-4-4 974,-35-21 0,53 38-2468,0 0-1,0 1 0,0 0 0,-1 1 1,0-1-1,1 1 0,-1 0 0,0 1 1,0 0-1,0 0 0,0 0 1,0 1-1,0 0 0,0 0 0,0 1 1,0 0-1,-12 3 0,10-1-137,-1 1 0,1 0 0,1 0 0,-1 1 0,1 0 0,0 0 0,0 1 1,0 0-1,1 0 0,-1 1 0,2 0 0,-7 8 0,6-6-83,1 0 0,-1 1 1,2-1-1,0 1 1,0 0-1,0 0 0,2 1 1,-1 0-1,1-1 0,-2 19 1,4-21 56,0 0 0,1 0 1,0 0-1,0-1 0,1 1 1,0 0-1,1 0 0,0 0 1,0-1-1,0 1 0,1-1 1,0 0-1,1 1 0,-1-1 1,9 10-1,1-1-12,0 0 0,2-1 0,0 0 0,0-2 0,18 13 0,91 52 0,-5-3 0,-113-71-50,0 0-1,-1 0 1,1 1-1,-1 0 1,-1 0 0,1 1-1,-1-1 1,0 1-1,0 0 1,0 0 0,-1 0-1,0 0 1,0 1-1,2 6 1,-4-7-102,0-1 0,-1 1 0,1 0 0,-1-1 0,0 1 0,-1 0-1,1-1 1,-1 1 0,0 0 0,0-1 0,-1 1 0,0-1 0,0 0 0,0 0 0,-1 1 0,1-1-1,-8 8 1,4-4-232,-1-1-1,0 0 1,-1-1-1,0 1 0,0-2 1,0 1-1,-1-1 1,0 0-1,0-1 1,-11 5-1,-44 13-3713,1-13-4521,37-8-723</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2.770"/>
    </inkml:context>
    <inkml:brush xml:id="br0">
      <inkml:brushProperty name="width" value="0.05" units="cm"/>
      <inkml:brushProperty name="height" value="0.05" units="cm"/>
      <inkml:brushProperty name="color" value="#FFFFFF"/>
    </inkml:brush>
  </inkml:definitions>
  <inkml:trace contextRef="#ctx0" brushRef="#br0">0 42 4164,'64'-30'-1208,"-44"18"332</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3.194"/>
    </inkml:context>
    <inkml:brush xml:id="br0">
      <inkml:brushProperty name="width" value="0.05" units="cm"/>
      <inkml:brushProperty name="height" value="0.05" units="cm"/>
      <inkml:brushProperty name="color" value="#FFFFFF"/>
    </inkml:brush>
  </inkml:definitions>
  <inkml:trace contextRef="#ctx0" brushRef="#br0">17 317 8665,'-17'9'4884,"31"-18"-2732,16-12-183,3 3-345,14 0-392,17-3-180,13 3-236,10-3-196,13-3-532,1-7-460,-4-5-1016,-10-9-1212,-16 6-2989,-18 15-4580</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3.636"/>
    </inkml:context>
    <inkml:brush xml:id="br0">
      <inkml:brushProperty name="width" value="0.05" units="cm"/>
      <inkml:brushProperty name="height" value="0.05" units="cm"/>
      <inkml:brushProperty name="color" value="#FFFFFF"/>
    </inkml:brush>
  </inkml:definitions>
  <inkml:trace contextRef="#ctx0" brushRef="#br0">201 0 12913,'-44'33'2120,"33"-25"-1402,-1 0 0,1 1-1,0 0 1,1 0 0,0 2 0,1-1 0,0 1-1,-11 17 1,11-12-394,2 0 0,-1 0 0,2 1 0,0 0 1,1 0-1,1 1 0,1-1 0,0 1 0,1 0 0,1 0 0,1 0 0,3 26 0,-1-30-278,0 0 0,2-1-1,-1 1 1,2-1 0,0 0 0,0 0 0,1 0 0,1-1-1,0 1 1,1-2 0,0 1 0,1-1 0,0-1 0,0 1-1,1-2 1,17 14 0,-3-7-150,0-1 0,1-1 0,0-1 0,1-2-1,0 0 1,43 11 0,-15-9-188,1-2-1,77 5 1,-85-14 166,0-2-1,0-2 1,0-3 0,83-18 0,-127 23 116,0-1 0,0 0 1,-1 0-1,1 0 1,-1-1-1,1 1 1,-1 0-1,1-1 1,-1 0-1,0 0 1,0 0-1,3-3 1,-4 4 7,-1 1 1,1-1 0,-1 0-1,1 1 1,-1-1-1,0 0 1,0 1 0,1-1-1,-1 0 1,0 0 0,0 1-1,0-1 1,0 0-1,0 0 1,0 1 0,0-1-1,0 0 1,0 0 0,0 1-1,0-1 1,0 0-1,-1 1 1,1-1 0,0 0-1,0 0 1,-1 1-1,1-1 1,-1 0 0,1 1-1,0-1 1,-1 1 0,1-1-1,-1 1 1,1-1-1,-1 1 1,0-1 0,1 1-1,-1-1 1,0 1 0,1-1-1,-1 1 1,0 0-1,1 0 1,-1-1 0,0 1-1,0 0 1,1 0 0,-1 0-1,-1 0 1,-7-3-15,-1 0 0,0 1 0,0 0 0,0 1 0,0 0 0,-19 1 0,-69 11-173,36-4-166,-157 21-3081,183-20 827,0 1 1,-34 15 0,1 3-6546</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4.231"/>
    </inkml:context>
    <inkml:brush xml:id="br0">
      <inkml:brushProperty name="width" value="0.05" units="cm"/>
      <inkml:brushProperty name="height" value="0.05" units="cm"/>
      <inkml:brushProperty name="color" value="#FFFFFF"/>
    </inkml:brush>
  </inkml:definitions>
  <inkml:trace contextRef="#ctx0" brushRef="#br0">38 193 6065,'-10'4'640,"-6"1"29,5-5 3433,12-7-3391,6-21-325,-7 27-398,0 1 0,1-1 0,-1 0 0,0 1-1,0-1 1,1 0 0,-1 1 0,0-1 0,1 1 0,-1-1-1,1 1 1,-1-1 0,1 1 0,-1-1 0,1 1 0,-1-1-1,1 1 1,-1 0 0,1-1 0,0 1 0,-1 0 0,1-1 0,-1 1-1,1 0 1,0 0 0,-1-1 0,1 1 0,0 0 0,-1 0-1,1 0 1,1 0 0,0 0-45,-1 0 109,-1-1 0,0 1 0,1 0 0,-1-1 0,1 1 0,-1 0-1,1 0 1,-1-1 0,1 1 0,-1 0 0,1 0 0,-1 0 0,1 0 0,-1 0 0,1 0 0,-1 0-1,1 0 1,0 0 0,-1 0 0,1 0 0,-1 0 0,1 0 0,-1 0 0,1 0 0,-1 1 0,1-1 0,0 0-1,-9 12 2979,1-4-630,27-12-805,24-9-876,100-24 466,150-21-2203,-101 14-8253,-125 28 35</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4.668"/>
    </inkml:context>
    <inkml:brush xml:id="br0">
      <inkml:brushProperty name="width" value="0.05" units="cm"/>
      <inkml:brushProperty name="height" value="0.05" units="cm"/>
      <inkml:brushProperty name="color" value="#FFFFFF"/>
    </inkml:brush>
  </inkml:definitions>
  <inkml:trace contextRef="#ctx0" brushRef="#br0">3 95 10321,'-2'-41'1675,"2"41"-1581,0-1 0,0 0 0,0 1 0,0-1 1,0 0-1,0 1 0,0-1 0,0 0 0,1 1 0,-1-1 0,0 0 1,1 1-1,-1-1 0,0 1 0,1-1 0,-1 0 0,0 1 0,1-1 1,-1 1-1,1-1 0,-1 1 0,1 0 0,0-1 0,-1 1 0,1 0 1,-1-1-1,1 1 0,0 0 0,-1-1 0,1 1 0,0 0 1,-1 0-1,1 0 0,0 0 0,1-1 324,12-5 102,0 0 0,1 0 0,0 2 0,0-1 0,0 2-1,1 0 1,-1 1 0,1 1 0,-1 0 0,1 1 0,0 1-1,-1 0 1,1 1 0,-1 1 0,24 7 0,-28-7-327,0 1 1,0 1-1,0 0 1,0 1 0,-1 0-1,0 0 1,0 1 0,0 1-1,9 9 1,-13-11-92,0 1 1,0 0 0,-1 0-1,0 1 1,0 0-1,-1 0 1,0 0 0,0 0-1,-1 0 1,0 1-1,0 0 1,2 17-1,-1 29-1177,-2-1-1,-10 107 0,-6-83-2647,0-7-4071,12-23-1774</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4.827"/>
    </inkml:context>
    <inkml:brush xml:id="br0">
      <inkml:brushProperty name="width" value="0.05" units="cm"/>
      <inkml:brushProperty name="height" value="0.05" units="cm"/>
      <inkml:brushProperty name="color" value="#FFFFFF"/>
    </inkml:brush>
  </inkml:definitions>
  <inkml:trace contextRef="#ctx0" brushRef="#br0">1 263 13321,'40'-54'1964,"-10"32"-343,-7-2-305,4 3-360,0 6-224,3-6-320,7 0-544,6-3-880,8 3-876,2 0-3229,4 3-4072</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5.582"/>
    </inkml:context>
    <inkml:brush xml:id="br0">
      <inkml:brushProperty name="width" value="0.05" units="cm"/>
      <inkml:brushProperty name="height" value="0.05" units="cm"/>
      <inkml:brushProperty name="color" value="#FFFFFF"/>
    </inkml:brush>
  </inkml:definitions>
  <inkml:trace contextRef="#ctx0" brushRef="#br0">0 154 9821,'0'0'4121,"3"0"-2287,132-19 4387,-1 7-4135,113-15-1454,-212 19-1633,0-1 0,-1-2 0,35-15 0,5-2-7000,-33 15-1725</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5.885"/>
    </inkml:context>
    <inkml:brush xml:id="br0">
      <inkml:brushProperty name="width" value="0.05" units="cm"/>
      <inkml:brushProperty name="height" value="0.05" units="cm"/>
      <inkml:brushProperty name="color" value="#FFFFFF"/>
    </inkml:brush>
  </inkml:definitions>
  <inkml:trace contextRef="#ctx0" brushRef="#br0">131 1 9029,'-30'0'2392,"-7"6"-184,-10 3-256,30-3-259</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6.159"/>
    </inkml:context>
    <inkml:brush xml:id="br0">
      <inkml:brushProperty name="width" value="0.05" units="cm"/>
      <inkml:brushProperty name="height" value="0.05" units="cm"/>
      <inkml:brushProperty name="color" value="#FFFFFF"/>
    </inkml:brush>
  </inkml:definitions>
  <inkml:trace contextRef="#ctx0" brushRef="#br0">1 266 19070,'365'-51'-800,"-268"-27"-508,-30 17-133,-20 19-215,-7 18-372,-23 18-1448,10 3-1901</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7.113"/>
    </inkml:context>
    <inkml:brush xml:id="br0">
      <inkml:brushProperty name="width" value="0.05" units="cm"/>
      <inkml:brushProperty name="height" value="0.05" units="cm"/>
      <inkml:brushProperty name="color" value="#FFFFFF"/>
    </inkml:brush>
  </inkml:definitions>
  <inkml:trace contextRef="#ctx0" brushRef="#br0">160 9 7029,'2'1'118,"12"2"1936,-17-5 528,-17-9 2599,20 15-4992,-1-1 0,-1 1 1,1-1-1,0 0 0,-1 1 1,1-1-1,-1 0 0,0 0 1,0 0-1,0 0 0,-1 0 1,1-1-1,-1 1 0,1-1 1,-1 1-1,-5 2 0,-11 13 524,-4 11 142,6-11-68,2 2 0,-18 28 1,32-45-725,-1 0 1,1 0 0,0 0-1,0 0 1,0 0 0,1 1-1,-1-1 1,1 0 0,0 0-1,-1 1 1,1-1 0,1 0-1,-1 0 1,0 1 0,1-1-1,0 0 1,0 0 0,0 0 0,0 0-1,0 0 1,1 0 0,2 5-1,4 5 66,1-1 0,0 0 0,20 19 0,-1 0 66,-11-7-186,-1 1 0,-1 1 0,20 46-1,-32-64-55,0 0 0,-1 1 0,1-1-1,-2 0 1,1 1 0,-1 10 0,0-15 32,-1 1 1,0-1 0,0 0-1,-1 1 1,1-1 0,-1 1-1,0-1 1,0 0-1,-1 1 1,1-1 0,-1 0-1,-4 7 1,0-2 29,-1-1 1,0 0-1,-1-1 0,-11 10 1,19-16-15,-1 0 1,0-1-1,0 1 1,0 0 0,1-1-1,-1 1 1,0 0-1,0-1 1,0 1-1,0-1 1,0 0 0,0 1-1,0-1 1,0 0-1,0 1 1,0-1 0,0 0-1,0 0 1,0 0-1,0 0 1,0 0-1,0 0 1,0 0 0,-1 0-1,1-1 1,0 1-1,0 0 1,-1-1-1,-2-1 12,2 2-12,0 0 1,0-1-1,0 1 0,0-1 0,0 1 0,0-1 0,0 0 0,0 0 0,0 0 0,1 0 0,-1 0 0,0 0 0,0-1 0,1 1 1,-1-1-1,1 1 0,0-1 0,-1 1 0,0-3 0,0 0-2,0 1 0,1-1 0,-1 1 0,1-1 0,0 0 0,0 0 0,1 1 0,-1-1 0,1-7 0,0-4-24,2-1-1,-1 1 1,9-30-1,-9 42 16,5-20-78,1 1 0,2 0 0,0 1 0,23-39 0,58-71-592,-53 80 507,72-87-1065,-107 136 540,-6 2-583,-8 1-1223,-1 0 0,0 0 0,-15 5 0,1 1-5826</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7.756"/>
    </inkml:context>
    <inkml:brush xml:id="br0">
      <inkml:brushProperty name="width" value="0.05" units="cm"/>
      <inkml:brushProperty name="height" value="0.05" units="cm"/>
      <inkml:brushProperty name="color" value="#FFFFFF"/>
    </inkml:brush>
  </inkml:definitions>
  <inkml:trace contextRef="#ctx0" brushRef="#br0">23 202 3596,'0'0'7239,"-3"-1"-6294,-17-9 3650,39 7 908,6 0-6263,308-55 1620,-9-28-8099,-255 64 2619,-2 3-2515</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38.224"/>
    </inkml:context>
    <inkml:brush xml:id="br0">
      <inkml:brushProperty name="width" value="0.05" units="cm"/>
      <inkml:brushProperty name="height" value="0.05" units="cm"/>
      <inkml:brushProperty name="color" value="#FFFFFF"/>
    </inkml:brush>
  </inkml:definitions>
  <inkml:trace contextRef="#ctx0" brushRef="#br0">319 60 7045,'-17'-27'6904,"15"26"-5594,-2-1-1110,0 1 0,1 0 0,-1 0 1,0 1-1,0-1 0,0 1 0,0 0 0,1 0 0,-1 0 1,0 0-1,0 0 0,0 1 0,0 0 0,1 0 1,-1 0-1,-4 2 0,-11 4 200,-31 18 0,43-21-314,-6 4 56,0 0-1,1 1 1,0 1 0,-20 20-1,-11 9 155,41-37-281,-1 0 0,1 0 0,0 0 0,0 0 0,0 0 0,0 1 0,0-1 0,1 1-1,-1 0 1,1-1 0,0 1 0,0 0 0,-2 4 0,1-1-7,1-3 74,17 24 137,-13-26-212,0-1 1,0 0 0,0 1-1,0-1 1,0-1-1,0 1 1,0 0-1,0-1 1,0 1-1,0-1 1,-1 0-1,1 0 1,0 0-1,4-3 1,43-23 40,-42 23-45,16-12 104,0-2 0,0 0 1,23-25-1,-22 19 355,34-24 0,-14 9 910,-43 37-479,-1 5 108,1 2-858,0 0 1,0-1-1,-1 1 0,1 0 1,-1 0-1,-1 1 0,1-1 1,-1 0-1,0 0 0,0 0 1,0 0-1,-1 0 0,-1 7 0,-3 12 201,-14 37 1,5-14-120,-36 180-4571,28-76-5654,12-66-1443</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49:57.774"/>
    </inkml:context>
    <inkml:brush xml:id="br0">
      <inkml:brushProperty name="width" value="0.05" units="cm"/>
      <inkml:brushProperty name="height" value="0.05" units="cm"/>
      <inkml:brushProperty name="color" value="#F6630D"/>
    </inkml:brush>
  </inkml:definitions>
  <inkml:trace contextRef="#ctx0" brushRef="#br0">172 262 4292,'13'-4'319,"15"-1"1843,-7-22-202,-19 24-1304,1-14 1071,-1 4 5539,-6 1-5474,-19-31 2100,22 41-3075,-2-5-269,3 6-522,0 0 1,0-1-1,0 1 1,0 0-1,-1 0 1,1 0-1,0 0 1,-1 0-1,1 0 1,0 0-1,-1 0 1,1 0 0,-1 0-1,0 1 1,1-1-1,-1 0 1,0 0-1,1 0 1,-1 1-1,0-1 1,-1 0-1,-5-1 28,0 1-1,0 1 1,1-1-1,-1 1 0,0 0 1,0 1-1,0 0 1,0 0-1,0 0 1,0 1-1,1 0 0,-1 0 1,1 1-1,-1 0 1,1 0-1,0 0 1,0 1-1,0 0 0,1 0 1,-1 0-1,-6 8 1,7-8-15,1 0-1,0 0 1,0 1 0,0 0 0,1-1 0,-1 1 0,1 1-1,0-1 1,1 0 0,-1 1 0,1-1 0,0 1 0,0 0 0,1 0-1,0-1 1,0 1 0,0 0 0,1 0 0,0 0 0,0 0 0,0 0-1,1 0 1,0 0 0,0 0 0,3 9 0,-2-10-30,-1 0 1,1 0 0,0-1-1,1 1 1,-1-1-1,1 1 1,0-1-1,0 0 1,0 0-1,0 0 1,1-1 0,0 1-1,0-1 1,0 0-1,0 0 1,0 0-1,0 0 1,1-1-1,-1 1 1,1-1 0,0-1-1,0 1 1,9 1-1,-4-1-112,-1-1-1,1 0 1,-1 0-1,1-1 1,0-1-1,-1 0 1,1 0-1,-1-1 1,0 0-1,1 0 1,-1-1-1,0-1 1,0 1-1,-1-1 1,1-1-1,-1 0 1,0 0-1,0 0 1,-1-1-1,1 0 1,-1-1-1,-1 0 1,1 0-1,9-14 1,-10 14 5,-1 0 1,0 0 0,0-1 0,-1 0-1,0 0 1,0 0 0,-1 0 0,0 0-1,0-1 1,-1 0 0,0 1 0,-1-1-1,0 0 1,0 0 0,-1-17 0,0 25 91,0 0 0,0 0 0,0 0 0,-1 0 0,1-1 0,0 1 0,0 0 0,-1 0 0,1 0 1,-1 0-1,1 0 0,-1 0 0,0 0 0,1 0 0,-1 0 0,0 0 0,1 0 0,-1 1 0,0-1 0,0 0 1,0 0-1,0 1 0,0-1 0,0 0 0,0 1 0,0-1 0,0 1 0,0 0 0,0-1 0,-2 1 1,-4-3 71,6 3-68,0 0 1,0 0-1,0 0 0,-1 1 1,1-1-1,0 0 1,0 1-1,0-1 0,0 1 1,0-1-1,0 1 1,0-1-1,0 1 0,0 0 1,0 0-1,0-1 1,-1 2-1,1 0-2,-8 4 23,1 1-1,-1 1 1,2 0-1,-1 0 1,1 0 0,1 1-1,-1 0 1,-9 19-1,-19 25 129,33-49-97,-1 0 1,1 0-1,0 0 1,1 1 0,-1-1-1,1 1 1,-2 8-1,3-10 440,5-4-503,0 1 0,1-1 0,-1 0 0,0-1 0,0 1 0,0-1-1,0 0 1,0 0 0,0-1 0,-1 1 0,1-1 0,-1 0 0,0 0 0,1-1 0,-1 1-1,-1-1 1,1 0 0,-1 0 0,1 0 0,-1 0 0,0-1 0,-1 1 0,1-1-1,-1 0 1,0 0 0,0 0 0,0 0 0,-1 0 0,0 0 0,1-6 0,-1 7-27,-1-1 1,1 0 0,-1 1 0,-1-1-1,1 0 1,-1 1 0,1-1-1,-1 1 1,-2-6 0,2 8 31,-1-1 1,1 1-1,0 0 1,-1 0-1,0 0 1,1 0-1,-1 0 1,0 0-1,0 0 1,0 1 0,0-1-1,-1 0 1,1 1-1,0 0 1,-1 0-1,-4-2 1,3 2 12,0 0 0,0 0 0,0 0 1,-1 1-1,1 0 0,0 0 1,0 0-1,0 0 0,-1 1 1,1-1-1,0 1 0,0 0 0,0 1 1,0-1-1,0 1 0,0-1 1,1 1-1,-1 0 0,0 1 1,1-1-1,0 1 0,-1-1 0,-3 6 1,-2-1 37,1 2 0,1-1 0,-1 1 0,1 0 0,1 1 0,-1-1 1,-6 16-1,12-21-22,-1 1 0,1 0 0,0-1 0,0 1 0,1 0 1,-1 0-1,1 0 0,0 0 0,0-1 0,1 1 0,-1 0 1,1 0-1,0 0 0,0-1 0,4 8 0,-4-10-19,0 0 0,1 0 0,-1 0 0,1-1 0,-1 1 0,1-1 0,0 1 0,0-1 0,0 0 0,0 1 0,0-1 0,0 0 0,2 1 0,-2-1 2,1 0 10,-1 0 1,1-1 0,-1 1-1,1-1 1,0 1 0,-1-1-1,1 0 1,0 0 0,0 0 0,-1 0-1,1 0 1,3-2 0,-1 2-34,0-1 6,0 0 0,1-1 0,-1 1 0,0-1 0,0 0 0,-1 0 0,1-1 0,0 1 0,-1-1 0,1 0-1,-1 0 1,4-5 0,-5 5-10,0-1 0,0 1 0,-1-1 0,1 1 0,-1-1 0,0 0 0,0 0 0,-1 0 0,1 0-1,-1 0 1,0-1 0,0 1 0,0 0 0,-1-1 0,0 1 0,1 0 0,-1-1 0,-1-6 0,-2-8-94,0-1 0,-8-31 0,8 41 98,2 5 2,-1 1 1,0-1-1,0 0 1,0 1-1,0 0 0,-1-1 1,0 1-1,0 0 1,-5-6-1,5 7 11,1 0-26,-2 4 39,0 0 1,-1-1 0,1 1 0,0 0 0,0 1-1,0-1 1,0 1 0,0 0 0,0 0 0,0 0-1,0 0 1,1 1 0,-1 0 0,1 0 0,0-1-1,0 2 1,0-1 0,-2 4 0,-8 9 92,1 1 1,-14 29-1,8-16 107,18-29-204,0 0 0,-1 0-1,1 0 1,-1 0 0,1 0-1,0 0 1,0 0-1,0 0 1,0 0 0,0 0-1,0 1 1,0-1 0,0 0-1,0 0 1,0 0 0,0 0-1,1 0 1,-1 0 0,1 2-1,1 2 7,-2-1-1,0-2-6,0 1 1,1-1-1,-1 1 1,1-1-1,-1 1 1,1-1-1,0 0 1,0 1-1,0-1 1,0 0-1,3 3 0,-2-3 7,0 0 0,0 0 0,0-1-1,0 1 1,0-1 0,1 0 0,-1 1-1,0-1 1,1 0 0,-1-1 0,1 1-1,0 0 1,-1-1 0,1 1 0,-1-1-1,1 0 1,0 0 0,4 0 0,-3-1-6,0 1 0,0-1 0,0 0 0,1 0 0,-1 0 0,-1-1 0,1 1 0,0-1 0,0 0 0,-1 0 0,1 0 0,-1-1 0,1 1 0,-1-1 0,4-4 0,-6 5-20,1 0 1,-1 0-1,1-1 1,-1 1 0,0-1-1,0 1 1,0-1 0,0 1-1,-1-1 1,2-4-1,-1 0-38,0 4 31,-1 0 0,1 0 0,-1 0 0,0 0-1,0 0 1,0 0 0,-1-1 0,1 1 0,-1 0 0,0 0-1,0 0 1,-1-3 0,-1-3-112,-1-5 26,0 1 1,-12-23-1,15 34 45,-10 9 149,10-6-91,0-1 1,0 0 0,0 0 0,1 0-1,-1 1 1,0-1 0,0 0-1,1 1 1,-1-1 0,0 1 0,1-1-1,-1 1 1,1-1 0,-1 1 0,0-1-1,1 1 1,-1 0 0,1-1-1,0 1 1,-1 0 0,1-1 0,-1 1-1,1 0 1,0 0 0,15 57-1,-14-55-18,0-1 33,0 1 0,0-1 0,0 0 1,0 0-1,0 0 0,1 0 0,-1 0 0,1 0 1,2 2-1,-3-5-10,0 1 1,0-1-1,0 0 0,-1 1 1,1-1-1,0 0 0,0 0 1,0 1-1,-1-1 1,1 0-1,0 0 0,-1 0 1,1 0-1,-1 0 0,1 0 1,-1 0-1,1 0 0,-1 0 1,0 0-1,0-1 1,1 1-1,-1 0 0,0 0 1,0 0-1,0 0 0,0 0 1,0 0-1,0 0 0,-1-1 1,1 1-1,0 0 1,-1 0-1,1 0 0,0 0 1,-1 0-1,1 0 0,-1 0 1,0 0-1,1 0 0,-1 0 1,-1-1-1,1 0-38,-29-8-23,20 6 56,6 3 34,1 2-70,1-1 30,1 1 1,-1-1-1,0 1 0,1 0 0,-1-1 0,0 1 0,1 0 1,-1 0-1,1 0 0,-1 0 0,1 0 0,-1 0 0,1 0 1,0 1-1,-2 1 0,17 17-98,-12-18 136,2-3-106,9-5 4,-1 0-1,1-1 1,-1 0 0,0-1-1,13-12 1,-22 18 34,-2-1 1,0 1 38,0 0 1,-1 1-1,1-1 0,0 0 0,-1 0 0,1 0 0,-1 0 0,0 0 0,1 0 0,-1 0 0,0 0 0,0 0 0,0 0 0,-1 0 0,1 0 0,0 1 0,-1-1 0,1 0 0,-1 0 0,0 0 0,0 0 0,1 1 0,-1-1 0,0 0 0,0 1 0,-1-1 0,1 0 1,0 1-1,-1 0 0,1-1 0,0 1 0,-3-2 0,2 1 1,0 0 1,0 0 0,0 0 0,0 1-1,0-1 1,-1 1 0,1-1-1,-1 1 1,1 0 0,-1 0 0,1 0-1,-1 0 1,1 0 0,-1 0-1,0 1 1,0 0 0,1-1 0,-1 1-1,0 0 1,-2 0 0,2 1 9,1 0-1,-1 0 1,1 1 0,-1-1 0,1 0 0,0 1 0,-1-1 0,1 1 0,0 0-1,0 0 1,0 0 0,1 0 0,-1 0 0,0 0 0,1 0 0,-1 1-1,1-1 1,0 1 0,-2 3 0,2-1 9,-1 0-1,1 0 1,0 0 0,0 0-1,1 0 1,0 0-1,0 0 1,0 1 0,0-1-1,1 0 1,1 8-1,17 50 188,-19-62-197,1 0 0,-1 0 0,0 0 0,1 1 1,-1-1-1,0 0 0,1-1 0,-1 1 0,1 0 0,0 0 0,-1 0 0,1 0 0,0 0 0,0-1 0,-1 1 0,1 0 1,0 0-1,0-1 0,0 1 0,0-1 0,0 1 0,0-1 0,0 1 0,0-1 0,0 0 0,0 1 0,0-1 0,0 0 1,0 0-1,0 0 0,0 0 0,0 0 0,0 0 0,1 0 0,-1 0 0,0 0 0,0 0 0,0-1 0,0 1 0,0 0 0,0-1 1,1 0-1,16-2 123,-1-27 95,-18 29-223,1 1 0,0-1 1,-1 0-1,1 0 0,0 1 0,0-1 1,0 0-1,0 0 0,-1 0 1,1 1-1,0-1 0,1 0 0,-1 0 1,0 0-1,0 1 0,0-1 0,0 0 1,1 0-1,-1 1 0,0-1 1,1 0-1,-1 0 0,1 0 1,-1 0-1,1 0 1,-1 0-1,0 0 1,1 0-1,-1 0 1,0 0-1,0 0 1,0 0-1,1 0 1,-1 0-1,0 0 1,0 0-1,-1 0 1,1 0-1,0 0 1,0 0-1,0 0 1,-1 0 0,1 0-1,-1-2 1,-9-9 68,5 6-89,0 0 0,0 0 1,-1 0-1,-6-5 0,10 10 69,-1 0-86,-7-2 54,-6-3-282,16 6 258,0-1 0,0 1 0,1-1 0,-1 1 0,0-1 0,0 1 0,0-1-1,0 1 1,1-1 0,-1 1 0,0-1 0,0 1 0,1-1 0,-1 1 0,0-1 0,1 1 0,-1 0-1,0-1 1,1 1 0,-1 0 0,1-1 0,-1 1 0,1 0 0,-1-1 0,1 1 0,-1 0 0,1 0-1,-1 0 1,1 0 0,-1-1 0,1 1 0,-1 0 0,1 0 0,35-28-75,-30 22 5,-4 4-9,21-18-335,-28 21 111,1-1-1,-1 0 0,0 0 0,0 0 0,0 0 0,0-1 0,-6-1 0,9 1-55,0 1 0,1-1 0,-1 1 0,0-1 0,1 0 0,-1 0 1,1 0-1,-1 1 0,1-1 0,-1-1 0,1 1 0,0 0 0,-1 0 0,1 0 0,0-1 0,0 1 0,0-1 0,0 1 0,0-1 0,1 1 0,-1-1 0,0 1 0,1-1 1,-1 0-1,0-1 0,-2-18-7587</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14.477"/>
    </inkml:context>
    <inkml:brush xml:id="br0">
      <inkml:brushProperty name="width" value="0.05" units="cm"/>
      <inkml:brushProperty name="height" value="0.05" units="cm"/>
      <inkml:brushProperty name="color" value="#F6630D"/>
    </inkml:brush>
  </inkml:definitions>
  <inkml:trace contextRef="#ctx0" brushRef="#br0">81 172 5288,'-3'-36'1933,"13"3"-141,-13 9-1364,3 3-88,-7 6-84,0 0-36,-3 3-328,3-3 8,-13 18-1500,0 0-844,7 9-577</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21.425"/>
    </inkml:context>
    <inkml:brush xml:id="br0">
      <inkml:brushProperty name="width" value="0.05" units="cm"/>
      <inkml:brushProperty name="height" value="0.05" units="cm"/>
      <inkml:brushProperty name="color" value="#F6630D"/>
    </inkml:brush>
  </inkml:definitions>
  <inkml:trace contextRef="#ctx0" brushRef="#br0">200 137 4268,'0'0'3919,"3"0"-3886,0 1-535,18 6 4384,-34-5-3142,12-2-646,1 0 0,0 0 0,-1 0 0,1 1 0,-1-1 0,1 0 0,-1 0 0,1 0 0,0 0 0,-1 0 0,1 0 1,-1 0-1,1 0 0,-1 0 0,1 0 0,-1 0 0,1 0 0,0 0 0,-1 0 0,1 0 0,-1 0 0,1-1 0,-1 1 0,1 0 0,0 0 0,-1-1 0,1 1 0,-1 0 1,1 0-1,0-1 0,-1 1 0,1 0 0,0-1 0,0 1 0,-1-1 0,12-11 3508,-4 6-1069,-8 4-2379,0 1-142,1 0 0,-1 0 0,1 1 0,-1-1 0,0 0 0,1 0 0,-1 1 0,0-1 0,1 1 0,-1-1 0,0 0 0,0 1 0,0-1 0,1 1 0,-1 0 0,0-1 0,0 1 0,0 0 0,0-1 0,0 1 0,0 0 0,0 0 0,0 0 0,1 0 1,-1 0-1,-2 0 0,2 1 1,0 0 0,0 1 0,0-1 1,0 0-1,0 1 0,0-1 0,0 1 1,0-1-1,1 1 0,-1 0 0,1-1 1,-1 1-1,1-1 0,-1 1 0,1 0 1,0 0-1,0-1 0,0 4 0,0 1-3,0 0-1,0-1 0,1 1 0,-1-1 1,1 0-1,1 1 0,-1-1 0,1 0 1,0 0-1,0 1 0,0-1 0,1-1 1,0 1-1,0 0 0,0-1 1,6 7-1,-5-8-8,0 0 0,1-1 0,-1 1 0,1-1 0,-1 0 0,1 0 1,0 0-1,0-1 0,0 0 0,0 0 0,6 1 0,-6-2-5,0 1-1,0 0 0,-1-1 1,1 0-1,0 0 1,-1-1-1,1 1 0,0-1 1,-1 0-1,1 0 1,0 0-1,-1-1 1,0 0-1,1 0 0,-1 0 1,0 0-1,0-1 1,0 1-1,0-1 1,6-6-1,-6 3-19,1 0-1,-1 0 1,-1-1 0,1 1-1,-1-1 1,0 0 0,0 0-1,-1 0 1,0 0 0,0-1-1,-1 1 1,0 0 0,0-1-1,-1 1 1,0-11 0,0 16 19,-1-1 0,1 1 0,0-1-1,-1 1 1,0-1 0,1 1 0,-1-1 0,0 1 0,0 0 0,-1-1 0,1 1 0,0 0 0,-1 0 0,1 0 0,-1 0 0,0 0 0,1 0 0,-1 0 0,0 1-1,0-1 1,-1 1 0,1-1 0,0 1 0,0 0 0,-5-2 0,4 2 3,-1-1 1,1 1-1,-1 0 0,1 0 1,-1 1-1,0-1 0,0 1 1,1 0-1,-1-1 0,0 2 1,1-1-1,-1 0 0,0 1 0,1 0 1,-6 1-1,-34 14-3,33-14 16,1 1 0,0 1 0,0 0 0,0 0 0,1 0 0,-9 7-1,2 0 21,1 1 0,0 0-1,1 1 1,1 0-1,0 1 1,1 0-1,-18 30 1,28-42-31,0 0 1,0 0-1,0 1 1,1-1-1,-1 0 1,1 0-1,-1 0 1,1 0-1,0 1 0,0-1 1,0 0-1,0 0 1,0 0-1,1 1 1,-1-1-1,0 0 1,1 0-1,0 0 0,0 0 1,-1 0-1,1 0 1,0 0-1,1 0 1,-1 0-1,0 0 1,3 2-1,-2-2 1,0 0-1,0 0 1,0 0 0,0 0-1,1 0 1,-1 0-1,1-1 1,0 1 0,-1-1-1,1 0 1,0 0 0,0 0-1,0 0 1,-1 0 0,1 0-1,0-1 1,0 0-1,0 1 1,0-1 0,4-1-1,8 0 17,-7 1-15,0-1 1,-1 1 0,1-1-1,0-1 1,0 1 0,-1-1-1,1-1 1,-1 1 0,0-1-1,0-1 1,0 1-1,0-1 1,0-1 0,-1 1-1,9-8 1,0-4 7,-8 9-8,1-1 0,-2 0 0,1 0 0,-1 0-1,0-1 1,-1 0 0,8-17 0,0-25 73,-13 48-86,-5-9-4,6 11 18,-1 0-1,-1 0 1,1 0-1,0 1 1,0-1-1,0 0 0,0 0 1,-1 0-1,1 0 1,0 0-1,-1 0 1,1 1-1,0-1 1,-1 0-1,1 0 1,-1 0-1,0 1 1,1-1-1,-1 0 0,0 1 1,1-1-1,-1 1 1,0-1-1,1 1 1,-1-1-1,-1 0 1,-3 1 6,0 1 1,0 0 0,0 0 0,0 0-1,1 0 1,-1 1 0,0-1 0,1 1-1,-1 0 1,1 1 0,-1-1 0,1 1-1,0 0 1,-5 4 0,3-2-4,0 1-1,0-1 1,0 1 0,0 1 0,1-1-1,0 0 1,1 1 0,-1 0 0,1 0 0,1 1-1,-1-1 1,1 1 0,1 0 0,-1 0 0,1 0-1,1 0 1,-1 0 0,1 0 0,1 0 0,0 0-1,1 14 1,-1-15 4,2 1-8,13 7 29,15 2-15,-27-15-6,17-8 23,-15 5-34,-1 0-1,1-1 1,-1 1-1,0-1 1,1 0-1,-1-1 1,0 1-1,-1-1 1,1 1-1,0-1 0,-1 0 1,1-1-1,-1 1 1,0-1-1,0 1 1,-1-1-1,1 0 1,4-8-1,-2-1 3,0 0-1,0-1 0,-1 0 0,4-26 1,-7 36-3,0 0 0,0 1-1,-1-1 1,1 0 0,-1 0 0,0 1 0,0-1 0,-1 0 0,1 0 0,-1-3 0,-1-3-3,2 9 4,0 0 1,0 0-1,0 0 1,0-1-1,-1 1 1,1 0 0,0 0-1,0 0 1,-1 0-1,1 0 1,-1 0-1,1 0 1,-1 0-1,1 0 1,-1 0-1,0 1 1,1-1-1,-1 0 1,0 0 0,0 1-1,0-1 1,1 0-1,-1 1 1,0-1-1,0 0 1,0 1-1,0-1 1,0 1-1,0 0 1,0-1-1,0 1 1,0 0 0,0 0-1,-1 0 1,1-1-1,0 1 1,0 0-1,-1 1 1,-4-1 0,0 0 0,0 1 0,0 0 0,0 0 0,-7 3 0,-1 2 1,2 1-1,-1 1 0,1 0 0,0 0 1,1 2-1,-16 15 0,16-15 26,6-5-30,1 0 0,0 0 1,0 0-1,0 0 0,1 1 1,-5 9-1,3-6 20,4-7 92,4 20-141,-3-21 35,1 0 0,-1 0-1,0 1 1,1-1 0,-1 0 0,0 0 0,1 0-1,0 0 1,-1 1 0,1-1 0,0 0-1,-1 0 1,1 0 0,0 0 0,0-1 0,0 1-1,0 0 1,0 0 0,0 0 0,0-1-1,0 1 1,0 0 0,0-1 0,0 1 0,0-1-1,1 1 1,-1-1 0,0 0 0,0 0-1,1 1 1,-1-1 0,0 0 0,0 0 0,1 0-1,-1 0 1,0 0 0,0-1 0,2 1-1,5-1-6,-1 0 0,1-1 0,-1 0 0,1 0 0,-1 0 0,0-1 0,0 0-1,0 0 1,0-1 0,0 0 0,-1 0 0,0-1 0,0 0 0,0 0 0,0 0-1,-1-1 1,0 1 0,6-9 0,-9 9-7,1-1-1,-1 1 1,0-1-1,-1 1 1,1-1-1,-1 1 1,0-1 0,-1 0-1,1 0 1,-1 1-1,0-1 1,0 0-1,-1 0 1,0 1 0,0-1-1,0 0 1,-1 1-1,0-1 1,-4-9-1,5 13 10,0 1 0,-1-1 0,1 0 1,0 1-1,-1-1 0,1 1 0,-1-1 0,0 1 0,1 0 0,-1-1 0,0 1 0,0 0 0,0 0 0,0 1 0,0-1 0,0 0 0,0 1 0,0-1 0,-4 0 0,4 0 3,-1 1-1,0 0 1,0-1 0,0 1-1,1 0 1,-1 1 0,0-1-1,0 0 1,0 1-1,0-1 1,1 1 0,-5 2-1,3-1 3,0 0-1,0 1 1,-1 0-1,2 0 1,-1 0-1,-6 6 1,-2 2 2,-22 18 8,29-20-16,4-1 2,0-6-15,-1 0-32,-11 23 79,11-22 18,6-4-36,38-6-29,-41 6 18,0 1 1,0 0-1,0 0 0,0-1 0,0 1 0,0-1 0,0 1 0,0-1 0,0 1 0,0-1 0,-1 0 0,1 0 0,0 1 0,0-1 0,0 0 0,-1 0 0,1 0 0,0 0 0,-1 0 0,1-1 0,2-1 2,10-11 40,0-1-1,19-30 1,-30 43 102,-12 20-167,-29 55 16,27-58-7,12-14 13,-1 0 0,0 0 0,0-1 1,0 1-1,1 0 0,-1 0 0,1 0 1,-1 0-1,0 0 0,1 0 1,-1 0-1,1 0 0,0 0 0,-1 0 1,1 0-1,0 1 0,20 25 39,-11-26-38,1-2 0,0 0 0,-1 0 0,0 0 0,1-1 0,-1-1 0,11-3 1,-14 3-5,-1 0 1,0 0 0,0 0 0,0 0-1,0-1 1,0 0 0,0 0-1,-1 0 1,0 0 0,0-1 0,0 0-1,5-8 1,-8 10-1,1 0-1,-1 0 0,0-1 1,0 1-1,0 0 1,0 0-1,0 0 1,-1-1-1,0 1 1,1 0-1,-1-1 0,-1 1 1,1 0-1,0 0 1,-1-1-1,1 1 1,-1 0-1,0 0 1,0-1-1,0 1 0,-1 0 1,1 0-1,-4-4 1,2 0-2,1 5 0,0 0 0,1 0 0,-1 0 0,0 1 0,-1-1 0,1 1 0,0-1-1,0 1 1,-1 0 0,1 0 0,-1 0 0,-2-1 0,1 0 13,0 1-7,0 0-1,1 0 1,-1 1-1,0-1 1,0 1-1,0 0 1,0 0 0,1 0-1,-1 0 1,-7 3-1,4-2 0,-5 2-4,0 0 0,0 1 1,0 1-1,1 0 0,-1 1 0,1 0 0,-15 11 1,-8 3-10,33-19 15,-1 0-1,0 0 0,1 0 0,-1 0 1,1 0-1,0 0 0,-1 1 0,1-1 0,0 0 1,-1 1-1,1-1 0,-1 2 0,-1 2 3,-1-1 81,13-14-90,-9 9 7,1 1-1,0 0 1,-1-1 0,1 1-1,0-1 1,-1 1 0,1-1-1,-1 1 1,1-1 0,0 0-1,-1 1 1,0-1-1,1 0 1,-1 1 0,1-1-1,-1 0 1,0 0 0,1 1-1,-1-1 1,0 0 0,0 0-1,0 1 1,0-1-1,1-2 1,-7-17-46,5 19 44,1 1 1,0-1-1,-1 1 0,1 0 0,0-1 1,-1 1-1,1-1 0,0 1 0,-1 0 0,1-1 1,0 1-1,-1 0 0,1 0 0,-1-1 1,1 1-1,-1 0 0,1 0 0,-1 0 1,1-1-1,-1 1 0,1 0 0,-2 0 0,-2 1 10,0 0-1,0 1 1,-1-1-1,1 1 1,0 0-1,1 0 1,-1 0-1,-4 4 1,5-5-12,-2 2 0,-1 0-1,1 0 1,0 0-1,0 1 1,0 0 0,1 0-1,-1 0 1,1 0-1,0 1 1,0 0-1,0-1 1,1 2-1,-5 7 1,8-13 2,0 1-1,-1 0 1,1 0 0,-1-1 0,1 1-1,0 0 1,0 0 0,-1-1 0,1 1-1,0 0 1,0 0 0,0 0 0,0 0 0,0-1-1,0 1 1,0 0 0,0 0 0,1 0-1,-1-1 1,0 1 0,0 0 0,1 0-1,-1 0 1,0-1 0,1 1 0,-1 0 0,1-1-1,-1 1 1,2 1 0,-1-1 0,1 1 1,0-1-1,0 0 0,0 0 1,1 0-1,-1 0 1,0 0-1,0 0 0,0-1 1,5 1-1,0 0-5,0 0 1,0 0-1,-1-1 0,1 0 1,0-1-1,0 0 0,10-2 1,27-14-49,71-39 0,-100 47 43,0-1-1,-1-1 0,17-16 0,-25 21-3,-3 4-1,-11 10-96,6-8 111,1 1-1,-1 0 0,1 0 0,0 0 1,0 0-1,-1 1 0,1-1 0,0 0 1,0 0-1,0 1 0,-1 2 0,-7 23 18,9-24 190,-1-6-191,-12-30-264,12 34 238,0 0 1,-1 1 0,1-1 0,-1 0-1,1 0 1,-1 0 0,1 0-1,-1 0 1,0 0 0,1-1 0,-1 1-1,0 0 1,-2 0 0,1 0-29,24-2 6,-20 1 31,0 0-1,0 0 0,0 0 0,1 0 0,-1 0 0,0 0 0,0 0 1,1 0-1,-1 0 0,0 1 0,0-1 0,1 1 0,-1-1 0,0 1 1,0-1-1,0 1 0,0-1 0,0 1 0,0 0 0,0 0 0,0-1 1,0 1-1,0 0 0,0 0 0,-1 0 0,1 0 0,0 2 0,4 2 24,-4-3-11,0 1-24,2 6 14,-3-9 1,0 1-1,0 0 0,0-1 1,0 1-1,0 0 0,1 0 1,-1-1-1,0 1 0,0 0 1,1-1-1,-1 1 0,0 0 1,1-1-1,-1 1 1,0 0-1,1-1 0,-1 1 1,1-1-1,-1 1 0,1-1 1,-1 1-1,1-1 0,-1 1 1,1-1-1,0 0 0,-1 1 1,1-1-1,0 0 0,-1 1 1,1-1-1,0 0 0,-1 0 1,1 0-1,0 0 0,0 1 1,-1-1-1,1 0 0,0 0 1,0-1-1,-1 1 0,1 0 1,0 0-1,-1 0 0,1 0 1,0 0-1,-1-1 0,1 1 1,0 0-1,1-1 0,3-1 3,-4 2-5,1-1 1,0 1-1,-1-1 0,1 1 0,-1-1 0,1 0 0,-1 0 0,1 0 0,-1 0 1,1 0-1,-1 0 0,0 0 0,0 0 0,1-1 0,-1 1 0,0 0 0,0-1 1,0 1-1,-1-1 0,1 1 0,0-1 0,0 0 0,-1 1 0,1-3 0,7-30-40,-8 31-72,-2 1-11,-24-39-2886,9 11-3210,13 23 3645</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37.433"/>
    </inkml:context>
    <inkml:brush xml:id="br0">
      <inkml:brushProperty name="width" value="0.05" units="cm"/>
      <inkml:brushProperty name="height" value="0.05" units="cm"/>
      <inkml:brushProperty name="color" value="#F6630D"/>
    </inkml:brush>
  </inkml:definitions>
  <inkml:trace contextRef="#ctx0" brushRef="#br0">48 265 5168,'0'1'61,"0"-1"0,0 0-1,0 1 1,0-1-1,0 1 1,0-1-1,0 1 1,0-1 0,1 1-1,-1-1 1,0 0-1,0 1 1,0-1-1,1 1 1,-1-1 0,0 0-1,1 1 1,-1-1-1,0 0 1,1 1-1,-1-1 1,0 0 0,1 0-1,-1 1 1,1-1-1,-1 0 1,0 0-1,1 0 1,-1 0 0,1 1-1,-1-1 1,1 0-1,0-16 2007,-1 3 7912,7-4-8942,0 7-192,-7 16 816,-6 15-920,4-18-731,4 0 2,3 9-10,7 6 39,-3-17-22,-7-1-10,2 1-7,0 0-1,0 0 0,0 0 1,0 0-1,0-1 1,0 0-1,0 1 0,0-1 1,0-1-1,0 1 0,0-1 1,1 1-1,-2-1 1,1-1-1,0 1 0,0 0 1,0-1-1,0 0 1,4-2-1,6-3 83,-8 4-91,-1-1 0,1 1 1,-1-1-1,0 0 1,0 0-1,0 0 0,0-1 1,-1 0-1,0 0 1,0 0-1,0 0 0,0-1 1,-1 1-1,0-1 1,4-9-1,0-5-30,0-1 1,-2-1-1,4-22 0,-9 41 34,0 1-1,0-1 0,-1 0 0,1 0 0,-1 0 0,0 1 0,0-1 0,0 1 0,0-1 0,0 0 0,0 1 0,-1 0 0,1-1 0,-1 1 0,0 0 0,0 0 0,0 0 0,0 0 0,0 0 1,0 0-1,-4-2 0,2 0-8,3 4 10,0 0 1,0-1-1,0 1 1,0 0-1,-1 0 1,1 0-1,0 0 1,0 0-1,0 0 0,0 0 1,-1 0-1,1 0 1,0 0-1,0 1 1,0-1-1,0 0 1,-2 2-1,0-2-2,-8 3 4,0 0 0,0 0 0,0 1 0,0 0-1,0 1 1,1 1 0,0-1 0,0 2 0,0-1-1,1 1 1,0 1 0,0-1 0,1 2 0,0-1-1,-7 11 1,7-10 12,1 0 0,0 1 0,0-1 0,1 1 0,0 0 0,1 1 0,-7 19 0,1-3 100,10-24-118,11 7 15,-9-10-8,0 1 0,0-1 1,0 1-1,0-1 0,-1 1 1,1-1-1,0 1 0,0-1 1,0 0-1,0 1 0,0-1 1,0 0-1,0 0 0,0 0 1,0 0-1,0 0 0,0 0 1,0 0-1,0 0 0,0 0 1,0 0-1,2-1 0,22-11 6,-7 2 4,-15 8-8,0 0 1,0 0-1,0 0 1,0-1-1,-1 1 1,1-1-1,-1 1 0,1-1 1,-1 0-1,0 0 1,2-4-1,8-10-12,-9 14 18,-1-1 0,0 0 0,0 0 0,0 0 0,0 0 0,-1 0 0,1 0 0,0-5 0,2-3-10,1-1 15,-3 10 253,-6 4-212,-1 0-16,0 1-1,0-1 1,0 1 0,0 0 0,1 0-1,-7 4 1,9-4-28,0 0 0,0-1 0,0 1 1,0 0-1,1 0 0,-1 0 0,1 0 0,-1 1 0,1-1 1,0 0-1,0 0 0,0 1 0,0-1 0,0 1 0,1-1 0,-1 5 1,-2 10 26,2-13 24,3-1-32,3 6 13,1-1 1,0 1 0,0-1 0,14 13-1,-19-20-41,0-1-1,0 1 0,0 0 0,0-1 1,0 1-1,1-1 0,-1 1 1,0-1-1,0 0 0,0 1 0,1-1 1,-1 0-1,0 0 0,0 0 1,1 0-1,1 0 0,3 0-1,37 3 8,-27-9 37,-9 2-21,-3 2-28,0 1 0,-1-1 1,1 0-1,-1 0 0,0 0 0,1 0 0,-1-1 1,0 1-1,0-1 0,0 0 0,-1 0 1,1 0-1,-1 0 0,1 0 0,-1 0 1,0-1-1,0 1 0,-1-1 0,1 0 0,-1 1 1,0-1-1,0 0 0,0 0 0,0 0 1,-1 0-1,1 0 0,-1 0 0,0 0 0,-1-7 1,-1-3-16,-1 0 0,-1 1 1,0-1-1,0 1 1,-2 0-1,1 0 1,-10-15-1,11 22-17,3 3 37,0 1 0,0 0-1,0 0 1,0 0 0,-1 0 0,1 0 0,0 0 0,-1 0 0,0 1-1,1-1 1,-1 0 0,0 1 0,0-1 0,0 1 0,0 0 0,0 0-1,-5-2 1,2 5-33,-3 6 30,1 0 1,0 1 0,0 0 0,1 0 0,0 1 0,1 0 0,0 0 0,0 0-1,-4 16 1,-23 106-7,32-103-20,2-13 168,32-5-130,-33-11-8,0 0 0,0 0 1,0 0-1,0 0 0,0 0 0,0-1 0,0 1 0,0 0 0,0-1 0,0 1 0,-1-1 0,1 1 0,0-1 0,0 1 1,0-1-1,0 0 0,-1 1 0,1-1 0,0 0 0,1-1 0,10-14-2,-8 9 2,8-12 18,-1 0 0,10-27 0,-19 41-26,0 0-1,0 0 0,-1 0 1,0 0-1,0-1 0,0 1 0,-1 0 1,0-1-1,0 1 0,0-1 1,0 1-1,-1 0 0,0-1 0,-2-7 1,2 10 65,-6-30-258,2 33 198,0 1-1,0 0 1,0 0 0,0 0 0,0 0 0,1 1 0,-1 0 0,0 0 0,1 0 0,0 1 0,-1-1 0,1 1 0,0 0-1,0 0 1,1 0 0,-5 5 0,0 0 1,1 1-1,0 0 0,1 0 1,0 0-1,1 0 1,-6 12-1,10-18 3,2 0 2,-1 1 2,1-1 0,0 0 0,0 1 1,0-1-1,0 0 0,1 0 0,-1 0 0,1 0 0,0 0 1,0 0-1,0 0 0,0 0 0,0-1 0,1 1 0,-1-1 1,1 1-1,-1-1 0,1 0 0,0 0 0,0-1 0,0 1 0,0 0 1,0-1-1,1 0 0,-1 0 0,0 0 0,1 0 0,4 0 1,-1 1-4,-1 0 1,1-1 0,0 0 0,0-1 0,0 1 0,0-1 0,0-1 0,-1 1 0,1-1-1,0 0 1,0-1 0,-1 0 0,1 0 0,-1 0 0,1-1 0,6-4 0,-12 7-7,1-1 1,-1 1 0,0-1 0,0 0-1,0 0 1,0 0 0,0 0 0,0 0 0,0 0-1,0 0 1,0 0 0,0 0 0,0 0-1,-1 0 1,1 0 0,-1-1 0,1 1-1,-1 0 1,1 0 0,-1-1 0,1 1 0,-1 0-1,0-1 1,0 1 0,0-3 0,1 0-3,0 0 0,0 0 0,-1-1 1,0 1-1,0 0 0,0-1 0,0 1 0,-1 0 1,0-1-1,0 1 0,0 0 0,0 0 1,0 0-1,-1 0 0,0 0 0,0 0 1,0 0-1,0 1 0,-1-1 0,1 1 0,-1-1 1,0 1-1,0 0 0,0 0 0,-6-4 1,7 6 0,0-1 0,0 1 1,0 0-1,1 1 0,-1-1 1,0 0-1,0 0 0,0 1 0,0-1 1,0 1-1,0 0 0,-1 0 1,1-1-1,0 1 0,0 1 1,0-1-1,0 0 0,0 0 1,-3 2-1,1-1 1,0 1 0,0-1 0,1 1 1,-1 1-1,0-1 0,1 0 0,0 1 0,-1 0 0,-3 4 1,1-1 1,0 1 1,1 0-1,-1 1 1,1-1 0,1 1-1,0 0 1,0 0 0,-5 16-1,3 33 86,6-54-72,6 6 141,-6-8-154,0 0 1,0-1 0,0 1 0,0 0-1,1-1 1,-1 1 0,0 0-1,1-1 1,-1 1 0,0-1 0,1 1-1,-1 0 1,1-1 0,-1 1-1,1-1 1,-1 1 0,1-1-1,-1 1 1,1-1 0,-1 0 0,1 1-1,0-1 1,-1 0 0,1 1-1,0-1 1,-1 0 0,2 1 0,3-2 0,-1-1 0,1 1 0,-1 0 0,1-1 0,-1 0 0,0 0 0,0-1 0,0 1 0,0-1 0,0 0 0,0 0 0,-1 0 0,4-4 0,3-5-4,-1 0 1,14-23-1,-9 12-16,-11 19 17,-1 0 0,0 0 0,-1 0 1,1 0-1,-1 0 0,1 0 0,-1 0 0,-1-1 0,1 1 1,0 0-1,-1 0 0,0-1 0,0 1 0,0 0 0,-1-1 1,0 1-1,1 0 0,-2-1 0,1 1 0,0 0 0,-1 0 1,1 0-1,-1 0 0,0 1 0,-1-1 0,1 0 0,-1 1 1,1-1-1,-1 1 0,0 0 0,0 0 0,-1 0 0,1 0 1,-1 1-1,1-1 0,-1 1 0,0 0 0,0 0 0,0 1 1,0-1-1,0 1 0,0-1 0,0 1 0,0 0 0,-1 1 1,1-1-1,0 1 0,-1 0 0,1 0 0,0 0 0,-1 1 1,1 0-1,0-1 0,0 1 0,-5 2 0,0 1 7,0 0 0,1 0 0,-1 0 0,1 1 0,1 0 0,-1 1-1,1 0 1,0 0 0,0 0 0,0 1 0,1 0 0,0 1 0,1-1 0,-6 10 0,10-14-3,0 0 0,0 0 1,0 0-1,1 0 1,-1 0-1,1 0 0,0 0 1,0 0-1,0 0 0,0 0 1,1 0-1,-1-1 1,1 1-1,-1 0 0,1 0 1,0 0-1,0 0 1,1-1-1,-1 1 0,0 0 1,1-1-1,2 4 0,0 0 8,-2-5-9,-1 1 0,1-1 0,0 0-1,1 1 1,-1-1 0,0 0 0,0 0-1,1 0 1,-1-1 0,0 1 0,1-1-1,-1 1 1,0-1 0,1 0 0,2 0 0,-2 1-2,4-1 6,0 1 1,1-2-1,-1 1 0,0-1 0,0 0 0,0 0 0,0-1 1,0 0-1,0 0 0,0 0 0,8-5 0,10-3-30,-20 7 33,-1 0 0,0-1-1,0 1 1,0-1 0,-1 0 0,1 0 0,-1 0-1,0 0 1,0 0 0,0-1 0,-1 1 0,0-1-1,3-6 1,-4 6-5,0 1-1,0 0 1,0-1-1,0 1 0,-1-1 1,1 1-1,-1-1 1,-1-5-1,1-12-22,0 20 12,0 1 0,1 0 0,-1 0 0,0 0 0,0-1 0,0 1 0,0 0 0,-1 0 0,1 0 0,0-1 0,0 1-1,-1 0 1,1 0 0,-1 0 0,1 0 0,-1 0 0,1 0 0,-2-2 0,1 2 6,1 1 0,-1 0 0,0-1 0,1 1-1,-1 0 1,0-1 0,0 1 0,1 0 0,-1 0 0,0 0 0,1 0 0,-1-1-1,0 1 1,0 0 0,1 0 0,-1 1 0,0-1 0,0 0 0,1 0 0,-1 0 0,0 0-1,0 1 1,-2 0 2,0 0-1,0 1 1,1-1 0,-1 1-1,1 0 1,0-1-1,-1 1 1,1 0-1,0 0 1,0 1-1,0-1 1,0 0 0,1 1-1,-3 2 1,-4 11 7,1-1-1,0 1 1,1 1 0,1 0 0,0-1 0,1 2 0,-2 20 0,7-35 3,-1 0 1,1-1-1,-1 1 1,1 0-1,0 0 0,0 0 1,0-1-1,0 1 1,1 0-1,-1-1 1,1 1-1,0-1 0,-1 0 1,1 1-1,0-1 1,0 0-1,1 0 0,3 3 1,-3-2-8,-1-2 3,16-1 30,-15 1-28,0-1 0,1 1-1,-1-1 1,0 0-1,0-1 1,1 1-1,-1-1 1,0 1 0,0-1-1,1 0 1,-1 0-1,0 0 1,0 0-1,0-1 1,0 1 0,-1-1-1,1 0 1,0 0-1,-1 0 1,1 0-1,3-5 1,0 0 29,-1-2 0,0 1 0,0 0 1,-1-1-1,0 0 0,-1 0 0,0 0 0,0-1 0,-1 1 1,1-12-1,-1 6-27,-1 12-18,-1 0 0,0 0 1,1-1-1,-2 1 0,1 0 1,0 0-1,-2-7 0,1 6-6,1 1-48,-3 2-1558,-13-13 966,-10-7-3113,25 20 3295,-1 1 0,1-1-1,-1 0 1,1 0 0,-1 1-1,0-1 1,1 1 0,-1-1 0,0 1-1,1 0 1,-1 0 0,0 0 0,1 0-1,-1 0 1,0 0 0,-2 0-1,-15 6-7989</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41.488"/>
    </inkml:context>
    <inkml:brush xml:id="br0">
      <inkml:brushProperty name="width" value="0.05" units="cm"/>
      <inkml:brushProperty name="height" value="0.05" units="cm"/>
      <inkml:brushProperty name="color" value="#E71224"/>
    </inkml:brush>
  </inkml:definitions>
  <inkml:trace contextRef="#ctx0" brushRef="#br0">1 15 12481,'33'-15'1718,"-47"67"3487,13-46-5018,0 1 0,0-1 0,1 0 0,-1 0 0,2 1 0,-1-1 0,0 0 0,3 8 0,1 30 309,-7 167 636,8-142-921,0-18 571,-5-47-136,-2-1 160,-1 1-360,1-1-159,0 0-1,0 0 1,0-1 0,0 2 0,1-1-1,0 0 1,-2 5 0,23-5 220,-6-2-552,1-1 1,-1-1 0,0 0 0,1-1-1,15-4 1,35-3-740,-38 8 401,0 1 82,0-1 0,0-2 1,-1-1-1,36-9 0,-57 11 355,0-1-1,-1 1 0,1-1 0,0 0 1,-1 0-1,0 0 0,0-1 0,5-5 1,-1 2 288,-7 6-296,-1 0 0,1 0 0,-1 0-1,0 0 1,1 0 0,-1 0 0,0 1-1,1-1 1,-1 0 0,0 0 0,0 0 0,0 0-1,0 0 1,0 0 0,0 0 0,0 0-1,0 0 1,0 0 0,-1-1 0,0-2 113,2-4 381,1-1 0,-1 1 0,1 0 1,5-13-1,-4 13-147,-2 4 526,9-8 375,-10 11-1292,1 1 0,-1 0 0,0-1-1,0 1 1,1 0 0,-1-1 0,0 1-1,0 0 1,1-1 0,-1 1 0,0 0-1,1 0 1,-1-1 0,0 1-1,1 0 1,-1 0 0,0 0 0,1 0-1,-1 0 1,1-1 0,-1 1 0,0 0-1,1 0 1,-1 0 0,1 0 0,-1 0-1,0 0 1,1 0 0,-1 0 0,1 0-1,-1 1 1,0-1 0,1 0 0,-1 0-1,1 0 1,-1 0 0,0 0 0,1 1-1,-1-1 1,0 0 0,1 0 0,-1 1-1,0-1 1,1 0 0,-1 1 0,0-1-1,0 0 1,1 1 0,-1-1 0,0 0-1,0 1 1,0-1 0,0 0 0,1 1-1,-1-1 1,0 1 0,0 0 0,7 20-14,-7-21 15,9 70-327,-7-60-485,12 52-4226,-10-16-5216,-4-2-3113</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41.659"/>
    </inkml:context>
    <inkml:brush xml:id="br0">
      <inkml:brushProperty name="width" value="0.05" units="cm"/>
      <inkml:brushProperty name="height" value="0.05" units="cm"/>
      <inkml:brushProperty name="color" value="#E71224"/>
    </inkml:brush>
  </inkml:definitions>
  <inkml:trace contextRef="#ctx0" brushRef="#br0">54 1 15945,'-3'12'3097,"-14"-18"7228,20 21-8617,1 3-316,-1 0-1092,-3 3-300,-3 9 0,-1 22 0,4-31 0,-6 12-1740,-1 24-912,0-15-885,-3-6-3751,3 4-7278</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41.910"/>
    </inkml:context>
    <inkml:brush xml:id="br0">
      <inkml:brushProperty name="width" value="0.05" units="cm"/>
      <inkml:brushProperty name="height" value="0.05" units="cm"/>
      <inkml:brushProperty name="color" value="#E71224"/>
    </inkml:brush>
  </inkml:definitions>
  <inkml:trace contextRef="#ctx0" brushRef="#br0">1 10 13781,'0'0'196,"0"-1"0,0 1 0,0-1 1,0 1-1,0 0 0,1-1 0,-1 1 0,0-1 0,0 1 0,1-1 0,-1 1 0,0 0 0,1-1 0,-1 1 0,0 0 0,1-1 0,-1 1 0,0 0 0,1-1 0,-1 1 1,1 0-1,-1 0 0,1 0 0,-1-1 0,0 1 0,1 0 0,-1 0 0,1 0 0,-1 0 0,1 0 0,-1 0 0,1 0 0,-1 0 0,1 0 0,-1 0 0,1 0 1,-1 0-1,1 0 0,-1 0 0,1 0 0,-1 1 0,0-1 0,1 0 0,-1 0 0,1 0 0,-1 1 0,1-1 0,-1 0 0,0 1 0,1-1 0,-1 0 0,0 1 0,1-1 1,-1 0-1,0 1 0,0-1 0,1 1 0,-1 0 0,14 10 254,43 22 1772,-42-25-1822,0 0-1,0 1 1,-1 1 0,0 0 0,-1 1 0,16 15-1,-20-16-346,-1 1 0,1-1 0,-2 1 0,0 1 0,0-1 0,-1 1 0,0 0 0,-1 1 0,0-1 0,-1 1 0,-1 0 0,0 0 0,-1 0 0,0 1-1,-1-1 1,0 0 0,-2 16 0,-8 89-2947,2-3-4523,7-111 6263,-1 1-1,1-1 0,-1 0 1,0 1-1,0-1 1,-1 0-1,-2 8 0,-3 8-8085</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42.081"/>
    </inkml:context>
    <inkml:brush xml:id="br0">
      <inkml:brushProperty name="width" value="0.05" units="cm"/>
      <inkml:brushProperty name="height" value="0.05" units="cm"/>
      <inkml:brushProperty name="color" value="#E71224"/>
    </inkml:brush>
  </inkml:definitions>
  <inkml:trace contextRef="#ctx0" brushRef="#br0">24 176 10209,'-10'15'5160,"3"-30"-2295,0 3 4227,24-6-6136,3 2-272,14 7-408,26-6-848,-13 0-292,0 0-652,0-3-816,-7-6-828,0 6-2445,4 3-4604</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42.410"/>
    </inkml:context>
    <inkml:brush xml:id="br0">
      <inkml:brushProperty name="width" value="0.05" units="cm"/>
      <inkml:brushProperty name="height" value="0.05" units="cm"/>
      <inkml:brushProperty name="color" value="#E71224"/>
    </inkml:brush>
  </inkml:definitions>
  <inkml:trace contextRef="#ctx0" brushRef="#br0">0 22 12285,'2'-3'2218,"-2"2"-1920,0 0 0,1 0 0,-1-1 0,0 1 0,1 0 0,0 0 0,-1 0 0,1 0 0,0 0 0,0 0 0,-1 0 0,1 0 0,0 0-1,0 0 1,0 0 0,2-1 0,-3 3-4,1-1-1,0 0 0,0 1 0,-1-1 1,1 1-1,0 0 0,-1-1 1,1 1-1,-1-1 0,1 1 1,-1 0-1,1 0 0,-1-1 0,1 1 1,-1 0-1,0 0 0,1 1 1,12 19 149,79 79 2209,-85-90-2572,54 63 807,54 90 0,-99-137-1038,-1 1 0,-1 1 0,-2 0 0,-1 1 0,-1 0 0,-1 0 0,8 50 0,-16-66-179,0 1 0,0-1-1,-2 0 1,0 0-1,0 1 1,-1-1 0,-1 0-1,0 0 1,0 0 0,-2-1-1,1 1 1,-10 15 0,-5 4-2455,-1 0 0,-2-1 0,-29 31 0,-9 9-7386</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42.781"/>
    </inkml:context>
    <inkml:brush xml:id="br0">
      <inkml:brushProperty name="width" value="0.05" units="cm"/>
      <inkml:brushProperty name="height" value="0.05" units="cm"/>
      <inkml:brushProperty name="color" value="#E71224"/>
    </inkml:brush>
  </inkml:definitions>
  <inkml:trace contextRef="#ctx0" brushRef="#br0">259 0 10693,'-8'3'1181,"0"1"1,0 0-1,1 0 0,0 0 1,0 1-1,0 0 0,0 0 1,1 1-1,-8 8 0,5-3-175,0 0-1,1 1 0,0 0 1,-11 25-1,4 2 292,1 1 0,-15 71 0,6-11-962,5 1 1,5 0 0,-2 136 0,16-194-319,3 0 1,1 0-1,1-1 1,3 0-1,2 0 0,1-1 1,2 0-1,2-1 1,25 45-1,-22-52-416,1-1 1,2-1-1,0-1 0,3-1 0,0-1 0,2-2 1,1 0-1,0-2 0,2-1 0,57 34 1,-38-31-2315,77 29 0,-4-14-3985,41 6-6749</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45.995"/>
    </inkml:context>
    <inkml:brush xml:id="br0">
      <inkml:brushProperty name="width" value="0.05" units="cm"/>
      <inkml:brushProperty name="height" value="0.05" units="cm"/>
      <inkml:brushProperty name="color" value="#E71224"/>
    </inkml:brush>
  </inkml:definitions>
  <inkml:trace contextRef="#ctx0" brushRef="#br0">11 7 4940,'10'-6'1123,"-12"8"636,-16 5 1090</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46.912"/>
    </inkml:context>
    <inkml:brush xml:id="br0">
      <inkml:brushProperty name="width" value="0.05" units="cm"/>
      <inkml:brushProperty name="height" value="0.05" units="cm"/>
      <inkml:brushProperty name="color" value="#E71224"/>
    </inkml:brush>
  </inkml:definitions>
  <inkml:trace contextRef="#ctx0" brushRef="#br0">3 118 9617,'0'-1'758,"-1"-1"1,1 0 0,0 1-1,-1-1 1,1 0-1,0 0 1,0 1 0,0-1-1,0 0 1,0 0-1,0 1 1,1-1-1,-1 0 1,1 1 0,-1-1-1,2-2 1,19-30 2549,-11 24-3054,0 0-1,0 0 1,15-10 0,-22 18-116,40 10 174,-43-8-310,0 0-1,0 0 1,0 0 0,1 0 0,-1 0-1,0 0 1,0 0 0,0 0-1,0 0 1,1 0 0,-1 0 0,0 0-1,0 0 1,0 0 0,0 0 0,0 1-1,1-1 1,-1 0 0,0 0 0,0 0-1,0 0 1,0 0 0,0 0 0,0 0-1,1 0 1,-1 1 0,0-1 0,0 0-1,0 0 1,0 0 0,0 0 0,0 0-1,0 1 1,0-1 0,0 0-1,0 0 1,0 0 0,0 0 0,0 0-1,0 1 1,0-1 0,0 0 0,0 0-1,0 0 1,0 1 0,2 20 35,-2 0 0,0 0 0,-4 25 0,-1 31-98,5-72 12,0 0 1,1 0 0,-1 0-1,1 0 1,0 0 0,1 0 0,-1 0-1,1 0 1,0-1 0,0 1 0,0 0-1,1-1 1,0 0 0,0 0 0,0 1-1,7 6 1,2-1-219,1 0-1,0-1 1,0 0-1,16 8 1,16 9-326,-42-24 575,0 0 1,-1 1-1,0-1 1,1 0 0,-1 1-1,0-1 1,0 1 0,-1 0-1,1-1 1,0 1 0,-1 0-1,0 0 1,1 0-1,-1 0 1,0 1 0,-1-1-1,1 0 1,-1 0 0,1 1-1,-1-1 1,0 0-1,0 0 1,0 1 0,-1-1-1,1 0 1,-1 0 0,0 1-1,-1 3 1,-3 8-6,-1 0 1,0 0-1,-1-1 0,-14 22 1,4-9-223,-1-1 0,-2-1 1,0-1-1,-46 41 0,64-63-787,-14-8-8739,5-3 697</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47.553"/>
    </inkml:context>
    <inkml:brush xml:id="br0">
      <inkml:brushProperty name="width" value="0.05" units="cm"/>
      <inkml:brushProperty name="height" value="0.05" units="cm"/>
      <inkml:brushProperty name="color" value="#E71224"/>
    </inkml:brush>
  </inkml:definitions>
  <inkml:trace contextRef="#ctx0" brushRef="#br0">119 60 8793,'-2'-2'124,"-19"-24"1442,20 25-1447,1 0 1,-1 0 0,1-1-1,-1 1 1,1 0-1,-1 0 1,1-1 0,0 1-1,0 0 1,0-1 0,0 1-1,-1 0 1,2-1-1,-1 1 1,0 0 0,0-1-1,0 1 1,1 0 0,2-7 3578,-7 9-3387,1 0-1,0 1 1,1-1-1,-1 1 0,0-1 1,0 1-1,1 0 1,-1 0-1,1 0 1,-1 1-1,1-1 1,0 0-1,0 1 0,0 0 1,-2 4-1,-4 5 207,2 0-1,0 0 1,0 1-1,1 0 1,1 0-1,0 0 1,0 1-1,2-1 1,-2 20-1,1 17 865,4 62-1,0-84-983,2 51 206,4 1 1,3-2-1,4 1 1,36 116-1,-31-141-612,1-2 1,3-1-1,2 0 1,2-2-1,3-1 0,1-1 1,47 53-1,-37-56-651,2-1 0,2-2 0,2-2 0,1-2 0,2-3-1,82 44 1,-74-49-2319,1-3 0,1-3 0,85 22 0,25-9-10192</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52.693"/>
    </inkml:context>
    <inkml:brush xml:id="br0">
      <inkml:brushProperty name="width" value="0.05" units="cm"/>
      <inkml:brushProperty name="height" value="0.05" units="cm"/>
      <inkml:brushProperty name="color" value="#E71224"/>
    </inkml:brush>
  </inkml:definitions>
  <inkml:trace contextRef="#ctx0" brushRef="#br0">1 335 7185,'15'-13'793,"12"-25"9052,-17 22-8598,-9 14-355,-2-1-302,-1 1 0,0-1 1,1 1-1,-1-1 0,1 0 0,0 1 1,0-1-1,-1-4 0,2 2-487,0 0-1,1 0 1,-1 1-1,1-1 1,0 0-1,1 0 1,-1 1-1,1-1 1,0 1-1,0-1 1,0 1-1,0 0 0,1 0 1,0 0-1,0 0 1,0 0-1,0 1 1,1-1-1,5-4 1,3-1-17,0 1 0,1 0 0,0 1 0,25-11-1,2-1 73,-11 5-70,1 2 0,0 0 0,0 2 1,1 2-1,41-7 0,-53 12-72,0 1 1,-1 1-1,1 0 0,0 2 0,0 0 1,-1 1-1,1 1 0,-1 0 0,0 2 0,27 9 1,-39-11-13,0 0 0,1 0 1,-1 0-1,0 1 0,-1 0 1,1 0-1,-1 1 0,0-1 1,0 1-1,0 1 0,-1-1 1,1 0-1,-1 1 1,-1 0-1,1 0 0,-1 0 1,0 0-1,0 1 0,-1-1 1,0 1-1,0 0 0,-1 0 1,1 0-1,-1 10 0,-1-2 2,0 1 0,-1 0 0,-1 0-1,-1-1 1,0 1 0,-1-1-1,0 0 1,-2 0 0,-12 26 0,-39 62 9,-129 174 1,54-89 117,129-183-65,0-1 0,0 1 0,1-1 1,-1 1-1,1 0 0,-2 7 1,4-11-61,-1-1 1,1 1 0,0-1 0,0 1 0,0-1 0,0 1 0,1-1 0,-1 1 0,0 0 0,0-1 0,0 1-1,0-1 1,0 1 0,1-1 0,-1 0 0,0 1 0,0-1 0,1 1 0,-1-1 0,0 1 0,1-1-1,-1 0 1,1 1 0,19 5 125,-6-7-83,0 1 0,0-2 1,0 1-1,0-2 0,16-5 0,72-27-143,-51 15-290,243-90-4859,-101 28-6533,-142 58 2166</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52.897"/>
    </inkml:context>
    <inkml:brush xml:id="br0">
      <inkml:brushProperty name="width" value="0.05" units="cm"/>
      <inkml:brushProperty name="height" value="0.05" units="cm"/>
      <inkml:brushProperty name="color" value="#E71224"/>
    </inkml:brush>
  </inkml:definitions>
  <inkml:trace contextRef="#ctx0" brushRef="#br0">285 0 11961,'-3'0'678,"1"1"-1,-1-1 1,0 0-1,0 1 1,1-1-1,-1 1 1,1 0-1,-1 0 1,1 0-1,-1 0 1,1 1 0,-4 1-1,2 1 12,0-1-1,1 0 0,-1 1 1,1 0-1,-1 0 1,-2 5-1,-4 7 401,1 1-1,-12 32 1,12-26-358,-22 48 168,-47 109-2545,31-57-6537,35-75 1391,9 0-4087</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53.789"/>
    </inkml:context>
    <inkml:brush xml:id="br0">
      <inkml:brushProperty name="width" value="0.05" units="cm"/>
      <inkml:brushProperty name="height" value="0.05" units="cm"/>
      <inkml:brushProperty name="color" value="#E71224"/>
    </inkml:brush>
  </inkml:definitions>
  <inkml:trace contextRef="#ctx0" brushRef="#br0">0 193 7997,'13'-11'1864,"-2"0"1,18-21-1,-19 21-1044,-1 0 0,22-17-1,-11 14-230,0 1-1,0 1 1,2 1-1,-1 0 1,32-9-1,-49 18-534,1 1 1,-1 0-1,0-1 0,1 2 0,-1-1 0,1 1 0,-1-1 0,0 1 0,1 0 0,-1 1 0,1-1 0,-1 1 0,1 0 0,-1 0 0,0 0 0,0 1 0,0-1 0,1 1 0,-1 0 0,-1 1 0,1-1 0,6 5 0,-6-3-27,-1 0 1,1 0-1,-1 0 0,0 0 0,-1 1 0,1-1 1,-1 1-1,0 0 0,0-1 0,0 1 0,-1 0 1,0 0-1,0 0 0,0 0 0,0 0 0,-1 0 1,0 1-1,0 8 0,-5 19 99,-2 0-1,-1-1 1,-1 0 0,-17 37-1,0 5 8,0-2-46,9-24 4,-14 59 0,28-93-79,0 0 0,1 0 0,1 1 0,0-1 0,1 1 0,1-1 0,0 1 0,6 25 0,-5-35-8,-1 0 1,2 0-1,-1 0 0,0 0 1,1-1-1,0 0 0,0 1 1,0-1-1,1 0 0,-1 0 1,1-1-1,0 1 0,0-1 1,0 0-1,1 0 0,-1 0 1,1 0-1,0-1 0,-1 0 1,10 3-1,7 1-8,2 0 0,-1-1-1,33 2 1,-27-3 25,-19-3-19,0 0 1,0 1 0,0 0-1,0 1 1,0 0-1,-1 0 1,0 1-1,1 0 1,-1 0 0,8 6-1,-12-6 4,-1-1-1,1 1 1,-1-1-1,0 1 0,0 0 1,0 1-1,-1-1 1,1 0-1,-1 1 0,0-1 1,0 1-1,-1 0 1,1 0-1,-1-1 0,0 1 1,0 0-1,-1 0 1,1 0-1,-2 8 0,1 3 26,-2 0 0,0-1 0,-1 1 0,-1-1 0,-1 0 0,0 1 0,0-2 0,-2 1 0,-14 24 0,-8 8 7,-52 63 0,78-106-70,-14 18-514,-1 0 0,-1 0-1,-1-2 1,-27 22 0,44-41 66,0 1-1,0-1 1,0 0 0,0 1 0,-1-2-1,1 1 1,0 0 0,-1-1-1,1 1 1,0-1 0,-1 0 0,1 0-1,0 0 1,-1-1 0,1 1 0,0-1-1,0 1 1,-1-1 0,1 0 0,-3-2-1,4 2-169</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54.100"/>
    </inkml:context>
    <inkml:brush xml:id="br0">
      <inkml:brushProperty name="width" value="0.05" units="cm"/>
      <inkml:brushProperty name="height" value="0.05" units="cm"/>
      <inkml:brushProperty name="color" value="#E71224"/>
    </inkml:brush>
  </inkml:definitions>
  <inkml:trace contextRef="#ctx0" brushRef="#br0">479 7 13513,'0'0'110,"0"0"1,0-1-1,-1 1 0,1-1 0,0 1 0,-1-1 0,1 1 0,0 0 1,-1-1-1,1 1 0,-1-1 0,1 1 0,0 0 0,-1 0 1,1-1-1,-1 1 0,1 0 0,-1 0 0,1 0 0,-1-1 0,1 1 1,-1 0-1,0 0 0,1 0 0,-1 0 0,1 0 0,-1 0 1,1 0-1,-1 0 0,1 0 0,-1 0 0,1 1 0,-1-1 0,1 0 1,-2 0-1,-2 21 4508,2-5-4189,1-10-94,1 0-1,0 0 1,0 0 0,0 0-1,1 0 1,0 0 0,0 0 0,1 0-1,-1 0 1,6 10 0,2 4 383,21 31 0,-7-12-137,-1 0-403,-2 1 1,-1 1-1,-3 1 1,-1 1-1,-2 0 1,-2 0 0,-2 1-1,-2 1 1,-2 0-1,0 51 1,-7-19-827,-4-1 0,-3 0 0,-3 0 0,-4-2 0,-40 121 0,39-149-189,-2-1 1,-2-1-1,-2-1 1,-1-1 0,-3-1-1,-1-1 1,-2-2-1,-1-1 1,-2-1-1,-40 33 1,-45 19-4626,-9-6-3192</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56.573"/>
    </inkml:context>
    <inkml:brush xml:id="br0">
      <inkml:brushProperty name="width" value="0.05" units="cm"/>
      <inkml:brushProperty name="height" value="0.05" units="cm"/>
      <inkml:brushProperty name="color" value="#E71224"/>
    </inkml:brush>
  </inkml:definitions>
  <inkml:trace contextRef="#ctx0" brushRef="#br0">80 202 7265,'-2'-1'168,"0"0"0,1 0 1,-1 0-1,0 0 1,0 0-1,0 0 0,0 0 1,0 0-1,0 1 1,0-1-1,0 1 0,0-1 1,0 1-1,0 0 0,0 0 1,0 0-1,0 0 1,0 0-1,0 0 0,0 1 1,0-1-1,0 1 1,0-1-1,0 1 0,-3 1 1,-2 0-326,4-1 1003,3 0-788,0 0 1,-1 0-1,1 0 1,0 0 0,-1 0-1,1 0 1,-1 0-1,1 0 1,-1 0-1,1 0 1,-1-1-1,1 1 1,-1 0 0,0 0-1,1-1 1,-1 1-1,0 0 1,-1 0-1,-3 5 1404,21-1-705,-8-5-490,-1 1 1,1-1-1,-1-1 0,0 1 0,1-1 0,-1 0 0,0-1 0,0 0 0,0 0 0,10-4 0,-16 5-257,2 0 790,-1 0-554,6-3-137,12-6 5451,-20 3-5416,1 1-1,1-1 1,-1 0-1,1 0 0,0 1 1,1-1-1,-1 1 1,1-1-1,0 1 1,1 0-1,0 0 1,0 1-1,0-1 0,1 1 1,-1 0-1,1 0 1,10-8-1,0 2 93,0 0-1,1 0 1,0 2 0,1 0-1,24-10 1,-37 17-179,-1 1 0,1 0 0,0 0 0,0 0-1,0 0 1,0 0 0,0 1 0,0 0 0,0 0 0,0 0 0,0 0 0,0 1 0,0-1-1,0 1 1,0 0 0,7 3 0,-6-2 16,-1 1 0,1 0 1,-1 0-1,0 0 0,0 1 0,0-1 0,0 1 0,-1 0 1,1 0-1,-1 0 0,4 8 0,1 2 64,-1 0-1,-1 1 0,-1 0 1,0 0-1,0 1 1,-2-1-1,3 26 0,0 75 245,-5-71-1283,2-1 0,9 46 0,-5-43-1716,4 22-2563,2-28-4060,-2-25-668</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56.747"/>
    </inkml:context>
    <inkml:brush xml:id="br0">
      <inkml:brushProperty name="width" value="0.05" units="cm"/>
      <inkml:brushProperty name="height" value="0.05" units="cm"/>
      <inkml:brushProperty name="color" value="#E71224"/>
    </inkml:brush>
  </inkml:definitions>
  <inkml:trace contextRef="#ctx0" brushRef="#br0">51 145 10513,'-37'0'2184,"24"-6"5425,36 9-7097,24-6-212,0-6-328,3-3-428,7 0-384,7-6-520,3 0-380,-7-6-673,-6 0-1699,-4 2-3073</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56.979"/>
    </inkml:context>
    <inkml:brush xml:id="br0">
      <inkml:brushProperty name="width" value="0.05" units="cm"/>
      <inkml:brushProperty name="height" value="0.05" units="cm"/>
      <inkml:brushProperty name="color" value="#E71224"/>
    </inkml:brush>
  </inkml:definitions>
  <inkml:trace contextRef="#ctx0" brushRef="#br0">227 0 8793,'1'4'562,"0"0"-1,0 1 1,-1-1 0,1 0 0,-1 0 0,0 0 0,0 0 0,0 0-1,-1 0 1,0 0 0,1 0 0,-1 0 0,-1 0 0,1 0-1,-1 0 1,1 0 0,-1 0 0,-4 5 0,-10 18 965,-1-1 1,-1-1-1,-21 24 1,-36 49 215,68-87-2193,0 0-1,1 1 1,0 0-1,1 0 1,1 0-1,0 1 1,-3 14-1,5 3-3227,8-8-2548,9 7-4603</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57.323"/>
    </inkml:context>
    <inkml:brush xml:id="br0">
      <inkml:brushProperty name="width" value="0.05" units="cm"/>
      <inkml:brushProperty name="height" value="0.05" units="cm"/>
      <inkml:brushProperty name="color" value="#E71224"/>
    </inkml:brush>
  </inkml:definitions>
  <inkml:trace contextRef="#ctx0" brushRef="#br0">0 0 11293,'0'0'6051,"2"4"-4895,5 8-779,1 0 0,0-1 0,1 0 0,0 0 0,1-1 0,20 17 0,-12-11-18,29 34-1,-25-23-219,-2 0-1,-1 1 1,-2 1 0,24 53 0,-36-71-84,-1 0 1,-1 1-1,0 0 1,0-1-1,-1 1 1,0 0-1,-1 0 1,-1 1 0,0-1-1,-1 0 1,0 0-1,0 0 1,-1 0-1,-1 0 1,0-1 0,-9 22-1,-2-6 470,-1-1 0,-2 0 0,-25 31 0,-14 21 1143,54-75-1421,4-1-350,-1 0 0,1-1 0,-1 1 0,1-1 1,0 0-1,0 0 0,0 1 0,0-1 1,0 0-1,0 0 0,0-1 0,3 2 0,2-4-307,1 0-1,-1-1 0,0 0 0,1 0 0,-2-1 0,11-6 0,1 0-627,70-34-8586,-36 18-26</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57.606"/>
    </inkml:context>
    <inkml:brush xml:id="br0">
      <inkml:brushProperty name="width" value="0.05" units="cm"/>
      <inkml:brushProperty name="height" value="0.05" units="cm"/>
      <inkml:brushProperty name="color" value="#E71224"/>
    </inkml:brush>
  </inkml:definitions>
  <inkml:trace contextRef="#ctx0" brushRef="#br0">50 20 11281,'1'-1'60,"-1"0"0,0 1 0,0-1 1,0 0-1,0 1 0,0-1 0,0 0 0,0 1 0,0-1 0,-1 0 0,1 1 1,0-1-1,0 1 0,0-1 0,-1 0 0,1 1 0,0-1 0,-1 1 1,1-1-1,0 0 0,-1 1 0,1-1 0,-1 1 0,1-1 0,-1 1 0,1 0 1,-1-1-1,1 1 0,-1 0 0,0-1 0,1 1 0,-1 0 0,0-1 1,1 1-1,-1 0 0,1 0 0,-1 0 0,0 0 0,1 0 0,-1 0 0,0 0 1,0 0-1,1 0 0,-1 0 0,0 0 0,1 0 0,-1 0 0,1 0 1,-1 1-1,0-1 0,1 0 0,-2 1 0,0 0 383,0-1 1,0 0-1,1 0 0,-1 1 0,0-1 0,0 0 1,0-1-1,0 1 0,0 0 0,0 0 0,1-1 1,-4 0-1,14 17 1180,60 75 913,-42-59-2055,-3 1 1,36 61-1,-40-52-388,-1 2 1,-2 0-1,-2 1 0,-2 0 1,9 61-1,-18-74-412,-1 0 0,-1-1 0,-2 1 0,-1 0 0,-1 0 0,-2-1 0,-1 0 0,-17 55 0,7-46-1134,-1-1-1,-37 65 1,-22 7-6126,28-52-1020</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0:57.905"/>
    </inkml:context>
    <inkml:brush xml:id="br0">
      <inkml:brushProperty name="width" value="0.05" units="cm"/>
      <inkml:brushProperty name="height" value="0.05" units="cm"/>
      <inkml:brushProperty name="color" value="#E71224"/>
    </inkml:brush>
  </inkml:definitions>
  <inkml:trace contextRef="#ctx0" brushRef="#br0">289 0 13009,'-23'16'558,"11"-8"-104,1 0 0,-1 1 0,2 0 0,-1 0-1,1 1 1,1 1 0,-16 22 0,1 9 807,2 0-1,2 2 1,1 1-1,3 0 1,2 1-1,1 1 1,-10 79-1,15-40-582,2-1 0,5 1-1,13 124 1,-5-154-734,2 1 0,2-2 1,3 0-1,36 94 0,-33-111-261,2 1 0,1-2 0,2-1 0,2 0 0,1-2 0,1-1 0,33 31 0,-26-32-383,2-2-1,0-2 0,2-1 0,2-2 0,0-1 0,73 31 1,-66-36-1418,2-3 0,0-1 1,63 10-1,64-1-8700</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10.605"/>
    </inkml:context>
    <inkml:brush xml:id="br0">
      <inkml:brushProperty name="width" value="0.05" units="cm"/>
      <inkml:brushProperty name="height" value="0.05" units="cm"/>
      <inkml:brushProperty name="color" value="#E71224"/>
    </inkml:brush>
  </inkml:definitions>
  <inkml:trace contextRef="#ctx0" brushRef="#br0">126 1 8833,'0'0'12740,"-4"2"-11724,-5 6-650,0 0 0,0 0 0,1 1 0,0 0 0,0 1 0,1 0 1,0 0-1,1 0 0,-8 18 0,7-11-139,0 1-1,2-1 1,0 1 0,1 1-1,1-1 1,-1 19 0,3-16-147,0 0 1,2 1-1,0-1 1,2 0-1,0 0 1,1 0 0,1-1-1,1 1 1,1-1-1,1-1 1,20 38-1,-22-47-53,1-1 0,0 1 0,1-1 0,0-1-1,0 1 1,1-2 0,0 1 0,18 11 0,-24-17-24,1 0 1,0 0-1,-1 0 1,1-1-1,0 1 1,0-1-1,0 0 1,0 0 0,0 0-1,0 0 1,0-1-1,1 0 1,-1 0-1,0 0 1,0 0-1,0-1 1,0 1-1,0-1 1,0 0-1,0 0 1,0-1-1,0 1 1,0-1-1,0 0 1,-1 0-1,8-5 1,-10 6-6,1 0-1,-1 0 1,1 0 0,-1 0-1,1-1 1,-1 1-1,0-1 1,1 1 0,-1-1-1,0 1 1,0-1 0,0 1-1,0-1 1,0 0-1,-1 0 1,1 0 0,0 1-1,-1-1 1,0 0 0,1 0-1,-1 0 1,0 0-1,0 0 1,0 0 0,0 0-1,0 0 1,0 0 0,-1 1-1,1-1 1,-1 0-1,1 0 1,-1 0 0,0 0-1,0 1 1,-1-4 0,-1 1-101,0 0 1,0 1-1,-1-1 1,1 1 0,-1 0-1,1 0 1,-1 0-1,0 0 1,0 1-1,-1 0 1,1 0 0,-9-3-1,-5 0-1080,1 1 0,-1 1 0,-1 0 0,-23 1-1,27 2-1587,0 0 0,-26 5-1,2 6-7737</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10.888"/>
    </inkml:context>
    <inkml:brush xml:id="br0">
      <inkml:brushProperty name="width" value="0.05" units="cm"/>
      <inkml:brushProperty name="height" value="0.05" units="cm"/>
      <inkml:brushProperty name="color" value="#E71224"/>
    </inkml:brush>
  </inkml:definitions>
  <inkml:trace contextRef="#ctx0" brushRef="#br0">215 30 9813,'0'-30'6019,"-1"33"-4539,1 2-1155,-1 0 1,1 0 0,0 0-1,1 0 1,-1 0 0,1-1-1,0 1 1,0 0 0,0 0-1,1-1 1,0 1 0,0 0-1,0-1 1,0 0 0,1 1-1,4 5 1,128 172 3658,-8-13-2707,-110-143-1117,-1 2-1,-1-1 0,-2 2 0,17 48 0,-26-59-181,0 1 0,-1-1-1,-1 1 1,-1 0-1,-1-1 1,0 1-1,-1 0 1,-1 0 0,-1-1-1,-1 1 1,0-1-1,-12 29 1,6-23-375,0 0 0,-2 0 0,0-2 1,-2 1-1,-1-2 0,0 0 0,-1-1 0,-32 30 0,8-15-1488,-1-1 1,-72 43-1,-30-2-5785,57-38-1064</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08.668"/>
    </inkml:context>
    <inkml:brush xml:id="br0">
      <inkml:brushProperty name="width" value="0.05" units="cm"/>
      <inkml:brushProperty name="height" value="0.05" units="cm"/>
      <inkml:brushProperty name="color" value="#E71224"/>
    </inkml:brush>
  </inkml:definitions>
  <inkml:trace contextRef="#ctx0" brushRef="#br0">205 126 5244,'1'-1'130,"-1"1"0,1-1 0,-1 0 0,1 1-1,-1-1 1,0 0 0,1 0 0,-1 0-1,0 1 1,0-1 0,0 0 0,1 0-1,-1 0 1,0 0 0,0 1 0,0-1-1,0 0 1,-1 0 0,1 0 0,0 0 0,0 1-1,-1-3 1,-15 5 3572,-1 1 7160,14-3-10831,0-2-29,-25-1 17,21 3-14,1 1 0,0 0 1,-1 0-1,1 1 0,0 0 1,0 0-1,0 0 0,0 1 1,1 0-1,-1 0 0,1 0 1,-1 0-1,1 1 0,0 0 1,1 0-1,-1 1 0,1-1 1,-1 1-1,1 0 0,1 0 1,-1 1-1,1-1 0,-4 8 1,6-12-5,1 1 0,-1-1 0,0 1 0,0-1 0,1 1 0,-1-1 0,1 1 0,0-1 0,-1 1 1,1-1-1,0 1 0,0 0 0,0-1 0,0 1 0,0 0 0,0-1 0,0 1 0,1-1 0,-1 1 0,0 0 0,1-1 0,0 1 1,0 1-1,1 1 5,-1-2-4,1 0 0,-1 0 1,1-1-1,-1 1 0,1 0 0,0 0 1,0-1-1,0 1 0,0-1 0,0 0 1,3 2-1,-4-2 0,6 1 3,12-2 1,-1-1-1,0 0 0,31-7 1,-40 5-6,0 1 0,-1-1 0,0-1 1,0 1-1,0-1 0,0-1 0,-1 0 1,1 0-1,-1 0 0,10-10 0,-12 10 5,36-40 7,-38 41-14,-1 1 1,1 0-1,-1-1 1,0 0-1,0 0 1,0 1-1,-1-1 1,0 0-1,1 0 1,-1 0-1,0 0 1,0-6-1,-1 3 2,0 4-3,0 0 0,0 0 0,0 0 0,0 0 1,0 0-1,-1 0 0,-1-5 0,2 7 3,-1 0 0,1 1 0,-1-1-1,0 0 1,1 0 0,-1 0 0,0 1 0,1-1 0,-1 0 0,0 1 0,0-1 0,0 1-1,1-1 1,-1 1 0,0-1 0,0 1 0,0-1 0,0 1 0,0 0 0,0 0 0,0-1-1,0 1 1,0 0 0,0 0 0,0 0 0,0 0 0,0 0 0,0 0 0,0 1 0,-2-1-1,-1 1 4,0-1 0,0 1 0,0 0-1,0 0 1,0 1 0,0-1-1,0 1 1,1 0 0,-1 0-1,1 0 1,-1 0 0,1 1 0,0-1-1,0 1 1,0 0 0,0 0-1,0 0 1,-3 4 0,-36 61 75,41-66-57,1 1 74,0 30-122,0-30 14,2-2 7,9 2-3,-7-2 9,-1 0 1,0 0-1,0-1 1,1 1 0,-1-1-1,0 0 1,1 0-1,5-1 1,-4 1-1,-1-1-1,1 0 1,-1-1 0,0 1 0,1-1 0,-1 0-1,0 0 1,0 0 0,0 0 0,0-1 0,-1 1-1,7-7 1,-3 1-4,-1 0 0,0 0 0,0-1 0,6-12 0,-12 19 1,0-1 0,0 1-1,-1 0 1,1 0 0,-1-1 0,1 1-1,-1 0 1,0 0 0,0-1 0,0 1 0,0 0-1,0 0 1,-3-3 0,0 2 1,0 0 0,0 0 0,0 1 0,-1 0 0,1-1 0,-1 2 0,0-1 1,0 0-1,1 1 0,-1 0 0,0 0 0,0 1 0,0-1 0,0 1 0,0 0 0,0 0 0,0 1 1,0-1-1,0 1 0,-8 3 0,8-3 1,1 0 1,0 0-1,0 0 1,0 0-1,-1 1 1,2 0-1,-1 0 1,0 0-1,0 1 1,1-1-1,-1 1 1,1 0-1,0 0 1,-1 0-1,2 0 1,-1 0-1,0 1 1,-2 4-1,-24 29 32,29-34-28,-1-1 0,1 1 0,0 0 0,0-1 0,0 1 0,0 0 0,1-1 0,-1 1 0,2 4 0,-2-3 3,1-2-4,-1-1 0,0 0 0,0 0 0,1 0 0,-1 0-1,1 0 1,-1 0 0,1 0 0,-1 0 0,1 0 0,0 0 0,-1 0 0,1 0 0,0 0-1,0 0 1,0 0 0,0-1 0,-1 1 0,1 0 0,2 0 0,22 11 100,-22-11-102,3 1 6,0 0-1,0 0 1,0-1-1,0 0 1,0 0-1,0-1 1,1 1-1,-1-1 1,0-1-1,0 1 1,0-1-1,0 0 1,0 0-1,0-1 1,0 0 0,0 0-1,0 0 1,-1-1-1,1 0 1,-1 0-1,0 0 1,0 0-1,0-1 1,0 0-1,0 0 1,-1-1-1,0 1 1,0-1-1,0 0 1,-1 0-1,1 0 1,-1 0-1,0-1 1,3-9-1,-5 13-6,-1 1 0,1 0-1,-1 0 1,0 0-1,1 0 1,-1-1 0,0 1-1,0 0 1,0 0-1,0-1 1,0 1 0,0 0-1,0 0 1,0-1-1,0 1 1,-1 0 0,1 0-1,-1 0 1,1 0-1,-1-1 1,1 1 0,-1 0-1,1 0 1,-1 0-1,-1-1 1,0 0-1,-1 0 0,1 0-1,-1 0 1,1 0 0,-1 1 0,0-1-1,1 1 1,-1 0 0,0 0 0,-5-1-1,0 0 0,-1 0 0,0 1 0,0 0 0,0 1 0,1-1 0,-19 3 0,14 2 3,0 0-1,0 1 0,0 0 1,1 1-1,0 0 0,0 1 0,1 0 1,0 1-1,0 0 0,0 1 0,1 0 1,1 1-1,-1 0 0,2 0 0,-1 1 1,1 0-1,1 0 0,-8 17 0,15-27 4,-1 1-1,1-1 0,-1 1 1,1 0-1,-1-1 0,1 1 1,0 0-1,0 0 0,0-1 1,0 1-1,0 0 0,0-1 0,1 1 1,-1 0-1,0-1 0,1 1 1,-1 0-1,1-1 0,0 1 1,0-1-1,-1 1 0,1-1 0,0 1 1,0-1-1,0 0 0,1 1 1,-1-1-1,0 0 0,0 0 1,1 0-1,-1 0 0,0 0 0,1 0 1,-1 0-1,1-1 0,0 1 1,-1 0-1,1-1 0,2 1 1,3 2 3,0-1 1,1 0-1,-1-1 1,1 1-1,-1-2 1,1 1 0,-1-1-1,13-1 1,-1-1-4,0-1-1,0-1 1,0-1 0,0-1-1,0 0 1,17-10 0,-30 12-3,0 1 1,0-1-1,0 0 0,-1 0 1,0 0-1,0-1 1,0 0-1,0 0 0,4-7 1,-7 8-2,1 0 1,-1 0-1,0 0 1,-1 0 0,1-1-1,-1 1 1,1 0-1,-2-1 1,1 1-1,0-1 1,-1 0 0,0 1-1,0-1 1,0 1-1,-1-6 1,0 1-7,-1 0-1,0 0 1,0 0 0,-1 0-1,0 1 1,-1-1 0,0 1-1,-9-15 1,11 20 6,0 1 0,0-1 0,0 1 0,0-1 0,-1 1 0,1 0 0,-1 0 0,1 0 0,-1 1 0,0-1 0,1 1 0,-1-1 0,0 1 0,0 0 0,0 0 0,0 0 0,0 0 0,0 1 0,0-1 0,-1 1 0,1 0 0,0 0 0,0 0 0,0 0 0,0 0 0,0 1 0,-1 0 0,1-1 0,-3 3 0,-2 0 1,0 1-1,0 1 0,0-1 1,1 1-1,0 1 0,0-1 0,0 1 1,0 0-1,1 1 0,0 0 0,1 0 1,0 0-1,0 0 0,0 1 1,1 0-1,0 0 0,0 0 0,1 1 1,0-1-1,1 1 0,-2 8 0,4-14 3,0 0 0,0 0 0,0-1-1,1 1 1,-1 0 0,1-1-1,-1 1 1,1 0 0,0-1-1,0 1 1,0-1 0,1 1 0,-1-1-1,1 0 1,-1 1 0,1-1-1,0 0 1,0 0 0,0 0-1,0 0 1,3 2 0,-1-2-1,0-1-1,-1 1 1,1-1 0,0 0 0,0-1-1,0 1 1,0 0 0,0-1 0,0 0 0,0 0-1,-1 0 1,1-1 0,0 1 0,0-1-1,7-2 1,0 1 0,-7 1 4,1 0 0,0 0-1,0 0 1,0-1 0,-1 0-1,1 0 1,-1 0 0,0 0 0,1-1-1,-1 0 1,0 0 0,3-3-1,-5 4-5,0 0 0,0-1 0,0 1 1,0 0-1,0-1 0,-1 1 0,1-1 0,-1 0 0,0 1 0,1-1 0,-1 0 0,-1 0 0,1 0 0,0 0 0,-1 0 0,1 0 0,-1 0 0,0-4 0,0-2-2,0 0-1,-1 1 1,0-1 0,-1 1-1,1-1 1,-2 1 0,1 0 0,-1 0-1,0 0 1,-1 0 0,0 0-1,-8-11 1,11 17-2,0 0-1,0 0 0,1 0 1,-1 0-1,0 0 1,1 0-1,-1 0 1,1 0-1,0 0 1,-1-2-1,-1-4 17,-4 20-27,5-9 18,0 0 0,1 0 1,-1 0-1,1 0 0,-1 0 0,1 0 0,0 0 0,0 0 0,0 0 0,1 0 0,-1 0 1,1 0-1,-1 0 0,1 0 0,0 0 0,0 0 0,3 5 0,1 1 13,1 0 0,0-1 0,10 12 0,-15-19-7,0 1-29,-4-1-234,-89 33-955,90-33 1017,3 2-207,-1-2 397,0 0-1,0 0 0,0-1 1,0 1-1,0 0 1,1 0-1,-1 0 0,0 0 1,1 0-1,-1 0 1,1-1-1,-1 1 0,1 0 1,-1 0-1,1-1 1,-1 1-1,1 0 0,0-1 1,-1 1-1,1 0 1,0-1-1,0 1 0,-1-1 1,1 0-1,0 1 0,0-1 1,1 1-1,24-7-39,-24 5 41,-1 1 2,0 0 0,0 0-1,0 0 1,0-1-1,-1 1 1,1 0 0,0-1-1,0 1 1,0-1 0,-1 1-1,1-1 1,0 1-1,-1-1 1,1 0 0,0 1-1,-1-1 1,1 0 0,-1 1-1,1-1 1,-1 0-1,1 0 1,-1 0 0,1 1-1,-1-1 1,0 0-1,0 0 1,1 0 0,-1 0-1,0 0 1,0 1 0,0-1-1,0 0 1,0 0-1,0 0 1,0 0 0,0 0-1,0 0 1,-1 0 0,1 1-1,0-1 1,-1 0-1,1 0 1,0 0 0,-1 0-1,0 0 1,-2-5-50,-1 1 0,0 0 0,0 0 0,-10-9 0,7 7-295,5 5-500,-41 4-7914</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10.007"/>
    </inkml:context>
    <inkml:brush xml:id="br0">
      <inkml:brushProperty name="width" value="0.05" units="cm"/>
      <inkml:brushProperty name="height" value="0.05" units="cm"/>
      <inkml:brushProperty name="color" value="#E71224"/>
    </inkml:brush>
  </inkml:definitions>
  <inkml:trace contextRef="#ctx0" brushRef="#br0">288 109 7393,'-1'-1'125,"1"1"0,-1-1 0,0 0 0,1 1 0,-1-1 0,1 0 0,-1 0 0,1 1 0,-1-1 0,1 0 0,0 0 0,-1 0 0,1 0 0,0 1 1,-1-1-1,1 0 0,0 0 0,0 0 0,0 0 0,0 0 0,0 0 0,0 0 0,0 0 0,0 0 0,1 1 0,-1-1 0,0 0 0,0 0 0,1 0 0,-1 0 0,1 0 0,-1 1 1,0-1-1,1 0 0,0 0 0,2-2 2002,-9-39 5582,2 12-6222,4 26-1028,-3 6-14,-9 3-228,-13 6 118,-37 23 0,41-20-227,0 2-1,1 0 1,1 2-1,-21 23 1,20-18-56,13-15-23,0 0-1,1 0 1,-8 13 0,13-19 387,8-3-411,-1 0 0,1 0 1,0-1-1,-1 0 0,1 0 0,-1 0 1,0-1-1,0 0 0,0 0 0,0 0 1,0-1-1,5-4 0,11-9 44,29-31-1,-47 45-41,9-11-86,-6 6 207,1 1 0,0 0 0,0 0 1,0 1-1,12-8 0,-18 13-48,1 0 0,-1 0-1,1 0 1,-1 0 0,1 1-1,-1-1 1,1 1-1,0-1 1,-1 1 0,1 0-1,0 0 1,0 0 0,-1 0-1,1 0 1,0 1 0,-1 0-1,1-1 1,-1 1 0,1 0-1,-1 0 1,1 0 0,-1 0-1,1 1 1,-1-1 0,3 3-1,3 2 103,0 1 0,-1 1 0,0-1 0,0 1 0,0 0 1,-1 1-1,-1 0 0,1 0 0,-1 0 0,-1 0 0,0 1 0,0 0 0,-1 0 0,0 0 0,2 13 0,0 15-821,0 0-1,-3 66 1,2-68-1889,1-22-2537</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10.210"/>
    </inkml:context>
    <inkml:brush xml:id="br0">
      <inkml:brushProperty name="width" value="0.05" units="cm"/>
      <inkml:brushProperty name="height" value="0.05" units="cm"/>
      <inkml:brushProperty name="color" value="#E71224"/>
    </inkml:brush>
  </inkml:definitions>
  <inkml:trace contextRef="#ctx0" brushRef="#br0">208 0 14085,'-1'3'3128,"-1"3"-2548,1-5-65,0 1 0,0 0 0,0 0 1,1 0-1,-1-1 0,1 1 0,-1 0 0,1 0 1,0 0-1,0 0 0,0 0 0,0 0 0,0 0 1,0 0-1,0 0 0,1 0 0,0 3 0,1 0 45,0-1 0,0 1-1,-1 0 1,0 0-1,0 0 1,0 0-1,0 0 1,-1 8 0,0-4-358,-1 0 1,0 0 0,0 0 0,-4 10 0,-2 3-320,-2 0 1,-19 37-1,17-41-662,0 0 0,-18 22-1,-33 27-6830,56-61 5727,0 0 1,1 1-1,-10 13 1,12-14-579,0 0 0,1 0 0,0 0 0,-3 12 0</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11.395"/>
    </inkml:context>
    <inkml:brush xml:id="br0">
      <inkml:brushProperty name="width" value="0.05" units="cm"/>
      <inkml:brushProperty name="height" value="0.05" units="cm"/>
      <inkml:brushProperty name="color" value="#E71224"/>
    </inkml:brush>
  </inkml:definitions>
  <inkml:trace contextRef="#ctx0" brushRef="#br0">411 0 9009,'-26'6'7793,"23"-2"-6128,-33 46 1171,11-17-1434,2 1-1,2 2 1,-28 60 0,22-40-499,-80 197 2308,86-192-2866,2 0 0,3 0 0,3 2 0,-10 113 1,21-148-368,2-1 0,1 1 0,1-1 1,2 1-1,1-1 0,0 0 1,2-1-1,1 0 0,2 0 0,0 0 1,2-1-1,0-1 0,26 37 1,-16-32-418,2-1 0,1-2 0,1 0 0,1-2 0,1-1 0,1-1 0,2-1 0,-1-2 0,57 26 0,-34-22-1810,94 28 0,61-4-6484,-61-24-3108</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21.659"/>
    </inkml:context>
    <inkml:brush xml:id="br0">
      <inkml:brushProperty name="width" value="0.05" units="cm"/>
      <inkml:brushProperty name="height" value="0.05" units="cm"/>
      <inkml:brushProperty name="color" value="#E71224"/>
    </inkml:brush>
  </inkml:definitions>
  <inkml:trace contextRef="#ctx0" brushRef="#br0">235 326 5973,'0'0'18805,"-1"-3"-18042,-1 1-551,0-1 0,0 0 0,0 0 0,0 1 0,-1 0 0,1-1 0,-1 1 0,1 0-1,-1 0 1,0 0 0,0 0 0,0 1 0,0-1 0,0 1 0,0 0 0,-5-2 0,5 3 1047,1 2-1231,-3 3-34,5-4 11,-1-1 0,0 1 0,0 0-1,1-1 1,-1 1 0,0 0 0,1 0-1,-1 0 1,1 0 0,-1-1 0,1 1-1,-1 0 1,1 0 0,0 0 0,-1 0-1,1 0 1,0 0 0,0 0 0,0 0-1,0 0 1,0 0 0,0 0 0,0 0-1,0 0 1,0 0 0,0 0 0,1 0 0,-1 0-1,0 0 1,1 1 0,5 13 7,-5-12 4,2-3-13,7-3-31,0 1 1,-1-1-1,1 0 0,16-9 0,-26 12 26,1-1 0,0 1 0,-1-1 0,1 1 0,0-1-1,-1 0 1,1 1 0,-1-1 0,1 0 0,-1 0-1,1 1 1,-1-1 0,0 0 0,1 0 0,-1 0 0,0 1-1,0-1 1,1-2 0,0-2-9,4-3-20,0-1 1,-1 1-1,0-1 0,-1 0 1,0-1-1,0 1 0,-1-1 1,0 1-1,-1-1 1,0 1-1,0-1 0,-1 0 1,-1 0-1,1 1 0,-4-14 1,-9-10-111,12 32 141,1-1 0,-1 0 1,0 1-1,0-1 0,0 1 0,0-1 0,0 1 0,0-1 0,0 1 1,0 0-1,0 0 0,-1-1 0,1 1 0,-1 0 0,1 0 0,-1 0 1,1 0-1,-1 1 0,-2-2 0,-2-1 0,0 3 14,4 1-11,-3 1 6,-1 0-1,1 0 1,0 0 0,-1 1-1,1 0 1,0 0 0,0 0-1,1 0 1,-1 1 0,1 0-1,0 0 1,-1 0 0,-5 9-1,6-7 2,0 1 0,0 0 0,0 0 0,1 0 0,0 0 0,0 1 0,-2 13 0,4-15-2,1-1 0,0 0 0,1 0-1,-1 0 1,1 0 0,0 0 0,0 0-1,1 0 1,2 6 0,-3-10-6,1 1 1,0-1-1,0 0 1,0 0 0,0 1-1,0-1 1,0 0-1,0-1 1,0 1-1,1 0 1,-1-1 0,5 1-1,-6 0 1,16 0 19,-12-2-16,23-3 9,-23 0-19,-1 1 3,-1 1-3,-1 0 0,1 0-1,0-1 1,-1 1-1,0 0 1,1-1-1,-1 1 1,0-1-1,0 0 1,0 0-1,-1 0 1,1 0-1,-1 0 1,0 0-1,0 0 1,0-1 0,0 1-1,0 0 1,0 0-1,-1-1 1,0 1-1,0-1 1,0 1-1,0 0 1,0-1-1,-1 1 1,-1-5-1,1 1-3,-1 0 0,0 0 0,0 1 0,-1 0 0,0-1 0,0 1 0,0 0 0,-1 0 0,0 0 0,0 1 0,-9-9 0,11 12 0,-1 0-1,1 0 1,-1 1-1,1-1 1,-1 1-1,0 0 0,0 0 1,-4-2-1,2 2-16,2 0 18,-1 1 13,-16 3-2,-3 4 1,20-4-3,1-1-1,-1 1 1,1-1-1,0 1 1,0 0-1,0 0 1,0 0 0,0 0-1,1 0 1,0 1-1,-1-1 1,1 0-1,0 1 1,1-1-1,-1 1 1,0-1 0,1 1-1,0 3 1,-1 1-1,1-4 1,0 1 0,0-1 0,0 0 0,1 1 0,0-1 0,0 1 0,0-1 0,0 0 0,1 0 0,0 1 0,3 6 0,-1-3 4,-3-7-6,0-1 0,-1 1 1,1 0-1,0-1 1,0 1-1,-1 0 0,1-1 1,0 1-1,0-1 0,0 0 1,0 1-1,0-1 0,0 0 1,0 1-1,0-1 0,0 0 1,0 0-1,1 0 1,2 1-1,0 1-2,1-1 0,0 0 0,-1 0 0,1 0 0,0-1 0,0 1 0,0-1 0,0 0 0,0 0 0,-1-1 0,1 0 0,0 0 0,6-2 0,-8 2 1,0 0 0,1 0 0,-1-1-1,0 1 1,-1-1 0,1 0 0,0 0 0,0 0 0,-1 0 0,1 0 0,-1-1 0,0 1 0,0-1 0,0 1 0,0-1 0,0 0 0,-1 0 0,1 0 0,-1 0-1,2-4 1,-2 4 2,0 0-1,-1-1 1,1 1 0,-1 0-1,0 0 1,1 0-1,-1-1 1,-1 1-1,1 0 1,0 0-1,-1 0 1,0 0-1,0-1 1,0 1-1,0 0 1,0 0 0,-1 1-1,1-1 1,-1 0-1,1 0 1,-1 1-1,0-1 1,0 1-1,-1-1 1,1 1-1,0 0 1,-1 0-1,1 0 1,-1 0-1,0 1 1,0-1 0,1 1-1,-1-1 1,0 1-1,0 0 1,-1 0-1,1 0 1,0 1-1,0-1 1,0 1-1,0 0 1,-1 0-1,1 0 1,0 0-1,0 0 1,0 1 0,0-1-1,-1 1 1,1 0-1,0 0 1,0 0-1,0 0 1,0 1-1,1-1 1,-6 4-1,-9 10 4,0 0 0,2 1 0,0 0 0,1 1 0,1 1 0,0 0-1,1 1 1,1 0 0,-8 21 0,18-39-3,0 1 1,1-1-1,-1 0 0,1 0 1,-1 0-1,1 1 0,-1-1 1,1 0-1,0 1 0,-1-1 1,1 0-1,0 1 0,0-1 1,0 0-1,0 1 0,0-1 1,0 0-1,1 1 0,-1-1 1,0 0-1,1 1 0,-1-1 1,1 0-1,-1 0 0,1 1 1,0-1-1,-1 0 0,1 0 1,0 0-1,0 0 0,0 0 1,0 0-1,0 0 0,0 0 1,0 0-1,0-1 0,0 1 1,0 0-1,1-1 0,-1 1 1,0-1-1,3 2 0,0-1-4,1 0-1,0 0 1,-1 0-1,1-1 1,0 1-1,-1-1 1,1 0-1,0 0 1,-1-1-1,8-1 1,3-2-27,0-1 1,0-1 0,14-7-1,-23 10 23,-1 0 1,1-1-1,-1 1 0,0-1 0,0-1 0,0 1 0,0-1 0,-1 0 0,0 0 0,6-9 0,-4 4 3,-1-1 0,-1 0 1,0 0-1,0-1 0,-1 1 1,-1-1-1,0 0 0,-1 1 0,0-1 1,0-13-1,-8-54 50,-12 112 37,15-16-68,0-1 1,1 1-1,1 0 1,0 0 0,2 0-1,0 0 1,3 27-1,-2-41-10,0 0 0,0 0 1,0 0-1,0 0 0,1 0 0,-1-1 0,1 1 0,-1 0 0,3 2 0,0 1 13,-3-5-16,0 0 0,0 0 0,-1 0 0,1 0 1,0-1-1,0 1 0,0 0 0,0 0 0,0-1 0,0 1 0,1 0 0,-1-1 0,0 1 0,0-1 0,0 1 1,0-1-1,1 0 0,-1 0 0,0 1 0,0-1 0,1 0 0,0 0 0,24-4 13,-20 1-13,-1 1 1,0-1-1,0 0 1,0 0-1,-1-1 1,1 1-1,-1-1 1,0 0-1,1-1 1,-2 1-1,1-1 1,-1 1-1,1-1 1,-1 0-1,-1 0 1,1-1-1,-1 1 1,0 0-1,0-1 1,0 1-1,1-11 1,-1 8-5,-1-1 0,0 0 1,0 0-1,-1 1 0,-1-1 0,1 0 1,-1 0-1,0 0 0,-1 1 0,0-1 1,-1 1-1,0-1 0,-6-11 0,-10-20-48,18 37 36,-3 4 7,-1 1 7,-1-1-2,0 1 1,0 0-1,1 0 1,-1 0-1,1 1 0,-1 0 1,1 0-1,0 0 1,0 1-1,-8 7 1,11-9-2,0-1 1,1 1-1,-1 0 1,1 0 0,0-1-1,-1 1 1,1 0-1,0 0 1,0 1-1,-1 2 1,1 30 27,1-9-17,21-26-42,-16 0 18,0-1 0,0 0 0,0 0 0,0 0-1,0-1 1,0 0 0,0 0 0,8-5-1,-10 6-24,18-21-246,-27 26 279,3-3 4,0 1 1,1 0-1,-1 1 1,1-1-1,0 0 0,-1 1 1,1-1-1,0 1 0,1-1 1,-1 1-1,0 0 1,1 0-1,-1 0 0,1 0 1,0 0-1,-1 5 0,1-4 3,0-1 0,0 1 0,0 0-1,0-1 1,1 1 0,-1 0-1,1 0 1,0-1 0,0 1 0,2 7-1,-2-10 4,0 0-1,0-1 1,0 1-1,1-1 0,-1 1 1,0-1-1,1 1 0,-1 0 1,0-1-1,1 1 1,-1-1-1,1 1 0,-1-1 1,1 0-1,-1 1 1,1-1-1,-1 1 0,1-1 1,-1 0-1,1 0 0,0 1 1,-1-1-1,2 0 1,-1 1-2,-1-1-1,1 0 1,0 1 0,0-1 0,-1 0 0,1 1 0,0-1-1,0 1 1,-1-1 0,1 1 0,0 0 0,-1-1 0,1 1 0,-1 0-1,1-1 1,0 2 0,30-13-49,-28 10 27,0 0 0,0-1 0,0 1 0,0-1 0,0 0 0,-1 0 0,1 0 0,3-4 0,-6 6 8,0-3 6,-1 1 1,0 0-1,0 0 1,0-1-1,0 1 1,0 0-1,0 0 1,0 0-1,-1 0 1,1 0-1,-1 1 1,-2-3-1,-4 5-1,1 0 0,-1 1-1,1 0 1,0 0-1,0 1 1,0 0 0,0 1-1,0-1 1,0 1-1,1 0 1,-8 7 0,13-10 15,9 9-222,-8-9 201,0-1 0,1 1 0,-1 0 0,0-1-1,0 1 1,1 0 0,-1-1 0,1 1 0,-1 0 0,0-1-1,1 1 1,-1-1 0,1 1 0,-1-1 0,1 1 0,0-1-1,-1 1 1,1-1 0,0 0 0,-1 1 0,1-1 0,0 0-1,-1 1 1,1-1 0,0 0 0,-1 0 0,1 0-1,1 0 1,24-7-393,1-1 1,-1-1-1,38-20 0,-62 28 349,-1 1 0,0-1 0,0 0-1,0 0 1,0 0 0,0 0 0,0-1 0,0 1 0,0 0 0,0 0 0,0-1 0,0 1 0,-1 0-1,1-1 1,-1 1 0,1 0 0,-1-1 0,1 1 0,-1-1 0,0 1 0,0-1 0,1 1 0,-1-1 0,0 1-1,-1-1 1,1 1 0,0-1 0,-1-1 0,-1-7-806,-1 0 1,0 0-1,-6-14 0,-4-12-9084,10 23 1325</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22.968"/>
    </inkml:context>
    <inkml:brush xml:id="br0">
      <inkml:brushProperty name="width" value="0.05" units="cm"/>
      <inkml:brushProperty name="height" value="0.05" units="cm"/>
      <inkml:brushProperty name="color" value="#E71224"/>
    </inkml:brush>
  </inkml:definitions>
  <inkml:trace contextRef="#ctx0" brushRef="#br0">270 49 12153,'-14'-20'1890,"12"16"-189,10-20 9113,-14 24-10600,0 1-1,0 0 0,0 0 0,0 1 0,0-1 0,0 1 0,0 1 1,1-1-1,-1 1 0,1 0 0,-1 0 0,1 1 0,0-1 0,1 1 1,-9 9-1,-9 8 253,1 0 0,1 2 1,1 0-1,1 1 1,-20 36-1,34-52-466,0 1 0,0-1 0,1 1 0,0 0 0,0 1 0,1-1 0,1 0 0,0 1 0,-1 14 0,2-19 0,1 0 0,0 0 0,-1 0 0,1 0 0,1 0 0,-1-1 0,1 1 0,0 0 0,0-1 0,0 1 0,1-1 0,-1 0 0,1 0 0,0 0 0,0 0 0,1 0 0,-1-1 0,1 1 0,7 4 0,3 1 0,0 0 0,1-1 0,-1-1 0,2-1 0,27 9 0,82 11 0,4 3 0,-52-9-233,-76-19 119,0 0 0,0 0 0,0 0-1,0 1 1,0-1 0,0 0 0,0 1 0,-1-1-1,1 1 1,0-1 0,-1 1 0,1-1-1,-1 1 1,0-1 0,0 1 0,1 0 0,-1-1-1,0 4 1,-1-4-55,0 1 1,1-1-1,-1 0 0,0 0 0,0 1 0,0-1 1,0 0-1,0 0 0,0 0 0,0 0 0,-1 0 1,1 0-1,0-1 0,0 1 0,-1 0 1,1-1-1,0 1 0,-1 0 0,1-1 0,-1 0 1,-1 1-1,-38 9-2845,36-10 2331,-2 2 34,-1-1 1,0-1-1,1 0 0,-1 0 1,1 0-1,-1-1 0,0 0 1,1 0-1,-11-4 0,-13-3-4559,-1 4-3067</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23.128"/>
    </inkml:context>
    <inkml:brush xml:id="br0">
      <inkml:brushProperty name="width" value="0.05" units="cm"/>
      <inkml:brushProperty name="height" value="0.05" units="cm"/>
      <inkml:brushProperty name="color" value="#E71224"/>
    </inkml:brush>
  </inkml:definitions>
  <inkml:trace contextRef="#ctx0" brushRef="#br0">1 61 10041,'44'-24'1968,"-34"12"-400,0 0 756,6 6-1495,1 3 35,7 0-1072,-1 3-452,0 3-1329,8 0 789,-21 6-468,3 3-1816,-3 6-1917</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23.261"/>
    </inkml:context>
    <inkml:brush xml:id="br0">
      <inkml:brushProperty name="width" value="0.05" units="cm"/>
      <inkml:brushProperty name="height" value="0.05" units="cm"/>
      <inkml:brushProperty name="color" value="#E71224"/>
    </inkml:brush>
  </inkml:definitions>
  <inkml:trace contextRef="#ctx0" brushRef="#br0">161 0 9801,'-3'40'2276,"-17"-1"-320,3-9-300,0 0-319,4-3-361,-1 0-208,-3 4-588,4 5-836,0 0-1012,-4 3-3225,0 0-3856</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23.647"/>
    </inkml:context>
    <inkml:brush xml:id="br0">
      <inkml:brushProperty name="width" value="0.05" units="cm"/>
      <inkml:brushProperty name="height" value="0.05" units="cm"/>
      <inkml:brushProperty name="color" value="#E71224"/>
    </inkml:brush>
  </inkml:definitions>
  <inkml:trace contextRef="#ctx0" brushRef="#br0">60 0 13029,'-1'0'355,"-1"0"0,1 0-1,-1 0 1,1 0 0,-1 1-1,1-1 1,-1 0 0,1 1 0,-1-1-1,1 1 1,0-1 0,-1 1-1,1 0 1,0-1 0,-1 1-1,1 0 1,-2 2 0,-13 25 3539,15-26-4172,-2 7 473,0 0 0,1 0 0,-1 0 0,2 0 0,-1 0-1,1 1 1,1-1 0,0 1 0,0-1 0,1 0 0,0 1 0,0-1 0,1 0 0,0 1-1,6 11 1,-3-7-374,1-1 1,0 1-1,1-1 0,1 0 0,0-1 0,1 0 0,0 0 0,1-1 0,13 12 1,-14-16-177,-1-1 1,2 0-1,-1 0 1,1-1-1,0 0 1,0-1 0,0 0-1,1 0 1,18 3-1,-20-5 147,-1-1-1,1 1 1,-1-2 0,1 1-1,0-1 1,-1-1-1,1 0 1,-1 0-1,1 0 1,-1-1-1,0 0 1,0-1-1,10-4 1,-5 0 302,0 0-1,0-1 1,-1-1-1,0 0 1,-1 0 0,0-1-1,12-13 1,-16 7 284,0 3 1959,-7 13-2310,1 0 0,-1 0 0,0 0 1,0 0-1,1 1 0,-1-1 1,0 0-1,0 0 0,1 0 0,-1 0 1,0 0-1,1 0 0,-1 1 1,0-1-1,0 0 0,0 0 0,1 0 1,-1 1-1,0-1 0,0 0 1,0 0-1,1 1 0,-1-1 1,0 0-1,0 0 0,0 1 0,0-1 1,0 0-1,0 1 0,0-1 1,0 0-1,0 0 0,0 1 0,0-1 1,0 0-1,0 1 0,0-1 1,0 0-1,0 1 0,0-1 1,0 0-1,0 0 0,0 1 0,1 8-17,-1-1-1,1 1 1,-1 0-1,-1 0 1,0-1-1,0 1 1,-4 14-1,0-5-921,-1 0 1,-12 26-1,4-19-1106,-7 17-4242,10 4-2380</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23.930"/>
    </inkml:context>
    <inkml:brush xml:id="br0">
      <inkml:brushProperty name="width" value="0.05" units="cm"/>
      <inkml:brushProperty name="height" value="0.05" units="cm"/>
      <inkml:brushProperty name="color" value="#E71224"/>
    </inkml:brush>
  </inkml:definitions>
  <inkml:trace contextRef="#ctx0" brushRef="#br0">175 1 12377,'-107'129'2140,"77"-69"-296,13-2-91,7-1-421,3 3-188,4 4-200,6 14-180,7 6-184,7 10-272,10 5-224,10-5-160,16-7-408,18-8-532,12-13-584,25-18-424,2-12-1085,11-15-1215,9-15-3329</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24.153"/>
    </inkml:context>
    <inkml:brush xml:id="br0">
      <inkml:brushProperty name="width" value="0.05" units="cm"/>
      <inkml:brushProperty name="height" value="0.05" units="cm"/>
      <inkml:brushProperty name="color" value="#E71224"/>
    </inkml:brush>
  </inkml:definitions>
  <inkml:trace contextRef="#ctx0" brushRef="#br0">74 1 10953,'0'0'1423,"2"2"41,5 8-770,0 0 0,-1 0-1,-1 0 1,0 1 0,0 0 0,6 22 0,5 12 130,-13-38-725,77 201 1557,-67-166-1526,-1 1-1,12 88 1,-22-103-349,-2 0 1,0-1-1,-2 1 0,-1 0 1,-1-1-1,-14 46 1,14-56 53,-4 11-400,0 0 1,-2 0-1,-2-1 1,-18 34-1,-64 80-5632,15-41-1769</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39.649"/>
    </inkml:context>
    <inkml:brush xml:id="br0">
      <inkml:brushProperty name="width" value="0.05" units="cm"/>
      <inkml:brushProperty name="height" value="0.05" units="cm"/>
      <inkml:brushProperty name="color" value="#E71224"/>
    </inkml:brush>
  </inkml:definitions>
  <inkml:trace contextRef="#ctx0" brushRef="#br0">34 36 5072,'-20'-3'3513,"14"-12"-6321,-1-3 15</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41.581"/>
    </inkml:context>
    <inkml:brush xml:id="br0">
      <inkml:brushProperty name="width" value="0.05" units="cm"/>
      <inkml:brushProperty name="height" value="0.05" units="cm"/>
      <inkml:brushProperty name="color" value="#E71224"/>
    </inkml:brush>
  </inkml:definitions>
  <inkml:trace contextRef="#ctx0" brushRef="#br0">44 0 12645,'-2'0'372,"0"0"0,1 0-1,-1 1 1,0-1 0,0 0-1,1 1 1,-1-1 0,1 1 0,-1-1-1,0 1 1,1 0 0,-1 0 0,1-1-1,-1 1 1,1 0 0,0 1-1,-1-1 1,1 0 0,0 0 0,0 0-1,0 1 1,0-1 0,0 1-1,0-1 1,0 1 0,0-1 0,1 1-1,-1-1 1,1 1 0,-1-1 0,1 1-1,-1 0 1,1 2 0,-2 13 148,2 0-1,0 0 1,0 0 0,2 0 0,5 29 0,30 89-2494,-3-14-10302,-24-84 1107</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42.078"/>
    </inkml:context>
    <inkml:brush xml:id="br0">
      <inkml:brushProperty name="width" value="0.05" units="cm"/>
      <inkml:brushProperty name="height" value="0.05" units="cm"/>
      <inkml:brushProperty name="color" value="#E71224"/>
    </inkml:brush>
  </inkml:definitions>
  <inkml:trace contextRef="#ctx0" brushRef="#br0">332 31 12649,'-1'-3'2216,"-1"-20"1919,1 19-775,2 17-1590,1-4-1407,1 0-1,0 0 1,0 0-1,1-1 1,0 1 0,1-1-1,-1 0 1,11 12-1,8 17 310,-9-8-584,-1 1-1,-1 0 0,-2 1 1,-1 0-1,-2 1 0,-1-1 1,-1 1-1,-2 1 0,-1-1 1,-1 0-1,-2 0 0,-7 42 1,3-44-666,-2 1 1,-1-2 0,-1 1 0,-18 39-1,20-52 290,-10 22-936,-2-1 1,-1-1-1,-2-1 0,-2 0 1,-1-2-1,-1 0 1,-2-2-1,-2-2 1,-56 47-1,30-31-3056,4-4-2246</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38.946"/>
    </inkml:context>
    <inkml:brush xml:id="br0">
      <inkml:brushProperty name="width" value="0.05" units="cm"/>
      <inkml:brushProperty name="height" value="0.05" units="cm"/>
      <inkml:brushProperty name="color" value="#E71224"/>
    </inkml:brush>
  </inkml:definitions>
  <inkml:trace contextRef="#ctx0" brushRef="#br0">158 142 4336,'5'1'-185,"22"-1"2303,-27-2-166,-18-6 12124,20 6-14034,17-15 36,-17 15 243,1 2-276,10-4-68,1 1 335,-14 3-309,0 0 1,0 0-1,1 1 0,-1-1 0,0 0 1,0 0-1,0 1 0,0-1 1,0 0-1,0 0 0,1 1 1,-1-1-1,0 0 0,0 1 1,0-1-1,0 0 0,0 0 1,0 1-1,0-1 0,0 0 1,0 0-1,0 1 0,0-1 1,0 0-1,-1 1 0,1-1 1,0 0-1,0 0 0,0 1 1,0-1-1,0 0 0,-1 0 1,1 1-1,0-1 0,0 0 1,0 0-1,0 0 0,-1 1 1,1-1-1,0 0 0,0 0 1,-1 0-1,1 0 0,0 0 1,0 1-1,-1-1 0,-2 3-1,1-1 0,-1 1 0,0-1 0,0 1 0,0-1 0,0 0 0,-5 3 0,-2 1 9,-8 16 2,6-7-7,7-12 3,5-3-8,0 0 0,-1 0 0,1 1 0,0-1 0,0 0 0,-1 0-1,1 0 1,0 0 0,0 0 0,0 0 0,-1 0 0,1 1-1,0-1 1,0 0 0,0 0 0,-1 0 0,1 1 0,0-1 0,0 0-1,0 0 1,0 0 0,0 1 0,0-1 0,-1 0 0,1 0-1,0 1 1,0-1 0,0 0 0,0 0 0,0 1 0,0-1 0,0 0-1,0 1 1,19 15 16,-17-15-15,1 0 0,0-1 1,0 1-1,0-1 0,0 0 0,0 0 1,0 0-1,0 0 0,0 0 0,-1-1 1,1 1-1,5-2 0,-5 1 5,5-1 1,0 0 0,0 0 0,0-1 0,0 0 0,0-1 1,9-5-1,-11 5 56,-3 3-69,-1-1 0,0 1 1,1-1-1,-1 0 0,0 1 0,0-1 0,0 0 0,0 0 0,-1-1 1,1 1-1,-1 0 0,1 0 0,-1-1 0,0 1 0,1-1 0,0-3 1,5-10 71,-7 14-72,1 0 0,-1 0 0,0 0 0,1 0 0,-1 0 0,0 0 0,0 1 1,-1-1-1,1 0 0,0 0 0,-1 0 0,1 0 0,-1 0 0,0 0 0,1 0 0,-1 0 0,-1-1 1,-14-24 53,14 24-50,-1 1 0,1 0 0,-1 0-1,0 0 1,0 0 0,0 0 0,0 0-1,0 1 1,0 0 0,-1-1 0,1 1 0,0 0-1,-1 1 1,1-1 0,-1 0 0,1 1 0,-1 0-1,1 0 1,-1 0 0,-6 1 0,-1 1-11,0 0 0,0 1-1,0 0 1,1 1 0,-12 4 0,-62 42 43,64-32 71,16-13-122,2-3-18,0 0 13,1-1 26,0 0 0,1-1 0,-1 1-1,0 0 1,0-1 0,1 1 0,-1 0 0,1 0 0,-1 0-1,0-1 1,1 1 0,0 0 0,-1 0 0,1 0 0,-1 0-1,1 0 1,0 0 0,0 0 0,0 0 0,0 0-1,-1 0 1,1 0 0,0 0 0,1 0 0,-1 0 0,0 0-1,0 0 1,0 0 0,1 0 0,-1 0 0,0 0 0,1 0-1,-1 0 1,1 0 0,-1-1 0,1 1 0,-1 0-1,1 0 1,0 0 0,-1-1 0,1 1 0,0 0 0,0-1-1,0 1 1,-1-1 0,1 1 0,0-1 0,0 1 0,0-1-1,1 1 1,0 1 121,44-8-181,-41 6 34,-3-1 8,3-1 13,-1 0 1,0-1-1,0 1 1,0-1-1,0 0 0,-1 0 1,1 0-1,-1 0 1,1 0-1,3-7 0,-5 8-2,-2-1 2,1-5-1,0 1-1,0-1 0,-1 1 0,0-1 1,-1 1-1,0-1 0,0 1 0,-3-8 0,-14 6-16,15 8 22,0 0 0,1 0 0,-1 1 0,0-1 0,1 1-1,-1-1 1,0 1 0,1 0 0,-1 0 0,0 0-1,0 0 1,1 1 0,-1-1 0,0 1 0,1 0 0,-1-1-1,0 1 1,1 1 0,-1-1 0,1 0 0,0 0-1,-1 1 1,1 0 0,-3 2 0,-6 5 14,1 0 0,1 0 1,-14 16-1,23-24-10,0 0 0,0 0 0,-1-1 0,1 1 0,0 0-1,0 0 1,0 0 0,0 0 0,0-1 0,0 1 0,0 0 0,0 0 0,0 0-1,0 0 1,1 0 0,-1-1 0,0 1 0,0 0 0,1 1 0,0 0 7,-1-1-10,0 1 0,0 0 1,1-1-1,-1 1 0,0-1 0,1 1 1,-1-1-1,1 1 0,-1-1 0,1 1 1,0-1-1,0 1 0,-1-1 0,1 0 1,0 1-1,0-1 0,0 0 0,1 0 1,-1 0-1,0 0 0,0 0 0,2 1 1,1 0 2,-3-1-4,0 0 0,1-1-1,-1 1 1,0-1 0,0 1 0,1-1 0,-1 0-1,0 0 1,1 0 0,-1 0 0,1 0-1,-1 0 1,0 0 0,1 0 0,-1 0 0,3-1-1,-1 0 1,34 0 0,-28-2 1,-1-1-1,5 1 4,0-1-1,0-1 0,-1 0 1,0-1-1,0 0 0,0-1 1,-1 0-1,0-1 0,0-1 1,17-17-1,-26 25-5,-1-1 0,0 1 0,-1-1 0,1 1 0,0-1 0,0 1 0,-1-1 0,1 0 0,-1 1 0,1-1 0,-1 0 0,0 1 0,0-1 1,1 0-1,-1 0 0,-1 1 0,1-1 0,0 0 0,0 0 0,-1 1 0,1-1 0,0 0 0,-1 1 0,0-1 0,1 1 0,-2-3 0,-3-12-13,-15 19 15,16-2 0,1-1-1,-1 1 1,0 0 0,1 0-1,-1 1 1,1-1 0,-1 1-1,1-1 1,-1 1 0,1 0-1,0 0 1,0 1 0,0-1-1,0 1 1,0-1 0,1 1-1,-1 0 1,1 0 0,0 0-1,0 0 1,0 1 0,0-1-1,0 1 1,1-1 0,0 1-1,-2 6 1,3-9 1,-1-1 0,1 1 0,0 0 0,0 0 0,0-1 0,0 1 0,0 0 1,0-1-1,0 1 0,0 0 0,0-1 0,0 1 0,1 0 0,-1-1 0,0 1 0,0 0 0,1-1 0,-1 1 0,0 0 1,1-1-1,-1 1 0,1-1 0,-1 1 0,0-1 0,1 1 0,0-1 0,-1 1 0,1-1 0,-1 1 0,1-1 0,-1 0 1,1 1-1,0-1 0,-1 0 0,1 0 0,0 1 0,-1-1 0,1 0 0,0 0 0,-1 0 0,1 0 0,0 0 1,0 0-1,-1 0 0,1 0 0,0 0 0,-1 0 0,1 0 0,1-1 0,1 1 5,1 0 1,0-1-1,0 1 0,0-1 1,-1 0-1,1 0 0,0 0 0,-1-1 1,1 1-1,3-3 0,39-27 11,-44 30-1,-31 12-72,7 7 169,20-17-123,-1 1-17,-16 18-17,17-18 159,4 0-171,0-1 58,0 0-1,0 0 1,0 0-1,0 0 0,0 0 1,0 0-1,1-1 1,-1 1-1,0-1 1,0 1-1,0-1 1,1 0-1,-1 0 1,0 0-1,0 0 0,1 0 1,-1-1-1,0 1 1,0 0-1,0-1 1,1 0-1,-1 0 1,0 1-1,0-1 0,0-1 1,0 1-1,0 0 1,2-2-1,15-7-15,-16 8 10,0-1 1,-1 0-1,1 1 1,-1-1-1,1 0 1,-1 0-1,0-1 1,0 1-1,-1 0 1,1-1-1,-1 1 1,3-8-1,1-3-27,-4 11 9,-8-10-10,6 12 31,1 0 0,-1 0 0,1 0 0,-1 0 0,0 0 0,1 1 0,-1-1 0,0 0 0,0 0 0,0 0 0,0 1 0,0-1-1,0 1 1,0-1 0,0 0 0,0 1 0,0 0 0,0-1 0,0 1 0,0 0 0,0-1 0,0 1 0,0 0 0,-1 0 0,1 0-1,0 0 1,0 0 0,0 0 0,0 0 0,0 1 0,-2-1 0,3 0 1,-4 0 1,0 1 0,1-1 0,-1 1 0,0 0 0,1 0 0,-1 0 0,1 1 0,-1-1-1,1 1 1,0-1 0,0 1 0,0 0 0,0 1 0,0-1 0,-3 3 0,-2 4 1,0 1 1,1-1 0,0 1-1,-8 17 1,14-26-2,1 0 1,-1 0-1,1 0 1,-1 0-1,1 0 0,-1 0 1,1 0-1,0 1 1,-1-1-1,1 0 1,0 0-1,0 0 0,0 0 1,0 0-1,0 1 1,0-1-1,0 0 1,0 0-1,1 0 1,-1 0-1,0 0 0,1 0 1,-1 1-1,1-1 1,-1 0-1,1 0 1,-1 0-1,1 0 0,0-1 1,-1 1-1,1 0 1,0 0-1,0 0 1,1 0-1,0 2 0,0-1 5,1-2 4,3 1-9,0-1 1,1 0-1,-1 0 0,0-1 0,0 0 0,0 0 1,-1 0-1,1-1 0,0 0 0,0 0 0,-1-1 1,1 1-1,-1-1 0,0 0 0,0 0 0,0-1 1,0 0-1,0 0 0,-1 0 0,8-9 1,-11 10-2,-1 1 0,1-1 0,0 0 0,-1 0 0,0 0 0,0 1 0,1-1 0,-2 0 0,1 0 0,0 0 0,-1-3 0,0 2 3,0 2-5,0-1-1,0 1 1,0 0 0,-1-1 0,1 1-1,-1 0 1,1 0 0,-1 0 0,0 0-1,0 0 1,0 0 0,0 0 0,-3-2-1,0 2 7,0-1 0,-1 1 0,1 0-1,0 0 1,-1 1 0,1-1-1,-1 1 1,1 0 0,-1 1-1,1 0 1,-1-1 0,0 2 0,1-1-1,-1 1 1,0 0 0,1 0-1,-1 0 1,1 1 0,0 0-1,-1 0 1,-9 5 0,6-2 9,-1 1 0,1 0 0,0 0 0,0 1 0,1 0 0,0 1 1,0 0-1,1 0 0,0 1 0,-8 12 0,9-12-8,-13 29 93,18-36-93,1 0 1,-1 0-1,1 1 0,0-1 1,0 0-1,0 0 1,0 0-1,0 1 0,0-1 1,0 0-1,1 0 0,-1 0 1,1 0-1,0 1 1,0-1-1,-1 0 0,3 2 1,-2-3-2,1 0 1,-1 1 0,1-1-1,-1 0 1,1 0 0,0 0-1,-1 0 1,1 0-1,0 0 1,0 0 0,0-1-1,0 1 1,0-1-1,0 1 1,0-1 0,0 0-1,0 0 1,0 1-1,0-2 1,0 1 0,0 0-1,0 0 1,0-1-1,0 1 1,0-1 0,2 0-1,7-2-4,0 0-1,-1-1 1,16-6 0,-16 4 6,0 0 1,0 0 0,-1-1 0,1 0 0,-1-1-1,-1 0 1,0 0 0,14-18 0,-21 25-9,0-1-1,0 1 1,0 0-1,0-1 1,0 1 0,0-1-1,-1 1 1,1-1 0,0 1-1,-1-1 1,1 1 0,-1-1-1,1 1 1,-1-1-1,0 0 1,0 1 0,0-1-1,0 0 1,0 1 0,0-1-1,0 0 1,-1 1 0,1-1-1,0 0 1,-1 1-1,1-1 1,-1 1 0,0-1-1,0 1 1,1-1 0,-1 1-1,0 0 1,0-1 0,-2-1-1,0 4 0,0 0 0,1 0 0,-1 0 0,0 0 0,1 1 0,-1-1 0,1 1 0,-4 3 0,4-4 3,0 0 1,0 0-1,0 1 1,1-1-1,-1 1 1,0-1-1,0 1 1,1 0-1,-1 0 1,1-1-1,0 1 1,-1 0-1,1 0 1,0 1-1,0-1 1,0 0-1,1 0 1,-1 0-1,0 1 1,1-1-1,0 0 1,-1 1-1,1-1 1,0 0-1,0 3 1,0-2 105,1 0-106,-1-1 2,0-1 0,0 1 0,0 0 0,1-1-1,-1 1 1,0-1 0,1 1 0,-1-1 0,1 1 0,-1-1 0,1 0-1,0 1 1,0-1 0,0 0 0,-1 1 0,1-1 0,1 0 0,-1 0-1,0 0 1,0 0 0,0 0 0,0 0 0,1 0 0,-1 0-1,0 0 1,1-1 0,-1 1 0,1-1 0,-1 1 0,4 0 0,-2-1-1,1 1 0,-1-1 0,1 0 0,-1-1 0,1 1 0,-1-1 0,0 1 0,1-1 0,-1 0 0,1 0 0,-1-1 0,0 1 0,0-1 0,0 1 0,0-1 0,0 0 0,0 0 0,0 0 0,-1-1 0,1 1 0,-1-1 0,3-2 0,2-2-25,-5 5 4,-2-1-1,0-3 17,1 4 3,-1-1 1,0 1-1,1-1 0,-1 1 1,-1-1-1,1 0 1,0 1-1,0-1 0,-1 1 1,0-1-1,1 1 1,-1-1-1,0 1 1,0 0-1,0-1 0,-1 1 1,1 0-1,-1 0 1,1 0-1,-1 0 0,0 0 1,-3-3-1,1 4 22,0 0 1,0 1-1,0 0 0,0 0 1,0 0-1,0 0 0,-6 1 0,2 0-40,3 0 5,0 0 1,0 1 0,0-1-1,0 1 1,1 0-1,-1 0 1,1 1-1,-1-1 1,-6 7-1,7-7 4,4-2 5,-1 1-1,1-1 1,-1 0 0,1 0-1,-1 1 1,1-1-1,-1 0 1,1 1-1,-1-1 1,1 1 0,0-1-1,-1 0 1,1 1-1,0-1 1,-1 1-1,1-1 1,0 1 0,-1 0-1,1-1 1,0 1-1,0-1 1,0 1-1,0-1 1,0 1 0,-1-1-1,1 1 1,0 0-1,0-1 1,0 1-1,1-1 1,-1 1 0,0 0-1,0-1 1,0 1-1,0-1 1,0 1-1,1-1 1,-1 1 0,0-1-1,0 1 1,1-1-1,-1 1 1,1-1-1,-1 1 1,0-1 0,1 1-1,-1-1 1,1 0-1,-1 1 1,1-1-1,0 1 1,2 2 22,-2-3-22,0 1-1,0-1 1,0 0 0,1 0-1,-1 0 1,0 0 0,0 0-1,0 0 1,0 0 0,0-1-1,0 1 1,0 0 0,0-1-1,0 1 1,0 0 0,0-1-1,1 0 1,0 0-7,2 0 7,0-1 0,0 1-1,0-1 1,0 0 0,-1-1 0,1 1 0,-1 0 0,0-1 0,0 0-1,0 0 1,0 0 0,0 0 0,0 0 0,-1-1 0,1 1 0,1-6 0,-3 9 6,-1-1 0,1 1 0,-1-1 1,0 0-1,1 1 0,-1-1 1,0 0-1,0 1 0,1-1 1,-1 0-1,0 0 0,0 1 1,0-1-1,0 0 0,0 0 1,0 1-1,0-1 0,0 0 1,0 0-1,-1 1 0,1-1 1,0 0-1,0 0 0,0 1 1,-1-1-1,1 0 0,-1 1 1,1-1-1,0 1 0,-1-1 1,1 0-1,-1 1 0,1-1 1,-1 1-1,1-1 0,-1 1 1,0-1-1,1 1 0,-1 0 1,0-1-1,1 1 0,-1 0 1,0-1-1,1 1 0,-1 0 1,0 0-1,0 0 0,1 0 0,-2 0 1,-41-5 62,-68 8-6188</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41.127"/>
    </inkml:context>
    <inkml:brush xml:id="br0">
      <inkml:brushProperty name="width" value="0.05" units="cm"/>
      <inkml:brushProperty name="height" value="0.05" units="cm"/>
      <inkml:brushProperty name="color" value="#E71224"/>
    </inkml:brush>
  </inkml:definitions>
  <inkml:trace contextRef="#ctx0" brushRef="#br0">265 111 5000,'0'0'27,"1"0"0,-1 0-1,0 0 1,0 0-1,0 0 1,0 0 0,1 0-1,-1 0 1,0 0-1,0 0 1,0 0-1,1 0 1,-1 0 0,0 0-1,0 0 1,0 1-1,0-1 1,1 0-1,-1 0 1,0 0 0,0 0-1,0 0 1,0 0-1,0 0 1,1 1 0,-1-1-1,0 0 1,0 0-1,0 0 1,0 0-1,0 0 1,0 1 0,0-1-1,1 0 1,-1 0-1,0 0 1,0 0-1,0 1 1,0-1 0,0 0-1,0 0 1,0 0-1,0 1 1,0-1 0,0 0-1,0 0 1,0 0-1,0 1 1,0-1-1,0 0 1,0 0 0,-1 0-1,1 0 1,0 1-1,0-1 1,0 0-1,0 0 1,0 0 0,0 0-1,0 0 1,-1 1-1,1-1 1,0 0 0,19-5 785,-15 3-545,-1 1 1477,0 0-1365,21-13 6041,-24 11-5392,-3-33 1705,-17 22-1139,13 8-1322,-1 2 1,1-1 0,0 1 0,-1 0 0,0 0 0,0 1 0,0 0-1,-1 1 1,1-1 0,-1 2 0,1-1 0,-1 1 0,0 1-1,1-1 1,-1 1 0,0 1 0,1 0 0,-1 0 0,1 1 0,-1 0-1,1 0 1,0 1 0,-1 0 0,1 0 0,-12 8 0,15-8-241,0 0 1,0 0-1,0 1 0,0 0 1,1 0-1,0 0 1,0 0-1,0 1 1,0-1-1,0 1 1,1 0-1,0 0 1,0 1-1,1-1 1,-1 1-1,1-1 0,0 1 1,1 0-1,-1-1 1,1 1-1,0 0 1,1 0-1,-1 0 1,1 0-1,0 0 1,1 0-1,0 0 1,0 0-1,0 0 0,0-1 1,1 1-1,0 0 1,0-1-1,1 1 1,-1-1-1,1 0 1,6 9-1,9 5-106,0 0 0,1-1-1,2 0 1,-1-2 0,2 0 0,0-2-1,34 17 1,-22-12-193,-1 1 1,39 33-1,-60-42 194,0 0 1,-1 1-1,-1 1 1,16 23-1,-25-34 66,1 1 0,-1 1 0,1-1 0,-1 0-1,0 0 1,0 0 0,-1 1 0,1-1 0,-1 0-1,1 1 1,-1-1 0,0 0 0,0 1 0,-1-1 0,1 0-1,-1 1 1,1-1 0,-1 0 0,0 1 0,-3 4 0,0 1 54,0-1 0,-1 1 1,-1-1-1,1 0 0,-12 11 1,6-6 235,-1-1 1,-1-1-1,1 0 1,-2 0-1,0-2 1,0 1-1,-21 9 1,34-20-263,0 1 0,0-1-1,0 1 1,1-1 0,-1 0 0,0 1 0,0-1 0,1 0-1,-1 1 1,1-1 0,-1 0 0,0 0 0,1 0 0,0 1 0,-1-1-1,1 0 1,-1-1 0,1 2 1,-2-5 1,1 1 1,-1 0-1,1-1 0,0 1 0,0-1 1,0 1-1,1-1 0,-1 0 0,1 1 1,0-1-1,2-8 0,0-1-40,1 0 0,8-24 0,119-263-4347,-52 132-1503,-71 151 4954,-2 7-685,-1 0 0,2 0 0,-1 1 0,9-12 0,6 1-7560</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41.330"/>
    </inkml:context>
    <inkml:brush xml:id="br0">
      <inkml:brushProperty name="width" value="0.05" units="cm"/>
      <inkml:brushProperty name="height" value="0.05" units="cm"/>
      <inkml:brushProperty name="color" value="#E71224"/>
    </inkml:brush>
  </inkml:definitions>
  <inkml:trace contextRef="#ctx0" brushRef="#br0">215 0 9245,'3'30'2752,"-9"-12"-404,-8-3-95,1 4 31,-4-1-380,-6 12-352,6-9-312,-3 3-304,3 3-332,4 0-692,-4 3-384,4-18-632,-4 10-1004,-7 11-956,18-15-2393,6 3-4384</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1:42.452"/>
    </inkml:context>
    <inkml:brush xml:id="br0">
      <inkml:brushProperty name="width" value="0.05" units="cm"/>
      <inkml:brushProperty name="height" value="0.05" units="cm"/>
      <inkml:brushProperty name="color" value="#E71224"/>
    </inkml:brush>
  </inkml:definitions>
  <inkml:trace contextRef="#ctx0" brushRef="#br0">209 1 10713,'-34'18'2048,"33"-18"-1925,0 1 0,0-1 0,1 1 0,-1-1 0,0 1 0,0 0 0,1-1 0,-1 1 0,0 0 0,1 0 0,-1 0 0,0 0 0,1-1 0,-1 1 0,1 0 0,0 0 0,-1 0 0,1 0 0,0 0 0,0 0 0,-1 0 0,1 0 0,0 0 0,0 0 0,0 0 0,0 2 0,0 0 389,-1 3-73,-1 0 0,-1 0 0,1-1 1,-1 1-1,0-1 0,0 0 0,-1 0 1,1 0-1,-6 5 0,-10 16 779,8-7-463,1 0 1,2 1-1,0 0 1,0 0-1,-7 40 1,-9 110 1340,16-96-1422,-1 12-451,3 0 1,4 1-1,3 0 1,5-1 0,22 119-1,-21-172-577,2 0-1,1-1 0,2-1 1,1 1-1,1-2 0,1 0 1,2-1-1,28 37 0,-29-45-259,1-2-1,1 0 0,0-1 0,2-1 1,0-1-1,1-1 0,0-1 0,1 0 0,1-2 1,0 0-1,37 12 0,-21-12-2297,0-2 0,64 8-1,-7-8-5645</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2:57.360"/>
    </inkml:context>
    <inkml:brush xml:id="br0">
      <inkml:brushProperty name="width" value="0.05" units="cm"/>
      <inkml:brushProperty name="height" value="0.05" units="cm"/>
      <inkml:brushProperty name="color" value="#E71224"/>
    </inkml:brush>
  </inkml:definitions>
  <inkml:trace contextRef="#ctx0" brushRef="#br0">6 53 5124,'0'0'3591,"1"-3"-3082,10-22 416,-10 23 137,-3 0-1641,-14-19-1879</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9.732"/>
    </inkml:context>
    <inkml:brush xml:id="br0">
      <inkml:brushProperty name="width" value="0.05" units="cm"/>
      <inkml:brushProperty name="height" value="0.05" units="cm"/>
      <inkml:brushProperty name="color" value="#E5F420"/>
    </inkml:brush>
  </inkml:definitions>
  <inkml:trace contextRef="#ctx0" brushRef="#br0">61 0 21842,'0'17943'0</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39.444"/>
    </inkml:context>
    <inkml:brush xml:id="br0">
      <inkml:brushProperty name="width" value="0.05" units="cm"/>
      <inkml:brushProperty name="height" value="0.05" units="cm"/>
      <inkml:brushProperty name="color" value="#004F8B"/>
    </inkml:brush>
  </inkml:definitions>
  <inkml:trace contextRef="#ctx0" brushRef="#br0">1 67 29178,'18946'0'0</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5.781"/>
    </inkml:context>
    <inkml:brush xml:id="br0">
      <inkml:brushProperty name="width" value="0.05" units="cm"/>
      <inkml:brushProperty name="height" value="0.05" units="cm"/>
      <inkml:brushProperty name="color" value="#004F8B"/>
    </inkml:brush>
  </inkml:definitions>
  <inkml:trace contextRef="#ctx0" brushRef="#br0">88 14 5388,'-2'1'268,"1"0"-1,-1 1 0,1-1 0,0 1 0,-1-1 0,1 1 0,0 0 0,0-1 0,0 1 0,0 0 0,0 0 0,1 0 0,-1 0 0,0 0 0,1 0 0,0 0 0,-1 2 0,-5 45 589,6-43-696,1 0 0,-1 0 0,1 0 0,0 0 0,1 0 0,-1-1 0,1 1 0,0 0 0,1-1 0,-1 1 0,1-1 0,0 0 0,1 1 0,-1-2 0,10 11 1512,-11-14-1340,-1-1-288,1 1 0,-1 0 0,0-1 0,1 1 0,-1-1 0,1 1 0,0-1 0,-1 0 0,1 0 0,-1 0 0,1 0 0,-1 0 0,1 0 0,-1 0 0,1 0 0,0 0 0,-1-1 0,1 1 0,-1-1 0,3-1 0,-2 1-5,0-1 0,0 0 0,0 0 0,0 0 1,0 0-1,-1 0 0,1 0 0,-1 0 1,1-1-1,-1 1 0,0 0 0,0-1 0,0 1 1,0-4-1,1 1 101,0 0-1,0-1 1,1 1-1,0 0 1,0 0 0,0 0-1,4-4 1,-3 3 36,-2 3 245,4-19 297,-4 17-589,0-1 518,-6 5-609,1 0 0,-1 0 0,0 0 0,0 1 0,0-1 0,1 1 0,-1 0 0,0 0 0,0 0 0,0 1 0,0-1 0,1 1 0,-1 0 0,0 0 0,1 0 0,-1 1 0,0-1-1,1 1 1,0 0 0,-5 3 0,-8 4 60,1 2-1,-26 23 1,37-30-86,-1 0 1,1 0-1,0 0 0,0 0 1,1 1-1,0 0 1,-1 0-1,1-1 1,1 2-1,-1-1 1,1 0-1,0 0 1,0 1-1,1-1 1,-1 1-1,1 0 1,1-1-1,-1 1 1,1 8-1,0-13-14,0 0 0,1 0 0,-1-1 0,1 1 0,-1 0 0,1-1-1,-1 1 1,1 0 0,-1-1 0,1 1 0,0-1 0,-1 1 0,1-1 0,0 1 0,-1-1 0,1 1 0,0-1 0,0 0 0,0 0 0,-1 1 0,1-1-1,1 0 1,0 1-2,6 2 20,-1-1 0,1 1 0,0-1 0,0-1 0,0 0 0,0 0 0,0 0 1,0-1-1,0 0 0,0-1 0,0 0 0,0 0 0,0-1 0,0 0 0,0 0 0,0-1 0,-1 1 0,1-2 0,8-5 0,-9 5 30,0-1 0,-1 0 0,1 0 0,-1 0 0,-1-1 0,1 0 0,6-10 0,14-14 107,-24 29-131,-1-1 1,0 0-1,0 0 0,0 0 1,0 0-1,0 0 0,-1-1 0,1 1 1,-1 0-1,1-4 0,1 0 44,-1 3 238,-5 2-176,1 0-119,1 1 1,-1-1-1,1 1 1,-1-1-1,0 1 1,1 0-1,-1 0 1,1 0-1,-1 0 1,0 0-1,1 1 1,-1-1-1,1 1 1,-1 0-1,-3 1 1,2 1 7,0 0 1,1 0 0,-1 0 0,1 0 0,0 0 0,0 1-1,0-1 1,0 1 0,-3 6 0,0-2 7,-1 1 1,2 1-1,-1-1 0,1 1 1,0 0-1,1 0 1,0 1-1,1-1 0,0 1 1,-2 17-1,6-27-18,-1 1-1,0 0 1,0-1-1,1 1 1,-1-1-1,1 1 1,0 0-1,-1-1 1,1 1-1,0-1 1,0 0-1,0 1 1,0-1 0,0 0-1,0 1 1,0-1-1,1 0 1,-1 0-1,0 0 1,1 0-1,-1 0 1,0 0-1,1-1 1,0 1-1,-1 0 1,1-1-1,-1 1 1,4 0-1,0 0-7,0 0 1,1 0-1,-1 0 0,1-1 0,-1 1 0,8-2 0,-1 0 5,0-2 0,0 0 1,0 0-1,-1-1 0,1 0 0,-1-1 0,0 0 1,0-1-1,0 0 0,-1-1 0,0 0 0,-1-1 1,1 0-1,8-10 0,-12 12-11,-1-1 0,0 1 0,0-1 0,-1 0 1,1 0-1,-2-1 0,1 1 0,-1-1 0,0 0 0,-1 1 0,0-1 0,0-1 0,0 1 0,-1 0 1,-1 0-1,1 0 0,-1-1 0,-1 1 0,0 0 0,0 0 0,-3-14 0,2 18 2,1 0 0,0 1 1,-1-1-1,0 0 0,0 1 0,0-1 0,0 1 0,-1 0 0,0 0 0,1 0 0,-1 0 1,0 0-1,0 0 0,0 1 0,-1 0 0,1-1 0,-1 1 0,1 0 0,-1 1 0,-5-3 1,8 4 1,-1-1 1,1 1 0,0-1-1,0 1 1,-1 0 0,1 0-1,0 0 1,0 0 0,-1 0-1,1 0 1,0 0 0,-1 0-1,1 0 1,0 0 0,0 1-1,-2 0 1,-4 0-18,-4 1 22,1 0 0,0 0 0,0 1 0,0 0 0,1 1-1,-1 0 1,1 0 0,0 1 0,0 0 0,0 1 0,1 0 0,0 0-1,0 1 1,0 0 0,1 1 0,0-1 0,1 1 0,-1 1 0,-5 9-1,11-16-17,1 0 21,0-1 0,0 0-1,0 1 1,0-1-1,1 0 1,-1 1-1,0-1 1,1 0-1,-1 1 1,1-1-1,-1 0 1,1 0-1,-1 1 1,1-1-1,0 0 1,0 0-1,-1 0 1,1 0-1,0 0 1,0 0-1,0 0 1,0 0-1,1 0 1,1 1-1,0-1-6,0 0 1,0 0-1,0 0 0,0-1 1,1 1-1,-1-1 0,0 1 1,0-1-1,1 0 0,3-1 1,8-1-20,1-1 0,-1 0 1,19-7-1,-33 9 22,7-2-33,0-1 0,0-1-1,-1 1 1,1-1 0,-1 0-1,0-1 1,10-11 0,-5 6-39,-10 9 23,-4 0 10,-19-23-74,-2 26 25,-42 6-1,62-6 39,1 0-61,-18 7-925,35-11-3174,-14 2 3908,1 1 0,-1-1 0,0 1 0,1-1 0,-1 1 0,0-1 1,0 0-1,1 0 0,-1 0 0,0 1 0,0-1 0,0 0 0,0 0 0,0 0 0,0-1 0,-1 1 1,1 0-1,0 0 0,0 0 0,-1-1 0,1 1 0,-1 0 0,1-1 0,0-2 0,5-11-6709</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53.105"/>
    </inkml:context>
    <inkml:brush xml:id="br0">
      <inkml:brushProperty name="width" value="0.05" units="cm"/>
      <inkml:brushProperty name="height" value="0.05" units="cm"/>
      <inkml:brushProperty name="color" value="#F6630D"/>
    </inkml:brush>
  </inkml:definitions>
  <inkml:trace contextRef="#ctx0" brushRef="#br0">189 459 5909,'0'-2'66,"0"1"16,0-1 1,0 1 0,-1-1 0,1 1-1,0 0 1,0-1 0,0 1 0,0-1 0,1 1-1,-1 0 1,0-1 0,0 1 0,1-1-1,-1 1 1,1 0 0,0 0 0,-1-1-1,14-10 11826,-19-6-10623,4 17-1201,0 0 0,1 0 0,-1 0 0,1-1 0,-1 1 0,1 0 0,-1 0 0,1 0 0,0 0 0,0-1 0,0 1 0,-1 0 0,1 0 0,0-1 0,1 1 0,-1 0 0,0 0 0,1-3 0,0 1 242,1-1 0,-1 1 0,0-1 0,0 0 1,0 0-1,-1 1 0,1-1 0,-1-6 0,-1 9-282,1-1-1,-1 1 0,0 0 0,0 0 1,1 0-1,-1-1 0,0 1 1,0 0-1,0 0 0,0 0 1,-1 0-1,1 1 0,0-1 1,0 0-1,-1 0 0,1 1 1,0-1-1,0 1 0,-1-1 0,1 1 1,-3-1-1,1 1 3,0 0 1,1 0-1,-1 0 1,1 0-1,-1 1 1,0-1-1,1 1 0,-1 0 1,1 0-1,-1 0 1,1 0-1,-3 2 0,-1-1 53,2 0-72,1 0-1,-1 0 0,1 0 1,0 1-1,0 0 0,0-1 1,0 1-1,0 0 1,1 0-1,-1 0 0,1 1 1,0-1-1,0 1 1,0-1-1,0 1 0,1 0 1,-1 0-1,1-1 0,0 1 1,0 0-1,0 0 1,1 0-1,0 0 0,-1 0 1,2 5-1,-1-8-27,0 0-1,0 0 0,0-1 1,0 1-1,0 0 0,0 0 1,1 0-1,-1 0 1,0-1-1,1 1 0,-1 0 1,0 0-1,1-1 1,-1 1-1,1 0 0,0-1 1,-1 1-1,1 0 0,0 0 1,2 2 5,12 13 8,-12-14-18,1 0 0,-1 0 0,1 0 1,0 0-1,0-1 0,0 1 1,0-1-1,0 0 0,0-1 0,0 1 1,0 0-1,1-1 0,-1 0 1,0 0-1,0 0 0,7-2 0,-5 0-5,0 0 0,0 0 0,-1 0 0,1-1 0,-1 1 0,1-2 0,-1 1 0,0 0 0,0-1 0,6-6 0,-3 2 4,0 0 0,-1-1 0,-1 0 0,1 0-1,-1 0 1,-1-1 0,1 0 0,-2 0 0,0 0 0,0-1-1,0 0 1,2-14 0,-4-10 4,-2 28-15,1-1 1,-1 1-1,1-1 0,1 1 1,2-9-1,-4 14 9,-1 0 0,1 0 0,0 0 0,-1-1 0,1 1 0,-1 0 0,0 0 0,0 0 0,0 0 0,0 0 0,0 0 0,0 0 0,0 0 0,-2-1 0,-6 5 21,-1 0 1,1 1-1,0 0 0,0 0 0,1 1 1,-1 0-1,1 1 0,0 0 0,0 0 1,0 1-1,1 0 0,-10 10 0,5-4 17,1 1-1,0 0 0,1 1 0,0 0 0,1 0 1,-11 25-1,9-9 98,10-27 59,22-6-39,-13 2-129,0-1-1,0-1 0,0 0 1,-1 0-1,1 0 1,-1-1-1,0 0 0,0 0 1,0-1-1,0 0 1,-1 0-1,9-9 0,6-9 60,34-46-1,-53 67-69,0-1 2,-1 1 0,0-1 0,1 1 1,-1-1-1,0 1 0,0-1 1,-1 1-1,1-1 0,-1 0 1,1 0-1,-1-3 0,1 2 5,-1 0 52,-3 5-78,-6 1 23,0 1 0,1 0-1,-1 0 1,1 1 0,0 0 0,0 0 0,0 1 0,-7 6 0,-60 49 9,40-28-40,33-31 80,6-1-156,2-2 80,1 1 0,0-1 0,-1 0 0,1 0 0,-1 0 0,0-1-1,0 0 1,0-1 0,8-5 0,3-2-54,-10 8 23,-1-1 0,0 0 0,0 0 0,-1-1 0,10-9 0,-4 2-20,-6 7 37,-1 0-1,1-1 1,-1 1-1,0-1 1,0 0-1,-1 0 1,1-1-1,3-10 1,-6 15 22,-1 1 0,1-1 0,-1 0 0,1 1 0,-1-1 0,1 0 0,-1 0 1,0 1-1,0-1 0,0 0 0,0 0 0,0 1 0,0-1 0,-1 0 0,1 0 1,0 1-1,-1-1 0,1 0 0,-1 1 0,0-1 0,0 1 0,0-1 0,-1-2 1,0 3 13,1 0 1,-1 0-1,0 0 1,0 0 0,1 0-1,-1 1 1,0-1-1,0 1 1,0-1 0,0 1-1,0-1 1,0 1 0,0 0-1,0 0 1,0 0-1,-4 1 1,-4 0 29,1 1 0,-1 0-1,1 1 1,0 0 0,0 0 0,-17 10 0,16-6-15,1 0 0,-1 1 1,1 0-1,1 1 1,0 0-1,0 0 1,1 1-1,0-1 1,0 2-1,1-1 0,0 1 1,1 0-1,1 0 1,0 1-1,0-1 1,1 1-1,0 0 1,1 0-1,0 0 0,1 15 1,1-20-9,1-1-1,0 1 1,0-1 0,1 1 0,0-1-1,0 0 1,0 0 0,1 0 0,0 0-1,0 0 1,0-1 0,1 1 0,0-1-1,0 0 1,0 0 0,1 0 0,6 5-1,-9-8 11,2-3-11,5 0-35,-5 1 26,0 0 0,0-1 0,0 0 0,0 0 1,0 0-1,-1 0 0,6-2 0,-8 2 1,1-1 0,0 1 0,-1 0 0,1-1 0,-1 1 0,0 0 0,1-1 0,-1 0-1,0 1 1,0-1 0,0 0 0,0 0 0,0 1 0,-1-1 0,1 0 0,0 0 0,-1 0-1,0 0 1,1-3 0,15-50-79,-11 43 83,-2 0-1,1-1 1,3-24 0,-4 15-11,2 0 1,1 0-1,9-25 0,-5 19-32,6-33 0,-15 58-15,-21 9 8,13-4 42,-1 1 1,1 1-1,0-1 0,0 1 0,1 0 0,-1 1 1,1 0-1,0 0 0,0 0 0,-6 8 0,-29 22 25,23-21-31,1 0 0,0 1 0,-14 18 1,29-31 93,6-2-101,4 1 27,-5 0-11,0 0 1,0-1 0,0 0 0,0 1 0,0-1-1,0 0 1,0-1 0,0 1 0,0-1-1,0 1 1,0-1 0,0 0 0,0 0 0,0 0-1,-1 0 1,6-4 0,12-9-48,-1-1 1,-1-1 0,-1-1-1,0 0 1,-1-1-1,-1-1 1,0 0-1,-2-2 1,0 1 0,17-40-1,-29 58 34,-1-1-1,1 1 1,-1-1 0,1 1-1,-1-1 1,0 0-1,0 1 1,0-1 0,0 1-1,0-1 1,-1-3-1,0 1-2,-1 5 10,0-1 1,-1 1-1,1 0 0,-1 0 1,1 0-1,0 0 0,-1 1 1,1-1-1,0 1 0,-1-1 1,1 1-1,0 0 0,-3 1 1,-5 4 9,0 0 1,0 1-1,0 0 1,1 1-1,0 0 1,0 1-1,-11 14 1,-2 7 23,-25 40 1,42-62-22,1 0-1,-1 1 1,2-1 0,-1 1 0,1 0-1,-3 11 1,6-19-5,0-1 0,0 1 0,0 0 0,0 0 0,0 0 0,0-1 0,0 1 0,1 0 0,-1 0 0,0 0 0,0-1 0,1 1 0,-1 0-1,0 0 1,1-1 0,-1 1 0,1 0 0,-1-1 0,1 1 0,-1 0 0,1-1 0,0 1 0,-1-1 0,1 1 0,0-1 0,-1 1 0,1-1 0,0 1 0,1-1 0,21 1 31,-15-1-10,-5-1-20,-1 0 1,1 0-1,-1 0 0,1 0 1,-1-1-1,1 1 1,-1-1-1,0 1 0,0-1 1,0 0-1,0 0 1,4-4-1,-4 4-4,2-2-1,0-1-1,0 0 1,0 0-1,-1 0 1,0-1-1,0 1 1,0-1-1,0 1 0,-1-1 1,2-6-1,16-38-209,-21 49 210,0 0 0,0 0 0,1 1 0,-1-1 0,0 0 0,0 1 0,1-1-1,-1 1 1,0-1 0,0 1 0,0 0 0,0-1 0,0 1 0,0 0 0,-2-1 0,3 1 0,-3 0-1,1-1-1,-1 1 1,0 0-1,0 0 1,1 1 0,-1-1-1,0 0 1,1 1 0,-1 0-1,1 0 1,-1-1 0,0 2-1,1-1 1,0 0 0,-1 0-1,1 1 1,0-1-1,0 1 1,0 0 0,0-1-1,0 1 1,0 0 0,0 0-1,0 1 1,-1 2 0,-8 9-3,1 0 0,-13 25 1,16-25 29,1 1-1,-8 28 1,8-26 0,5-13 13,4-3-50,3 0 3,20 2-103,-25-3 111,0 0 0,0 0 1,0-1-1,0 1 0,0 0 1,0-1-1,0 1 0,-1 0 1,1-1-1,0 1 0,0-1 1,-1 0-1,1 1 0,0-1 1,0 0-1,-1 1 1,1-1-1,-1 0 0,1 0 1,-1 1-1,1-1 0,-1 0 1,1 0-1,-1 0 0,0 0 1,1 0-1,-1 1 0,0-1 1,0 0-1,0-2 1,29-99-117,-28 100 38,-1 0 1,1-1 0,-1 1 0,1 0 0,0 0 0,0 0 0,0 0 0,0 0 0,0 0 0,2-3 0,2 7-701,-3 10 497,4 43-436,-6-52 632,3-5-214,8-3 281,-10 5 16,1-1-1,0 0 0,-1 1 0,1-1 1,-1 0-1,1 0 0,-1 0 0,1 0 0,-1 0 1,0 0-1,1 0 0,-1-1 0,0 1 0,0 0 1,0-1-1,0 1 0,0-1 0,0 1 1,0-1-1,0-2 0,0-2 1,0 0 0,0 0 0,-1 0 0,0 0 0,0 0 0,-1 0 0,-1-6 0,2 12 1,0-1 0,0 1 0,0 0-1,0 0 1,0 0 0,0 0 0,0 0 0,0 0 0,0-1 0,0 1-1,0 0 1,0 0 0,0 0 0,0 0 0,0 0 0,0-1 0,0 1-1,0 0 1,0 0 0,0 0 0,-1 0 0,1 0 0,0 0 0,0 0-1,0 0 1,0-1 0,0 1 0,0 0 0,0 0 0,-1 0 0,1 0 0,0 0-1,0 0 1,0 0 0,0 0 0,0 0 0,0 0 0,-1 0 0,1 0-1,0 0 1,0 0 0,0 0 0,0 0 0,0 0 0,-1 0 0,1 0-1,0 0 1,0 0 0,0 0 0,0 0 0,-7 0-1,0-1 0,1 1 0,-1 0 0,1 1 0,-1 0 0,0 0 0,1 0 0,0 1 0,-1 0 0,1 0 0,0 1 0,0 0-1,0 0 1,0 0 0,0 0 0,1 1 0,0 0 0,0 0 0,-8 8 0,11-9-24,-2 1 13,1 1 0,-1 0 0,1-1 0,0 1 0,0 1 0,0-1 0,-3 10 0,30-19-28,-19 3 32,1-1 0,-1 0 0,0-1-1,0 1 1,0-1 0,-1 0 0,1 0 0,0 0 0,-1-1 0,0 0 0,0 1 0,0-1-1,0-1 1,3-5 0,-6 8-4,0-1 0,0 0 0,0-1 0,-1 1 1,1 0-1,-1 0 0,0 0 0,0 0 0,-1-6 0,1 5-19,0 1 5,-1 1-1,0-1 1,0 0 0,0 1-1,0 0 1,0-1 0,-1 1 0,1 0-1,-1-1 1,1 1 0,-1 0-1,0 0 1,-2-2 0,-2 1-85,1 0 0,-1 0 0,1 0 0,-1 1 0,0 0 0,0 0 0,0 0 0,-8-1 0,11 3-130,-16-6-374,18 6 600,0 0 0,0 0 1,0 0-1,0-1 0,0 1 0,1 0 0,-1-1 0,0 1 0,0-1 0,1 1 0,-1-1 0,0 1 0,0-1 0,1 0 0,-1 1 1,1-1-1,-1 0 0,0 1 0,1-1 0,-1 0 0,1 0 0,0 0 0,-1 1 0,1-1 0,0 0 0,-1 0 0,1 0 0,0 0 0,0 0 1,0 0-1,0 1 0,0-1 0,0 0 0,0 0 0,0-1 0,11-32 41,-9 31-45,-1 1 77,-3 0-55,1 0 0,-1 1 0,1-1 0,-1 1 0,0-1 0,0 1 0,1 0 0,-1-1 0,0 1 1,-4-1-1,4 3-2,-1 1 1,1 0 0,0-1 0,-1 1 0,1 0 0,0 0-1,0 0 1,0 0 0,1 0 0,-1 1 0,0-1 0,1 1-1,-1-1 1,1 1 0,0-1 0,0 1 0,0 0 0,0 0 0,0-1-1,1 1 1,-1 0 0,1 0 0,0 0 0,0 0 0,0 0-1,0 0 1,1-1 0,-1 1 0,1 0 0,-1 0 0,1 0-1,0-1 1,0 1 0,2 3 0,-1-2 4,-1-1 0,1 0 0,0 0 0,1 0 0,-1 0 0,0 0 0,1 0 0,-1 0 0,1-1 0,0 0 1,0 1-1,0-1 0,0 0 0,0 0 0,1-1 0,-1 1 0,1-1 0,-1 0 0,1 1 0,-1-2 0,1 1 0,0 0 0,-1-1 0,6 1 0,-2-1 11,0 0 0,-1 0 0,1-1 0,0 0 0,-1 0 0,1-1 0,-1 0 0,0 0 0,1 0 0,-1-1 0,0 1 0,6-5 0,-10 5 231,13-18 9,-22 25-269,0-1 1,0 2-1,1-1 1,0 1-1,0 0 1,0 0-1,1 0 1,-8 13-1,11-17-67,5-3-214,1-1 290,0-1 0,0 1 0,0-1 0,-1 0 0,1 0 0,-1 0 0,0 0 0,0-1 0,0 1 0,3-5-1,-1-1 0,0-1 0,-1 0 0,6-16 0,-7 20-50,0 0 0,0 1 0,1-1 0,0 1 0,6-7 0,-8 10-129,-4 4-209,-23 28 151,8-10 8,-25 24-1,34-36-569,27-26-9561,-11 10 4635</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54.495"/>
    </inkml:context>
    <inkml:brush xml:id="br0">
      <inkml:brushProperty name="width" value="0.05" units="cm"/>
      <inkml:brushProperty name="height" value="0.05" units="cm"/>
      <inkml:brushProperty name="color" value="#F6630D"/>
    </inkml:brush>
  </inkml:definitions>
  <inkml:trace contextRef="#ctx0" brushRef="#br0">446 53 5717,'-8'5'711,"-1"1"0,1 0 1,1 0-1,-1 1 0,1 0 1,0 1-1,1-1 0,0 1 1,0 0-1,-6 12 0,-18 25 2953,12-21-2424,0-13-399,17-11-748,0 0-1,0 1 1,0-1 0,1 0-1,-1 0 1,0 1 0,0-1 0,1 1-1,-1-1 1,0 1 0,1-1-1,-1 1 1,0-1 0,1 1-1,-1-1 1,1 1 0,-1 0 0,0 1-1,-9-6 211,9 4-291,0 0 0,0 0 1,0 0-1,1-1 0,-1 1 0,0 0 1,0 0-1,0 0 0,1 0 0,-1-1 1,0 1-1,0 0 0,1-1 0,-1 1 1,0-1-1,1 1 0,-1-1 0,0 1 0,1-1 1,-1 1-1,1-1 0,-1 0 0,1 1 1,-1-1-1,1 0 0,-1 1 0,0-2 1,5-22 65,0-1 125,1-37 1,-35 50-17,23 15-160,1 1 0,-1-1-1,1 1 1,0 0 0,0 0-1,0 1 1,0 0 0,1 0-1,0 0 1,-5 7 0,-5 6 10,1 1 0,0 0 1,-19 40-1,33-58-35,-1 0-1,1 0 1,0 0 0,0 0-1,0 0 1,0-1 0,0 1-1,0 0 1,0 0 0,1 0-1,-1 0 1,0 0 0,0-1 0,1 1-1,-1 0 1,0 0 0,1 0-1,0 0 1,1 3 4,-2-2 0,1 0 0,0 0 0,0 0 0,0 0-1,0 0 1,0-1 0,0 1 0,0 0 0,1-1 0,-1 1 0,1-1-1,-1 1 1,1-1 0,0 0 0,-1 0 0,1 0 0,0 0 0,0 0-1,3 1 1,6 4 55,-10-5-61,0-1 1,0 1-1,1-1 0,-1 0 0,1 1 1,-1-1-1,0 0 0,1 0 1,-1 0-1,1 0 0,-1 0 0,0 0 1,1 0-1,-1 0 0,1-1 1,-1 1-1,3-1 0,2-1-3,4 1 0,-1 0-1,0-1 0,1 0 1,-1-1-1,0 0 1,0 0-1,0-1 1,-1 0-1,15-9 1,-18 9 1,0 1 1,-1-1 0,0 0 0,0 0 0,0 0 0,-1-1 0,1 1 0,-1-1 0,0 0 0,0 0 0,-1 0 0,0 0 0,1-1 0,-2 1 0,1-1 0,-1 1 0,2-10-1,0-4-2,-1 0 0,-1 0 0,-1 0 0,0 0 0,-7-38 0,7 55 8,-1 0 1,1 0-1,-1 0 0,1 1 1,-1-1-1,0 0 1,0 0-1,0 1 0,0-1 1,0 1-1,0-1 1,0 1-1,-1-1 0,1 1 1,0 0-1,-1 0 1,1-1-1,-1 1 1,1 0-1,-1 0 0,0 1 1,0-1-1,-2-1 1,0 2 18,1-1 1,0 1-1,-1 0 1,1 0-1,0 1 1,-1-1-1,1 0 1,0 1 0,-1 0-1,1 0 1,0 0-1,-4 2 1,-6 4 103,1-1 1,1 1-1,0 1 1,0 0-1,-18 17 1,10-6 0,1 0 0,0 1 0,2 1 0,0 1 0,2 0 0,0 1 0,2 0 0,-16 40 0,26-58-110,0 1 0,1 0 0,0-1 0,0 1 0,0 0 0,1-1 0,0 1 1,0 0-1,0 0 0,1-1 0,0 1 0,0 0 0,0-1 0,1 1 0,0-1 0,0 1 1,0-1-1,1 0 0,-1 0 0,1 0 0,1 0 0,-1-1 0,1 1 0,-1-1 0,9 8 1,-7-8-7,1 0 1,-1-1-1,1 1 0,0-1 1,0 0-1,1-1 1,-1 0-1,0 1 1,1-2-1,-1 1 1,1-1-1,0 0 1,-1-1-1,1 1 1,0-1-1,0 0 1,-1-1-1,1 0 1,0 0-1,-1 0 1,10-4-1,-6 1-44,-1 0 0,1 0 1,-1-1-1,0 0 0,0-1 0,-1 0 0,1 0 1,-1-1-1,-1 0 0,1 0 0,-1-1 0,-1 0 1,1 0-1,-1-1 0,-1 0 0,1 0 0,-2 0 1,1-1-1,-1 1 0,-1-1 0,0 0 0,0 0 0,2-19 1,17-133-339,-23 132 359,0 20 14,-17 16 147,10-1-73,0 0-1,1 0 1,-1 1 0,1 0 0,0 0 0,0 1 0,1 0 0,0 0 0,-9 14 0,3-1 119,1 0 0,-16 39 1,24-52-163,0 0 1,1 0 0,0 0-1,0 0 1,1 1 0,-1 10-1,2-16-29,0 0 0,0 0-1,0 0 1,1 0 0,-1 0-1,0 0 1,1 0 0,-1 0-1,1-1 1,0 1 0,0 0-1,0 0 1,0-1 0,0 1-1,0-1 1,0 1 0,0-1-1,0 1 1,1-1 0,-1 0-1,1 1 1,-1-1 0,1 0-1,0 0 1,-1 0 0,1 0-1,0 0 1,2 0 0,2 1 2,0-1 1,0 1 0,1-1 0,-1-1-1,0 1 1,0-1 0,1 0-1,-1-1 1,0 0 0,1 0-1,-1 0 1,0 0 0,0-1 0,0 0-1,0-1 1,-1 1 0,1-1-1,0 0 1,-1 0 0,0-1-1,0 0 1,0 0 0,4-4-1,6-6-9,-1-1 0,0 0 0,-1-1 0,-1 0 0,19-35 0,-19 27-31,-1 0 1,-2-1-1,0-1 1,7-35-1,-16 59 6,-19 2 1,16 1 25,1 0 0,-1 0 1,0 0-1,1 0 1,-1 0-1,1 1 0,0-1 1,-1 1-1,1-1 0,0 1 1,0 0-1,0 0 0,0 0 1,0 0-1,1 1 0,-3 2 1,-26 44 6,26-41 4,-19 29 13,15-25-29,1 0 0,0 0 0,1 0 0,-9 26 0,12-28 96,0 0 0,1 1 0,1 0 0,-1-1 0,2 1 0,-1 0 0,2-1 0,1 18 0,1-27-68,0 0 0,0 0 1,0-1-1,0 1 0,0-1 0,0 0 1,0 0-1,0 0 0,5-1 1,-7 1-22,0 0 1,0 0-1,0 0 1,0-1 0,0 1-1,0-1 1,0 1-1,0-1 1,0 1 0,0-1-1,0 1 1,0-1-1,0 0 1,0 1 0,0-1-1,0 0 1,0 0-1,0-1 1,2-1 10,3-3-2,0 1 0,0-1 0,-1 0 0,0 0 0,0 0 0,-1-1 0,0 0 0,3-7 0,25-60-43,-27 56-5,-1 0 1,-1 0-1,0 0 0,-2 0 1,0-1-1,-3-28 1,2 8-49,0 36 55,-7 3 30,0 1 1,0 0-1,1 0 0,-1 1 1,0 0-1,1 0 0,0 1 1,-1-1-1,1 1 0,0 1 1,0-1-1,1 1 0,-1 0 1,1 0-1,-5 6 0,-8 8 58,1 1 0,-24 33 1,26-32 4,11-14-42,0 1-1,0-1 0,1 0 1,0 1-1,0 0 1,1 0-1,0 0 1,0 0-1,-1 8 0,-9 26 184,11-38-154,10 7 11,-8-9-54,-1-1-1,0 1 0,0 0 1,1 0-1,-1-1 0,1 1 1,-1 0-1,1-1 0,-1 1 1,1 0-1,-1-1 1,1 1-1,0-1 0,-1 1 1,1-1-1,0 1 0,-1-1 1,1 1-1,0-1 0,0 0 1,-1 0-1,1 1 1,0-1-1,0 0 0,0 0 1,1 1-1,9-3 12,-8 2-16,-1 1 0,0-2 1,0 1-1,0 0 0,0 0 0,0 0 0,0-1 0,0 1 1,0-1-1,0 0 0,0 0 0,0 0 0,-1 0 0,1 0 0,0 0 1,0 0-1,-1 0 0,1-1 0,-1 1 0,1 0 0,-1-1 1,1 0-1,-1 1 0,0-1 0,2-3 0,6-18-127,0-1-1,-2 0 0,0-1 1,-2 1-1,0-1 0,-2 0 1,0-36-1,-3 57 21,0 1 0,1 0 0,-1-1 1,1 1-1,-1 0 0,1 0 0,0-1 0,3-4 1,-3 6 27,0 0-277</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5:13.813"/>
    </inkml:context>
    <inkml:brush xml:id="br0">
      <inkml:brushProperty name="width" value="0.05" units="cm"/>
      <inkml:brushProperty name="height" value="0.05" units="cm"/>
      <inkml:brushProperty name="color" value="#F6630D"/>
    </inkml:brush>
  </inkml:definitions>
  <inkml:trace contextRef="#ctx0" brushRef="#br0">136 222 4340,'0'0'1200,"18"-18"6939,-49 23-7189,27-4 88,5 3-693,0 0 0,0 0 0,1 0 0,-1 0 0,1-1 0,-1 1 0,1 0 0,0-1 0,4 6 0,2 5 3199,-14-1-3354,2 1 568,5-16-748,1-1-11,1-1-8,-2-17 57,-31 28 171,22-2-165,0 1 1,-1 0 0,2 0 0,-1 1 0,1 0 0,0 0-1,-9 13 1,14-18-47,0 0 101,-1 17-66,3-18-40,-1 0 0,1-1 0,0 1 0,0 0 0,0 0-1,0 0 1,0 0 0,0 0 0,0 0 0,0-1 0,0 1 0,0 0 0,1 0-1,-1 0 1,0 0 0,1 0 0,-1-1 0,0 1 0,1 0 0,-1 0-1,1-1 1,-1 1 0,1 0 0,0-1 0,-1 1 0,1-1 0,-1 1 0,1 0-1,0-1 1,0 1 0,-1-1 0,1 0 0,0 1 0,0-1 0,0 0-1,-1 1 1,1-1 0,0 0 0,0 0 0,0 0 0,0 0 0,0 0 0,1 0-1,7 3-34,-6-3 31,0 0-1,0 0 1,0 0-1,0-1 1,-1 1-1,1-1 1,0 1-1,0-1 1,0 0-1,3-1 1,-1 0 14,4 0-11,1-1 1,-1 0-1,1-1 1,-1 0-1,12-7 1,-18 9-2,4-3 0,0 0 0,0 0 0,0-1 0,-1 0-1,0 0 1,0 0 0,-1-1 0,1 0 0,-1 0 0,4-10 0,-7 14-21,-2-4 30,-1 1 12,0-1-1,-1 1 1,0 0 0,0-1-1,0 1 1,0 0 0,-5-7-1,6 11 21,-27-12 28,25 13-65,0 1 1,-1 0 0,1-1-1,0 2 1,0-1-1,-1 0 1,1 1 0,0-1-1,0 1 1,0 0 0,0 0-1,0 0 1,0 1-1,0-1 1,0 1 0,0-1-1,-3 3 1,-18 17 9,19-17-1,0 0 1,0 0 0,0 1 0,0 0-1,1 0 1,0 0 0,0 1-1,0-1 1,0 1 0,-3 9 0,-16 17-51,21-29 58,10 15 44,-8-17-66,1 1 0,0-1 0,0 0-1,0 0 1,0 1 0,0-1 0,0 0-1,0 0 1,0 0 0,1 0 0,-1 0 0,0 0-1,1 0 1,-1-1 0,0 1 0,1 0-1,-1-1 1,1 1 0,-1-1 0,3 1-1,0-1 1,-1 0-1,1 0 0,0 0 0,0 0 0,0 0 0,0-1 1,-1 0-1,5-1 0,4-2-15,0 0 1,-1-2 0,0 1-1,14-10 1,-19 11 12,0 0 0,0 0 0,-1-1 0,0 1 0,0-1 0,0-1 0,0 1 0,-1-1 0,0 0 0,0 0 0,0 0 0,-1 0 0,3-7 0,-3 4-6,-1 1 0,-1 0 0,1-1 1,-1 0-1,0 1 0,-1-1 1,0 1-1,-1-1 0,1 0 1,-4-11-1,4 18 10,-1-1 0,0 1 0,0-1 0,0 1 0,0-1 0,0 1 0,0 0 0,0 0 0,-1-1 0,1 1 1,-1 0-1,0 0 0,0 0 0,1 0 0,-1 1 0,0-1 0,-1 1 0,1-1 0,0 1 0,0-1 0,-1 1 0,1 0 0,0 0 0,-1 0 0,1 1 0,-1-1 0,0 1 0,1-1 0,-1 1 1,1 0-1,-1 0 0,-4 0 0,0 0 34,0 1 0,0 0 1,0 0-1,0 0 0,0 1 0,0 0 1,1 1-1,-1-1 0,1 1 0,0 1 1,-7 3-1,4 1 10,0 0-1,0 1 1,1 0-1,0 0 1,1 1-1,0-1 1,0 2-1,1-1 1,1 1-1,0 0 1,0 0-1,-5 19 1,8-23-67,0 1 0,0 0 0,0-1 0,1 1 0,0 0 0,1-1 0,0 1 0,0 0 0,1 0 0,-1 0 0,2-1 0,-1 1 0,1 0 0,0-1 0,1 0 0,0 1 0,0-1 0,0 0 0,1 0 0,7 9 0,-8-13-14,0 0 0,1 0 0,-1 0 0,0-1 0,1 0 0,-1 1 0,1-2 0,0 1 0,0 0 0,0-1 0,0 1 0,0-1 0,0 0 1,0 0-1,0-1 0,1 1 0,-1-1 0,0 0 0,0 0 0,0 0 0,1-1 0,-1 0 0,0 1 0,0-1 0,0-1 0,0 1 0,6-3 0,0-1-2,1 0-1,-1 0 1,0-1-1,0-1 1,-1 1-1,1-1 1,-1-1-1,13-15 1,-11 9 25,-1-1 0,-1 0 1,-1-1-1,0 0 0,8-24 0,-1 2-27,-11 28 38,-1 0-1,-1-1 1,0 1-1,0-1 1,-1 0-1,0 0 1,-1 1 0,0-1-1,-1 0 1,-3-13-1,3 7-15,1 16 21,0-1 0,0 1 1,0 0-1,-1-1 0,1 1 0,0 0 0,-1 0 1,1-1-1,-1 1 0,1 0 0,-1 0 1,1-1-1,-1 1 0,0 0 0,0 0 1,1 0-1,-1 0 0,0 0 0,0 0 1,0 0-1,0 1 0,0-1 0,0 0 0,-1 0 1,-1 0-1,1 0 6,-1 1-1,1-1 1,-1 1 0,1 0-1,-1 0 1,1 0 0,-1 0 0,1 0-1,-1 1 1,1-1 0,-1 1-1,-3 1 1,-5 2 18,0 1-1,0 0 0,1 1 1,-15 10-1,7-2 7,0 2 0,1 0 0,1 1 0,0 0 0,1 1 0,1 1 0,1 1 0,-17 33 0,26-43-21,0 0-1,1 0 1,0 0-1,0 1 1,1-1-1,1 1 1,-1 19 0,2-29-8,0 1 0,0-1 1,0 1-1,0-1 0,1 1 1,-1-1-1,0 1 0,1-1 1,-1 1-1,1-1 1,0 0-1,-1 1 0,1-1 1,0 0-1,0 1 0,0-1 1,0 0-1,0 0 0,0 0 1,0 0-1,0 0 1,1 0-1,-1 0 0,0 0 1,1-1-1,-1 1 0,0 0 1,1-1-1,-1 1 0,1-1 1,-1 1-1,1-1 0,2 0 1,3 1-19,0 0 0,1-1 1,-1 0-1,0-1 0,8-1 0,-13 2 18,8-2-14,0-1 1,0 1-1,-1-1 1,1-1-1,-1 0 1,0 0-1,0-1 1,0 0-1,-1-1 1,0 0-1,11-10 1,-5 4-5,-1-2 0,-1 0 0,0 0 0,-1-1 0,12-21 1,36-90-89,-57 122 99,-1 0 1,1 0-1,-1 1 0,0-1 0,0 0 0,0 0 0,0-1 1,-1 1-1,0 0 0,1 0 0,-1 0 0,-1 0 1,1 0-1,-1 0 0,0 0 0,0 0 0,0 0 0,0 0 1,-3-6-1,3 8 17,-1-1 0,1 1 0,-1 0 0,1 0 1,-1-1-1,0 1 0,0 1 0,0-1 0,0 0 0,0 0 0,0 1 1,0-1-1,-1 1 0,1-1 0,0 1 0,-1 0 0,1 0 1,-1 0-1,0 1 0,1-1 0,-1 1 0,0-1 0,1 1 0,-1 0 1,0 0-1,1 0 0,-1 0 0,-5 1 0,-1 2 89,-1-1-1,1 1 1,0 1 0,0 0-1,1 0 1,-1 1-1,1 0 1,-15 12 0,3 0 87,2 0 0,-19 23 0,25-24-112,1 0-1,0 1 0,1 0 0,1 0 1,-8 23-1,14-35-57,1 1 1,0-1-1,1 1 1,0 0-1,-1-1 1,2 1-1,-1 0 1,1 0-1,0 0 1,0 0-1,0-1 1,1 1-1,0 0 1,0 0-1,3 5 1,-3-7-56,1-1 1,0 1 0,0-1 0,0 0 0,0 1 0,1-1 0,-1 0 0,1-1 0,0 1 0,0 0 0,0-1 0,0 0 0,0 1-1,0-1 1,1 0 0,-1-1 0,1 1 0,-1-1 0,1 1 0,0-1 0,0 0 0,5 0 0,-2 0-63,1 0 1,0 0 0,0-1-1,0 0 1,0-1 0,0 0-1,0 0 1,0-1 0,0 0-1,-1 0 1,1 0 0,-1-1-1,0-1 1,1 1-1,-2-1 1,14-9 0,-5 1-10,0-2 1,0 1 0,-1-2 0,-1 0-1,17-25 1,-26 34 88,-1 0 1,0 0-1,0 0 0,0 0 0,-1 0 1,0-1-1,0 1 0,-1-1 0,0 0 1,1-11-1,-2 3-11,0 0-1,-1 1 1,-5-25 0,6 35 18,-1 1 1,0-1 0,0 1-1,0-1 1,0 1 0,-1 0-1,1-1 1,-1 1 0,0 0-1,0 0 1,0 0 0,0 1-1,0-1 1,-1 0-1,1 1 1,-1-1 0,0 1-1,0 0 1,1 0 0,-1 0-1,-1 0 1,1 1 0,0-1-1,0 1 1,-1 0 0,1 0-1,-1 0 1,1 0-1,-1 1 1,1-1 0,-1 1-1,1 0 1,-1 0 0,1 0-1,-7 1 1,2 0-436,1 1 0,-1 0 0,1 0 0,-1 0 0,1 1 0,-13 6 0,14-5-656,0-1 1,0 1 0,1 0 0,-1 0 0,1 1-1,0-1 1,-6 9 0,1 1-7469</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5:27.245"/>
    </inkml:context>
    <inkml:brush xml:id="br0">
      <inkml:brushProperty name="width" value="0.05" units="cm"/>
      <inkml:brushProperty name="height" value="0.05" units="cm"/>
      <inkml:brushProperty name="color" value="#FFFFFF"/>
    </inkml:brush>
  </inkml:definitions>
  <inkml:trace contextRef="#ctx0" brushRef="#br0">448 255 6273,'13'-69'7771,"-12"66"-6518,-1-1-105,1 2-1065,-1-1 89,1 0-1,0 1 1,-1-1-1,0 0 1,1 0-1,-1 0 1,-1 1-1,1-1 1,0 0-1,0 0 0,-1 0 1,0 1-1,1-1 1,-1 0-1,0 1 1,-1-1-1,1 0 1,0 1-1,-1 0 1,1-1-1,-1 1 0,-2-2 1,-59-71 2008,60 72-2124,-1-1 0,1 1 0,-1 0 0,1 0 0,-1 0 0,0 1 0,0-1 0,0 1 0,0 0 0,0 0 0,-1 0 0,1 1 0,0-1 0,-1 1 0,0 0 0,1 1 0,-1-1 0,0 1 0,1 0 0,-1 0 0,1 0-1,-9 2 1,0 0 35,1 2-1,0-1 1,-1 2-1,2-1 0,-1 2 1,-12 6-1,13-5 21,1 1 0,-1 0 0,2 1 0,-1 0 0,1 1 0,0-1 0,1 2 0,0-1 0,-10 20 0,9-12-4,0 1 0,1-1 1,2 2-1,0-1 0,0 1 0,-4 38 0,9-48-58,0 0 0,1 0 1,0 0-1,1 0 0,0 0 1,0 0-1,1 0 0,6 17 1,-7-23-19,1 0 1,0 1 0,0-1-1,0 0 1,0-1 0,1 1-1,0 0 1,0-1-1,0 1 1,0-1 0,0 0-1,0 0 1,1 0 0,0 0-1,0-1 1,-1 1-1,1-1 1,0 0 0,1 0-1,4 1 1,0-1-6,1 0 0,0-1 0,0 0 0,1 0 0,-1-1 0,0-1 0,0 1 0,0-2 0,0 1 0,0-1 0,-1-1 0,1 0 0,0 0 0,-1-1 0,0 0 0,0-1 0,0 0 0,8-6 0,-1 0-14,-1-1-1,-1-1 0,0 0 1,-1 0-1,0-2 0,-1 1 0,0-2 1,15-28-1,-14 23-16,-2 0 0,-1-1 0,0-1 0,-2 0 0,10-41 1,-5 4-70,-13 58 73,0 1 1,0-1 0,0 1 0,0-1-1,0 0 1,-1 1 0,1-1 0,0 1 0,-1-1-1,1 1 1,-1-1 0,0 1 0,0 0 0,1-1-1,-1 1 1,0 0 0,0-1 0,0 1-1,0 0 1,0 0 0,-1 0 0,1 0 0,0 0-1,-3-2 1,-25-10 12,28 13-12,0-1 4,0 1 0,-1-1 0,1 1 0,0-1 0,0 1 0,-1 0 0,1 0 0,0 0 0,0 0 0,-1 0 0,1 0 0,0 0 0,-1 0 0,1 0 0,0 0 0,0 1 0,-1-1 0,1 1 0,0-1 0,-2 2 0,-3 0 16,-1 0 4,-1 1 0,1 0 0,-1 0 0,1 1 0,0 0 0,0 0 0,1 1 0,-1-1 0,1 2 0,0-1 0,-6 7 0,9-9-17,-1 1-1,1-1 0,1 1 1,-1 0-1,0 0 1,1 0-1,0 1 1,0-1-1,0 0 0,0 1 1,1-1-1,-1 1 1,1 0-1,1-1 1,-1 1-1,0 0 0,1 0 1,1 8-1,0-10 0,1 0 0,0 0-1,0 0 1,0 0 0,0 0 0,0-1-1,1 1 1,-1-1 0,1 1-1,-1-1 1,1 0 0,0 0 0,0 0-1,0-1 1,6 4 0,-1-2 2,0-1 0,0 1 1,0-1-1,0 0 0,0-1 1,0 0-1,1 0 0,-1-1 1,0 0-1,1 0 0,-1-1 1,0 0-1,9-2 0,-13 1-19,0 1 0,0-1-1,0 1 1,0-1 0,-1 0-1,1-1 1,-1 1 0,1 0-1,-1-1 1,0 0 0,0 0-1,0 0 1,0 0 0,-1-1-1,1 1 1,-1-1 0,0 1-1,0-1 1,0 0 0,0 0-1,-1 0 1,1 0 0,-1 0-1,0 0 1,-1 0 0,1 0-1,0-6 1,-1 4-12,1 0 0,-1 0 0,0 0 0,0 0 0,-1 0 0,0 0-1,0 0 1,0 0 0,-1 1 0,-3-10 0,3 12 14,1 1 0,-1-1-1,0 0 1,0 1-1,-1-1 1,1 1 0,-1 0-1,1 0 1,-1-1 0,1 2-1,-1-1 1,0 0 0,0 1-1,0-1 1,0 1 0,0 0-1,-1 0 1,1 0 0,0 0-1,-6 0 1,2 0 6,0 1 0,-1 0 1,1 0-1,0 1 0,-1 0 0,1 0 0,0 1 1,0 0-1,0 0 0,0 1 0,0-1 1,1 2-1,-1-1 0,1 1 0,0 0 0,0 0 1,0 0-1,0 1 0,-6 7 0,-3 3 17,1 0-1,1 2 1,1-1-1,0 2 1,-15 27-1,22-35-3,0 0 0,1 0 0,0 0-1,0 1 1,1 0 0,1-1 0,0 1-1,0 0 1,1 0 0,0 0 0,1 16 0,1-24-9,-1-1 0,0 0 0,1 1 0,-1-1 0,1 0 1,-1 0-1,1 1 0,0-1 0,0 0 0,0 0 0,1 0 1,-1 0-1,0 0 0,1 0 0,-1 0 0,1 0 0,0-1 1,0 1-1,2 1 0,0-1 4,-1 0 0,1 0 0,0 0 0,0-1 0,0 0 0,0 0 0,0 0-1,0 0 1,0-1 0,6 1 0,4-1-5,0-1 1,0 0-1,-1-1 0,1-1 0,20-6 0,-25 6-1,0-1-1,0 0 1,-1-1 0,1 1-1,-1-2 1,0 1-1,0-1 1,-1 0 0,1-1-1,-1 0 1,-1 0-1,1 0 1,-1-1 0,-1 0-1,1 0 1,-1 0-1,5-14 1,-2-6-21,-10 19 15,0 3-2,1 3 7,0 0-1,0 0 1,0 0-1,0 0 1,-1 1 0,1-1-1,-1 0 1,0 1 0,0-1-1,0 1 1,0 0 0,0-1-1,0 1 1,0 0-1,-1 0 1,1 0 0,-1 1-1,0-1 1,1 1 0,-1-1-1,0 1 1,0 0-1,0 0 1,0 0 0,0 0-1,0 1 1,0-1 0,-6 1-1,-3-1-8,0 0 0,1 1 0,-1 0 0,0 1 0,0 0 1,-18 5-1,13-2 19,-1 0 1,1 2 0,0 0 0,1 0 0,-1 2-1,1 0 1,1 0 0,-23 18 0,-7 11 70,41-28-65,-2 17 6,6-25-17,0 1 0,0-1 0,0 1 0,1-1 1,-1 0-1,0 1 0,1-1 0,-1 0 0,1 1 1,0-1-1,-1 0 0,1 0 0,0 0 0,0 0 1,0 1-1,0-1 0,0 0 0,0 0 0,0-1 1,0 1-1,0 0 0,0 0 0,1 0 1,-1-1-1,2 2 0,7 1-11,-1 1 0,1-2 1,0 1-1,0-1 0,1-1 0,-1 0 1,0 0-1,1-1 0,-1 0 1,16-3-1,-6 0-26,-1 0 1,0-2 0,0 0-1,32-13 1,-44 15 20,0-1-1,-1 1 1,1-1 0,-1 0 0,0 0-1,0-1 1,0 0 0,-1 0 0,0 0-1,0-1 1,0 0 0,-1 0 0,1 0-1,-1 0 1,-1-1 0,1 0 0,-1 1-1,-1-1 1,1 0 0,-1-1 0,0 1-1,-1 0 1,1-1 0,-1-10 0,-1 14 6,0 0 1,0 0 0,-1 1-1,1-1 1,-1 0 0,0 0 0,0 1-1,-1-1 1,1 1 0,-1-1-1,0 1 1,0 0 0,0-1 0,0 1-1,0 0 1,-1 0 0,1 1 0,-1-1-1,0 0 1,0 1 0,0 0-1,0 0 1,0-1 0,0 2 0,-1-1-1,1 0 1,-1 1 0,1 0-1,-1-1 1,0 1 0,1 1 0,-1-1-1,0 0 1,0 1 0,1 0 0,-1 0-1,0 0 1,0 1 0,0-1-1,-4 2 1,-1 1 6,0 0 1,0 0-1,0 1 0,0 0 0,1 0 0,0 1 0,0 1 1,-10 7-1,-3 6 3,-26 31 0,25-26 1,17-17 2,0 0 1,1 0 0,-1 0-1,1 1 1,1-1 0,0 1-1,0 0 1,0 0 0,1 1-1,0-1 1,0 0 0,1 1 0,0-1-1,1 1 1,0-1 0,0 1-1,1-1 1,0 1 0,1-1-1,-1 0 1,5 10 0,-5-15-2,1 0 1,0 0-1,-1 0 1,2 0-1,-1-1 1,0 1-1,0-1 1,1 1-1,-1-1 1,1 0-1,0 0 1,0 0-1,0 0 1,6 2-1,-3-1-2,1-1 1,0 0-1,-1-1 0,1 1 0,0-1 1,0 0-1,7-1 0,1 0 5,0-1-1,0-1 1,0 0 0,-1-1 0,1 0-1,17-7 1,-26 7-12,0 1 0,0-1 0,-1 0 0,1 0-1,-1-1 1,1 0 0,-1 0 0,0 0 0,0-1 0,-1 1 0,0-1 0,0 0 0,0 0 0,0-1 0,-1 1-1,1-1 1,-1 0 0,-1 0 0,1 0 0,2-11 0,-3 5-53,0-1-1,0 1 1,-2-1 0,1 1-1,-2-1 1,0 0 0,0 1-1,-1-1 1,-6-21-1,5 28 22,1 1-1,-1-1 1,0 1-1,0 0 0,-1 0 1,1 0-1,-1 1 1,0-1-1,0 1 0,-1 0 1,0 0-1,1 0 0,-11-5 1,8 10-24,4 0 56,-13 6-2,0 1 1,-27 18-1,37-22 8,1 0 1,0 0-1,1 1 0,-1-1 1,1 1-1,0 0 0,0 1 1,0-1-1,1 1 0,0 0 1,-4 10-1,3-5 19,1 1 1,0-1-1,1 1 0,0-1 0,1 1 0,0 0 1,1-1-1,1 1 0,-1 0 0,4 14 0,-3-22-15,0 1 0,0-1-1,0 1 1,0-1 0,1 1-1,0-1 1,0 0 0,0 0-1,0 0 1,1 0 0,0 0-1,0 0 1,0-1 0,0 1-1,0-1 1,1 0 0,-1 0-1,1 0 1,0 0 0,0-1-1,0 0 1,0 1 0,0-1-1,1-1 1,-1 1 0,0-1-1,10 2 1,-7-2-2,1 0 0,-1-1 1,1 0-1,-1 0 0,1 0 0,-1-1 0,1-1 0,-1 1 1,0-1-1,1 0 0,6-4 0,-11 5-7,1-1-1,-1 0 0,0-1 1,1 1-1,-1-1 1,0 1-1,-1-1 1,1 0-1,0 0 0,-1 0 1,0 0-1,1-1 1,-1 1-1,0-1 1,-1 1-1,1-1 1,-1 0-1,1 1 0,-1-1 1,-1 0-1,1 0 1,0-7-1,0-16-185,-2 0 0,-1-1 0,-1 1 1,-2 0-1,0 0 0,-2 1 0,-1 0 0,-1 0 0,-21-41 0,29 63 172,-1 0-1,0 1 0,0-1 0,0 0 1,0 1-1,-1 0 0,1-1 0,-1 1 0,0 0 1,0 1-1,0-1 0,0 0 0,-1 1 1,1 0-1,-1 0 0,1 0 0,-1 0 1,0 0-1,0 1 0,1-1 0,-1 1 1,0 0-1,0 1 0,-1-1 0,1 0 1,0 1-1,0 0 0,0 0 0,0 1 1,0-1-1,0 1 0,0 0 0,0 0 1,0 0-1,0 0 0,0 1 0,-4 2 1,-2 0 14,0 0 0,1 1 0,-1 1 0,1 0 0,0 0 0,1 1 0,0 0 0,0 0 0,0 1 0,1 0 0,0 0 1,1 0-1,0 1 0,0 0 0,0 1 0,2-1 0,-1 1 0,1 0 0,0 0 0,-2 15 0,4-19 1,0 1 12,0 0 0,0 1 0,1-1-1,0 0 1,0 1 0,1-1-1,0 1 1,0-1 0,2 9 0,0-7-5,1 0 1,0 0-1,0-1 1,1 1 0,1-1-1,-1 0 1,1 0 0,1-1-1,-1 0 1,1 1-1,0-2 1,1 1 0,14 10-1,-18-14-2,1 0 1,0-1-1,0 0 0,0 0 1,0 0-1,0 0 0,0-1 0,0 1 1,0-1-1,1 0 0,-1 0 0,0-1 1,1 1-1,-1-1 0,1 0 1,-1-1-1,0 1 0,1 0 0,-1-1 1,1 0-1,-1 0 0,0-1 0,0 1 1,0-1-1,0 0 0,0 0 1,0 0-1,0 0 0,-1-1 0,1 0 1,4-4-1,3-4-17,-1 0 0,-1 0 0,0-1 0,0 0 0,-1-1 0,-1 0-1,0 0 1,-1-1 0,0 0 0,6-26 0,-7 21-73,0-1 1,-2 0-1,-1 0 0,0 0 0,-2 0 1,0 0-1,-4-30 0,3 49 82,0 0 0,1 1 0,-1-1-1,0 1 1,1-1 0,-1 1 0,0-1 0,0 1-1,0 0 1,0-1 0,1 1 0,-1 0 0,0-1-1,0 1 1,0 0 0,0 0 0,0 0 0,0 0-1,0 0 1,0 0 0,1 0 0,-2 1 0,1-1-8,-4 0 7,0 1 0,0-1-1,0 1 1,1 0 0,-1 1-1,1-1 1,-1 1 0,1 0-1,-1 0 1,1 1 0,0-1-1,0 1 1,0 0 0,0 0-1,-5 6 1,2-2 4,-1 1-1,1 0 1,1 0-1,-1 0 1,1 1 0,-7 15-1,-14 43-29,25-62 36,1 1 0,0-1 0,0 0 0,0 1 1,1-1-1,-1 1 0,1-1 0,1 1 0,-1-1 0,1 1 0,1 5 0,-1-8 0,0-1 0,0 1 0,0 0 0,0-1-1,1 1 1,-1-1 0,1 0 0,-1 1-1,1-1 1,0 0 0,0 0 0,0 0-1,4 2 1,0 2 28,-4-5-25,-1 1 1,1-1-1,0 0 0,0 0 0,0 0 1,0 0-1,0 0 0,0-1 0,0 1 0,0-1 1,0 1-1,0-1 0,0 0 0,0 1 1,0-1-1,0 0 0,3-1 0,-1 1 0,-1 0-10,0-1 0,1 1 0,-1-1-1,0 0 1,0 0 0,0 0-1,0 0 1,0 0 0,0-1 0,0 1-1,3-3 1,-1 0-2,54-30-213,-56 32 97,1-19-1030,-2 8 1145,-1-1-1,1 0 1,-2 0-1,0 0 0,-1 1 1,0-1-1,-6-22 1,6 32 4,0-1 0,0 1 0,-1 0 0,0 0 0,0 0 0,0 0 0,0 0 0,-1 0 1,1 1-1,-1-1 0,0 1 0,0 0 0,0 0 0,-1 0 0,1 0 0,-1 0 0,1 1 0,-1 0 1,0-1-1,0 2 0,0-1 0,0 0 0,0 1 0,-1-1 0,1 1 0,0 1 0,-8-2 0,1 2 9,0-1-1,-1 2 0,1 0 1,-1 0-1,1 1 0,0 0 1,0 1-1,0 0 0,0 1 1,0 1-1,-10 5 0,13-6 7,0 0 0,1 1 0,-1 0 0,1 0-1,0 1 1,1 0 0,0 0 0,0 1 0,0 0-1,0 0 1,1 0 0,1 0 0,-1 1-1,1 0 1,-4 9 0,8-15-10,-1-1 1,1 1-1,-1 0 1,1 0-1,0 0 1,0 0-1,-1-1 0,1 1 1,0 0-1,1 0 1,-1 0-1,0 0 0,1 0 1,-1-1-1,1 3 1,3 5 3,0 0 1,0-1 0,0 1 0,1-1-1,0-1 1,1 1 0,0-1-1,0 0 1,1 0 0,-1 0-1,1-1 1,1 0 0,-1-1-1,1 0 1,0 0 0,0 0 0,1-1-1,-1 0 1,1-1 0,0 0-1,10 2 1,8 1-23,1-2 0,-1-1 0,1-2 0,0 0 0,0-2 1,0-1-1,49-9 0,-71 10 4,-1-1 0,1 1 0,-1-1 0,0 0 0,1 0 0,-1 0 0,0-1 0,0 0 0,7-5 0,-10 6 2,0 0 0,0 0 0,-1 0 0,1 0 0,-1 0-1,1 0 1,-1-1 0,0 1 0,0 0 0,0-1-1,0 1 1,-1-1 0,1 1 0,0-1 0,-1 1-1,0-1 1,0 1 0,0-1 0,0 0 0,0 1-1,0-1 1,-1-3 0,-1 2 4,1 0 0,0 0 0,-1 1 0,0-1 0,0 1 0,0-1 0,0 1 0,-1 0 0,1 0 0,-1 0 0,0 0 0,0 0 0,0 1 0,0-1 0,0 1 0,-1 0 0,1 0 0,-5-2 0,-3-1 2,-1 0 0,1 0 1,-1 1-1,-21-5 0,19 8 18,0 0-1,0 0 0,-17 2 1,11 0-23,16-1-44,-16 6 99,20-6-45,-1 0 1,1 0-1,-1 0 0,0 0 0,1 0 0,-1 1 1,1-1-1,-1 0 0,1 0 0,-1 0 1,1 1-1,-1-1 0,1 0 0,-1 1 1,1-1-1,-1 0 0,1 1 0,-1-1 1,1 1-1,0-1 0,-1 1 0,1-1 1,0 1-1,-1-1 0,1 1 0,0 0 1,10 6 24,-6-5-26,1-1-1,-1 0 1,0 0 0,0-1 0,0 0 0,0 1-1,5-2 1,-7 1-6,19-3-40,-1-1 1,0-1-1,0-1 1,-1 0-1,1-2 1,-1 0-1,-1-1 1,22-14-1,-34 18 28,0 1 0,0-1 0,0 0 0,-1-1 0,0 0 0,5-6 0,-9 11 17,-1 0 0,0 0 0,0 0 0,0 1 0,0-1 1,0 0-1,0 0 0,0 0 0,0 0 0,0 0 0,0 0 1,0 0-1,-1 1 0,1-1 0,0 0 0,-1 0 0,1 0 1,-1 0-1,0 0 0,0-2 8,0 1 1,0 0 0,0 0-1,0 0 1,0 1 0,0-1 0,0 0 0,-1 1 0,1-1-1,-1 1 1,1 0 0,-1-1 0,0 1 0,1 0 0,-1 0-1,0 0 1,0 0 0,0 0 0,0 0 0,0 1 0,0-1-1,0 1 1,0-1 0,0 1 0,0 0 0,0 0 0,-3 0-1,-10-1 69,-1 1-1,-23 3 1,28-2-26,-41 4 143,0 3-1,1 2 1,-63 21 0,81-20-130,1 2 1,1 0-1,0 3 0,1 0 1,-55 41-1,80-53-52,0 0 0,0 1 0,0 0-1,1 0 1,-1 0 0,1 1 0,0 0 0,1-1 0,-1 1-1,-2 9 1,5-14-13,1-1 0,0 0 1,0 0-1,0 1 0,0-1 0,0 0 0,0 1 0,0-1 0,0 0 1,0 0-1,0 1 0,0-1 0,0 0 0,0 1 0,1-1 0,-1 0 1,0 0-1,0 1 0,0-1 0,0 0 0,0 0 0,0 1 0,1-1 1,-1 0-1,0 0 0,0 1 0,0-1 0,1 0 0,-1 0 0,0 0 1,0 0-1,1 1 0,-1-1 0,0 0 0,3 3-18,0 0 0,0 0-1,1 0 1,-1 0 0,0-1-1,1 1 1,0-1 0,-1 0-1,1 0 1,0 0 0,0-1-1,0 1 1,0-1 0,1 0 0,-1 0-1,0 0 1,0-1 0,1 0-1,-1 0 1,0 0 0,1 0-1,-1 0 1,0-1 0,8-2-1,13-6-118,-3 2-51,0-1 0,-1-1 0,-1-1 0,36-23 0,-51 29 137,1 0-1,-1-1 1,0 0-1,0 0 1,-1 0-1,0-1 1,1 1-1,-2-1 1,1 0-1,-1-1 1,0 1-1,0 0 1,-1-1-1,0 1 1,0-1-1,0 0 1,-1 0-1,0 0 1,0 0-1,-1-10 1,0 15 38,0-1 0,-1 1 0,1-1 0,-1 1 1,1-1-1,-1 1 0,0-1 0,0 1 0,0 0 0,0 0 0,0 0 1,-1-1-1,1 1 0,-1 0 0,-3-3 0,5 4 6,-2-1-159,-18-3 123,20 5 46,-1-1-1,0 1 1,0 0 0,0 0-1,1 0 1,-1 0 0,0 0-1,0 0 1,0 0 0,0 0-1,1 0 1,-1 0-1,0 1 1,0-1 0,0 0-1,1 0 1,-1 1 0,0-1-1,0 1 1,1-1 0,-1 1-1,-1 0 1,2 0 2,-1 0 0,0 0 0,1 0 0,-1 0 0,1 1 0,-1-1 0,1 0 0,0 0 0,-1 0 0,1 1 0,0-1 0,0 0 0,0 0 0,0 1 0,0-1 0,0 0 0,0 0 0,0 1 0,1 0 0,0 3 0,0-1 0,1 1 0,-1-1 0,1 0 0,0 0 1,0 0-1,0 0 0,1 0 0,-1 0 0,1-1 0,0 1 1,0-1-1,1 0 0,-1 0 0,0 0 0,1 0 0,0-1 1,0 1-1,0-1 0,0 0 0,0 0 0,0 0 1,0-1-1,1 0 0,-1 1 0,6-1 0,-7 0-4,1-1 1,-1 0-1,1 0 0,-1 0 0,1 0 0,-1-1 1,1 1-1,-1-1 0,1 0 0,-1 0 1,0 0-1,1 0 0,-1-1 0,0 1 0,5-5 1,-7 5 4,0 0 1,0 1 0,0-1-1,0-1 1,0 1 0,0 0 0,-1 0-1,1 0 1,0 0 0,-1 0-1,1-1 1,-1 1 0,1 0 0,-1-1-1,0 1 1,1 0 0,-1-1 0,0 1-1,0 0 1,0-2 0,-3-23-32,3 24-125,-1 1 0,0 0-1,0 0 1,0 0 0,0 0-1,0 0 1,0 0-1,0 0 1,0 0 0,0 0-1,0 1 1,-1-1 0,1 0-1,0 1 1,0-1 0,-1 1-1,1 0 1,0-1 0,-1 1-1,1 0 1,-1 0 0,1-1-1,0 1 1,-1 0 0,1 1-1,-1-1 1,1 0 0,0 0-1,-1 1 1,1-1 0,-3 1-1,0 0-328,-2 3-4282,-2 14-2800</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5:27.945"/>
    </inkml:context>
    <inkml:brush xml:id="br0">
      <inkml:brushProperty name="width" value="0.05" units="cm"/>
      <inkml:brushProperty name="height" value="0.05" units="cm"/>
      <inkml:brushProperty name="color" value="#FFFFFF"/>
    </inkml:brush>
  </inkml:definitions>
  <inkml:trace contextRef="#ctx0" brushRef="#br0">437 87 8717,'0'0'2144,"-1"-3"-90,-3-5-628,0-1 0,0 1 0,-1 1 0,0-1 0,0 1 0,-8-9 0,11 14-1271,0 0 1,0 0 0,0 1-1,0-1 1,0 1 0,0-1-1,0 1 1,0 0 0,-1 0-1,1 0 1,-1 0 0,1 0 0,-1 1-1,1-1 1,-1 1 0,1-1-1,-1 1 1,1 0 0,-1 0-1,0 0 1,1 0 0,-1 1-1,1-1 1,-1 1 0,1-1-1,-1 1 1,-4 2 0,-5 3 22,1 1 1,0 1 0,0-1-1,0 2 1,1-1 0,1 1-1,-1 1 1,-9 12 0,-61 92 534,78-110-690,-21 32 142,2 1 0,1 1 0,-20 55 0,32-67-120,1-1-1,1 1 1,1 0 0,1 0-1,1 0 1,1 46 0,4-49-181,0-1 1,2 1-1,1-1 1,0 1 0,2-2-1,0 1 1,2-1-1,0 0 1,23 38-1,-13-31-491,2 0-1,0-2 0,2 0 0,0-1 0,2-2 0,29 22 1,-26-25-600,0 0 1,2-3-1,1 0 1,44 17 0,66 13-6413,-51-25-430</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5:28.820"/>
    </inkml:context>
    <inkml:brush xml:id="br0">
      <inkml:brushProperty name="width" value="0.05" units="cm"/>
      <inkml:brushProperty name="height" value="0.05" units="cm"/>
      <inkml:brushProperty name="color" value="#FFFFFF"/>
    </inkml:brush>
  </inkml:definitions>
  <inkml:trace contextRef="#ctx0" brushRef="#br0">346 33 8005,'-2'0'258,"0"0"0,1-1 0,-1 1 0,0 0 1,0-1-1,0 1 0,1-1 0,-1 0 0,0 1 1,1-1-1,-1 0 0,-7-5 7359,10 4-7484,0 1 0,0-1 0,0 1 0,0-1 0,0 1 0,0-1 0,0 1 0,1 0 0,-1 0 0,1 0 0,-1 0 0,1 0 0,-1 0 0,4-2 0,-2 4-74,1-1 0,-1 1 0,0-1 1,0 1-1,1 0 0,-1 0 0,0 0 1,0 1-1,0-1 0,0 1 0,4 3 1,33 26 361,-26-19-370,0 1 1,-1 1-1,-1 1 1,0 0-1,-1 0 1,0 1-1,-1 0 1,-1 1-1,-1 0 1,0 1-1,-2 0 1,0 0-1,0 0 1,-2 1-1,0-1 1,-2 1-1,0 0 1,0 0-1,-2 0 1,-1 0-1,0 0 1,-7 32-1,-2-15-334,-2-1-1,-1-1 1,-1 0-1,-3 0 1,0-2-1,-2 0 0,-2-1 1,-36 43-1,-4-6-3015,-2-3 0,-95 74 0,57-55-4299</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5:54.466"/>
    </inkml:context>
    <inkml:brush xml:id="br0">
      <inkml:brushProperty name="width" value="0.05" units="cm"/>
      <inkml:brushProperty name="height" value="0.05" units="cm"/>
      <inkml:brushProperty name="color" value="#F6630D"/>
    </inkml:brush>
  </inkml:definitions>
  <inkml:trace contextRef="#ctx0" brushRef="#br0">2972 0 28843,'-2971'248'0</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5:59.065"/>
    </inkml:context>
    <inkml:brush xml:id="br0">
      <inkml:brushProperty name="width" value="0.05" units="cm"/>
      <inkml:brushProperty name="height" value="0.05" units="cm"/>
      <inkml:brushProperty name="color" value="#F6630D"/>
    </inkml:brush>
  </inkml:definitions>
  <inkml:trace contextRef="#ctx0" brushRef="#br0">1383 0 28969,'-1382'5647'0</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6:02.974"/>
    </inkml:context>
    <inkml:brush xml:id="br0">
      <inkml:brushProperty name="width" value="0.05" units="cm"/>
      <inkml:brushProperty name="height" value="0.05" units="cm"/>
      <inkml:brushProperty name="color" value="#F6630D"/>
    </inkml:brush>
  </inkml:definitions>
  <inkml:trace contextRef="#ctx0" brushRef="#br0">0 1 30239,'4372'6234'0</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6:19.887"/>
    </inkml:context>
    <inkml:brush xml:id="br0">
      <inkml:brushProperty name="width" value="0.05" units="cm"/>
      <inkml:brushProperty name="height" value="0.05" units="cm"/>
      <inkml:brushProperty name="color" value="#F6630D"/>
    </inkml:brush>
  </inkml:definitions>
  <inkml:trace contextRef="#ctx0" brushRef="#br0">1 0 29155,'4445'9466'0</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6:25.106"/>
    </inkml:context>
    <inkml:brush xml:id="br0">
      <inkml:brushProperty name="width" value="0.05" units="cm"/>
      <inkml:brushProperty name="height" value="0.05" units="cm"/>
      <inkml:brushProperty name="color" value="#F6630D"/>
    </inkml:brush>
  </inkml:definitions>
  <inkml:trace contextRef="#ctx0" brushRef="#br0">1 1 27191,'9318'2023'0</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6:55.920"/>
    </inkml:context>
    <inkml:brush xml:id="br0">
      <inkml:brushProperty name="width" value="0.05" units="cm"/>
      <inkml:brushProperty name="height" value="0.05" units="cm"/>
      <inkml:brushProperty name="color" value="#F6630D"/>
    </inkml:brush>
  </inkml:definitions>
  <inkml:trace contextRef="#ctx0" brushRef="#br0">9315 1 29943,'-9315'8006'0</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7:11.858"/>
    </inkml:context>
    <inkml:brush xml:id="br0">
      <inkml:brushProperty name="width" value="0.05" units="cm"/>
      <inkml:brushProperty name="height" value="0.05" units="cm"/>
      <inkml:brushProperty name="color" value="#F6630D"/>
    </inkml:brush>
  </inkml:definitions>
  <inkml:trace contextRef="#ctx0" brushRef="#br0">1 0 20643,'7979'12710'0</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7:19.350"/>
    </inkml:context>
    <inkml:brush xml:id="br0">
      <inkml:brushProperty name="width" value="0.05" units="cm"/>
      <inkml:brushProperty name="height" value="0.05" units="cm"/>
      <inkml:brushProperty name="color" value="#F6630D"/>
    </inkml:brush>
  </inkml:definitions>
  <inkml:trace contextRef="#ctx0" brushRef="#br0">0 0 1488,'251'229'-512</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7:19.476"/>
    </inkml:context>
    <inkml:brush xml:id="br0">
      <inkml:brushProperty name="width" value="0.05" units="cm"/>
      <inkml:brushProperty name="height" value="0.05" units="cm"/>
      <inkml:brushProperty name="color" value="#F6630D"/>
    </inkml:brush>
  </inkml:definitions>
  <inkml:trace contextRef="#ctx0" brushRef="#br0">1 271 1516,'469'-271'-520</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7:37.279"/>
    </inkml:context>
    <inkml:brush xml:id="br0">
      <inkml:brushProperty name="width" value="0.05" units="cm"/>
      <inkml:brushProperty name="height" value="0.05" units="cm"/>
      <inkml:brushProperty name="color" value="#E5F420"/>
    </inkml:brush>
  </inkml:definitions>
  <inkml:trace contextRef="#ctx0" brushRef="#br0">7 0 25174,'0'17890'0</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7:42.243"/>
    </inkml:context>
    <inkml:brush xml:id="br0">
      <inkml:brushProperty name="width" value="0.05" units="cm"/>
      <inkml:brushProperty name="height" value="0.05" units="cm"/>
      <inkml:brushProperty name="color" value="#E5F420"/>
    </inkml:brush>
  </inkml:definitions>
  <inkml:trace contextRef="#ctx0" brushRef="#br0">1 57 2640,'37'9'7506,"-27"-19"-7154,20-26 1633,-35 27-1302,-2-2-1894</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7:43.716"/>
    </inkml:context>
    <inkml:brush xml:id="br0">
      <inkml:brushProperty name="width" value="0.05" units="cm"/>
      <inkml:brushProperty name="height" value="0.05" units="cm"/>
      <inkml:brushProperty name="color" value="#E5F420"/>
    </inkml:brush>
  </inkml:definitions>
  <inkml:trace contextRef="#ctx0" brushRef="#br0">17 24 5228,'20'-24'3561,"-40"24"-4813,3 6-933</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8:06.595"/>
    </inkml:context>
    <inkml:brush xml:id="br0">
      <inkml:brushProperty name="width" value="0.05" units="cm"/>
      <inkml:brushProperty name="height" value="0.05" units="cm"/>
      <inkml:brushProperty name="color" value="#E5F420"/>
    </inkml:brush>
  </inkml:definitions>
  <inkml:trace contextRef="#ctx0" brushRef="#br0">18 22 3044,'0'0'2833,"13"-6"-2881,4 0-144,-41 3-2189,1-3 2109</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8:19.443"/>
    </inkml:context>
    <inkml:brush xml:id="br0">
      <inkml:brushProperty name="width" value="0.05" units="cm"/>
      <inkml:brushProperty name="height" value="0.05" units="cm"/>
      <inkml:brushProperty name="color" value="#E5F420"/>
    </inkml:brush>
  </inkml:definitions>
  <inkml:trace contextRef="#ctx0" brushRef="#br0">93 0 27016,'0'8814'0</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8:29.477"/>
    </inkml:context>
    <inkml:brush xml:id="br0">
      <inkml:brushProperty name="width" value="0.05" units="cm"/>
      <inkml:brushProperty name="height" value="0.05" units="cm"/>
      <inkml:brushProperty name="color" value="#E5F420"/>
    </inkml:brush>
  </inkml:definitions>
  <inkml:trace contextRef="#ctx0" brushRef="#br0">15 0 27757,'0'5454'0</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54.864"/>
    </inkml:context>
    <inkml:brush xml:id="br0">
      <inkml:brushProperty name="width" value="0.05" units="cm"/>
      <inkml:brushProperty name="height" value="0.05" units="cm"/>
      <inkml:brushProperty name="color" value="#E5F420"/>
    </inkml:brush>
  </inkml:definitions>
  <inkml:trace contextRef="#ctx0" brushRef="#br0">57 49 5753,'0'0'1052,"-3"-24"-216,-1 3 412,-16 18-1708,3 3-1980,4 9-565</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11.791"/>
    </inkml:context>
    <inkml:brush xml:id="br0">
      <inkml:brushProperty name="width" value="0.05" units="cm"/>
      <inkml:brushProperty name="height" value="0.05" units="cm"/>
      <inkml:brushProperty name="color" value="#E5F420"/>
    </inkml:brush>
  </inkml:definitions>
  <inkml:trace contextRef="#ctx0" brushRef="#br0">20 4 3916,'-20'-3'2853</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14.294"/>
    </inkml:context>
    <inkml:brush xml:id="br0">
      <inkml:brushProperty name="width" value="0.05" units="cm"/>
      <inkml:brushProperty name="height" value="0.05" units="cm"/>
      <inkml:brushProperty name="color" value="#E5F420"/>
    </inkml:brush>
  </inkml:definitions>
  <inkml:trace contextRef="#ctx0" brushRef="#br0">104 0 2680,'0'0'3669,"1"3"-3487,-1-2-107,0 0-1,0 0 1,1 0-1,-1 0 1,0 0-1,1 0 1,-1 0-1,0 0 1,1 0 0,-1 0-1,1-1 1,0 1-1,-1 0 1,1 0-1,0 0 1,-1-1-1,1 1 1,0 0-1,0-1 1,0 1-1,0 0 1,-1-1-1,3 1 1,23-1 1161,-21-1-1596,-1 0 468,-5 4-122,-5 5 53,1 1 1,-1-1-1,-17 18 3858,22-26-3836,-1 0 1,0 0 0,0 1 0,0-1 0,0 0-1,0 1 1,0-1 0,0 1 0,0-1 0,1 1-1,-1 0 1,0 0 0,0 0 0,1 0 0,-1 0-1,1 0 1,-1 0 0,1 0 0,-1 1 0,1-1-1,0 1 1,0-1 0,-1 1 0,1-1 0,0 1-1,0 0 1,1-1 0,-2 5 0,1-4 1477,-1 0-1657,-30 47 2364,18-75-9848,36 16 6778,-20 10 372,-5-5-1679,-8-5 1991,-2 2-3153,-3 1 1955</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15.495"/>
    </inkml:context>
    <inkml:brush xml:id="br0">
      <inkml:brushProperty name="width" value="0.05" units="cm"/>
      <inkml:brushProperty name="height" value="0.05" units="cm"/>
      <inkml:brushProperty name="color" value="#E5F420"/>
    </inkml:brush>
  </inkml:definitions>
  <inkml:trace contextRef="#ctx0" brushRef="#br0">38 30 4708,'-17'-3'6731,"15"1"-6461,-14-21 185,14 21-473,6 4-2476,38 8-1404,-11-7 1128</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16.781"/>
    </inkml:context>
    <inkml:brush xml:id="br0">
      <inkml:brushProperty name="width" value="0.05" units="cm"/>
      <inkml:brushProperty name="height" value="0.05" units="cm"/>
      <inkml:brushProperty name="color" value="#E5F420"/>
    </inkml:brush>
  </inkml:definitions>
  <inkml:trace contextRef="#ctx0" brushRef="#br0">124 13 3676,'0'0'5413,"-2"1"-5203,-1-1-176,0 1 1,0-1-1,0 0 0,0 0 1,0 1-1,1-2 0,-1 1 1,0 0-1,0-1 0,0 1 1,0-1-1,1 0 0,-1 0 1,0 0-1,1 0 0,-1 0 1,-4-4-1,4 3 154,-20 5-284,21-2-316,-1 0 1,1 0-1,-1 0 1,1 1-1,0-1 1,0 1-1,-1-1 0,1 1 1,0 0-1,-2 2 1,-10 11-2087</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38.232"/>
    </inkml:context>
    <inkml:brush xml:id="br0">
      <inkml:brushProperty name="width" value="0.05" units="cm"/>
      <inkml:brushProperty name="height" value="0.05" units="cm"/>
      <inkml:brushProperty name="color" value="#E5F420"/>
    </inkml:brush>
  </inkml:definitions>
  <inkml:trace contextRef="#ctx0" brushRef="#br0">84 69 4228,'0'0'994,"3"0"-127,14-2-1431,-2-1 5968,-35-9-1935,18 11-3096,-14-7-193,-19-12-1450,28 16-55,-1 0-1,1 0 0,-1 0 0,-8-2 1</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48.111"/>
    </inkml:context>
    <inkml:brush xml:id="br0">
      <inkml:brushProperty name="width" value="0.05" units="cm"/>
      <inkml:brushProperty name="height" value="0.05" units="cm"/>
      <inkml:brushProperty name="color" value="#E5F420"/>
    </inkml:brush>
  </inkml:definitions>
  <inkml:trace contextRef="#ctx0" brushRef="#br0">1 0 1552,'57'3'900,"-37"-3"-1124,0 0-460,14-3 156</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08.056"/>
    </inkml:context>
    <inkml:brush xml:id="br0">
      <inkml:brushProperty name="width" value="0.05" units="cm"/>
      <inkml:brushProperty name="height" value="0.05" units="cm"/>
      <inkml:brushProperty name="color" value="#E5F420"/>
    </inkml:brush>
  </inkml:definitions>
  <inkml:trace contextRef="#ctx0" brushRef="#br0">3 0 4348,'25'5'1149,"-20"-4"1845,-18 4-2501,12-5-454,0 0 1,0 0 0,0 0 0,0 1 0,0-1 0,0 0 0,0 0-1,0 1 1,0-1 0,0 1 0,0-1 0,0 1 0,0-1 0,0 1 0,0 0-1,0-1 1,0 1 0,1 0 0,-2 1 0,10 25-65,-6-24-12</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08.355"/>
    </inkml:context>
    <inkml:brush xml:id="br0">
      <inkml:brushProperty name="width" value="0.05" units="cm"/>
      <inkml:brushProperty name="height" value="0.05" units="cm"/>
      <inkml:brushProperty name="color" value="#E5F420"/>
    </inkml:brush>
  </inkml:definitions>
  <inkml:trace contextRef="#ctx0" brushRef="#br0">24 1 4376,'0'24'3061,"-6"-9"-2857,-1 0 24,-3-3-5113</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10.087"/>
    </inkml:context>
    <inkml:brush xml:id="br0">
      <inkml:brushProperty name="width" value="0.05" units="cm"/>
      <inkml:brushProperty name="height" value="0.05" units="cm"/>
      <inkml:brushProperty name="color" value="#E5F420"/>
    </inkml:brush>
  </inkml:definitions>
  <inkml:trace contextRef="#ctx0" brushRef="#br0">259 0 5276,'0'18'1375,"0"-15"-240,1-5-231,11-12 241,-15 19-229,-27 22-620,12-15-330,1 1-1,1 0 1,-29 31-1,44-42 143,-2 0-73,-19 16 98,20-17 498,-1 1-441,-14 12 399,13-14 283,8-12-595,-3 11-317,-1 1 0,0-1 1,1 0-1,-1 1 0,0-1 1,1 0-1,-1 1 0,0-1 0,0 0 1,1 0-1,-1 1 0,0-1 1,0 0-1,0 0 0,0 0 0,0 1 1,0-1-1,-1 0 0,1 0 1,0 1-1,0-1 0,0 0 0,-1 0 1,1 1-1,0-1 0,-1 0 0,1 1 1,0-1-1,-1 0 0,1 1 1,-1-1-1,1 1 0,-1-1 0,0 1 1,1-1-1,-1 1 0,0-1 1,1 1-1,-1 0 0,0-1 0,1 1 1,-1 0-1,0-1 0,1 1 1,-1 0-1,0 0 0,0 0 0,0 0 1,1 0-1,-1 0 0,0 0 1,0 0-1,0 0 0,0 1 53,0 1-1,0 0 1,0-1-1,1 1 1,-1 0-1,1-1 1,-1 1-1,1 0 1,-1 0-1,1-1 1,0 1-1,0 0 1,0 3-1,36-13 258,-34 6-269,0 0-1,0 1 1,0-1-1,-1-1 0,1 1 1,-1 0-1,1 0 0,-1 0 1,0-1-1,0 1 0,0-1 1,0-2-1,18-41-428,-1 4 13,-16 39 859,-9 21-153,-9 31 639,16-46-751,-2-1-6,-8 16 556,7-16 414,7-12-619,-3 10-530,-1-1 0,0 1 0,0 0 0,1 0 0,-1 0-1,0-1 1,0 1 0,1 0 0,-1 0 0,0-1 0,0 1 0,0 0-1,0-1 1,0 1 0,1 0 0,-1 0 0,0-1 0,0 1-1,0 0 1,0-1 0,0 1 0,0 0 0,0-1 0,0 1-1,0 0 1,0-1 0,0 1 0,0 0 0,0-1 0,-1 1-1,1 0 1,0-1 0,0 1 0,0 0 0,0 0 0,0-1 0,-1 1-1,1 0 1,0-1 0,-13 10-276,-14 19-337,25-26 328,-2-6-1814,-56-45-2830,34 21 778</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13.924"/>
    </inkml:context>
    <inkml:brush xml:id="br0">
      <inkml:brushProperty name="width" value="0.05" units="cm"/>
      <inkml:brushProperty name="height" value="0.05" units="cm"/>
      <inkml:brushProperty name="color" value="#E5F420"/>
    </inkml:brush>
  </inkml:definitions>
  <inkml:trace contextRef="#ctx0" brushRef="#br0">175 139 4624,'-1'-2'175,"1"-1"-1,0 1 1,0 0-1,1-1 0,-1 1 1,0-1-1,1 1 1,-1 0-1,1-1 0,0 1 1,0 0-1,0-1 0,0 1 1,0 0-1,1 0 1,-1 0-1,0 0 0,1 0 1,0 1-1,-1-1 1,1 0-1,0 1 0,0-1 1,6-4 4125,-11 8-4239,0 0-49,1-1 1,0 1-1,-1 0 1,1 0-1,0 0 1,0 0-1,0 0 1,0 1-1,1-1 1,-1 1 0,1-1-1,-1 1 1,1-1-1,0 1 1,-2 4-1,3 0-1,-1 0 0,1 0 0,0 0 0,1-1 0,-1 1 0,1 0 0,1 0 0,1 6 0,1 1-6,-4-11 163,1-6-152,1-2-19,0 0-1,0-1 0,-1 1 0,0-1 1,0 1-1,-1-1 0,1 1 0,-2-10 1,1 9-70,-10 72-167,10-62 192,0-2-46,2 20 124,-1-21-3,0-15-3,-2 5-35,-1-1-1,0 0 1,0 1 0,0-1-1,-1 1 1,-8-15 0,10 21-41,-2 2 8,-1-2 42,2 2-5,1 0 1,-1 0-1,0 0 1,0 0-1,0 0 1,0 0-1,1 1 1,-1-1 0,0 1-1,-1-1 1,1 1-1,0 0 1,0 0-1,0-1 1,0 2-1,0-1 1,0 0 0,0 0-1,0 1 1,-3 0-1,1 0-10,0 0-1,1 1 1,-1-1 0,0 1-1,0 0 1,1 0-1,-1 1 1,1-1-1,0 1 1,0-1 0,0 1-1,0 0 1,0 0-1,0 1 1,1-1 0,-3 5-1,4-5-80,-5 29-69,5-28 65,7 3-167,-6-6 258,0-1 1,0 1 0,1-1 0,-1 1 0,0 0 0,0-1 0,1 1 0,-1-1-1,1 1 1,-1-1 0,0 1 0,1-1 0,-1 1 0,1-1 0,-1 1 0,1-1-1,-1 0 1,1 1 0,0-1 0,-1 0 0,1 1 0,-1-1 0,1 0 0,0 0-1,-1 0 1,1 1 0,1-1 0,2-4-8,1 1 0,0-1-1,-1 0 1,0 0 0,0-1 0,0 1 0,-1-1-1,1 0 1,-1 0 0,0 0 0,-1 0 0,1-1 0,-1 1-1,0-1 1,0 0 0,2-11 0,4-68 268,-7 81-110,-4-23 147,2 17-114,-4 22-103,3-6-86,1-1-1,0 1 1,1 0 0,0-1 0,0 1 0,0 0 0,0-1 0,1 1-1,0-1 1,0 1 0,0-1 0,1 1 0,0-1 0,4 10-1,-1-6-27,0 0-1,1-1 1,-1 1-1,2-1 1,-1 0-1,14 13 1,-18-19 6,1-4 12,1 0 25,0 0 1,0-1-1,0 1 0,-1-1 1,1 0-1,0 0 1,-1 0-1,0 0 0,0-1 1,0 1-1,0-1 1,-1 0-1,1 0 1,-1 0-1,0 0 0,0 0 1,-1-1-1,1 1 1,-1 0-1,0-1 0,0 1 1,0-1-1,0-4 1,2-51-98,-3 58 95,0 0 1,0 1-1,0-1 1,0 0 0,-1 1-1,1-1 1,0 0-1,-1 1 1,1-1-1,-1 0 1,0 1-1,-1-3 1,-2-9-228,-19 18 64,19-3 134,-1-1 0,1 1 1,0 0-1,0 0 0,0 1 1,0-1-1,0 1 0,1 0 1,-1 0-1,1 0 0,0 1 1,0-1-1,0 1 0,0-1 1,1 1-1,-1 0 0,1 0 0,0 0 1,0 0-1,-2 8 0,-4 10-205,2 1-1,-8 39 0,14-59 215,-3 33-148,6-35 168,-1 1 1,1-1-1,0 0 0,0 0 1,-1 0-1,1 0 0,6 1 1,6-26-37,-10 10 130,-1-1 1,-1 1-1,0-1 0,-1 0 0,-1 0 1,0 0-1,-3-24 0,2 20-46,-12-6 159,9 28-205,1 1 0,-1-1 1,1 0-1,0 1 0,0-1 0,0 1 0,0 0 0,1-1 0,0 1 0,-1 0 0,1 0 0,1 0 1,-1 0-1,0 6 0,2 6 2,0 0 0,6 30-1,1 5 13,12-20 152,-17-33-144,3-1-14,-1-1 0,0 0 0,0 0 1,0 0-1,-1-1 0,1 1 0,-1-1 0,0 0 0,0 0 0,-1-1 0,1 1 0,-1-1 0,-1 0 0,1 0 0,-1 0 0,0 0 0,0 0 0,1-10 0,-2 7-23,1 3 11,-1 0 0,1 0 0,-2-1 1,1 1-1,-1 0 0,0-1 0,0 1 0,-1 0 0,0-1 0,0 1 0,0 0 0,-1 0 1,-2-7-1,3 12 6,1 0 1,-1 0-1,1 0 1,0 1 0,-1-1-1,0 0 1,1 0 0,-1 1-1,0-1 1,1 0-1,-1 1 1,0-1 0,1 0-1,-1 1 1,0-1-1,0 1 1,0-1 0,0 1-1,0 0 1,1-1 0,-1 1-1,0 0 1,0 0-1,0 0 1,0 0 0,0-1-1,0 1 1,0 0-1,0 1 1,0-1 0,0 0-1,0 0 1,0 0-1,0 1 1,0-1 0,0 0-1,0 1 1,-1-1-12,-2 1 3,0 1 0,0-1-1,0 1 1,1-1 0,-1 1 0,0 0 0,1 1 0,-1-1 0,1 0-1,0 1 1,0 0 0,0 0 0,0 0 0,0 0 0,1 0-1,-1 1 1,1-1 0,-2 5 0,-5 9-34,1 1 0,-10 33 0,7-16 19,2-2 9,26-32 24,-15-1-11,0 0 1,0 0-1,0 0 1,0 0-1,0 0 1,-1 0 0,1-1-1,0 1 1,0 0-1,0-1 1,0 0-1,-1 1 1,1-1-1,0 0 1,-1 0-1,1 0 1,-1 0 0,2-2-1,9-4 28,-10 5-16,1 0 0,-1 0 0,0 0 0,0 0 0,0-1 0,-1 1 0,1-1 0,-1 1 0,1-1 0,0-3 0,1 1 29,-1 2-41,-1 1 0,0-1 0,0 1 0,0-1 1,0 1-1,0-1 0,-1 0 0,1 1 0,0-6 0,0-1 6,-1 8-6,1-1 0,-1 0 0,0 0 1,0 1-1,-1-1 0,1 0 0,0 1 0,-1-1 1,1 0-1,-1 1 0,1-1 0,-1 0 0,0 1 1,1-1-1,-1 1 0,0-1 0,0 1 1,0-1-1,-3-1 0,-17-18-42,19 19 96,-5 7-176,6-5 120,1 1-1,-1-1 0,0 0 0,1 0 0,-1 1 1,0-1-1,1 0 0,-1 1 0,1-1 0,-1 0 1,1 1-1,-1-1 0,1 1 0,-1-1 0,1 1 0,-1-1 1,1 1-1,0-1 0,-1 1 0,1 0 0,0-1 1,0 1-1,-1 0 0,1-1 0,0 1 0,0-1 1,0 1-1,0 1 0,11 13 272,-5-27 184,-2-2-533,-4 12 92,0-1-1,0 1 1,0 0-1,0-1 1,0 1-1,-1 0 1,1-1 0,-1 1-1,-1-4 1,0 0 9,-4-21 47,3 18-60,2 6 22,0 3-97,0 1 68,0 0-1,0-1 0,0 1 1,1 0-1,-1-1 0,0 1 1,0 0-1,1 0 1,-1 0-1,0 0 0,1 0 1,-1 0-1,1 0 0,-1 0 1,1 0-1,-1 0 0,1 0 1,0 0-1,-1 2 0,-5 21-22,6-24 20,-6 49-51,5-46 103,5-24-64,2-31 66,-6 50-99,-7 38-555,5-33 593,-2 5-90,1 0 1,-1 0-1,2 0 1,-1 1-1,1-1 0,-1 9 1,21-44-12,-18 26 104,3-5-4,-1 0 0,-1 0 1,1 1-1,-1-1 0,0 0 1,-1 0-1,1 0 0,-1 0 1,0 0-1,-2-9 0,-15 42-130,-2 39-272,18-63 408,2-21-22,1 3 60,-1 12 185,-2 0-135,-5-30 26,6 30-84,14 36-363,-5-8 305,-9-23 122,-1-4-54,-2-2-77,2 3 72,-1-1 1,1 0-1,0 0 0,0 0 1,0 0-1,0 0 0,0 0 1,0 0-1,0-1 1,1 1-1,-1 0 0,1 0 1,-1-1-1,1 1 0,0 0 1,0-1-1,1-2 1,4-8 265,1 23 69,-2-1-371,-3-7 841,-3-1-891,-3 1 51,1 0 1,0 0-1,0 0 0,1 0 1,-1 1-1,0-1 1,1 1-1,0 0 0,-1 0 1,1 0-1,0 1 0,-3 4 1,5-6 164,-2 0-46,3-2-96,0 1 0,-1 0-1,0-1 1,1 1 0,-1-1 0,1 1-1,-1-1 1,0 1 0,1-1-1,-1 1 1,0-1 0,1 0-1,-1 1 1,0-1 0,0 0-1,0 0 1,1 1 0,-1-1-1,0 0 1,0 0 0,0 0-1,1 0 1,-1 0 0,0 0 0,0 0-1,-1-1 1,2-2 95,0 0 1,0 0-1,0 0 1,0 0-1,0-1 0,0 1 1,1 0-1,1-5 1,4-14 234,-5 21-91,-4 15-213,-1 4-56,4-15 34,-2 22 69,1-24 8,4-14-52,6-36 314,-8 46-350,-4 6-66,0 1 57,1-1 0,-1 0 0,1 1 0,0 0 0,0 0 0,0 0 0,1-1 0,-2 6 0,0 4 188,14-34-49,-10 18-102,6-34-8,-4 17-902,-17 47-708,-11 15-4681,17-33 3095</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15.420"/>
    </inkml:context>
    <inkml:brush xml:id="br0">
      <inkml:brushProperty name="width" value="0.05" units="cm"/>
      <inkml:brushProperty name="height" value="0.05" units="cm"/>
      <inkml:brushProperty name="color" value="#E5F420"/>
    </inkml:brush>
  </inkml:definitions>
  <inkml:trace contextRef="#ctx0" brushRef="#br0">57 52 4108,'0'0'7060,"-2"-2"-6635,-38-46 1762,39 47-2054,-11 45-74,10-27-28,6-23 44,-3 4-892,2-6 1991</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15.876"/>
    </inkml:context>
    <inkml:brush xml:id="br0">
      <inkml:brushProperty name="width" value="0.05" units="cm"/>
      <inkml:brushProperty name="height" value="0.05" units="cm"/>
      <inkml:brushProperty name="color" value="#E5F420"/>
    </inkml:brush>
  </inkml:definitions>
  <inkml:trace contextRef="#ctx0" brushRef="#br0">34 100 5184,'10'9'1425,"13"-15"8824,-26-19-10669,3 4-833,-23 0-1131,2 0-1340,1 6-2369</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17.494"/>
    </inkml:context>
    <inkml:brush xml:id="br0">
      <inkml:brushProperty name="width" value="0.05" units="cm"/>
      <inkml:brushProperty name="height" value="0.05" units="cm"/>
      <inkml:brushProperty name="color" value="#E5F420"/>
    </inkml:brush>
  </inkml:definitions>
  <inkml:trace contextRef="#ctx0" brushRef="#br0">359 39 4776,'-17'-39'2201,"1"42"-1705,-4 3 216,-11-6-504,-2 0-268,3 9-36,0-3-268,-17-9-572,-30 6-1093,20 6 105</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18.916"/>
    </inkml:context>
    <inkml:brush xml:id="br0">
      <inkml:brushProperty name="width" value="0.05" units="cm"/>
      <inkml:brushProperty name="height" value="0.05" units="cm"/>
      <inkml:brushProperty name="color" value="#E5F420"/>
    </inkml:brush>
  </inkml:definitions>
  <inkml:trace contextRef="#ctx0" brushRef="#br0">21 1 1296,'-21'6'-444,"38"6"152</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42.364"/>
    </inkml:context>
    <inkml:brush xml:id="br0">
      <inkml:brushProperty name="width" value="0.035" units="cm"/>
      <inkml:brushProperty name="height" value="0.035" units="cm"/>
      <inkml:brushProperty name="color" value="#008C3A"/>
    </inkml:brush>
  </inkml:definitions>
  <inkml:trace contextRef="#ctx0" brushRef="#br0">1 567 20532,'10283'-566'0</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46.351"/>
    </inkml:context>
    <inkml:brush xml:id="br0">
      <inkml:brushProperty name="width" value="0.035" units="cm"/>
      <inkml:brushProperty name="height" value="0.035" units="cm"/>
      <inkml:brushProperty name="color" value="#008C3A"/>
    </inkml:brush>
  </inkml:definitions>
  <inkml:trace contextRef="#ctx0" brushRef="#br0">80 43 6393,'-8'-7'732,"0"1"1,0-1 0,-1 1 0,0 1 0,-12-6 3264,20 12-3949,-1 0-1,1 0 1,0-1 0,0 1 0,0 1-1,0-1 1,0 0 0,0 0 0,0 0-1,0 0 1,1 1 0,-1-1-1,0 0 1,1 1 0,-1-1 0,1 1-1,0-1 1,-1 0 0,1 1 0,0-1-1,0 1 1,0-1 0,0 1 0,0 1-1,7 40 372,-5-32-374,0-6-12,-1 1 0,1-1 0,1 1 0,-1-1 0,1 0-1,0 0 1,0 0 0,0-1 0,1 1 0,-1-1-1,1 0 1,0 0 0,1 0 0,-1 0 0,1-1-1,-1 1 1,1-1 0,0 0 0,0-1 0,0 1 0,1-1-1,10 3 1,-13-5-10,1 0 0,-1 0-1,0 0 1,0-1 0,1 1-1,-1-1 1,0 0 0,0 0-1,0 0 1,6-3 0,-7 3-2,19-9 322,-1-1-1,0-1 1,0-1 0,-1-1 0,-1-1 0,16-16-1,-23 23-135,-9 6-30,1 3-17,1-1-134,0 1 0,0 0 0,-1 0 0,1 0 1,0 1-1,-1-1 0,1 1 0,-1 0 0,1 0 0,-1 0 1,0 0-1,5 5 0,0 1-4,-1 1 0,0 0 0,7 12 0,3 5 42,7 13-20,-2 1-1,-2 1 1,22 64 0,-27-66-100,-2-6-155,-2-1 0,-2 2 0,-1-1 1,-2 1-1,-1 0 0,-1 0 0,-2 1 0,-3 42 0,-1-64 119,0-1 1,0 1-1,-1-1 0,-1 1 0,0-1 1,-1 0-1,0-1 0,0 1 0,-2-1 1,-7 12-1,3-8 50,-1-1 0,0 0 1,-1-1-1,0 0 0,-1-1 0,-20 13 1,-35 20 756,67-45-639,-1 0-1,1 1 1,0-1-1,-1 0 1,1 0-1,-1 0 1,1-1-1,0 1 1,-1-1 0,1 1-1,-1-1 1,-2-1-1,3 2 72,2 0-137,0 0 0,-1 0 0,1 0 0,0 0-1,0 0 1,0-1 0,0 1 0,0 0 0,-1 0 0,1 0 0,0 0 0,0 0 0,0 0 0,0 0 0,-1 0 0,1 0 0,0 0 0,0 0 0,0 0 0,0-1 0,0 1-1,0 0 1,0 0 0,-1 0 0,1 0 0,0 0 0,0 0 0,0-1 0,0 1 0,0 0 0,0 0 0,0 0 0,0 0 0,0-1 0,0 1 0,0 0 0,0 0 0,0 0 0,0 0-1,0-1 1,0 1 0,0 0 0,0 0 0,0 0 0,0 0 0,0-11 137,0 0 1,0 1-1,1-1 0,1 0 1,-1 1-1,2 0 0,0-1 1,0 1-1,1 0 0,8-17 1,10-13 200,32-45 0,-50 77-334,118-160 164,53-85-5853,-172 247 5296,37-56-6223,-19 42 340</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47.200"/>
    </inkml:context>
    <inkml:brush xml:id="br0">
      <inkml:brushProperty name="width" value="0.035" units="cm"/>
      <inkml:brushProperty name="height" value="0.035" units="cm"/>
      <inkml:brushProperty name="color" value="#008C3A"/>
    </inkml:brush>
  </inkml:definitions>
  <inkml:trace contextRef="#ctx0" brushRef="#br0">342 136 6889,'5'-10'516,"-3"8"-291,-1 0 0,0 0-1,0 0 1,-1 0 0,1 0 0,0 0-1,-1-1 1,1 1 0,-1 0-1,1-3 1,-1 4-10,0-1 1,0 0 0,0 0-1,0 1 1,0-1-1,0 0 1,0 1-1,-1-1 1,1 0 0,0 1-1,-1-1 1,0 0-1,1 1 1,-1-1-1,0 1 1,0-1 0,0 1-1,0-1 1,0 1-1,0 0 1,0 0-1,0-1 1,0 1 0,-3-2-1,1 3-134,1-1-1,0 1 1,0-1-1,0 1 1,-1 0-1,1 0 1,0 0 0,-1 0-1,1 0 1,0 1-1,0-1 1,0 1-1,-1-1 1,1 1-1,0 0 1,-2 1-1,-8 4-69,0 0-1,1 1 0,0 1 1,-20 16-1,-8 12-659,1 2 0,1 2 0,-60 86 0,86-103 449,11-23 199,0 0 1,0 0 0,0 1 0,0-1 0,0 0 0,0 0 0,0 0 0,0 1 0,1-1-1,-1 0 1,0 0 0,0 0 0,0 0 0,0 0 0,0 1 0,0-1 0,0 0 0,0 0-1,1 0 1,-1 0 0,0 0 0,0 1 0,0-1 0,0 0 0,0 0 0,1 0 0,-1 0-1,0 0 1,0 0 0,0 0 0,0 0 0,1 0 0,-1 0 0,0 0 0,0 0-1,0 0 1,0 0 0,1 0 0,-1 0 0,0 0 0,0 0 0,0 0 0,0 0 0,1 0-1,-1 0 1,0 0 0,0 0 0,0 0 0,0 0 0,1 0 0,-1 0 0,0-1 0,0 1 0,7-3 71,-1-1 1,0 1-1,0-1 0,9-9 1,18-15 294,-1-2 0,48-58 0,-70 76-333,0 0-1,1 1 1,1 0 0,16-13-1,-26 22-154,21-11-358,-12 5 271,7 0-212,0 1-1,31-9 1,-16 6 163,-26 8 228,1 0 0,0 0 0,1 0-1,-1 1 1,0 1 0,0-1 0,9 2 0,-14-1 34,0 0 0,0 0 0,0 1 0,0 0 1,0-1-1,0 1 0,0 0 0,0 0 0,-1 1 0,1-1 0,0 1 0,-1-1 1,1 1-1,-1 0 0,1 0 0,-1 0 0,0 0 0,0 0 0,0 0 0,0 1 1,0-1-1,1 4 0,8 14 9,2 0 0,22 28 0,-34-46 180,23-21-140,-23 18-48,-1 1 0,1-1 0,0 0 0,-1 1 0,1-1 0,-1 0 0,0 1 0,1-1 0,-1 0 0,1 1 0,-1-1 0,0 0 0,0 0 0,1 1 0,-1-1 0,0 0 0,0 0 0,0 0 0,0 1 0,0-1 0,0 0 0,0 0 0,0 0 0,0 0 0,-1 0 6,1 0 0,0 0 0,0 0 0,0 1 0,0-1 0,0 0 0,0 0 0,0 0 0,0 0 0,1 0 0,-1 1 0,0-1 0,0 0 1,1 0-1,-1 0 0,1 1 0,-1-1 0,1 0 0,-1 1 0,1-2 0,4-3-11,14-7 7,13 16 10,-16 1-6,-10-3-20,0 0 0,0-1-1,-1 1 1,1-1 0,1 0 0,-1 0-1,0-1 1,0 0 0,0 0 0,0-1-1,0 1 1,0-1 0,0-1 0,0 1-1,9-4 1,-1-1 92,-2-1 0,1-1 0,-1 0 0,0 0 0,0-1 1,-1-1-1,-1 0 0,19-21 0,-18 21 459,-10 9-502,0 0 0,0 1 0,1-1 0,-1 0 0,-1 0-1,1 0 1,0 0 0,0 0 0,0 0 0,0 0 0,-1 0 0,1 0 0,0 0 0,0-2-1,22 22 220,-5 18-337,-15-29-68,0-1 1,1 0-1,-1 0 1,2 0-1,4 7 1,-7-12-237,5-2 171,0-1 0,0 0 1,0 0-1,0-1 0,0 0 1,-1 0-1,1-1 0,-1 1 0,1-1 1,6-5-1,-11 7 87,-1 0 0,1-1-1,-1 1 1,0 0 0,0 0-1,1-1 1,-1 1 0,0 0 0,0-1-1,0 1 1,0-1 0,-1 0 0,1 1-1,0-1 1,-1 0 0,1 1 0,-1-1-1,1-2 1,0-28-3181,-1 8-94</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47.386"/>
    </inkml:context>
    <inkml:brush xml:id="br0">
      <inkml:brushProperty name="width" value="0.035" units="cm"/>
      <inkml:brushProperty name="height" value="0.035" units="cm"/>
      <inkml:brushProperty name="color" value="#008C3A"/>
    </inkml:brush>
  </inkml:definitions>
  <inkml:trace contextRef="#ctx0" brushRef="#br0">24 1 5733,'-3'21'1768,"-8"-9"-1160,1 3 28,10 6-724,4 0-396,-1 0-2613,4 0 1005</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47.543"/>
    </inkml:context>
    <inkml:brush xml:id="br0">
      <inkml:brushProperty name="width" value="0.035" units="cm"/>
      <inkml:brushProperty name="height" value="0.035" units="cm"/>
      <inkml:brushProperty name="color" value="#008C3A"/>
    </inkml:brush>
  </inkml:definitions>
  <inkml:trace contextRef="#ctx0" brushRef="#br0">118 64 4184,'-1'-3'165,"1"0"0,-1 1-1,1-1 1,0 0-1,0 0 1,0 0-1,0 0 1,0 1 0,1-1-1,-1 0 1,1 0-1,0 1 1,0-1 0,0 0-1,0 1 1,0-1-1,0 1 1,1-1 0,-1 1-1,7-7 5519,-8 12-4939,2 43 667,13 70 1,2 21-511,-16-117-799,-1 0-1,-1 0 0,-1 0 1,-7 38-1,-4-19-1092,-1 0 0,-3-1-1,0-1 1,-40 61 0,26-59-4361,23-25 510</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47.718"/>
    </inkml:context>
    <inkml:brush xml:id="br0">
      <inkml:brushProperty name="width" value="0.035" units="cm"/>
      <inkml:brushProperty name="height" value="0.035" units="cm"/>
      <inkml:brushProperty name="color" value="#008C3A"/>
    </inkml:brush>
  </inkml:definitions>
  <inkml:trace contextRef="#ctx0" brushRef="#br0">165 25 5793,'-4'-12'3712,"-12"3"-2936,6 6-252,-24 12-540,7 3-1224,-13 3-1580,7 3-925</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48.357"/>
    </inkml:context>
    <inkml:brush xml:id="br0">
      <inkml:brushProperty name="width" value="0.035" units="cm"/>
      <inkml:brushProperty name="height" value="0.035" units="cm"/>
      <inkml:brushProperty name="color" value="#008C3A"/>
    </inkml:brush>
  </inkml:definitions>
  <inkml:trace contextRef="#ctx0" brushRef="#br0">3433 113 5609,'-3'-4'136,"0"0"0,-1 0 0,0 0 0,0 0 0,0 0 0,0 1 0,-1 0 0,1 0 0,-10-4 0,3 3 140,0 0 1,1 1-1,-2 1 0,-11-2 1,-83-9 555,-2 5 1,1 5-1,0 4 1,-182 25-1,147-1-403,1 5 0,-271 99-1,291-80-214,3 6 0,3 5 0,-158 109 0,123-60 57,-248 234 0,301-247-144,4 5 1,-150 214-1,199-247-78,2 1 0,4 2-1,3 2 1,4 1 0,2 1-1,-24 102 1,45-137-16,1 1 0,2-1 0,2 1 0,2 0 0,1 0 0,3 0 0,1-1 0,15 66 0,-10-70-4,2-1 0,2-1-1,1 0 1,1 0 0,2-2-1,2 0 1,0-1 0,3-1 0,44 50-1,-29-43-13,0-3 0,3 0-1,0-3 1,84 49 0,-64-48-15,2-2 1,1-4-1,81 24 1,-45-24-44,0-5 1,2-4-1,1-4 0,202-2 1,-178-17-230,-1-5 1,-1-6 0,0-5-1,-2-6 1,-1-5-1,-1-5 1,-2-6-1,218-114 1,-187 75-317,-3-7 0,255-207 0,-328 233 424,-3-4 0,-3-2 0,-3-3 0,-4-3 0,-3-2 0,79-144 0,-111 172 124,-3-1 1,-1-1-1,-3-1 1,-2 0 0,-3-1-1,-2-1 1,-2 0-1,2-109 1,-12 118 62,-1-1 0,-3 0 1,-2 0-1,-1 1 0,-3 1 1,-2-1-1,-2 2 0,-1 0 0,-3 1 1,-47-81-1,30 73 75,-1 1 1,-3 2-1,-2 1 1,-2 3-1,-2 1 0,-1 2 1,-2 3-1,-2 2 1,-110-58-1,70 49 27,-2 5 0,-2 4 0,-1 4 0,-2 4 0,-139-21 0,131 34-43,-1 5-1,-1 5 1,1 4 0,-127 15-1,144-2-940,1 3-1,1 4 1,1 4-1,0 4 1,-111 50-1,19 14-4054</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48.776"/>
    </inkml:context>
    <inkml:brush xml:id="br0">
      <inkml:brushProperty name="width" value="0.035" units="cm"/>
      <inkml:brushProperty name="height" value="0.035" units="cm"/>
      <inkml:brushProperty name="color" value="#008C3A"/>
    </inkml:brush>
  </inkml:definitions>
  <inkml:trace contextRef="#ctx0" brushRef="#br0">0 19 2860,'0'-18'-844</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04.327"/>
    </inkml:context>
    <inkml:brush xml:id="br0">
      <inkml:brushProperty name="width" value="0.035" units="cm"/>
      <inkml:brushProperty name="height" value="0.035" units="cm"/>
      <inkml:brushProperty name="color" value="#008C3A"/>
    </inkml:brush>
  </inkml:definitions>
  <inkml:trace contextRef="#ctx0" brushRef="#br0">74 19 4528,'0'0'1157,"-16"-9"-353,-1 0 1068,-3 9-1680,0 3-40,43-3-5873</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06.415"/>
    </inkml:context>
    <inkml:brush xml:id="br0">
      <inkml:brushProperty name="width" value="0.035" units="cm"/>
      <inkml:brushProperty name="height" value="0.035" units="cm"/>
      <inkml:brushProperty name="color" value="#008C3A"/>
    </inkml:brush>
  </inkml:definitions>
  <inkml:trace contextRef="#ctx0" brushRef="#br0">21 25 5332,'0'0'5731,"-2"-2"-5828,1 0-364,-12-11 775,9 5-5483</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06.805"/>
    </inkml:context>
    <inkml:brush xml:id="br0">
      <inkml:brushProperty name="width" value="0.035" units="cm"/>
      <inkml:brushProperty name="height" value="0.035" units="cm"/>
      <inkml:brushProperty name="color" value="#008C3A"/>
    </inkml:brush>
  </inkml:definitions>
  <inkml:trace contextRef="#ctx0" brushRef="#br0">26 7 3556,'0'0'2486,"-3"1"-3612,-5 2 1083,-6 3-1136,23-13-167,7-2 598</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38.874"/>
    </inkml:context>
    <inkml:brush xml:id="br0">
      <inkml:brushProperty name="width" value="0.035" units="cm"/>
      <inkml:brushProperty name="height" value="0.035" units="cm"/>
      <inkml:brushProperty name="color" value="#008C3A"/>
    </inkml:brush>
  </inkml:definitions>
  <inkml:trace contextRef="#ctx0" brushRef="#br0">380 280 4648,'-5'-6'1978,"4"-3"7126,7-1-1988,-1 5-8673,-5 4 427,2-1 1379,1 1-166,9-4 52,0-1 1,-1 0-1,1 0 0,-2-1 0,1-1 0,18-16 0,16-11 44,-43 33-208,46-16 99,-26 14 39,174-37 1048,-142 24-856,-35 10-207,1 1 0,0 0-1,1 2 1,38-4 0,-55 8-89,0-2-2,1 0 1,-1 1 0,1 0-1,-1 0 1,7-1 0,-8 2 4,37-2 201,-1-2 0,54-11-1,-77 13-162,0 0 0,0 1 0,28 2 0,-2-1-14,-30 1-6,0 0-1,0 0 1,0 1 0,17 5-1,-26-6-47,57 8 84,66 6 534,-117-15-601,-1 1 0,0 0 0,1 0 0,12 4 0,29 4-15,-22 0 11,-22-6 13,-3-2 32,18 15-102,-9-8 51,-11-7 6,8 9 18,0 0 0,0 1-1,11 20 1,7 75 24,-22-77 188,-1 0-1,-2 1 1,-1-1-1,-1 1 0,-1-1 1,-8 42-1,3-43-25,-1 0-1,-2-1 1,-1 0-1,-1-1 1,-23 40 0,17-34-119,2-4-27,0-1-1,-31 40 1,41-63-32,0 1 0,1-1 0,-2 0 1,1 0-1,-9 5 0,9-7-9,0 1 0,0 1 0,1-1 0,-1 1 0,-4 5 1,6-7-2,1 0 0,0 1 0,-1-1 0,1-1 0,-1 1 0,1 0 0,-1 0 0,-4 1 0,-14 9 10,-9 10-59,12-8 60,-2 0 0,0-1-1,0 0 1,-30 12 0,-112 44-20,113-46 45,20-11-40,-17 9 76,44-20-103,-19 5 81,-15 3-11,-1-1 0,0-3 0,-67 3 1,-105 4 91,198-12-94,-1-1 1,1-1 0,0 0-1,0 0 1,1-1 0,-1 0-1,-17-9 1,-4-4 1,-30-20 1,25 13-71,-105-48 34,90 46 0,37 17-5,-1 0-1,2-1 0,-1-1 0,2 0 0,-1 0 0,1-2 0,1 0 1,0 0-1,1-1 0,0-1 0,1 1 0,0-2 0,-9-19 0,12 19-32,-2-3 5,0 0 1,2-1-1,1 0 1,0 0-1,-3-22 0,5 18-1,1-1-1,2 1 0,0-1 0,2 0 0,5-37 0,-4 50 22,0 1 0,1 0-1,0 0 1,1 0-1,0 0 1,1 1 0,0-1-1,0 1 1,1 0-1,0 1 1,0-1 0,1 1-1,1 0 1,15-12-1,11-4-9,2 2 0,0 1 1,60-23-1,-87 40-2,14-6 7,0 2 0,1 0-1,0 2 1,0 0 0,1 2 0,0 1 0,41-1 0,-16 1 42,-46 3-16,19 1 2,34-4 19,-54 2-67,0-1 33,46-36-67,-47 36 59,0 1 4,6-2-4,0 1 0,0-1 0,0 1 0,0 1 0,0 0 0,12-1 0,-16 2-5,16 3-10,43-6 10,-59 3-16,16-3 54,80-14-800,-96 16 269,-10-3-6833,-14-9-436,-1 12-1844</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39.775"/>
    </inkml:context>
    <inkml:brush xml:id="br0">
      <inkml:brushProperty name="width" value="0.035" units="cm"/>
      <inkml:brushProperty name="height" value="0.035" units="cm"/>
      <inkml:brushProperty name="color" value="#008C3A"/>
    </inkml:brush>
  </inkml:definitions>
  <inkml:trace contextRef="#ctx0" brushRef="#br0">151 0 5056,'-11'3'10156,"-66"27"-8832,72-28-1307,1 1 0,-1 1 0,1-1 0,0 1 0,0 0 1,0 0-1,0 0 0,1 0 0,-1 0 0,1 1 1,0 0-1,1 0 0,-1 0 0,1 0 0,-2 6 1,1-4-71,2-4 151,6 10-9,-5-12-89,0 0 0,0-1 0,1 1 0,-1 0 0,0 0 0,0 0-1,0 0 1,1 0 0,-1-1 0,0 1 0,1 0 0,-1 0 0,1 0 0,-1-1 0,1 1 0,-1 0 0,1-1 0,-1 1 0,1 0 0,0-1 0,-1 1 0,1-1 0,0 1 0,1 0 0,37-11-64,-37 9 44,-1 1 0,1-1 1,-1 0-1,0 0 1,1 0-1,-1 0 1,0-1-1,0 1 1,1 0-1,-1 0 1,0-1-1,0 1 1,0 0-1,-1-1 1,1 1-1,1-3 1,-1 1-192,0 2 237,2-4-677,0 0 1,-1 0 0,1-1-1,-1 1 1,0-1 0,1-9-1,0 0-2962</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08.835"/>
    </inkml:context>
    <inkml:brush xml:id="br0">
      <inkml:brushProperty name="width" value="0.035" units="cm"/>
      <inkml:brushProperty name="height" value="0.035" units="cm"/>
      <inkml:brushProperty name="color" value="#008C3A"/>
    </inkml:brush>
  </inkml:definitions>
  <inkml:trace contextRef="#ctx0" brushRef="#br0">97 96 4316,'-1'-14'377,"-1"1"558,2 1 8376,-2 13-9225,1 0 0,-1 1 0,0-1 0,0 0-1,1 0 1,-1 0 0,0 0 0,0 0 0,0 0 0,0 0-1,0-1 1,0 1 0,-4 0 0,-5-4-541,-2-2 2313,14 3-932,8-2-698,5 1-166,-11 3 2968,-5 1-2898,1 0-86,0-1-1,1 1 1,-1 0-1,0-1 1,1 1-1,-1 0 1,0-1-1,0 1 1,0-1-1,0 0 1,0 1-1,1-1 1,-1 0-1,0 1 1,0-1-1,0 0 1,0 0-1,0 0 1,0 0 0,0 0-1,0 0 1,0 0-1,0 0 1,-2-1-1,2 0 45,1 0-1,-1-1 0,0 1 1,1 0-1,-1-1 1,1 1-1,0 0 0,-1-1 1,1 1-1,0-1 1,0 1-1,0-3 0,-2-8-454,2 8 530,-16-21-425,33 42 267,-15-15 302,-9 11-8245,-2 1 2869,-12 2-3024</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11.464"/>
    </inkml:context>
    <inkml:brush xml:id="br0">
      <inkml:brushProperty name="width" value="0.035" units="cm"/>
      <inkml:brushProperty name="height" value="0.035" units="cm"/>
      <inkml:brushProperty name="color" value="#008C3A"/>
    </inkml:brush>
  </inkml:definitions>
  <inkml:trace contextRef="#ctx0" brushRef="#br0">125 0 4080,'-61'29'1822,"59"-27"-1676,0-1 0,-1 0 0,1 1 0,0-1 0,1 1 1,-1-1-1,0 1 0,0 0 0,1 0 0,-1 0 0,1 0 0,-3 3 0,2-1 160,0-1 1220,-1-3-807,-24 5 524,24-4-71,4-4-2391,14-27-3188,-8 14 250</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12.258"/>
    </inkml:context>
    <inkml:brush xml:id="br0">
      <inkml:brushProperty name="width" value="0.035" units="cm"/>
      <inkml:brushProperty name="height" value="0.035" units="cm"/>
      <inkml:brushProperty name="color" value="#008C3A"/>
    </inkml:brush>
  </inkml:definitions>
  <inkml:trace contextRef="#ctx0" brushRef="#br0">7 24 5649,'26'-4'992,"-25"4"-791,0 0-1,0-1 0,0 1 1,0 0-1,-1-1 1,1 1-1,0-1 1,0 1-1,0-1 0,-1 0 1,1 1-1,0-1 1,0 0-1,-1 1 1,1-1-1,-1 0 0,1 0 1,-1 1-1,1-1 1,-1 0-1,1 0 1,-1 0-1,0 0 0,1 0 1,-1 0-1,0 0 1,0-1-1,-22 5 809,21-3-1164,0 0-1,-1 0 1,1 1-1,0-1 1,-1 1 0,1-1-1,0 1 1,0-1 0,0 1-1,0 0 1,-1 0 0,1 0-1,0-1 1,0 1 0,0 0-1,1 0 1,-1 0-1,0 0 1,0 1 0,0-1-1,1 0 1,-1 0 0,1 0-1,-1 1 1,1-1 0,-1 0-1,1 0 1,0 1 0,0-1-1,-1 0 1,1 1-1,0-1 1,0 0 0,0 2-1,0 2-480,-1-2-3568</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12.491"/>
    </inkml:context>
    <inkml:brush xml:id="br0">
      <inkml:brushProperty name="width" value="0.035" units="cm"/>
      <inkml:brushProperty name="height" value="0.035" units="cm"/>
      <inkml:brushProperty name="color" value="#008C3A"/>
    </inkml:brush>
  </inkml:definitions>
  <inkml:trace contextRef="#ctx0" brushRef="#br0">0 28 1060,'91'-28'-364</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12.808"/>
    </inkml:context>
    <inkml:brush xml:id="br0">
      <inkml:brushProperty name="width" value="0.035" units="cm"/>
      <inkml:brushProperty name="height" value="0.035" units="cm"/>
      <inkml:brushProperty name="color" value="#008C3A"/>
    </inkml:brush>
  </inkml:definitions>
  <inkml:trace contextRef="#ctx0" brushRef="#br0">450 113 3512,'-81'-35'1685,"36"14"65,-73-22-1,105 39-1619,1 1 0,0 1 0,-1 0-1,1 0 1,-1 1 0,-16 2 0,25-1-169,1 0 1,-1 1-1,0 0 1,1-1 0,-1 1-1,0 1 1,1-1-1,-1 1 1,1-1-1,0 1 1,-1 0-1,1 0 1,0 0 0,0 1-1,1-1 1,-1 1-1,0 0 1,1-1-1,-1 1 1,1 0 0,0 1-1,0-1 1,0 0-1,1 1 1,-3 4-1,-18 38-3704,21-44 1865</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13.467"/>
    </inkml:context>
    <inkml:brush xml:id="br0">
      <inkml:brushProperty name="width" value="0.035" units="cm"/>
      <inkml:brushProperty name="height" value="0.035" units="cm"/>
      <inkml:brushProperty name="color" value="#008C3A"/>
    </inkml:brush>
  </inkml:definitions>
  <inkml:trace contextRef="#ctx0" brushRef="#br0">180 174 4120,'2'-1'126,"-1"0"-1,1 0 1,0 1-1,0-1 1,-1-1-1,1 1 1,-1 0-1,1 0 1,-1-1-1,1 1 1,-1 0-1,0-1 1,0 1-1,1-1 1,-1 0-1,0 1 1,0-1-1,-1 0 1,1 0-1,0 0 1,-1 0-1,1 0 1,-1 1-1,1-1 1,-1 0-1,0 0 1,0 0-1,0 0 1,0 0-1,-1-3 1,2-8 1350,0 12-1419,-1 0 0,0-1 0,1 1 1,-1-1-1,0 1 0,0 0 0,0-1 0,0 1 0,0-1 0,-1 1 1,1-1-1,0 1 0,-1 0 0,1-1 0,-1 1 0,1 0 1,-1-1-1,0 1 0,1 0 0,-1 0 0,0 0 0,0 0 1,0-1-1,0 1 0,0 0 0,-2-1 0,1 2-68,0-1 1,0 1-1,0-1 0,0 1 1,0 0-1,0 0 0,0 0 1,0 0-1,0 0 0,0 1 1,0-1-1,0 1 0,0-1 1,0 1-1,-4 1 0,-8 5-427,0 0 0,0 1 0,-20 15 1,10-3-431,19-15 643,0 0 0,-1-1 0,1 0-1,-10 5 1,-5 5-331,15-11 726,6-18 23,2 2 11,1 0-1,0 0 1,8-17-1,-4 11 68,18-19 224,-11 19-198,-13 16-178,13-19 433,3 44 3380</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15.160"/>
    </inkml:context>
    <inkml:brush xml:id="br0">
      <inkml:brushProperty name="width" value="0.035" units="cm"/>
      <inkml:brushProperty name="height" value="0.035" units="cm"/>
      <inkml:brushProperty name="color" value="#008C3A"/>
    </inkml:brush>
  </inkml:definitions>
  <inkml:trace contextRef="#ctx0" brushRef="#br0">91 52 6949,'0'0'4036,"-4"-21"-3832,1 6 112,-14 6-712,-3 3-84,-3 9-3356,-1 0 27</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16.291"/>
    </inkml:context>
    <inkml:brush xml:id="br0">
      <inkml:brushProperty name="width" value="0.035" units="cm"/>
      <inkml:brushProperty name="height" value="0.035" units="cm"/>
      <inkml:brushProperty name="color" value="#008C3A"/>
    </inkml:brush>
  </inkml:definitions>
  <inkml:trace contextRef="#ctx0" brushRef="#br0">1 145 6873,'47'3'3100,"-57"-18"-2544,0 3 772,13-9-1324,4 2-156,3 4-224,3-3-596,-13-6-2120,0 0-1193</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13.842"/>
    </inkml:context>
    <inkml:brush xml:id="br0">
      <inkml:brushProperty name="width" value="0.035" units="cm"/>
      <inkml:brushProperty name="height" value="0.035" units="cm"/>
      <inkml:brushProperty name="color" value="#008C3A"/>
    </inkml:brush>
  </inkml:definitions>
  <inkml:trace contextRef="#ctx0" brushRef="#br0">0 70 5308,'24'-28'3765,"-17"16"-3289,-1 0 276,8 3-1328,-1 0 172,-3 18-3905,3-3 2281</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14.281"/>
    </inkml:context>
    <inkml:brush xml:id="br0">
      <inkml:brushProperty name="width" value="0.035" units="cm"/>
      <inkml:brushProperty name="height" value="0.035" units="cm"/>
      <inkml:brushProperty name="color" value="#008C3A"/>
    </inkml:brush>
  </inkml:definitions>
  <inkml:trace contextRef="#ctx0" brushRef="#br0">23 22 3028,'0'0'952,"-10"-12"-840,-3 3-412</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14.514"/>
    </inkml:context>
    <inkml:brush xml:id="br0">
      <inkml:brushProperty name="width" value="0.035" units="cm"/>
      <inkml:brushProperty name="height" value="0.035" units="cm"/>
      <inkml:brushProperty name="color" value="#008C3A"/>
    </inkml:brush>
  </inkml:definitions>
  <inkml:trace contextRef="#ctx0" brushRef="#br0">17 0 4212,'0'0'4937,"-16"30"-4889,16-6-800,3 0-1696,-6-2-565</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18.741"/>
    </inkml:context>
    <inkml:brush xml:id="br0">
      <inkml:brushProperty name="width" value="0.035" units="cm"/>
      <inkml:brushProperty name="height" value="0.035" units="cm"/>
      <inkml:brushProperty name="color" value="#008C3A"/>
    </inkml:brush>
  </inkml:definitions>
  <inkml:trace contextRef="#ctx0" brushRef="#br0">318 465 3904,'9'-15'1018,"-6"11"-574,0 0-1,-1 0 1,0 0 0,0 0-1,0 0 1,0-1 0,-1 1-1,0-1 1,1 1 0,-1-8-1,-1-6-196,0 15 634,-3-1-791,-13-10 50,12 11 2,1 2-106,-28-4 24,28 5 3000,0 0-2666,-25 5 373,26-4-74,-12-7-636,6 3 70,-1 0 0,1 1 0,-1 1-1,1 0 1,-10-1 0,-9-1 109,24 3 95,-7-5-198,9 5-99,0 0-1,0 0 1,1-1 0,-1 1 0,0 0-1,0 0 1,1 0 0,-1 0 0,0-1 0,1 1-1,-1 0 1,0-1 0,1 1 0,-1-1-1,1 1 1,-1-1 0,0 1 0,1-1-1,-1 1 1,1-1 0,-1 1 0,1-1-1,0 1 1,-1-1 0,1-1 0,12-55 6,-12 54-49,0 0-160,0-27 147,0 27 72,2 0-30,25-43 141,-25 44 620,-3-1-647,-21-55 919,21 55-709,-15-22 915,-3 7-1215,17 16-56,0 1 25,-44-35-6,44 34 9,1 1 1,1 0 0,-1 0 0,0 0 0,0 0-1,0 1 1,0-1 0,0 0 0,0 0 0,0 1 0,0-1 0,0 0 0,0 1 0,0-1-1,-2 0 1,-11-8-2659,0 21-1422,3 2-936,9 5-2981</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20.657"/>
    </inkml:context>
    <inkml:brush xml:id="br0">
      <inkml:brushProperty name="width" value="0.035" units="cm"/>
      <inkml:brushProperty name="height" value="0.035" units="cm"/>
      <inkml:brushProperty name="color" value="#008C3A"/>
    </inkml:brush>
  </inkml:definitions>
  <inkml:trace contextRef="#ctx0" brushRef="#br0">0 0 24376,'0'17012'0</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24.083"/>
    </inkml:context>
    <inkml:brush xml:id="br0">
      <inkml:brushProperty name="width" value="0.035" units="cm"/>
      <inkml:brushProperty name="height" value="0.035" units="cm"/>
      <inkml:brushProperty name="color" value="#008C3A"/>
    </inkml:brush>
  </inkml:definitions>
  <inkml:trace contextRef="#ctx0" brushRef="#br0">24 22 5100,'-23'0'1809,"29"-12"-1005,8 3 1060,-11 24-1856,0 0-444</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2:26.426"/>
    </inkml:context>
    <inkml:brush xml:id="br0">
      <inkml:brushProperty name="width" value="0.035" units="cm"/>
      <inkml:brushProperty name="height" value="0.035" units="cm"/>
      <inkml:brushProperty name="color" value="#008C3A"/>
    </inkml:brush>
  </inkml:definitions>
  <inkml:trace contextRef="#ctx0" brushRef="#br0">238 1 19507,'0'16596'0</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10.653"/>
    </inkml:context>
    <inkml:brush xml:id="br0">
      <inkml:brushProperty name="width" value="0.035" units="cm"/>
      <inkml:brushProperty name="height" value="0.035" units="cm"/>
      <inkml:brushProperty name="color" value="#008C3A"/>
    </inkml:brush>
  </inkml:definitions>
  <inkml:trace contextRef="#ctx0" brushRef="#br0">4 0 4420,'-3'21'1661,"3"-3"-1273,3-3 328,7-3-496,-3 1 80,10-4-364,-1 0-316,4-18-3897</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18.317"/>
    </inkml:context>
    <inkml:brush xml:id="br0">
      <inkml:brushProperty name="width" value="0.05" units="cm"/>
      <inkml:brushProperty name="height" value="0.05" units="cm"/>
      <inkml:brushProperty name="color" value="#F6630D"/>
    </inkml:brush>
  </inkml:definitions>
  <inkml:trace contextRef="#ctx0" brushRef="#br0">1 83 13817,'1'-5'735,"1"1"-1,-1-1 1,0 0-1,0 1 1,-1-1-1,1 0 1,-2-8-1,1 8 56,0 2 1212,2 0-289,-2 1-1567,1 1 0,0-1 0,0 1 0,0-1 0,0 1 1,0 0-1,0-1 0,0 1 0,1 0 0,-1 0 1,0 0-1,1 0 0,-1 0 0,1 0 0,-1 0 1,1 0-1,-1 1 0,4-2 0,-1 1 3,0 1-1,0-1 1,0 1 0,0 0-1,0 0 1,0 0-1,8 1 1,7 4 206,-1 0-1,33 13 1,-45-15-158,17 7 16,0 1 0,-1 1 0,-1 1 0,0 1 0,0 1 0,-2 1 0,0 1 0,-1 0 0,-1 1 0,0 1 0,-1 1 0,-2 0 1,23 40-1,-20-28-210,-2 1 1,-1 0 0,-2 1 0,-1 1 0,-1 0-1,-2 0 1,-2 1 0,4 72 0,-9-55-1100,-1 111-2018,-9-84-1925,4-57 9,-11 34 1,5-23-5121</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18.631"/>
    </inkml:context>
    <inkml:brush xml:id="br0">
      <inkml:brushProperty name="width" value="0.05" units="cm"/>
      <inkml:brushProperty name="height" value="0.05" units="cm"/>
      <inkml:brushProperty name="color" value="#F6630D"/>
    </inkml:brush>
  </inkml:definitions>
  <inkml:trace contextRef="#ctx0" brushRef="#br0">17 185 15441,'-7'-21'2757,"-3"0"-425,17 5-352,0 4-392,16 0-320,27-6-296,-3 12-484,17 0-944,6-6-492,4 0-980,3-6-924,3 3-3269,-3 0-5416</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18.770"/>
    </inkml:context>
    <inkml:brush xml:id="br0">
      <inkml:brushProperty name="width" value="0.05" units="cm"/>
      <inkml:brushProperty name="height" value="0.05" units="cm"/>
      <inkml:brushProperty name="color" value="#F6630D"/>
    </inkml:brush>
  </inkml:definitions>
  <inkml:trace contextRef="#ctx0" brushRef="#br0">546 1 15133,'-20'49'2625,"19"-47"-2522,0 0 108,0 0-1,1 0 1,-1 0 0,0 0-1,1 0 1,-1 0-1,1 0 1,0 0 0,0 0-1,0 0 1,0 0 0,0 0-1,0 1 1,1 2 0,0 4 391,2 8 563,0 0 1,1 0 0,0 0-1,1 0 1,11 22 0,25 52 1082,0 0-1614,-3 1 0,41 155 0,-68-199-680,-3 1 0,-2 1 0,-3-1-1,-1 1 1,-3-1 0,-1 1 0,-3-1 0,-17 74 0,12-82-573,-3-1 0,-1-1 0,-1 0 0,-3-1 0,-1-1 0,-2-1 0,-1 0 0,-2-2 0,-1-1 0,-43 45 0,36-48-535,-1-1-1,-1-2 1,-39 24 0,-118 58-6727,47-37-2180</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17.616"/>
    </inkml:context>
    <inkml:brush xml:id="br0">
      <inkml:brushProperty name="width" value="0.05" units="cm"/>
      <inkml:brushProperty name="height" value="0.05" units="cm"/>
      <inkml:brushProperty name="color" value="#F6630D"/>
    </inkml:brush>
  </inkml:definitions>
  <inkml:trace contextRef="#ctx0" brushRef="#br0">506 10 13653,'0'-1'226,"0"0"-1,-1 1 1,1-1-1,-1 1 0,1-1 1,-1 1-1,1-1 1,-1 1-1,1-1 0,-1 1 1,1-1-1,-1 1 1,1 0-1,-1-1 1,0 1-1,1 0 0,-1 0 1,0-1-1,1 1 1,-1 0-1,0 0 0,1 0 1,-1 0-1,0 0 1,1 0-1,-1 0 1,0 0-1,0 0 0,1 0 1,-1 0-1,0 1 1,1-1-1,-1 0 0,1 0 1,-1 1-1,-1-1 1,-18 6 3807,10-2 173,15 16-2839,-5-19-1326,1 0 0,-1 1 0,1-1 0,-1 0 0,1 1 0,-1-1 0,0 1 0,1-1 1,-1 1-1,0-1 0,0 1 0,0-1 0,0 1 0,-1-1 0,1 1 0,0-1 0,-1 0 0,0 2 0,-9 22 35,-1-1 1,-1 0-1,-2-1 1,-18 25-1,-13 20-71,28-39-5,1 0 0,1 1 0,1 1 0,2 1 0,-10 37 0,19-58 0,1 0 0,0 0 0,1 0 0,0 0 0,1 0 0,0 0 0,1 0 0,0 0 0,1 0 0,0-1 0,0 1 0,1 0 0,1-1 0,0 0 0,0 1 0,1-2 0,0 1 0,1 0 0,12 15 0,11 4 0,1 0 0,1-2 0,1-2 0,40 25 0,-56-40 0,-9-5 0,0 1 0,0-1 0,0 1 0,-1 0 0,8 11 0,-11-14 0,-1 1 0,0-1 0,0 1 0,0-1 0,0 1 0,0 0 0,-1 0 0,0 0 0,0 0 0,0 0 0,0 0 0,-1 0 0,1 0 0,-1 0 0,-1 6 0,0-3 0,0 0 0,-1 0 0,0 0 0,-1 0 0,0 0 0,0-1 0,0 1 0,-1-1 0,1 0 0,-2 0 0,1 0 0,-1 0 0,1-1 0,-2 0 0,1 0 0,0 0 0,-10 5 0,-11 8 0,-1-2 0,-52 22 0,63-30 0,-159 66-344,101-46-2502,71-27 2398,-1 0 1,1 0-1,0 0 0,-1 0 1,1-1-1,-1 0 1,1 1-1,0-1 1,-1 0-1,1-1 1,-1 1-1,1-1 1,-7-1-1,8 1-381,-1 0 1,1 0-1,0 0 1,0-1-1,-1 1 1,1-1-1,0 1 0,0-1 1,1 0-1,-4-3 1,-8-10-10385</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17.791"/>
    </inkml:context>
    <inkml:brush xml:id="br0">
      <inkml:brushProperty name="width" value="0.05" units="cm"/>
      <inkml:brushProperty name="height" value="0.05" units="cm"/>
      <inkml:brushProperty name="color" value="#F6630D"/>
    </inkml:brush>
  </inkml:definitions>
  <inkml:trace contextRef="#ctx0" brushRef="#br0">1 118 13281,'33'-30'2084,"-12"21"-151,2-3-297,17-6-380,-23 9-252,20 3-312,13-3-428,-17 0-512,8-1-852,-4 7-904,-14 0-3601,4 6-4604</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18.006"/>
    </inkml:context>
    <inkml:brush xml:id="br0">
      <inkml:brushProperty name="width" value="0.05" units="cm"/>
      <inkml:brushProperty name="height" value="0.05" units="cm"/>
      <inkml:brushProperty name="color" value="#F6630D"/>
    </inkml:brush>
  </inkml:definitions>
  <inkml:trace contextRef="#ctx0" brushRef="#br0">536 0 12177,'-27'51'2472,"17"-29"245,-10 11-109,-3-9-268,-4 3-236,0 3-392,-6 3-359,-4 13-277,0 5-200,-87 121-1228,87-109-1020,-3-6-849,10 3-887,-4 4-3497,4-4-6188</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19.052"/>
    </inkml:context>
    <inkml:brush xml:id="br0">
      <inkml:brushProperty name="width" value="0.05" units="cm"/>
      <inkml:brushProperty name="height" value="0.05" units="cm"/>
      <inkml:brushProperty name="color" value="#F6630D"/>
    </inkml:brush>
  </inkml:definitions>
  <inkml:trace contextRef="#ctx0" brushRef="#br0">620 14 13417,'-1'-1'132,"1"0"0,-1 0 0,1 0 0,-1 1 0,1-1 0,-1 0 0,0 0-1,1 1 1,-1-1 0,0 0 0,0 1 0,1-1 0,-1 1 0,0-1 0,0 1 0,0-1 0,0 1-1,0 0 1,0-1 0,0 1 0,0 0 0,0 0 0,1 0 0,-1 0 0,0 0 0,0 0 0,0 0-1,-2 0 1,-34 4 2003,32-3-1735,-13 4 288,-1 0 0,1 1-1,0 1 1,1 1 0,0 1 0,0 0-1,0 1 1,1 0 0,1 2 0,0 0-1,1 0 1,0 2 0,1 0 0,-16 21-1,0 4-152,2 1 0,2 1 0,1 1-1,-30 76 1,24-34-535,3 0 0,4 2 0,-13 97 0,26-105 0,3-1 0,3 1 0,4 0 0,11 81 0,-8-122-43,3-1 0,1 0 0,1 0-1,2 0 1,2-2 0,1 1 0,2-1 0,1-1 0,2-1 0,1 0-1,1-2 1,1 0 0,2-1 0,47 45 0,-35-42-553,2-1 1,1-2-1,1-2 1,51 27-1,-37-27-1515,1-3-1,112 35 0,25-12-5338,20-4-4923</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19.271"/>
    </inkml:context>
    <inkml:brush xml:id="br0">
      <inkml:brushProperty name="width" value="0.05" units="cm"/>
      <inkml:brushProperty name="height" value="0.05" units="cm"/>
      <inkml:brushProperty name="color" value="#F6630D"/>
    </inkml:brush>
  </inkml:definitions>
  <inkml:trace contextRef="#ctx0" brushRef="#br0">34 118 17686,'-33'-12'9580,"43"0"-8503,0 0-401,-13-28-6109,3-2 2517</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8:58.583"/>
    </inkml:context>
    <inkml:brush xml:id="br0">
      <inkml:brushProperty name="width" value="0.05" units="cm"/>
      <inkml:brushProperty name="height" value="0.05" units="cm"/>
      <inkml:brushProperty name="color" value="#E5F420"/>
    </inkml:brush>
  </inkml:definitions>
  <inkml:trace contextRef="#ctx0" brushRef="#br0">17 84 12361,'0'0'1915,"0"-7"203,2 0-983,0-7-28,-3 0 8664,-18-5-5872,182 5-3668,171 5-1,-316 9-230,1 1 0,-1 1 0,0 0 0,-1 1 0,1 1 0,31 12 0,-43-14 0,0 1 0,-1 0 0,1 1 0,-1-1 0,0 1 0,0 0 0,0 0 0,0 1 0,-1-1 0,0 1 0,0 0 0,0 0 0,0 1 0,-1-1 0,0 1 0,0 0 0,-1 0 0,1 0 0,-1 0 0,-1 0 0,1 0 0,1 12 0,-1 7 0,-1 0 0,-1 1 0,-1-1 0,-1 0 0,-1 1 0,-8 31 0,-53 150 0,30-107 0,-44 222 0,43-142-31,34-176-210,0-1-1,1 1 1,0-1-1,-1 1 1,1-1-1,1 1 1,-1-1-1,0 1 1,1-1-1,0 1 0,0-1 1,0 0-1,0 1 1,1-1-1,-1 0 1,1 0-1,-1 0 1,1 0-1,0 0 1,1 0-1,-1 0 1,5 4-1,-3-5-775,-1 1 1,0-1-1,1 0 0,0 0 0,-1 0 1,1 0-1,0-1 0,0 0 0,0 0 1,0 0-1,6 1 0,17 1-10979</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8:58.788"/>
    </inkml:context>
    <inkml:brush xml:id="br0">
      <inkml:brushProperty name="width" value="0.05" units="cm"/>
      <inkml:brushProperty name="height" value="0.05" units="cm"/>
      <inkml:brushProperty name="color" value="#E5F420"/>
    </inkml:brush>
  </inkml:definitions>
  <inkml:trace contextRef="#ctx0" brushRef="#br0">7 175 16546,'-6'0'2876,"19"-18"-308,20-6-84,-2 12-436,12 0-467,14 0-249,20 0-312,14 2-444,9-2-624,11 0-708,12-6-800,1 3-893,-10 3-1315,0 9-2861,-3 0-6224</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8:58.955"/>
    </inkml:context>
    <inkml:brush xml:id="br0">
      <inkml:brushProperty name="width" value="0.05" units="cm"/>
      <inkml:brushProperty name="height" value="0.05" units="cm"/>
      <inkml:brushProperty name="color" value="#E5F420"/>
    </inkml:brush>
  </inkml:definitions>
  <inkml:trace contextRef="#ctx0" brushRef="#br0">409 0 18706,'-53'9'3188,"53"12"56,-14 0-411,1 0-477,-4 3-448,-13 16-1376,3-7-532,4 0 0,-14 3 0,7 3 0,-4 1 0,4-1-1160,-7 0-2236,7 0-1181,7 12-2379,13-2-6738</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8:59.298"/>
    </inkml:context>
    <inkml:brush xml:id="br0">
      <inkml:brushProperty name="width" value="0.05" units="cm"/>
      <inkml:brushProperty name="height" value="0.05" units="cm"/>
      <inkml:brushProperty name="color" value="#E5F420"/>
    </inkml:brush>
  </inkml:definitions>
  <inkml:trace contextRef="#ctx0" brushRef="#br0">0 122 14541,'131'-101'6818,"-127"99"-6558,0-1 0,0 1-1,0 0 1,0 0 0,1 0-1,-1 0 1,0 1-1,1 0 1,-1 0 0,1 0-1,0 0 1,-1 1 0,1-1-1,6 2 1,0-1 4,0 2 0,0-1-1,-1 1 1,20 7 0,-13-2-162,0 0-1,0 1 0,-1 1 1,0 0-1,-1 2 1,0-1-1,-1 2 0,0 0 1,-1 1-1,0 0 1,-1 1-1,-1 0 1,0 1-1,0 0 0,-2 1 1,0 0-1,-1 1 1,-1-1-1,0 1 0,-1 1 1,-1-1-1,0 1 1,-2 0-1,0 1 1,-1-1-1,-1 35 0,-3-18-55,-2-1-1,-1 0 0,-2 0 1,-1-1-1,-2 0 0,-1 0 1,-1-1-1,-31 55 0,-16 13 131,-91 117-1,67-102 126,78-108-278,-13 19 265,-19 38 0,33-59-206,2 1-1,-1-1 0,1 1 1,0 0-1,0 0 0,0 0 1,1 0-1,0 0 0,0 0 1,1 1-1,-1-1 0,1 0 1,2 10-1,0-12-49,-1 0 0,1 0 0,1 0-1,-1 0 1,0 0 0,1 0 0,0-1 0,0 0 0,0 1 0,0-1-1,1 0 1,-1-1 0,1 1 0,0 0 0,0-1 0,0 0 0,0 0-1,0 0 1,0-1 0,8 3 0,8 2-78,1-1-1,41 5 1,10-4-1122,0-3-1,74-7 1,146-24-8453,-215 19 4905,45-4-7097</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00.019"/>
    </inkml:context>
    <inkml:brush xml:id="br0">
      <inkml:brushProperty name="width" value="0.05" units="cm"/>
      <inkml:brushProperty name="height" value="0.05" units="cm"/>
      <inkml:brushProperty name="color" value="#E5F420"/>
    </inkml:brush>
  </inkml:definitions>
  <inkml:trace contextRef="#ctx0" brushRef="#br0">3238 311 7065,'-34'3'1234,"1"-1"1,-1-2-1,-41-5 0,-273-14 4066,-1 25-3173,286-4-1727,-65 3 245,1 6 0,-164 36 0,210-28-325,0 4 0,1 3-1,1 3 1,-117 64 0,150-67 9,2 3-1,-53 44 1,-224 201 1458,261-218-1444,2 1 0,2 3 0,-68 97 1,113-143-289,-50 69 190,4 2-1,3 2 1,4 3 0,4 2-1,-34 101 1,62-139-154,3 1 0,2 0-1,2 1 1,-4 73 0,14-86-47,1 1 1,2-1 0,2 0 0,2 0-1,2 0 1,16 54 0,-9-54-22,2-1 1,1 0 0,2-2 0,2 0-1,2-1 1,49 62 0,-34-56-65,2-2 1,1-1 0,3-3 0,79 55-1,-50-46-172,3-4-1,124 54 0,-84-52-364,138 35 0,-89-42 77,2-7-1,1-7 1,1-8-1,271-6 1,-184-25 109,-1-10 0,343-79 1,-268 24-77,-5-14 0,-4-15 0,-5-14 1,-5-13-1,362-216 0,-510 251-214,167-134 0,-252 171 399,-4-4 0,-2-3 0,119-150-1,-151 163 143,-3-1 0,-3-2 0,-2-1 0,37-100 0,-58 127 100,-2 0 1,-1 0-1,-2-1 0,-2 0 1,-1 0-1,-1-1 0,-2 1 0,-2-1 1,-9-64-1,1 53 0,-2 1 0,-2 1 0,-2 0 0,-2 1 0,-2 0 1,-46-76-1,30 65 82,-2 1 1,-3 1 0,-2 3-1,-2 1 1,-74-62-1,75 76 112,-2 1 0,-1 3 0,-2 2 0,0 2 0,-2 2 0,-99-34 0,65 35 112,-1 4 0,-1 4 0,0 3 0,-127-2-1,32 15 181,-204 27-1,74 16-919,3 14 0,-512 163 0,480-93-3922,-157 108-7912</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09.361"/>
    </inkml:context>
    <inkml:brush xml:id="br0">
      <inkml:brushProperty name="width" value="0.05" units="cm"/>
      <inkml:brushProperty name="height" value="0.05" units="cm"/>
      <inkml:brushProperty name="color" value="#E5F420"/>
    </inkml:brush>
  </inkml:definitions>
  <inkml:trace contextRef="#ctx0" brushRef="#br0">2449 119 5120,'2'-2'1061,"24"-16"683,-24 17-1012,11-32 1147,-12 30-305,-1-1-1044,0 1-370,0 0 0,0 0-1,0 0 1,0 1 0,0-1-1,-1 0 1,1 0 0,-1 0-1,0 0 1,0 1 0,0-1-1,0 0 1,0 1 0,-1-1-1,1 1 1,-1-1 0,1 1-1,-5-4 1,5 5-122,0 1 0,0 0 0,0-1 1,0 1-1,0 0 0,0 0 0,1 0 0,-2 0 0,1 0 0,0 0 0,0 0 1,1 0-1,-1 0 0,0 1 0,0-1 0,0 0 0,-1 1 0,-2 0 80,-3 0 50,-1 0 1,0 1-1,1 0 0,-1 0 1,1 1-1,0 0 0,0 0 0,0 1 1,-8 5-1,-8 7 229,-26 24 1,22-17-120,-80 79 723,44-40-489,-978 1069 1386,455-340-1892,354-467-1590,77-105-3314,152-213 4347,-1 0-1,0-1 1,-1 0 0,1 0-1,-9 6 1,-41 23-9326</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10.355"/>
    </inkml:context>
    <inkml:brush xml:id="br0">
      <inkml:brushProperty name="width" value="0.05" units="cm"/>
      <inkml:brushProperty name="height" value="0.05" units="cm"/>
      <inkml:brushProperty name="color" value="#E5F420"/>
    </inkml:brush>
  </inkml:definitions>
  <inkml:trace contextRef="#ctx0" brushRef="#br0">11 6 6481,'-11'-6'2745,"16"16"-719,25 28 534,-14-19-1419,183 266 3740,42 55-3607,175 285-482,82 107-490,126 9-144,-265-315-658,-326-386-1664</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23.092"/>
    </inkml:context>
    <inkml:brush xml:id="br0">
      <inkml:brushProperty name="width" value="0.05" units="cm"/>
      <inkml:brushProperty name="height" value="0.05" units="cm"/>
      <inkml:brushProperty name="color" value="#E5F420"/>
    </inkml:brush>
  </inkml:definitions>
  <inkml:trace contextRef="#ctx0" brushRef="#br0">687 32 14973,'-19'-19'1739,"8"8"5413,10 11-6952,-1-1 1,0 1-1,0 0 1,1 0-1,-1 0 1,0 0-1,0 0 1,1 0-1,-1 0 1,0 0-1,-1 1 1,-2 0 165,-2 0-124,0 0 0,0 0 0,0 1 0,0 0 0,1 0 0,-1 1 0,0 0 0,1 0 0,-8 5 0,-53 42 1062,62-45-1158,-33 27 400,1 1 0,2 2 0,-44 56 0,68-76-540,0 0-1,1 0 1,1 1 0,1 0 0,0 1 0,1-1 0,0 1 0,2 1 0,0 0 0,1-1 0,1 1 0,-2 30 0,5-35-6,2 0 0,0 0 0,0 1 0,1-2 0,1 1 0,0 0 0,1-1 0,0 1 0,1-1 0,1-1 0,0 1 0,0-1 0,13 14 0,13 14 0,2-2 0,48 38 0,-23-21 0,-44-39 0,112 115 0,-115-115 0,-1 1 0,0 0 0,-2 1 0,1 0 0,-2 1 0,-1-1 0,7 21 0,-12-31 0,-1 1 0,0 0 0,-1 0 0,0 0 0,0 0 0,-1 0 0,0 0 0,-1 0 0,1 0 0,-1 0 0,-1 0 0,0-1 0,-3 12 0,1-9 0,-1 0 0,0 0 0,-1 0 0,0-1 0,-1 0 0,1 0 0,-2-1 0,-13 14 0,-2-4 0,0 0 0,-2-1 0,0-2 0,0 0 0,-2-2 0,-37 14 0,58-25-48,-156 54 201,145-52-677,0 0 0,0-1 0,0-1 0,0 0 0,0-1 0,0-1 0,-33-4 0,43 3-79,1-1 1,-1 0-1,0 0 0,0-1 1,1 1-1,-1-2 0,1 1 1,-7-5-1,10 6-161,0-1-1,1 1 1,-1-1-1,0 0 0,1 1 1,0-1-1,0 0 1,0 0-1,0-1 1,-3-4-1,-1-27-11097</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23.253"/>
    </inkml:context>
    <inkml:brush xml:id="br0">
      <inkml:brushProperty name="width" value="0.05" units="cm"/>
      <inkml:brushProperty name="height" value="0.05" units="cm"/>
      <inkml:brushProperty name="color" value="#E5F420"/>
    </inkml:brush>
  </inkml:definitions>
  <inkml:trace contextRef="#ctx0" brushRef="#br0">101 31 14821,'-61'-27'5081,"41"27"-2797,0 0 2676,50-3-3931,30 3-237,11 3-408,29 3-592,21-3-892,9 3-641,4-9-1115,17 15-76,13 12-3153,-13 3-5360</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23.443"/>
    </inkml:context>
    <inkml:brush xml:id="br0">
      <inkml:brushProperty name="width" value="0.05" units="cm"/>
      <inkml:brushProperty name="height" value="0.05" units="cm"/>
      <inkml:brushProperty name="color" value="#E5F420"/>
    </inkml:brush>
  </inkml:definitions>
  <inkml:trace contextRef="#ctx0" brushRef="#br0">627 0 13849,'0'60'1980,"-17"-36"165,-9 13 103,-5-7-260,-5 9-356,-8-3-316,-6 12-296,-4 4-248,-6 8-464,3 6-812,-3-2-520,-1-4-968,8-6-948,9 6-3225,11 4-5484</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23.838"/>
    </inkml:context>
    <inkml:brush xml:id="br0">
      <inkml:brushProperty name="width" value="0.05" units="cm"/>
      <inkml:brushProperty name="height" value="0.05" units="cm"/>
      <inkml:brushProperty name="color" value="#E5F420"/>
    </inkml:brush>
  </inkml:definitions>
  <inkml:trace contextRef="#ctx0" brushRef="#br0">175 1 15101,'-15'9'721,"1"0"0,1 2-1,-1-1 1,2 2 0,0 0-1,0 0 1,1 1-1,1 1 1,0 0 0,1 0-1,0 1 1,-6 15 0,10-16-411,2 1 0,-1-1 1,2 0-1,0 1 0,1-1 1,0 1-1,1 0 1,1-1-1,4 28 0,0-17-87,1 0 0,1 0-1,1-1 1,20 42 0,-15-40-401,2-1 1,1 0 0,1-1 0,1-1 0,1-1 0,1 0 0,1-2-1,0 0 1,2-1 0,0-1 0,1-2 0,1 0 0,46 21-1,-59-32 128,2 1 0,-1-2 0,0 0 0,1 0 0,0-1-1,0-1 1,0 0 0,0-1 0,0-1 0,0 0 0,0-1-1,0 0 1,0-1 0,0-1 0,0 0 0,-1-1-1,1 0 1,-1-1 0,0-1 0,0 0 0,-1 0 0,0-2-1,0 1 1,0-2 0,-1 1 0,-1-2 0,14-13 0,11-17 737,56-59 4422,-88 96-4003,-7 9-217,-85 139-802,-80 179 0,141-260-361,-24 79 1,-9 73-4492,42-143 1921,9-38-787,1 2 1,-4 52-1,11-21-7104</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24.121"/>
    </inkml:context>
    <inkml:brush xml:id="br0">
      <inkml:brushProperty name="width" value="0.05" units="cm"/>
      <inkml:brushProperty name="height" value="0.05" units="cm"/>
      <inkml:brushProperty name="color" value="#E5F420"/>
    </inkml:brush>
  </inkml:definitions>
  <inkml:trace contextRef="#ctx0" brushRef="#br0">1702 25 12749,'-61'-21'2163,"49"17"5427,4 24-4980,0-4-2083,3 2-167,1-1-1,2 1 1,0 0 0,0 0-1,2-1 1,2 33 0,26 424 2320,-32 175-1689,-7-506-1063,-6 0-1,-53 211 0,32-220-586,-106 248-1,105-301-15,-2-2 1,-5-2-1,-2-2 0,-64 76 0,66-100-250,-1-1 1,-3-2-1,-1-3 0,-3-2 0,-1-2 1,-2-3-1,-2-2 0,-1-3 0,-2-2 1,-95 32-1,-21-13-4410,-3-10-3091</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24.464"/>
    </inkml:context>
    <inkml:brush xml:id="br0">
      <inkml:brushProperty name="width" value="0.05" units="cm"/>
      <inkml:brushProperty name="height" value="0.05" units="cm"/>
      <inkml:brushProperty name="color" value="#E5F420"/>
    </inkml:brush>
  </inkml:definitions>
  <inkml:trace contextRef="#ctx0" brushRef="#br0">567 0 12417,'-27'36'1454,"2"1"0,1 0 0,2 2 0,2 1 0,-22 61-1,-56 224 4411,68-215-4590,-141 587 2931,71 14-3921,94-602-280,5-1 1,20 182-1,-9-224-31,3 0 1,2-1-1,4-1 1,2 0-1,46 94 0,-37-100-409,3-2 0,2-2 0,2-1-1,3-2 1,2-2 0,2-1-1,58 48 1,-49-53-627,2-2-1,1-3 1,2-2-1,2-3 0,1-2 1,110 38-1,66-3-5961,9-20-4488,-243-46 11350</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0.062"/>
    </inkml:context>
    <inkml:brush xml:id="br0">
      <inkml:brushProperty name="width" value="0.05" units="cm"/>
      <inkml:brushProperty name="height" value="0.05" units="cm"/>
      <inkml:brushProperty name="color" value="#E5F420"/>
    </inkml:brush>
  </inkml:definitions>
  <inkml:trace contextRef="#ctx0" brushRef="#br0">2573 1 12649,'0'0'6890,"-3"2"-5552,-4 4-847,0 0 1,1 1-1,-1 0 0,2 0 0,-1 0 0,1 1 1,-8 14-1,0 5 543,-12 37 0,-118 370 3994,76-254-4840,-9-4 0,-7-3 0,-8-3 0,-118 165 0,57-125-213,-8-6-1,-279 271 1,86-142 130,-129 129-2744,450-429 1939,-17 19-2071,-56 45 1,104-96 2824,-19 12-3448,20-13 3184,-1 0-1,1 0 1,0 0-1,-1 0 0,1 0 1,-1 0-1,1 0 1,-1 0-1,1 0 1,-1 0-1,1-1 1,-1 1-1,1 0 1,0 0-1,-1-1 1,1 1-1,-1 0 1,1 0-1,0-1 1,-1 1-1,1 0 0,0-1 1,-1 1-1,1 0 1,0-1-1,0 1 1,-1-1-1,1 1 1,0 0-1,0-1 1,0 1-1,0-1 1,-1 1-1,1-1 1,0 1-1,0-1 1,0 1-1,0-1 0,0 1 1,0-1-1,-1-29-8825</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0.788"/>
    </inkml:context>
    <inkml:brush xml:id="br0">
      <inkml:brushProperty name="width" value="0.05" units="cm"/>
      <inkml:brushProperty name="height" value="0.05" units="cm"/>
      <inkml:brushProperty name="color" value="#E5F420"/>
    </inkml:brush>
  </inkml:definitions>
  <inkml:trace contextRef="#ctx0" brushRef="#br0">1 58 7009,'22'-22'2089,"-17"17"1570,-6 2-1943,-12-24 3172,15 29-4102,51 79 1143,3-3-1,76 80 0,-34-63-1031,213 159-1,136 50-189,927 550 209,-329-255-657,-172-103-177,-37-1-1100,-643-370-2936,-181-118 1019,-21-15 80,-21-18-3646,3 0-2941</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4.623"/>
    </inkml:context>
    <inkml:brush xml:id="br0">
      <inkml:brushProperty name="width" value="0.05" units="cm"/>
      <inkml:brushProperty name="height" value="0.05" units="cm"/>
      <inkml:brushProperty name="color" value="#E5F420"/>
    </inkml:brush>
  </inkml:definitions>
  <inkml:trace contextRef="#ctx0" brushRef="#br0">91 30 14377,'0'0'107,"1"0"-1,-1-1 1,1 1 0,-1-1-1,1 1 1,-1-1-1,0 1 1,1-1-1,-1 0 1,0 1-1,1-1 1,-1 1-1,0-1 1,0 0 0,0 1-1,0-1 1,1 0-1,-1 1 1,0-1-1,0 0 1,0 1-1,0-1 1,0 0-1,-1 1 1,1-1 0,0 1-1,0-1 1,0 0-1,-1 1 1,1-1-1,0 0 1,0 1-1,-1-1 1,1 1-1,0-1 1,-1 1 0,1-1-1,-1 0 1,-26-5 3419,20 6-2815,1 1 3529,3 2-3778,0 0 1,1 0-1,-1 0 0,1 0 1,0 1-1,0-1 1,0 1-1,-3 6 0,1 2-154,1 0-1,1 0 1,-3 16-1,3-12-56,-3 15-240,1 0 1,2 0-1,1 0 1,1 0-1,2 0 1,1 0-1,2-1 1,0 1-1,12 31 1,-11-45-9,2 0 1,0 0-1,1-1 1,1-1-1,0 1 1,1-1-1,1-1 1,0 0-1,1-1 1,0 0-1,1-1 1,1 0-1,0-2 1,0 1-1,1-2 1,0 0-1,1-1 1,0-1-1,19 6 1,-9-5-79,0-1 1,1-1 0,0-1 0,0-2 0,0-1-1,0-1 1,0-2 0,0 0 0,1-2 0,-2-1-1,52-15 1,-24 1-160,0-3-1,88-47 1,94-78 1758,-230 142-1524,-5 2 0,0 0 0,0 1 0,0-1 0,0 1 0,0-1 0,1 1 0,-1 0 0,0 0 0,1 0 0,-1 0 0,1 0 0,-1 0 0,1 1 0,0-1 0,-1 1 0,1 0 0,0 0 0,-1 0 0,1 0 0,-1 0 0,1 1 0,0-1 0,-1 1 0,4 1 0,-2 0 0,0 0 0,0 0 0,-1 0 0,0 1 0,1-1 0,-1 1 0,0 0 0,0 0 0,0 0 0,-1 1 0,1-1 0,-1 0 0,1 1 0,-1 0 0,0 0 0,-1-1 0,1 1 0,-1 0 0,0 0 0,0 1 0,1 7 0,0 5 0,-2 0 0,0 1 0,-1-1 0,-5 21 0,1 7 0,-13 158 193,-1-2-5064,9-67-6801,6-56-1761</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4.817"/>
    </inkml:context>
    <inkml:brush xml:id="br0">
      <inkml:brushProperty name="width" value="0.05" units="cm"/>
      <inkml:brushProperty name="height" value="0.05" units="cm"/>
      <inkml:brushProperty name="color" value="#E5F420"/>
    </inkml:brush>
  </inkml:definitions>
  <inkml:trace contextRef="#ctx0" brushRef="#br0">245 1 20326,'0'15'2888,"-10"12"-360,3 0-603,-10-6-333,-9 12-376,9-9-644,-3 6-704,3 4-964,0-1-560,-6-3-1017,-17 6-1495,6 6-2141,17-9-5720</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5.070"/>
    </inkml:context>
    <inkml:brush xml:id="br0">
      <inkml:brushProperty name="width" value="0.05" units="cm"/>
      <inkml:brushProperty name="height" value="0.05" units="cm"/>
      <inkml:brushProperty name="color" value="#E5F420"/>
    </inkml:brush>
  </inkml:definitions>
  <inkml:trace contextRef="#ctx0" brushRef="#br0">1 0 14177,'31'31'3446,"-25"-27"-2740,-1 1 0,1 0 0,-1 0 1,0 1-1,-1 0 0,6 7 0,89 129 4301,-6-10-3283,-66-89-1273,-3 1 0,34 86 1,-49-102-359,0-1 1,-2 2-1,-1-1 1,-2 1-1,0-1 1,-1 43 0,-27 183-1207,8-121-1263,-2-1-2004,0-47-1677,12-51 399,4-13-3080</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5.212"/>
    </inkml:context>
    <inkml:brush xml:id="br0">
      <inkml:brushProperty name="width" value="0.05" units="cm"/>
      <inkml:brushProperty name="height" value="0.05" units="cm"/>
      <inkml:brushProperty name="color" value="#E5F420"/>
    </inkml:brush>
  </inkml:definitions>
  <inkml:trace contextRef="#ctx0" brushRef="#br0">1 121 14825,'37'-6'1961,"16"-3"-373,-16-3-420,3 6-84,4-3-396,9 0-312,14-3-520,10 3-884,10-3-924,0-3-3589,-3-7-4500</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5.417"/>
    </inkml:context>
    <inkml:brush xml:id="br0">
      <inkml:brushProperty name="width" value="0.05" units="cm"/>
      <inkml:brushProperty name="height" value="0.05" units="cm"/>
      <inkml:brushProperty name="color" value="#E5F420"/>
    </inkml:brush>
  </inkml:definitions>
  <inkml:trace contextRef="#ctx0" brushRef="#br0">479 0 14973,'-3'1'545,"0"0"-1,0-1 0,0 1 0,0 1 0,0-1 0,0 0 0,0 1 1,0-1-1,0 1 0,1 0 0,-1 0 0,1 0 0,-1 0 0,1 1 1,-3 3-1,1 0 46,1 0-1,0 1 1,0 0 0,0-1 0,-3 15 0,1 1 192,0 0-1,2 0 0,1 0 1,0 0-1,2 25 0,17 113 79,88 284-860,-62-287 0,24 166 0,-60-257-137,-2-1-1,-3 1 1,-2 0-1,-4 0 1,-3 0 0,-2-1-1,-4 0 1,-2-1-1,-34 91 1,34-119-665,-2-1 0,-1-1 1,-2-1-1,-1-1 0,-1 0 0,-29 29 0,10-18-1979,-2-2-1,-2-1 0,-62 41 0,-35 16-8887</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5.712"/>
    </inkml:context>
    <inkml:brush xml:id="br0">
      <inkml:brushProperty name="width" value="0.05" units="cm"/>
      <inkml:brushProperty name="height" value="0.05" units="cm"/>
      <inkml:brushProperty name="color" value="#E5F420"/>
    </inkml:brush>
  </inkml:definitions>
  <inkml:trace contextRef="#ctx0" brushRef="#br0">218 0 13125,'-35'49'856,"14"-22"80,1 2-1,1 0 0,1 1 0,-22 54 1,25-34 931,2 0 0,2 1 0,-7 93 0,18-139-1755,-6 67 672,4 1 0,3-1 0,3 0 0,3 0-1,3 0 1,4-1 0,33 103 0,-19-92-752,4-2 0,4-1 1,2-1-1,4-3 0,103 139 0,-98-157-502,2-3 1,3-1-1,1-3 0,3-3 0,2-2 0,2-2 0,98 52 0,-71-50-1998,146 52 1,108 0-6770,-103-52-2550</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53.618"/>
    </inkml:context>
    <inkml:brush xml:id="br0">
      <inkml:brushProperty name="width" value="0.05" units="cm"/>
      <inkml:brushProperty name="height" value="0.05" units="cm"/>
      <inkml:brushProperty name="color" value="#E5F420"/>
    </inkml:brush>
  </inkml:definitions>
  <inkml:trace contextRef="#ctx0" brushRef="#br0">9 25 4936,'0'-1'56,"1"1"0,0 0 0,-1 0 0,1-1-1,-1 1 1,1 0 0,-1-1 0,1 1 0,-1-1-1,1 1 1,-1-1 0,1 1 0,-1-1 0,0 1-1,1-1 1,-1 1 0,0-1 0,1 0 0,-1 1-1,0-1 1,0 1 0,0-1 0,0 0 0,1 1-1,-1-1 1,0 0 0,0 1 0,0-1 0,0 0-1,-4-7 7397,4 8-7449,-1 0-1,0 0 1,1 0 0,-1 0 0,1 0-1,-1 0 1,0 1 0,1-1 0,-1 0-1,0 0 1,1 1 0,-1-1 0,1 0-1,-1 1 1,1-1 0,-1 1 0,1-1 0,-1 1-1,1-1 1,-1 1 0,1-1 0,0 1-1,-1-1 1,1 1 0,0 0 0,-1-1-1,1 1 1,0-1 0,0 1 0,0 0-1,0-1 1,-1 2 0,3 19 41,4-13 434,-7-22 582,0 6-3756</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54.323"/>
    </inkml:context>
    <inkml:brush xml:id="br0">
      <inkml:brushProperty name="width" value="0.05" units="cm"/>
      <inkml:brushProperty name="height" value="0.05" units="cm"/>
      <inkml:brushProperty name="color" value="#E5F420"/>
    </inkml:brush>
  </inkml:definitions>
  <inkml:trace contextRef="#ctx0" brushRef="#br0">41 40 4208,'-17'-12'2825,"3"-3"-3361,4 3-1377</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57.924"/>
    </inkml:context>
    <inkml:brush xml:id="br0">
      <inkml:brushProperty name="width" value="0.05" units="cm"/>
      <inkml:brushProperty name="height" value="0.05" units="cm"/>
      <inkml:brushProperty name="color" value="#E5F420"/>
    </inkml:brush>
  </inkml:definitions>
  <inkml:trace contextRef="#ctx0" brushRef="#br0">124 46 7313,'-8'-4'721,"0"1"1,0-1 0,1-1 0,-9-5 0,12 7-567,2 2-11,0 0 1,0 0-1,0 0 1,0 0-1,0 1 0,0-1 1,0 0-1,0 1 0,-1 0 1,1 0-1,0-1 1,-4 2-1,4-1 45,-1 0 325,-17-6 221,6 3-531,11 2-82,5 5-501,24 40-1337,7 14-3798,-17-22 1389</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58.757"/>
    </inkml:context>
    <inkml:brush xml:id="br0">
      <inkml:brushProperty name="width" value="0.05" units="cm"/>
      <inkml:brushProperty name="height" value="0.05" units="cm"/>
      <inkml:brushProperty name="color" value="#E5F420"/>
    </inkml:brush>
  </inkml:definitions>
  <inkml:trace contextRef="#ctx0" brushRef="#br0">148 118 10497,'-1'1'111,"-1"0"0,1 0 0,-1-1 0,0 1-1,0 0 1,1-1 0,-1 0 0,0 1 0,0-1 0,0 0 0,1 0 0,-1 0 0,0 0 0,0 0 0,0 0-1,1-1 1,-1 1 0,0 0 0,0-1 0,1 0 0,-1 1 0,0-1 0,1 0 0,-1 0 0,0 0 0,1 0-1,0 0 1,-1 0 0,1 0 0,0-1 0,-2-1 0,0 1-88,1-2-110,-1 0 1,1 1 0,-1-1 0,0 1 0,-1 0 0,1-1-1,-7-4 1,6 6-368,0-1-1,1-1 0,0 1 1,0 0-1,0-1 0,0 1 1,0-1-1,-2-5 0,-8-10-2242,-3 1-909</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59.348"/>
    </inkml:context>
    <inkml:brush xml:id="br0">
      <inkml:brushProperty name="width" value="0.05" units="cm"/>
      <inkml:brushProperty name="height" value="0.05" units="cm"/>
      <inkml:brushProperty name="color" value="#E5F420"/>
    </inkml:brush>
  </inkml:definitions>
  <inkml:trace contextRef="#ctx0" brushRef="#br0">27 70 4108,'2'0'464,"14"-4"-594,-10 2 4509,-7 0-4259,1-1-1,-1 1 1,0 0 0,1-1-1,-1 1 1,0 0 0,-1-1-1,1 1 1,0 0 0,-1 0 0,-2-3-1,2 3-21,1 0-1,-1 0 1,1-1-1,-1 1 0,1 0 1,0-1-1,0 1 1,0 0-1,0-1 1,0 0-1,0-4 0,-7 96-2247,4-32-515,-4-1-962</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00.058"/>
    </inkml:context>
    <inkml:brush xml:id="br0">
      <inkml:brushProperty name="width" value="0.05" units="cm"/>
      <inkml:brushProperty name="height" value="0.05" units="cm"/>
      <inkml:brushProperty name="color" value="#E5F420"/>
    </inkml:brush>
  </inkml:definitions>
  <inkml:trace contextRef="#ctx0" brushRef="#br0">222 1 11029,'-4'0'1104,"-39"6"9006,41-5-10099,-1 0-36,1 0-1,-1 1 1,1-1-1,-1 1 1,1-1-1,0 1 1,0 0-1,0 0 1,0 0-1,0 0 1,0 0-1,1 1 0,-1-1 1,1 0-1,-1 1 1,1 0-1,0-1 1,0 1-1,-1 3 1,-1-3-402,0 1 1,0-1-1,0 0 1,0 0-1,0-1 0,-1 1 1,-4 2-1,-10 4-3033,-1-2 0,-28 9 0,27-8-1507</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00.602"/>
    </inkml:context>
    <inkml:brush xml:id="br0">
      <inkml:brushProperty name="width" value="0.05" units="cm"/>
      <inkml:brushProperty name="height" value="0.05" units="cm"/>
      <inkml:brushProperty name="color" value="#E5F420"/>
    </inkml:brush>
  </inkml:definitions>
  <inkml:trace contextRef="#ctx0" brushRef="#br0">80 0 8697,'0'0'4000,"-16"6"-4532,-4 0-524,-4-3-2232,4 3-1549</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2.185"/>
    </inkml:context>
    <inkml:brush xml:id="br0">
      <inkml:brushProperty name="width" value="0.05" units="cm"/>
      <inkml:brushProperty name="height" value="0.05" units="cm"/>
      <inkml:brushProperty name="color" value="#E5F420"/>
    </inkml:brush>
  </inkml:definitions>
  <inkml:trace contextRef="#ctx0" brushRef="#br0">28 244 10525,'-5'-11'788,"1"1"-1,0-1 1,0 0-1,1 0 1,1 0 0,0 0-1,0 0 1,1 0 0,1-1-1,0-15 1,1 22-651,-1 0 0,1 1 0,-1-1 1,1 0-1,1 1 0,-1-1 0,1 1 1,-1-1-1,1 1 0,0 0 0,1 0 1,-1-1-1,1 2 0,0-1 0,0 0 1,0 1-1,0-1 0,1 1 0,0 0 1,-1 0-1,1 0 0,0 1 0,0-1 1,0 1-1,1 0 0,-1 0 0,5-1 0,-3 2-111,-1 0-1,1 0 1,-1 1-1,1 0 1,0 0-1,-1 0 0,1 1 1,-1 0-1,1 0 1,-1 0-1,0 1 1,1 0-1,-1 0 1,0 0-1,0 0 0,0 1 1,0 0-1,-1 0 1,1 0-1,-1 1 1,0 0-1,0-1 0,4 6 1,3 3 11,-1 0 0,-1 0 0,0 1 0,-1 0 0,0 1 0,-1-1 0,7 20 0,-7-11-16,-1 1 0,-1 0-1,-1 0 1,-1 1 0,-1-1-1,-1 1 1,-1 0 0,-1-1-1,-2 1 1,-6 34 0,-6 4 173,-2-1 1,-41 95-1,35-107 524,-46 72-1,-1 2 1175,55-86-1311,15-37-580,0 0-1,0 0 1,0 0-1,1 0 1,-1 0-1,0 0 1,0-1-1,0 1 1,0 0-1,0 0 0,0 0 1,0 0-1,0 0 1,1 0-1,-1 0 1,0 0-1,0 0 1,0 0-1,0 0 1,0 0-1,0 0 1,0 0-1,1 0 1,-1 0-1,0 0 1,0 0-1,0 0 0,0 0 1,0 0-1,0 0 1,0 0-1,0 1 1,1-1-1,-1 0 1,0 0-1,0 0 1,0 0-1,0 0 1,0 0-1,0 0 1,0 0-1,0 0 1,0 0-1,0 0 0,0 1 1,0-1-1,0 0 1,0 0-1,1 0 1,-1 0-1,0 0 1,0 0-1,0 0 1,0 1-1,0-1 1,0 0-1,0 0 1,106-34-3390,119-57 1,-56 21-5641,-72 31-866</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2.536"/>
    </inkml:context>
    <inkml:brush xml:id="br0">
      <inkml:brushProperty name="width" value="0.05" units="cm"/>
      <inkml:brushProperty name="height" value="0.05" units="cm"/>
      <inkml:brushProperty name="color" value="#E5F420"/>
    </inkml:brush>
  </inkml:definitions>
  <inkml:trace contextRef="#ctx0" brushRef="#br0">291 106 11517,'-2'-2'2260,"-26"-18"1512,27 18-3482,0 0 0,0-1 0,0 1 0,1-1 0,-1 1-1,1-1 1,0 1 0,0-1 0,0 1 0,0-1 0,0 0 0,1-4 0,1 4-195,-1 0 0,1 1 1,-1-1-1,1 0 0,0 1 1,0-1-1,0 1 0,0 0 0,0 0 1,0 0-1,1 0 0,-1 0 0,1 0 1,0 0-1,-1 1 0,1-1 0,0 1 1,0 0-1,0 0 0,0 0 0,0 0 1,0 1-1,4-1 0,-2 0-43,1 0 0,-1 1 0,1 0 0,-1 0 0,1 1 0,-1-1 0,1 1 0,-1 0 0,1 0 0,-1 1 0,0 0 0,9 4 0,-8-3-33,-1 1 0,0 0 0,0 0 0,0 1 0,0-1 0,-1 1 0,1 0 1,-1 0-1,0 0 0,-1 1 0,1 0 0,-1-1 0,-1 1 0,1 0 0,-1 0 0,0 1 1,0-1-1,0 0 0,0 9 0,1 13-10,-2 0-1,0 0 1,-6 40-1,1 24-16,3 34-183,1-117 190,1 0 0,0 0 0,1 0 0,0 0 0,0 0 0,1 0 0,0-1 0,1 1 0,8 14 0,3 1-30,33 41 0,-45-61 30,0 0-1,0 0 1,-1 1-1,0-1 1,0 1-1,0-1 1,0 1 0,-1 0-1,0 0 1,0 0-1,0 0 1,-1 0 0,1-1-1,-1 1 1,0 0-1,-1 0 1,1 0 0,-1 0-1,0 0 1,0 0-1,-3 5 1,1-1-29,0 0 1,-2 0-1,1 0 1,-1 0-1,0-1 0,-1 0 1,1 0-1,-2 0 1,-13 12-1,-18 11-1107,-1-3 0,-2-1 0,0-1 0,-2-3 0,-86 34 0,34-27-3834,65-22 2514,-25 9-4407</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3.203"/>
    </inkml:context>
    <inkml:brush xml:id="br0">
      <inkml:brushProperty name="width" value="0.05" units="cm"/>
      <inkml:brushProperty name="height" value="0.05" units="cm"/>
      <inkml:brushProperty name="color" value="#E5F420"/>
    </inkml:brush>
  </inkml:definitions>
  <inkml:trace contextRef="#ctx0" brushRef="#br0">269 12 14317,'-57'0'2225,"64"-12"2411,-14 24-2508,0 0 1280,0 10-2167,-3-1-253,0 9-200,-3 15-212,-4-6-452,0 0-708,1 4-876,-8-1-889,-3 9-1143,-6 3-3157,3 1-6264</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3.504"/>
    </inkml:context>
    <inkml:brush xml:id="br0">
      <inkml:brushProperty name="width" value="0.05" units="cm"/>
      <inkml:brushProperty name="height" value="0.05" units="cm"/>
      <inkml:brushProperty name="color" value="#E5F420"/>
    </inkml:brush>
  </inkml:definitions>
  <inkml:trace contextRef="#ctx0" brushRef="#br0">146 1 11485,'-13'21'1162,"1"0"1,0 1-1,-13 40 0,-16 77 2321,41-136-3421,-14 59 781,2 1 1,4 0-1,2 0 0,3 0 1,3 1-1,3 0 0,14 82 1,2-38-418,6-1 0,4-1 0,60 145 0,-58-178-637,4-1 0,2-2 0,3-2 1,3-2-1,4-2 0,1-1 0,84 81 0,-84-100-426,1-1 0,2-3 0,2-2 0,1-2 0,2-3 0,2-2 0,0-2 0,2-4 0,93 28 0,-80-35-2182,1-2 0,148 10 0,-29-22-5813</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23.726"/>
    </inkml:context>
    <inkml:brush xml:id="br0">
      <inkml:brushProperty name="width" value="0.05" units="cm"/>
      <inkml:brushProperty name="height" value="0.05" units="cm"/>
      <inkml:brushProperty name="color" value="#E5F420"/>
    </inkml:brush>
  </inkml:definitions>
  <inkml:trace contextRef="#ctx0" brushRef="#br0">580 1 9613,'-12'57'1761,"4"1"0,2 0 0,2 1 0,6 81 0,15 330 2562,-19-315-3456,-23 160 0,1-147-1039,-65 239 0,65-327-1056,-3-1 0,-4-1 0,-4-1-1,-87 142 1,31-91-4520,-8-8-3510</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01.362"/>
    </inkml:context>
    <inkml:brush xml:id="br0">
      <inkml:brushProperty name="width" value="0.05" units="cm"/>
      <inkml:brushProperty name="height" value="0.05" units="cm"/>
      <inkml:brushProperty name="color" value="#E5F420"/>
    </inkml:brush>
  </inkml:definitions>
  <inkml:trace contextRef="#ctx0" brushRef="#br0">34 130 2456,'-2'1'6,"-16"12"58,17-13-62,1 0 0,-1 0 0,1 0 1,0 0-1,-1 0 0,1 0 0,-1 0 1,1 0-1,0 0 0,-1 0 0,1 0 0,-1 0 1,1 0-1,0 0 0,-1 0 0,1 0 1,0-1-1,-1 1 0,1 0 0,0 0 1,-1 0-1,1-1 0,0 1 0,-1 0 0,1 0 1,0-1-1,-1 1 0,1 0 0,0-1 1,0 1-1,-1 0 0,1-1 0,0 1 1,0 0-1,0-1 0,0 1 0,0 0 0,-1-1 1,1 0-1,-1-2 555,22-23 1531,-15 22-1811,-1 1 0,1 0 0,-1 0 0,1 0 0,10-2 0,-10 3-126,0 0 1,0-1-1,0 1 1,0-1-1,10-7 1,-4 1 230,1 2 0,0-1 1,17-6-1,19-11 5878,-52 26-6122,-31 12 23,31-12-205,0 0 99,-22 19 59,23-17-7,-4 0-94,1 0-1,0 1 0,0-1 0,0 1 0,1 0 1,-8 9-1,10-11-14,2 18-131,1 7 221,-1-18-78,0-1 0,0 1 0,-1-1 1,-2 14-1,2-20-10,0-1 0,1 1 0,-1 0 0,1 0 0,-1 0 0,1-1 0,0 1 0,0 0 0,-1 0 0,2 0 0,-1 0 0,0 0 0,0 0 1,0-1-1,1 1 0,-1 0 0,2 3 0,2 10 34,-4 20-39,0-31 7,3 29 113,1-3-304,-4-27 169,24 20-1928,-21-17 1478,3 9-2359,-7-14 2616,1 0 0,-1-1 0,0 1 0,0 0 0,0 0 0,1-1 0,-1 1 0,0 0 0,0-1 0,0 1 0,0-1 0,0 1 0,0-1-1,0 1 1,-2-1 0,-18 9-4326</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45.117"/>
    </inkml:context>
    <inkml:brush xml:id="br0">
      <inkml:brushProperty name="width" value="0.05" units="cm"/>
      <inkml:brushProperty name="height" value="0.05" units="cm"/>
      <inkml:brushProperty name="color" value="#E5F420"/>
    </inkml:brush>
  </inkml:definitions>
  <inkml:trace contextRef="#ctx0" brushRef="#br0">241 31 17530,'-20'-30'8788,"20"51"-6187,0-3 1247,-13-3-3848,-1 0 0,-2 3 0,-8 12 0,7-6 0,1 3 0,-4 0 0,10-11 0,-11 2-1084,1 3-1532,0 3-5917,-10 18-9017</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45.480"/>
    </inkml:context>
    <inkml:brush xml:id="br0">
      <inkml:brushProperty name="width" value="0.05" units="cm"/>
      <inkml:brushProperty name="height" value="0.05" units="cm"/>
      <inkml:brushProperty name="color" value="#E5F420"/>
    </inkml:brush>
  </inkml:definitions>
  <inkml:trace contextRef="#ctx0" brushRef="#br0">392 0 17178,'-6'2'805,"0"1"0,0 0 1,0 0-1,0 0 1,1 0-1,0 1 1,-1 0-1,1 0 0,0 1 1,1-1-1,-1 1 1,-4 7-1,-2 2 281,1 1 0,1 0-1,-11 23 1,0 12-844,3 1 0,-12 53 0,15-53-192,4-8-50,1 1 0,3 0 0,1 0 0,2 1 0,2-1 0,2 1 0,2-1 0,2 1 0,2-1 0,2-1 0,18 54 0,-20-76 0,2-1 0,0 0 0,1 0 0,2-1 0,-1-1 0,2 0 0,1 0 0,0-1 0,1-1 0,18 15 0,-23-22 0,0-1 0,1 0 0,0 0 0,1-1 0,-1-1 0,1 0 0,1 0 0,-1-1 0,1-1 0,0 0 0,0-1 0,0 0 0,0-1 0,0-1 0,1 0 0,-1 0 0,20-3 0,-28 1 0,-1 0 0,1 0 0,-1 0 0,1 0 0,-1-1 0,0 0 0,1 0 0,5-4 0,-9 5 0,0 1 0,0-1 0,0 0 0,0 1 0,-1-1 0,1 0 0,0 0 0,0 0 0,-1 1 0,1-1 0,0 0 0,-1 0 0,1 0 0,-1 0 0,0 0 0,1 0 0,-1 0 0,0 0 0,1 0 0,-1-1 0,0 1 0,0 0 0,0 0 0,0 0 0,0 0 0,0 0 0,0 0 0,0 0 0,-1 0 0,1 0 0,0 0 0,-1 0 0,1-1 0,-1 2 0,1-1 0,-1 0 0,1 0 0,-1 0 0,0 0 0,0-1 0,-4-3 0,-1-1 0,1 2 0,-1-1 0,0 0 0,-1 1 0,1 0 0,-1 1 0,1-1 0,-1 1 0,0 0 0,0 1 0,-1 0 0,1 0 0,0 1 0,-9-1 0,-13-2 0,0 2 0,-46 3 0,44 1-371,-1 2 1,-41 10-1,-58 26-4843,119-35 4062,0 0 1,1 0-1,-20 13 0,-6 13-5523,8 1-5500</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45.743"/>
    </inkml:context>
    <inkml:brush xml:id="br0">
      <inkml:brushProperty name="width" value="0.05" units="cm"/>
      <inkml:brushProperty name="height" value="0.05" units="cm"/>
      <inkml:brushProperty name="color" value="#E5F420"/>
    </inkml:brush>
  </inkml:definitions>
  <inkml:trace contextRef="#ctx0" brushRef="#br0">1153 13 16213,'13'-12'5283,"-12"18"-2873,9 33-882,2-1 0,2-1 0,1 0 0,26 46-1,10 22-474,11 57-968,56 230-1,-95-300-84,-4 2 0,-4 0 0,-4 1 0,-1 143 0,-13-174 0,-2-1 0,-3 0 0,-3 0 0,-3-1 0,-2 0 0,-3-2 0,-46 102 0,33-99-535,-4-1-1,-1-2 1,-4-2-1,-2-1 1,-3-3-1,-1-1 1,-83 69-1,62-67-1170,-2-3-1,-2-4 0,-2-3 0,-1-3 0,-148 59 0,13-28-4253,-12-3-3338</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03.391"/>
    </inkml:context>
    <inkml:brush xml:id="br0">
      <inkml:brushProperty name="width" value="0.05" units="cm"/>
      <inkml:brushProperty name="height" value="0.05" units="cm"/>
      <inkml:brushProperty name="color" value="#E5F420"/>
    </inkml:brush>
  </inkml:definitions>
  <inkml:trace contextRef="#ctx0" brushRef="#br0">162 13 9077,'-27'-12'7088,"23"12"-5821,-32 2 693,33-1 187,-17 8-1541,17-7-538,0 0-1,-1 1 1,1-1-1,0 1 1,0 0-1,1 0 1,-1 0-1,0 0 0,1 0 1,0 1-1,-2 4 1,2-5 445,-1 9 79,3-11-704,0 0-1,0 0 0,0 0 0,0-1 0,0 1 0,0 0 0,0 0 0,-1 0 0,1 0 0,0 0 0,0 0 0,-1 0 0,1-1 0,-1 1 0,1 0 0,-1 0 0,1 0 0,-1-1 0,1 1 0,-2 0 0,-13 4-3388,5-2-1889</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03.889"/>
    </inkml:context>
    <inkml:brush xml:id="br0">
      <inkml:brushProperty name="width" value="0.05" units="cm"/>
      <inkml:brushProperty name="height" value="0.05" units="cm"/>
      <inkml:brushProperty name="color" value="#E5F420"/>
    </inkml:brush>
  </inkml:definitions>
  <inkml:trace contextRef="#ctx0" brushRef="#br0">137 168 10989,'-3'-87'5749,"-16"21"1184,18 65-6711,0 0 1,0 0-1,0 0 0,0 0 1,0 0-1,0 0 1,0 0-1,0 0 0,0 0 1,0 1-1,0-1 1,-1 0-1,1 1 0,0-1 1,0 1-1,-1-1 1,1 1-1,0 0 0,-1 0 1,1-1-1,0 1 1,-3 0-1,-12 148 3117,3 80-2615,-1 11-806,13-234 82,-38 550 0,36 45 0,40 1 0,-11-348 0,75 322 0,-86-515-304,3-1 1,36 80-1,-37-105-1986,1 0 0,37 53 0,-33-61-861,-4-11-4286,-4-8-3977</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04.892"/>
    </inkml:context>
    <inkml:brush xml:id="br0">
      <inkml:brushProperty name="width" value="0.05" units="cm"/>
      <inkml:brushProperty name="height" value="0.05" units="cm"/>
      <inkml:brushProperty name="color" value="#E5F420"/>
    </inkml:brush>
  </inkml:definitions>
  <inkml:trace contextRef="#ctx0" brushRef="#br0">950 60 13637,'-9'-7'209,"1"1"301,0 0 1,-1 1-1,1 0 1,-1 0 0,0 1-1,0 0 1,0 0-1,-1 1 1,0 0-1,1 1 1,-1 0 0,-19-1-1,3 4 324,-1 2 0,1 0-1,-1 2 1,1 1 0,1 1-1,-1 2 1,1 0 0,1 1-1,-30 18 1,23-9-348,0 1 0,2 2 1,1 1-1,0 1 0,2 1 1,-29 36-1,19-14-426,2 1 1,2 3-1,2 0 0,2 2 1,3 1-1,2 1 0,2 1 1,-15 69-1,28-91-60,2 0 0,1 0 0,1 1 0,3-1 0,0 1 0,9 69 0,-4-78 0,2-1 0,1 1 0,1-1 0,1 0 0,1-1 0,1 0 0,1 0 0,1-2 0,30 40 0,-16-30-249,1-2 0,2-1 0,1-2 0,1 0 0,1-2 0,2-2-1,45 24 1,-13-14-940,0-2 0,2-4 0,88 24 0,-80-33-1542,137 16-1,-17-18-4588,-39-7-2931</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05.238"/>
    </inkml:context>
    <inkml:brush xml:id="br0">
      <inkml:brushProperty name="width" value="0.05" units="cm"/>
      <inkml:brushProperty name="height" value="0.05" units="cm"/>
      <inkml:brushProperty name="color" value="#E5F420"/>
    </inkml:brush>
  </inkml:definitions>
  <inkml:trace contextRef="#ctx0" brushRef="#br0">717 1 12997,'-41'3'2392,"0"1"0,-79 21 0,106-21-1955,0 1 1,1 1-1,0 0 1,0 1-1,0 1 1,1 0-1,0 0 1,0 1-1,1 1 0,0 0 1,-17 21-1,17-15-256,0 0-1,0 1 1,2 0-1,0 1 1,1 0 0,1 1-1,1-1 1,1 1-1,0 0 1,1 1-1,1-1 1,0 21-1,1 32 18,3-1 1,11 72-1,-3-28-126,-6-68-189,-2-1 0,-2 1 0,-11 68 0,7-93 64,0 0 0,-1 0 0,-1-1 0,-1 0 0,-1 0 0,0 0 0,-2-2 0,-1 1 0,-16 21 1,11-19 57,5-6 40,-28 30 0,36-42 6,-1 0 0,1 0 0,-1 0 0,0-1 0,-1 0 0,1 0 0,0 0 0,-1 0 0,1-1 0,-1 0 0,-7 1 0,12-3-40,0 1 0,0-1 0,1 0 0,-1 0 0,0 1 0,0-1 0,0 0 1,0 0-1,0 0 0,0 0 0,1 0 0,-1-1 0,0 1 0,0 0 0,0 0 0,0-1 0,0 1 0,1 0 0,-1-1 0,0 1 0,0 0 1,1-1-1,-1 1 0,0-1 0,0 0 0,1 1 0,-1-1 0,1 0 0,-1 1 0,1-1 0,-1 0 0,0-1 0,0-1 13,0 0-1,1 0 0,-1-1 1,1 1-1,0 0 0,0-1 1,0 1-1,0 0 0,2-5 1,0-5 3,2 0 1,0 1 0,0-1-1,1 1 1,0 0-1,1 1 1,12-19 0,60-74-449,298-297-9401,-294 330 3794,1 14-3683</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05.379"/>
    </inkml:context>
    <inkml:brush xml:id="br0">
      <inkml:brushProperty name="width" value="0.05" units="cm"/>
      <inkml:brushProperty name="height" value="0.05" units="cm"/>
      <inkml:brushProperty name="color" value="#E5F420"/>
    </inkml:brush>
  </inkml:definitions>
  <inkml:trace contextRef="#ctx0" brushRef="#br0">634 0 15241,'-40'57'3125,"3"-32"-349,7 5 76,-4 3-308,-3 0-339,0 0-429,-6 12-356,-4 1-592,-3 8-828,-4 6 0,-6-3 0,6 1-900,14 2-1052,3-3-628,14-2-709,13-10-3783,10-3-6918</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05.570"/>
    </inkml:context>
    <inkml:brush xml:id="br0">
      <inkml:brushProperty name="width" value="0.05" units="cm"/>
      <inkml:brushProperty name="height" value="0.05" units="cm"/>
      <inkml:brushProperty name="color" value="#E5F420"/>
    </inkml:brush>
  </inkml:definitions>
  <inkml:trace contextRef="#ctx0" brushRef="#br0">543 0 13921,'-80'109'2384,"53"-49"-91,-10 10-393,-3 2-148,0 9-296,-4 7-292,0 17-228,1 13-240,9 8-504,-2 13-780,5-3-440,1-7-604,4-8-344,9-13-4,10-11-32,0-13-601,7-17-1679,10-13-3297</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0:05.827"/>
    </inkml:context>
    <inkml:brush xml:id="br0">
      <inkml:brushProperty name="width" value="0.05" units="cm"/>
      <inkml:brushProperty name="height" value="0.05" units="cm"/>
      <inkml:brushProperty name="color" value="#E5F420"/>
    </inkml:brush>
  </inkml:definitions>
  <inkml:trace contextRef="#ctx0" brushRef="#br0">1042 76 9653,'-20'-41'2458,"20"40"-2283,-1 0 0,1 0 0,0 0-1,-1 0 1,1 0 0,0 0 0,0 0 0,0 0 0,-1 0-1,1 0 1,0 0 0,0-1 0,1 1 0,-1 0-1,0 0 1,0 0 0,1 0 0,-1 0 0,0 0 0,1 0-1,-1 0 1,1 0 0,-1 0 0,1 0 0,0 0 0,0-1-1,2-3 2321,-2 17-1589,0 1-1,-1 0 0,-2 19 0,-1 19 444,5 8-154,3 1 1,19 87-1,40 119 574,-47-203-1403,163 782 2042,-166-735-2362,-5 1 1,-5 0-1,-4 0 0,-6 0 1,-34 196-1,26-251-313,-1-1 0,-3-1 0,-32 67 0,-188 352-3411,212-426 3008,-3-2 0,-2 0 0,-60 67-1,29-47-993,-4-3 0,-128 94-1,-49-2-5361,21-40-3247</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44.314"/>
    </inkml:context>
    <inkml:brush xml:id="br0">
      <inkml:brushProperty name="width" value="0.05" units="cm"/>
      <inkml:brushProperty name="height" value="0.05" units="cm"/>
      <inkml:brushProperty name="color" value="#E5F420"/>
    </inkml:brush>
  </inkml:definitions>
  <inkml:trace contextRef="#ctx0" brushRef="#br0">856 47 13213,'-4'-1'646,"1"-1"-1,-1 1 1,1-1-1,0 0 0,-1-1 1,1 1-1,0 0 1,0-1-1,1 0 1,-4-3-1,4 4-394,0 0 1,-1 0-1,1 0 0,-1 1 0,0-1 0,0 1 0,1-1 0,-1 1 1,0 0-1,0 0 0,0 0 0,0 1 0,0-1 0,-1 1 1,1 0-1,0-1 0,0 1 0,0 1 0,0-1 0,0 0 1,-4 2-1,-5-1 191,0 2 0,1 0 0,-1 0 0,-13 7 0,-2 4 174,0 2 0,1 1 1,1 1-1,-41 39 0,34-30-246,-188 178 882,171-153-1247,3 2 0,-48 74 0,81-109-5,2 2 0,-13 28 0,20-41 0,1 1 0,0-1 0,1 1 0,0 0 0,0 0 0,1 0 0,0 0 0,0 0 0,2 9 0,-1-15 0,0 0 0,0 0 0,1-1 0,0 1 0,0 0 0,-1 0 0,1-1 0,1 1 0,-1-1 0,0 1 0,1-1 0,-1 1 0,1-1 0,0 0 0,0 0 0,0 0 0,0 0 0,4 3 0,-2-2 0,0-1 0,-1-1 0,2 1 0,-1 0 0,0-1 0,0 0 0,0 0 0,1 0 0,-1 0 0,0-1 0,6 0 0,3 0 0,0-1 0,0-1 0,0 0 0,-1-1 0,1 0 0,-1-1 0,16-7 0,2-3 0,-2-2 0,0-1 0,0-2 0,39-34 0,91-101 0,-86 80 0,27-28 0,118-108 0,-216 209 0,0 0 0,0 0 0,0 0 0,0 1 0,1-1 0,-1 0 0,0 1 0,0-1 0,0 1 0,1 0 0,-1-1 0,0 1 0,0 0 0,1 0 0,-1 0 0,0 0 0,1 0 0,-1 0 0,0 0 0,0 0 0,1 0 0,-1 0 0,0 1 0,0-1 0,1 1 0,-1-1 0,0 1 0,0-1 0,0 1 0,0 0 0,0 0 0,0-1 0,0 1 0,0 0 0,0 0 0,0 0 0,0 0 0,1 2 0,1 1 0,-1 0 0,1 0 0,-1 0 0,0 0 0,0 0 0,0 1 0,-1-1 0,1 0 0,-1 1 0,1 5 0,-1 39 0,-1-1 0,-13 90 0,5-74 0,-27 146 0,2-9 0,24-121-121,-2 27-1472,-6-1-3624,2-19-3330,12-5-5758</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9:46.168"/>
    </inkml:context>
    <inkml:brush xml:id="br0">
      <inkml:brushProperty name="width" value="0.05" units="cm"/>
      <inkml:brushProperty name="height" value="0.05" units="cm"/>
      <inkml:brushProperty name="color" value="#E5F420"/>
    </inkml:brush>
  </inkml:definitions>
  <inkml:trace contextRef="#ctx0" brushRef="#br0">594 97 11533,'-11'-13'714,"-1"1"0,0 0 1,0 0-1,-20-13 0,27 22-460,1 0 1,-1 1-1,0-1 0,0 1 0,0 0 1,0 0-1,0 1 0,-1 0 0,1 0 1,0 0-1,-1 0 0,1 1 1,-1 0-1,1 0 0,0 0 0,-1 1 1,1 0-1,-7 2 0,4-1 14,0 2-1,0-1 1,1 1-1,-1 0 1,1 1 0,0 0-1,0 0 1,1 0-1,-1 1 1,-9 11-1,-3 6 740,-27 43 0,14-11-134,2 0-1,2 2 1,3 1 0,-24 84-1,24-47-187,4 0 0,-11 110 0,24-113-646,3 0-1,5 0 1,3 0 0,5 0 0,3-1 0,5 0 0,3-1 0,5-1 0,3-1 0,62 134 0,-37-116-1758,113 169-1,-116-207-111,2-3-1,3-2 1,82 74 0,24-7-4094</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02.792"/>
    </inkml:context>
    <inkml:brush xml:id="br0">
      <inkml:brushProperty name="width" value="0.05" units="cm"/>
      <inkml:brushProperty name="height" value="0.05" units="cm"/>
      <inkml:brushProperty name="color" value="#E5F420"/>
    </inkml:brush>
  </inkml:definitions>
  <inkml:trace contextRef="#ctx0" brushRef="#br0">208 1 8773,'-9'1'483,"1"0"0,-1 1 0,1 1 0,0-1 0,0 1 0,0 1-1,0-1 1,0 1 0,1 1 0,-8 4 0,11-6-62,0 0-1,-1 0 1,1-1-1,-1 0 1,0 0-1,0 0 1,0 0-1,0-1 1,0 0-1,0 0 1,0-1-1,-10 1 1,-22-1-17,34 0-398</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1:03.964"/>
    </inkml:context>
    <inkml:brush xml:id="br0">
      <inkml:brushProperty name="width" value="0.05" units="cm"/>
      <inkml:brushProperty name="height" value="0.05" units="cm"/>
      <inkml:brushProperty name="color" value="#E5F420"/>
    </inkml:brush>
  </inkml:definitions>
  <inkml:trace contextRef="#ctx0" brushRef="#br0">490 1 9885,'11'27'1816,"-9"-21"-348,-1-4-292,0 2-718,0 0-1,-1 0 1,1-1 0,-1 1 0,0 0 0,0 0 0,0 0 0,-1-1 0,1 1 0,-2 5 0,1-7-251,1-1 0,-1 1 0,0-1-1,1 0 1,-1 1 0,0-1 0,0 0 0,0 1 0,0-1 0,0 0 0,0 0 0,-1 0 0,1 0 0,0 0 0,-1 0-1,1 0 1,-3 1 0,-4 3-682,6-4 730,1 1-252,-36 37 93,35-38 32,-31 5-193,10 1 132,14-4-80,0 0 1,0 0-1,1 1 1,-1 0 0,1 0-1,0 1 1,1 0-1,-11 9 1,-2 4 7,-103 102-26,94-91 21,23-24 2,4-2-17,-17 16 44,17-17 229,14-20-297,-10 16-93,-2 9 140,0 0-1,-1-1 1,0 1-1,0 0 1,-1 0 0,1 0-1,-1 0 1,-4 7-1,-5 6-1,0 0-1,-16 20 1,27-40 4,0 0 0,0 0 0,0 0 0,-1 0 1,1 0-1,0 0 0,0-1 0,0 1 0,0 0 0,0 0 1,0 0-1,0 0 0,0 0 0,0 0 0,-1 0 0,1 0 1,0 0-1,0 0 0,0 0 0,0 0 0,0 0 0,0 0 0,0 0 1,-1 0-1,1 0 0,0 0 0,0 0 0,0 0 0,0 0 1,0 0-1,0 0 0,-1 0 0,1 0 0,0 0 0,0 0 1,0 0-1,0 0 0,0 0 0,0 0 0,0 0 0,0 0 1,-1 0-1,1 0 0,0 0 0,0 0 0,0 0 0,0 1 1,0-1-1,0 0 0,0 0 0,3-22 11,-1 14 29,1-1-1,0 0 1,7-14 0,35-42 162,-43 63-78,4-16 123,-2 4-3123,-65-5 1237,58 18 1598,0-1-1,0-1 1,0 1 0,1 0-1,-1 0 1,1-1-1,0 0 1,-1 1 0,1-1-1,0 0 1,0 0-1,1 0 1,-1 0 0,1-1-1,-2-3 1,-2-3-76,4 7 107,0 0-1,0 0 1,0 1 0,0-1-1,1 0 1,-1 0-1,1-1 1,0 1-1,0 0 1,0 0 0,0 0-1,0 0 1,1 0-1,-1 0 1,1 0-1,0 0 1,1-4-1,5-27-22,-7 14-115,0-28-1295,-8 15-5022,-1 13-696</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25.267"/>
    </inkml:context>
    <inkml:brush xml:id="br0">
      <inkml:brushProperty name="width" value="0.05" units="cm"/>
      <inkml:brushProperty name="height" value="0.05" units="cm"/>
      <inkml:brushProperty name="color" value="#F6630D"/>
    </inkml:brush>
  </inkml:definitions>
  <inkml:trace contextRef="#ctx0" brushRef="#br0">8 4 3056,'14'15'20435,"-25"-24"-27944,0-1 2425</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26.082"/>
    </inkml:context>
    <inkml:brush xml:id="br0">
      <inkml:brushProperty name="width" value="0.05" units="cm"/>
      <inkml:brushProperty name="height" value="0.05" units="cm"/>
      <inkml:brushProperty name="color" value="#F6630D"/>
    </inkml:brush>
  </inkml:definitions>
  <inkml:trace contextRef="#ctx0" brushRef="#br0">1766 130 6509,'1'-1'166,"-1"0"0,0-1 0,0 1 1,0 0-1,0-1 0,0 1 0,-1 0 1,1-1-1,0 1 0,-1 0 0,1 0 1,-1-1-1,1 1 0,-1 0 1,0 0-1,1 0 0,-1-1 0,0 1 1,-1-1-1,1 1-58,1 1 0,-1-1-1,1 0 1,-1 1 0,0-1 0,1 0 0,0 0 0,-1 1-1,1-1 1,-1 0 0,1 0 0,0 0 0,0 1 0,-1-1-1,1 0 1,0 0 0,0 0 0,0 0 0,0 0 0,0 0-1,0 1 1,0-1 0,0 0 0,1 0 0,-1 0 0,0 0 0,0 0-1,1 0 1,2-5 682,-1 1 0,1-1-1,-1 0 1,0 0 0,-1 0-1,1 0 1,-1 0 0,-1 0-1,1-1 1,-1 1 0,0-7-1,-9 28-307,4-7-361,-37 76 1166,27-51-777,-1 0 0,-25 36-1,-20 16-76,-3-2 0,-4-3-1,-119 108 1,-244 152 50,-56 49-266,482-385-214,-25 22 6,2 1 0,1 1 0,-30 39 1,56-65 12,-2 0-6,-21 20-89,25-16-127,1-1 0,0-1 0,0 1 0,0 0 0,1 0 0,-1-1 0,1 0 0,0 1 0,0-1 0,6 5 0,-8-7 26,0 2 50,7 36 5,-7-36 22,-1-3 89,-1 1 0,0-1 0,1 1 0,-1-1 0,1 0 0,-1 1-1,1-1 1,0 1 0,0-1 0,0 1 0,0-1 0,0 1 0,0 0 0,0-1 0,1 2 0,-2 18 103,-1 14-76,2-32 14,-7 28 229,3-2-27,3-24-196,0 1 0,0 0 0,0-1 0,0 1 0,-3 5 0,-3 7 101,1-1 1,-6 29-1,-4 13 98,-19 56 122,-23 59 82,44-128-335,11-34-60,0-1-1,-1 1 1,-7 14-1,-3-10-81,12-14-669,9-2-79,2-1 442,-6 1 139,-1-1 0,1 1 0,-1-1 0,0 0 0,0 1 0,1-1 0,-1 0-1,0 0 1,0-1 0,0 1 0,0 0 0,0-1 0,0 1 0,0-1 0,-1 0-1,3-2 1,23-37-4295,-14 19-779,4-3-4749</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26.439"/>
    </inkml:context>
    <inkml:brush xml:id="br0">
      <inkml:brushProperty name="width" value="0.05" units="cm"/>
      <inkml:brushProperty name="height" value="0.05" units="cm"/>
      <inkml:brushProperty name="color" value="#F6630D"/>
    </inkml:brush>
  </inkml:definitions>
  <inkml:trace contextRef="#ctx0" brushRef="#br0">539 0 10557,'0'0'1777,"0"3"-161,-28 98 5102,2-13-4677,-204 682 2701,89-336-4089,48-140-174,91-287-456,-16 56 698,18-35-152,0-27-552,0 0 1,1-1-1,-1 1 1,0-1-1,0 1 0,1-1 1,-1 1-1,0-1 1,1 1-1,-1-1 1,0 1-1,1-1 0,-1 1 1,1-1-1,-1 0 1,1 1-1,-1-1 0,1 0 1,-1 1-1,1-1 1,-1 0-1,1 0 1,-1 1-1,1-1 0,-1 0 1,1 0-1,0 0 1,-1 0-1,1 0 1,-1 0-1,1 0 0,0 0 1,15-2 90,-1-2 0,0 1 0,-1-2 0,1 0 0,-1-1 0,0 0 0,15-10 0,31-13 39,320-108-188,12 22-2454,5-2-4986,-219 63 414,2 5-4347</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7.223"/>
    </inkml:context>
    <inkml:brush xml:id="br0">
      <inkml:brushProperty name="width" value="0.05" units="cm"/>
      <inkml:brushProperty name="height" value="0.05" units="cm"/>
      <inkml:brushProperty name="color" value="#F6630D"/>
    </inkml:brush>
  </inkml:definitions>
  <inkml:trace contextRef="#ctx0" brushRef="#br0">6 1 5012,'0'0'15402,"-1"3"-15034,-1 4-252,1 0 1,0 0-1,1 1 0,-1-1 1,1 0-1,1 0 0,-1 0 1,3 8-1,15 64 565,13 17 44,46 97-1,-38-99-474,297 612 1256,-254-544-1330,581 1085-922,-582-1097 101,121 201-1936,-195-340 2303,1-1 1,-1-1 0,15 14-1,-21-22 178,0 0 0,0 0 0,0 0 0,0 0 0,1 0 0,-1-1 0,0 1-1,0 0 1,1-1 0,-1 1 0,1-1 0,-1 1 0,0-1 0,1 0 0,-1 1-1,3-1 1,-3 0-28,0-1-1,0 1 1,0-1-1,0 0 1,0 1-1,0-1 0,0 0 1,-1 0-1,1 1 1,0-1-1,-1 0 1,1 0-1,0 0 0,-1 0 1,1 0-1,-1 0 1,0 0-1,1 0 1,-1 0-1,0 0 0,1 0 1,-1 0-1,0 0 1,0 0-1,0 0 1,0 0-1,0-1 0,2-35-4682,4-16-2901</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7.598"/>
    </inkml:context>
    <inkml:brush xml:id="br0">
      <inkml:brushProperty name="width" value="0.05" units="cm"/>
      <inkml:brushProperty name="height" value="0.05" units="cm"/>
      <inkml:brushProperty name="color" value="#F6630D"/>
    </inkml:brush>
  </inkml:definitions>
  <inkml:trace contextRef="#ctx0" brushRef="#br0">1 877 10421,'7'16'213,"-2"0"86,2 0 0,1-1-1,0 1 1,0-2 0,2 1 0,-1-2-1,24 25 1,15 6 1164,98 67-1,65 21-163,113 44-377,-266-149-817,1-3 0,2-2 0,107 23 0,-157-43-93,0 0 1,1-1 0,-1 0-1,1-1 1,-1 0 0,1-1-1,-1-1 1,1 1 0,-1-2-1,0 1 1,0-2 0,0 1-1,0-2 1,15-7 0,-17 6 39,-1 1 1,-1-1-1,1-1 0,-1 1 1,0-1-1,0 0 1,-1-1-1,0 0 0,0 0 1,-1 0-1,0 0 1,0-1-1,-1 0 0,0 0 1,-1 0-1,0 0 1,2-12-1,8-50 547,-2-1 1,1-103-1,-17-146-182,-1 123-729,6 188 260,6-378-4982,-3 353 2416,9-41 0,13-18-5702</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9.482"/>
    </inkml:context>
    <inkml:brush xml:id="br0">
      <inkml:brushProperty name="width" value="0.05" units="cm"/>
      <inkml:brushProperty name="height" value="0.05" units="cm"/>
      <inkml:brushProperty name="color" value="#F6630D"/>
    </inkml:brush>
  </inkml:definitions>
  <inkml:trace contextRef="#ctx0" brushRef="#br0">3082 115 6457,'7'-28'1365,"-3"14"135,0 0 0,-1-1 0,2-25 1,-5 36 39,-2 5-1445,1-1 1,-1 1-1,1 0 1,-1-1-1,1 1 1,-1 0-1,1 0 1,0 0-1,-1 0 1,1 0-1,0 0 1,-1 2-1,-6 4 152,-22 18 523,-49 55 0,15-13-215,-1119 1147 1827,772-757-3497,-497 717 0,578-644-5914,285-445 3295,17-11-1617</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0.078"/>
    </inkml:context>
    <inkml:brush xml:id="br0">
      <inkml:brushProperty name="width" value="0.05" units="cm"/>
      <inkml:brushProperty name="height" value="0.05" units="cm"/>
      <inkml:brushProperty name="color" value="#F6630D"/>
    </inkml:brush>
  </inkml:definitions>
  <inkml:trace contextRef="#ctx0" brushRef="#br0">1005 53 5485,'0'-30'10240,"12"8"-5869,-30 44 1579,15-21-5580,-4 2-237,1 0 1,-1 1 0,1 0-1,0 0 1,0 0 0,0 1-1,1 0 1,0 0 0,0 0 0,0 1-1,-4 6 1,-10 15 280,-18 36 0,29-47-233,-98 188 1726,-155 427 0,12 252-2430,89-47-5586,95-275-5457,48-316-95</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0.750"/>
    </inkml:context>
    <inkml:brush xml:id="br0">
      <inkml:brushProperty name="width" value="0.05" units="cm"/>
      <inkml:brushProperty name="height" value="0.05" units="cm"/>
      <inkml:brushProperty name="color" value="#F6630D"/>
    </inkml:brush>
  </inkml:definitions>
  <inkml:trace contextRef="#ctx0" brushRef="#br0">6378 1 7453,'-21'3'347,"-5"-1"296,0 2 0,0 2 1,1 0-1,0 1 0,-37 16 1,-375 193 5672,24-10-3751,-710 402-187,101 26-1805,26 50-822,-643 639-3142,1549-1244 2668,-165 138-1847,211-181 1611,-41 32-685,22-29-4482</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38.143"/>
    </inkml:context>
    <inkml:brush xml:id="br0">
      <inkml:brushProperty name="width" value="0.05" units="cm"/>
      <inkml:brushProperty name="height" value="0.05" units="cm"/>
      <inkml:brushProperty name="color" value="#F6630D"/>
    </inkml:brush>
  </inkml:definitions>
  <inkml:trace contextRef="#ctx0" brushRef="#br0">234 36 7733,'-37'-36'6858,"37"75"-2961,-20-36-2865,14-2-904,0 0 0,1 1 1,-1-1-1,1 1 0,0 0 0,-1 0 1,1 1-1,0 0 0,0-1 0,0 2 1,1-1-1,-1 1 0,1-1 0,-5 6 1,3-2-53,1 1 1,0-1-1,0 1 1,0 0-1,1 1 1,1-1 0,-1 1-1,-2 9 1,-7 25 566,12-41-168,1 0-348,0 0 0,0 0 0,-1 1 0,1-1 0,-1 0 0,0 0 0,1 0 0,-1 0 0,0 0 0,0 0 0,0-1 0,0 1 0,-1 0 0,-1 1 0,3-3-75,-21 7-1031,17-9-1097,12-6 311,-6 6 1077,0 1 0,0 0 0,-1-1-1,1 0 1,-1 1 0,1-1 0,-1 0 0,1 0 0,-1 0 0,0 0 0,2-3-1,1-8-8457</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35.235"/>
    </inkml:context>
    <inkml:brush xml:id="br0">
      <inkml:brushProperty name="width" value="0.05" units="cm"/>
      <inkml:brushProperty name="height" value="0.05" units="cm"/>
      <inkml:brushProperty name="color" value="#F6630D"/>
    </inkml:brush>
  </inkml:definitions>
  <inkml:trace contextRef="#ctx0" brushRef="#br0">59 76 4604,'-20'-27'740,"0"34"-625,7-4 293,8-6 435,13-22-1652,-1 10-752,-1 0 205</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27.900"/>
    </inkml:context>
    <inkml:brush xml:id="br0">
      <inkml:brushProperty name="width" value="0.05" units="cm"/>
      <inkml:brushProperty name="height" value="0.05" units="cm"/>
      <inkml:brushProperty name="color" value="#F6630D"/>
    </inkml:brush>
  </inkml:definitions>
  <inkml:trace contextRef="#ctx0" brushRef="#br0">1732 106 6705,'0'-5'562,"-1"-1"1,1 1-1,0-1 1,1 1-1,-1-1 1,3-8-1,-3 11-218,0 1 0,0 0-1,0-1 1,-1 1 0,1 0-1,-1-1 1,1 1 0,-1 0-1,0 0 1,0 0 0,-1-4-1,0 3 374,2 0 1906,-1 1-2299,1 1 0,-1-1 1,0 0-1,0 1 0,0-1 0,0 0 1,0 1-1,0 0 0,0-1 1,0 1-1,-1 0 0,-1-3 0,-111 190 3920,-41 62-2696,74-145-1050,-181 183 0,-126 64-85,172-161-308,132-110-1252,3 3 0,4 3 0,-114 164-1,185-240 904,-31 52-1897,34-55 1357,0-1 1,1 1 0,-1 0 0,2 0-1,-1 0 1,1 0 0,-1 0 0,1 10-1,2-9-4159,8 8-2733</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28.204"/>
    </inkml:context>
    <inkml:brush xml:id="br0">
      <inkml:brushProperty name="width" value="0.05" units="cm"/>
      <inkml:brushProperty name="height" value="0.05" units="cm"/>
      <inkml:brushProperty name="color" value="#F6630D"/>
    </inkml:brush>
  </inkml:definitions>
  <inkml:trace contextRef="#ctx0" brushRef="#br0">710 1 10849,'-28'38'643,"-65"99"2395,-7 56 1095,56-102-2972,-104 244 972,125-277-1874,-220 541 1267,233-579-1469,7-15 9,0 1-1,0-1 1,1 0-1,0 1 1,0-1-1,1 1 1,-1 0 0,1 0-1,0 0 1,0 7-1,1-13-57,0 1 0,0-1-1,0 1 1,0-1 0,0 1-1,0-1 1,0 1 0,1-1-1,-1 0 1,0 1 0,0-1-1,0 1 1,0-1 0,1 1-1,-1-1 1,0 0 0,0 1-1,1-1 1,-1 0 0,0 1-1,0-1 1,1 0 0,-1 1-1,0-1 1,1 0 0,-1 0-1,1 1 1,-1-1 0,0 0-1,1 0 1,-1 0 0,1 0-1,-1 1 1,1-1 0,-1 0-1,0 0 1,1 0 0,-1 0-1,1 0 1,-1 0 0,1 0-1,-1 0 1,1 0 0,-1 0-1,1-1 1,27-14 157,28-36-32,-55 51-129,78-74-405,4 4 1,2 4-1,4 3 0,99-52 1,104-39-3153,4 15-3762,-94 49-2005</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28.752"/>
    </inkml:context>
    <inkml:brush xml:id="br0">
      <inkml:brushProperty name="width" value="0.05" units="cm"/>
      <inkml:brushProperty name="height" value="0.05" units="cm"/>
      <inkml:brushProperty name="color" value="#F6630D"/>
    </inkml:brush>
  </inkml:definitions>
  <inkml:trace contextRef="#ctx0" brushRef="#br0">1 101 5236,'16'-42'3958,"-12"9"2625,-4 32-6374,-1 0 0,1 0 0,0 1 0,0-1 0,0 0 0,0 0 0,0 0 0,0 0 0,0 0 0,0 1 0,0-1 0,0 0 0,1 0 1,-1 0-1,0 0 0,1 1 0,-1-1 0,0 0 0,1 0 0,-1 1 0,1-1 0,-1 0 0,1 1 0,0-1 0,-1 0 0,1 1 0,-1-1 0,1 1 0,0-1 0,0 1 0,-1-1 1,1 1-1,0 0 0,0-1 0,0 1 0,0 0 0,3 0 119,0 0-1,0 1 1,-1 0 0,1 0-1,0 0 1,-1 0 0,6 3 0,-7-3-581,347 157 2255,489 119-1038,-682-230-908,318 89-106,-171-47-81,196 56-224,-237-69 135,-67-18 111,403 124-189,-543-162 302,0 2 0,63 37-1,-25-4-2366,-79-46 781,-11-7-637</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29.080"/>
    </inkml:context>
    <inkml:brush xml:id="br0">
      <inkml:brushProperty name="width" value="0.05" units="cm"/>
      <inkml:brushProperty name="height" value="0.05" units="cm"/>
      <inkml:brushProperty name="color" value="#F6630D"/>
    </inkml:brush>
  </inkml:definitions>
  <inkml:trace contextRef="#ctx0" brushRef="#br0">1782 0 7653,'1'2'212,"0"0"1,-1-1 0,1 1-1,0-1 1,0 1 0,0-1-1,0 0 1,0 1-1,0-1 1,0 0 0,1 0-1,-1 1 1,0-1 0,1 0-1,-1-1 1,1 1-1,2 1 1,32 12 4102,-24-10-2843,-11-4-1360,0 0 0,0 1-1,0-1 1,-1 1 0,1-1 0,0 1 0,0-1 0,-1 1-1,1 0 1,0-1 0,-1 1 0,1 0 0,-1-1-1,1 1 1,-1 0 0,1 0 0,-1 0 0,1-1 0,-1 3-1,9 10 920,31 28 794,-39-39-1387,-4-1-328,-24 4-28,-1 0 0,1-2-1,-1-2 1,1 0 0,-32-4 0,7 2-61,-326-7-541,-338-3 990,478 12-3915,-1 4-3605,145-4-2840</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29.851"/>
    </inkml:context>
    <inkml:brush xml:id="br0">
      <inkml:brushProperty name="width" value="0.05" units="cm"/>
      <inkml:brushProperty name="height" value="0.05" units="cm"/>
      <inkml:brushProperty name="color" value="#F6630D"/>
    </inkml:brush>
  </inkml:definitions>
  <inkml:trace contextRef="#ctx0" brushRef="#br0">14 139 13809,'0'1'94,"0"-1"0,0 0 1,-1 1-1,1-1 0,0 1 0,0-1 0,0 0 0,0 1 0,0-1 0,0 0 0,-1 1 0,1-1 0,0 0 0,0 1 0,-1-1 1,1 0-1,0 1 0,0-1 0,-1 0 0,1 0 0,0 1 0,-1-1 0,1 0 0,0 0 0,-1 1 0,1-1 0,0 0 0,-1 0 1,1 0-1,-1 0 0,1 0 0,0 0 0,-1 0 0,1 0 0,-1 0 0,1 0 0,-1 0 0,-1-3 1094,11-3 281,-4 4-1020,-1 1 0,1 0 1,-1 0-1,1 0 1,-1 1-1,1-1 1,0 1-1,-1 0 1,1 1-1,0-1 0,-1 1 1,8 2-1,27 2 290,92-1-1800,226-21-1,-111-21-4336,-9-23-3723,-155 31 2125</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30.065"/>
    </inkml:context>
    <inkml:brush xml:id="br0">
      <inkml:brushProperty name="width" value="0.05" units="cm"/>
      <inkml:brushProperty name="height" value="0.05" units="cm"/>
      <inkml:brushProperty name="color" value="#F6630D"/>
    </inkml:brush>
  </inkml:definitions>
  <inkml:trace contextRef="#ctx0" brushRef="#br0">309 0 10793,'-33'63'2560,"16"-42"-188,-13 16 437,20-19-405,3 15-180,-6 18-228,3-12-448,-4 13-195,-3 2-269,-3 3-292,4 0-668,2 4-1036,-6-1-888,-7-12-1221,4 6-191,3 22-3037,3 2-5632</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31.088"/>
    </inkml:context>
    <inkml:brush xml:id="br0">
      <inkml:brushProperty name="width" value="0.05" units="cm"/>
      <inkml:brushProperty name="height" value="0.05" units="cm"/>
      <inkml:brushProperty name="color" value="#F6630D"/>
    </inkml:brush>
  </inkml:definitions>
  <inkml:trace contextRef="#ctx0" brushRef="#br0">93 148 7405,'-3'-17'1087,"-1"0"-1,-1 0 1,-1 0 0,-11-23 0,15 37-944,1 0 0,-1 1-1,0 0 1,-1-1 0,1 1 0,0 0-1,-1 0 1,1 0 0,-1 0-1,0 1 1,-3-3 0,-9-5 604,15 9-754,0 0 0,-1 0 0,1 0 0,0-1 0,0 1 0,0 0 0,-1 0-1,1 0 1,0-1 0,0 1 0,0 0 0,-1 0 0,1 0 0,0 0 0,-1 0 0,1-1-1,0 1 1,0 0 0,-1 0 0,1 0 0,0 0 0,0 0 0,-1 0 0,1 0-1,0 0 1,-1 0 0,1 0 0,0 0 0,0 0 0,-1 0 0,1 1 0,0-1 0,0 0-1,-1 0 1,1 0 0,0 0 0,0 0 0,-1 0 0,1 1 0,0-1 0,0 0-1,-1 0 1,1 0 0,0 1 0,0-1 0,0 0 0,0 0 0,-1 1 0,2 19-1474,17 35-3738,3-7-48</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31.287"/>
    </inkml:context>
    <inkml:brush xml:id="br0">
      <inkml:brushProperty name="width" value="0.05" units="cm"/>
      <inkml:brushProperty name="height" value="0.05" units="cm"/>
      <inkml:brushProperty name="color" value="#F6630D"/>
    </inkml:brush>
  </inkml:definitions>
  <inkml:trace contextRef="#ctx0" brushRef="#br0">161 42 12329,'-90'-27'1484,"70"27"-512,3-3-596,0-6-1252,1 6 172,36 6-6148,0 3 3107</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32.875"/>
    </inkml:context>
    <inkml:brush xml:id="br0">
      <inkml:brushProperty name="width" value="0.05" units="cm"/>
      <inkml:brushProperty name="height" value="0.05" units="cm"/>
      <inkml:brushProperty name="color" value="#F6630D"/>
    </inkml:brush>
  </inkml:definitions>
  <inkml:trace contextRef="#ctx0" brushRef="#br0">41 0 5116,'-17'18'2845,"11"-3"-3269,2 4-788,-2-7-657,-1 3 397</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0.884"/>
    </inkml:context>
    <inkml:brush xml:id="br0">
      <inkml:brushProperty name="width" value="0.05" units="cm"/>
      <inkml:brushProperty name="height" value="0.05" units="cm"/>
      <inkml:brushProperty name="color" value="#F6630D"/>
    </inkml:brush>
  </inkml:definitions>
  <inkml:trace contextRef="#ctx0" brushRef="#br0">283 78 5104,'10'-11'2305,"-6"0"6743,-12 3-2364,-5 1-6243,12 5-260,1 0-1,-1 0 1,1 0 0,-1 1-1,0-1 1,0 0 0,0 0-1,0 0 1,0 1 0,-1-1-1,1 0 1,0 1 0,-1-1-1,1 1 1,-1-1 0,0 1-1,1 0 1,-1 0 0,0 0-1,0 0 1,1 0 0,-1 0-1,0 0 1,0 1 0,0-1-1,-3 0 1,-3-2-360,7 3 194,0 1-1,0-1 1,0 0 0,0 0 0,0 1 0,0-1 0,0 0 0,0 1 0,0-1 0,0 1 0,0-1 0,0 1 0,1 0 0,-1-1 0,0 1 0,0 0 0,1 0 0,-2 0 0,1 0 14,-22 20 24,0 2 0,2 0 1,0 1-1,1 0 0,2 2 1,1 1-1,1 0 0,-20 45 0,34-68-47,0 0 0,0 0 0,1 0 0,-1 0 0,1 0 0,0 1 0,0-1 0,0 0 0,1 1 0,0-1-1,0 1 1,0-1 0,0 0 0,0 1 0,1-1 0,0 1 0,0-1 0,0 0 0,1 0 0,-1 0 0,1 0 0,0 0 0,0 0-1,0 0 1,5 5 0,0-7 16,6-3-46,-1 0 1,1-1 0,0 0-1,-1-1 1,1-1-1,-1 0 1,0-1 0,-1 0-1,1 0 1,-1-1-1,14-10 1,124-86-1037,-126 84 804,0-1 0,-2-1 0,-1-1 0,22-28 0,-40 46 236,0 0 1,0 0 0,0 1-1,0-1 1,0-1 0,-1 1-1,1 0 1,-1 0 0,0-1-1,0 1 1,0 0 0,0-5-1,-1 6 15,0 0 0,-1 1-1,1-1 1,-1 0-1,0 1 1,1-1 0,-1 0-1,0 1 1,0-1-1,0 1 1,0-1 0,0 1-1,0 0 1,-1-1-1,1 1 1,0 0-1,-1 0 1,1 0 0,0 0-1,-1 0 1,0 0-1,1 0 1,-1 1 0,1-1-1,-3 0 1,-5-2 61,0 0 0,0 1 0,0 0 1,-1 1-1,1 0 0,0 0 1,-1 1-1,-13 1 0,-2 1 170,1 2 0,-28 6 1,41-7-135,0 0 0,0 1 1,0 0-1,-16 9 1,23-10-73,1-1 1,-1 1 0,0 0 0,1 0 0,0 0 0,0 0 0,0 0 0,0 1 0,0-1 0,1 1 0,-1 0 0,1 0 0,0 0 0,-2 6 0,3-8-18,0 0-1,1 0 0,-1 0 1,1 0-1,-1 0 0,1 0 0,0 0 1,0 0-1,0 0 0,0 0 1,0 0-1,0 0 0,1 0 1,-1 0-1,1 0 0,-1 0 1,1 0-1,0 0 0,1 2 1,0-1-11,1 0 0,0 0 1,0 0-1,0 0 1,0 0-1,0-1 1,4 3-1,-5-4 3,-1 0-8,0-1 0,0 0 0,0 1 0,0-1 0,0 0-1,0 0 1,0 1 0,0-1 0,0 0 0,0 0 0,0 0 0,0 0 0,0-1 0,0 1 0,0 0 0,0 0 0,1-1 0,-1 1 0,1-1-1,2 0-25,2-1-18,0 1 1,1-1 0,-1-1-1,0 1 1,0-1 0,-1 0 0,1 0-1,0-1 1,-1 1 0,7-7 0,1-3-182,0-1 0,13-18 0,-7 9 51,-17 21 102,-9-20-93,7 21 173,-1 0 1,0 0 0,0 0-1,0-1 1,0 1 0,1 0-1,-1 0 1,-1 0-1,1 0 1,0 0 0,0 1-1,0-1 1,0 0 0,-1 0-1,1 1 1,0-1 0,-1 1-1,1-1 1,0 1 0,-1-1-1,1 1 1,0 0-1,-1 0 1,1 0 0,-1 0-1,1 0 1,-1 0 0,1 0-1,0 0 1,-1 1 0,1-1-1,-1 0 1,-1 2-1,-9 1 21,0 0-1,-20 10 0,22-9 30,1 0-5,1 0 1,-1 1 0,1 0-1,0 0 1,1 1 0,-14 12-1,-6 5 96,20-18-107,0 1 0,0 0 0,1 1 1,0-1-1,1 1 0,-1 0 0,1 1 0,1-1 1,-1 1-1,-4 13 0,8-17-8,0 0 0,0-1 0,1 1 0,-1 0 0,1-1 0,0 1 0,0 0-1,2 6 1,-1-3-6,0-5-11,0 0 0,0 0-1,1 0 1,-1-1-1,1 1 1,-1 0-1,1-1 1,0 1-1,0-1 1,-1 0 0,1 0-1,0 1 1,0-1-1,3 1 1,-4-2 0,0 1 1,1-1-1,-1 1 0,0-1 1,1 1-1,-1-1 0,1 0 1,-1 1-1,0-1 0,1 0 1,-1 0-1,1 0 0,-1 0 1,1 0-1,-1-1 1,0 1-1,3-1 0,2 0 13,3 0-13,0 0 0,-1-1 0,1 0 0,0-1 0,-1 0 0,1 0 0,-1-1-1,0 0 1,0 0 0,14-10 0,-20 12-3,1 0-1,0 0 0,-1 0 1,1 0-1,-1-1 0,0 1 1,0 0-1,0-1 1,0 0-1,0 1 0,0-1 1,-1 0-1,0 0 1,1 0-1,-1 0 0,0 0 1,0 0-1,-1-1 0,1 1 1,-1 0-1,1 0 1,-1 0-1,0-1 0,0 1 1,-1 0-1,1 0 0,-1-1 1,1 1-1,-1 0 1,0 0-1,0 0 0,0 0 1,-3-4-1,-24-35-120,27 40 103,-4 3 16,1 0 0,0 0-1,-1 0 1,1 1-1,0 0 1,0 0 0,0 0-1,0 0 1,1 1-1,-1 0 1,1-1 0,-1 1-1,1 0 1,0 1-1,0-1 1,0 1 0,1-1-1,-1 1 1,1 0-1,0 0 1,0 0 0,0 0-1,0 0 1,1 0-1,0 1 1,0-1 0,-1 7-1,1-2 32,0 1 0,1-1 0,0 1 0,0-1 0,1 1 0,4 18 1,-3-19 6,-1-6-20,2-4-20,0 0 1,0-1-1,1 1 1,-1 0 0,0-1-1,0 0 1,0 0-1,-1 0 1,1 0-1,0 0 1,-1 0-1,1-1 1,-1 1-1,0-1 1,4-5-1,-2 3 0,-4 4 8,1-1-1,0 1 1,-1-1-1,1 1 1,-1-1-1,1 0 1,-1 1-1,0-1 1,0 0-1,0 1 1,0-1-1,0-2 1,1-11-131,0 6 171,3-13-325,-1 21 105,1 12 87,-3-7 51,1-1-1,-1 1 1,1-1-1,0 1 1,-1-1-1,1 0 1,1 0-1,-1 0 1,0 0-1,5 4 1,-4-5-79,0-1-2,8 0 66,0-1 1,-1 0 0,1-1 0,0 0 0,14-4-1,-20 4-17,-5-7 26,0 7 12,1-1 0,-1 0 1,0 0-1,0 0 0,0 0 0,0 1 0,0-1 0,0 0 0,0 0 0,-1 0 0,1 0 1,-1 1-1,1-1 0,-1 0 0,0 0 0,0 1 0,0-1 0,0 0 0,0 1 0,0-1 1,0 1-1,0 0 0,-1-1 0,1 1 0,0 0 0,-1-1 0,1 1 0,-1 0 0,1 0 1,-1 1-1,0-1 0,-2-1 0,-6-2-427,-1 1 0,1 0 1,-1 0-1,1 1 0,-1 1 0,-14-1 1,-36 1-6685,44 1 3526,-4 0-4019</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1.323"/>
    </inkml:context>
    <inkml:brush xml:id="br0">
      <inkml:brushProperty name="width" value="0.05" units="cm"/>
      <inkml:brushProperty name="height" value="0.05" units="cm"/>
      <inkml:brushProperty name="color" value="#F6630D"/>
    </inkml:brush>
  </inkml:definitions>
  <inkml:trace contextRef="#ctx0" brushRef="#br0">1217 267 7785,'-27'-2'1115,"0"-1"0,-36-9 0,40 6-285,0 2 0,0 1 0,0 1 0,-1 1 0,1 1 0,0 1 0,-31 5 0,28-1-312,-1 2-1,1 0 1,0 2-1,0 0 1,-40 23-1,29-10-119,1 2-1,1 2 1,1 1 0,1 1-1,2 2 1,1 1 0,-51 68-1,78-94-354,-222 328 2260,202-293-2098,2 1 0,1 1 1,3 1-1,1 0 0,2 1 0,-13 77 1,25-102-157,1 0 0,0 0 1,2 0-1,0 0 1,1 0-1,1 0 1,0-1-1,10 28 0,-8-31-22,1 0-1,0-1 1,1 0-1,1 0 0,0-1 1,1 0-1,0 0 0,1-1 1,1 0-1,19 16 0,-7-10-8,2-1-1,0-1 1,1-1-1,1-1 1,0-2-1,1 0 1,0-2-1,1-2 1,0 0-1,0-2 0,32 3 1,10-3-57,0-3 0,1-3 0,104-14 0,-79 1-49,0-4-1,154-48 1,-187 43 51,0-2 0,-2-4 0,-1-2 0,94-63 0,-126 73 21,-1-1 0,-2-2 0,0 0 0,-1-2 1,-2-1-1,-1-1 0,21-31 0,-30 36 16,0-1 1,-2 0-1,0-1 0,-2 0 1,0 0-1,-2-1 0,-1 0 0,-1 0 1,-1 0-1,1-31 0,-4 21 0,-2-1 0,-1 0 0,-2 1 0,-2 0 0,-1 0 0,-2 0 0,-22-58 0,14 53 11,-2 1 0,-2 1 0,-1 1 0,-2 1 0,-1 1 0,-31-32 0,22 30-13,-2 2 1,-2 1-1,0 2 0,-3 2 1,0 2-1,-2 1 0,-1 3 1,-1 1-1,0 2 0,-2 3 1,-91-25-1,115 39-142,0 0 0,-1 1 0,1 2 0,-1 0 0,1 1-1,-1 2 1,1 0 0,-1 1 0,1 2 0,0 0 0,1 2 0,-1 0 0,1 2 0,-40 21 0,39-17-483,1 2 0,0 0 1,2 1-1,-1 2 0,2 0 1,1 0-1,0 2 0,-16 24 1,-29 54-5910,11 7-4253</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2.189"/>
    </inkml:context>
    <inkml:brush xml:id="br0">
      <inkml:brushProperty name="width" value="0.05" units="cm"/>
      <inkml:brushProperty name="height" value="0.05" units="cm"/>
      <inkml:brushProperty name="color" value="#F6630D"/>
    </inkml:brush>
  </inkml:definitions>
  <inkml:trace contextRef="#ctx0" brushRef="#br0">459 24 9069,'-42'-22'2321,"40"22"-2151,0-1 0,0 1-1,0 0 1,-1 0-1,1 0 1,0 0-1,0 0 1,-1 1 0,1-1-1,0 1 1,0-1-1,0 1 1,0 0-1,0 0 1,0 0 0,0 0-1,0 0 1,0 0-1,-3 3 1,-2 0 467,-6 2 555,0 1 0,1 0 0,-1 0 0,-11 11 1,-1 4 524,-41 44 1,56-53-1564,0-1-1,0 2 1,1-1-1,1 1 1,1 0-1,0 1 1,1 0 0,0 0-1,1 0 1,1 1-1,0 0 1,1-1 0,1 1-1,0 0 1,1 1-1,1-1 1,1 0-1,0 0 1,1 0 0,1 0-1,0 0 1,1-1-1,1 1 1,0-1 0,1 0-1,1 0 1,1-1-1,-1 0 1,2 0-1,15 18 1,49 45 10,-54-61-159,-2 1 1,-1 0 0,0 1 0,-1 1 0,-1 1 0,19 34 0,-30-48-19,-1 1-1,0-1 1,-1 0 0,0 0 0,0 1 0,0-1 0,0 1 0,-1-1 0,0 1-1,-1-1 1,0 1 0,0-1 0,0 1 0,0-1 0,-1 0 0,0 0-1,-1 0 1,1 0 0,-1 0 0,0 0 0,-1-1 0,1 1 0,-1-1-1,0 0 1,-6 6 0,-3 2-344,0 0 1,-1-1-1,0-1 0,-1 0 0,0-1 1,0 0-1,-31 13 0,24-14-948,-44 14 0,57-21 459,1-1 0,-1 1-1,0-1 1,0-1 0,1 0 0,-1 0 0,0 0 0,-14-4-1,-1-4-4366,14-8-2949</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2.331"/>
    </inkml:context>
    <inkml:brush xml:id="br0">
      <inkml:brushProperty name="width" value="0.05" units="cm"/>
      <inkml:brushProperty name="height" value="0.05" units="cm"/>
      <inkml:brushProperty name="color" value="#F6630D"/>
    </inkml:brush>
  </inkml:definitions>
  <inkml:trace contextRef="#ctx0" brushRef="#br0">17 30 8025,'-17'-9'5044,"30"0"-4440,1-3-464,6 21-592,20 3-408,-10 0-816,4 3-1536,3 10-1417</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2.518"/>
    </inkml:context>
    <inkml:brush xml:id="br0">
      <inkml:brushProperty name="width" value="0.05" units="cm"/>
      <inkml:brushProperty name="height" value="0.05" units="cm"/>
      <inkml:brushProperty name="color" value="#F6630D"/>
    </inkml:brush>
  </inkml:definitions>
  <inkml:trace contextRef="#ctx0" brushRef="#br0">248 1 9597,'-70'87'2204,"50"-57"-528,-4 1-108,1-7-328,3 0-227,3 0-245,-3 0-412,3 0-756,7-12-408,-3 6-525,-1-3-391</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2.723"/>
    </inkml:context>
    <inkml:brush xml:id="br0">
      <inkml:brushProperty name="width" value="0.05" units="cm"/>
      <inkml:brushProperty name="height" value="0.05" units="cm"/>
      <inkml:brushProperty name="color" value="#F6630D"/>
    </inkml:brush>
  </inkml:definitions>
  <inkml:trace contextRef="#ctx0" brushRef="#br0">7 1 11161,'-2'9'724,"0"1"-1,1 0 1,0 0-1,1-1 1,-1 1-1,2 0 1,0 0-1,0 0 1,1 0-1,0-1 1,0 1-1,6 13 1,6 10 2,2-1-1,22 35 1,-5-10-118,-10-13-811,-2 0 0,-2 2 0,23 80 0,-35-95-1090,-1 1 0,2 44 0,-7-51-841,-1 0 1,-1-1-1,-8 42 1,-1-15-5010</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2.850"/>
    </inkml:context>
    <inkml:brush xml:id="br0">
      <inkml:brushProperty name="width" value="0.05" units="cm"/>
      <inkml:brushProperty name="height" value="0.05" units="cm"/>
      <inkml:brushProperty name="color" value="#F6630D"/>
    </inkml:brush>
  </inkml:definitions>
  <inkml:trace contextRef="#ctx0" brushRef="#br0">0 25 5921,'0'-24'3488,"24"24"-1972,-4 0-392,-3 9-176,13 12-176,-7 3-152,4 3-116,7 6-192,-4 3-624,0 1-496,-3-4-340,-4 3-2616,-3 0-2425</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3.090"/>
    </inkml:context>
    <inkml:brush xml:id="br0">
      <inkml:brushProperty name="width" value="0.05" units="cm"/>
      <inkml:brushProperty name="height" value="0.05" units="cm"/>
      <inkml:brushProperty name="color" value="#F6630D"/>
    </inkml:brush>
  </inkml:definitions>
  <inkml:trace contextRef="#ctx0" brushRef="#br0">1 0 11705,'30'67'1916,"-10"-25"-148,3-6-207,1 9-317,6 3-300,-3 13-200,6 8-128,-3 12-140,-10 16-72,-6 11-108,-14 10-220,-17 12-676,-13 2-640,-20 10-712,-17-3-1049,-20-4-1323</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43.388"/>
    </inkml:context>
    <inkml:brush xml:id="br0">
      <inkml:brushProperty name="width" value="0.05" units="cm"/>
      <inkml:brushProperty name="height" value="0.05" units="cm"/>
      <inkml:brushProperty name="color" value="#F6630D"/>
    </inkml:brush>
  </inkml:definitions>
  <inkml:trace contextRef="#ctx0" brushRef="#br0">0 0 10949,'44'172'2176,"-34"-90"-220,7 5-235,3 9-177,0 10-156,17 15-16,13 23-260,10 16-208,17 9-176,10 12-468,10 6-484,11-4-584,16-5-440,6-12-540,14-18-332,7-19-3213,3-17-4272</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3.132"/>
    </inkml:context>
    <inkml:brush xml:id="br0">
      <inkml:brushProperty name="width" value="0.05" units="cm"/>
      <inkml:brushProperty name="height" value="0.05" units="cm"/>
      <inkml:brushProperty name="color" value="#F6630D"/>
    </inkml:brush>
  </inkml:definitions>
  <inkml:trace contextRef="#ctx0" brushRef="#br0">266 3011 5052,'-6'20'876,"-2"0"-1,0 0 1,-1-1-1,-1 0 1,-22 30-1,-17 22 2501,37-51-1943,-1-1 1,-1 0 0,0-1-1,-2 0 1,0-1 0,-33 27-1,49-45-1331,-1 0-1,0 0 1,0 1-1,0-1 1,1 0-1,-1 0 1,0 0 0,1 0-1,-1 0 1,1 0-1,-1 0 1,1 0-1,0 0 1,-1 0-1,1 0 1,0 0-1,0 0 1,-1 0-1,1-2 1,0-2 9,0 1 0,0-1 1,1 0-1,-1 0 0,1 0 0,0 0 0,0 0 1,1 0-1,3-7 0,25-45 525,-14 30-378,162-255 1011,-112 184-1052,91-134 133,210-340-1,-118 114-263,-177 324-72,166-306 14,258-391-233,-425 731-74,-63 91 55,-1 0 1,2 1-1,-1 0 0,1 0 0,0 1 0,1 0 0,0 0 1,10-5-1,-18 12 17,0 0 1,0-1-1,1 1 0,-1 0 1,0 0-1,0 1 1,0-1-1,0 0 1,0 1-1,0-1 0,0 1 1,0-1-1,0 1 1,0 0-1,0 0 0,-1 0 1,1 0-1,0 0 1,-1 0-1,3 3 0,-3-2-36,0 1-1,-1-1 1,0 1-1,1-1 0,-1 1 1,0-1-1,0 1 1,-1 0-1,1-1 0,0 1 1,-1-1-1,0 1 0,1-1 1,-1 0-1,0 1 1,0-1-1,0 0 0,-3 4 1,2-2-316,-15 28-5219,-2 0-3502</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3.365"/>
    </inkml:context>
    <inkml:brush xml:id="br0">
      <inkml:brushProperty name="width" value="0.05" units="cm"/>
      <inkml:brushProperty name="height" value="0.05" units="cm"/>
      <inkml:brushProperty name="color" value="#F6630D"/>
    </inkml:brush>
  </inkml:definitions>
  <inkml:trace contextRef="#ctx0" brushRef="#br0">928 0 10877,'-50'94'1828,"30"-40"-276,-10 0-92,-7 7-139,4-1-201,-8 3-240,-6 9-308,-3 19 8,-10-1-136,-7 7-172,-3-1-312,-4 1-252,4 2-288,-4-8-472,7-4-576,7-15-637,13-2-2091,17-4-3353</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4.104"/>
    </inkml:context>
    <inkml:brush xml:id="br0">
      <inkml:brushProperty name="width" value="0.05" units="cm"/>
      <inkml:brushProperty name="height" value="0.05" units="cm"/>
      <inkml:brushProperty name="color" value="#F6630D"/>
    </inkml:brush>
  </inkml:definitions>
  <inkml:trace contextRef="#ctx0" brushRef="#br0">3504 1221 8445,'0'0'2987,"0"4"-2305,1 14 444,0 0 0,4 18-1,-5-33 235,2-5-591,0 0-670,-1 1-1,1 0 0,-1-1 1,1 1-1,-1-1 1,0 1-1,0-1 0,0 0 1,0 0-1,0 1 1,0-1-1,0 0 0,0 0 1,-1 0-1,1 0 1,-1 0-1,1-2 0,-2-1 10,1 1-1,-1 0 0,0 0 1,0 0-1,0 0 0,0 0 1,-1 0-1,-3-6 0,-3-5 139,-1 1 0,0 0 1,-1 1-1,0 0 0,-16-15 0,-66-56 683,83 77-852,-78-63 716,-152-94 0,-111-36-40,144 94-470,-235-85 0,-212-10-170,529 170-401,-192-22 1,214 42-577,-156 4 0,192 10-201,0 3 0,1 3 0,-93 25 0,132-27-499,1 1 1,0 2-1,0 1 0,-32 18 0,1 8-6928</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4.316"/>
    </inkml:context>
    <inkml:brush xml:id="br0">
      <inkml:brushProperty name="width" value="0.05" units="cm"/>
      <inkml:brushProperty name="height" value="0.05" units="cm"/>
      <inkml:brushProperty name="color" value="#F6630D"/>
    </inkml:brush>
  </inkml:definitions>
  <inkml:trace contextRef="#ctx0" brushRef="#br0">0 12 12845,'14'-12'1812,"6"42"-216,-7 16-263,7 8-193,11-3-264,5 6-164,11 10-144,10 11-100,20 9-132,10 7-136,10 2-484,11-2-644,6 8-740,-1-2-564,-2-1-2709,3 10-3908</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5.171"/>
    </inkml:context>
    <inkml:brush xml:id="br0">
      <inkml:brushProperty name="width" value="0.05" units="cm"/>
      <inkml:brushProperty name="height" value="0.05" units="cm"/>
      <inkml:brushProperty name="color" value="#F6630D"/>
    </inkml:brush>
  </inkml:definitions>
  <inkml:trace contextRef="#ctx0" brushRef="#br0">141 0 10033,'-17'43'1998,"1"0"-1,3 1 1,-11 59-1,-12 140 3317,35-238-5242,-21 343 3174,26 0-3353,0 27-6383,-14-221-2290,0-90 486</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5.535"/>
    </inkml:context>
    <inkml:brush xml:id="br0">
      <inkml:brushProperty name="width" value="0.05" units="cm"/>
      <inkml:brushProperty name="height" value="0.05" units="cm"/>
      <inkml:brushProperty name="color" value="#F6630D"/>
    </inkml:brush>
  </inkml:definitions>
  <inkml:trace contextRef="#ctx0" brushRef="#br0">852 1 11129,'-158'84'1896,"84"-35"-124,-3-1-256,4 0-211,2 0-277,4-3-260,0 13-164,0 5-152,10 9-412,11 7-680,9 2-900,7 1-961,6 5-2119,21-3-3605</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5.725"/>
    </inkml:context>
    <inkml:brush xml:id="br0">
      <inkml:brushProperty name="width" value="0.05" units="cm"/>
      <inkml:brushProperty name="height" value="0.05" units="cm"/>
      <inkml:brushProperty name="color" value="#F6630D"/>
    </inkml:brush>
  </inkml:definitions>
  <inkml:trace contextRef="#ctx0" brushRef="#br0">4 0 12521,'-3'94'1680,"43"71"1409,-17-110-2525,8 2-396,2 3-768,7 7-729,4-1-439,13 0-2352,6 1-3101</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5.937"/>
    </inkml:context>
    <inkml:brush xml:id="br0">
      <inkml:brushProperty name="width" value="0.05" units="cm"/>
      <inkml:brushProperty name="height" value="0.05" units="cm"/>
      <inkml:brushProperty name="color" value="#F6630D"/>
    </inkml:brush>
  </inkml:definitions>
  <inkml:trace contextRef="#ctx0" brushRef="#br0">87 1 12221,'-40'139'1644,"23"-82"-260,4 6-247,3-3-233,6 1-168,1 5-180,3 9-200,3 4-312,8 5-456,2 4-548,4-1-597,-11 0-675,-6 1-1756,4 2-2861</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6.111"/>
    </inkml:context>
    <inkml:brush xml:id="br0">
      <inkml:brushProperty name="width" value="0.05" units="cm"/>
      <inkml:brushProperty name="height" value="0.05" units="cm"/>
      <inkml:brushProperty name="color" value="#F6630D"/>
    </inkml:brush>
  </inkml:definitions>
  <inkml:trace contextRef="#ctx0" brushRef="#br0">312 1 11005,'-104'120'1336,"74"-56"-248,3-7-232,4-3-152,6 3-136,-20 73-52,17-58-924,10 1-592,-7-1-480,0 3-2344,7 1-2553</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6.318"/>
    </inkml:context>
    <inkml:brush xml:id="br0">
      <inkml:brushProperty name="width" value="0.05" units="cm"/>
      <inkml:brushProperty name="height" value="0.05" units="cm"/>
      <inkml:brushProperty name="color" value="#F6630D"/>
    </inkml:brush>
  </inkml:definitions>
  <inkml:trace contextRef="#ctx0" brushRef="#br0">0 1 7737,'0'0'3416,"34"15"-2116,6 21-156,-17 6-168,1 22-352,-1 11 44,44 124 325,-33-84-661,-4 5-184,3 1-372,4-7-565,3 4-515,-16-13-708,-1-2-1772,14-4-2457</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6.475"/>
    </inkml:context>
    <inkml:brush xml:id="br0">
      <inkml:brushProperty name="width" value="0.05" units="cm"/>
      <inkml:brushProperty name="height" value="0.05" units="cm"/>
      <inkml:brushProperty name="color" value="#F6630D"/>
    </inkml:brush>
  </inkml:definitions>
  <inkml:trace contextRef="#ctx0" brushRef="#br0">74 60 10145,'14'-15'3752,"-24"6"-2088,-4 3 1041,-6 0-1841,4 3 700,2-6-1908,1-3-876</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3:57.396"/>
    </inkml:context>
    <inkml:brush xml:id="br0">
      <inkml:brushProperty name="width" value="0.05" units="cm"/>
      <inkml:brushProperty name="height" value="0.05" units="cm"/>
      <inkml:brushProperty name="color" value="#F6630D"/>
    </inkml:brush>
  </inkml:definitions>
  <inkml:trace contextRef="#ctx0" brushRef="#br0">240 398 4500,'5'-4'275,"-1"-1"-1,0 0 0,0 0 0,0 0 0,-1 0 0,1-1 0,-1 1 0,-1-1 0,1 0 0,2-10 0,15-27 1027,-13 30-921,-1 0 0,0-1 0,-1 1 0,-1-1 0,0 0-1,-1 0 1,3-19 0,-3 10 1195,14-41-1,-7 8 757,-8 44-1822,-2 8 170,-2 6 60,-4 3-457,-1 0-1,1 1 1,0 0 0,0 0 0,1 1 0,-9 13-1,-26 52 766,25-44-530,-28 51 291,4 1 0,3 2 0,4 1-1,4 2 1,-31 154 0,44-123-989,5 0-1,5 0 0,6 0 1,4 0-1,22 121 1,53 168-4435,32-9-5182,-60-238 640</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3.643"/>
    </inkml:context>
    <inkml:brush xml:id="br0">
      <inkml:brushProperty name="width" value="0.05" units="cm"/>
      <inkml:brushProperty name="height" value="0.05" units="cm"/>
      <inkml:brushProperty name="color" value="#F6630D"/>
    </inkml:brush>
  </inkml:definitions>
  <inkml:trace contextRef="#ctx0" brushRef="#br0">86 164 12809,'-14'-15'11425,"5"-1"-10173,9 15-1179,0 1 1,0-1-1,-1 1 1,1-1-1,0 0 1,0 1-1,-1-1 1,1 1-1,0-1 1,-1 1-1,1-1 1,0 1-1,-1-1 1,1 1-1,-1-1 1,1 1-1,-1-1 1,1 1-1,-1 0 1,1-1-1,-1 1 1,1 0-1,-1-1 1,0 1-1,1 0 1,-1 0-1,1 0 1,-1 0-1,0 0 1,1-1-1,-1 1 1,0 0-1,1 0 1,-1 0-1,1 1 1,-1-1 0,0 0-1,1 0 1,-1 0-1,0 0 1,1 1-1,-1-1 1,-16 3-51,14-3 1361,3-3-1138,0-2-241,0-8 302,0 1 1,-1 0 0,-1 0 0,0-1 0,0 1-1,-2 0 1,-5-14 0,8 22-308,0 7 0,4 20 0,5 33 0,-7-49 0,6 423 0,3-246 0,6 71 0,-11-181-498,3-1 0,23 96 1,-24-139-800,-2-6-231,1 0-1,10 23 1,-12-40-210,-1 1 0,1-1 1,0 0-1,1 0 0,9 11 0,12 7-10243</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4"/>
    </inkml:context>
    <inkml:brush xml:id="br0">
      <inkml:brushProperty name="width" value="0.05" units="cm"/>
      <inkml:brushProperty name="height" value="0.05" units="cm"/>
      <inkml:brushProperty name="color" value="#F6630D"/>
    </inkml:brush>
  </inkml:definitions>
  <inkml:trace contextRef="#ctx0" brushRef="#br0">1 1 12245,'0'0'5898,"0"3"-3980,-1 1-1686,1 0 0,0 0 1,0 0-1,0 0 1,1-1-1,-1 1 1,1 0-1,0 0 0,0 0 1,0 0-1,0-1 1,1 1-1,0-1 1,0 1-1,0-1 0,0 0 1,4 6-1,5 3 135,1 0-1,0-1 0,16 11 0,-15-11-93,87 63 817,110 62-1,-104-70-855,-50-31-201,261 171-438,-251-159-210,95 87 1,-130-104 370,-2 1 1,-1 2 0,-1 1 0,37 61 0,-55-79 187,-1 1 0,0 0 0,-1 1 1,-1 0-1,-1 0 0,0 0 0,-1 1 1,-1-1-1,-1 1 0,-1 0 0,0 0 1,-2 0-1,0-1 0,-1 1 1,-1 0-1,0-1 0,-2 1 0,0-1 1,-1 0-1,-1-1 0,0 1 0,-18 29 1,-2-6 0,-1-2 1,-2 0-1,-2-2 1,-1-2 0,-2-1-1,-1-1 1,-46 31-1,-297 173-92,353-222 138,-299 169-1809,179-113-3246,102-52-198,25-8-3314</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4.544"/>
    </inkml:context>
    <inkml:brush xml:id="br0">
      <inkml:brushProperty name="width" value="0.05" units="cm"/>
      <inkml:brushProperty name="height" value="0.05" units="cm"/>
      <inkml:brushProperty name="color" value="#F6630D"/>
    </inkml:brush>
  </inkml:definitions>
  <inkml:trace contextRef="#ctx0" brushRef="#br0">1 565 11533,'41'-26'2194,"84"-39"0,5-3 597,-51 25-2062,112-69 637,-189 111-1353,-1 0 0,1 0 1,-1-1-1,1 1 1,-1 0-1,1 0 1,-1-1-1,0 1 1,0-1-1,0 1 0,0-1 1,0 1-1,0-1 1,0 0-1,0 1 1,-1-1-1,1 0 1,0 0-1,-1-2 0,0 4-6,0-1-1,0 1 1,0-1 0,0 0-1,0 1 1,0-1-1,0 1 1,0-1-1,-1 1 1,1-1-1,0 1 1,0-1-1,-1 1 1,1-1-1,0 1 1,-1-1-1,1 1 1,0 0-1,-1-1 1,1 1-1,-1-1 1,1 1-1,-1-1 1,-1 1 15,1-1 0,-1 1-1,1-1 1,-1 1 0,0 0 0,1-1 0,-1 1 0,1 0 0,-1 0-1,0 0 1,1 0 0,-3 1 0,-10 2 86,1 0 0,0 1 0,0 0-1,0 2 1,1-1 0,-19 12 0,-71 52 737,85-54-628,0 1 0,0 0-1,2 2 1,0 0 0,1 0 0,1 1 0,1 1-1,0 0 1,2 1 0,0 0 0,1 1 0,2 0-1,-10 43 1,16-60-185,0 1 1,1-1-1,0 1 0,0-1 1,0 1-1,1-1 0,0 1 0,0-1 1,0 0-1,1 1 0,0-1 1,0 0-1,0 0 0,0 0 1,1 0-1,0-1 0,0 1 0,0-1 1,1 1-1,-1-1 0,1 0 1,0 0-1,0-1 0,1 1 1,-1-1-1,1 0 0,-1 0 0,11 4 1,3 1-20,0-1 0,1 0 0,0-2 0,0 0 1,1-1-1,34 3 0,-2-4-354,0-3 1,1-1 0,-1-3-1,0-2 1,84-21-1,-97 17 182,0-3-1,0-1 0,-1-1 0,-1-2 1,-1-2-1,-1-2 0,59-43 1,-71 44 136,-2 0 0,0-1 1,-1-2-1,-2 0 1,0 0-1,-1-2 1,-2 0-1,0-1 0,-2-1 1,-1 0-1,-1 0 1,-1-1-1,9-44 0,20-136 2211,-38 204-1843,-3 5-284,0 1 0,0-1 0,0 1 0,0 0 0,0 0 0,0 0 0,0 0 0,1 0 0,-1 0 0,1 0 0,0 1 0,-1-1 0,1 1 0,0-1 0,0 1 0,1-1 0,-1 1 0,0 3-1,-4 51 83,5-45-43,-2 48 160,10 95 0,-5-133-233,0 0-1,2-1 1,0 1-1,2-1 1,0-1 0,2 1-1,17 31 1,-22-45-59,1 0 0,-1 0 0,2-1 0,-1 0-1,0 0 1,1-1 0,0 1 0,1-1 0,-1 0 0,1-1 0,0 0 0,0 0 0,0 0 0,0-1-1,1 0 1,-1 0 0,1-1 0,0 0 0,0 0 0,0-1 0,0 0 0,8 0 0,-5-2-19,0 1 0,-1-2 0,1 1 0,-1-2 0,0 1 0,0-1 0,0-1 0,0 0 0,0 0 0,-1-1 0,1 0 0,-1-1 1,-1 0-1,1 0 0,-1-1 0,9-9 0,3-6 557,-2-1 0,-1-1 0,18-32 0,-23 37 95,-12 19-574,0-1-1,1 0 1,-1 1-1,0-1 0,1 1 1,-1-1-1,1 0 1,-1 1-1,1-1 0,-1 1 1,1-1-1,-1 1 1,1 0-1,-1-1 0,1 1 1,-1 0-1,1-1 1,0 1-1,-1 0 0,1-1 1,0 1-1,-1 0 1,1 0-1,0 0 1,-1 0-1,1 0 0,0 0 1,-1 0-1,1 0 1,0 0-1,-1 0 0,1 0 1,0 0-1,1 1 1,0 0 3,0 0 0,-1 1 0,1-1 0,0 1 0,0-1 1,-1 1-1,1 0 0,-1 0 0,1 0 0,1 2 0,21 47 56,19 56-3855,-23-55-2137,-14-35-849,0 1-4404</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4.700"/>
    </inkml:context>
    <inkml:brush xml:id="br0">
      <inkml:brushProperty name="width" value="0.05" units="cm"/>
      <inkml:brushProperty name="height" value="0.05" units="cm"/>
      <inkml:brushProperty name="color" value="#F6630D"/>
    </inkml:brush>
  </inkml:definitions>
  <inkml:trace contextRef="#ctx0" brushRef="#br0">1 0 8533,'0'21'1516,"0"3"-576,10-5-488,0-1-656,-10 3-1040,10 18-1728,6-9-1065</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5.192"/>
    </inkml:context>
    <inkml:brush xml:id="br0">
      <inkml:brushProperty name="width" value="0.05" units="cm"/>
      <inkml:brushProperty name="height" value="0.05" units="cm"/>
      <inkml:brushProperty name="color" value="#F6630D"/>
    </inkml:brush>
  </inkml:definitions>
  <inkml:trace contextRef="#ctx0" brushRef="#br0">139 1155 11545,'-33'7'822,"21"-5"-215,1 0 1,0 1 0,0 0 0,-18 9-1,27-12-207,1 0-1,-1-1 0,0 1 0,0 0 0,0 0 1,1-1-1,-1 1 0,0-1 0,1 0 0,-1 0 0,0 1 1,1-1-1,-1 0 0,1 0 0,-1 0 0,1-1 1,-2 0-1,16-10 78,0 1 0,1 1 0,1 0 0,-1 1 0,1 1 0,1 0 0,29-10 0,-37 15-348,616-200 1977,-461 156-1945,835-227-1098,-704 196 71,152-44-1259,278-80-3517,-355 101-997,-133 46-2971</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6.086"/>
    </inkml:context>
    <inkml:brush xml:id="br0">
      <inkml:brushProperty name="width" value="0.05" units="cm"/>
      <inkml:brushProperty name="height" value="0.05" units="cm"/>
      <inkml:brushProperty name="color" value="#F6630D"/>
    </inkml:brush>
  </inkml:definitions>
  <inkml:trace contextRef="#ctx0" brushRef="#br0">1 862 17290,'15'-9'4169,"-8"21"-515,-5-5-4021,3 4 905,1 0 0,0 0 1,1-1-1,0 0 0,11 12 1,-7-10-116,-1 1-1,13 23 1,1 13-263,-2 1 1,-2 1-1,-2 1 0,-3 0 0,-2 1 1,-2 1-1,7 98 0,-9-70-1223,-6-57 270,0 0-1,-1 0 1,-2 31 0,-1-51 292,0-6 453,-1 0 1,1 0-1,0 0 1,-1 0-1,1 0 1,0-1-1,0 1 1,0 0-1,0-1 0,0 1 1,-1-3-1,0 0-27,-2-3 27,0 0-1,1 0 1,-1 0 0,2-1-1,-1 1 1,1-1 0,0 0-1,-1-11 1,-2-71-148,3 39 135,-2-108 49,7 0 0,7 1 0,6 0 0,48-201 1,-50 297-2,40-105 0,-44 143-4,0-1 1,2 1-1,2 1 1,0 0-1,1 1 1,32-37-1,-39 51 19,0 1-1,0 0 1,1 0-1,0 0 1,0 1-1,1 1 1,0-1-1,0 1 1,0 1-1,13-4 1,-16 6-8,0 1 1,0-1 0,1 2-1,-1-1 1,0 1-1,1 0 1,-1 0 0,1 1-1,-1 0 1,0 0-1,0 1 1,0 0 0,0 0-1,0 1 1,0 0-1,8 5 1,0 2 5,0 0-1,0 1 1,-2 1 0,1 0-1,-1 1 1,-1 1 0,18 24 0,65 117-128,-75-119 31,8 14-46,-2 2 0,34 98 0,-43-100 26,24 93-415,-37-126 355,-2 1 1,0 0-1,-1 0 0,0 0 0,-2 0 0,-3 25 1,-9 12-415,-2 1 0,-28 68 0,20-61 215,-71 180-1002,90-235 1455,2 0 1,-1-1 0,1 1 0,0 0-1,1 1 1,-1 9 0,21-26 487,-1-2-412,-1-1-1,0-1 1,-1 0 0,18-18-1,37-28 413,-56 47-454,18-12 298,41-21 1,-65 39-333,0 0 0,1 1 1,0 1-1,-1-1 0,1 1 1,1 1-1,-1 0 0,0 1 1,19-1-1,-23 2-56,0 1-1,0 1 1,0-1 0,-1 1 0,1 0-1,0 0 1,-1 1 0,0 0-1,1-1 1,-1 2 0,-1-1-1,1 1 1,6 5 0,7 8-55,30 39-1,-11-13-1005,-16-26-3162,-21-17 3823,1 0-1,0 0 1,0 0-1,0 0 1,0 0 0,0 0-1,0-1 1,-1 1-1,1 0 1,0-1-1,0 1 1,0-1-1,-1 1 1,1-1-1,0 1 1,0-1-1,-1 1 1,2-2-1,6-3-953</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6.411"/>
    </inkml:context>
    <inkml:brush xml:id="br0">
      <inkml:brushProperty name="width" value="0.05" units="cm"/>
      <inkml:brushProperty name="height" value="0.05" units="cm"/>
      <inkml:brushProperty name="color" value="#F6630D"/>
    </inkml:brush>
  </inkml:definitions>
  <inkml:trace contextRef="#ctx0" brushRef="#br0">161 18 14301,'-3'-3'360,"0"1"1,-1 0-1,1 0 0,-1 1 0,1-1 0,-1 1 0,0 0 0,0 0 0,0 0 1,1 0-1,-6 0 0,7 1-50,0 1 1,1 0-1,-1-1 1,0 1-1,0 0 0,0 0 1,1 0-1,-1 0 1,0 0-1,1 0 0,-1 0 1,1 1-1,-1-1 1,1 0-1,0 1 1,0-1-1,0 1 0,-1 0 1,1-1-1,1 1 1,-1 0-1,0 0 1,0-1-1,1 1 0,-2 4 1,-6 19 1021,1 0 0,1 1 1,-3 35-1,-1 83-883,7-92-1219,-12 106-5799,1-54-4285,14-101 10460,-5 46-10507</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6.583"/>
    </inkml:context>
    <inkml:brush xml:id="br0">
      <inkml:brushProperty name="width" value="0.05" units="cm"/>
      <inkml:brushProperty name="height" value="0.05" units="cm"/>
      <inkml:brushProperty name="color" value="#F6630D"/>
    </inkml:brush>
  </inkml:definitions>
  <inkml:trace contextRef="#ctx0" brushRef="#br0">10 37 16173,'10'-12'2509,"-16"-3"-417,-8 6 2136,31 15-4628,0 3-824,-4 3-884,17 18-56,-6 3-3525,3 3-4744</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7.192"/>
    </inkml:context>
    <inkml:brush xml:id="br0">
      <inkml:brushProperty name="width" value="0.05" units="cm"/>
      <inkml:brushProperty name="height" value="0.05" units="cm"/>
      <inkml:brushProperty name="color" value="#F6630D"/>
    </inkml:brush>
  </inkml:definitions>
  <inkml:trace contextRef="#ctx0" brushRef="#br0">1 120 15969,'46'-9'6121,"-34"27"-3546,-11-15-2190,47 76 1937,-29-49-1964,-1 1-1,-2 0 1,15 37 0,14 82-223,-31-98-462,2 0 0,37 82 0,-49-127 306,0-1-1,0 1 1,0-1-1,10 11 1,-11-14 10,-3-3 10,0 0 0,1 0 1,-1 1-1,0-1 0,0 0 0,0 0 1,0 0-1,0 0 0,0 0 1,0 0-1,0 0 0,0 0 1,1 0-1,-1 1 0,0-1 1,0 0-1,0 0 0,0 0 1,0 0-1,0 0 0,0 0 1,1 0-1,-1 0 0,0 0 1,0 0-1,0 0 0,0 0 1,0 0-1,1 0 0,-1 0 0,0 0 1,0 0-1,0 0 0,0 0 1,0 0-1,0 0 0,1 0 1,-1 0-1,0 0 0,0-1 1,0 1-1,0 0 0,0 0 1,0 0-1,0 0 0,0 0 1,1 0-1,-1 0 0,0 0 1,0 0-1,0-1 0,0 1 1,0 0-1,7-6 5,1-1 1,-2 0-1,1 0 1,-1-1-1,0 0 1,0 0-1,6-13 1,31-72 55,-16 31-26,3 1 122,3 1 0,3 2 0,2 1 0,62-70 0,-96 122-151,0-1 0,1 1 0,0 0 0,1 1 1,-1-1-1,1 1 0,0 0 0,-1 1 0,2-1 0,-1 1 0,0 0 0,1 1 1,-1-1-1,1 1 0,0 1 0,0-1 0,0 1 0,0 0 0,0 1 0,0 0 0,0 0 1,0 0-1,0 1 0,0 0 0,0 0 0,-1 1 0,14 4 0,34 14-52,-26-9-124,1-1 0,46 9 0,-66-17 143,1-1 0,-1 0 0,1-1-1,-1 0 1,1 0 0,0-1 0,-1 0 0,1-1 0,-1 0 0,0-1 0,0 1 0,14-8 0,-15 7 30,-1 0 0,0-1 0,0 0 0,0 0 0,-1-1 1,1 0-1,-1 0 0,0-1 0,-1 1 0,1-1 0,-1 0 0,0-1 0,0 1 0,-1-1 0,0 0 1,0 0-1,-1-1 0,0 1 0,0-1 0,-1 1 0,0-1 0,0 0 0,-1 0 0,1-9 1,-2 15-2,1 0 1,-1 0 0,0 0 0,0 0-1,-1 0 1,1 0 0,0 0 0,0-1 0,-1 1-1,0 1 1,1-1 0,-1 0 0,0 0 0,0 0-1,0 0 1,0 0 0,0 1 0,0-1-1,-2-1 1,2 2-7,0 0 1,0 1-1,-1-1 0,1 1 0,0-1 0,0 1 0,-1 0 0,1 0 0,0-1 0,0 1 1,-1 0-1,1 0 0,0 0 0,-1 0 0,1 0 0,0 1 0,-1-1 0,1 0 0,0 1 1,0-1-1,0 1 0,-1-1 0,1 1 0,0-1 0,0 1 0,0 0 0,0 0 0,0-1 1,0 1-1,0 0 0,-1 1 0,-11 12-412,1 0 1,0 0-1,1 1 1,1 0-1,-15 30 1,12-22-170,-36 77-2298,28-53 1756,20-44 1259,2-1-18,0-1 0,0 0 0,0 1 0,1-1 0,-1 0 0,0 0 0,1 0 0,-1 0 0,1 0 1,-1 0-1,1 0 0,-1-1 0,1 1 0,0-1 0,-1 1 0,1-1 0,0 1 0,2-1 0,10-4 973,1 0 1,28-2-1,-37 5-1138,0 1 0,1 0 0,-1 0 0,0 0 0,0 1 0,1 0 0,-1 1 0,0-1 0,0 1 0,11 5 0,-7-2-801,1 0 1,-1-1-1,1 0 1,0 0-1,1-1 1,17 2-1,-20-4-624,-1-1-1,1 0 1,0 0-1,0-1 1,13-3-1,5-2-6436</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7.442"/>
    </inkml:context>
    <inkml:brush xml:id="br0">
      <inkml:brushProperty name="width" value="0.05" units="cm"/>
      <inkml:brushProperty name="height" value="0.05" units="cm"/>
      <inkml:brushProperty name="color" value="#F6630D"/>
    </inkml:brush>
  </inkml:definitions>
  <inkml:trace contextRef="#ctx0" brushRef="#br0">7 437 9601,'1'-23'877,"-1"18"-523,1-1 0,-1 1 0,0 0 0,-1 0 0,1-1 0,-1 1-1,0 0 1,0 0 0,-4-9 3677,7 12-3779,0 1-1,-1-1 1,1 1-1,0-1 1,0 1-1,0 0 1,0 0-1,1 0 1,-1 0-1,0 0 1,0 1-1,3-1 1,2 2-86,0 0 0,0 1 1,-1-1-1,1 2 0,0-1 0,10 6 1,-4-2 18,12 5-82,-1 1-1,0 2 0,-1 0 0,0 1 1,-1 1-1,-1 1 0,0 1 0,-2 1 1,0 1-1,-1 0 0,-1 2 1,19 30-1,-22-24-210,19 58 0,-20-52 40,-12-30 78,0 0 0,0 0 0,0 0 0,-1 1 0,1-1 0,-1 0 0,0 0 0,-1 8 0,1-1 100,0-7 79,-4-6-89,1-1 0,0 0 0,0 1 0,0-1 1,1 0-1,-1 0 0,0 0 0,1-1 0,0 1 0,0-1 0,0 1 0,0-1 0,1 0 0,0 0 0,-1 0 0,1 1 0,1-1 0,-2-8 0,-1-10 101,1 0 0,2-25 0,0 36-131,3-23-415,1-1-1,2 1 1,2 0-1,0 1 1,16-37-1,-11 29-490,49-128-3658,-10 60-1993,-2 21-2961</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7.868"/>
    </inkml:context>
    <inkml:brush xml:id="br0">
      <inkml:brushProperty name="width" value="0.05" units="cm"/>
      <inkml:brushProperty name="height" value="0.05" units="cm"/>
      <inkml:brushProperty name="color" value="#F6630D"/>
    </inkml:brush>
  </inkml:definitions>
  <inkml:trace contextRef="#ctx0" brushRef="#br0">48 290 13089,'-38'30'1970,"37"-30"-1853,0 1 0,1 0-1,-1-1 1,0 1-1,1 0 1,-1 0-1,1 0 1,-1 0 0,0-1-1,1 1 1,0 0-1,-1 0 1,1 0-1,0 0 1,-1 0 0,1 0-1,0 0 1,0 0-1,0 0 1,0 0-1,0 0 1,0 0 0,0 0-1,0 0 1,0 0-1,1 0 1,-1 0 0,0 0-1,1 0 1,-1 0-1,1 0 1,-1 0-1,2 1 1,25 30 2137,-17-23-1768,1 3-348,2-1 0,-1 0 0,1-1-1,1 0 1,-1-1 0,2-1-1,-1 0 1,1-1 0,0 0 0,1-1-1,-1-1 1,27 5 0,-33-8-162,0-1 0,0 0 0,0-1 1,1 0-1,-1 0 0,0-1 0,0 0 0,0-1 0,0 0 1,0 0-1,0-1 0,0 0 0,-1-1 0,1 0 1,-1 0-1,0-1 0,0 0 0,-1 0 0,0 0 0,1-1 1,-2-1-1,1 1 0,11-15 0,7-18 347,-2 0 0,-1-2 0,24-63 0,-45 102-298,5-17 460,0 0 0,-1-1 0,2-25 0,-4 26 112,0 1 1,2-1-1,6-17 0,-10 32-222,7 26 225,17 103-177,16 185-1,-38-278-402,36 431-1370,-40 2-1504,-6-391 2500,-3 1 0,-3-1-1,-4-1 1,-3-1 0,-2 0 0,-5-2 0,-53 104 0,71-157 296,-1 0 1,-1-1-1,-1-1 1,0 0-1,-1 0 1,-15 12-1,23-22 71,0-1-1,0 0 1,0 0 0,0 0-1,-1-1 1,1 0-1,-1 0 1,0 0 0,0-1-1,0 0 1,-1 0-1,1 0 1,0-1 0,-1 0-1,1 0 1,0-1-1,-1 1 1,1-2 0,-1 1-1,1-1 1,-12-2-1,13 1 57,0-1-1,-1 0 0,1 1 0,1-2 0,-1 1 0,0-1 0,1 0 0,0 1 0,0-2 1,0 1-1,0-1 0,1 1 0,-1-1 0,1 0 0,0 0 0,1 0 0,-1-1 0,-2-9 1,-4-12 352,2 0 0,-7-45 0,13 66-363,-3-34 246,1 1 0,2-1-1,1 0 1,3 0 0,1 1 0,13-59-1,5 13-273,59-152 0,-33 124-1589,101-171 0,15 39-3912,-47 108-921,8 18-3750</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8.644"/>
    </inkml:context>
    <inkml:brush xml:id="br0">
      <inkml:brushProperty name="width" value="0.05" units="cm"/>
      <inkml:brushProperty name="height" value="0.05" units="cm"/>
      <inkml:brushProperty name="color" value="#F6630D"/>
    </inkml:brush>
  </inkml:definitions>
  <inkml:trace contextRef="#ctx0" brushRef="#br0">139 1667 14005,'-34'-34'1015,"21"20"-33,-1 0-1,2 0 1,-21-33-1,28 39-572,1 1 0,0-1 0,0 1 0,1-1 0,0 0 0,1-1-1,-1 1 1,2 0 0,-1-1 0,1 1 0,0-1 0,1-13 0,1 9-88,1-1 0,1 0 1,0 1-1,0 0 1,1-1-1,1 1 1,7-14-1,4-2-30,1 0 1,1 1-1,2 2 1,1 0-1,41-40 0,11-2 99,4 4 0,146-93 0,192-76-235,149-12-1648,-520 228 1341,295-102-1409,-229 83 809,223-66-3189,-112 51-1983,-152 43 769,-16 14-2789</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8.831"/>
    </inkml:context>
    <inkml:brush xml:id="br0">
      <inkml:brushProperty name="width" value="0.05" units="cm"/>
      <inkml:brushProperty name="height" value="0.05" units="cm"/>
      <inkml:brushProperty name="color" value="#F6630D"/>
    </inkml:brush>
  </inkml:definitions>
  <inkml:trace contextRef="#ctx0" brushRef="#br0">37 22 13049,'-34'-21'7101,"31"39"-4897,6 18 88,11 9-372,3 18-379,9 16-301,-2 14-260,9 10-304,-6 11-596,7 7-500,6-1-736,-7 1-500,1-3-729,-1-7-735,4 1-3477,-3-10-6168</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9.095"/>
    </inkml:context>
    <inkml:brush xml:id="br0">
      <inkml:brushProperty name="width" value="0.05" units="cm"/>
      <inkml:brushProperty name="height" value="0.05" units="cm"/>
      <inkml:brushProperty name="color" value="#F6630D"/>
    </inkml:brush>
  </inkml:definitions>
  <inkml:trace contextRef="#ctx0" brushRef="#br0">1 85 15085,'9'13'958,"1"0"0,0-1 0,1 0 0,18 15 0,26 29 958,-1 14-337,60 101 0,-89-125-1355,-1 1 1,-2 2-1,23 77 1,-28-75-29,15 62-55,-29-100 25,-1-1 0,-1 0 0,0 1 0,0-1 0,-1 1 0,-1 0 0,-2 13 0,-6-1 1005,6-30-367,3-17-373,6-79-422,5 0 0,26-113 0,-15 124-3066,3 1-1,59-132 1,-34 122-3703,6 12-4269</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9.534"/>
    </inkml:context>
    <inkml:brush xml:id="br0">
      <inkml:brushProperty name="width" value="0.05" units="cm"/>
      <inkml:brushProperty name="height" value="0.05" units="cm"/>
      <inkml:brushProperty name="color" value="#F6630D"/>
    </inkml:brush>
  </inkml:definitions>
  <inkml:trace contextRef="#ctx0" brushRef="#br0">149 371 12805,'11'-9'631,"1"1"-1,-1 0 1,2 0-1,-1 1 0,1 1 1,0 0-1,0 1 1,0 0-1,1 1 1,17-3-1,38-14 423,85-40 531,-175 57-1043,6 6-265,0-1 1,0 2-1,0 0 0,1 1 1,-1 0-1,1 1 0,-23 12 0,0 2 454,-55 38 0,66-39-470,1 1 0,1 1 1,1 1-1,1 1 0,-28 37 1,42-48-201,0-1 0,1 1 0,0 0 0,1 1 1,1 0-1,-1 0 0,2 0 0,0 0 0,0 1 1,1 0-1,1-1 0,0 1 0,1 0 0,0 0 0,2 22 1,0-27-61,0-1 1,1 0 0,0 0 0,1 0 0,-1 0 0,1 0-1,1 0 1,-1-1 0,1 0 0,0 0 0,0 0 0,1 0-1,0 0 1,0-1 0,0 0 0,1 0 0,0 0 0,0-1-1,0 0 1,0 0 0,1 0 0,-1-1 0,1 0 0,0 0-1,0-1 1,8 2 0,9 2-241,1-2 0,1 0 0,-1-2 0,0 0 0,1-2 0,31-3 0,-23-1-7,1-1 0,-1-2 0,0-1 0,-1-2 0,0-1 0,-1-2 0,0-1 0,-1-1 0,0-2 0,-2-1 0,37-28 0,-36 21 233,0-2-1,-1 0 1,-2-2 0,-1-1-1,-2-2 1,0 0 0,-2-1-1,-2-1 1,27-61 0,11-66 739,-51 135-291,-1 0 1,-1-1 0,-1 0 0,-1-33-1,-16 92 262,8-10-640,0 0 1,2 1-1,0-1 1,2 1-1,1 0 1,0-1-1,2 1 1,0 0-1,7 23 1,-7-35-193,1-1 1,1 0-1,0 0 1,1 0-1,0 0 1,0-1-1,1 0 1,0 0-1,9 11 1,-9-15-155,0 1 1,0 0-1,1-1 1,-1-1-1,1 1 1,1-1 0,-1 0-1,0 0 1,1-1-1,0 0 1,0-1-1,0 1 1,11 1-1,1-2-945,1 0 0,-1-1 0,29-2-1,25-8-4864,-1-2-2974</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09.676"/>
    </inkml:context>
    <inkml:brush xml:id="br0">
      <inkml:brushProperty name="width" value="0.05" units="cm"/>
      <inkml:brushProperty name="height" value="0.05" units="cm"/>
      <inkml:brushProperty name="color" value="#F6630D"/>
    </inkml:brush>
  </inkml:definitions>
  <inkml:trace contextRef="#ctx0" brushRef="#br0">75 28 11805,'-37'18'2316,"30"-33"9,0 3 1763,-6 3-2492,3 0 544</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10.145"/>
    </inkml:context>
    <inkml:brush xml:id="br0">
      <inkml:brushProperty name="width" value="0.05" units="cm"/>
      <inkml:brushProperty name="height" value="0.05" units="cm"/>
      <inkml:brushProperty name="color" value="#F6630D"/>
    </inkml:brush>
  </inkml:definitions>
  <inkml:trace contextRef="#ctx0" brushRef="#br0">5080 359 10197,'-434'25'2624,"274"-17"-997,0 6 0,-168 38 0,-31 37-340,4 16 0,5 14-1,-342 170 1,473-182-368,6 10 0,-249 180-1,321-192-359,5 5 1,5 7-1,-219 253 0,272-272-268,5 4 0,4 2 0,-100 206 0,131-224-144,3 1 1,5 2-1,3 0 0,5 2 0,-20 164 0,37-194-95,3 1-1,3-1 1,3 0-1,2 0 0,3 0 1,2-1-1,3 0 1,3-1-1,2 0 1,3-2-1,2-1 0,3 0 1,2-2-1,2-1 1,3-2-1,2-1 0,80 86 1,-66-88-86,2-2-1,2-2 1,2-2 0,74 41 0,-52-41-130,2-3 0,157 53 1,-102-54-179,2-6 0,1-6 0,1-5 0,169 2 0,-115-21-186,0-9 0,0-8-1,268-55 1,-171 4-152,428-159 0,-210 29 48,677-367 1,-871 385 379,-7-14-1,-10-13 0,303-271 1,-247 128 23,-274 257 169,-4-3 1,72-119-1,-107 145 26,-3-1 1,-3-1-1,-3-2 1,26-95-1,-41 110 7,-4-1-1,-1-1 0,-4 0 0,-2 0 0,-2-1 0,-7-76 1,-1 89 18,-2 0 0,-2 0 0,-2 1 0,-2 0 0,-2 1 0,-2 1 0,-2 0-1,-2 1 1,-1 2 0,-3 0 0,-1 1 0,-2 2 0,-1 1 0,-59-58 0,24 38-6,-1 3-1,-3 3 0,-2 2 1,-2 4-1,-2 3 1,-93-38-1,23 22-96,-2 7 0,-229-50-1,120 53-985,-1 10 0,-2 12 0,-1 11 0,-420 29 0,273 35-3877,25 29-2921</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4:10.847"/>
    </inkml:context>
    <inkml:brush xml:id="br0">
      <inkml:brushProperty name="width" value="0.05" units="cm"/>
      <inkml:brushProperty name="height" value="0.05" units="cm"/>
      <inkml:brushProperty name="color" value="#F6630D"/>
    </inkml:brush>
  </inkml:definitions>
  <inkml:trace contextRef="#ctx0" brushRef="#br0">6627 17 4432,'-89'-8'458,"40"3"-48,-1 2 0,1 3-1,-1 1 1,-57 10 0,-342 81 2965,6 33-1426,23 9-508,-437 204 0,-736 465 592,549-159-685,850-504-1052,7 10-1,6 7 0,-176 199 1,273-261-186,5 3 1,-77 124 0,128-176-60,2 1 0,2 1 0,2 1 0,2 2 0,2 0 0,3 0 0,-14 85 1,26-107-31,0 0 1,2 0 0,2 0 0,0 1-1,2-1 1,1 0 0,2-1 0,0 1 0,2-1-1,1-1 1,2 1 0,0-1 0,2-1 0,0 0-1,2-1 1,1-1 0,1 0 0,30 31 0,-9-16-42,1-2 1,3-2-1,0-2 1,2-2-1,2-1 1,1-3-1,0-2 1,72 27-1,-2-10-229,2-5-1,195 35 1,304 3-904,15-56 30,-13-34 208,0-27 1,671-133-1,-122-101-104,-811 161 595,404-189-1,-280 56 114,-365 177 200,202-164 0,-272 195 111,-2-2 1,-2-2 0,-2-2-1,-2-2 1,59-96-1,-80 114 17,-2-1-1,-1-1 1,-2 0-1,-1-1 1,-1-1-1,-2 0 0,-1 0 1,-2-1-1,-2 0 1,-1 1-1,-2-57 0,-4 59 4,-1-1 0,-2 0 0,-1 1-1,-1 0 1,-2 1 0,-1 0 0,-27-51-1,17 45-8,-1 1 0,-2 1 0,-2 1 0,-1 1 0,-45-41 0,13 23-52,-2 2 1,-2 4-1,-3 2 1,-1 3-1,-1 3 0,-93-36 1,36 25-320,-2 6 0,-1 6 0,-185-29 0,110 39-1916,-312-2 1,166 36-1349,344-8 3565</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6:58.970"/>
    </inkml:context>
    <inkml:brush xml:id="br0">
      <inkml:brushProperty name="width" value="0.05" units="cm"/>
      <inkml:brushProperty name="height" value="0.05" units="cm"/>
      <inkml:brushProperty name="color" value="#F6630D"/>
    </inkml:brush>
  </inkml:definitions>
  <inkml:trace contextRef="#ctx0" brushRef="#br0">245 110 9889,'3'-58'12119,"-3"43"-10437,-1 12-1453,0 0 0,0 0 0,-1-1 0,1 1-1,-1 0 1,0 0 0,-3-3 0,2 1 99,1 2 1548,-1 3-1743,-4 0-101,5 0-17,0 0-1,-1 0 1,1 0 0,0 0-1,0 0 1,0 0 0,0 1-1,0-1 1,-1 1 0,-2 1-1,1 1-1,0 0 0,1 1-1,-1-1 1,0 1 0,1 0-1,-4 4 1,-34 39 50,-40 48-44,43-55 140,36-38 68,6-2-54,6-2 21,0 0 1,0-1-1,-1 0 1,1 0 0,12-6-1,-19 7-43,-2 2-146,0 0 1,0 0-1,0 0 0,0 0 1,0-1-1,0 1 1,0 0-1,0-1 0,0 1 1,0-1-1,0 1 1,0-1-1,0 1 1,0-1-1,0 0 0,1 0 1,-2 0-126,1 1 1,-1-1 0,1 1 0,-1-1-1,1 0 1,-1 1 0,0-1-1,1 1 1,-1-1 0,0 0-1,1 1 1,-1-1 0,0 0-1,0 1 1,0-1 0,0 0-1,0 1 1,0-1 0,0 0-1,0 1 1,0-1 0,0 0-1,0 1 1,0-1 0,0 0-1,0 1 1,-1-1 0,1 0-1,0 1 1,-1-1 0,1 0-1,0 1 1,-1-2 0,-40-29-12777</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6:59.959"/>
    </inkml:context>
    <inkml:brush xml:id="br0">
      <inkml:brushProperty name="width" value="0.05" units="cm"/>
      <inkml:brushProperty name="height" value="0.05" units="cm"/>
      <inkml:brushProperty name="color" value="#F6630D"/>
    </inkml:brush>
  </inkml:definitions>
  <inkml:trace contextRef="#ctx0" brushRef="#br0">191 131 10165,'0'0'15894,"-1"-3"-15225,-13-17 266,13 19 167,-3 0-970,-26-4 126,27 5 492,2-3-756,0-3-67,1 5 109,-1-1 1,0 0-1,1 0 1,0 0-1,0 0 1,-1 0-1,1 0 1,0 0-1,1 0 1,-1 0-1,0 0 1,0 0-1,1 0 1,-1 0-1,1 0 1,0 0-1,1-2 1,5-9 73,-18 18 177,-19 21-101,23-18-188,1 1 0,1-1 0,-1 1 0,1 1 0,1-1-1,0 1 1,0-1 0,-4 18 0,-3 7 59,11-31-53,-1 0 0,1 0 0,0 0 0,0 1 1,0-1-1,0 0 0,1 0 0,-1 0 0,1 0 1,2 5-1,-2-3 4,-1-4-7,1 0-1,-1 0 0,0-1 0,1 1 1,-1 0-1,1-1 0,-1 1 1,1 0-1,-1-1 0,1 1 1,0-1-1,-1 1 0,1-1 1,0 1-1,-1-1 0,1 1 1,0-1-1,-1 1 0,1-1 1,0 0-1,0 0 0,0 1 1,2 0 1,-1 0 2,1 0 0,0 0 1,-1 0-1,1 0 0,0 0 1,0-1-1,-1 1 0,1-1 1,0 0-1,0 0 0,0 0 1,-1 0-1,1 0 0,0 0 1,0-1-1,0 0 0,-1 1 1,1-1-1,0 0 0,-1 0 1,1-1-1,-1 1 1,1 0-1,2-3 0,-2 3-4,0 0 0,0-1 1,-1 1-1,1-1 0,-1 1 0,1-1 0,-1 0 0,0 0 0,1 0 0,-1 0 0,0 0 0,0-1 1,-1 1-1,1-1 0,0 1 0,-1-1 0,0 1 0,3-7 0,0 0-71,-3 7-9,0-8-150,0-1 151,1 1 0,0 0-1,1 0 1,0 0-1,0 0 1,7-12-1,-5 10-342,0 0-1,6-25 0,-11 36 344,0 0 1,0 0-1,-1 0 0,1 0 0,0 0 0,-1 0 0,1 0 0,0 0 0,-1 0 0,0 0 0,1 0 0,-1 0 1,1 1-1,-1-1 0,0 0 0,0 0 0,1 1 0,-1-1 0,0 0 0,-1 0 0,-1-2-216,0 0-21,-1 1 0,1-1 0,-1 1 0,0-1 0,1 1 0,-1 0 1,0 0-1,0 1 0,-1-1 0,1 1 0,0 0 0,0 0 0,-1 1 0,1-1 0,-9 1 0,-5 0-2359,0 1 1,-26 5-1,42-5 2485,-60 12-10678</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0.496"/>
    </inkml:context>
    <inkml:brush xml:id="br0">
      <inkml:brushProperty name="width" value="0.05" units="cm"/>
      <inkml:brushProperty name="height" value="0.05" units="cm"/>
      <inkml:brushProperty name="color" value="#F6630D"/>
    </inkml:brush>
  </inkml:definitions>
  <inkml:trace contextRef="#ctx0" brushRef="#br0">87 52 12433,'-5'-20'1857,"4"18"-1105,0 0 0,0-1 0,0 1 0,-1 0 0,1 0 0,-1 0 0,1 0 0,-1 0-1,0 0 1,0 1 0,0-1 0,0 0 0,0 1 0,-4-3 3222,22 14-3374,-8-7-504,24 10 197,35 9-1,33 14-31,-82-28-391,0 1 0,0 1 0,-1 1 0,-1 0 0,0 1 0,26 26 0,-20-17-107,-16-17 188,0 1-1,0 0 1,-1 1-1,0-1 0,0 1 1,0 0-1,-1 1 1,0-1-1,0 1 0,0 0 1,3 11-1,-7-16 46,1-1-1,-1 1 1,0-1 0,0 1-1,0-1 1,-1 1-1,1-1 1,0 1 0,-1-1-1,1 1 1,-1-1-1,1 1 1,-1-1 0,1 1-1,-1-1 1,0 0-1,0 1 1,0-1 0,0 0-1,0 0 1,0 0-1,0 0 1,0 0 0,0 0-1,-1 0 1,-1 1 0,-43 24-22,32-19 33,-139 61-1069,63-29-820,-25 5-3711,91-35 3516,-7 5-3702,17-2-3298</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0.931"/>
    </inkml:context>
    <inkml:brush xml:id="br0">
      <inkml:brushProperty name="width" value="0.05" units="cm"/>
      <inkml:brushProperty name="height" value="0.05" units="cm"/>
      <inkml:brushProperty name="color" value="#F6630D"/>
    </inkml:brush>
  </inkml:definitions>
  <inkml:trace contextRef="#ctx0" brushRef="#br0">35 0 14629,'-7'9'4638,"-8"9"1447,13-15-5924,1 0 0,-1 0 0,1 0 0,0 0 0,-1 0 0,2 0 0,-1 0 0,0 0 0,1 0 0,-1 0 0,1 0 0,0 0 0,0 1 0,0-1 1,1 4-1,1 14 78,2 0 0,0-1 0,2 1 0,0-1 0,1 0 0,1-1 0,0 0 0,2 0 0,22 33 0,-28-47-242,0 0-1,0-1 0,0 1 0,0-1 0,1 0 1,0 0-1,-1 0 0,2-1 0,-1 0 0,0 0 1,0 0-1,1-1 0,0 1 0,-1-1 1,1-1-1,0 1 0,0-1 0,0 0 0,0 0 1,0-1-1,0 0 0,8 0 0,-3-2 135,-1 1 0,1-2 0,0 1 0,-1-2 0,1 1 0,-1-2 0,0 1 0,-1-1 0,1-1 0,15-11 0,24-23 963,-49 40-1094,0 0 0,0 0 0,0 0 0,0 0 0,-1 0 0,1 0 0,0 0 0,0 0 0,0 0 0,0 0 0,0 0 0,0 0 0,0 0 0,0 0 0,0 0 0,0 0 0,0 0 0,0 0 0,0 0 0,0 0 0,0 0 0,0 0 0,0 0 0,0-1 0,0 1 0,0 0 0,0 0 0,0 0 0,0 0 0,0 0 0,0 0 0,0 0 0,0 0 0,0 0 0,0 0 0,-9 4 0,-14 10 0,13-6 11,1 1 0,0 0 0,1 1 0,0 0 0,-11 19 0,-30 63-378,23-41-1750,17-31-1183,0 1 0,-8 33 0,11-33 140,-17 51-11145</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6:55.150"/>
    </inkml:context>
    <inkml:brush xml:id="br0">
      <inkml:brushProperty name="width" value="0.05" units="cm"/>
      <inkml:brushProperty name="height" value="0.05" units="cm"/>
      <inkml:brushProperty name="color" value="#F6630D"/>
    </inkml:brush>
  </inkml:definitions>
  <inkml:trace contextRef="#ctx0" brushRef="#br0">0 136 5637,'37'-24'10102,"-28"-17"-6898,-6 26-738,-20 32-3021,15-15 490,1-1 65,1-1 0,-1 0 0,1 0-1,-1 0 1,0 1 0,1-1 0,-1 0 0,1 1-1,-1-1 1,0 0 0,1 1 0,-1-1-1,1 1 1,-1-1 0,1 1 0,0-1 0,-1 1-1,1-1 1,-1 1 0,1 0 0,-1 0-1,-9 12 14,9-11 14,1-1-37,0 1 18,1 0 0,-1 0 0,0 0 1,1-1-1,0 1 0,-1 0 1,1-1-1,0 1 0,0-1 1,0 1-1,0-1 0,0 1 1,0-1-1,1 1 0,-1-1 1,0 0-1,1 0 0,-1 0 1,1 0-1,-1 0 0,1 0 0,0 0 1,-1 0-1,1-1 0,0 1 1,-1 0-1,1-1 0,0 0 1,0 1-1,0-1 0,-1 0 1,1 0-1,3 0 0,-1 0-15,-1 0 10,0 0-1,1-1 1,-1 0-1,0 1 1,0-1-1,0 0 1,0-1-1,0 1 0,0 0 1,4-4-1,-2 2 4,-2 2-8,0 0 0,0-1 0,0 0-1,-1 1 1,1-1 0,0 0 0,-1 0 0,1 0 0,-1-1 0,0 1 0,0-1-1,0 1 1,0-1 0,0 0 0,3-5 0,-4 5-7,0 1-62,-3 4-121,2-1 198,-1 0 1,0-1 0,0 1-1,1 0 1,-1 0-1,1-1 1,-1 1 0,1 0-1,-1 0 1,1 0-1,-1 0 1,1-1 0,0 1-1,-1 0 1,1 0-1,0 0 1,0 0-1,0 0 1,-1 0 0,1 0-1,0 0 1,1 0-1,-1 0 1,0 0 0,0 1-1,1-1 3,1 1-1,-1-1 1,1 1 0,-1-1-1,1 1 1,0-1-1,-1 0 1,1 0 0,0 0-1,3 1 1,-3-2-7,1-1 0,-1 1 0,0-1 0,1 0 0,-1 0 0,0 0 0,0 0 0,1 0 0,-1-1 0,0 1 0,0-1 0,0 1 0,2-3 0,-2 3-3,-1 0 0,0 0 0,1 0 0,-1 0 0,0 0 0,0 0 0,0 0 0,1 0-1,-1 0 1,0 0 0,-1-1 0,1 1 0,0 0 0,0-1 0,0 1 0,-1-1 0,1 1 0,-1-1 0,1 1 0,-1-1 0,0 1 0,1-1 0,-1 1 0,0-1 0,0 0 0,0 1 0,0-1 0,0 1-1,-1-1 1,1 0 0,0 1 0,-2-3 0,1-3-7,0 4-21,1 3 25,-1 0 1,0-1-1,1 1 1,-1 0 0,1-1-1,-1 1 1,1-1-1,-1 1 1,1-1-1,-1 1 1,1-1-1,-1 1 1,1-1-1,0 1 1,-1-1-1,1 0 1,0 1-1,-1-1 1,1 0-1,0 1 1,0-1-1,-1-1 1,-8-13-699,-13 0 70,20 13-52,-44 5-9131,28-3 3674</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6:55.774"/>
    </inkml:context>
    <inkml:brush xml:id="br0">
      <inkml:brushProperty name="width" value="0.05" units="cm"/>
      <inkml:brushProperty name="height" value="0.05" units="cm"/>
      <inkml:brushProperty name="color" value="#F6630D"/>
    </inkml:brush>
  </inkml:definitions>
  <inkml:trace contextRef="#ctx0" brushRef="#br0">66 1 9337,'-9'9'1545,"0"0"-1,-20 16 1,27-23-1389,1 0 0,-1 0 0,1 0 0,-1 0 0,1 0 0,0 0 0,0 0 0,0 1 1,1-1-1,-1 1 0,0-1 0,1 0 0,-1 1 0,1-1 0,0 5 0,-1 3 308,-1 0-235,2 0-1,-1 0 0,1 0 1,1-1-1,3 20 0,0 17 512,-3-43-609,0 0 0,1 0-1,-1 0 1,1 1-1,-1-1 1,1 0 0,0-1-1,0 1 1,0 0-1,1-1 1,-1 1-1,1-1 1,-1 0 0,6 4-1,-6-5-82,1 0 0,-1-1 0,1 1-1,0 0 1,-1-1 0,1 0 0,0 0-1,-1 0 1,1 0 0,0 0 0,-1 0-1,1 0 1,0-1 0,-1 0 0,1 1-1,-1-1 1,1 0 0,-1 0 0,1 0-1,-1-1 1,0 1 0,0-1 0,4-2-1,4-3 78,0 0 0,-1-1 0,-1 0 0,13-14-1,19-19-28,-38 39-66,-1 2-149,0-1 13,0 0 1,0 0-1,0 1 0,0-1 0,-1 0 0,1 0 0,0 0 0,0 0 1,-1 0-1,1 0 0,-1 0 0,1 0 0,-1 0 0,1 0 0,-1 0 1,0-1-1,1 1 0,-1 0 0,0-2 0,-39-7-8280,8 9-905</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6:56.236"/>
    </inkml:context>
    <inkml:brush xml:id="br0">
      <inkml:brushProperty name="width" value="0.05" units="cm"/>
      <inkml:brushProperty name="height" value="0.05" units="cm"/>
      <inkml:brushProperty name="color" value="#F6630D"/>
    </inkml:brush>
  </inkml:definitions>
  <inkml:trace contextRef="#ctx0" brushRef="#br0">212 18 13217,'9'-7'1869,"-9"3"1514,-16 0 2933,3 2-6523,12 2 227,1 0 0,0 0 0,0 0 0,0-1 0,0 1 0,0 0 0,0 0 0,-1 0 0,1 0 0,0 0 0,0 0 0,0 0 0,0 0 0,0 0 0,0 0 0,-1 0 0,1 0 1,0 0-1,0 0 0,0 0 0,0 0 0,0 0 0,-1 0 0,1 0 0,0 1 0,0-1 0,0 0 0,0 0 0,0 0 0,0 0 0,0 0 0,-1 0 0,1 0 0,0 0 0,0 0 0,0 1 1,0-1-1,0 0 0,0 0 0,0 0 0,0 0 0,0 0 0,0 0 0,0 1 0,0-1 0,0 0 0,0 0 0,0 0 0,0 0 0,0 0 0,0 1 0,0-1 0,-8 21 766,2 0 0,-6 36-1,-1 8-57,-49 211-1337,17-68-5376,25-113-1177,0-1-4823</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6:56.577"/>
    </inkml:context>
    <inkml:brush xml:id="br0">
      <inkml:brushProperty name="width" value="0.05" units="cm"/>
      <inkml:brushProperty name="height" value="0.05" units="cm"/>
      <inkml:brushProperty name="color" value="#F6630D"/>
    </inkml:brush>
  </inkml:definitions>
  <inkml:trace contextRef="#ctx0" brushRef="#br0">1 71 11913,'0'-1'130,"0"0"-1,0 0 1,-1 1-1,1-1 1,0 0-1,0 0 1,0 0-1,1 0 1,-1 1-1,0-1 1,0 0 0,0 0-1,0 0 1,1 0-1,-1 1 1,0-1-1,1 0 1,-1 0-1,1 1 1,-1-1-1,1 0 1,-1 1-1,1-1 1,0 0-1,26-20 2284,-17 15-1426,0 0-1,0 1 1,21-7 0,-28 12-898,0-1 0,1 1 0,-1 0 0,0 0 0,0 1 0,1-1 0,-1 0 0,0 1 0,0 0 0,0 0 0,0 0-1,0 0 1,0 1 0,0-1 0,0 1 0,0-1 0,0 1 0,-1 0 0,1 0 0,-1 0 0,0 1 0,1-1 0,-1 1 0,0-1-1,3 6 1,1 0 6,0 1 0,-1 1 0,0-1 0,-1 1 0,1-1 0,4 21 0,-6-14-39,-1-1 1,-1 1 0,0 0-1,-1-1 1,-1 1-1,-1 0 1,0-1 0,-1 1-1,0-1 1,-9 24 0,-7 9 94,-45 87 1,-5-14 1572,69-121-1700,-1 0 0,1 1 0,0-1 0,0 0 0,1 1-1,-1-1 1,0 0 0,0 0 0,0 1 0,0-1-1,0 0 1,0 1 0,0-1 0,0 0 0,1 0 0,-1 1-1,0-1 1,0 0 0,0 0 0,0 1 0,1-1-1,-1 0 1,0 0 0,0 0 0,1 1 0,-1-1-1,0 0 1,0 0 0,1 0 0,-1 0 0,0 0 0,1 1-1,-1-1 1,0 0 0,1 0 0,13 4 78,-12-3-21,12 2 17,1-1 1,0 0 0,0-1-1,0 0 1,15-2 0,84-11-405,-43 3-315,113-12-1989,-40 3-1065,0 6-3924,-32 6-3377</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15.365"/>
    </inkml:context>
    <inkml:brush xml:id="br0">
      <inkml:brushProperty name="width" value="0.05" units="cm"/>
      <inkml:brushProperty name="height" value="0.05" units="cm"/>
      <inkml:brushProperty name="color" value="#F6630D"/>
    </inkml:brush>
  </inkml:definitions>
  <inkml:trace contextRef="#ctx0" brushRef="#br0">4938 806 6485,'-46'-110'4705,"-2"-7"-962,28 83-3344,-1 0 0,-1 1 0,-2 1 0,-1 1 0,-2 2 0,-1 0 0,-1 2 0,-53-38 0,42 38-323,-2 1-1,-1 2 1,-1 2 0,-1 2-1,0 2 1,-81-21 0,-12 9 22,-2 6-1,0 6 1,-146 1 0,70 18 254,-281 37 1,354-18-139,1 6 0,1 6 0,-175 65 1,222-61-68,2 4 0,2 4 0,2 4 1,2 3-1,-127 101 0,111-63 20,3 4 0,5 4-1,-102 136 1,87-84 264,-166 302-1,187-270 79,8 4 0,8 3 0,-85 355 0,127-407-123,-20 221 0,45-275-265,3 0 0,4-1 0,4 1 0,17 87-1,-11-115-73,2 0 0,3-1 0,2 0-1,3-1 1,1-2 0,3 0 0,2-2-1,2-1 1,66 79 0,-41-65-29,4-2 1,1-4-1,3-1 1,3-4-1,1-2 1,76 39-1,-15-20 12,3-5-1,2-6 1,3-5-1,2-7 1,256 48-1,-185-61-48,2-9 1,0-10-1,285-18 0,-268-14-10,-1-9 1,-1-11-1,-3-9 0,-2-10 0,-2-9 1,-4-10-1,343-176 0,-422 178 34,-4-7-1,-4-4 1,180-161-1,-151 101-32,-7-7-1,131-174 1,-123 110 2,76-151-3,-125 172 19,-54 56 38,-49 125-23,16-50 31,-2-1 0,-4-1 0,-3 0 0,-2-1 0,-4-1 0,-3 1 0,-3-1 0,-10-97 0,1 107-21,-2 1 1,-3 1-1,-2 0 1,-3 1-1,-2 1 1,-3 1-1,-2 1 1,-3 1-1,-2 1 0,-41-55 1,15 38-24,-3 1-1,-3 4 1,-3 2 0,-3 4 0,-136-93-1,76 72-7,-2 6 0,-238-96-1,223 115-9,-215-49 0,197 71-204,-2 6 1,-227-4 0,286 26-262,-1 5-1,-199 28 1,188-12-591,1 5 0,-120 40-1,180-43-584,0 3 0,1 1 0,2 4 0,1 1-1,-94 68 1,29 3-7480</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17.952"/>
    </inkml:context>
    <inkml:brush xml:id="br0">
      <inkml:brushProperty name="width" value="0.05" units="cm"/>
      <inkml:brushProperty name="height" value="0.05" units="cm"/>
      <inkml:brushProperty name="color" value="#F6630D"/>
    </inkml:brush>
  </inkml:definitions>
  <inkml:trace contextRef="#ctx0" brushRef="#br0">5749 959 4940,'-11'-2'474,"0"-2"0,1 1-1,-1-1 1,1-1-1,-1 0 1,-14-10-1,7 5 291,1 1 0,-20-7 0,-22-3 55,-1 3 0,0 2 0,-105-9 0,-193 12 1133,353 11-1925,-91 1 571,0 4-1,-127 24 1,107-8 209,-201 66 1,178-34-223,2 7 0,-199 118 0,-234 192 653,502-323-1122,-280 209 331,-80 89 8,-10 12-57,286-232-336,-285 242 108,23 23 100,338-310-209,5 4 0,2 2 0,5 3-1,3 3 1,-82 170 0,127-226 14,3 0-1,0 0 0,2 1 1,2 1-1,2-1 0,1 2 0,2-1 1,1 0-1,6 72 0,0-78 23,2 0 0,2 0 0,1 0 0,1-1 0,2 0 0,1-1 0,1 0 0,2-1 0,0 0 0,2-2 0,41 51 0,-19-35 20,2-3-1,1-1 1,2-2-1,2-2 1,1-2-1,73 39 0,-3-13 91,212 75-1,399 77 148,19-57-162,-3-29 97,6-33 0,1064-5 1,-791-140-94,-762 22-180,480-125 0,-595 111-43,-2-6 0,-2-7 0,-3-6 0,-3-6 1,-3-5-1,-4-7 0,169-137 0,-176 114-30,-5-6-1,-4-4 1,-5-5-1,-6-5 0,-5-4 1,151-270-1,-177 263-1,-6-4 0,-6-2 0,60-224 0,-91 247 20,-4-1 0,-6 0 0,-5-2 0,-6-237 0,-15 237-7,-5-1-1,-5 1 1,-59-203 0,48 235 17,-4 1 0,-4 2 0,-4 2 0,-3 1 0,-80-112 0,52 100-7,-5 3 0,-4 4 1,-4 3-1,-3 4 0,-192-137 0,169 147-155,-2 4 0,-4 6 0,-2 4 0,-2 6 0,-164-47 0,94 49-392,-2 9-1,-2 7 1,-318-12-1,277 43-1484,0 10 0,-397 63 0,286 5-3674,19 26-3488</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3.107"/>
    </inkml:context>
    <inkml:brush xml:id="br0">
      <inkml:brushProperty name="width" value="0.05" units="cm"/>
      <inkml:brushProperty name="height" value="0.05" units="cm"/>
      <inkml:brushProperty name="color" value="#F6630D"/>
    </inkml:brush>
  </inkml:definitions>
  <inkml:trace contextRef="#ctx0" brushRef="#br0">102 25 8621,'0'0'6510,"-2"1"-5173,-23 13 5043,28-16-6141,49-34 571,-50 35-585,-3 3-224,0 0 0,0-1 0,0 1 0,0 0 0,-1 0 0,1-1 0,-1 1 0,1-1 1,-1 1-1,-2 1 0,-6 5 27,-31 42 52,25-29-41,-32 32 0,59-50-4,-10-2-29,1 0-1,-1-1 0,0 1 0,0 0 0,1-1 1,-1 1-1,0-1 0,1 0 0,-1 1 1,0-1-1,1 0 0,-1 0 0,0 0 1,1 0-1,-1 0 0,3 0 0,63-25 185,-64 24-185,1-1-1,0 1 1,-1-1-1,0 0 0,1 0 1,-1 0-1,5-4 1,10-6-114,-5 9 320</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3.613"/>
    </inkml:context>
    <inkml:brush xml:id="br0">
      <inkml:brushProperty name="width" value="0.05" units="cm"/>
      <inkml:brushProperty name="height" value="0.05" units="cm"/>
      <inkml:brushProperty name="color" value="#F6630D"/>
    </inkml:brush>
  </inkml:definitions>
  <inkml:trace contextRef="#ctx0" brushRef="#br0">107 1 11333,'-13'4'938,"3"0"498,0-1 1,0 0-1,-1-1 0,-19 3 0,28-4-1160,-1 1 0,1 0 0,-1 0 0,1 0-1,0 0 1,0 0 0,0 0 0,-3 4 0,6-2-211,-1 0-1,1-1 1,0 1 0,0 0 0,1-1 0,-1 1 0,1-1 0,-1 1 0,1-1 0,0 0 0,0 1 0,1-1-1,-1 0 1,1-1 0,-1 1 0,1 0 0,0-1 0,0 1 0,0-1 0,0 0 0,1 0 0,-1 0-1,1-1 1,-1 1 0,1-1 0,-1 0 0,1 0 0,7 1 0,-6-1-12,-1 0-1,1-1 1,-1 1 0,1-1-1,-1-1 1,1 1 0,-1 0-1,0-1 1,1 0 0,-1 0-1,0-1 1,1 1 0,-1-1-1,0 0 1,0 0 0,0 0-1,0 0 1,6-6 0,-8 6 280,-2 0-318,-1 0 0,1-1-1,-1 1 1,0 0 0,0 0 0,0 0 0,0 0 0,0 0-1,0 0 1,-1 0 0,1 0 0,-1 0 0,1 1 0,-1-1-1,0 1 1,0-1 0,1 1 0,-1-1 0,0 1 0,0 0-1,0 0 1,-1 0 0,1 0 0,0 0 0,0 1-1,-3-1 1,-2-2-27,4 1 141,12-6-43,-9 8-274,1-1 0,0 1 0,0-1 0,-1 1 0,1 0 0,0-1-1,0 0 1,-1 1 0,1-1 0,-1 1 0,1-1 0,0 0 0,-1 0 0,0 1 0,1-1 0,-1 0 0,1-1 0,-5-1-429,-18-10-3777,4 14-1518,-2 7-2550</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4.133"/>
    </inkml:context>
    <inkml:brush xml:id="br0">
      <inkml:brushProperty name="width" value="0.05" units="cm"/>
      <inkml:brushProperty name="height" value="0.05" units="cm"/>
      <inkml:brushProperty name="color" value="#F6630D"/>
    </inkml:brush>
  </inkml:definitions>
  <inkml:trace contextRef="#ctx0" brushRef="#br0">92 1 12517,'-7'8'8654,"-5"19"-8244,8-17 422,-9 32 152,12-39-701,-1 0-294,-28 55 204,29-56-239,-16 12 370,13-11-187,15-11-72,114-59-1070,-123 65-464,-7 2-1247,-23-2-3389,-16 4-3958</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4.699"/>
    </inkml:context>
    <inkml:brush xml:id="br0">
      <inkml:brushProperty name="width" value="0.05" units="cm"/>
      <inkml:brushProperty name="height" value="0.05" units="cm"/>
      <inkml:brushProperty name="color" value="#F6630D"/>
    </inkml:brush>
  </inkml:definitions>
  <inkml:trace contextRef="#ctx0" brushRef="#br0">385 67 9449,'-25'2'2685,"25"-2"-2644,0 1 0,0-1 1,0 0-1,0 0 0,0 0 0,0 0 1,-1 0-1,1 0 0,0 0 0,0 0 1,0 0-1,0 0 0,0 0 0,-1 0 1,1 0-1,0 0 0,0 0 0,0 0 1,0 0-1,0 0 0,0 0 1,-1 0-1,1 0 0,0 0 0,0 0 1,0 0-1,0 0 0,0 0 0,-1 0 1,1 0-1,0 0 0,0 0 0,0-1 1,0 1-1,0 0 0,0 0 0,0 0 1,0 0-1,0 0 0,-1 0 0,1 0 1,0 0-1,0-1 0,0 1 1,0 0-1,0 0 0,0 0 0,0 0 1,0 0-1,0-1 0,0 1 0,0 0 1,0 0-1,0 0 0,0 0 0,0 0 1,0 0-1,0-1 0,0 1 0,0 0 1,0 0-1,4-41 8910,-6 38-7366,2 1-1426,-1 1 44,1 0-1,0 0 1,-1-1-1,1 1 1,-1 0-1,1 0 1,-1 0-1,1 0 1,-1 0-1,0 0 1,0 0-1,1 0 1,-1 0-1,0 0 1,0 1-1,0-1 1,-2-1-1,1 2-41,0 1 0,0 0-1,1 0 1,-1 0 0,0 0-1,0 0 1,1 0 0,-1 0-1,1 1 1,-1-1 0,1 1-1,-1-1 1,1 1 0,-2 2-1,-36 38 321,2 2-1,-35 54 0,61-81-491,1 1-1,0 0 0,1 1 1,1 0-1,1 0 0,0 1 1,2 0-1,0 0 1,-2 30-1,6-40 12,1-1 0,1 0 0,0 1 0,0-1 0,1 0 0,0 1 0,0-1 0,1 0 0,7 15 0,3 1 0,32 45 0,-22-37 0,52 60 0,-55-71 0,-2 1 0,0 1 0,19 33 0,-35-54 3,-1 0 0,1 0 0,-1 0 0,0 0 0,0 0 0,0 0 0,0 1 0,-1-1 0,1 0 0,-1 0 0,0 1 0,0-1 0,0 0 0,-1 0 0,1 1 0,-1-1 0,1 0 0,-1 0 0,0 0 0,0 0 0,-1 0 0,1 0 0,-1 0 0,1 0 0,-1 0 0,0-1 0,0 1 0,0 0 0,0-1 0,-1 0 0,1 0 0,0 1 1,-1-1-1,-3 1 0,-6 5-293,-1 0 1,0-1 0,0-1 0,-1-1 0,-26 9 0,21-9-947,0-1 0,-1-1 1,1 0-1,-32 0 0,38-3-964,-1-1-1,1-1 1,-1 0-1,-13-4 1,7 0-8773</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4.855"/>
    </inkml:context>
    <inkml:brush xml:id="br0">
      <inkml:brushProperty name="width" value="0.05" units="cm"/>
      <inkml:brushProperty name="height" value="0.05" units="cm"/>
      <inkml:brushProperty name="color" value="#F6630D"/>
    </inkml:brush>
  </inkml:definitions>
  <inkml:trace contextRef="#ctx0" brushRef="#br0">1 6 11333,'40'12'2164,"-26"-18"-340,19-3-343,1 6-297,9 3-384,21 3-548,-11 6-864,8 0-1096,2-3-3217,4 9-3884</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5.135"/>
    </inkml:context>
    <inkml:brush xml:id="br0">
      <inkml:brushProperty name="width" value="0.05" units="cm"/>
      <inkml:brushProperty name="height" value="0.05" units="cm"/>
      <inkml:brushProperty name="color" value="#F6630D"/>
    </inkml:brush>
  </inkml:definitions>
  <inkml:trace contextRef="#ctx0" brushRef="#br0">76 1 17806,'-3'22'1564,"-2"0"1,0 0 0,-14 35-1,10-33-97,2 0-1,0 1 1,2-1-1,-4 37 1,2 100-97,7-103-1370,3 0 0,17 99 0,-17-138 0,2 0 0,0 0 0,1 0 0,1-1 0,1 0 0,0 0 0,2-1 0,0 0 0,0-1 0,2 0 0,25 27 0,-30-37-4,1 0-1,0 0 1,0-1-1,0 0 1,0 0-1,1-1 1,0 0-1,0-1 1,0 0-1,14 3 1,-19-5-33,1 0 1,-1-1-1,0 1 1,1-1-1,-1 0 1,0 0-1,1 0 1,-1 0-1,0-1 1,1 0-1,-1 0 1,0 0-1,0 0 1,0-1-1,0 1 1,0-1 0,0 0-1,0-1 1,-1 1-1,1 0 1,-1-1-1,1 0 1,-1 0-1,5-6 1,-7 7 19,0-1 1,0 0 0,0 0 0,0 1 0,0-1 0,-1 0 0,1 0 0,-1 0-1,0 0 1,0 1 0,0-1 0,0 0 0,0 0 0,-1 0 0,1 0-1,-1 0 1,0 1 0,0-1 0,0 0 0,0 0 0,0 1 0,-1-1 0,1 1-1,-1-1 1,-3-3 0,-1-2-9,0 1 0,0 0-1,0 0 1,-1 0 0,0 1-1,0 0 1,-14-8 0,5 6-163,0 1 0,0 0 0,0 2 0,-1 0 1,-31-5-1,29 7-1279,0 1 1,-32 1 0,43 2-378,0 0 0,0 1 0,0 0 0,-8 3 0,14-4 401</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5.412"/>
    </inkml:context>
    <inkml:brush xml:id="br0">
      <inkml:brushProperty name="width" value="0.05" units="cm"/>
      <inkml:brushProperty name="height" value="0.05" units="cm"/>
      <inkml:brushProperty name="color" value="#F6630D"/>
    </inkml:brush>
  </inkml:definitions>
  <inkml:trace contextRef="#ctx0" brushRef="#br0">0 3 14965,'0'0'5189,"5"-1"-3117,8 0-1603,0 0 0,0 1 0,0 1 0,0 0-1,0 0 1,-1 1 0,1 1 0,-1 0 0,1 1 0,-1 1 0,0-1 0,0 2-1,20 12 1,2 3 34,-1 1 0,0 2 0,37 37 0,-40-32-368,-1 1 0,-2 2-1,-1 0 1,31 52 0,-28-32-1667,-2 0 1,30 88 0,-46-113 396,-2-1-1312,10 37-1,-17-52 685,0 0 1,0 0-1,-1 19 0,-6 32-9054</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5.552"/>
    </inkml:context>
    <inkml:brush xml:id="br0">
      <inkml:brushProperty name="width" value="0.05" units="cm"/>
      <inkml:brushProperty name="height" value="0.05" units="cm"/>
      <inkml:brushProperty name="color" value="#F6630D"/>
    </inkml:brush>
  </inkml:definitions>
  <inkml:trace contextRef="#ctx0" brushRef="#br0">1 326 16986,'53'-75'3032,"-16"36"-420,3 12-444,11-1-488,6 7-443,3 3-625,14-3-880,13 0-869,10-3-1103,-3 3-1272,6 6-2757,24 0-5648</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8.243"/>
    </inkml:context>
    <inkml:brush xml:id="br0">
      <inkml:brushProperty name="width" value="0.05" units="cm"/>
      <inkml:brushProperty name="height" value="0.05" units="cm"/>
      <inkml:brushProperty name="color" value="#F6630D"/>
    </inkml:brush>
  </inkml:definitions>
  <inkml:trace contextRef="#ctx0" brushRef="#br0">10 64 5348,'0'0'6842,"6"-13"-4227,-2 0 7704,-10 25-8266,-8 23-2230,14 22 1628,23-56-1247,-19-1-180,0 0 1,0-1-1,0 1 0,0-1 0,0 0 0,0 0 0,-1 0 0,1 0 0,0-1 0,0 1 1,4-4-1,-5 3 16,0-1-140,0 0 0,0 0 0,0 0 0,1 0-1,-1 0 1,1 1 0,7-4 0,69-38-1060,-79 42 1147,0 0 1,0 0-1,0 0 1,0 0-1,0 0 1,0 0-1,0 0 1,-1 0-1,1 0 1,-1 0-1,0 0 1,1 0-1,-1 0 1,-1-5-1,0 6-3,0-1 0,0 1 0,0-1 0,0 1 0,-1-1 0,1 1 0,0 0 0,-1-1 0,1 1 0,-1 0 0,0 0 0,1 0 0,-1 0 0,0 1-1,0-1 1,1 0 0,-1 1 0,0-1 0,0 1 0,0 0 0,0-1 0,-3 1 0,-49 1-1176,48-1 869,1 1-168,0 0 0,0 0 0,-1 0 0,1 0 0,0 1-1,1 0 1,-1 0 0,-9 5 0,-13 16-7605,14-7-1356</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08.555"/>
    </inkml:context>
    <inkml:brush xml:id="br0">
      <inkml:brushProperty name="width" value="0.05" units="cm"/>
      <inkml:brushProperty name="height" value="0.05" units="cm"/>
      <inkml:brushProperty name="color" value="#F6630D"/>
    </inkml:brush>
  </inkml:definitions>
  <inkml:trace contextRef="#ctx0" brushRef="#br0">114 30 13473,'-3'-12'265,"-6"-3"10590,4 22-9999,3 0-512,0-1 0,0 1 0,1 0 0,0 0 0,-1 10 0,2-14-164,2-1-30,15 15 197,-15-15 592,-6-22-773,3 17-159,1 1 0,-1 0-1,0 0 1,-1 0-1,1 0 1,0 0-1,0 0 1,-1 1 0,1-1-1,-1 0 1,0 1-1,0-1 1,1 1 0,-1-1-1,0 1 1,0 0-1,-3-1 1,-36-16-128,37 16 66,1 1-484,-11-6-1231,1 3-1516</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10.456"/>
    </inkml:context>
    <inkml:brush xml:id="br0">
      <inkml:brushProperty name="width" value="0.05" units="cm"/>
      <inkml:brushProperty name="height" value="0.05" units="cm"/>
      <inkml:brushProperty name="color" value="#F6630D"/>
    </inkml:brush>
  </inkml:definitions>
  <inkml:trace contextRef="#ctx0" brushRef="#br0">348 123 11689,'3'-37'2327,"-4"33"-1629,1-1 0,-1 1 0,-1-1 0,1 1 0,-1-1 0,1 1 0,-1 0 0,0 0 0,-1 0 1,-4-6-1,6 8-516,-1-1 0,0 1 0,0-1 0,0 1 0,0 0 1,0 0-1,0 0 0,-1 0 0,1 1 0,-1-1 1,1 0-1,-1 1 0,1 0 0,-1 0 0,0 0 0,0 0 1,0 0-1,-5-1 0,3 2-41,-1 0 1,1 0-1,0 1 0,0 0 1,0-1-1,0 2 0,0-1 1,0 1-1,0-1 0,-6 4 1,-7 5 79,0 1 0,1 0-1,0 2 1,-24 21 0,30-23-145,0-1-1,1 1 1,1 1 0,-1 0-1,2 0 1,0 1 0,0 0-1,-5 15 1,9-20-57,1 1-1,1-1 1,-1 0 0,1 1 0,1 0 0,-1-1-1,2 1 1,-1 0 0,1 0 0,1 0 0,-1-1-1,1 1 1,1 0 0,0-1 0,3 10 0,12 22 20,1-1 1,41 63 0,-13-25-58,-30-48 22,-3-6 31,20 45-1,-31-63-69,2 8 361,1-1 1,1 0-1,10 18 0,-15-28 41,7-17 262,-1 1-405,-5 2-136,-1 1 0,-1 0-1,0 0 1,-1-1 0,-4-20 0,1-10-64,3 37-32,-1-43-686,2-1 0,7-60 0,-5 93 37,1 1 0,1-1-1,1 0 1,0 1 0,1 0-1,0 0 1,2 1 0,-1 0-1,2 0 1,15-19-1,-10 15-710,26-29-2590,-8 20-1754,6 7-2957</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10.804"/>
    </inkml:context>
    <inkml:brush xml:id="br0">
      <inkml:brushProperty name="width" value="0.05" units="cm"/>
      <inkml:brushProperty name="height" value="0.05" units="cm"/>
      <inkml:brushProperty name="color" value="#F6630D"/>
    </inkml:brush>
  </inkml:definitions>
  <inkml:trace contextRef="#ctx0" brushRef="#br0">520 5 10321,'0'0'7638,"-3"-1"-5343,1 0-2030,1 0-1,-1 1 1,0-1-1,0 1 1,0 0 0,0 0-1,0 0 1,0 0 0,0 0-1,0 0 1,0 0 0,0 1-1,0-1 1,0 0 0,1 1-1,-1 0 1,0 0 0,0-1-1,-2 3 1,-1 1 117,-1 0 1,1 0 0,0 1-1,-7 7 1,-86 80 1895,65-64-1870,-38 43-1,-119 154-489,182-215-5,0 1-1,0 0 0,1 0 0,-7 15 0,13-23 71,0-1 1,0 0-1,0 1 0,0-1 1,1 1-1,-1-1 1,1 1-1,-1-1 0,1 1 1,0 0-1,0-1 0,0 1 1,1 2-1,0-3 12,-1-1 0,1 0-1,0 0 1,-1 0 0,1 0-1,0 1 1,0-1 0,0 0 0,0 0-1,0 0 1,0-1 0,0 1-1,0 0 1,0 0 0,1 0-1,-1-1 1,0 1 0,0-1-1,1 1 1,-1-1 0,0 1 0,1-1-1,-1 0 1,0 0 0,1 0-1,1 0 1,10 0 10,-1 0 1,0-2-1,0 1 0,23-7 0,-18 4 25,176-51 872,17-3 1139,-191 53-2021,1 2 1,-1 0-1,0 2 0,1 0 1,25 2-1,-40 0-21,1-1 1,-1 2 0,0-1-1,1 0 1,-1 1-1,0 0 1,0 1 0,0-1-1,-1 1 1,1 0-1,0 0 1,-1 0-1,0 0 1,0 1 0,0 0-1,0 0 1,0 0-1,-1 0 1,0 1 0,0-1-1,0 1 1,0 0-1,3 9 1,-2-3 5,-1 1-1,0 0 1,0 0 0,-1 1-1,-1-1 1,1 21 0,-9 75-364,6-97 234,-4 19-1649,-1 0-1,-13 41 0,-3 11-2393,4 6-3234,2-3-5036</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20.203"/>
    </inkml:context>
    <inkml:brush xml:id="br0">
      <inkml:brushProperty name="width" value="0.05" units="cm"/>
      <inkml:brushProperty name="height" value="0.05" units="cm"/>
      <inkml:brushProperty name="color" value="#F6630D"/>
    </inkml:brush>
  </inkml:definitions>
  <inkml:trace contextRef="#ctx0" brushRef="#br0">7577 108 4288,'-31'-17'1698,"28"16"-1135,0-2-453,1 1-1,-1 0 0,0 0 0,0 0 1,0 0-1,0 1 0,0-1 0,0 1 1,-5-2-1,-7 1 28,0 2 0,-1-1 0,1 2 1,0 0-1,0 1 0,-21 5 0,5-2 22,-139 23 623,-111 15 707,-154-20 252,-260-4-33,13 38-859,-248 92 42,649-85-294,-348 125 0,290-57 109,5 15 1,7 14 0,-598 399-1,786-461-364,5 7 0,5 5 1,-165 182-1,216-202-171,4 3 1,4 3 0,5 3-1,3 3 1,-81 189-1,115-221-103,4 2-1,2 0 0,4 1 1,3 1-1,3 1 0,-3 103 1,15-117-30,2 0 0,3 0 0,2 0 0,4 0 0,2-1 0,3-1 0,2 0 0,31 68 0,-15-58-15,3-3 0,3-1 0,3-1 0,3-3-1,2-2 1,3-2 0,2-2 0,106 86 0,-65-71-22,3-3 0,3-5 0,3-5 1,1-4-1,122 44 0,5-16-86,426 93 0,264-32 7,705 8 54,7-44-97,-283-50 72,-839-54-149,-399-4 137,946-41-645,-421-38 134,-9-63 115,-482 96 325,-1-6 0,157-83 0,-198 80 35,-3-4 0,-2-4 0,129-111 1,-171 124 62,-2-2 1,-2-3 0,-3-1 0,-2-3 0,-3-2 0,-3-2 0,-2-1 0,-3-3 0,-4 0 0,-2-2 0,-4-2 0,-2 0 0,-4-2 0,13-88-1,-23 81 14,-3-1-1,-4 0 0,-4 0 0,-3 0 0,-4 0 0,-20-97 0,1 66 17,-4 2-1,-6 1 1,-90-193-1,47 147 3,-7 4-1,-6 3 1,-7 5-1,-5 4 1,-7 5-1,-6 5 1,-157-137-1,94 117 15,-7 8-1,-5 8 0,-318-165 1,249 172 7,-5 11 0,-409-118 1,306 135-220,-3 16 1,-480-43 0,-567 70-2869,476 102-3755,578-11 426</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21.305"/>
    </inkml:context>
    <inkml:brush xml:id="br0">
      <inkml:brushProperty name="width" value="0.05" units="cm"/>
      <inkml:brushProperty name="height" value="0.05" units="cm"/>
      <inkml:brushProperty name="color" value="#F6630D"/>
    </inkml:brush>
  </inkml:definitions>
  <inkml:trace contextRef="#ctx0" brushRef="#br0">6940 631 4032,'-19'-49'1367,"16"35"-1029,-2 1 0,1 0 0,-2 1 1,0-1-1,0 1 0,-1 0 0,-1 1 1,-10-13-1,-9 1-9,0 1 1,-1 2 0,-2 1-1,0 1 1,0 1 0,-2 2-1,-33-12 1,-16 0 355,-146-31 0,112 39-227,-1 5 1,0 6 0,0 4 0,-196 19-1,-462 110 961,-310 155-53,765-173-696,-408 199 0,418-150 66,-416 282 0,556-319-424,7 7-1,4 7 1,-248 273 0,315-298-146,5 3 0,5 4 0,-113 214 0,156-251-107,3 2 0,4 1 0,3 2 0,4 1 0,3 0-1,4 2 1,-6 102 0,20-110-26,3-1-1,4 0 0,3 0 1,3 0-1,4-1 1,3 0-1,37 102 1,-22-97-8,3-1 0,4-2 0,3-1 0,3-2 0,4-3 0,78 90 0,-54-81-26,5-3 0,2-4 1,4-4-1,106 69 0,-42-46-72,294 137 1,-243-147-85,3-10 1,3-8-1,2-9 0,349 47 1,-227-68-209,1-14 0,436-29 1,-357-24 142,-2-19 0,421-108 1,761-332-127,-355-55 12,-954 394 268,-7-12-1,306-241 1,-449 301 17,-4-6 0,-6-4 0,176-218 0,-234 249 21,-4-2 0,71-142 1,-94 154 9,-4-2 0,-3-1 0,32-140 0,-48 151 14,-3 1 0,-3-1 0,-3-1 0,-2 1 0,-4 0 0,-2-1 0,-3 1 0,-3 1 0,-3 0 0,-2 1 0,-3 0 0,-3 2 0,-3 0 0,-37-67 0,17 50-16,-4 1 0,-3 2 0,-119-131 0,88 122 8,-3 5-1,-155-111 0,104 98 7,-196-97 0,-166-31 8,199 113-450,-5 14 0,-377-65 1,254 89-3191,-481-14 0,343 65-3358,539 18 6643</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28.470"/>
    </inkml:context>
    <inkml:brush xml:id="br0">
      <inkml:brushProperty name="width" value="0.05" units="cm"/>
      <inkml:brushProperty name="height" value="0.05" units="cm"/>
      <inkml:brushProperty name="color" value="#FFFFFF"/>
    </inkml:brush>
  </inkml:definitions>
  <inkml:trace contextRef="#ctx0" brushRef="#br0">94 378 9325,'0'0'4477,"-2"-1"-2546,1 0-1575,-1 0 0,1 0 0,0 0-1,0 0 1,-1 1 0,1-1-1,0 0 1,-1 1 0,1-1 0,-1 1-1,1 0 1,-1-1 0,1 1-1,-1 0 1,1 0 0,-1 0 0,1 0-1,-1 0 1,1 0 0,-1 1-1,1-1 1,-3 1 0,-15 14 3234,5 3-4232,12-15 712,-1 1 0,1 0 0,0-1 0,0 1 1,0 0-1,1 0 0,-1 0 0,1 1 0,0-1 0,0 0 0,1 0 0,-1 1 0,1-1 0,0 0 0,0 1 0,0-1 0,0 0 1,2 7-1,-1-8 54,0-1 10,-1 1-118,0-1-4,0-1 0,1 0 0,-1 1 0,0-1 0,0 0-1,1 0 1,-1 1 0,1-1 0,-1 0 0,1 0 0,-1 0-1,1 0 1,0 1 0,0-1 0,0 0 0,-1 0-1,1 0 1,0-1 0,0 1 0,0 0 0,0 0 0,0 0-1,1-1 1,-1 1 0,0-1 0,0 1 0,2 0 0,1 0 0,-1 0 1,1-1-1,-1 1 1,1-1 0,-1 0-1,1 0 1,-1 0-1,1 0 1,-1-1 0,1 0-1,-1 1 1,1-1-1,-1 0 1,0-1 0,1 1-1,-1 0 1,0-1 0,0 0-1,0 0 1,0 0-1,-1 0 1,1 0 0,0-1-1,3-3 1,1-2-10,0 0 0,-1 0 1,0 0-1,0-1 0,-1 0 0,0 0 1,6-16-1,-10 19-15,1-1 1,-1 1-1,-1-1 1,1 0-1,-1 1 1,0-1-1,-1 0 0,1 1 1,-1-1-1,-1 1 1,-2-9-1,1-3-42,1 18 51,1 0 0,-1-1 0,1 1-1,0 0 1,-1 0 0,1 1 0,-1-1-1,1 0 1,0 0 0,-1 1 0,1-1 0,-3 1-1,-2 2-2,-1-1-1,0 1 0,1 0 0,-1 0 0,1 1 0,0 0 1,0 0-1,0 0 0,1 1 0,0 0 0,0 0 1,-7 8-1,-2 6-2,1 0 0,-16 29 0,28-46 282,3-4-272,0 1 0,0-1 1,0 1-1,0 0 0,0 0 1,0 0-1,1 0 0,-1 0 1,0 0-1,0 0 1,5 0-1,-4 1 0,-1-1 0,0 1 0,0-1-1,0 1 1,0-1 0,0 0 0,1 0 0,-1 0 0,-1 0 0,1 0 0,0 0-1,0-1 1,0 1 0,-1 0 0,1-1 0,0 0 0,1-2 0,42-79-9,-43 80 3,10-15-130,-10 15 18,-9 13 68,5-8 45,-1 2 1,0 0-1,0 0 1,0 1 0,0-1 0,1 1 0,-1-1-1,1 1 1,-1 5 0,3-9 4,0 0 0,0 0 1,0 0-1,1 0 0,-1 0 0,0-1 1,1 1-1,-1 0 0,0 0 0,1 0 1,-1-1-1,1 1 0,-1 0 0,1 0 1,-1-1-1,1 1 0,0 0 0,-1-1 1,1 1-1,0-1 0,0 1 0,-1-1 1,1 1-1,0-1 0,0 1 0,0-1 1,-1 0-1,1 0 0,0 1 0,0-1 1,0 0-1,0 0 0,0 0 0,0 0 0,0 0 1,-1 0-1,1 0 0,0 0 0,0 0 1,0-1-1,0 1 0,0 0 0,0 0 1,0-1-1,8-5 67,11-6-293,-15 13 92,-9 11 83,-24 39 57,26-48-27,2 15 9,0-17 14,0 0 0,0 0-1,0-1 1,0 1 0,0 0 0,0 0 0,1 0 0,-1 0 0,0-1-1,0 1 1,1 0 0,-1 0 0,0-1 0,1 1 0,-1 0-1,1-1 1,-1 1 0,1 0 0,-1-1 0,1 1 0,-1-1-1,1 1 1,0 0 0,-1-1 0,1 0 0,0 1 0,0-1 0,-1 1-1,1-1 1,0 0 0,0 0 0,1 1 0,1-1 2,0 1 1,1-1-1,-1 0 1,1-1-1,-1 1 1,0 0-1,1-1 1,5-2 0,3-1-1,1-1 1,-2 0 0,1-1 0,11-7 0,-7 1-70,-1-1-1,-1-1 0,0 0 0,0-1 1,-2 0-1,0-1 0,0 0 1,-2-1-1,0-1 0,-1 1 0,-1-2 1,0 1-1,7-31 0,0-7-1048,-14 52 850,-5 4 231,0 1-1,-1-1 1,1 1-1,0 0 1,0 1-1,0-1 1,0 1-1,0-1 1,0 1-1,0 0 1,0 1-1,1-1 1,-1 1-1,1-1 1,-4 5-1,-6 6-29,1 0 0,-15 22 0,5-5-56,4-6 75,1 1-1,-22 45 1,21-36 26,17-31 36,0 0-1,0 0 0,0 0 0,1 0 1,0 0-1,-1 1 0,1-1 1,0 0-1,1 0 0,-1 0 0,0 0 1,1 0-1,0 0 0,0 0 1,0 0-1,0 0 0,0 0 0,2 3 1,-1-4 1,0 0 0,0-1 0,0 1 0,1 0-1,-1-1 1,0 1 0,1-1 0,-1 0 0,1 1 0,0-1 0,-1-1 0,1 1 0,0 0 0,0-1 0,-1 1 0,1-1 0,0 0 0,0 0 0,0 0 0,-1 0 0,6-1 0,-1 0 6,1 0 0,0-1 0,0 1 1,-1-2-1,1 1 0,-1-1 0,8-4 0,-5 2-16,-1 0 0,0-1 0,-1 0-1,1 0 1,-1-1 0,0 0 0,0 0-1,-1-1 1,0 0 0,6-10 0,-6 5-32,0 0 1,-2 0-1,1-1 0,-2 0 1,0 0-1,0-1 0,-1 1 1,-1-1-1,-1 1 1,0-1-1,-1 0 0,0 1 1,-4-26-1,2 37 9,1 1-1,-1-1 1,0 1 0,1 0-1,-1 0 1,0-1 0,0 1-1,-1 1 1,1-1 0,0 0-1,-1 0 1,1 1 0,-1 0-1,-3-2 1,2 2 7,1 0-1,-1 0 1,1 1 0,-1 0 0,1-1-1,-1 1 1,1 1 0,-1-1-1,1 0 1,-1 1 0,1 0-1,-1 0 1,1 0 0,0 0-1,-1 0 1,1 1 0,0 0 0,0-1-1,-4 4 1,-5 3 8,1 1 1,-21 21 0,25-24-13,-1 2 21,0 0-1,0 0 1,0 1-1,1 0 1,1 0-1,0 1 1,0-1-1,1 1 1,0 1 0,0-1-1,-3 13 1,-8 28 715,16-48-452,12 33 393,-11-33-483,5-3-154,0 0 0,0 0 0,0-1 0,-1 0 1,1-1-1,0 1 0,-1-1 0,1 0 0,-1 0 0,1-1 0,-1 0 0,0 0 0,0 0 0,0 0 0,0-1 0,-1 0 0,0 0 0,1 0 1,6-9-1,-5 3-25,0 1 0,-1-1 0,0 0 0,0 0 0,-1 0 0,0-1 1,-1 1-1,-1-1 0,3-20 0,-2 14 5,1-44-68,-4 56 52,0 1-1,-1 0 1,1 0-1,-1-1 1,0 1-1,0 0 1,-1 0-1,0 0 1,1 0 0,-1 0-1,-5-7 1,6 10 1,-1 0 1,0-1-1,1 1 0,-1 0 1,0 0-1,0 0 1,0 0-1,0 0 1,1 0-1,-1 0 1,-1 1-1,1-1 1,0 1-1,0-1 1,0 1-1,0 0 1,0 0-1,0 0 1,0 0-1,-1 0 0,1 1 1,0-1-1,0 0 1,-3 2-1,-5 1-4,0 0 0,0 1-1,0 0 1,-10 6 0,-1 3 12,1 1 1,1 1 0,0 0 0,1 1-1,0 2 1,2-1 0,-18 24 0,30-34-8,0 1 0,0-1 1,0 1-1,-2 8 1,-1 1 0,7-15 7,0-1 0,-1 0 1,1 0-1,0 1 0,0-1 1,0 0-1,0 1 0,0-1 0,0 0 1,0 0-1,0 1 0,0-1 1,1 0-1,-1 0 0,0 1 0,1-1 1,-1 0-1,1 0 0,0 0 1,-1 0-1,1 0 0,0 0 0,-1 0 1,1 0-1,0 0 0,0 0 1,1 1-1,0 0-3,0-1 0,0 0 0,-1 1-1,1-1 1,0 0 0,0 0 0,0 0 0,0 0 0,0-1 0,1 1 0,-1-1 0,0 1 0,0-1 0,0 1-1,0-1 1,4 0 0,3-1 4,1 1 0,-1-2 0,1 1 0,-1-1-1,0 0 1,0-1 0,0 0 0,0-1 0,0 0 0,-1 0 0,0-1-1,0 0 1,0 0 0,11-11 0,-9 5-31,0 0 0,-1-1 0,-1 0 1,0-1-1,-1 0 0,0 0 0,-1-1 0,0 0 0,-1 0 1,-1 0-1,0-1 0,-1 1 0,-1-1 0,0 0 1,-1 0-1,0 0 0,-1 1 0,-3-23 0,2 36 20,1-1 0,0 1-1,0-1 1,0 1 0,-1 0 0,1-1-1,-1 1 1,1 0 0,-1-1 0,0 1-1,1 0 1,-1 0 0,0 0 0,0-1-1,0 1 1,0 0 0,0 0 0,0 0-1,0 0 1,0 1 0,0-1 0,0 0-1,0 0 1,-1 1 0,-2-2 0,2 2 1,-1-1 0,1 1 0,-1 0 0,0 0 0,1 1 0,-1-1 0,0 0 0,1 1 0,-1 0 0,1-1 0,-1 1 0,-4 3 0,-3 1-4,0 1 0,0 0 0,0 1 0,1 0-1,-10 10 1,0 4 32,-30 44 0,26-32 9,17-23-4,0 1 0,1 0 0,1 0 0,0 0 1,1 1-1,0-1 0,0 1 0,1 0 1,1-1-1,0 1 0,1 16 0,0-25-14,0 0 0,0 0 0,0-1-1,1 1 1,-1 0 0,1 0 0,0 0 0,0-1 0,0 1-1,0-1 1,0 1 0,1 0 0,-1-1 0,1 0-1,0 1 1,-1-1 0,1 0 0,2 2 0,0-1 6,0 0 0,0 0 1,1-1-1,-1 0 0,0 1 0,1-1 1,0-1-1,-1 1 0,10 1 1,-2-1 0,1 0 1,0-2 0,-1 1 0,1-1-1,-1-1 1,1-1 0,20-4 0,-20 2-18,0-1 1,0-1-1,-1 0 1,1 0 0,-1-1-1,-1-1 1,0 0-1,12-11 1,-21 17-61,-22-2-643,20 4 626,-1 0-1,0-1 0,0 1 1,0 0-1,1-1 0,-1 1 1,0-1-1,1 1 0,-1-1 0,1 0 1,-1 1-1,0-1 0,1 0 1,-1 1-1,1-1 0,0 0 1,-1 0-1,1 1 0,0-1 1,-1 0-1,1 0 0,0 0 1,0 0-1,0 1 0,-1-1 1,1 0-1,0 0 0,0 0 1,0 0-1,1 1 0,-1-1 1,0 0-1,0 0 0,0 0 1,1 0-1,-1 1 0,0-1 1,1 0-1,-1 0 0,1-1 1,22-44 222,-13 30-486,-7 7 322,1 1 0,-1-1 0,-1 1 0,0-1 0,0 0 0,-1 0 0,0 1-1,0-1 1,-1 0 0,0 0 0,-1 0 0,0 0 0,0 0 0,-4-14 0,3 19-66,1-1-1,-1 1 1,0-1-1,0 1 0,0 0 1,0 0-1,-1 0 1,0 0-1,0 0 1,0 1-1,0-1 1,0 1-1,-1 0 1,0 0-1,1 0 1,-1 0-1,0 1 1,0-1-1,-1 1 1,1 0-1,0 0 1,-1 1-1,0-1 1,1 1-1,-1 0 0,1 0 1,-1 1-1,0 0 1,-4-1-1,2 2-280,0-1 0,1 1 0,-1 0-1,1 0 1,0 1 0,-1 0 0,1 0 0,-7 4-1,-26 17-6107,6 0-2903</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32.589"/>
    </inkml:context>
    <inkml:brush xml:id="br0">
      <inkml:brushProperty name="width" value="0.05" units="cm"/>
      <inkml:brushProperty name="height" value="0.05" units="cm"/>
      <inkml:brushProperty name="color" value="#FFFFFF"/>
    </inkml:brush>
  </inkml:definitions>
  <inkml:trace contextRef="#ctx0" brushRef="#br0">84 6171 30867,'0'-6170'0</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35.202"/>
    </inkml:context>
    <inkml:brush xml:id="br0">
      <inkml:brushProperty name="width" value="0.05" units="cm"/>
      <inkml:brushProperty name="height" value="0.05" units="cm"/>
      <inkml:brushProperty name="color" value="#FFFFFF"/>
    </inkml:brush>
  </inkml:definitions>
  <inkml:trace contextRef="#ctx0" brushRef="#br0">1 5417 20640,'2301'-5416'0</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38.044"/>
    </inkml:context>
    <inkml:brush xml:id="br0">
      <inkml:brushProperty name="width" value="0.05" units="cm"/>
      <inkml:brushProperty name="height" value="0.05" units="cm"/>
      <inkml:brushProperty name="color" value="#FFFFFF"/>
    </inkml:brush>
  </inkml:definitions>
  <inkml:trace contextRef="#ctx0" brushRef="#br0">1 3178 27907,'5181'-3177'0</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58.003"/>
    </inkml:context>
    <inkml:brush xml:id="br0">
      <inkml:brushProperty name="width" value="0.05" units="cm"/>
      <inkml:brushProperty name="height" value="0.05" units="cm"/>
      <inkml:brushProperty name="color" value="#FFFFFF"/>
    </inkml:brush>
  </inkml:definitions>
  <inkml:trace contextRef="#ctx0" brushRef="#br0">11 0 2424,'-4'37'1732,"-2"-22"-3992</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58.270"/>
    </inkml:context>
    <inkml:brush xml:id="br0">
      <inkml:brushProperty name="width" value="0.05" units="cm"/>
      <inkml:brushProperty name="height" value="0.05" units="cm"/>
      <inkml:brushProperty name="color" value="#FFFFFF"/>
    </inkml:brush>
  </inkml:definitions>
  <inkml:trace contextRef="#ctx0" brushRef="#br0">1 34 6957,'10'-6'1248,"-17"-6"1584,30 3-3456,-3 3-1108,1 6-3965</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7:59.952"/>
    </inkml:context>
    <inkml:brush xml:id="br0">
      <inkml:brushProperty name="width" value="0.05" units="cm"/>
      <inkml:brushProperty name="height" value="0.05" units="cm"/>
      <inkml:brushProperty name="color" value="#FFFFFF"/>
    </inkml:brush>
  </inkml:definitions>
  <inkml:trace contextRef="#ctx0" brushRef="#br0">101 393 5741,'-1'0'108,"0"0"1,0 0 0,0 0-1,0-1 1,0 1-1,0 0 1,0 0 0,0-1-1,0 1 1,0-1 0,0 1-1,0-1 1,0 1 0,0-1-1,-1-1 1,2 1 673,-1 0 0,1 0 0,0 0 0,0 0 0,-1 0 0,1 0 0,0 0 0,0 0-1,0 0 1,0-1 0,0 1 0,0 0 0,0 0 0,1 0 0,-1 0 0,0 0 0,1-2 0,1-7 1953,-1-1-3736,0 6 1083,0 0-1,0 0 0,0 1 1,0-1-1,1 0 0,-1 0 1,1 1-1,1-1 0,-1 1 1,1 0-1,-1-1 0,1 1 1,0 0-1,1 1 0,-1-1 1,1 1-1,4-4 1,10-8 93,1 1 1,28-16 0,-34 23-90,42-28 267,104-58 382,-133 79-658,0 2-1,1 1 1,1 1-1,32-7 0,-53 16-68,0 0-1,-1 0 1,1 0-1,0 1 0,-1 0 1,1 0-1,0 1 0,-1 0 1,1 0-1,10 4 1,-14-4-5,0 0 0,0 1 0,0-1 0,0 1 0,-1-1 0,1 1 0,0 0 0,-1 0 0,0 0 0,1 1 0,-1-1 0,0 1 0,0-1 0,0 1 0,-1-1 0,1 1 0,-1 0 0,1 0 1,-1 0-1,0 0 0,0 0 0,0 0 0,-1 0 0,1 4 0,0 7 5,0 0 0,-2 0 0,1 0 0,-2 0 0,0 0 0,-1 0 0,0 0 0,-1-1 0,-11 26 0,-8 11-22,-38 59 0,17-32-4,-42 83-84,84-157 68,10 12-44,-7-14 73,-1-1 1,1 1-1,1 0 0,-1 0 1,0 0-1,0-1 1,0 1-1,0-1 1,0 1-1,1-1 0,-1 1 1,0-1-1,0 0 1,1 0-1,-1 1 0,0-1 1,0 0-1,1 0 1,-1 0-1,0-1 1,1 1-1,-1 0 0,0 0 1,0-1-1,3 0 1,39-14-77,-30 10 40,63-21-268,1 4 0,1 3 0,96-11 0,-166 30 289,1-1-1,-1 1 1,0 1 0,0-1 0,0 1-1,0 1 1,15 4 0,-20-5 22,0 0 1,-1 0 0,1 0 0,-1 0 0,1 0-1,-1 1 1,0-1 0,0 1 0,1 0-1,-1 0 1,0 0 0,-1 0 0,1 0-1,0 0 1,0 0 0,-1 0 0,1 1 0,-1-1-1,0 1 1,0-1 0,0 1 0,0-1-1,0 1 1,-1 0 0,1-1 0,-1 1 0,1 5-1,-2-2 20,-1 1 0,1 0 0,-1-1 0,-1 1 0,1-1 0,-1 0 0,0 0 0,-7 9 0,3-2 25,-3 4 17,-1 0 0,-1-1 0,-1 0 0,0-1 0,-1 0 0,-1-1 0,-16 12 0,-9 4 79,-72 40-1,34-29-2,-97 37 0,-87 17-862,254-92 670,-31 10-560,-1-2 0,-42 7 0,26-12-2800,0-6-4169,29-2-2406</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8:39.997"/>
    </inkml:context>
    <inkml:brush xml:id="br0">
      <inkml:brushProperty name="width" value="0.05" units="cm"/>
      <inkml:brushProperty name="height" value="0.05" units="cm"/>
      <inkml:brushProperty name="color" value="#FFFFFF"/>
    </inkml:brush>
  </inkml:definitions>
  <inkml:trace contextRef="#ctx0" brushRef="#br0">0 4061 28143,'7955'-4060'0</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8:55.476"/>
    </inkml:context>
    <inkml:brush xml:id="br0">
      <inkml:brushProperty name="width" value="0.05" units="cm"/>
      <inkml:brushProperty name="height" value="0.05" units="cm"/>
      <inkml:brushProperty name="color" value="#FFFFFF"/>
    </inkml:brush>
  </inkml:definitions>
  <inkml:trace contextRef="#ctx0" brushRef="#br0">144 628 11497,'-38'-23'2246,"29"18"-1344,0 0-1,0-1 0,1 0 0,-1 0 0,1-1 0,1 0 1,-1-1-1,-6-8 0,13 14-695,-2 0-35,1-1 0,0 1-1,0-1 1,0 1 0,1-1-1,-1 1 1,0-1 0,1 0 0,0 0-1,0 0 1,0 0 0,0 0-1,0 0 1,0 0 0,1 0-1,0-1 1,-1 1 0,1 0 0,1 0-1,-1 0 1,0 0 0,1-1-1,-1 1 1,1 0 0,0 0-1,0 0 1,0 0 0,2-3-1,1 1-47,0-1-1,1 1 0,-1 0 0,1 1 0,0-1 0,1 1 0,-1 0 0,11-6 0,52-22 411,-53 26-427,68-26 342,134-32 0,93-2-97,-306 65-346,1272-167 118,-831 137-1900,0 35-3511,-331 9 1752,-44 5-2496,-19 5-4474</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8:55.713"/>
    </inkml:context>
    <inkml:brush xml:id="br0">
      <inkml:brushProperty name="width" value="0.05" units="cm"/>
      <inkml:brushProperty name="height" value="0.05" units="cm"/>
      <inkml:brushProperty name="color" value="#FFFFFF"/>
    </inkml:brush>
  </inkml:definitions>
  <inkml:trace contextRef="#ctx0" brushRef="#br0">154 49 13917,'0'-8'730,"0"6"-475,0 0 1,0 0 0,0 0-1,0 0 1,0 0-1,-1 0 1,1 0-1,-1 0 1,1 0 0,-1 0-1,0 0 1,1 0-1,-1 1 1,0-1 0,0 0-1,-1 0 1,1 1-1,-5-5 4675,-13 43-156,-6 198-1337,-21 103-5496,42-307 1609,-25 297-8370,22-225 2256,-1 0-4947</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8:55.903"/>
    </inkml:context>
    <inkml:brush xml:id="br0">
      <inkml:brushProperty name="width" value="0.05" units="cm"/>
      <inkml:brushProperty name="height" value="0.05" units="cm"/>
      <inkml:brushProperty name="color" value="#FFFFFF"/>
    </inkml:brush>
  </inkml:definitions>
  <inkml:trace contextRef="#ctx0" brushRef="#br0">114 1 15557,'-23'21'2485,"6"0"-169,-6 12-232,16-21-332,-3 15-348,-3 16-328,6-1-191,-3 3-545,13 6-920,4 4-445,-7 2-763,0-3-880,-10 0-712,7 4-2129,6-4-4456</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8:56.071"/>
    </inkml:context>
    <inkml:brush xml:id="br0">
      <inkml:brushProperty name="width" value="0.05" units="cm"/>
      <inkml:brushProperty name="height" value="0.05" units="cm"/>
      <inkml:brushProperty name="color" value="#FFFFFF"/>
    </inkml:brush>
  </inkml:definitions>
  <inkml:trace contextRef="#ctx0" brushRef="#br0">0 1 10029,'0'0'2892,"21"0"-2220,2 3-528,-10 9-436,8 9-704,-11-9-2636,3 18-2201</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8:56.555"/>
    </inkml:context>
    <inkml:brush xml:id="br0">
      <inkml:brushProperty name="width" value="0.05" units="cm"/>
      <inkml:brushProperty name="height" value="0.05" units="cm"/>
      <inkml:brushProperty name="color" value="#FFFFFF"/>
    </inkml:brush>
  </inkml:definitions>
  <inkml:trace contextRef="#ctx0" brushRef="#br0">1 286 11769,'38'-57'9196,"-35"54"-8980,1 0-1,-1 0 1,0 1 0,1-1-1,0 1 1,-1 0-1,1 0 1,0 0-1,0 1 1,0-1 0,0 1-1,0 0 1,0 0-1,1 0 1,-1 1-1,0-1 1,6 1 0,2 2-37,0 1 1,0 0 0,0 0-1,-1 1 1,1 1 0,10 5-1,-12-5-135,0 0 0,-1-1 0,2 0 0,-1-1 0,0 0 0,1-1 0,-1 0 0,12 0-1,-6-3-20,0 0 0,0-1 0,0-1 0,20-6 0,-9 2-54,-21 5 30,0 1-1,0 0 1,0 1 0,0-1-1,0 1 1,0 1-1,0-1 1,0 1-1,0 0 1,0 0-1,-1 0 1,1 1-1,0 0 1,-1 0-1,11 6 1,-1 2 5,0 1 1,-1-1 0,-1 2 0,13 14-1,54 44-707,-77-68 680,0 0-1,0 0 1,1 0 0,-1 0-1,0 0 1,1-1 0,-1 1-1,1-1 1,0 0 0,-1 0 0,1-1-1,0 1 1,-1-1 0,1 1-1,0-1 1,0-1 0,-1 1-1,6-1 1,7-2-32,1-1 0,29-11 0,-27 8 106,21-8-243,0-2 1,-1-2-1,-1-2 1,-1-1-1,35-27 1,1-9-208,83-84 0,-154 140 367,22-23 186,-22 18 185,-17 11 99,2 2-140,0 2-1,1 0 0,0 1 1,0 0-1,1 0 0,-19 21 1,7-4 377,-36 54 1,47-62-498,1 0 0,1 0 1,1 1-1,0 0 1,-11 39-1,18-50-181,1 0 1,-1 0-1,2 0 1,-1 0-1,1 0 1,0 0-1,1 0 1,0 0-1,0 0 1,1 0-1,0 0 1,1-1-1,-1 1 1,1-1-1,1 1 1,-1-1-1,1 0 1,9 11-1,-2-5-362,0-1-1,2 0 1,-1 0 0,2-2-1,-1 1 1,1-2-1,1 0 1,0-1 0,0 0-1,0-1 1,1 0-1,0-2 1,20 5 0,13 1-2607,-1-2 0,1-2 0,67 0 0,-20-6-5770</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8:57.604"/>
    </inkml:context>
    <inkml:brush xml:id="br0">
      <inkml:brushProperty name="width" value="0.05" units="cm"/>
      <inkml:brushProperty name="height" value="0.05" units="cm"/>
      <inkml:brushProperty name="color" value="#FFFFFF"/>
    </inkml:brush>
  </inkml:definitions>
  <inkml:trace contextRef="#ctx0" brushRef="#br0">601 1 14137,'-3'4'390,"0"0"0,0 0 1,0 0-1,-1 0 0,1 0 0,-1-1 0,0 1 0,0-1 0,-1 0 0,1-1 0,0 1 0,-1-1 0,0 1 0,-5 0 0,-11 7 353,1 1-1,0 0 0,1 2 0,0 0 0,1 1 0,0 1 0,1 0 0,-27 33 1,-1 11 413,-54 90 1,78-117-945,-4 8-120,1 0 0,3 1-1,1 1 1,2 1 0,2 1-1,2 0 1,2 1-1,-12 78 1,23-107-277,1-1 0,0 1 0,1 0 0,0-1 0,2 1 0,-1-1 0,2 0 0,0 0 0,1 0 0,1 0 0,0-1 0,1 0 0,0 0 0,18 24 0,-17-27 20,1 0 0,0-1 0,1 0 0,1 0 0,-1-1 0,1 0 1,1-1-1,0-1 0,0 0 0,0 0 0,1-1 0,0-1 1,0 0-1,0-1 0,1 0 0,22 3 0,-18-6 96,1 0-1,-1-1 1,1-1-1,-1-1 0,0-1 1,1 0-1,-1-2 1,-1 0-1,1 0 1,-1-2-1,17-8 0,19-8-64,42-21 48,-84 39 69,-1 1 0,1 0 0,0 1 0,-1 0-1,2 0 1,-1 1 0,0 1 0,0 0-1,1 1 1,-1 0 0,14 2 0,14 3-40,72 20 0,-66-13-55,-30-8-85,-1 0 0,0 1 0,0 1 0,0 0 0,0 1 0,13 10 0,-25-16 189,0 0-1,0 1 1,-1-1-1,1 0 1,0 0-1,1-1 1,-1 1-1,0 0 1,0-1 0,0 1-1,0-1 1,1 1-1,-1-1 1,0 0-1,0 0 1,1 0 0,-1 0-1,0-1 1,0 1-1,0-1 1,4 0-1,4-2 6,-7 2-1,-1 0 1,0 0-1,1-1 0,-1 1 0,0 0 0,0-1 0,0 0 0,0 0 1,0 0-1,0 1 0,2-5 0,0 1-7,6-6 62,0-1 0,12-20 0,-15 21-40,0 1 0,1 0 0,0 0 1,0 1-1,13-12 0,-12 14-8,1 0 0,-1 0 0,1 1 0,1 1 0,-1 0-1,1 0 1,0 1 0,0 0 0,0 1 0,0 0 0,1 1 0,-1 0 0,1 1 0,0 0 0,-1 1 0,1 0-1,0 1 1,-1 0 0,1 1 0,-1 0 0,16 6 0,7 6-9,-2 1 1,55 34-1,-68-37 18,6 10-28,-23-21 62,27 16 46,27 16-88,-52-31-4,0-1-1,0 0 0,1 0 0,-1 0 0,0 0 0,1-1 1,-1 0-1,1 0 0,6 0 0,-3 0-11,11-2 4,1 0 1,-1 0-1,0-2 0,1-1 0,-2 0 0,1-1 0,-1-1 0,1-1 0,-2 0 0,1-2 0,-2 0 1,21-15-1,55-58 56,-10 7-11,-70 67-27,108-79-5,108-72-40,-141 97 192,-49 39 165,-34 22 641,-4 4-851,0 0-1,-1-1 1,1 1-1,-1 0 1,1 0-1,-1 0 1,0-1-1,0 1 1,0 0-1,-2 3 1,-3 5 173,-51 98 1412,29-58-1357,2 1 0,2 1-1,2 1 1,-26 99-1,7 146-5073,35-253 2899,-1 28-1801,11-27-2848,2-28-1868</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8:58.184"/>
    </inkml:context>
    <inkml:brush xml:id="br0">
      <inkml:brushProperty name="width" value="0.05" units="cm"/>
      <inkml:brushProperty name="height" value="0.05" units="cm"/>
      <inkml:brushProperty name="color" value="#FFFFFF"/>
    </inkml:brush>
  </inkml:definitions>
  <inkml:trace contextRef="#ctx0" brushRef="#br0">14 396 9713,'-11'-23'2050,"9"19"-81,4 4-287,11 3-990,0 0 0,0 1 0,-1 1-1,1 0 1,-1 1 0,15 9 0,-22-12-631,0 0-1,-1 0 1,1 0 0,0 1 0,-1 0-1,0 0 1,0 0 0,0 1-1,0-1 1,-1 1 0,0 0 0,0 0-1,0 0 1,-1 0 0,1 0 0,-1 1-1,2 7 1,-4-9-49,0 1 0,0-1 0,0 1 0,-1-1 0,1 0 0,-1 1 0,0-1 0,0 1 0,-1-1 0,1 0 0,-1 0 0,0 0 0,0 0 0,-1 0 0,1 0 0,-1-1 0,1 1 0,-1-1 0,-6 5 0,-6 6-23,-1 0 0,0-2 1,-19 11-1,6-3 19,26-18-23,6-4 13,86-56-132,118-56 0,-50 29-234,-53 27 86,-25 16 97,-2-4 1,99-77-1,-155 106 247,0-2 0,-2 0 0,23-30 0,-26 18 410,-15 28 434,-21 15-639,16-9-250,1 0-1,0 0 0,1 0 1,-1 0-1,1 1 0,-1-1 0,1 1 1,0 0-1,0 0 0,0 0 1,1 0-1,0 0 0,0 0 0,0 0 1,0 0-1,0 0 0,1 1 1,-1 5-1,1 6-71,-1 1 0,2-1 1,3 23-1,-4-35-53,24-29-685,-20 21 799,0-1 0,-1 1 1,1-1-1,-1 0 0,0 0 1,0 0-1,-1 0 0,1 0 1,1-7-1,-4 10 150,8 23-23,-2-3-45,-1 1 0,4 20 0,7 28 1,-10-48-201,18 34-1,-21-47 23,1 1 0,0-1 0,0 0 0,0-1 0,1 1 0,0-1 0,0 0 0,11 9 0,-1-4-321,1-1 0,0 0 0,28 10 0,-41-18-164,14-4-1327,-12 2 1414,-1-1 1,0 1-1,0-1 1,1 0-1,-2 0 1,1 0-1,0 0 1,0-1-1,-1 0 1,1 1-1,-1-2 1,0 1-1,4-4 1,3-3-1374,20-13-3167</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8:58.530"/>
    </inkml:context>
    <inkml:brush xml:id="br0">
      <inkml:brushProperty name="width" value="0.05" units="cm"/>
      <inkml:brushProperty name="height" value="0.05" units="cm"/>
      <inkml:brushProperty name="color" value="#FFFFFF"/>
    </inkml:brush>
  </inkml:definitions>
  <inkml:trace contextRef="#ctx0" brushRef="#br0">165 221 9377,'1'-7'497,"-1"0"1,0 0 0,0 1-1,0-1 1,0 0 0,-1 0-1,-1 0 1,1 0 0,-1 0-1,0 1 1,-1-1-1,1 1 1,-1-1 0,0 1-1,-1 0 1,0 0 0,0 1-1,0-1 1,0 1 0,-10-9-1,6 4 1489,0 0 0,1 0-1,0-1 1,1 0 0,-6-14 0,5 45-961,3 2-1025,2 0 0,0 1 0,2-1 0,0 0 0,2 1 0,7 40 0,0 5 0,8 88 0,17 208 0,-27 118 0,-11-414 0,-29 282 0,13-223 16,-9 40-3969,1-58-8716,15-70-508</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8:58.878"/>
    </inkml:context>
    <inkml:brush xml:id="br0">
      <inkml:brushProperty name="width" value="0.05" units="cm"/>
      <inkml:brushProperty name="height" value="0.05" units="cm"/>
      <inkml:brushProperty name="color" value="#FFFFFF"/>
    </inkml:brush>
  </inkml:definitions>
  <inkml:trace contextRef="#ctx0" brushRef="#br0">0 236 13389,'9'16'2294,"0"-1"0,19 25 0,-24-35-1579,12 19 1335,-13-19-1852,0 0 1,0 0-1,1 0 0,0-1 0,0 1 0,0-1 0,1 0 0,4 4 1,29 15-127,0-1 0,2-2 0,0-1 1,1-3-1,54 15 0,-23-10-1563,1-4-1,0-4 1,105 7 0,-125-18 585,0-2 1,-1-3-1,1-2 1,-1-2-1,85-24 1,-65 7 492,-2-2 1,-1-4-1,120-70 1,177-146 4359,-320 213-2763,53-44 2781,-96 75-2284,-12 26 1301,1-9-2591,-1-1-1,-1 0 1,-1 0-1,0-1 1,-17 17 0,-1 0 22,-135 145-491,-13-11-4743,81-81-2743,2 4-5710</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09.771"/>
    </inkml:context>
    <inkml:brush xml:id="br0">
      <inkml:brushProperty name="width" value="0.05" units="cm"/>
      <inkml:brushProperty name="height" value="0.05" units="cm"/>
      <inkml:brushProperty name="color" value="#FFFFFF"/>
    </inkml:brush>
  </inkml:definitions>
  <inkml:trace contextRef="#ctx0" brushRef="#br0">628 337 6109,'-4'-22'1331,"0"0"0,-1 0 0,-2 0 1,0 0-1,-19-38 0,16 40-608,-2-1-1,0 2 1,-1 0 0,-1 0 0,-25-24-1,37 40-664,-1 1-1,0-1 0,0 1 1,0 0-1,0 0 1,0 0-1,0 1 0,-1-1 1,1 1-1,0 0 1,-1 0-1,1 0 0,-1 0 1,0 0-1,1 1 0,-1 0 1,0-1-1,1 2 1,-1-1-1,1 0 0,-1 1 1,0-1-1,1 1 0,-1 0 1,1 0-1,-1 0 1,1 1-1,0-1 0,-5 4 1,-5 3 78,0 1 1,1 0-1,0 0 1,1 2-1,-16 17 1,-1 5 93,1 2 0,2 1 0,-24 43 1,-48 122 226,86-172-420,1 0 0,1 0 1,1 0-1,2 1 0,1 0 1,-1 39-1,6-67-37,0 10 32,0 0 0,1 0 0,0 0 0,5 22-1,-5-32-19,0 1 1,-1-1-1,1 1 0,1-1 0,-1 0 0,0 0 0,0 1 0,1-1 0,-1 0 1,1 0-1,0 0 0,0-1 0,0 1 0,0 0 0,0-1 0,0 1 0,0-1 1,0 1-1,1-1 0,-1 0 0,0 0 0,1 0 0,-1-1 0,1 1 0,-1 0 1,1-1-1,4 1 0,5-1 30,0-1 1,1 0-1,-1-1 1,0 0 0,0-1-1,0 0 1,-1-1-1,22-10 1,89-53 500,-121 67-541,55-37 154,-1-2 0,-2-3 0,-2-2 0,67-74 0,160-220 2051,-254 308-1806,-21 26-348,13-18 305,2 1-1,20-19 1,-37 40-329,0 1 0,-1-1 0,1 1 0,0-1 0,-1 1 0,1-1 0,0 1 0,-1 0 0,1-1 0,-1 1 0,1 0 0,-1-1 0,1 1 0,-1 0 0,0 0 0,1-1 0,-1 1 0,0 0 0,0 0 0,1 0 0,-1 0 0,0-1 0,0 2 0,0 10 38,0-1 1,-1 0 0,0 1 0,-1-1 0,0 0-1,-1 0 1,0 0 0,-9 20 0,0 5 54,-140 365-774,91-254-1194,-3 3-1020,-2 7-1926,26-51-1602,8-1-4053</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09.977"/>
    </inkml:context>
    <inkml:brush xml:id="br0">
      <inkml:brushProperty name="width" value="0.05" units="cm"/>
      <inkml:brushProperty name="height" value="0.05" units="cm"/>
      <inkml:brushProperty name="color" value="#FFFFFF"/>
    </inkml:brush>
  </inkml:definitions>
  <inkml:trace contextRef="#ctx0" brushRef="#br0">285 0 14269,'-6'43'2020,"-11"-31"433,-13 9-257,6 0-260,18-9-344,-8 12-312,-6 15-300,7-9-203,-1 6-177,1 4-192,3 8-572,0 3-897,-7-3-551,-6 1-1088,3 5 48,0 6-3377,-7-6-5280</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10.302"/>
    </inkml:context>
    <inkml:brush xml:id="br0">
      <inkml:brushProperty name="width" value="0.05" units="cm"/>
      <inkml:brushProperty name="height" value="0.05" units="cm"/>
      <inkml:brushProperty name="color" value="#FFFFFF"/>
    </inkml:brush>
  </inkml:definitions>
  <inkml:trace contextRef="#ctx0" brushRef="#br0">37 90 5773,'-31'15'1634,"25"-12"6,17-12 1291,-6 5-2413,7-6 319,0 1 0,0 1 0,1 0-1,0 0 1,0 1 0,19-6 0,-16 7-497,-3 1-18,-1 0-1,1 1 1,0 1 0,0 0-1,0 1 1,1 0-1,-1 1 1,22 1 0,-28 0-217,0 2 1,0-1 0,0 1 0,0 0-1,0 1 1,0 0 0,0 0 0,-1 0-1,1 1 1,-1 0 0,0 0-1,0 0 1,0 1 0,-1 0 0,0 0-1,9 11 1,-4-1 70,0 1 1,0 0-1,-2 0 0,0 0 0,0 1 0,-2 1 0,0-1 1,-1 1-1,-1 0 0,2 19 0,-1 14-61,-2 1 1,-6 68-1,0-81-853,-1-1 1,-3 1-1,-1-2 1,-23 67-1,-38 58-9121,38-96 720</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10.457"/>
    </inkml:context>
    <inkml:brush xml:id="br0">
      <inkml:brushProperty name="width" value="0.05" units="cm"/>
      <inkml:brushProperty name="height" value="0.05" units="cm"/>
      <inkml:brushProperty name="color" value="#FFFFFF"/>
    </inkml:brush>
  </inkml:definitions>
  <inkml:trace contextRef="#ctx0" brushRef="#br0">4 124 12853,'-4'-36'2068,"24"9"-275,-13 18-313,13-9-364,4 6-240,12 3-192,31-3-168,-13 15-244,10 3-816,6 0-612,7 6-800,3 6-3401,4 3-4304</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11.605"/>
    </inkml:context>
    <inkml:brush xml:id="br0">
      <inkml:brushProperty name="width" value="0.05" units="cm"/>
      <inkml:brushProperty name="height" value="0.05" units="cm"/>
      <inkml:brushProperty name="color" value="#FFFFFF"/>
    </inkml:brush>
  </inkml:definitions>
  <inkml:trace contextRef="#ctx0" brushRef="#br0">17 21 2992,'0'0'1692,"-7"-12"-2180,-3 3 4</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14.262"/>
    </inkml:context>
    <inkml:brush xml:id="br0">
      <inkml:brushProperty name="width" value="0.05" units="cm"/>
      <inkml:brushProperty name="height" value="0.05" units="cm"/>
      <inkml:brushProperty name="color" value="#FFFFFF"/>
    </inkml:brush>
  </inkml:definitions>
  <inkml:trace contextRef="#ctx0" brushRef="#br0">600 2726 2072,'11'-4'2692,"-14"15"1140,-1 0-4353,3-8 1346,-14 11-531,8-9 2840,4-4-3029,0 0 0,0 0 0,1 0 0,-1 0-1,0-1 1,0 1 0,0-1 0,0 0 0,0 0-1,-4 0 1,5-1-57,0 0 1,1 1-1,-1-1 0,0 0 1,1 0-1,-1 0 0,0 0 0,1-1 1,0 1-1,-1 0 0,1-1 0,0 1 1,-1-1-1,1 1 0,0-1 1,0 0-1,0 1 0,0-1 0,0-2 1,-1-1 21,0-1 1,0 1 0,0-1-1,1 0 1,0 1-1,0-1 1,0 0 0,1-11-1,-3-23 109,-3 8-97,-9-53-355,-48-148 1,-54-140-304,54 168 365,-56-327 1,37-439-2383,81 943 1603,-1 0 0,-1 0 0,-2 0 0,-15-50 0,15 57-2284</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16.118"/>
    </inkml:context>
    <inkml:brush xml:id="br0">
      <inkml:brushProperty name="width" value="0.05" units="cm"/>
      <inkml:brushProperty name="height" value="0.05" units="cm"/>
      <inkml:brushProperty name="color" value="#FFFFFF"/>
    </inkml:brush>
  </inkml:definitions>
  <inkml:trace contextRef="#ctx0" brushRef="#br0">0 3561 4256,'0'0'5588,"1"-2"-5275,13-21 312,-12 21-261,11-14 618,-9 7 2379,-3-8-2977,1 0 0,0 1 0,2-1 0,0 1 0,1-1 0,1 1-1,11-24 1,4-2 137,42-62 0,25-19-215,197-210 1,146-72-1201,205-123-2753,794-501-1,-445 356-2635,-832 558 3524</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16.825"/>
    </inkml:context>
    <inkml:brush xml:id="br0">
      <inkml:brushProperty name="width" value="0.05" units="cm"/>
      <inkml:brushProperty name="height" value="0.05" units="cm"/>
      <inkml:brushProperty name="color" value="#FFFFFF"/>
    </inkml:brush>
  </inkml:definitions>
  <inkml:trace contextRef="#ctx0" brushRef="#br0">1123 1960 4776,'-1'-5'187,"1"0"-1,-1 0 0,0 0 0,0 0 0,0 1 0,-1-1 1,1 0-1,-1 1 0,0-1 0,-1 1 0,1 0 0,-1 0 1,-3-5-1,-7-6 548,0 1 0,-17-15 1,-12-11 584,-547-701 3130,529 652-4459,-92-184 1,122 205-729,2-1 0,3-2 0,-24-117 0,35 111-308,-21-86-3750,19 109 1239</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17.279"/>
    </inkml:context>
    <inkml:brush xml:id="br0">
      <inkml:brushProperty name="width" value="0.05" units="cm"/>
      <inkml:brushProperty name="height" value="0.05" units="cm"/>
      <inkml:brushProperty name="color" value="#FFFFFF"/>
    </inkml:brush>
  </inkml:definitions>
  <inkml:trace contextRef="#ctx0" brushRef="#br0">7 890 4192,'-7'-96'1132,"7"53"-219,4 10-169,9-3-108,4-3-56,6 0-80,11-10-124,13-2-112,13-3-40,17-3-32,13-1-164,18-5 64,12-3-440,8 2-440,9-2-1756,4-9-665</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17.574"/>
    </inkml:context>
    <inkml:brush xml:id="br0">
      <inkml:brushProperty name="width" value="0.05" units="cm"/>
      <inkml:brushProperty name="height" value="0.05" units="cm"/>
      <inkml:brushProperty name="color" value="#FFFFFF"/>
    </inkml:brush>
  </inkml:definitions>
  <inkml:trace contextRef="#ctx0" brushRef="#br0">1 139 1928,'26'-121'-640,"1"103"196</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51.028"/>
    </inkml:context>
    <inkml:brush xml:id="br0">
      <inkml:brushProperty name="width" value="0.05" units="cm"/>
      <inkml:brushProperty name="height" value="0.05" units="cm"/>
      <inkml:brushProperty name="color" value="#FFFFFF"/>
    </inkml:brush>
  </inkml:definitions>
  <inkml:trace contextRef="#ctx0" brushRef="#br0">2943 2762 3800,'-11'-6'1970,"-28"-13"10352,167-28-11509,-38 13-734,29-10 14,118-38-245,790-279 301,-811 266-172,144-60 1,8 24 38,-298 111-28,399-105 11,8 16-93,-229 50 152,281-70-45,-295 70-23,214-58 111,59-15-21,779-148-55,-1171 259-5,191-39 15,758-176-47,-61 41-174,107 57 351,4 64-270,-701 57 76,-280 12 46,1596-7-13,507 189 117,-1774-98 144,-348-51-196,218 84 0,-273-84-66,-1 3-1,62 43 1,73 65-7,-134-91 20,-1 2 0,87 100 1,-130-133-14,96 112 341,129 198 1,-223-299-300,-2 0 0,-1 1 0,-1 0 0,-1 1 0,-2 0 0,-1 1 0,-1 0 0,-2 0 0,-1 1 0,-1 0 0,-2 33 0,-2-8 77,-4-1 0,-2 1 0,-2-1-1,-2 0 1,-25 73 0,-42 118 193,62-184-183,3 1-1,2 0 1,-1 100 0,11-93-41,2 0 0,19 107 0,44 137 169,-41-212-124,5 3-20,5 18-8,-18-65-39,-8-32-8,8 49-1,-5-17 147,35 107-1,-29-121-77,-10-26-103,0 0 0,7 32 1,-9-27 59,17 42 0,-11-38-9,6 33 0,12 100 309,-27-133-326,0 0 1,-2 0-1,-6 55 1,-49 193 158,22-131-132,16-65-33,-4-1 0,-4-1 0,-40 89 0,47-127-8,-1-2 0,-2 0 0,-1-2 1,-2 0-1,-46 51 0,9-21-2,-4-3 1,-132 101-1,137-123-48,-2-1 0,-1-4 0,-2-2 0,-79 29 0,-48-1 14,-250 46-1,317-80 1,-892 180-53,-233 55 202,218 7-32,197-39-41,761-210-85,-107 45 0,-61 47 8,-60 23 18,45-44 91,-60 25-66,267-97-70,-193 89 90,203-88-18,1 1-1,1 3 0,-65 55 1,61-44-43,-2-2-1,-1-2 1,-2-1 0,-1-3-1,-1-2 1,-1-2 0,-1-2 0,-1-3-1,-1-2 1,-79 16 0,-571 78 131,-339 15-151,728-92 46,-687 77-68,30-9 4,361-68 63,553-33-31,-297-2 43,2-14-43,-183-1-7,-157 62-17,166-7 66,-394 0-37,-493-38-65,548-89 94,698 61-47,-74-15 41,-483-150-66,399 100 33,128 45-111,-44-13 131,152 37-100,51 14 130,-59-21-1,85 25-38,0 0-1,1-1 0,0-1 0,0 0 1,0 0-1,1-1 0,0 0 0,-17-19 0,15 14-10,1-1 0,1 0 0,0-1 0,1 0 0,0-1 0,1 0 0,1 0 0,1-1 0,0 0 0,1 0 0,1 0 0,0 0 0,2-1 0,-2-30 0,-8-130-42,-2-45-90,23-16-53,79-467 1,29 209 143,-79 354 55,-35 131-10,6-27-12,2 0-1,2 1 1,1 0 0,20-37-1,-5 29-23,1 0 0,2 2 0,2 2-1,3 1 1,49-44 0,223-167-67,-148 127 103,-69 52 75,141-118-72,-40 33-81,-4 2-36,-57 55 120,-91 73-17,181-119-2,-122 85 13,132-108 0,-173 116-20,-3-4-1,-2-1 1,55-79-1,115-136-92,-150 188-5,16-14 137,24-29-49,-79 90-1,2 1 0,1 2 0,2 2 0,1 1 0,85-50 0,-17 7-28,-81 56 10,4-4 6,91-63 142,-36 26-155,-35 16 134,-41 35-86,-1 1 0,1-2-1,-1 1 1,-1-1 0,0-1-1,-1 0 1,11-18-1,-14 21 8,11-20-47,10-15 41,-24 40 3,1 0 0,-2-1 1,1 1-1,0 0 0,-1-1 0,0 0 1,0 1-1,1-8 0,-1 5-7,2-8 13,17-53-185,-20 64-435,-7 22-8840,-1 0 4643,-10-3-2873</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55.445"/>
    </inkml:context>
    <inkml:brush xml:id="br0">
      <inkml:brushProperty name="width" value="0.05" units="cm"/>
      <inkml:brushProperty name="height" value="0.05" units="cm"/>
      <inkml:brushProperty name="color" value="#FFFFFF"/>
    </inkml:brush>
  </inkml:definitions>
  <inkml:trace contextRef="#ctx0" brushRef="#br0">10183 1234 4852,'-3'-29'608,"-1"0"0,-2 1 0,0-1 0,-2 2 0,-1-1 0,-2 1 0,0 0 0,-2 1 0,-1 0 0,0 2 0,-27-34 0,21 29-341,10 14-96,-1 0 0,-1 1-1,0 0 1,-23-20 0,13 15 20,-2 2 0,0 0 0,-1 2 0,-40-20 0,-116-39 570,144 60-561,-295-89 824,-8 26-318,299 68-639,24 5-26,-1295-249 2326,856 194-1995,-3 19 0,-475 21 1,-157 81-111,747-6 16,306-48-243,-75 15 153,1 6 1,-155 60-1,203-62-89,1 4-1,1 2 1,2 3-1,-107 84 1,94-57 32,2 4 0,4 3 0,-108 142 0,-2 38-37,-215 272 125,276-383-116,5 6-1,7 4 0,-120 229 0,-68 227 366,249-510-381,5 2 0,-30 120-1,40-125-18,-9 52 125,-31 260 1,12-47 95,45-304-255,-75 319 644,-14 53-149,12-45 286,18-90-384,-21 78-52,-63 133 389,-113 414 347,38 357-727,182-795-330,38 5-86,18-322 63,8 0 0,46 200 0,-40-267-21,4-2 1,4 0 0,4-3 0,4 0-1,59 97 1,-83-162-11,1-1 0,1 0 0,0-1 1,2 0-1,1-2 0,0 0 0,2-2 0,0 0 0,36 21 0,-12-14 3,0-2-1,1-2 1,1-2-1,61 14 0,291 51 53,6-25-49,-240-36-3,399 40 23,637-12-1,684-139 49,-933-41-54,-21-98-36,-361 32-1,-20-45-16,493-325 166,-670 331 48,-73 45-72,261-169-76,-172 108 62,819-445-175,-248 243 383,-928 439-295,-25 10-9,362-165 176,-13-29-176,-239 119-23,-3-6 0,-4-4 0,-3-5 1,-5-4-1,-5-5 0,139-187 0,-154 172 13,79-151 0,-126 199-5,-3-1 0,-4-2 0,38-140 0,-33 44-16,20-263-1,-28-176-50,-25 581 66,0-75-34,-4 0-1,-5 0 1,-4 1 0,-5 0 0,-4 1-1,-4 1 1,-50-125 0,17 87-43,-96-167 0,-176-223-136,225 381 139,-180-193 0,108 161-34,-241-188 0,-435-220-600,757 529 638,-2 4-1,-3 4 1,-1 4-1,-189-53 1,-453-68-149,111 78 130,443 72 87,-259 12 0,259 17 7,-80 3 18,196-16-1,-118-12 1,166 7-5,0-1-1,0-1 1,0-1-1,1-1 1,1-2-1,-1 0 1,-30-20-1,-152-118-30,136 94 36,-3-2-7,-246-169-187,309 218-65,-16-8-1769,27 16 1953,-1 0 0,0 0-1,0 0 1,0 0 0,0 0 0,1 0-1,-1 0 1,0 0 0,0 0-1,0 0 1,1 0 0,-1 0-1,0 1 1,0-1 0,0 0 0,1 1-1,-1-1 1,0 0 0,0 1-1,1-1 1,-1 1 0,0-1-1,1 1 1,-1-1 0,1 1 0,-1 0-1,1-1 1,-1 1 0,1 0-1,-1-1 1,1 1 0,-1 1 0,-3 8-962,0-1 0,1 1 0,0 1 0,0-1 0,1 0 0,1 1 0,0-1 0,0 1 0,1-1 0,1 16 0,10 24-8552</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25.702"/>
    </inkml:context>
    <inkml:brush xml:id="br0">
      <inkml:brushProperty name="width" value="0.05" units="cm"/>
      <inkml:brushProperty name="height" value="0.05" units="cm"/>
      <inkml:brushProperty name="color" value="#FFFFFF"/>
    </inkml:brush>
  </inkml:definitions>
  <inkml:trace contextRef="#ctx0" brushRef="#br0">960 552 11721,'5'-38'674,"0"4"463,2 0 0,12-37 0,-14 48-136,-1 0 1,-2 0-1,0-1 0,-1 0 0,-1 1 0,-3-25 1,0 0 789,3 20-731,-2-28 1102,2 53-2065,-1 0 1,1 0 0,-1-1 0,0 1 0,0 0-1,0 0 1,-1 0 0,1 0 0,-1 0 0,0 1-1,1-1 1,-1 0 0,-4-4 0,4 6-71,1 0 0,-1 0 0,0 0 0,1 1 0,-1-1 0,0 0 0,1 1 0,-1-1 0,0 1 1,0-1-1,1 1 0,-1 0 0,0 0 0,0 0 0,0 0 0,1 0 0,-1 0 0,0 0 0,0 0 0,0 1 1,1-1-1,-1 1 0,0 0 0,0-1 0,1 1 0,-1 0 0,-2 1 0,-5 2 45,-29 12 67,0 2 0,2 2-1,0 1 1,1 2-1,1 1 1,-41 39-1,-8 16 1,-79 97-1,82-83-151,4 4 0,-74 122-1,137-196-60,2 0-1,0 1 0,2 1 1,0-1-1,2 1 1,-5 34-1,10-52 58,1-3 4,0 0 1,0 1 0,1-1 0,0 1-1,-1-1 1,1 1 0,1-1-1,-1 1 1,1-1 0,0 1-1,0-1 1,0 0 0,0 1-1,1-1 1,3 7 0,-3-8 5,0 0 1,1-1-1,-1 1 0,1 0 1,0-1-1,-1 0 1,1 1-1,0-1 1,0 0-1,1-1 0,-1 1 1,0-1-1,1 1 1,-1-1-1,4 1 1,5 0-9,0 0 0,0-1 0,1 0 1,-1-1-1,0 0 0,0-1 1,0-1-1,19-4 0,1-3 12,0-2-1,-1 0 1,52-29 0,83-62 83,76-89 839,-50 38 602,-185 148-1521,-3 2 0,0-1 0,0 1 0,1 1 0,-1-1 0,8-2 0,-10 4 0,0 1 0,-1-1 0,1 1 0,0 0 0,0-1 0,0 1 0,0 0 0,0 0 0,0 0 0,0 1 0,0-1 0,0 0 0,-1 1 0,1-1 0,0 1 0,0 0 0,0 0 0,-1-1 0,4 4 0,1 0 0,-1 1 0,0 0 0,0 0 0,-1 1 0,0-1 0,1 1 0,-2 0 0,1 0 0,-1 0 0,0 1 0,0-1 0,-1 1 0,0 0 0,0-1 0,0 1 0,-1 0 0,1 12 0,0 16 0,-1 0 0,-4 43 0,3-75 0,-44 417-4551,-2-141-8510,26-168 890</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25.857"/>
    </inkml:context>
    <inkml:brush xml:id="br0">
      <inkml:brushProperty name="width" value="0.05" units="cm"/>
      <inkml:brushProperty name="height" value="0.05" units="cm"/>
      <inkml:brushProperty name="color" value="#FFFFFF"/>
    </inkml:brush>
  </inkml:definitions>
  <inkml:trace contextRef="#ctx0" brushRef="#br0">157 10 18222,'-30'-9'2300,"10"42"-400,10-27-348,-3 15-332,-4 3-276,7 9-172,-3 18-351,13-5-770,3 8-491,-6-3-688,-11 3-844,-3 1-1012,4 11-2237,16 0-4632</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26.109"/>
    </inkml:context>
    <inkml:brush xml:id="br0">
      <inkml:brushProperty name="width" value="0.05" units="cm"/>
      <inkml:brushProperty name="height" value="0.05" units="cm"/>
      <inkml:brushProperty name="color" value="#FFFFFF"/>
    </inkml:brush>
  </inkml:definitions>
  <inkml:trace contextRef="#ctx0" brushRef="#br0">1 21 13509,'22'-7'537,"-15"4"-161,1 1 0,-1 0 1,1 0-1,-1 0 1,1 1-1,0 0 1,0 0-1,-1 1 1,1 0-1,0 1 0,0-1 1,0 2-1,13 3 1,-9 0 111,-1 1 1,-1 0 0,1 1 0,-1 0-1,-1 1 1,1 0 0,-1 0-1,12 16 1,63 86 1851,-70-88-2084,19 27-109,-3 2 0,-2 1 0,-2 2 1,-2 0-1,-3 1 0,-3 2 0,-1 0 1,-4 0-1,-2 1 0,-2 1 0,1 75 1,-10-91-864,-2 0 0,-2 0 1,-1-1-1,-14 50 0,-18 35-3119,-12-3-3365,6-30-3279</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26.264"/>
    </inkml:context>
    <inkml:brush xml:id="br0">
      <inkml:brushProperty name="width" value="0.05" units="cm"/>
      <inkml:brushProperty name="height" value="0.05" units="cm"/>
      <inkml:brushProperty name="color" value="#FFFFFF"/>
    </inkml:brush>
  </inkml:definitions>
  <inkml:trace contextRef="#ctx0" brushRef="#br0">0 134 14161,'20'-49'2108,"10"25"-95,4 6-309,3 9-264,6-3-276,1 3-236,9 0-408,14 6-648,7 3-528,0 0-916,6 3-848,4 0-3313,-4 6-4812</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26.821"/>
    </inkml:context>
    <inkml:brush xml:id="br0">
      <inkml:brushProperty name="width" value="0.05" units="cm"/>
      <inkml:brushProperty name="height" value="0.05" units="cm"/>
      <inkml:brushProperty name="color" value="#FFFFFF"/>
    </inkml:brush>
  </inkml:definitions>
  <inkml:trace contextRef="#ctx0" brushRef="#br0">3794 367 5933,'-21'-19'291,"-106"-86"1882,80 74-1599,-1 1 1,-2 3-1,0 2 0,-2 3 1,-1 1-1,0 3 1,-2 2-1,0 3 1,-65-8-1,20 10-207,0 5 1,-1 4-1,0 5 1,-128 18-1,106-1 104,2 6-1,0 4 1,2 6-1,-220 99 1,192-62-50,4 7 0,3 6 0,-163 131 0,205-137-164,4 5 1,-87 100 0,115-108-96,3 2-1,5 3 0,-57 104 1,81-123-74,3 2 0,4 1-1,2 1 1,3 1 0,-16 82 0,29-95-36,2 1 1,2 0-1,3 0 1,2 0-1,3 0 0,2 0 1,15 67-1,-2-50-8,4 0 0,3-1 1,3-2-1,3 0 0,2-3 0,4 0 0,52 69 0,-35-63-12,3-2 0,4-2 0,2-3 0,3-3-1,120 88 1,-94-90-32,3-4 0,2-4 0,3-4 0,1-5 0,2-4 1,138 34-1,-74-35-3,0-7 0,3-8 0,237 5 0,-171-30-7,-1-10 0,291-50-1,-238 6-9,398-128 0,-456 103-21,-4-9 0,215-121-1,-252 105 7,-4-8 0,251-203 0,-364 257 26,-2-4 0,-4-2 0,-2-3 0,-4-3 0,92-139 0,-126 166 3,-1-1 0,-3-1 0,-1-1 1,-3 0-1,-2-2 0,-1 0 0,-3-1 0,-3 0 0,-1 0 0,-3-1 0,-1 0 1,-5-54-1,-4 54 7,-2 0 1,-2 0 0,-2 1 0,-3 0-1,-1 1 1,-3 1 0,-2 0-1,-2 2 1,-2 0 0,-2 2 0,-2 0-1,-64-74 1,33 53-10,-4 2 0,-2 4 0,-2 2 0,-3 4 0,-2 2 0,-141-73 0,56 49-26,-2 6 0,-4 7 0,-3 8 0,-1 7 1,-275-41-1,178 56-1268,0 11-1,-1 12 1,-265 26 0,144 25-4101,17 28-3247</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29.041"/>
    </inkml:context>
    <inkml:brush xml:id="br0">
      <inkml:brushProperty name="width" value="0.05" units="cm"/>
      <inkml:brushProperty name="height" value="0.05" units="cm"/>
      <inkml:brushProperty name="color" value="#FFFFFF"/>
    </inkml:brush>
  </inkml:definitions>
  <inkml:trace contextRef="#ctx0" brushRef="#br0">50 198 2504,'0'0'3883,"3"-1"-3290,34-1 2559,-40-19-2160,3 19-903,0 0-1,0 0 1,-1 0-1,1 0 1,-1 0-1,1 0 0,-1 0 1,0 0-1,1 0 1,-1 1-1,0-1 1,-1 0-1,1 0 1,0 1-1,0-1 0,-1 1 1,1-1-1,-3 0 1,-7-11 549,3 4-11,1-1 0,1 0 0,-10-19 0,15 26-148,0 0 16,-8-30 226,9 30 133,-1 1-488,-8-22 1209,12 36-1508,0 0 1,0-1-1,1 0 0,0 0 0,1 0 0,0 0 1,1-1-1,0 0 0,1 0 0,0-1 0,1 0 1,0 0-1,0 0 0,0-1 0,12 8 0,20 15 102,1-3 1,57 30-1,-79-47-141,992 494 871,-188-155-643,20-29 164,1134 371 1170,-1465-517-701,1444 461 2710,-1705-563-2756,263 82 1213,-492-149-2026,48 20 103,-52-20-133,1-4 0,-1-9 0,-4-5 0,-3-27-41,-11 37-40,0-1 0,0 1 0,0 0 0,-1-1 0,1 1 0,-1 0 0,0 0 0,1 0-1,-1 0 1,0 0 0,0 0 0,-3-4 0,3 4-104,0-1-610,1-1-296,3-34-1546,-3 35 944,-15 1-5591,-7 1 1339,2 13-3113</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29.991"/>
    </inkml:context>
    <inkml:brush xml:id="br0">
      <inkml:brushProperty name="width" value="0.05" units="cm"/>
      <inkml:brushProperty name="height" value="0.05" units="cm"/>
      <inkml:brushProperty name="color" value="#FFFFFF"/>
    </inkml:brush>
  </inkml:definitions>
  <inkml:trace contextRef="#ctx0" brushRef="#br0">1048 156 6637,'10'-22'1467,"-6"14"-151,0-1 1,0 1-1,3-16 1,-6 21-1061,-1 1 0,0-1 0,1 0 0,-1 1 0,0-1 0,0 0 0,-1 1 0,1-1 0,-1 0 0,1 1 0,-1-1 0,0 1 0,0-1 0,0 1 0,0-1 0,0 1 0,-2-3 0,0 1-125,0 1 1,0 1 0,0-1-1,0 0 1,0 1 0,-1-1-1,1 1 1,-1 0 0,0 0-1,1 0 1,-1 1 0,0 0 0,0-1-1,0 1 1,0 0 0,0 1-1,0-1 1,0 1 0,-1 0-1,1 0 1,0 0 0,0 1-1,-8 1 1,-5 1 52,0 1 0,0 0 0,0 2 0,-23 11 0,-4 4 90,2 2 0,1 3 1,-60 46-1,-103 106 178,132-112-340,-18 21 56,-115 145 1,196-221-161,0 0 1,0 1 0,2 0 0,-1 1 0,-6 16 0,13-26-6,0-1-1,0 1 1,0-1 0,0 1-1,0 0 1,1 0-1,-1-1 1,1 1 0,0 0-1,0 0 1,0-1-1,0 1 1,0 0-1,1-1 1,-1 1 0,1 0-1,0-1 1,0 1-1,0 0 1,0-1 0,0 1-1,1-1 1,-1 0-1,1 1 1,-1-1-1,1 0 1,0 0 0,0 0-1,0 0 1,0 0-1,0-1 1,0 1-1,0 0 1,1-1 0,2 2-1,3 0 3,0 0 1,1 0-1,-1-1 0,0 0 0,1 0 1,-1-1-1,1 0 0,0-1 0,-1 0 0,1 0 1,0-1-1,-1 0 0,15-4 0,10-3 38,0-2-1,31-14 0,-63 23-42,326-153 853,-117 50 469,-204 101-1277,8-4 100,-1 1 0,1 1 1,0 0-1,23-4 0,-34 8-102,1 1-1,-1-1 1,1 1-1,-1 0 1,1 0 0,0 0-1,-1 1 1,1-1-1,-1 1 1,1 0-1,-1 0 1,1 0-1,-1 1 1,0-1-1,0 1 1,1 0 0,-1 0-1,0 0 1,-1 0-1,1 0 1,0 1-1,-1-1 1,1 1-1,2 3 1,0 2 32,0 1-1,-1 0 1,0 0 0,0 0-1,-1 0 1,0 1 0,-1-1-1,0 1 1,0 0 0,-1 0 0,0-1-1,-1 1 1,-1 17 0,-3 12 92,-1-1 0,-12 43 0,-8 14 113,-44 109-1,-54 88-18,117-277-255,-300 620-1550,87-219-3020,20-36-6434,134-252 303</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30.866"/>
    </inkml:context>
    <inkml:brush xml:id="br0">
      <inkml:brushProperty name="width" value="0.05" units="cm"/>
      <inkml:brushProperty name="height" value="0.05" units="cm"/>
      <inkml:brushProperty name="color" value="#FFFFFF"/>
    </inkml:brush>
  </inkml:definitions>
  <inkml:trace contextRef="#ctx0" brushRef="#br0">929 172 6677,'19'-63'2946,"-15"45"-678,0-1 1,-1 0 0,0-25-1,-3 44-2210,0-1-1,-1 1 1,1-1 0,0 1 0,0-1-1,-1 1 1,1-1 0,-1 1-1,1-1 1,0 1 0,-1 0 0,1-1-1,-1 1 1,1 0 0,-1-1-1,1 1 1,-1 0 0,1 0-1,-1-1 1,1 1 0,-1 0 0,0 0-1,1 0 1,-1 0 0,1 0-1,-1 0 1,0 0 0,1 0 0,-1 0-1,1 0 1,-1 0 0,0 0-1,-22 3 549,13 2-349,1 0 0,0 1-1,0 0 1,0 0 0,0 1-1,-9 10 1,-1-1 130,-69 62 1093,4 4 0,-95 119 1,112-113-973,3 2 0,4 3 1,4 2-1,-82 195 0,118-238-397,2 2 0,3 1-1,2 0 1,2 0-1,-6 105 1,17-128-82,1 1 1,1-1-1,2 0 1,15 59-1,-13-69-47,2-1 0,0 0 0,2 0 0,0 0 1,1-1-1,1-1 0,24 30 0,-23-35-25,0 1-1,2-2 1,0 0 0,0-1-1,1 0 1,0-1 0,1-1 0,19 8-1,-11-7-69,1-1 0,0-1 0,1-1 0,0-2 0,36 4 1,-26-6-70,0-2 1,0-2 0,0-1 0,0-2 0,0-2 0,0-1 0,-1-2 0,64-22 0,-81 21 98,0 0 1,0-1 0,-1-1-1,0 0 1,23-21-1,-40 31 73,1 0-1,-1 0 1,0 0-1,1-1 1,-1 1-1,0 0 1,0-1 0,0 1-1,0-1 1,0 1-1,0-1 1,0 1-1,0-1 1,-1 1-1,1-1 1,-1 0-1,1 0 1,-1 1-1,0-1 1,1 0-1,-1 0 1,0 1 0,0-1-1,0 0 1,-1 0-1,1 1 1,0-1-1,-1 0 1,1 0-1,-1 1 1,1-1-1,-2-2 1,-1 0-33,0 0 1,0 0-1,0 0 1,0 0-1,0 1 0,-1 0 1,-6-6-1,0 4-106,0 0-1,0 0 1,0 1-1,0 1 1,-1-1-1,0 2 0,1-1 1,-22-1-1,25 3 68,-36-4-855,-1 3 0,0 1 0,1 1 0,-47 8 0,-86 23-6872,40 4-2448</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31.883"/>
    </inkml:context>
    <inkml:brush xml:id="br0">
      <inkml:brushProperty name="width" value="0.05" units="cm"/>
      <inkml:brushProperty name="height" value="0.05" units="cm"/>
      <inkml:brushProperty name="color" value="#FFFFFF"/>
    </inkml:brush>
  </inkml:definitions>
  <inkml:trace contextRef="#ctx0" brushRef="#br0">7758 64 5348,'-5'-7'321,"0"-1"901,0 0-1,-1 0 1,-10-10 0,15 17-1048,-1-1 0,1 1-1,-1 0 1,0-1 0,1 1 0,-1 0 0,0 0 0,0 0-1,1 1 1,-1-1 0,0 0 0,0 1 0,0-1 0,0 1-1,0-1 1,0 1 0,0 0 0,0 0 0,0 0 0,0 0-1,0 0 1,-3 1 0,-23 8 666,0 2-1,1 0 1,0 2 0,-44 29-1,-99 80 1252,-213 183 752,-101 77-1083,-113 40-867,284-204-552,-1579 1013-192,385-361-1221,515-287 155,40 52-1631,750-482 1247,199-151 1010,7-5-117,127-100-2740,-30 25-949,-41 30 21,6-3-1911</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33.661"/>
    </inkml:context>
    <inkml:brush xml:id="br0">
      <inkml:brushProperty name="width" value="0.05" units="cm"/>
      <inkml:brushProperty name="height" value="0.05" units="cm"/>
      <inkml:brushProperty name="color" value="#FFFFFF"/>
    </inkml:brush>
  </inkml:definitions>
  <inkml:trace contextRef="#ctx0" brushRef="#br0">1391 359 10585,'-1'-34'710,"2"19"-207,-2 0 0,0 0 0,0 0 0,-1 1 0,-1-1 1,-6-16-1,5 18 132,-1 1 0,0-1-1,-1 1 1,0 0 0,-1 0 0,0 1 0,-1 0 0,0 0 0,-1 1 0,-11-11 0,12 14-347,-1 0 0,0 0 0,0 1 0,-1 1 0,0-1 0,0 1 0,0 1 0,-1 0 0,0 1 0,1 0 0,-1 0 0,-20-1 0,-2 2 4,0 1 0,0 2 0,0 1-1,1 2 1,-1 2 0,1 0 0,-32 12 0,13-1-18,0 2 1,1 3-1,-70 41 0,73-33-119,1 2 1,2 2-1,-68 68 0,56-43-16,-91 125 0,123-148-94,-27 52-1,42-71-36,1 1-1,1 0 1,1 0-1,1 0 1,-5 27-1,9-41-5,0 0 0,1 0 0,0 1 0,-1-1 0,2 0 0,-1 1-1,0-1 1,1 0 0,0 0 0,0 1 0,0-1 0,0 0 0,1 0 0,-1 0 0,1 0 0,0 0 0,0-1 0,1 1-1,-1-1 1,1 1 0,0-1 0,0 0 0,0 0 0,0 0 0,0 0 0,1-1 0,-1 1 0,1-1 0,0 0-1,0 0 1,0 0 0,0 0 0,0-1 0,7 2 0,6 1 0,1-1 1,0-1-1,0-1 1,-1 0-1,1-1 0,0-1 1,18-4-1,19-4 8,0-2 0,57-21 0,104-46 4,5-1-18,-186 68-14,1-1 13,1 1 0,0 2-1,54-6 1,-81 14 8,1 1 0,0 0 1,0 0-1,-1 1 0,1 0 0,0 1 1,-1 1-1,1-1 0,-1 2 1,0-1-1,0 1 0,0 1 1,-1 0-1,1 0 0,-1 1 0,14 12 1,-10-6-5,-1 1 0,-1 1 0,0 0 0,-1 1 1,-1 0-1,0 0 0,-1 1 0,-1 0 0,0 0 0,5 20 0,3 17-672,16 106-1,-25-103-290,-2 1 1,-3 0-1,-10 89 0,-38 170-8224,40-276 7104,-17 103-8601</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33.891"/>
    </inkml:context>
    <inkml:brush xml:id="br0">
      <inkml:brushProperty name="width" value="0.05" units="cm"/>
      <inkml:brushProperty name="height" value="0.05" units="cm"/>
      <inkml:brushProperty name="color" value="#FFFFFF"/>
    </inkml:brush>
  </inkml:definitions>
  <inkml:trace contextRef="#ctx0" brushRef="#br0">184 0 18378,'14'39'4700,"-28"-24"-3632,-6 16-216,3 2-216,-3 15-176,4 12-744,2 4-328,-6 8-528,3 6-712,-3 7-640,0 2-3373,0 1-5000</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34.207"/>
    </inkml:context>
    <inkml:brush xml:id="br0">
      <inkml:brushProperty name="width" value="0.05" units="cm"/>
      <inkml:brushProperty name="height" value="0.05" units="cm"/>
      <inkml:brushProperty name="color" value="#FFFFFF"/>
    </inkml:brush>
  </inkml:definitions>
  <inkml:trace contextRef="#ctx0" brushRef="#br0">322 31 9585,'-14'-26'2153,"11"21"-276,3 8-248,-4 7-1034,0 0 1,0-1-1,-1 0 0,0 0 1,0 0-1,-1-1 0,0 0 0,-8 8 1,-13 19-211,12-11-221,1 1 0,2 1 0,0 0 0,1 1 0,2 0 0,1 0 0,1 1 1,-5 37-1,7-23-99,2 1 0,2 0 0,2 0 0,11 78 0,3-53-35,26 78 0,-25-96-45,-1 1-1,-3 1 1,7 72-1,-18-113-64,-1 0 0,-1 1 0,0-1 0,0 0 0,-1 0 0,0 0-1,-1 0 1,-1-1 0,1 1 0,-2-1 0,1 0 0,-11 17 0,7-17-446,1 1 0,-1-2 0,-1 1 0,0-1 0,0 0 0,-1-1 0,0 0 0,0-1-1,-1 0 1,-18 9 0,26-14 79,0-1-1,-1 0 0,1 1 0,-1-2 0,1 1 1,0 0-1,-1-1 0,1 1 0,-1-1 0,-4 0 1,-3 0-1234,-23 2-4688</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8:09:34.332"/>
    </inkml:context>
    <inkml:brush xml:id="br0">
      <inkml:brushProperty name="width" value="0.05" units="cm"/>
      <inkml:brushProperty name="height" value="0.05" units="cm"/>
      <inkml:brushProperty name="color" value="#FFFFFF"/>
    </inkml:brush>
  </inkml:definitions>
  <inkml:trace contextRef="#ctx0" brushRef="#br0">1 151 10321,'23'-81'1516,"1"56"-36,-14 13-132,0 0-284,6-3-203,4 12-193,7 0-112,3 9-376,24 15-460,-14 3-732,0 4-521,1 8-2859,-8 6-3401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81C72B-D399-40D1-A5F4-CAC575B002CF}"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503E40-11B5-4432-9FCF-0C836FDBCD6B}" type="slidenum">
              <a:rPr lang="en-IN" smtClean="0"/>
              <a:t>‹#›</a:t>
            </a:fld>
            <a:endParaRPr lang="en-IN"/>
          </a:p>
        </p:txBody>
      </p:sp>
    </p:spTree>
    <p:extLst>
      <p:ext uri="{BB962C8B-B14F-4D97-AF65-F5344CB8AC3E}">
        <p14:creationId xmlns:p14="http://schemas.microsoft.com/office/powerpoint/2010/main" val="2936927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81C72B-D399-40D1-A5F4-CAC575B002CF}"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503E40-11B5-4432-9FCF-0C836FDBCD6B}" type="slidenum">
              <a:rPr lang="en-IN" smtClean="0"/>
              <a:t>‹#›</a:t>
            </a:fld>
            <a:endParaRPr lang="en-IN"/>
          </a:p>
        </p:txBody>
      </p:sp>
    </p:spTree>
    <p:extLst>
      <p:ext uri="{BB962C8B-B14F-4D97-AF65-F5344CB8AC3E}">
        <p14:creationId xmlns:p14="http://schemas.microsoft.com/office/powerpoint/2010/main" val="1353089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81C72B-D399-40D1-A5F4-CAC575B002CF}"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503E40-11B5-4432-9FCF-0C836FDBCD6B}" type="slidenum">
              <a:rPr lang="en-IN" smtClean="0"/>
              <a:t>‹#›</a:t>
            </a:fld>
            <a:endParaRPr lang="en-IN"/>
          </a:p>
        </p:txBody>
      </p:sp>
    </p:spTree>
    <p:extLst>
      <p:ext uri="{BB962C8B-B14F-4D97-AF65-F5344CB8AC3E}">
        <p14:creationId xmlns:p14="http://schemas.microsoft.com/office/powerpoint/2010/main" val="3978738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81C72B-D399-40D1-A5F4-CAC575B002CF}" type="datetimeFigureOut">
              <a:rPr lang="en-IN" smtClean="0"/>
              <a:t>21-01-2026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503E40-11B5-4432-9FCF-0C836FDBCD6B}" type="slidenum">
              <a:rPr lang="en-IN" smtClean="0"/>
              <a:t>‹#›</a:t>
            </a:fld>
            <a:endParaRPr lang="en-IN"/>
          </a:p>
        </p:txBody>
      </p:sp>
    </p:spTree>
    <p:extLst>
      <p:ext uri="{BB962C8B-B14F-4D97-AF65-F5344CB8AC3E}">
        <p14:creationId xmlns:p14="http://schemas.microsoft.com/office/powerpoint/2010/main" val="171634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81C72B-D399-40D1-A5F4-CAC575B002CF}" type="datetimeFigureOut">
              <a:rPr lang="en-IN" smtClean="0"/>
              <a:t>21-01-2026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503E40-11B5-4432-9FCF-0C836FDBCD6B}" type="slidenum">
              <a:rPr lang="en-IN" smtClean="0"/>
              <a:t>‹#›</a:t>
            </a:fld>
            <a:endParaRPr lang="en-IN"/>
          </a:p>
        </p:txBody>
      </p:sp>
    </p:spTree>
    <p:extLst>
      <p:ext uri="{BB962C8B-B14F-4D97-AF65-F5344CB8AC3E}">
        <p14:creationId xmlns:p14="http://schemas.microsoft.com/office/powerpoint/2010/main" val="4125605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81C72B-D399-40D1-A5F4-CAC575B002CF}" type="datetimeFigureOut">
              <a:rPr lang="en-IN" smtClean="0"/>
              <a:t>21-01-2026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503E40-11B5-4432-9FCF-0C836FDBCD6B}" type="slidenum">
              <a:rPr lang="en-IN" smtClean="0"/>
              <a:t>‹#›</a:t>
            </a:fld>
            <a:endParaRPr lang="en-IN"/>
          </a:p>
        </p:txBody>
      </p:sp>
    </p:spTree>
    <p:extLst>
      <p:ext uri="{BB962C8B-B14F-4D97-AF65-F5344CB8AC3E}">
        <p14:creationId xmlns:p14="http://schemas.microsoft.com/office/powerpoint/2010/main" val="4090912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1C72B-D399-40D1-A5F4-CAC575B002CF}" type="datetimeFigureOut">
              <a:rPr lang="en-IN" smtClean="0"/>
              <a:t>21-01-2026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503E40-11B5-4432-9FCF-0C836FDBCD6B}" type="slidenum">
              <a:rPr lang="en-IN" smtClean="0"/>
              <a:t>‹#›</a:t>
            </a:fld>
            <a:endParaRPr lang="en-IN"/>
          </a:p>
        </p:txBody>
      </p:sp>
    </p:spTree>
    <p:extLst>
      <p:ext uri="{BB962C8B-B14F-4D97-AF65-F5344CB8AC3E}">
        <p14:creationId xmlns:p14="http://schemas.microsoft.com/office/powerpoint/2010/main" val="3667501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81C72B-D399-40D1-A5F4-CAC575B002CF}" type="datetimeFigureOut">
              <a:rPr lang="en-IN" smtClean="0"/>
              <a:t>21-01-2026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503E40-11B5-4432-9FCF-0C836FDBCD6B}" type="slidenum">
              <a:rPr lang="en-IN" smtClean="0"/>
              <a:t>‹#›</a:t>
            </a:fld>
            <a:endParaRPr lang="en-IN"/>
          </a:p>
        </p:txBody>
      </p:sp>
    </p:spTree>
    <p:extLst>
      <p:ext uri="{BB962C8B-B14F-4D97-AF65-F5344CB8AC3E}">
        <p14:creationId xmlns:p14="http://schemas.microsoft.com/office/powerpoint/2010/main" val="4224917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81C72B-D399-40D1-A5F4-CAC575B002CF}" type="datetimeFigureOut">
              <a:rPr lang="en-IN" smtClean="0"/>
              <a:t>21-01-2026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503E40-11B5-4432-9FCF-0C836FDBCD6B}" type="slidenum">
              <a:rPr lang="en-IN" smtClean="0"/>
              <a:t>‹#›</a:t>
            </a:fld>
            <a:endParaRPr lang="en-IN"/>
          </a:p>
        </p:txBody>
      </p:sp>
    </p:spTree>
    <p:extLst>
      <p:ext uri="{BB962C8B-B14F-4D97-AF65-F5344CB8AC3E}">
        <p14:creationId xmlns:p14="http://schemas.microsoft.com/office/powerpoint/2010/main" val="2625159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81C72B-D399-40D1-A5F4-CAC575B002CF}"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503E40-11B5-4432-9FCF-0C836FDBCD6B}" type="slidenum">
              <a:rPr lang="en-IN" smtClean="0"/>
              <a:t>‹#›</a:t>
            </a:fld>
            <a:endParaRPr lang="en-IN"/>
          </a:p>
        </p:txBody>
      </p:sp>
    </p:spTree>
    <p:extLst>
      <p:ext uri="{BB962C8B-B14F-4D97-AF65-F5344CB8AC3E}">
        <p14:creationId xmlns:p14="http://schemas.microsoft.com/office/powerpoint/2010/main" val="2060400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81C72B-D399-40D1-A5F4-CAC575B002CF}"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503E40-11B5-4432-9FCF-0C836FDBCD6B}" type="slidenum">
              <a:rPr lang="en-IN" smtClean="0"/>
              <a:t>‹#›</a:t>
            </a:fld>
            <a:endParaRPr lang="en-IN"/>
          </a:p>
        </p:txBody>
      </p:sp>
    </p:spTree>
    <p:extLst>
      <p:ext uri="{BB962C8B-B14F-4D97-AF65-F5344CB8AC3E}">
        <p14:creationId xmlns:p14="http://schemas.microsoft.com/office/powerpoint/2010/main" val="1906816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0681C72B-D399-40D1-A5F4-CAC575B002CF}" type="datetimeFigureOut">
              <a:rPr lang="en-IN" smtClean="0"/>
              <a:t>21-01-2026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11503E40-11B5-4432-9FCF-0C836FDBCD6B}" type="slidenum">
              <a:rPr lang="en-IN" smtClean="0"/>
              <a:t>‹#›</a:t>
            </a:fld>
            <a:endParaRPr lang="en-IN"/>
          </a:p>
        </p:txBody>
      </p:sp>
    </p:spTree>
    <p:extLst>
      <p:ext uri="{BB962C8B-B14F-4D97-AF65-F5344CB8AC3E}">
        <p14:creationId xmlns:p14="http://schemas.microsoft.com/office/powerpoint/2010/main" val="106174304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6.png"/><Relationship Id="rId18" Type="http://schemas.openxmlformats.org/officeDocument/2006/relationships/customXml" Target="../ink/ink9.xml"/><Relationship Id="rId26" Type="http://schemas.openxmlformats.org/officeDocument/2006/relationships/customXml" Target="../ink/ink13.xml"/><Relationship Id="rId39" Type="http://schemas.openxmlformats.org/officeDocument/2006/relationships/image" Target="../media/image19.png"/><Relationship Id="rId21" Type="http://schemas.openxmlformats.org/officeDocument/2006/relationships/image" Target="../media/image10.png"/><Relationship Id="rId34" Type="http://schemas.openxmlformats.org/officeDocument/2006/relationships/customXml" Target="../ink/ink17.xml"/><Relationship Id="rId42" Type="http://schemas.openxmlformats.org/officeDocument/2006/relationships/customXml" Target="../ink/ink21.xml"/><Relationship Id="rId47" Type="http://schemas.openxmlformats.org/officeDocument/2006/relationships/image" Target="../media/image23.png"/><Relationship Id="rId50" Type="http://schemas.openxmlformats.org/officeDocument/2006/relationships/customXml" Target="../ink/ink25.xml"/><Relationship Id="rId55" Type="http://schemas.openxmlformats.org/officeDocument/2006/relationships/image" Target="../media/image27.png"/><Relationship Id="rId7" Type="http://schemas.openxmlformats.org/officeDocument/2006/relationships/image" Target="../media/image3.png"/><Relationship Id="rId2" Type="http://schemas.openxmlformats.org/officeDocument/2006/relationships/customXml" Target="../ink/ink1.xml"/><Relationship Id="rId16" Type="http://schemas.openxmlformats.org/officeDocument/2006/relationships/customXml" Target="../ink/ink8.xml"/><Relationship Id="rId29" Type="http://schemas.openxmlformats.org/officeDocument/2006/relationships/image" Target="../media/image14.png"/><Relationship Id="rId11" Type="http://schemas.openxmlformats.org/officeDocument/2006/relationships/image" Target="../media/image5.png"/><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18.png"/><Relationship Id="rId40" Type="http://schemas.openxmlformats.org/officeDocument/2006/relationships/customXml" Target="../ink/ink20.xml"/><Relationship Id="rId45" Type="http://schemas.openxmlformats.org/officeDocument/2006/relationships/image" Target="../media/image22.png"/><Relationship Id="rId53" Type="http://schemas.openxmlformats.org/officeDocument/2006/relationships/image" Target="../media/image26.png"/><Relationship Id="rId5" Type="http://schemas.openxmlformats.org/officeDocument/2006/relationships/image" Target="../media/image2.png"/><Relationship Id="rId10" Type="http://schemas.openxmlformats.org/officeDocument/2006/relationships/customXml" Target="../ink/ink5.xml"/><Relationship Id="rId19" Type="http://schemas.openxmlformats.org/officeDocument/2006/relationships/image" Target="../media/image9.png"/><Relationship Id="rId31" Type="http://schemas.openxmlformats.org/officeDocument/2006/relationships/image" Target="../media/image15.png"/><Relationship Id="rId44" Type="http://schemas.openxmlformats.org/officeDocument/2006/relationships/customXml" Target="../ink/ink22.xml"/><Relationship Id="rId52" Type="http://schemas.openxmlformats.org/officeDocument/2006/relationships/customXml" Target="../ink/ink26.xml"/><Relationship Id="rId4" Type="http://schemas.openxmlformats.org/officeDocument/2006/relationships/customXml" Target="../ink/ink2.xml"/><Relationship Id="rId9" Type="http://schemas.openxmlformats.org/officeDocument/2006/relationships/image" Target="../media/image4.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3.png"/><Relationship Id="rId30" Type="http://schemas.openxmlformats.org/officeDocument/2006/relationships/customXml" Target="../ink/ink15.xml"/><Relationship Id="rId35" Type="http://schemas.openxmlformats.org/officeDocument/2006/relationships/image" Target="../media/image17.png"/><Relationship Id="rId43" Type="http://schemas.openxmlformats.org/officeDocument/2006/relationships/image" Target="../media/image21.png"/><Relationship Id="rId48" Type="http://schemas.openxmlformats.org/officeDocument/2006/relationships/customXml" Target="../ink/ink24.xml"/><Relationship Id="rId8" Type="http://schemas.openxmlformats.org/officeDocument/2006/relationships/customXml" Target="../ink/ink4.xml"/><Relationship Id="rId51" Type="http://schemas.openxmlformats.org/officeDocument/2006/relationships/image" Target="../media/image25.png"/><Relationship Id="rId3" Type="http://schemas.openxmlformats.org/officeDocument/2006/relationships/image" Target="../media/image1.png"/><Relationship Id="rId12" Type="http://schemas.openxmlformats.org/officeDocument/2006/relationships/customXml" Target="../ink/ink6.xml"/><Relationship Id="rId17" Type="http://schemas.openxmlformats.org/officeDocument/2006/relationships/image" Target="../media/image8.png"/><Relationship Id="rId25" Type="http://schemas.openxmlformats.org/officeDocument/2006/relationships/image" Target="../media/image12.png"/><Relationship Id="rId33" Type="http://schemas.openxmlformats.org/officeDocument/2006/relationships/image" Target="../media/image16.png"/><Relationship Id="rId38" Type="http://schemas.openxmlformats.org/officeDocument/2006/relationships/customXml" Target="../ink/ink19.xml"/><Relationship Id="rId46" Type="http://schemas.openxmlformats.org/officeDocument/2006/relationships/customXml" Target="../ink/ink23.xml"/><Relationship Id="rId20" Type="http://schemas.openxmlformats.org/officeDocument/2006/relationships/customXml" Target="../ink/ink10.xml"/><Relationship Id="rId41" Type="http://schemas.openxmlformats.org/officeDocument/2006/relationships/image" Target="../media/image20.png"/><Relationship Id="rId54" Type="http://schemas.openxmlformats.org/officeDocument/2006/relationships/customXml" Target="../ink/ink27.xml"/><Relationship Id="rId1" Type="http://schemas.openxmlformats.org/officeDocument/2006/relationships/slideLayout" Target="../slideLayouts/slideLayout7.xml"/><Relationship Id="rId6" Type="http://schemas.openxmlformats.org/officeDocument/2006/relationships/customXml" Target="../ink/ink3.xml"/><Relationship Id="rId15" Type="http://schemas.openxmlformats.org/officeDocument/2006/relationships/image" Target="../media/image7.png"/><Relationship Id="rId23" Type="http://schemas.openxmlformats.org/officeDocument/2006/relationships/image" Target="../media/image11.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24.png"/></Relationships>
</file>

<file path=ppt/slides/_rels/slide2.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customXml" Target="../ink/ink36.xml"/><Relationship Id="rId26" Type="http://schemas.openxmlformats.org/officeDocument/2006/relationships/customXml" Target="../ink/ink40.xml"/><Relationship Id="rId39" Type="http://schemas.openxmlformats.org/officeDocument/2006/relationships/image" Target="../media/image46.png"/><Relationship Id="rId21" Type="http://schemas.openxmlformats.org/officeDocument/2006/relationships/image" Target="../media/image37.png"/><Relationship Id="rId34" Type="http://schemas.openxmlformats.org/officeDocument/2006/relationships/customXml" Target="../ink/ink44.xml"/><Relationship Id="rId42" Type="http://schemas.openxmlformats.org/officeDocument/2006/relationships/customXml" Target="../ink/ink48.xml"/><Relationship Id="rId47" Type="http://schemas.openxmlformats.org/officeDocument/2006/relationships/image" Target="../media/image50.png"/><Relationship Id="rId50" Type="http://schemas.openxmlformats.org/officeDocument/2006/relationships/customXml" Target="../ink/ink52.xml"/><Relationship Id="rId55" Type="http://schemas.openxmlformats.org/officeDocument/2006/relationships/image" Target="../media/image54.png"/><Relationship Id="rId7" Type="http://schemas.openxmlformats.org/officeDocument/2006/relationships/image" Target="../media/image30.png"/><Relationship Id="rId2" Type="http://schemas.openxmlformats.org/officeDocument/2006/relationships/customXml" Target="../ink/ink28.xml"/><Relationship Id="rId16" Type="http://schemas.openxmlformats.org/officeDocument/2006/relationships/customXml" Target="../ink/ink35.xml"/><Relationship Id="rId29" Type="http://schemas.openxmlformats.org/officeDocument/2006/relationships/image" Target="../media/image41.png"/><Relationship Id="rId11" Type="http://schemas.openxmlformats.org/officeDocument/2006/relationships/image" Target="../media/image32.png"/><Relationship Id="rId24" Type="http://schemas.openxmlformats.org/officeDocument/2006/relationships/customXml" Target="../ink/ink39.xml"/><Relationship Id="rId32" Type="http://schemas.openxmlformats.org/officeDocument/2006/relationships/customXml" Target="../ink/ink43.xml"/><Relationship Id="rId37" Type="http://schemas.openxmlformats.org/officeDocument/2006/relationships/image" Target="../media/image45.png"/><Relationship Id="rId40" Type="http://schemas.openxmlformats.org/officeDocument/2006/relationships/customXml" Target="../ink/ink47.xml"/><Relationship Id="rId45" Type="http://schemas.openxmlformats.org/officeDocument/2006/relationships/image" Target="../media/image49.png"/><Relationship Id="rId53" Type="http://schemas.openxmlformats.org/officeDocument/2006/relationships/image" Target="../media/image53.png"/><Relationship Id="rId5" Type="http://schemas.openxmlformats.org/officeDocument/2006/relationships/image" Target="../media/image29.png"/><Relationship Id="rId19" Type="http://schemas.openxmlformats.org/officeDocument/2006/relationships/image" Target="../media/image36.png"/><Relationship Id="rId4" Type="http://schemas.openxmlformats.org/officeDocument/2006/relationships/customXml" Target="../ink/ink29.xml"/><Relationship Id="rId9" Type="http://schemas.openxmlformats.org/officeDocument/2006/relationships/image" Target="../media/image31.png"/><Relationship Id="rId14" Type="http://schemas.openxmlformats.org/officeDocument/2006/relationships/customXml" Target="../ink/ink34.xml"/><Relationship Id="rId22" Type="http://schemas.openxmlformats.org/officeDocument/2006/relationships/customXml" Target="../ink/ink38.xml"/><Relationship Id="rId27" Type="http://schemas.openxmlformats.org/officeDocument/2006/relationships/image" Target="../media/image40.png"/><Relationship Id="rId30" Type="http://schemas.openxmlformats.org/officeDocument/2006/relationships/customXml" Target="../ink/ink42.xml"/><Relationship Id="rId35" Type="http://schemas.openxmlformats.org/officeDocument/2006/relationships/image" Target="../media/image44.png"/><Relationship Id="rId43" Type="http://schemas.openxmlformats.org/officeDocument/2006/relationships/image" Target="../media/image48.png"/><Relationship Id="rId48" Type="http://schemas.openxmlformats.org/officeDocument/2006/relationships/customXml" Target="../ink/ink51.xml"/><Relationship Id="rId56" Type="http://schemas.openxmlformats.org/officeDocument/2006/relationships/customXml" Target="../ink/ink55.xml"/><Relationship Id="rId8" Type="http://schemas.openxmlformats.org/officeDocument/2006/relationships/customXml" Target="../ink/ink31.xml"/><Relationship Id="rId51" Type="http://schemas.openxmlformats.org/officeDocument/2006/relationships/image" Target="../media/image52.png"/><Relationship Id="rId3" Type="http://schemas.openxmlformats.org/officeDocument/2006/relationships/image" Target="../media/image28.png"/><Relationship Id="rId12" Type="http://schemas.openxmlformats.org/officeDocument/2006/relationships/customXml" Target="../ink/ink33.xml"/><Relationship Id="rId17" Type="http://schemas.openxmlformats.org/officeDocument/2006/relationships/image" Target="../media/image35.png"/><Relationship Id="rId25" Type="http://schemas.openxmlformats.org/officeDocument/2006/relationships/image" Target="../media/image39.png"/><Relationship Id="rId33" Type="http://schemas.openxmlformats.org/officeDocument/2006/relationships/image" Target="../media/image43.png"/><Relationship Id="rId38" Type="http://schemas.openxmlformats.org/officeDocument/2006/relationships/customXml" Target="../ink/ink46.xml"/><Relationship Id="rId46" Type="http://schemas.openxmlformats.org/officeDocument/2006/relationships/customXml" Target="../ink/ink50.xml"/><Relationship Id="rId20" Type="http://schemas.openxmlformats.org/officeDocument/2006/relationships/customXml" Target="../ink/ink37.xml"/><Relationship Id="rId41" Type="http://schemas.openxmlformats.org/officeDocument/2006/relationships/image" Target="../media/image47.png"/><Relationship Id="rId54" Type="http://schemas.openxmlformats.org/officeDocument/2006/relationships/customXml" Target="../ink/ink54.xml"/><Relationship Id="rId1" Type="http://schemas.openxmlformats.org/officeDocument/2006/relationships/slideLayout" Target="../slideLayouts/slideLayout7.xml"/><Relationship Id="rId6" Type="http://schemas.openxmlformats.org/officeDocument/2006/relationships/customXml" Target="../ink/ink30.xml"/><Relationship Id="rId15" Type="http://schemas.openxmlformats.org/officeDocument/2006/relationships/image" Target="../media/image34.png"/><Relationship Id="rId23" Type="http://schemas.openxmlformats.org/officeDocument/2006/relationships/image" Target="../media/image38.png"/><Relationship Id="rId28" Type="http://schemas.openxmlformats.org/officeDocument/2006/relationships/customXml" Target="../ink/ink41.xml"/><Relationship Id="rId36" Type="http://schemas.openxmlformats.org/officeDocument/2006/relationships/customXml" Target="../ink/ink45.xml"/><Relationship Id="rId49" Type="http://schemas.openxmlformats.org/officeDocument/2006/relationships/image" Target="../media/image51.png"/><Relationship Id="rId57" Type="http://schemas.openxmlformats.org/officeDocument/2006/relationships/image" Target="../media/image55.png"/><Relationship Id="rId10" Type="http://schemas.openxmlformats.org/officeDocument/2006/relationships/customXml" Target="../ink/ink32.xml"/><Relationship Id="rId31" Type="http://schemas.openxmlformats.org/officeDocument/2006/relationships/image" Target="../media/image42.png"/><Relationship Id="rId44" Type="http://schemas.openxmlformats.org/officeDocument/2006/relationships/customXml" Target="../ink/ink49.xml"/><Relationship Id="rId52" Type="http://schemas.openxmlformats.org/officeDocument/2006/relationships/customXml" Target="../ink/ink53.xml"/></Relationships>
</file>

<file path=ppt/slides/_rels/slide3.xml.rels><?xml version="1.0" encoding="UTF-8" standalone="yes"?>
<Relationships xmlns="http://schemas.openxmlformats.org/package/2006/relationships"><Relationship Id="rId117" Type="http://schemas.openxmlformats.org/officeDocument/2006/relationships/image" Target="../media/image113.png"/><Relationship Id="rId299" Type="http://schemas.openxmlformats.org/officeDocument/2006/relationships/image" Target="../media/image204.png"/><Relationship Id="rId21" Type="http://schemas.openxmlformats.org/officeDocument/2006/relationships/image" Target="../media/image65.png"/><Relationship Id="rId63" Type="http://schemas.openxmlformats.org/officeDocument/2006/relationships/image" Target="../media/image86.png"/><Relationship Id="rId159" Type="http://schemas.openxmlformats.org/officeDocument/2006/relationships/image" Target="../media/image134.png"/><Relationship Id="rId324" Type="http://schemas.openxmlformats.org/officeDocument/2006/relationships/customXml" Target="../ink/ink217.xml"/><Relationship Id="rId366" Type="http://schemas.openxmlformats.org/officeDocument/2006/relationships/customXml" Target="../ink/ink238.xml"/><Relationship Id="rId170" Type="http://schemas.openxmlformats.org/officeDocument/2006/relationships/customXml" Target="../ink/ink140.xml"/><Relationship Id="rId226" Type="http://schemas.openxmlformats.org/officeDocument/2006/relationships/customXml" Target="../ink/ink168.xml"/><Relationship Id="rId268" Type="http://schemas.openxmlformats.org/officeDocument/2006/relationships/customXml" Target="../ink/ink189.xml"/><Relationship Id="rId32" Type="http://schemas.openxmlformats.org/officeDocument/2006/relationships/customXml" Target="../ink/ink71.xml"/><Relationship Id="rId74" Type="http://schemas.openxmlformats.org/officeDocument/2006/relationships/customXml" Target="../ink/ink92.xml"/><Relationship Id="rId128" Type="http://schemas.openxmlformats.org/officeDocument/2006/relationships/customXml" Target="../ink/ink119.xml"/><Relationship Id="rId335" Type="http://schemas.openxmlformats.org/officeDocument/2006/relationships/image" Target="../media/image222.png"/><Relationship Id="rId377" Type="http://schemas.openxmlformats.org/officeDocument/2006/relationships/image" Target="../media/image243.png"/><Relationship Id="rId5" Type="http://schemas.openxmlformats.org/officeDocument/2006/relationships/image" Target="../media/image57.png"/><Relationship Id="rId181" Type="http://schemas.openxmlformats.org/officeDocument/2006/relationships/image" Target="../media/image145.png"/><Relationship Id="rId237" Type="http://schemas.openxmlformats.org/officeDocument/2006/relationships/image" Target="../media/image173.png"/><Relationship Id="rId279" Type="http://schemas.openxmlformats.org/officeDocument/2006/relationships/image" Target="../media/image194.png"/><Relationship Id="rId43" Type="http://schemas.openxmlformats.org/officeDocument/2006/relationships/image" Target="../media/image76.png"/><Relationship Id="rId139" Type="http://schemas.openxmlformats.org/officeDocument/2006/relationships/image" Target="../media/image124.png"/><Relationship Id="rId290" Type="http://schemas.openxmlformats.org/officeDocument/2006/relationships/customXml" Target="../ink/ink200.xml"/><Relationship Id="rId304" Type="http://schemas.openxmlformats.org/officeDocument/2006/relationships/customXml" Target="../ink/ink207.xml"/><Relationship Id="rId346" Type="http://schemas.openxmlformats.org/officeDocument/2006/relationships/customXml" Target="../ink/ink228.xml"/><Relationship Id="rId85" Type="http://schemas.openxmlformats.org/officeDocument/2006/relationships/image" Target="../media/image97.png"/><Relationship Id="rId150" Type="http://schemas.openxmlformats.org/officeDocument/2006/relationships/customXml" Target="../ink/ink130.xml"/><Relationship Id="rId192" Type="http://schemas.openxmlformats.org/officeDocument/2006/relationships/customXml" Target="../ink/ink151.xml"/><Relationship Id="rId206" Type="http://schemas.openxmlformats.org/officeDocument/2006/relationships/customXml" Target="../ink/ink158.xml"/><Relationship Id="rId248" Type="http://schemas.openxmlformats.org/officeDocument/2006/relationships/customXml" Target="../ink/ink179.xml"/><Relationship Id="rId12" Type="http://schemas.openxmlformats.org/officeDocument/2006/relationships/customXml" Target="../ink/ink61.xml"/><Relationship Id="rId108" Type="http://schemas.openxmlformats.org/officeDocument/2006/relationships/customXml" Target="../ink/ink109.xml"/><Relationship Id="rId315" Type="http://schemas.openxmlformats.org/officeDocument/2006/relationships/image" Target="../media/image212.png"/><Relationship Id="rId357" Type="http://schemas.openxmlformats.org/officeDocument/2006/relationships/image" Target="../media/image233.png"/><Relationship Id="rId54" Type="http://schemas.openxmlformats.org/officeDocument/2006/relationships/customXml" Target="../ink/ink82.xml"/><Relationship Id="rId96" Type="http://schemas.openxmlformats.org/officeDocument/2006/relationships/customXml" Target="../ink/ink103.xml"/><Relationship Id="rId161" Type="http://schemas.openxmlformats.org/officeDocument/2006/relationships/image" Target="../media/image135.png"/><Relationship Id="rId217" Type="http://schemas.openxmlformats.org/officeDocument/2006/relationships/image" Target="../media/image163.png"/><Relationship Id="rId259" Type="http://schemas.openxmlformats.org/officeDocument/2006/relationships/image" Target="../media/image184.png"/><Relationship Id="rId23" Type="http://schemas.openxmlformats.org/officeDocument/2006/relationships/image" Target="../media/image66.png"/><Relationship Id="rId119" Type="http://schemas.openxmlformats.org/officeDocument/2006/relationships/image" Target="../media/image114.png"/><Relationship Id="rId270" Type="http://schemas.openxmlformats.org/officeDocument/2006/relationships/customXml" Target="../ink/ink190.xml"/><Relationship Id="rId326" Type="http://schemas.openxmlformats.org/officeDocument/2006/relationships/customXml" Target="../ink/ink218.xml"/><Relationship Id="rId65" Type="http://schemas.openxmlformats.org/officeDocument/2006/relationships/image" Target="../media/image87.png"/><Relationship Id="rId130" Type="http://schemas.openxmlformats.org/officeDocument/2006/relationships/customXml" Target="../ink/ink120.xml"/><Relationship Id="rId368" Type="http://schemas.openxmlformats.org/officeDocument/2006/relationships/customXml" Target="../ink/ink239.xml"/><Relationship Id="rId172" Type="http://schemas.openxmlformats.org/officeDocument/2006/relationships/customXml" Target="../ink/ink141.xml"/><Relationship Id="rId228" Type="http://schemas.openxmlformats.org/officeDocument/2006/relationships/customXml" Target="../ink/ink169.xml"/><Relationship Id="rId281" Type="http://schemas.openxmlformats.org/officeDocument/2006/relationships/image" Target="../media/image195.png"/><Relationship Id="rId337" Type="http://schemas.openxmlformats.org/officeDocument/2006/relationships/image" Target="../media/image223.png"/><Relationship Id="rId34" Type="http://schemas.openxmlformats.org/officeDocument/2006/relationships/customXml" Target="../ink/ink72.xml"/><Relationship Id="rId76" Type="http://schemas.openxmlformats.org/officeDocument/2006/relationships/customXml" Target="../ink/ink93.xml"/><Relationship Id="rId141" Type="http://schemas.openxmlformats.org/officeDocument/2006/relationships/image" Target="../media/image125.png"/><Relationship Id="rId379" Type="http://schemas.openxmlformats.org/officeDocument/2006/relationships/image" Target="../media/image244.png"/><Relationship Id="rId7" Type="http://schemas.openxmlformats.org/officeDocument/2006/relationships/image" Target="../media/image58.png"/><Relationship Id="rId183" Type="http://schemas.openxmlformats.org/officeDocument/2006/relationships/image" Target="../media/image146.png"/><Relationship Id="rId239" Type="http://schemas.openxmlformats.org/officeDocument/2006/relationships/image" Target="../media/image174.png"/><Relationship Id="rId250" Type="http://schemas.openxmlformats.org/officeDocument/2006/relationships/customXml" Target="../ink/ink180.xml"/><Relationship Id="rId292" Type="http://schemas.openxmlformats.org/officeDocument/2006/relationships/customXml" Target="../ink/ink201.xml"/><Relationship Id="rId306" Type="http://schemas.openxmlformats.org/officeDocument/2006/relationships/customXml" Target="../ink/ink208.xml"/><Relationship Id="rId45" Type="http://schemas.openxmlformats.org/officeDocument/2006/relationships/image" Target="../media/image77.png"/><Relationship Id="rId87" Type="http://schemas.openxmlformats.org/officeDocument/2006/relationships/image" Target="../media/image98.png"/><Relationship Id="rId110" Type="http://schemas.openxmlformats.org/officeDocument/2006/relationships/customXml" Target="../ink/ink110.xml"/><Relationship Id="rId348" Type="http://schemas.openxmlformats.org/officeDocument/2006/relationships/customXml" Target="../ink/ink229.xml"/><Relationship Id="rId152" Type="http://schemas.openxmlformats.org/officeDocument/2006/relationships/customXml" Target="../ink/ink131.xml"/><Relationship Id="rId194" Type="http://schemas.openxmlformats.org/officeDocument/2006/relationships/customXml" Target="../ink/ink152.xml"/><Relationship Id="rId208" Type="http://schemas.openxmlformats.org/officeDocument/2006/relationships/customXml" Target="../ink/ink159.xml"/><Relationship Id="rId261" Type="http://schemas.openxmlformats.org/officeDocument/2006/relationships/image" Target="../media/image185.png"/><Relationship Id="rId14" Type="http://schemas.openxmlformats.org/officeDocument/2006/relationships/customXml" Target="../ink/ink62.xml"/><Relationship Id="rId56" Type="http://schemas.openxmlformats.org/officeDocument/2006/relationships/customXml" Target="../ink/ink83.xml"/><Relationship Id="rId317" Type="http://schemas.openxmlformats.org/officeDocument/2006/relationships/image" Target="../media/image213.png"/><Relationship Id="rId359" Type="http://schemas.openxmlformats.org/officeDocument/2006/relationships/image" Target="../media/image234.png"/><Relationship Id="rId98" Type="http://schemas.openxmlformats.org/officeDocument/2006/relationships/customXml" Target="../ink/ink104.xml"/><Relationship Id="rId121" Type="http://schemas.openxmlformats.org/officeDocument/2006/relationships/image" Target="../media/image115.png"/><Relationship Id="rId163" Type="http://schemas.openxmlformats.org/officeDocument/2006/relationships/image" Target="../media/image136.png"/><Relationship Id="rId219" Type="http://schemas.openxmlformats.org/officeDocument/2006/relationships/image" Target="../media/image164.png"/><Relationship Id="rId370" Type="http://schemas.openxmlformats.org/officeDocument/2006/relationships/customXml" Target="../ink/ink240.xml"/><Relationship Id="rId230" Type="http://schemas.openxmlformats.org/officeDocument/2006/relationships/customXml" Target="../ink/ink170.xml"/><Relationship Id="rId25" Type="http://schemas.openxmlformats.org/officeDocument/2006/relationships/image" Target="../media/image67.png"/><Relationship Id="rId67" Type="http://schemas.openxmlformats.org/officeDocument/2006/relationships/image" Target="../media/image88.png"/><Relationship Id="rId272" Type="http://schemas.openxmlformats.org/officeDocument/2006/relationships/customXml" Target="../ink/ink191.xml"/><Relationship Id="rId328" Type="http://schemas.openxmlformats.org/officeDocument/2006/relationships/customXml" Target="../ink/ink219.xml"/><Relationship Id="rId132" Type="http://schemas.openxmlformats.org/officeDocument/2006/relationships/customXml" Target="../ink/ink121.xml"/><Relationship Id="rId174" Type="http://schemas.openxmlformats.org/officeDocument/2006/relationships/customXml" Target="../ink/ink142.xml"/><Relationship Id="rId381" Type="http://schemas.openxmlformats.org/officeDocument/2006/relationships/image" Target="../media/image245.png"/><Relationship Id="rId241" Type="http://schemas.openxmlformats.org/officeDocument/2006/relationships/image" Target="../media/image175.png"/><Relationship Id="rId36" Type="http://schemas.openxmlformats.org/officeDocument/2006/relationships/customXml" Target="../ink/ink73.xml"/><Relationship Id="rId283" Type="http://schemas.openxmlformats.org/officeDocument/2006/relationships/image" Target="../media/image196.png"/><Relationship Id="rId339" Type="http://schemas.openxmlformats.org/officeDocument/2006/relationships/image" Target="../media/image224.png"/><Relationship Id="rId78" Type="http://schemas.openxmlformats.org/officeDocument/2006/relationships/customXml" Target="../ink/ink94.xml"/><Relationship Id="rId101" Type="http://schemas.openxmlformats.org/officeDocument/2006/relationships/image" Target="../media/image105.png"/><Relationship Id="rId143" Type="http://schemas.openxmlformats.org/officeDocument/2006/relationships/image" Target="../media/image126.png"/><Relationship Id="rId185" Type="http://schemas.openxmlformats.org/officeDocument/2006/relationships/image" Target="../media/image147.png"/><Relationship Id="rId350" Type="http://schemas.openxmlformats.org/officeDocument/2006/relationships/customXml" Target="../ink/ink230.xml"/><Relationship Id="rId9" Type="http://schemas.openxmlformats.org/officeDocument/2006/relationships/image" Target="../media/image59.png"/><Relationship Id="rId210" Type="http://schemas.openxmlformats.org/officeDocument/2006/relationships/customXml" Target="../ink/ink160.xml"/><Relationship Id="rId252" Type="http://schemas.openxmlformats.org/officeDocument/2006/relationships/customXml" Target="../ink/ink181.xml"/><Relationship Id="rId294" Type="http://schemas.openxmlformats.org/officeDocument/2006/relationships/customXml" Target="../ink/ink202.xml"/><Relationship Id="rId308" Type="http://schemas.openxmlformats.org/officeDocument/2006/relationships/customXml" Target="../ink/ink209.xml"/><Relationship Id="rId47" Type="http://schemas.openxmlformats.org/officeDocument/2006/relationships/image" Target="../media/image78.png"/><Relationship Id="rId68" Type="http://schemas.openxmlformats.org/officeDocument/2006/relationships/customXml" Target="../ink/ink89.xml"/><Relationship Id="rId89" Type="http://schemas.openxmlformats.org/officeDocument/2006/relationships/image" Target="../media/image99.png"/><Relationship Id="rId112" Type="http://schemas.openxmlformats.org/officeDocument/2006/relationships/customXml" Target="../ink/ink111.xml"/><Relationship Id="rId133" Type="http://schemas.openxmlformats.org/officeDocument/2006/relationships/image" Target="../media/image121.png"/><Relationship Id="rId154" Type="http://schemas.openxmlformats.org/officeDocument/2006/relationships/customXml" Target="../ink/ink132.xml"/><Relationship Id="rId175" Type="http://schemas.openxmlformats.org/officeDocument/2006/relationships/image" Target="../media/image142.png"/><Relationship Id="rId340" Type="http://schemas.openxmlformats.org/officeDocument/2006/relationships/customXml" Target="../ink/ink225.xml"/><Relationship Id="rId361" Type="http://schemas.openxmlformats.org/officeDocument/2006/relationships/image" Target="../media/image235.png"/><Relationship Id="rId196" Type="http://schemas.openxmlformats.org/officeDocument/2006/relationships/customXml" Target="../ink/ink153.xml"/><Relationship Id="rId200" Type="http://schemas.openxmlformats.org/officeDocument/2006/relationships/customXml" Target="../ink/ink155.xml"/><Relationship Id="rId382" Type="http://schemas.openxmlformats.org/officeDocument/2006/relationships/customXml" Target="../ink/ink246.xml"/><Relationship Id="rId16" Type="http://schemas.openxmlformats.org/officeDocument/2006/relationships/customXml" Target="../ink/ink63.xml"/><Relationship Id="rId221" Type="http://schemas.openxmlformats.org/officeDocument/2006/relationships/image" Target="../media/image165.png"/><Relationship Id="rId242" Type="http://schemas.openxmlformats.org/officeDocument/2006/relationships/customXml" Target="../ink/ink176.xml"/><Relationship Id="rId263" Type="http://schemas.openxmlformats.org/officeDocument/2006/relationships/image" Target="../media/image186.png"/><Relationship Id="rId284" Type="http://schemas.openxmlformats.org/officeDocument/2006/relationships/customXml" Target="../ink/ink197.xml"/><Relationship Id="rId319" Type="http://schemas.openxmlformats.org/officeDocument/2006/relationships/image" Target="../media/image214.png"/><Relationship Id="rId37" Type="http://schemas.openxmlformats.org/officeDocument/2006/relationships/image" Target="../media/image73.png"/><Relationship Id="rId58" Type="http://schemas.openxmlformats.org/officeDocument/2006/relationships/customXml" Target="../ink/ink84.xml"/><Relationship Id="rId79" Type="http://schemas.openxmlformats.org/officeDocument/2006/relationships/image" Target="../media/image94.png"/><Relationship Id="rId102" Type="http://schemas.openxmlformats.org/officeDocument/2006/relationships/customXml" Target="../ink/ink106.xml"/><Relationship Id="rId123" Type="http://schemas.openxmlformats.org/officeDocument/2006/relationships/image" Target="../media/image116.png"/><Relationship Id="rId144" Type="http://schemas.openxmlformats.org/officeDocument/2006/relationships/customXml" Target="../ink/ink127.xml"/><Relationship Id="rId330" Type="http://schemas.openxmlformats.org/officeDocument/2006/relationships/customXml" Target="../ink/ink220.xml"/><Relationship Id="rId90" Type="http://schemas.openxmlformats.org/officeDocument/2006/relationships/customXml" Target="../ink/ink100.xml"/><Relationship Id="rId165" Type="http://schemas.openxmlformats.org/officeDocument/2006/relationships/image" Target="../media/image137.png"/><Relationship Id="rId186" Type="http://schemas.openxmlformats.org/officeDocument/2006/relationships/customXml" Target="../ink/ink148.xml"/><Relationship Id="rId351" Type="http://schemas.openxmlformats.org/officeDocument/2006/relationships/image" Target="../media/image230.png"/><Relationship Id="rId372" Type="http://schemas.openxmlformats.org/officeDocument/2006/relationships/customXml" Target="../ink/ink241.xml"/><Relationship Id="rId211" Type="http://schemas.openxmlformats.org/officeDocument/2006/relationships/image" Target="../media/image160.png"/><Relationship Id="rId232" Type="http://schemas.openxmlformats.org/officeDocument/2006/relationships/customXml" Target="../ink/ink171.xml"/><Relationship Id="rId253" Type="http://schemas.openxmlformats.org/officeDocument/2006/relationships/image" Target="../media/image181.png"/><Relationship Id="rId274" Type="http://schemas.openxmlformats.org/officeDocument/2006/relationships/customXml" Target="../ink/ink192.xml"/><Relationship Id="rId295" Type="http://schemas.openxmlformats.org/officeDocument/2006/relationships/image" Target="../media/image202.png"/><Relationship Id="rId309" Type="http://schemas.openxmlformats.org/officeDocument/2006/relationships/image" Target="../media/image209.png"/><Relationship Id="rId27" Type="http://schemas.openxmlformats.org/officeDocument/2006/relationships/image" Target="../media/image68.png"/><Relationship Id="rId48" Type="http://schemas.openxmlformats.org/officeDocument/2006/relationships/customXml" Target="../ink/ink79.xml"/><Relationship Id="rId69" Type="http://schemas.openxmlformats.org/officeDocument/2006/relationships/image" Target="../media/image89.png"/><Relationship Id="rId113" Type="http://schemas.openxmlformats.org/officeDocument/2006/relationships/image" Target="../media/image111.png"/><Relationship Id="rId134" Type="http://schemas.openxmlformats.org/officeDocument/2006/relationships/customXml" Target="../ink/ink122.xml"/><Relationship Id="rId320" Type="http://schemas.openxmlformats.org/officeDocument/2006/relationships/customXml" Target="../ink/ink215.xml"/><Relationship Id="rId80" Type="http://schemas.openxmlformats.org/officeDocument/2006/relationships/customXml" Target="../ink/ink95.xml"/><Relationship Id="rId155" Type="http://schemas.openxmlformats.org/officeDocument/2006/relationships/image" Target="../media/image132.png"/><Relationship Id="rId176" Type="http://schemas.openxmlformats.org/officeDocument/2006/relationships/customXml" Target="../ink/ink143.xml"/><Relationship Id="rId197" Type="http://schemas.openxmlformats.org/officeDocument/2006/relationships/image" Target="../media/image153.png"/><Relationship Id="rId341" Type="http://schemas.openxmlformats.org/officeDocument/2006/relationships/image" Target="../media/image225.png"/><Relationship Id="rId362" Type="http://schemas.openxmlformats.org/officeDocument/2006/relationships/customXml" Target="../ink/ink236.xml"/><Relationship Id="rId383" Type="http://schemas.openxmlformats.org/officeDocument/2006/relationships/image" Target="../media/image246.png"/><Relationship Id="rId201" Type="http://schemas.openxmlformats.org/officeDocument/2006/relationships/image" Target="../media/image155.png"/><Relationship Id="rId222" Type="http://schemas.openxmlformats.org/officeDocument/2006/relationships/customXml" Target="../ink/ink166.xml"/><Relationship Id="rId243" Type="http://schemas.openxmlformats.org/officeDocument/2006/relationships/image" Target="../media/image176.png"/><Relationship Id="rId264" Type="http://schemas.openxmlformats.org/officeDocument/2006/relationships/customXml" Target="../ink/ink187.xml"/><Relationship Id="rId285" Type="http://schemas.openxmlformats.org/officeDocument/2006/relationships/image" Target="../media/image197.png"/><Relationship Id="rId17" Type="http://schemas.openxmlformats.org/officeDocument/2006/relationships/image" Target="../media/image63.png"/><Relationship Id="rId38" Type="http://schemas.openxmlformats.org/officeDocument/2006/relationships/customXml" Target="../ink/ink74.xml"/><Relationship Id="rId59" Type="http://schemas.openxmlformats.org/officeDocument/2006/relationships/image" Target="../media/image84.png"/><Relationship Id="rId103" Type="http://schemas.openxmlformats.org/officeDocument/2006/relationships/image" Target="../media/image106.png"/><Relationship Id="rId124" Type="http://schemas.openxmlformats.org/officeDocument/2006/relationships/customXml" Target="../ink/ink117.xml"/><Relationship Id="rId310" Type="http://schemas.openxmlformats.org/officeDocument/2006/relationships/customXml" Target="../ink/ink210.xml"/><Relationship Id="rId70" Type="http://schemas.openxmlformats.org/officeDocument/2006/relationships/customXml" Target="../ink/ink90.xml"/><Relationship Id="rId91" Type="http://schemas.openxmlformats.org/officeDocument/2006/relationships/image" Target="../media/image100.png"/><Relationship Id="rId145" Type="http://schemas.openxmlformats.org/officeDocument/2006/relationships/image" Target="../media/image127.png"/><Relationship Id="rId166" Type="http://schemas.openxmlformats.org/officeDocument/2006/relationships/customXml" Target="../ink/ink138.xml"/><Relationship Id="rId187" Type="http://schemas.openxmlformats.org/officeDocument/2006/relationships/image" Target="../media/image148.png"/><Relationship Id="rId331" Type="http://schemas.openxmlformats.org/officeDocument/2006/relationships/image" Target="../media/image220.png"/><Relationship Id="rId352" Type="http://schemas.openxmlformats.org/officeDocument/2006/relationships/customXml" Target="../ink/ink231.xml"/><Relationship Id="rId373" Type="http://schemas.openxmlformats.org/officeDocument/2006/relationships/image" Target="../media/image241.png"/><Relationship Id="rId1" Type="http://schemas.openxmlformats.org/officeDocument/2006/relationships/slideLayout" Target="../slideLayouts/slideLayout7.xml"/><Relationship Id="rId212" Type="http://schemas.openxmlformats.org/officeDocument/2006/relationships/customXml" Target="../ink/ink161.xml"/><Relationship Id="rId233" Type="http://schemas.openxmlformats.org/officeDocument/2006/relationships/image" Target="../media/image171.png"/><Relationship Id="rId254" Type="http://schemas.openxmlformats.org/officeDocument/2006/relationships/customXml" Target="../ink/ink182.xml"/><Relationship Id="rId28" Type="http://schemas.openxmlformats.org/officeDocument/2006/relationships/customXml" Target="../ink/ink69.xml"/><Relationship Id="rId49" Type="http://schemas.openxmlformats.org/officeDocument/2006/relationships/image" Target="../media/image79.png"/><Relationship Id="rId114" Type="http://schemas.openxmlformats.org/officeDocument/2006/relationships/customXml" Target="../ink/ink112.xml"/><Relationship Id="rId275" Type="http://schemas.openxmlformats.org/officeDocument/2006/relationships/image" Target="../media/image192.png"/><Relationship Id="rId296" Type="http://schemas.openxmlformats.org/officeDocument/2006/relationships/customXml" Target="../ink/ink203.xml"/><Relationship Id="rId300" Type="http://schemas.openxmlformats.org/officeDocument/2006/relationships/customXml" Target="../ink/ink205.xml"/><Relationship Id="rId60" Type="http://schemas.openxmlformats.org/officeDocument/2006/relationships/customXml" Target="../ink/ink85.xml"/><Relationship Id="rId81" Type="http://schemas.openxmlformats.org/officeDocument/2006/relationships/image" Target="../media/image95.png"/><Relationship Id="rId135" Type="http://schemas.openxmlformats.org/officeDocument/2006/relationships/image" Target="../media/image122.png"/><Relationship Id="rId156" Type="http://schemas.openxmlformats.org/officeDocument/2006/relationships/customXml" Target="../ink/ink133.xml"/><Relationship Id="rId177" Type="http://schemas.openxmlformats.org/officeDocument/2006/relationships/image" Target="../media/image143.png"/><Relationship Id="rId198" Type="http://schemas.openxmlformats.org/officeDocument/2006/relationships/customXml" Target="../ink/ink154.xml"/><Relationship Id="rId321" Type="http://schemas.openxmlformats.org/officeDocument/2006/relationships/image" Target="../media/image215.png"/><Relationship Id="rId342" Type="http://schemas.openxmlformats.org/officeDocument/2006/relationships/customXml" Target="../ink/ink226.xml"/><Relationship Id="rId363" Type="http://schemas.openxmlformats.org/officeDocument/2006/relationships/image" Target="../media/image236.png"/><Relationship Id="rId384" Type="http://schemas.openxmlformats.org/officeDocument/2006/relationships/customXml" Target="../ink/ink247.xml"/><Relationship Id="rId202" Type="http://schemas.openxmlformats.org/officeDocument/2006/relationships/customXml" Target="../ink/ink156.xml"/><Relationship Id="rId223" Type="http://schemas.openxmlformats.org/officeDocument/2006/relationships/image" Target="../media/image166.png"/><Relationship Id="rId244" Type="http://schemas.openxmlformats.org/officeDocument/2006/relationships/customXml" Target="../ink/ink177.xml"/><Relationship Id="rId18" Type="http://schemas.openxmlformats.org/officeDocument/2006/relationships/customXml" Target="../ink/ink64.xml"/><Relationship Id="rId39" Type="http://schemas.openxmlformats.org/officeDocument/2006/relationships/image" Target="../media/image74.png"/><Relationship Id="rId265" Type="http://schemas.openxmlformats.org/officeDocument/2006/relationships/image" Target="../media/image187.png"/><Relationship Id="rId286" Type="http://schemas.openxmlformats.org/officeDocument/2006/relationships/customXml" Target="../ink/ink198.xml"/><Relationship Id="rId50" Type="http://schemas.openxmlformats.org/officeDocument/2006/relationships/customXml" Target="../ink/ink80.xml"/><Relationship Id="rId104" Type="http://schemas.openxmlformats.org/officeDocument/2006/relationships/customXml" Target="../ink/ink107.xml"/><Relationship Id="rId125" Type="http://schemas.openxmlformats.org/officeDocument/2006/relationships/image" Target="../media/image117.png"/><Relationship Id="rId146" Type="http://schemas.openxmlformats.org/officeDocument/2006/relationships/customXml" Target="../ink/ink128.xml"/><Relationship Id="rId167" Type="http://schemas.openxmlformats.org/officeDocument/2006/relationships/image" Target="../media/image138.png"/><Relationship Id="rId188" Type="http://schemas.openxmlformats.org/officeDocument/2006/relationships/customXml" Target="../ink/ink149.xml"/><Relationship Id="rId311" Type="http://schemas.openxmlformats.org/officeDocument/2006/relationships/image" Target="../media/image210.png"/><Relationship Id="rId332" Type="http://schemas.openxmlformats.org/officeDocument/2006/relationships/customXml" Target="../ink/ink221.xml"/><Relationship Id="rId353" Type="http://schemas.openxmlformats.org/officeDocument/2006/relationships/image" Target="../media/image231.png"/><Relationship Id="rId374" Type="http://schemas.openxmlformats.org/officeDocument/2006/relationships/customXml" Target="../ink/ink242.xml"/><Relationship Id="rId71" Type="http://schemas.openxmlformats.org/officeDocument/2006/relationships/image" Target="../media/image90.png"/><Relationship Id="rId92" Type="http://schemas.openxmlformats.org/officeDocument/2006/relationships/customXml" Target="../ink/ink101.xml"/><Relationship Id="rId213" Type="http://schemas.openxmlformats.org/officeDocument/2006/relationships/image" Target="../media/image161.png"/><Relationship Id="rId234" Type="http://schemas.openxmlformats.org/officeDocument/2006/relationships/customXml" Target="../ink/ink172.xml"/><Relationship Id="rId2" Type="http://schemas.openxmlformats.org/officeDocument/2006/relationships/customXml" Target="../ink/ink56.xml"/><Relationship Id="rId29" Type="http://schemas.openxmlformats.org/officeDocument/2006/relationships/image" Target="../media/image69.png"/><Relationship Id="rId255" Type="http://schemas.openxmlformats.org/officeDocument/2006/relationships/image" Target="../media/image182.png"/><Relationship Id="rId276" Type="http://schemas.openxmlformats.org/officeDocument/2006/relationships/customXml" Target="../ink/ink193.xml"/><Relationship Id="rId297" Type="http://schemas.openxmlformats.org/officeDocument/2006/relationships/image" Target="../media/image203.png"/><Relationship Id="rId40" Type="http://schemas.openxmlformats.org/officeDocument/2006/relationships/customXml" Target="../ink/ink75.xml"/><Relationship Id="rId115" Type="http://schemas.openxmlformats.org/officeDocument/2006/relationships/image" Target="../media/image112.png"/><Relationship Id="rId136" Type="http://schemas.openxmlformats.org/officeDocument/2006/relationships/customXml" Target="../ink/ink123.xml"/><Relationship Id="rId157" Type="http://schemas.openxmlformats.org/officeDocument/2006/relationships/image" Target="../media/image133.png"/><Relationship Id="rId178" Type="http://schemas.openxmlformats.org/officeDocument/2006/relationships/customXml" Target="../ink/ink144.xml"/><Relationship Id="rId301" Type="http://schemas.openxmlformats.org/officeDocument/2006/relationships/image" Target="../media/image205.png"/><Relationship Id="rId322" Type="http://schemas.openxmlformats.org/officeDocument/2006/relationships/customXml" Target="../ink/ink216.xml"/><Relationship Id="rId343" Type="http://schemas.openxmlformats.org/officeDocument/2006/relationships/image" Target="../media/image226.png"/><Relationship Id="rId364" Type="http://schemas.openxmlformats.org/officeDocument/2006/relationships/customXml" Target="../ink/ink237.xml"/><Relationship Id="rId61" Type="http://schemas.openxmlformats.org/officeDocument/2006/relationships/image" Target="../media/image85.png"/><Relationship Id="rId82" Type="http://schemas.openxmlformats.org/officeDocument/2006/relationships/customXml" Target="../ink/ink96.xml"/><Relationship Id="rId199" Type="http://schemas.openxmlformats.org/officeDocument/2006/relationships/image" Target="../media/image154.png"/><Relationship Id="rId203" Type="http://schemas.openxmlformats.org/officeDocument/2006/relationships/image" Target="../media/image156.png"/><Relationship Id="rId385" Type="http://schemas.openxmlformats.org/officeDocument/2006/relationships/image" Target="../media/image247.png"/><Relationship Id="rId19" Type="http://schemas.openxmlformats.org/officeDocument/2006/relationships/image" Target="../media/image64.png"/><Relationship Id="rId224" Type="http://schemas.openxmlformats.org/officeDocument/2006/relationships/customXml" Target="../ink/ink167.xml"/><Relationship Id="rId245" Type="http://schemas.openxmlformats.org/officeDocument/2006/relationships/image" Target="../media/image177.png"/><Relationship Id="rId266" Type="http://schemas.openxmlformats.org/officeDocument/2006/relationships/customXml" Target="../ink/ink188.xml"/><Relationship Id="rId287" Type="http://schemas.openxmlformats.org/officeDocument/2006/relationships/image" Target="../media/image198.png"/><Relationship Id="rId30" Type="http://schemas.openxmlformats.org/officeDocument/2006/relationships/customXml" Target="../ink/ink70.xml"/><Relationship Id="rId105" Type="http://schemas.openxmlformats.org/officeDocument/2006/relationships/image" Target="../media/image107.png"/><Relationship Id="rId126" Type="http://schemas.openxmlformats.org/officeDocument/2006/relationships/customXml" Target="../ink/ink118.xml"/><Relationship Id="rId147" Type="http://schemas.openxmlformats.org/officeDocument/2006/relationships/image" Target="../media/image128.png"/><Relationship Id="rId168" Type="http://schemas.openxmlformats.org/officeDocument/2006/relationships/customXml" Target="../ink/ink139.xml"/><Relationship Id="rId312" Type="http://schemas.openxmlformats.org/officeDocument/2006/relationships/customXml" Target="../ink/ink211.xml"/><Relationship Id="rId333" Type="http://schemas.openxmlformats.org/officeDocument/2006/relationships/image" Target="../media/image221.png"/><Relationship Id="rId354" Type="http://schemas.openxmlformats.org/officeDocument/2006/relationships/customXml" Target="../ink/ink232.xml"/><Relationship Id="rId51" Type="http://schemas.openxmlformats.org/officeDocument/2006/relationships/image" Target="../media/image80.png"/><Relationship Id="rId72" Type="http://schemas.openxmlformats.org/officeDocument/2006/relationships/customXml" Target="../ink/ink91.xml"/><Relationship Id="rId93" Type="http://schemas.openxmlformats.org/officeDocument/2006/relationships/image" Target="../media/image101.png"/><Relationship Id="rId189" Type="http://schemas.openxmlformats.org/officeDocument/2006/relationships/image" Target="../media/image149.png"/><Relationship Id="rId375" Type="http://schemas.openxmlformats.org/officeDocument/2006/relationships/image" Target="../media/image242.png"/><Relationship Id="rId3" Type="http://schemas.openxmlformats.org/officeDocument/2006/relationships/image" Target="../media/image56.png"/><Relationship Id="rId214" Type="http://schemas.openxmlformats.org/officeDocument/2006/relationships/customXml" Target="../ink/ink162.xml"/><Relationship Id="rId235" Type="http://schemas.openxmlformats.org/officeDocument/2006/relationships/image" Target="../media/image172.png"/><Relationship Id="rId256" Type="http://schemas.openxmlformats.org/officeDocument/2006/relationships/customXml" Target="../ink/ink183.xml"/><Relationship Id="rId277" Type="http://schemas.openxmlformats.org/officeDocument/2006/relationships/image" Target="../media/image193.png"/><Relationship Id="rId298" Type="http://schemas.openxmlformats.org/officeDocument/2006/relationships/customXml" Target="../ink/ink204.xml"/><Relationship Id="rId116" Type="http://schemas.openxmlformats.org/officeDocument/2006/relationships/customXml" Target="../ink/ink113.xml"/><Relationship Id="rId137" Type="http://schemas.openxmlformats.org/officeDocument/2006/relationships/image" Target="../media/image123.png"/><Relationship Id="rId158" Type="http://schemas.openxmlformats.org/officeDocument/2006/relationships/customXml" Target="../ink/ink134.xml"/><Relationship Id="rId302" Type="http://schemas.openxmlformats.org/officeDocument/2006/relationships/customXml" Target="../ink/ink206.xml"/><Relationship Id="rId323" Type="http://schemas.openxmlformats.org/officeDocument/2006/relationships/image" Target="../media/image216.png"/><Relationship Id="rId344" Type="http://schemas.openxmlformats.org/officeDocument/2006/relationships/customXml" Target="../ink/ink227.xml"/><Relationship Id="rId20" Type="http://schemas.openxmlformats.org/officeDocument/2006/relationships/customXml" Target="../ink/ink65.xml"/><Relationship Id="rId41" Type="http://schemas.openxmlformats.org/officeDocument/2006/relationships/image" Target="../media/image75.png"/><Relationship Id="rId62" Type="http://schemas.openxmlformats.org/officeDocument/2006/relationships/customXml" Target="../ink/ink86.xml"/><Relationship Id="rId83" Type="http://schemas.openxmlformats.org/officeDocument/2006/relationships/image" Target="../media/image96.png"/><Relationship Id="rId179" Type="http://schemas.openxmlformats.org/officeDocument/2006/relationships/image" Target="../media/image144.png"/><Relationship Id="rId365" Type="http://schemas.openxmlformats.org/officeDocument/2006/relationships/image" Target="../media/image237.png"/><Relationship Id="rId386" Type="http://schemas.openxmlformats.org/officeDocument/2006/relationships/customXml" Target="../ink/ink248.xml"/><Relationship Id="rId190" Type="http://schemas.openxmlformats.org/officeDocument/2006/relationships/customXml" Target="../ink/ink150.xml"/><Relationship Id="rId204" Type="http://schemas.openxmlformats.org/officeDocument/2006/relationships/customXml" Target="../ink/ink157.xml"/><Relationship Id="rId225" Type="http://schemas.openxmlformats.org/officeDocument/2006/relationships/image" Target="../media/image167.png"/><Relationship Id="rId246" Type="http://schemas.openxmlformats.org/officeDocument/2006/relationships/customXml" Target="../ink/ink178.xml"/><Relationship Id="rId267" Type="http://schemas.openxmlformats.org/officeDocument/2006/relationships/image" Target="../media/image188.png"/><Relationship Id="rId288" Type="http://schemas.openxmlformats.org/officeDocument/2006/relationships/customXml" Target="../ink/ink199.xml"/><Relationship Id="rId106" Type="http://schemas.openxmlformats.org/officeDocument/2006/relationships/customXml" Target="../ink/ink108.xml"/><Relationship Id="rId127" Type="http://schemas.openxmlformats.org/officeDocument/2006/relationships/image" Target="../media/image118.png"/><Relationship Id="rId313" Type="http://schemas.openxmlformats.org/officeDocument/2006/relationships/image" Target="../media/image211.png"/><Relationship Id="rId10" Type="http://schemas.openxmlformats.org/officeDocument/2006/relationships/customXml" Target="../ink/ink60.xml"/><Relationship Id="rId31" Type="http://schemas.openxmlformats.org/officeDocument/2006/relationships/image" Target="../media/image70.png"/><Relationship Id="rId52" Type="http://schemas.openxmlformats.org/officeDocument/2006/relationships/customXml" Target="../ink/ink81.xml"/><Relationship Id="rId73" Type="http://schemas.openxmlformats.org/officeDocument/2006/relationships/image" Target="../media/image91.png"/><Relationship Id="rId94" Type="http://schemas.openxmlformats.org/officeDocument/2006/relationships/customXml" Target="../ink/ink102.xml"/><Relationship Id="rId148" Type="http://schemas.openxmlformats.org/officeDocument/2006/relationships/customXml" Target="../ink/ink129.xml"/><Relationship Id="rId169" Type="http://schemas.openxmlformats.org/officeDocument/2006/relationships/image" Target="../media/image139.png"/><Relationship Id="rId334" Type="http://schemas.openxmlformats.org/officeDocument/2006/relationships/customXml" Target="../ink/ink222.xml"/><Relationship Id="rId355" Type="http://schemas.openxmlformats.org/officeDocument/2006/relationships/image" Target="../media/image232.png"/><Relationship Id="rId376" Type="http://schemas.openxmlformats.org/officeDocument/2006/relationships/customXml" Target="../ink/ink243.xml"/><Relationship Id="rId4" Type="http://schemas.openxmlformats.org/officeDocument/2006/relationships/customXml" Target="../ink/ink57.xml"/><Relationship Id="rId180" Type="http://schemas.openxmlformats.org/officeDocument/2006/relationships/customXml" Target="../ink/ink145.xml"/><Relationship Id="rId215" Type="http://schemas.openxmlformats.org/officeDocument/2006/relationships/image" Target="../media/image162.png"/><Relationship Id="rId236" Type="http://schemas.openxmlformats.org/officeDocument/2006/relationships/customXml" Target="../ink/ink173.xml"/><Relationship Id="rId257" Type="http://schemas.openxmlformats.org/officeDocument/2006/relationships/image" Target="../media/image183.png"/><Relationship Id="rId278" Type="http://schemas.openxmlformats.org/officeDocument/2006/relationships/customXml" Target="../ink/ink194.xml"/><Relationship Id="rId303" Type="http://schemas.openxmlformats.org/officeDocument/2006/relationships/image" Target="../media/image206.png"/><Relationship Id="rId42" Type="http://schemas.openxmlformats.org/officeDocument/2006/relationships/customXml" Target="../ink/ink76.xml"/><Relationship Id="rId84" Type="http://schemas.openxmlformats.org/officeDocument/2006/relationships/customXml" Target="../ink/ink97.xml"/><Relationship Id="rId138" Type="http://schemas.openxmlformats.org/officeDocument/2006/relationships/customXml" Target="../ink/ink124.xml"/><Relationship Id="rId345" Type="http://schemas.openxmlformats.org/officeDocument/2006/relationships/image" Target="../media/image227.png"/><Relationship Id="rId387" Type="http://schemas.openxmlformats.org/officeDocument/2006/relationships/image" Target="../media/image248.png"/><Relationship Id="rId191" Type="http://schemas.openxmlformats.org/officeDocument/2006/relationships/image" Target="../media/image150.png"/><Relationship Id="rId205" Type="http://schemas.openxmlformats.org/officeDocument/2006/relationships/image" Target="../media/image157.png"/><Relationship Id="rId247" Type="http://schemas.openxmlformats.org/officeDocument/2006/relationships/image" Target="../media/image178.png"/><Relationship Id="rId107" Type="http://schemas.openxmlformats.org/officeDocument/2006/relationships/image" Target="../media/image108.png"/><Relationship Id="rId289" Type="http://schemas.openxmlformats.org/officeDocument/2006/relationships/image" Target="../media/image199.png"/><Relationship Id="rId11" Type="http://schemas.openxmlformats.org/officeDocument/2006/relationships/image" Target="../media/image60.png"/><Relationship Id="rId53" Type="http://schemas.openxmlformats.org/officeDocument/2006/relationships/image" Target="../media/image81.png"/><Relationship Id="rId149" Type="http://schemas.openxmlformats.org/officeDocument/2006/relationships/image" Target="../media/image129.png"/><Relationship Id="rId314" Type="http://schemas.openxmlformats.org/officeDocument/2006/relationships/customXml" Target="../ink/ink212.xml"/><Relationship Id="rId356" Type="http://schemas.openxmlformats.org/officeDocument/2006/relationships/customXml" Target="../ink/ink233.xml"/><Relationship Id="rId95" Type="http://schemas.openxmlformats.org/officeDocument/2006/relationships/image" Target="../media/image102.png"/><Relationship Id="rId160" Type="http://schemas.openxmlformats.org/officeDocument/2006/relationships/customXml" Target="../ink/ink135.xml"/><Relationship Id="rId216" Type="http://schemas.openxmlformats.org/officeDocument/2006/relationships/customXml" Target="../ink/ink163.xml"/><Relationship Id="rId258" Type="http://schemas.openxmlformats.org/officeDocument/2006/relationships/customXml" Target="../ink/ink184.xml"/><Relationship Id="rId22" Type="http://schemas.openxmlformats.org/officeDocument/2006/relationships/customXml" Target="../ink/ink66.xml"/><Relationship Id="rId64" Type="http://schemas.openxmlformats.org/officeDocument/2006/relationships/customXml" Target="../ink/ink87.xml"/><Relationship Id="rId118" Type="http://schemas.openxmlformats.org/officeDocument/2006/relationships/customXml" Target="../ink/ink114.xml"/><Relationship Id="rId325" Type="http://schemas.openxmlformats.org/officeDocument/2006/relationships/image" Target="../media/image217.png"/><Relationship Id="rId367" Type="http://schemas.openxmlformats.org/officeDocument/2006/relationships/image" Target="../media/image238.png"/><Relationship Id="rId171" Type="http://schemas.openxmlformats.org/officeDocument/2006/relationships/image" Target="../media/image140.png"/><Relationship Id="rId227" Type="http://schemas.openxmlformats.org/officeDocument/2006/relationships/image" Target="../media/image168.png"/><Relationship Id="rId269" Type="http://schemas.openxmlformats.org/officeDocument/2006/relationships/image" Target="../media/image189.png"/><Relationship Id="rId33" Type="http://schemas.openxmlformats.org/officeDocument/2006/relationships/image" Target="../media/image71.png"/><Relationship Id="rId129" Type="http://schemas.openxmlformats.org/officeDocument/2006/relationships/image" Target="../media/image119.png"/><Relationship Id="rId280" Type="http://schemas.openxmlformats.org/officeDocument/2006/relationships/customXml" Target="../ink/ink195.xml"/><Relationship Id="rId336" Type="http://schemas.openxmlformats.org/officeDocument/2006/relationships/customXml" Target="../ink/ink223.xml"/><Relationship Id="rId75" Type="http://schemas.openxmlformats.org/officeDocument/2006/relationships/image" Target="../media/image92.png"/><Relationship Id="rId140" Type="http://schemas.openxmlformats.org/officeDocument/2006/relationships/customXml" Target="../ink/ink125.xml"/><Relationship Id="rId182" Type="http://schemas.openxmlformats.org/officeDocument/2006/relationships/customXml" Target="../ink/ink146.xml"/><Relationship Id="rId378" Type="http://schemas.openxmlformats.org/officeDocument/2006/relationships/customXml" Target="../ink/ink244.xml"/><Relationship Id="rId6" Type="http://schemas.openxmlformats.org/officeDocument/2006/relationships/customXml" Target="../ink/ink58.xml"/><Relationship Id="rId238" Type="http://schemas.openxmlformats.org/officeDocument/2006/relationships/customXml" Target="../ink/ink174.xml"/><Relationship Id="rId291" Type="http://schemas.openxmlformats.org/officeDocument/2006/relationships/image" Target="../media/image200.png"/><Relationship Id="rId305" Type="http://schemas.openxmlformats.org/officeDocument/2006/relationships/image" Target="../media/image207.png"/><Relationship Id="rId347" Type="http://schemas.openxmlformats.org/officeDocument/2006/relationships/image" Target="../media/image228.png"/><Relationship Id="rId44" Type="http://schemas.openxmlformats.org/officeDocument/2006/relationships/customXml" Target="../ink/ink77.xml"/><Relationship Id="rId86" Type="http://schemas.openxmlformats.org/officeDocument/2006/relationships/customXml" Target="../ink/ink98.xml"/><Relationship Id="rId151" Type="http://schemas.openxmlformats.org/officeDocument/2006/relationships/image" Target="../media/image130.png"/><Relationship Id="rId193" Type="http://schemas.openxmlformats.org/officeDocument/2006/relationships/image" Target="../media/image151.png"/><Relationship Id="rId207" Type="http://schemas.openxmlformats.org/officeDocument/2006/relationships/image" Target="../media/image158.png"/><Relationship Id="rId249" Type="http://schemas.openxmlformats.org/officeDocument/2006/relationships/image" Target="../media/image179.png"/><Relationship Id="rId13" Type="http://schemas.openxmlformats.org/officeDocument/2006/relationships/image" Target="../media/image61.png"/><Relationship Id="rId109" Type="http://schemas.openxmlformats.org/officeDocument/2006/relationships/image" Target="../media/image109.png"/><Relationship Id="rId260" Type="http://schemas.openxmlformats.org/officeDocument/2006/relationships/customXml" Target="../ink/ink185.xml"/><Relationship Id="rId316" Type="http://schemas.openxmlformats.org/officeDocument/2006/relationships/customXml" Target="../ink/ink213.xml"/><Relationship Id="rId55" Type="http://schemas.openxmlformats.org/officeDocument/2006/relationships/image" Target="../media/image82.png"/><Relationship Id="rId97" Type="http://schemas.openxmlformats.org/officeDocument/2006/relationships/image" Target="../media/image103.png"/><Relationship Id="rId120" Type="http://schemas.openxmlformats.org/officeDocument/2006/relationships/customXml" Target="../ink/ink115.xml"/><Relationship Id="rId358" Type="http://schemas.openxmlformats.org/officeDocument/2006/relationships/customXml" Target="../ink/ink234.xml"/><Relationship Id="rId162" Type="http://schemas.openxmlformats.org/officeDocument/2006/relationships/customXml" Target="../ink/ink136.xml"/><Relationship Id="rId218" Type="http://schemas.openxmlformats.org/officeDocument/2006/relationships/customXml" Target="../ink/ink164.xml"/><Relationship Id="rId271" Type="http://schemas.openxmlformats.org/officeDocument/2006/relationships/image" Target="../media/image190.png"/><Relationship Id="rId24" Type="http://schemas.openxmlformats.org/officeDocument/2006/relationships/customXml" Target="../ink/ink67.xml"/><Relationship Id="rId66" Type="http://schemas.openxmlformats.org/officeDocument/2006/relationships/customXml" Target="../ink/ink88.xml"/><Relationship Id="rId131" Type="http://schemas.openxmlformats.org/officeDocument/2006/relationships/image" Target="../media/image120.png"/><Relationship Id="rId327" Type="http://schemas.openxmlformats.org/officeDocument/2006/relationships/image" Target="../media/image218.png"/><Relationship Id="rId369" Type="http://schemas.openxmlformats.org/officeDocument/2006/relationships/image" Target="../media/image239.png"/><Relationship Id="rId173" Type="http://schemas.openxmlformats.org/officeDocument/2006/relationships/image" Target="../media/image141.png"/><Relationship Id="rId229" Type="http://schemas.openxmlformats.org/officeDocument/2006/relationships/image" Target="../media/image169.png"/><Relationship Id="rId380" Type="http://schemas.openxmlformats.org/officeDocument/2006/relationships/customXml" Target="../ink/ink245.xml"/><Relationship Id="rId240" Type="http://schemas.openxmlformats.org/officeDocument/2006/relationships/customXml" Target="../ink/ink175.xml"/><Relationship Id="rId35" Type="http://schemas.openxmlformats.org/officeDocument/2006/relationships/image" Target="../media/image72.png"/><Relationship Id="rId77" Type="http://schemas.openxmlformats.org/officeDocument/2006/relationships/image" Target="../media/image93.png"/><Relationship Id="rId100" Type="http://schemas.openxmlformats.org/officeDocument/2006/relationships/customXml" Target="../ink/ink105.xml"/><Relationship Id="rId282" Type="http://schemas.openxmlformats.org/officeDocument/2006/relationships/customXml" Target="../ink/ink196.xml"/><Relationship Id="rId338" Type="http://schemas.openxmlformats.org/officeDocument/2006/relationships/customXml" Target="../ink/ink224.xml"/><Relationship Id="rId8" Type="http://schemas.openxmlformats.org/officeDocument/2006/relationships/customXml" Target="../ink/ink59.xml"/><Relationship Id="rId142" Type="http://schemas.openxmlformats.org/officeDocument/2006/relationships/customXml" Target="../ink/ink126.xml"/><Relationship Id="rId184" Type="http://schemas.openxmlformats.org/officeDocument/2006/relationships/customXml" Target="../ink/ink147.xml"/><Relationship Id="rId251" Type="http://schemas.openxmlformats.org/officeDocument/2006/relationships/image" Target="../media/image180.png"/><Relationship Id="rId46" Type="http://schemas.openxmlformats.org/officeDocument/2006/relationships/customXml" Target="../ink/ink78.xml"/><Relationship Id="rId293" Type="http://schemas.openxmlformats.org/officeDocument/2006/relationships/image" Target="../media/image201.png"/><Relationship Id="rId307" Type="http://schemas.openxmlformats.org/officeDocument/2006/relationships/image" Target="../media/image208.png"/><Relationship Id="rId349" Type="http://schemas.openxmlformats.org/officeDocument/2006/relationships/image" Target="../media/image229.png"/><Relationship Id="rId88" Type="http://schemas.openxmlformats.org/officeDocument/2006/relationships/customXml" Target="../ink/ink99.xml"/><Relationship Id="rId111" Type="http://schemas.openxmlformats.org/officeDocument/2006/relationships/image" Target="../media/image110.png"/><Relationship Id="rId153" Type="http://schemas.openxmlformats.org/officeDocument/2006/relationships/image" Target="../media/image131.png"/><Relationship Id="rId195" Type="http://schemas.openxmlformats.org/officeDocument/2006/relationships/image" Target="../media/image152.png"/><Relationship Id="rId209" Type="http://schemas.openxmlformats.org/officeDocument/2006/relationships/image" Target="../media/image159.png"/><Relationship Id="rId360" Type="http://schemas.openxmlformats.org/officeDocument/2006/relationships/customXml" Target="../ink/ink235.xml"/><Relationship Id="rId220" Type="http://schemas.openxmlformats.org/officeDocument/2006/relationships/customXml" Target="../ink/ink165.xml"/><Relationship Id="rId15" Type="http://schemas.openxmlformats.org/officeDocument/2006/relationships/image" Target="../media/image62.png"/><Relationship Id="rId57" Type="http://schemas.openxmlformats.org/officeDocument/2006/relationships/image" Target="../media/image83.png"/><Relationship Id="rId262" Type="http://schemas.openxmlformats.org/officeDocument/2006/relationships/customXml" Target="../ink/ink186.xml"/><Relationship Id="rId318" Type="http://schemas.openxmlformats.org/officeDocument/2006/relationships/customXml" Target="../ink/ink214.xml"/><Relationship Id="rId99" Type="http://schemas.openxmlformats.org/officeDocument/2006/relationships/image" Target="../media/image104.png"/><Relationship Id="rId122" Type="http://schemas.openxmlformats.org/officeDocument/2006/relationships/customXml" Target="../ink/ink116.xml"/><Relationship Id="rId164" Type="http://schemas.openxmlformats.org/officeDocument/2006/relationships/customXml" Target="../ink/ink137.xml"/><Relationship Id="rId371" Type="http://schemas.openxmlformats.org/officeDocument/2006/relationships/image" Target="../media/image240.png"/><Relationship Id="rId26" Type="http://schemas.openxmlformats.org/officeDocument/2006/relationships/customXml" Target="../ink/ink68.xml"/><Relationship Id="rId231" Type="http://schemas.openxmlformats.org/officeDocument/2006/relationships/image" Target="../media/image170.png"/><Relationship Id="rId273" Type="http://schemas.openxmlformats.org/officeDocument/2006/relationships/image" Target="../media/image191.png"/><Relationship Id="rId329" Type="http://schemas.openxmlformats.org/officeDocument/2006/relationships/image" Target="../media/image219.png"/></Relationships>
</file>

<file path=ppt/slides/_rels/slide4.xml.rels><?xml version="1.0" encoding="UTF-8" standalone="yes"?>
<Relationships xmlns="http://schemas.openxmlformats.org/package/2006/relationships"><Relationship Id="rId117" Type="http://schemas.openxmlformats.org/officeDocument/2006/relationships/image" Target="../media/image306.png"/><Relationship Id="rId21" Type="http://schemas.openxmlformats.org/officeDocument/2006/relationships/image" Target="../media/image258.png"/><Relationship Id="rId42" Type="http://schemas.openxmlformats.org/officeDocument/2006/relationships/customXml" Target="../ink/ink269.xml"/><Relationship Id="rId63" Type="http://schemas.openxmlformats.org/officeDocument/2006/relationships/image" Target="../media/image279.png"/><Relationship Id="rId84" Type="http://schemas.openxmlformats.org/officeDocument/2006/relationships/customXml" Target="../ink/ink290.xml"/><Relationship Id="rId138" Type="http://schemas.openxmlformats.org/officeDocument/2006/relationships/customXml" Target="../ink/ink317.xml"/><Relationship Id="rId107" Type="http://schemas.openxmlformats.org/officeDocument/2006/relationships/image" Target="../media/image301.png"/><Relationship Id="rId11" Type="http://schemas.openxmlformats.org/officeDocument/2006/relationships/image" Target="../media/image253.png"/><Relationship Id="rId32" Type="http://schemas.openxmlformats.org/officeDocument/2006/relationships/customXml" Target="../ink/ink264.xml"/><Relationship Id="rId53" Type="http://schemas.openxmlformats.org/officeDocument/2006/relationships/image" Target="../media/image274.png"/><Relationship Id="rId74" Type="http://schemas.openxmlformats.org/officeDocument/2006/relationships/customXml" Target="../ink/ink285.xml"/><Relationship Id="rId128" Type="http://schemas.openxmlformats.org/officeDocument/2006/relationships/customXml" Target="../ink/ink312.xml"/><Relationship Id="rId149" Type="http://schemas.openxmlformats.org/officeDocument/2006/relationships/image" Target="../media/image322.png"/><Relationship Id="rId5" Type="http://schemas.openxmlformats.org/officeDocument/2006/relationships/image" Target="../media/image250.png"/><Relationship Id="rId95" Type="http://schemas.openxmlformats.org/officeDocument/2006/relationships/image" Target="../media/image295.png"/><Relationship Id="rId22" Type="http://schemas.openxmlformats.org/officeDocument/2006/relationships/customXml" Target="../ink/ink259.xml"/><Relationship Id="rId27" Type="http://schemas.openxmlformats.org/officeDocument/2006/relationships/image" Target="../media/image261.png"/><Relationship Id="rId43" Type="http://schemas.openxmlformats.org/officeDocument/2006/relationships/image" Target="../media/image269.png"/><Relationship Id="rId48" Type="http://schemas.openxmlformats.org/officeDocument/2006/relationships/customXml" Target="../ink/ink272.xml"/><Relationship Id="rId64" Type="http://schemas.openxmlformats.org/officeDocument/2006/relationships/customXml" Target="../ink/ink280.xml"/><Relationship Id="rId69" Type="http://schemas.openxmlformats.org/officeDocument/2006/relationships/image" Target="../media/image282.png"/><Relationship Id="rId113" Type="http://schemas.openxmlformats.org/officeDocument/2006/relationships/image" Target="../media/image304.png"/><Relationship Id="rId118" Type="http://schemas.openxmlformats.org/officeDocument/2006/relationships/customXml" Target="../ink/ink307.xml"/><Relationship Id="rId134" Type="http://schemas.openxmlformats.org/officeDocument/2006/relationships/customXml" Target="../ink/ink315.xml"/><Relationship Id="rId139" Type="http://schemas.openxmlformats.org/officeDocument/2006/relationships/image" Target="../media/image317.png"/><Relationship Id="rId80" Type="http://schemas.openxmlformats.org/officeDocument/2006/relationships/customXml" Target="../ink/ink288.xml"/><Relationship Id="rId85" Type="http://schemas.openxmlformats.org/officeDocument/2006/relationships/image" Target="../media/image290.png"/><Relationship Id="rId12" Type="http://schemas.openxmlformats.org/officeDocument/2006/relationships/customXml" Target="../ink/ink254.xml"/><Relationship Id="rId17" Type="http://schemas.openxmlformats.org/officeDocument/2006/relationships/image" Target="../media/image256.png"/><Relationship Id="rId33" Type="http://schemas.openxmlformats.org/officeDocument/2006/relationships/image" Target="../media/image264.png"/><Relationship Id="rId38" Type="http://schemas.openxmlformats.org/officeDocument/2006/relationships/customXml" Target="../ink/ink267.xml"/><Relationship Id="rId59" Type="http://schemas.openxmlformats.org/officeDocument/2006/relationships/image" Target="../media/image277.png"/><Relationship Id="rId103" Type="http://schemas.openxmlformats.org/officeDocument/2006/relationships/image" Target="../media/image299.png"/><Relationship Id="rId108" Type="http://schemas.openxmlformats.org/officeDocument/2006/relationships/customXml" Target="../ink/ink302.xml"/><Relationship Id="rId124" Type="http://schemas.openxmlformats.org/officeDocument/2006/relationships/customXml" Target="../ink/ink310.xml"/><Relationship Id="rId129" Type="http://schemas.openxmlformats.org/officeDocument/2006/relationships/image" Target="../media/image312.png"/><Relationship Id="rId54" Type="http://schemas.openxmlformats.org/officeDocument/2006/relationships/customXml" Target="../ink/ink275.xml"/><Relationship Id="rId70" Type="http://schemas.openxmlformats.org/officeDocument/2006/relationships/customXml" Target="../ink/ink283.xml"/><Relationship Id="rId75" Type="http://schemas.openxmlformats.org/officeDocument/2006/relationships/image" Target="../media/image285.png"/><Relationship Id="rId91" Type="http://schemas.openxmlformats.org/officeDocument/2006/relationships/image" Target="../media/image293.png"/><Relationship Id="rId96" Type="http://schemas.openxmlformats.org/officeDocument/2006/relationships/customXml" Target="../ink/ink296.xml"/><Relationship Id="rId140" Type="http://schemas.openxmlformats.org/officeDocument/2006/relationships/customXml" Target="../ink/ink318.xml"/><Relationship Id="rId145" Type="http://schemas.openxmlformats.org/officeDocument/2006/relationships/image" Target="../media/image320.png"/><Relationship Id="rId1" Type="http://schemas.openxmlformats.org/officeDocument/2006/relationships/slideLayout" Target="../slideLayouts/slideLayout7.xml"/><Relationship Id="rId6" Type="http://schemas.openxmlformats.org/officeDocument/2006/relationships/customXml" Target="../ink/ink251.xml"/><Relationship Id="rId23" Type="http://schemas.openxmlformats.org/officeDocument/2006/relationships/image" Target="../media/image259.png"/><Relationship Id="rId28" Type="http://schemas.openxmlformats.org/officeDocument/2006/relationships/customXml" Target="../ink/ink262.xml"/><Relationship Id="rId49" Type="http://schemas.openxmlformats.org/officeDocument/2006/relationships/image" Target="../media/image272.png"/><Relationship Id="rId114" Type="http://schemas.openxmlformats.org/officeDocument/2006/relationships/customXml" Target="../ink/ink305.xml"/><Relationship Id="rId119" Type="http://schemas.openxmlformats.org/officeDocument/2006/relationships/image" Target="../media/image307.png"/><Relationship Id="rId44" Type="http://schemas.openxmlformats.org/officeDocument/2006/relationships/customXml" Target="../ink/ink270.xml"/><Relationship Id="rId60" Type="http://schemas.openxmlformats.org/officeDocument/2006/relationships/customXml" Target="../ink/ink278.xml"/><Relationship Id="rId65" Type="http://schemas.openxmlformats.org/officeDocument/2006/relationships/image" Target="../media/image280.png"/><Relationship Id="rId81" Type="http://schemas.openxmlformats.org/officeDocument/2006/relationships/image" Target="../media/image288.png"/><Relationship Id="rId86" Type="http://schemas.openxmlformats.org/officeDocument/2006/relationships/customXml" Target="../ink/ink291.xml"/><Relationship Id="rId130" Type="http://schemas.openxmlformats.org/officeDocument/2006/relationships/customXml" Target="../ink/ink313.xml"/><Relationship Id="rId135" Type="http://schemas.openxmlformats.org/officeDocument/2006/relationships/image" Target="../media/image315.png"/><Relationship Id="rId13" Type="http://schemas.openxmlformats.org/officeDocument/2006/relationships/image" Target="../media/image254.png"/><Relationship Id="rId18" Type="http://schemas.openxmlformats.org/officeDocument/2006/relationships/customXml" Target="../ink/ink257.xml"/><Relationship Id="rId39" Type="http://schemas.openxmlformats.org/officeDocument/2006/relationships/image" Target="../media/image267.png"/><Relationship Id="rId109" Type="http://schemas.openxmlformats.org/officeDocument/2006/relationships/image" Target="../media/image302.png"/><Relationship Id="rId34" Type="http://schemas.openxmlformats.org/officeDocument/2006/relationships/customXml" Target="../ink/ink265.xml"/><Relationship Id="rId50" Type="http://schemas.openxmlformats.org/officeDocument/2006/relationships/customXml" Target="../ink/ink273.xml"/><Relationship Id="rId55" Type="http://schemas.openxmlformats.org/officeDocument/2006/relationships/image" Target="../media/image275.png"/><Relationship Id="rId76" Type="http://schemas.openxmlformats.org/officeDocument/2006/relationships/customXml" Target="../ink/ink286.xml"/><Relationship Id="rId97" Type="http://schemas.openxmlformats.org/officeDocument/2006/relationships/image" Target="../media/image296.png"/><Relationship Id="rId104" Type="http://schemas.openxmlformats.org/officeDocument/2006/relationships/customXml" Target="../ink/ink300.xml"/><Relationship Id="rId120" Type="http://schemas.openxmlformats.org/officeDocument/2006/relationships/customXml" Target="../ink/ink308.xml"/><Relationship Id="rId125" Type="http://schemas.openxmlformats.org/officeDocument/2006/relationships/image" Target="../media/image310.png"/><Relationship Id="rId141" Type="http://schemas.openxmlformats.org/officeDocument/2006/relationships/image" Target="../media/image318.png"/><Relationship Id="rId146" Type="http://schemas.openxmlformats.org/officeDocument/2006/relationships/customXml" Target="../ink/ink321.xml"/><Relationship Id="rId7" Type="http://schemas.openxmlformats.org/officeDocument/2006/relationships/image" Target="../media/image251.png"/><Relationship Id="rId71" Type="http://schemas.openxmlformats.org/officeDocument/2006/relationships/image" Target="../media/image283.png"/><Relationship Id="rId92" Type="http://schemas.openxmlformats.org/officeDocument/2006/relationships/customXml" Target="../ink/ink294.xml"/><Relationship Id="rId2" Type="http://schemas.openxmlformats.org/officeDocument/2006/relationships/customXml" Target="../ink/ink249.xml"/><Relationship Id="rId29" Type="http://schemas.openxmlformats.org/officeDocument/2006/relationships/image" Target="../media/image262.png"/><Relationship Id="rId24" Type="http://schemas.openxmlformats.org/officeDocument/2006/relationships/customXml" Target="../ink/ink260.xml"/><Relationship Id="rId40" Type="http://schemas.openxmlformats.org/officeDocument/2006/relationships/customXml" Target="../ink/ink268.xml"/><Relationship Id="rId45" Type="http://schemas.openxmlformats.org/officeDocument/2006/relationships/image" Target="../media/image270.png"/><Relationship Id="rId66" Type="http://schemas.openxmlformats.org/officeDocument/2006/relationships/customXml" Target="../ink/ink281.xml"/><Relationship Id="rId87" Type="http://schemas.openxmlformats.org/officeDocument/2006/relationships/image" Target="../media/image291.png"/><Relationship Id="rId110" Type="http://schemas.openxmlformats.org/officeDocument/2006/relationships/customXml" Target="../ink/ink303.xml"/><Relationship Id="rId115" Type="http://schemas.openxmlformats.org/officeDocument/2006/relationships/image" Target="../media/image305.png"/><Relationship Id="rId131" Type="http://schemas.openxmlformats.org/officeDocument/2006/relationships/image" Target="../media/image313.png"/><Relationship Id="rId136" Type="http://schemas.openxmlformats.org/officeDocument/2006/relationships/customXml" Target="../ink/ink316.xml"/><Relationship Id="rId61" Type="http://schemas.openxmlformats.org/officeDocument/2006/relationships/image" Target="../media/image278.png"/><Relationship Id="rId82" Type="http://schemas.openxmlformats.org/officeDocument/2006/relationships/customXml" Target="../ink/ink289.xml"/><Relationship Id="rId19" Type="http://schemas.openxmlformats.org/officeDocument/2006/relationships/image" Target="../media/image257.png"/><Relationship Id="rId14" Type="http://schemas.openxmlformats.org/officeDocument/2006/relationships/customXml" Target="../ink/ink255.xml"/><Relationship Id="rId30" Type="http://schemas.openxmlformats.org/officeDocument/2006/relationships/customXml" Target="../ink/ink263.xml"/><Relationship Id="rId35" Type="http://schemas.openxmlformats.org/officeDocument/2006/relationships/image" Target="../media/image265.png"/><Relationship Id="rId56" Type="http://schemas.openxmlformats.org/officeDocument/2006/relationships/customXml" Target="../ink/ink276.xml"/><Relationship Id="rId77" Type="http://schemas.openxmlformats.org/officeDocument/2006/relationships/image" Target="../media/image286.png"/><Relationship Id="rId100" Type="http://schemas.openxmlformats.org/officeDocument/2006/relationships/customXml" Target="../ink/ink298.xml"/><Relationship Id="rId105" Type="http://schemas.openxmlformats.org/officeDocument/2006/relationships/image" Target="../media/image300.png"/><Relationship Id="rId126" Type="http://schemas.openxmlformats.org/officeDocument/2006/relationships/customXml" Target="../ink/ink311.xml"/><Relationship Id="rId147" Type="http://schemas.openxmlformats.org/officeDocument/2006/relationships/image" Target="../media/image321.png"/><Relationship Id="rId8" Type="http://schemas.openxmlformats.org/officeDocument/2006/relationships/customXml" Target="../ink/ink252.xml"/><Relationship Id="rId51" Type="http://schemas.openxmlformats.org/officeDocument/2006/relationships/image" Target="../media/image273.png"/><Relationship Id="rId72" Type="http://schemas.openxmlformats.org/officeDocument/2006/relationships/customXml" Target="../ink/ink284.xml"/><Relationship Id="rId93" Type="http://schemas.openxmlformats.org/officeDocument/2006/relationships/image" Target="../media/image294.png"/><Relationship Id="rId98" Type="http://schemas.openxmlformats.org/officeDocument/2006/relationships/customXml" Target="../ink/ink297.xml"/><Relationship Id="rId121" Type="http://schemas.openxmlformats.org/officeDocument/2006/relationships/image" Target="../media/image308.png"/><Relationship Id="rId142" Type="http://schemas.openxmlformats.org/officeDocument/2006/relationships/customXml" Target="../ink/ink319.xml"/><Relationship Id="rId3" Type="http://schemas.openxmlformats.org/officeDocument/2006/relationships/image" Target="../media/image249.png"/><Relationship Id="rId25" Type="http://schemas.openxmlformats.org/officeDocument/2006/relationships/image" Target="../media/image260.png"/><Relationship Id="rId46" Type="http://schemas.openxmlformats.org/officeDocument/2006/relationships/customXml" Target="../ink/ink271.xml"/><Relationship Id="rId67" Type="http://schemas.openxmlformats.org/officeDocument/2006/relationships/image" Target="../media/image281.png"/><Relationship Id="rId116" Type="http://schemas.openxmlformats.org/officeDocument/2006/relationships/customXml" Target="../ink/ink306.xml"/><Relationship Id="rId137" Type="http://schemas.openxmlformats.org/officeDocument/2006/relationships/image" Target="../media/image316.png"/><Relationship Id="rId20" Type="http://schemas.openxmlformats.org/officeDocument/2006/relationships/customXml" Target="../ink/ink258.xml"/><Relationship Id="rId41" Type="http://schemas.openxmlformats.org/officeDocument/2006/relationships/image" Target="../media/image268.png"/><Relationship Id="rId62" Type="http://schemas.openxmlformats.org/officeDocument/2006/relationships/customXml" Target="../ink/ink279.xml"/><Relationship Id="rId83" Type="http://schemas.openxmlformats.org/officeDocument/2006/relationships/image" Target="../media/image289.png"/><Relationship Id="rId88" Type="http://schemas.openxmlformats.org/officeDocument/2006/relationships/customXml" Target="../ink/ink292.xml"/><Relationship Id="rId111" Type="http://schemas.openxmlformats.org/officeDocument/2006/relationships/image" Target="../media/image303.png"/><Relationship Id="rId132" Type="http://schemas.openxmlformats.org/officeDocument/2006/relationships/customXml" Target="../ink/ink314.xml"/><Relationship Id="rId15" Type="http://schemas.openxmlformats.org/officeDocument/2006/relationships/image" Target="../media/image255.png"/><Relationship Id="rId36" Type="http://schemas.openxmlformats.org/officeDocument/2006/relationships/customXml" Target="../ink/ink266.xml"/><Relationship Id="rId57" Type="http://schemas.openxmlformats.org/officeDocument/2006/relationships/image" Target="../media/image276.png"/><Relationship Id="rId106" Type="http://schemas.openxmlformats.org/officeDocument/2006/relationships/customXml" Target="../ink/ink301.xml"/><Relationship Id="rId127" Type="http://schemas.openxmlformats.org/officeDocument/2006/relationships/image" Target="../media/image311.png"/><Relationship Id="rId10" Type="http://schemas.openxmlformats.org/officeDocument/2006/relationships/customXml" Target="../ink/ink253.xml"/><Relationship Id="rId31" Type="http://schemas.openxmlformats.org/officeDocument/2006/relationships/image" Target="../media/image263.png"/><Relationship Id="rId52" Type="http://schemas.openxmlformats.org/officeDocument/2006/relationships/customXml" Target="../ink/ink274.xml"/><Relationship Id="rId73" Type="http://schemas.openxmlformats.org/officeDocument/2006/relationships/image" Target="../media/image284.png"/><Relationship Id="rId78" Type="http://schemas.openxmlformats.org/officeDocument/2006/relationships/customXml" Target="../ink/ink287.xml"/><Relationship Id="rId94" Type="http://schemas.openxmlformats.org/officeDocument/2006/relationships/customXml" Target="../ink/ink295.xml"/><Relationship Id="rId99" Type="http://schemas.openxmlformats.org/officeDocument/2006/relationships/image" Target="../media/image297.png"/><Relationship Id="rId101" Type="http://schemas.openxmlformats.org/officeDocument/2006/relationships/image" Target="../media/image298.png"/><Relationship Id="rId122" Type="http://schemas.openxmlformats.org/officeDocument/2006/relationships/customXml" Target="../ink/ink309.xml"/><Relationship Id="rId143" Type="http://schemas.openxmlformats.org/officeDocument/2006/relationships/image" Target="../media/image319.png"/><Relationship Id="rId148" Type="http://schemas.openxmlformats.org/officeDocument/2006/relationships/customXml" Target="../ink/ink322.xml"/><Relationship Id="rId4" Type="http://schemas.openxmlformats.org/officeDocument/2006/relationships/customXml" Target="../ink/ink250.xml"/><Relationship Id="rId9" Type="http://schemas.openxmlformats.org/officeDocument/2006/relationships/image" Target="../media/image252.png"/><Relationship Id="rId26" Type="http://schemas.openxmlformats.org/officeDocument/2006/relationships/customXml" Target="../ink/ink261.xml"/><Relationship Id="rId47" Type="http://schemas.openxmlformats.org/officeDocument/2006/relationships/image" Target="../media/image271.png"/><Relationship Id="rId68" Type="http://schemas.openxmlformats.org/officeDocument/2006/relationships/customXml" Target="../ink/ink282.xml"/><Relationship Id="rId89" Type="http://schemas.openxmlformats.org/officeDocument/2006/relationships/image" Target="../media/image292.png"/><Relationship Id="rId112" Type="http://schemas.openxmlformats.org/officeDocument/2006/relationships/customXml" Target="../ink/ink304.xml"/><Relationship Id="rId133" Type="http://schemas.openxmlformats.org/officeDocument/2006/relationships/image" Target="../media/image314.png"/><Relationship Id="rId16" Type="http://schemas.openxmlformats.org/officeDocument/2006/relationships/customXml" Target="../ink/ink256.xml"/><Relationship Id="rId37" Type="http://schemas.openxmlformats.org/officeDocument/2006/relationships/image" Target="../media/image266.png"/><Relationship Id="rId58" Type="http://schemas.openxmlformats.org/officeDocument/2006/relationships/customXml" Target="../ink/ink277.xml"/><Relationship Id="rId79" Type="http://schemas.openxmlformats.org/officeDocument/2006/relationships/image" Target="../media/image287.png"/><Relationship Id="rId102" Type="http://schemas.openxmlformats.org/officeDocument/2006/relationships/customXml" Target="../ink/ink299.xml"/><Relationship Id="rId123" Type="http://schemas.openxmlformats.org/officeDocument/2006/relationships/image" Target="../media/image309.png"/><Relationship Id="rId144" Type="http://schemas.openxmlformats.org/officeDocument/2006/relationships/customXml" Target="../ink/ink320.xml"/><Relationship Id="rId90" Type="http://schemas.openxmlformats.org/officeDocument/2006/relationships/customXml" Target="../ink/ink293.xml"/></Relationships>
</file>

<file path=ppt/slides/_rels/slide5.xml.rels><?xml version="1.0" encoding="UTF-8" standalone="yes"?>
<Relationships xmlns="http://schemas.openxmlformats.org/package/2006/relationships"><Relationship Id="rId2" Type="http://schemas.openxmlformats.org/officeDocument/2006/relationships/image" Target="../media/image32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machine-learning/elbow-method-for-optimal-value-of-k-in-kmeans/%22%20target=/" TargetMode="External"/><Relationship Id="rId2" Type="http://schemas.openxmlformats.org/officeDocument/2006/relationships/hyperlink" Target="https://www.geeksforgeeks.org/machine-learning/cross-validation-machine-learning/%22/%20target=/"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25.png"/><Relationship Id="rId2" Type="http://schemas.openxmlformats.org/officeDocument/2006/relationships/image" Target="../media/image32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2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17" Type="http://schemas.openxmlformats.org/officeDocument/2006/relationships/customXml" Target="../ink/ink380.xml"/><Relationship Id="rId21" Type="http://schemas.openxmlformats.org/officeDocument/2006/relationships/customXml" Target="../ink/ink332.xml"/><Relationship Id="rId42" Type="http://schemas.openxmlformats.org/officeDocument/2006/relationships/image" Target="../media/image346.png"/><Relationship Id="rId63" Type="http://schemas.openxmlformats.org/officeDocument/2006/relationships/customXml" Target="../ink/ink353.xml"/><Relationship Id="rId84" Type="http://schemas.openxmlformats.org/officeDocument/2006/relationships/image" Target="../media/image367.png"/><Relationship Id="rId138" Type="http://schemas.openxmlformats.org/officeDocument/2006/relationships/image" Target="../media/image394.png"/><Relationship Id="rId107" Type="http://schemas.openxmlformats.org/officeDocument/2006/relationships/customXml" Target="../ink/ink375.xml"/><Relationship Id="rId11" Type="http://schemas.openxmlformats.org/officeDocument/2006/relationships/customXml" Target="../ink/ink327.xml"/><Relationship Id="rId32" Type="http://schemas.openxmlformats.org/officeDocument/2006/relationships/image" Target="../media/image341.png"/><Relationship Id="rId53" Type="http://schemas.openxmlformats.org/officeDocument/2006/relationships/customXml" Target="../ink/ink348.xml"/><Relationship Id="rId74" Type="http://schemas.openxmlformats.org/officeDocument/2006/relationships/image" Target="../media/image362.png"/><Relationship Id="rId128" Type="http://schemas.openxmlformats.org/officeDocument/2006/relationships/image" Target="../media/image389.png"/><Relationship Id="rId5" Type="http://schemas.openxmlformats.org/officeDocument/2006/relationships/customXml" Target="../ink/ink324.xml"/><Relationship Id="rId90" Type="http://schemas.openxmlformats.org/officeDocument/2006/relationships/image" Target="../media/image370.png"/><Relationship Id="rId95" Type="http://schemas.openxmlformats.org/officeDocument/2006/relationships/customXml" Target="../ink/ink369.xml"/><Relationship Id="rId22" Type="http://schemas.openxmlformats.org/officeDocument/2006/relationships/image" Target="../media/image336.png"/><Relationship Id="rId27" Type="http://schemas.openxmlformats.org/officeDocument/2006/relationships/customXml" Target="../ink/ink335.xml"/><Relationship Id="rId43" Type="http://schemas.openxmlformats.org/officeDocument/2006/relationships/customXml" Target="../ink/ink343.xml"/><Relationship Id="rId48" Type="http://schemas.openxmlformats.org/officeDocument/2006/relationships/image" Target="../media/image349.png"/><Relationship Id="rId64" Type="http://schemas.openxmlformats.org/officeDocument/2006/relationships/image" Target="../media/image357.png"/><Relationship Id="rId69" Type="http://schemas.openxmlformats.org/officeDocument/2006/relationships/customXml" Target="../ink/ink356.xml"/><Relationship Id="rId113" Type="http://schemas.openxmlformats.org/officeDocument/2006/relationships/customXml" Target="../ink/ink378.xml"/><Relationship Id="rId118" Type="http://schemas.openxmlformats.org/officeDocument/2006/relationships/image" Target="../media/image384.png"/><Relationship Id="rId134" Type="http://schemas.openxmlformats.org/officeDocument/2006/relationships/image" Target="../media/image392.png"/><Relationship Id="rId139" Type="http://schemas.openxmlformats.org/officeDocument/2006/relationships/customXml" Target="../ink/ink391.xml"/><Relationship Id="rId80" Type="http://schemas.openxmlformats.org/officeDocument/2006/relationships/image" Target="../media/image365.png"/><Relationship Id="rId85" Type="http://schemas.openxmlformats.org/officeDocument/2006/relationships/customXml" Target="../ink/ink364.xml"/><Relationship Id="rId12" Type="http://schemas.openxmlformats.org/officeDocument/2006/relationships/image" Target="../media/image331.png"/><Relationship Id="rId17" Type="http://schemas.openxmlformats.org/officeDocument/2006/relationships/customXml" Target="../ink/ink330.xml"/><Relationship Id="rId33" Type="http://schemas.openxmlformats.org/officeDocument/2006/relationships/customXml" Target="../ink/ink338.xml"/><Relationship Id="rId38" Type="http://schemas.openxmlformats.org/officeDocument/2006/relationships/image" Target="../media/image344.png"/><Relationship Id="rId59" Type="http://schemas.openxmlformats.org/officeDocument/2006/relationships/customXml" Target="../ink/ink351.xml"/><Relationship Id="rId103" Type="http://schemas.openxmlformats.org/officeDocument/2006/relationships/customXml" Target="../ink/ink373.xml"/><Relationship Id="rId108" Type="http://schemas.openxmlformats.org/officeDocument/2006/relationships/image" Target="../media/image379.png"/><Relationship Id="rId124" Type="http://schemas.openxmlformats.org/officeDocument/2006/relationships/image" Target="../media/image387.png"/><Relationship Id="rId129" Type="http://schemas.openxmlformats.org/officeDocument/2006/relationships/customXml" Target="../ink/ink386.xml"/><Relationship Id="rId54" Type="http://schemas.openxmlformats.org/officeDocument/2006/relationships/image" Target="../media/image352.png"/><Relationship Id="rId70" Type="http://schemas.openxmlformats.org/officeDocument/2006/relationships/image" Target="../media/image360.png"/><Relationship Id="rId75" Type="http://schemas.openxmlformats.org/officeDocument/2006/relationships/customXml" Target="../ink/ink359.xml"/><Relationship Id="rId91" Type="http://schemas.openxmlformats.org/officeDocument/2006/relationships/customXml" Target="../ink/ink367.xml"/><Relationship Id="rId96" Type="http://schemas.openxmlformats.org/officeDocument/2006/relationships/image" Target="../media/image373.png"/><Relationship Id="rId140" Type="http://schemas.openxmlformats.org/officeDocument/2006/relationships/image" Target="../media/image395.png"/><Relationship Id="rId145" Type="http://schemas.openxmlformats.org/officeDocument/2006/relationships/customXml" Target="../ink/ink394.xml"/><Relationship Id="rId1" Type="http://schemas.openxmlformats.org/officeDocument/2006/relationships/slideLayout" Target="../slideLayouts/slideLayout7.xml"/><Relationship Id="rId6" Type="http://schemas.openxmlformats.org/officeDocument/2006/relationships/image" Target="../media/image328.png"/><Relationship Id="rId23" Type="http://schemas.openxmlformats.org/officeDocument/2006/relationships/customXml" Target="../ink/ink333.xml"/><Relationship Id="rId28" Type="http://schemas.openxmlformats.org/officeDocument/2006/relationships/image" Target="../media/image339.png"/><Relationship Id="rId49" Type="http://schemas.openxmlformats.org/officeDocument/2006/relationships/customXml" Target="../ink/ink346.xml"/><Relationship Id="rId114" Type="http://schemas.openxmlformats.org/officeDocument/2006/relationships/image" Target="../media/image382.png"/><Relationship Id="rId119" Type="http://schemas.openxmlformats.org/officeDocument/2006/relationships/customXml" Target="../ink/ink381.xml"/><Relationship Id="rId44" Type="http://schemas.openxmlformats.org/officeDocument/2006/relationships/image" Target="../media/image347.png"/><Relationship Id="rId60" Type="http://schemas.openxmlformats.org/officeDocument/2006/relationships/image" Target="../media/image355.png"/><Relationship Id="rId65" Type="http://schemas.openxmlformats.org/officeDocument/2006/relationships/customXml" Target="../ink/ink354.xml"/><Relationship Id="rId81" Type="http://schemas.openxmlformats.org/officeDocument/2006/relationships/customXml" Target="../ink/ink362.xml"/><Relationship Id="rId86" Type="http://schemas.openxmlformats.org/officeDocument/2006/relationships/image" Target="../media/image368.png"/><Relationship Id="rId130" Type="http://schemas.openxmlformats.org/officeDocument/2006/relationships/image" Target="../media/image390.png"/><Relationship Id="rId135" Type="http://schemas.openxmlformats.org/officeDocument/2006/relationships/customXml" Target="../ink/ink389.xml"/><Relationship Id="rId13" Type="http://schemas.openxmlformats.org/officeDocument/2006/relationships/customXml" Target="../ink/ink328.xml"/><Relationship Id="rId18" Type="http://schemas.openxmlformats.org/officeDocument/2006/relationships/image" Target="../media/image334.png"/><Relationship Id="rId39" Type="http://schemas.openxmlformats.org/officeDocument/2006/relationships/customXml" Target="../ink/ink341.xml"/><Relationship Id="rId109" Type="http://schemas.openxmlformats.org/officeDocument/2006/relationships/customXml" Target="../ink/ink376.xml"/><Relationship Id="rId34" Type="http://schemas.openxmlformats.org/officeDocument/2006/relationships/image" Target="../media/image342.png"/><Relationship Id="rId50" Type="http://schemas.openxmlformats.org/officeDocument/2006/relationships/image" Target="../media/image350.png"/><Relationship Id="rId55" Type="http://schemas.openxmlformats.org/officeDocument/2006/relationships/customXml" Target="../ink/ink349.xml"/><Relationship Id="rId76" Type="http://schemas.openxmlformats.org/officeDocument/2006/relationships/image" Target="../media/image363.png"/><Relationship Id="rId97" Type="http://schemas.openxmlformats.org/officeDocument/2006/relationships/customXml" Target="../ink/ink370.xml"/><Relationship Id="rId104" Type="http://schemas.openxmlformats.org/officeDocument/2006/relationships/image" Target="../media/image377.png"/><Relationship Id="rId120" Type="http://schemas.openxmlformats.org/officeDocument/2006/relationships/image" Target="../media/image385.png"/><Relationship Id="rId125" Type="http://schemas.openxmlformats.org/officeDocument/2006/relationships/customXml" Target="../ink/ink384.xml"/><Relationship Id="rId141" Type="http://schemas.openxmlformats.org/officeDocument/2006/relationships/customXml" Target="../ink/ink392.xml"/><Relationship Id="rId146" Type="http://schemas.openxmlformats.org/officeDocument/2006/relationships/image" Target="../media/image398.png"/><Relationship Id="rId7" Type="http://schemas.openxmlformats.org/officeDocument/2006/relationships/customXml" Target="../ink/ink325.xml"/><Relationship Id="rId71" Type="http://schemas.openxmlformats.org/officeDocument/2006/relationships/customXml" Target="../ink/ink357.xml"/><Relationship Id="rId92" Type="http://schemas.openxmlformats.org/officeDocument/2006/relationships/image" Target="../media/image371.png"/><Relationship Id="rId2" Type="http://schemas.openxmlformats.org/officeDocument/2006/relationships/image" Target="../media/image325.png"/><Relationship Id="rId29" Type="http://schemas.openxmlformats.org/officeDocument/2006/relationships/customXml" Target="../ink/ink336.xml"/><Relationship Id="rId24" Type="http://schemas.openxmlformats.org/officeDocument/2006/relationships/image" Target="../media/image337.png"/><Relationship Id="rId40" Type="http://schemas.openxmlformats.org/officeDocument/2006/relationships/image" Target="../media/image345.png"/><Relationship Id="rId45" Type="http://schemas.openxmlformats.org/officeDocument/2006/relationships/customXml" Target="../ink/ink344.xml"/><Relationship Id="rId66" Type="http://schemas.openxmlformats.org/officeDocument/2006/relationships/image" Target="../media/image358.png"/><Relationship Id="rId87" Type="http://schemas.openxmlformats.org/officeDocument/2006/relationships/customXml" Target="../ink/ink365.xml"/><Relationship Id="rId110" Type="http://schemas.openxmlformats.org/officeDocument/2006/relationships/image" Target="../media/image380.png"/><Relationship Id="rId115" Type="http://schemas.openxmlformats.org/officeDocument/2006/relationships/customXml" Target="../ink/ink379.xml"/><Relationship Id="rId131" Type="http://schemas.openxmlformats.org/officeDocument/2006/relationships/customXml" Target="../ink/ink387.xml"/><Relationship Id="rId136" Type="http://schemas.openxmlformats.org/officeDocument/2006/relationships/image" Target="../media/image393.png"/><Relationship Id="rId61" Type="http://schemas.openxmlformats.org/officeDocument/2006/relationships/customXml" Target="../ink/ink352.xml"/><Relationship Id="rId82" Type="http://schemas.openxmlformats.org/officeDocument/2006/relationships/image" Target="../media/image366.png"/><Relationship Id="rId19" Type="http://schemas.openxmlformats.org/officeDocument/2006/relationships/customXml" Target="../ink/ink331.xml"/><Relationship Id="rId14" Type="http://schemas.openxmlformats.org/officeDocument/2006/relationships/image" Target="../media/image332.png"/><Relationship Id="rId30" Type="http://schemas.openxmlformats.org/officeDocument/2006/relationships/image" Target="../media/image340.png"/><Relationship Id="rId35" Type="http://schemas.openxmlformats.org/officeDocument/2006/relationships/customXml" Target="../ink/ink339.xml"/><Relationship Id="rId56" Type="http://schemas.openxmlformats.org/officeDocument/2006/relationships/image" Target="../media/image353.png"/><Relationship Id="rId77" Type="http://schemas.openxmlformats.org/officeDocument/2006/relationships/customXml" Target="../ink/ink360.xml"/><Relationship Id="rId100" Type="http://schemas.openxmlformats.org/officeDocument/2006/relationships/image" Target="../media/image375.png"/><Relationship Id="rId105" Type="http://schemas.openxmlformats.org/officeDocument/2006/relationships/customXml" Target="../ink/ink374.xml"/><Relationship Id="rId126" Type="http://schemas.openxmlformats.org/officeDocument/2006/relationships/image" Target="../media/image388.png"/><Relationship Id="rId8" Type="http://schemas.openxmlformats.org/officeDocument/2006/relationships/image" Target="../media/image329.png"/><Relationship Id="rId51" Type="http://schemas.openxmlformats.org/officeDocument/2006/relationships/customXml" Target="../ink/ink347.xml"/><Relationship Id="rId72" Type="http://schemas.openxmlformats.org/officeDocument/2006/relationships/image" Target="../media/image361.png"/><Relationship Id="rId93" Type="http://schemas.openxmlformats.org/officeDocument/2006/relationships/customXml" Target="../ink/ink368.xml"/><Relationship Id="rId98" Type="http://schemas.openxmlformats.org/officeDocument/2006/relationships/image" Target="../media/image374.png"/><Relationship Id="rId121" Type="http://schemas.openxmlformats.org/officeDocument/2006/relationships/customXml" Target="../ink/ink382.xml"/><Relationship Id="rId142" Type="http://schemas.openxmlformats.org/officeDocument/2006/relationships/image" Target="../media/image396.png"/><Relationship Id="rId3" Type="http://schemas.openxmlformats.org/officeDocument/2006/relationships/customXml" Target="../ink/ink323.xml"/><Relationship Id="rId25" Type="http://schemas.openxmlformats.org/officeDocument/2006/relationships/customXml" Target="../ink/ink334.xml"/><Relationship Id="rId46" Type="http://schemas.openxmlformats.org/officeDocument/2006/relationships/image" Target="../media/image348.png"/><Relationship Id="rId67" Type="http://schemas.openxmlformats.org/officeDocument/2006/relationships/customXml" Target="../ink/ink355.xml"/><Relationship Id="rId116" Type="http://schemas.openxmlformats.org/officeDocument/2006/relationships/image" Target="../media/image383.png"/><Relationship Id="rId137" Type="http://schemas.openxmlformats.org/officeDocument/2006/relationships/customXml" Target="../ink/ink390.xml"/><Relationship Id="rId20" Type="http://schemas.openxmlformats.org/officeDocument/2006/relationships/image" Target="../media/image335.png"/><Relationship Id="rId41" Type="http://schemas.openxmlformats.org/officeDocument/2006/relationships/customXml" Target="../ink/ink342.xml"/><Relationship Id="rId62" Type="http://schemas.openxmlformats.org/officeDocument/2006/relationships/image" Target="../media/image356.png"/><Relationship Id="rId83" Type="http://schemas.openxmlformats.org/officeDocument/2006/relationships/customXml" Target="../ink/ink363.xml"/><Relationship Id="rId88" Type="http://schemas.openxmlformats.org/officeDocument/2006/relationships/image" Target="../media/image369.png"/><Relationship Id="rId111" Type="http://schemas.openxmlformats.org/officeDocument/2006/relationships/customXml" Target="../ink/ink377.xml"/><Relationship Id="rId132" Type="http://schemas.openxmlformats.org/officeDocument/2006/relationships/image" Target="../media/image391.png"/><Relationship Id="rId15" Type="http://schemas.openxmlformats.org/officeDocument/2006/relationships/customXml" Target="../ink/ink329.xml"/><Relationship Id="rId36" Type="http://schemas.openxmlformats.org/officeDocument/2006/relationships/image" Target="../media/image343.png"/><Relationship Id="rId57" Type="http://schemas.openxmlformats.org/officeDocument/2006/relationships/customXml" Target="../ink/ink350.xml"/><Relationship Id="rId106" Type="http://schemas.openxmlformats.org/officeDocument/2006/relationships/image" Target="../media/image378.png"/><Relationship Id="rId127" Type="http://schemas.openxmlformats.org/officeDocument/2006/relationships/customXml" Target="../ink/ink385.xml"/><Relationship Id="rId10" Type="http://schemas.openxmlformats.org/officeDocument/2006/relationships/image" Target="../media/image330.png"/><Relationship Id="rId31" Type="http://schemas.openxmlformats.org/officeDocument/2006/relationships/customXml" Target="../ink/ink337.xml"/><Relationship Id="rId52" Type="http://schemas.openxmlformats.org/officeDocument/2006/relationships/image" Target="../media/image351.png"/><Relationship Id="rId73" Type="http://schemas.openxmlformats.org/officeDocument/2006/relationships/customXml" Target="../ink/ink358.xml"/><Relationship Id="rId78" Type="http://schemas.openxmlformats.org/officeDocument/2006/relationships/image" Target="../media/image364.png"/><Relationship Id="rId94" Type="http://schemas.openxmlformats.org/officeDocument/2006/relationships/image" Target="../media/image372.png"/><Relationship Id="rId99" Type="http://schemas.openxmlformats.org/officeDocument/2006/relationships/customXml" Target="../ink/ink371.xml"/><Relationship Id="rId101" Type="http://schemas.openxmlformats.org/officeDocument/2006/relationships/customXml" Target="../ink/ink372.xml"/><Relationship Id="rId122" Type="http://schemas.openxmlformats.org/officeDocument/2006/relationships/image" Target="../media/image386.png"/><Relationship Id="rId143" Type="http://schemas.openxmlformats.org/officeDocument/2006/relationships/customXml" Target="../ink/ink393.xml"/><Relationship Id="rId4" Type="http://schemas.openxmlformats.org/officeDocument/2006/relationships/image" Target="../media/image327.png"/><Relationship Id="rId9" Type="http://schemas.openxmlformats.org/officeDocument/2006/relationships/customXml" Target="../ink/ink326.xml"/><Relationship Id="rId26" Type="http://schemas.openxmlformats.org/officeDocument/2006/relationships/image" Target="../media/image338.png"/><Relationship Id="rId47" Type="http://schemas.openxmlformats.org/officeDocument/2006/relationships/customXml" Target="../ink/ink345.xml"/><Relationship Id="rId68" Type="http://schemas.openxmlformats.org/officeDocument/2006/relationships/image" Target="../media/image359.png"/><Relationship Id="rId89" Type="http://schemas.openxmlformats.org/officeDocument/2006/relationships/customXml" Target="../ink/ink366.xml"/><Relationship Id="rId112" Type="http://schemas.openxmlformats.org/officeDocument/2006/relationships/image" Target="../media/image381.png"/><Relationship Id="rId133" Type="http://schemas.openxmlformats.org/officeDocument/2006/relationships/customXml" Target="../ink/ink388.xml"/><Relationship Id="rId16" Type="http://schemas.openxmlformats.org/officeDocument/2006/relationships/image" Target="../media/image333.png"/><Relationship Id="rId37" Type="http://schemas.openxmlformats.org/officeDocument/2006/relationships/customXml" Target="../ink/ink340.xml"/><Relationship Id="rId58" Type="http://schemas.openxmlformats.org/officeDocument/2006/relationships/image" Target="../media/image354.png"/><Relationship Id="rId79" Type="http://schemas.openxmlformats.org/officeDocument/2006/relationships/customXml" Target="../ink/ink361.xml"/><Relationship Id="rId102" Type="http://schemas.openxmlformats.org/officeDocument/2006/relationships/image" Target="../media/image376.png"/><Relationship Id="rId123" Type="http://schemas.openxmlformats.org/officeDocument/2006/relationships/customXml" Target="../ink/ink383.xml"/><Relationship Id="rId144" Type="http://schemas.openxmlformats.org/officeDocument/2006/relationships/image" Target="../media/image397.png"/></Relationships>
</file>

<file path=ppt/slides/_rels/slide11.xml.rels><?xml version="1.0" encoding="UTF-8" standalone="yes"?>
<Relationships xmlns="http://schemas.openxmlformats.org/package/2006/relationships"><Relationship Id="rId117" Type="http://schemas.openxmlformats.org/officeDocument/2006/relationships/image" Target="../media/image456.png"/><Relationship Id="rId21" Type="http://schemas.openxmlformats.org/officeDocument/2006/relationships/image" Target="../media/image408.png"/><Relationship Id="rId42" Type="http://schemas.openxmlformats.org/officeDocument/2006/relationships/customXml" Target="../ink/ink415.xml"/><Relationship Id="rId63" Type="http://schemas.openxmlformats.org/officeDocument/2006/relationships/image" Target="../media/image429.png"/><Relationship Id="rId84" Type="http://schemas.openxmlformats.org/officeDocument/2006/relationships/customXml" Target="../ink/ink436.xml"/><Relationship Id="rId138" Type="http://schemas.openxmlformats.org/officeDocument/2006/relationships/customXml" Target="../ink/ink463.xml"/><Relationship Id="rId159" Type="http://schemas.openxmlformats.org/officeDocument/2006/relationships/image" Target="../media/image477.png"/><Relationship Id="rId170" Type="http://schemas.openxmlformats.org/officeDocument/2006/relationships/customXml" Target="../ink/ink479.xml"/><Relationship Id="rId191" Type="http://schemas.openxmlformats.org/officeDocument/2006/relationships/image" Target="../media/image493.png"/><Relationship Id="rId205" Type="http://schemas.openxmlformats.org/officeDocument/2006/relationships/image" Target="../media/image500.png"/><Relationship Id="rId107" Type="http://schemas.openxmlformats.org/officeDocument/2006/relationships/image" Target="../media/image451.png"/><Relationship Id="rId11" Type="http://schemas.openxmlformats.org/officeDocument/2006/relationships/image" Target="../media/image403.png"/><Relationship Id="rId32" Type="http://schemas.openxmlformats.org/officeDocument/2006/relationships/customXml" Target="../ink/ink410.xml"/><Relationship Id="rId53" Type="http://schemas.openxmlformats.org/officeDocument/2006/relationships/image" Target="../media/image424.png"/><Relationship Id="rId74" Type="http://schemas.openxmlformats.org/officeDocument/2006/relationships/customXml" Target="../ink/ink431.xml"/><Relationship Id="rId128" Type="http://schemas.openxmlformats.org/officeDocument/2006/relationships/customXml" Target="../ink/ink458.xml"/><Relationship Id="rId149" Type="http://schemas.openxmlformats.org/officeDocument/2006/relationships/image" Target="../media/image472.png"/><Relationship Id="rId5" Type="http://schemas.openxmlformats.org/officeDocument/2006/relationships/image" Target="../media/image400.png"/><Relationship Id="rId95" Type="http://schemas.openxmlformats.org/officeDocument/2006/relationships/image" Target="../media/image445.png"/><Relationship Id="rId160" Type="http://schemas.openxmlformats.org/officeDocument/2006/relationships/customXml" Target="../ink/ink474.xml"/><Relationship Id="rId181" Type="http://schemas.openxmlformats.org/officeDocument/2006/relationships/image" Target="../media/image488.png"/><Relationship Id="rId216" Type="http://schemas.openxmlformats.org/officeDocument/2006/relationships/customXml" Target="../ink/ink502.xml"/><Relationship Id="rId22" Type="http://schemas.openxmlformats.org/officeDocument/2006/relationships/customXml" Target="../ink/ink405.xml"/><Relationship Id="rId43" Type="http://schemas.openxmlformats.org/officeDocument/2006/relationships/image" Target="../media/image419.png"/><Relationship Id="rId64" Type="http://schemas.openxmlformats.org/officeDocument/2006/relationships/customXml" Target="../ink/ink426.xml"/><Relationship Id="rId118" Type="http://schemas.openxmlformats.org/officeDocument/2006/relationships/customXml" Target="../ink/ink453.xml"/><Relationship Id="rId139" Type="http://schemas.openxmlformats.org/officeDocument/2006/relationships/image" Target="../media/image467.png"/><Relationship Id="rId85" Type="http://schemas.openxmlformats.org/officeDocument/2006/relationships/image" Target="../media/image440.png"/><Relationship Id="rId150" Type="http://schemas.openxmlformats.org/officeDocument/2006/relationships/customXml" Target="../ink/ink469.xml"/><Relationship Id="rId171" Type="http://schemas.openxmlformats.org/officeDocument/2006/relationships/image" Target="../media/image483.png"/><Relationship Id="rId192" Type="http://schemas.openxmlformats.org/officeDocument/2006/relationships/customXml" Target="../ink/ink490.xml"/><Relationship Id="rId206" Type="http://schemas.openxmlformats.org/officeDocument/2006/relationships/customXml" Target="../ink/ink497.xml"/><Relationship Id="rId12" Type="http://schemas.openxmlformats.org/officeDocument/2006/relationships/customXml" Target="../ink/ink400.xml"/><Relationship Id="rId33" Type="http://schemas.openxmlformats.org/officeDocument/2006/relationships/image" Target="../media/image414.png"/><Relationship Id="rId108" Type="http://schemas.openxmlformats.org/officeDocument/2006/relationships/customXml" Target="../ink/ink448.xml"/><Relationship Id="rId129" Type="http://schemas.openxmlformats.org/officeDocument/2006/relationships/image" Target="../media/image462.png"/><Relationship Id="rId54" Type="http://schemas.openxmlformats.org/officeDocument/2006/relationships/customXml" Target="../ink/ink421.xml"/><Relationship Id="rId75" Type="http://schemas.openxmlformats.org/officeDocument/2006/relationships/image" Target="../media/image435.png"/><Relationship Id="rId96" Type="http://schemas.openxmlformats.org/officeDocument/2006/relationships/customXml" Target="../ink/ink442.xml"/><Relationship Id="rId140" Type="http://schemas.openxmlformats.org/officeDocument/2006/relationships/customXml" Target="../ink/ink464.xml"/><Relationship Id="rId161" Type="http://schemas.openxmlformats.org/officeDocument/2006/relationships/image" Target="../media/image478.png"/><Relationship Id="rId182" Type="http://schemas.openxmlformats.org/officeDocument/2006/relationships/customXml" Target="../ink/ink485.xml"/><Relationship Id="rId217" Type="http://schemas.openxmlformats.org/officeDocument/2006/relationships/image" Target="../media/image506.png"/><Relationship Id="rId6" Type="http://schemas.openxmlformats.org/officeDocument/2006/relationships/customXml" Target="../ink/ink397.xml"/><Relationship Id="rId23" Type="http://schemas.openxmlformats.org/officeDocument/2006/relationships/image" Target="../media/image409.png"/><Relationship Id="rId119" Type="http://schemas.openxmlformats.org/officeDocument/2006/relationships/image" Target="../media/image457.png"/><Relationship Id="rId44" Type="http://schemas.openxmlformats.org/officeDocument/2006/relationships/customXml" Target="../ink/ink416.xml"/><Relationship Id="rId65" Type="http://schemas.openxmlformats.org/officeDocument/2006/relationships/image" Target="../media/image430.png"/><Relationship Id="rId86" Type="http://schemas.openxmlformats.org/officeDocument/2006/relationships/customXml" Target="../ink/ink437.xml"/><Relationship Id="rId130" Type="http://schemas.openxmlformats.org/officeDocument/2006/relationships/customXml" Target="../ink/ink459.xml"/><Relationship Id="rId151" Type="http://schemas.openxmlformats.org/officeDocument/2006/relationships/image" Target="../media/image473.png"/><Relationship Id="rId172" Type="http://schemas.openxmlformats.org/officeDocument/2006/relationships/customXml" Target="../ink/ink480.xml"/><Relationship Id="rId193" Type="http://schemas.openxmlformats.org/officeDocument/2006/relationships/image" Target="../media/image494.png"/><Relationship Id="rId207" Type="http://schemas.openxmlformats.org/officeDocument/2006/relationships/image" Target="../media/image501.png"/><Relationship Id="rId13" Type="http://schemas.openxmlformats.org/officeDocument/2006/relationships/image" Target="../media/image404.png"/><Relationship Id="rId109" Type="http://schemas.openxmlformats.org/officeDocument/2006/relationships/image" Target="../media/image452.png"/><Relationship Id="rId34" Type="http://schemas.openxmlformats.org/officeDocument/2006/relationships/customXml" Target="../ink/ink411.xml"/><Relationship Id="rId55" Type="http://schemas.openxmlformats.org/officeDocument/2006/relationships/image" Target="../media/image425.png"/><Relationship Id="rId76" Type="http://schemas.openxmlformats.org/officeDocument/2006/relationships/customXml" Target="../ink/ink432.xml"/><Relationship Id="rId97" Type="http://schemas.openxmlformats.org/officeDocument/2006/relationships/image" Target="../media/image446.png"/><Relationship Id="rId120" Type="http://schemas.openxmlformats.org/officeDocument/2006/relationships/customXml" Target="../ink/ink454.xml"/><Relationship Id="rId141" Type="http://schemas.openxmlformats.org/officeDocument/2006/relationships/image" Target="../media/image468.png"/><Relationship Id="rId7" Type="http://schemas.openxmlformats.org/officeDocument/2006/relationships/image" Target="../media/image401.png"/><Relationship Id="rId162" Type="http://schemas.openxmlformats.org/officeDocument/2006/relationships/customXml" Target="../ink/ink475.xml"/><Relationship Id="rId183" Type="http://schemas.openxmlformats.org/officeDocument/2006/relationships/image" Target="../media/image489.png"/><Relationship Id="rId218" Type="http://schemas.openxmlformats.org/officeDocument/2006/relationships/customXml" Target="../ink/ink503.xml"/><Relationship Id="rId24" Type="http://schemas.openxmlformats.org/officeDocument/2006/relationships/customXml" Target="../ink/ink406.xml"/><Relationship Id="rId45" Type="http://schemas.openxmlformats.org/officeDocument/2006/relationships/image" Target="../media/image420.png"/><Relationship Id="rId66" Type="http://schemas.openxmlformats.org/officeDocument/2006/relationships/customXml" Target="../ink/ink427.xml"/><Relationship Id="rId87" Type="http://schemas.openxmlformats.org/officeDocument/2006/relationships/image" Target="../media/image441.png"/><Relationship Id="rId110" Type="http://schemas.openxmlformats.org/officeDocument/2006/relationships/customXml" Target="../ink/ink449.xml"/><Relationship Id="rId131" Type="http://schemas.openxmlformats.org/officeDocument/2006/relationships/image" Target="../media/image463.png"/><Relationship Id="rId152" Type="http://schemas.openxmlformats.org/officeDocument/2006/relationships/customXml" Target="../ink/ink470.xml"/><Relationship Id="rId173" Type="http://schemas.openxmlformats.org/officeDocument/2006/relationships/image" Target="../media/image484.png"/><Relationship Id="rId194" Type="http://schemas.openxmlformats.org/officeDocument/2006/relationships/customXml" Target="../ink/ink491.xml"/><Relationship Id="rId208" Type="http://schemas.openxmlformats.org/officeDocument/2006/relationships/customXml" Target="../ink/ink498.xml"/><Relationship Id="rId14" Type="http://schemas.openxmlformats.org/officeDocument/2006/relationships/customXml" Target="../ink/ink401.xml"/><Relationship Id="rId35" Type="http://schemas.openxmlformats.org/officeDocument/2006/relationships/image" Target="../media/image415.png"/><Relationship Id="rId56" Type="http://schemas.openxmlformats.org/officeDocument/2006/relationships/customXml" Target="../ink/ink422.xml"/><Relationship Id="rId77" Type="http://schemas.openxmlformats.org/officeDocument/2006/relationships/image" Target="../media/image436.png"/><Relationship Id="rId100" Type="http://schemas.openxmlformats.org/officeDocument/2006/relationships/customXml" Target="../ink/ink444.xml"/><Relationship Id="rId8" Type="http://schemas.openxmlformats.org/officeDocument/2006/relationships/customXml" Target="../ink/ink398.xml"/><Relationship Id="rId51" Type="http://schemas.openxmlformats.org/officeDocument/2006/relationships/image" Target="../media/image423.png"/><Relationship Id="rId72" Type="http://schemas.openxmlformats.org/officeDocument/2006/relationships/customXml" Target="../ink/ink430.xml"/><Relationship Id="rId93" Type="http://schemas.openxmlformats.org/officeDocument/2006/relationships/image" Target="../media/image444.png"/><Relationship Id="rId98" Type="http://schemas.openxmlformats.org/officeDocument/2006/relationships/customXml" Target="../ink/ink443.xml"/><Relationship Id="rId121" Type="http://schemas.openxmlformats.org/officeDocument/2006/relationships/image" Target="../media/image458.png"/><Relationship Id="rId142" Type="http://schemas.openxmlformats.org/officeDocument/2006/relationships/customXml" Target="../ink/ink465.xml"/><Relationship Id="rId163" Type="http://schemas.openxmlformats.org/officeDocument/2006/relationships/image" Target="../media/image479.png"/><Relationship Id="rId184" Type="http://schemas.openxmlformats.org/officeDocument/2006/relationships/customXml" Target="../ink/ink486.xml"/><Relationship Id="rId189" Type="http://schemas.openxmlformats.org/officeDocument/2006/relationships/image" Target="../media/image492.png"/><Relationship Id="rId219" Type="http://schemas.openxmlformats.org/officeDocument/2006/relationships/image" Target="../media/image507.png"/><Relationship Id="rId3" Type="http://schemas.openxmlformats.org/officeDocument/2006/relationships/image" Target="../media/image399.png"/><Relationship Id="rId214" Type="http://schemas.openxmlformats.org/officeDocument/2006/relationships/customXml" Target="../ink/ink501.xml"/><Relationship Id="rId25" Type="http://schemas.openxmlformats.org/officeDocument/2006/relationships/image" Target="../media/image410.png"/><Relationship Id="rId46" Type="http://schemas.openxmlformats.org/officeDocument/2006/relationships/customXml" Target="../ink/ink417.xml"/><Relationship Id="rId67" Type="http://schemas.openxmlformats.org/officeDocument/2006/relationships/image" Target="../media/image431.png"/><Relationship Id="rId116" Type="http://schemas.openxmlformats.org/officeDocument/2006/relationships/customXml" Target="../ink/ink452.xml"/><Relationship Id="rId137" Type="http://schemas.openxmlformats.org/officeDocument/2006/relationships/image" Target="../media/image466.png"/><Relationship Id="rId158" Type="http://schemas.openxmlformats.org/officeDocument/2006/relationships/customXml" Target="../ink/ink473.xml"/><Relationship Id="rId20" Type="http://schemas.openxmlformats.org/officeDocument/2006/relationships/customXml" Target="../ink/ink404.xml"/><Relationship Id="rId41" Type="http://schemas.openxmlformats.org/officeDocument/2006/relationships/image" Target="../media/image418.png"/><Relationship Id="rId62" Type="http://schemas.openxmlformats.org/officeDocument/2006/relationships/customXml" Target="../ink/ink425.xml"/><Relationship Id="rId83" Type="http://schemas.openxmlformats.org/officeDocument/2006/relationships/image" Target="../media/image439.png"/><Relationship Id="rId88" Type="http://schemas.openxmlformats.org/officeDocument/2006/relationships/customXml" Target="../ink/ink438.xml"/><Relationship Id="rId111" Type="http://schemas.openxmlformats.org/officeDocument/2006/relationships/image" Target="../media/image453.png"/><Relationship Id="rId132" Type="http://schemas.openxmlformats.org/officeDocument/2006/relationships/customXml" Target="../ink/ink460.xml"/><Relationship Id="rId153" Type="http://schemas.openxmlformats.org/officeDocument/2006/relationships/image" Target="../media/image474.png"/><Relationship Id="rId174" Type="http://schemas.openxmlformats.org/officeDocument/2006/relationships/customXml" Target="../ink/ink481.xml"/><Relationship Id="rId179" Type="http://schemas.openxmlformats.org/officeDocument/2006/relationships/image" Target="../media/image487.png"/><Relationship Id="rId195" Type="http://schemas.openxmlformats.org/officeDocument/2006/relationships/image" Target="../media/image495.png"/><Relationship Id="rId209" Type="http://schemas.openxmlformats.org/officeDocument/2006/relationships/image" Target="../media/image502.png"/><Relationship Id="rId190" Type="http://schemas.openxmlformats.org/officeDocument/2006/relationships/customXml" Target="../ink/ink489.xml"/><Relationship Id="rId204" Type="http://schemas.openxmlformats.org/officeDocument/2006/relationships/customXml" Target="../ink/ink496.xml"/><Relationship Id="rId220" Type="http://schemas.openxmlformats.org/officeDocument/2006/relationships/customXml" Target="../ink/ink504.xml"/><Relationship Id="rId15" Type="http://schemas.openxmlformats.org/officeDocument/2006/relationships/image" Target="../media/image405.png"/><Relationship Id="rId36" Type="http://schemas.openxmlformats.org/officeDocument/2006/relationships/customXml" Target="../ink/ink412.xml"/><Relationship Id="rId57" Type="http://schemas.openxmlformats.org/officeDocument/2006/relationships/image" Target="../media/image426.png"/><Relationship Id="rId106" Type="http://schemas.openxmlformats.org/officeDocument/2006/relationships/customXml" Target="../ink/ink447.xml"/><Relationship Id="rId127" Type="http://schemas.openxmlformats.org/officeDocument/2006/relationships/image" Target="../media/image461.png"/><Relationship Id="rId10" Type="http://schemas.openxmlformats.org/officeDocument/2006/relationships/customXml" Target="../ink/ink399.xml"/><Relationship Id="rId31" Type="http://schemas.openxmlformats.org/officeDocument/2006/relationships/image" Target="../media/image413.png"/><Relationship Id="rId52" Type="http://schemas.openxmlformats.org/officeDocument/2006/relationships/customXml" Target="../ink/ink420.xml"/><Relationship Id="rId73" Type="http://schemas.openxmlformats.org/officeDocument/2006/relationships/image" Target="../media/image434.png"/><Relationship Id="rId78" Type="http://schemas.openxmlformats.org/officeDocument/2006/relationships/customXml" Target="../ink/ink433.xml"/><Relationship Id="rId94" Type="http://schemas.openxmlformats.org/officeDocument/2006/relationships/customXml" Target="../ink/ink441.xml"/><Relationship Id="rId99" Type="http://schemas.openxmlformats.org/officeDocument/2006/relationships/image" Target="../media/image447.png"/><Relationship Id="rId101" Type="http://schemas.openxmlformats.org/officeDocument/2006/relationships/image" Target="../media/image448.png"/><Relationship Id="rId122" Type="http://schemas.openxmlformats.org/officeDocument/2006/relationships/customXml" Target="../ink/ink455.xml"/><Relationship Id="rId143" Type="http://schemas.openxmlformats.org/officeDocument/2006/relationships/image" Target="../media/image469.png"/><Relationship Id="rId148" Type="http://schemas.openxmlformats.org/officeDocument/2006/relationships/customXml" Target="../ink/ink468.xml"/><Relationship Id="rId164" Type="http://schemas.openxmlformats.org/officeDocument/2006/relationships/customXml" Target="../ink/ink476.xml"/><Relationship Id="rId169" Type="http://schemas.openxmlformats.org/officeDocument/2006/relationships/image" Target="../media/image482.png"/><Relationship Id="rId185" Type="http://schemas.openxmlformats.org/officeDocument/2006/relationships/image" Target="../media/image490.png"/><Relationship Id="rId4" Type="http://schemas.openxmlformats.org/officeDocument/2006/relationships/customXml" Target="../ink/ink396.xml"/><Relationship Id="rId9" Type="http://schemas.openxmlformats.org/officeDocument/2006/relationships/image" Target="../media/image402.png"/><Relationship Id="rId180" Type="http://schemas.openxmlformats.org/officeDocument/2006/relationships/customXml" Target="../ink/ink484.xml"/><Relationship Id="rId210" Type="http://schemas.openxmlformats.org/officeDocument/2006/relationships/customXml" Target="../ink/ink499.xml"/><Relationship Id="rId215" Type="http://schemas.openxmlformats.org/officeDocument/2006/relationships/image" Target="../media/image505.png"/><Relationship Id="rId26" Type="http://schemas.openxmlformats.org/officeDocument/2006/relationships/customXml" Target="../ink/ink407.xml"/><Relationship Id="rId47" Type="http://schemas.openxmlformats.org/officeDocument/2006/relationships/image" Target="../media/image421.png"/><Relationship Id="rId68" Type="http://schemas.openxmlformats.org/officeDocument/2006/relationships/customXml" Target="../ink/ink428.xml"/><Relationship Id="rId89" Type="http://schemas.openxmlformats.org/officeDocument/2006/relationships/image" Target="../media/image442.png"/><Relationship Id="rId112" Type="http://schemas.openxmlformats.org/officeDocument/2006/relationships/customXml" Target="../ink/ink450.xml"/><Relationship Id="rId133" Type="http://schemas.openxmlformats.org/officeDocument/2006/relationships/image" Target="../media/image464.png"/><Relationship Id="rId154" Type="http://schemas.openxmlformats.org/officeDocument/2006/relationships/customXml" Target="../ink/ink471.xml"/><Relationship Id="rId175" Type="http://schemas.openxmlformats.org/officeDocument/2006/relationships/image" Target="../media/image485.png"/><Relationship Id="rId196" Type="http://schemas.openxmlformats.org/officeDocument/2006/relationships/customXml" Target="../ink/ink492.xml"/><Relationship Id="rId200" Type="http://schemas.openxmlformats.org/officeDocument/2006/relationships/customXml" Target="../ink/ink494.xml"/><Relationship Id="rId16" Type="http://schemas.openxmlformats.org/officeDocument/2006/relationships/customXml" Target="../ink/ink402.xml"/><Relationship Id="rId221" Type="http://schemas.openxmlformats.org/officeDocument/2006/relationships/image" Target="../media/image508.png"/><Relationship Id="rId37" Type="http://schemas.openxmlformats.org/officeDocument/2006/relationships/image" Target="../media/image416.png"/><Relationship Id="rId58" Type="http://schemas.openxmlformats.org/officeDocument/2006/relationships/customXml" Target="../ink/ink423.xml"/><Relationship Id="rId79" Type="http://schemas.openxmlformats.org/officeDocument/2006/relationships/image" Target="../media/image437.png"/><Relationship Id="rId102" Type="http://schemas.openxmlformats.org/officeDocument/2006/relationships/customXml" Target="../ink/ink445.xml"/><Relationship Id="rId123" Type="http://schemas.openxmlformats.org/officeDocument/2006/relationships/image" Target="../media/image459.png"/><Relationship Id="rId144" Type="http://schemas.openxmlformats.org/officeDocument/2006/relationships/customXml" Target="../ink/ink466.xml"/><Relationship Id="rId90" Type="http://schemas.openxmlformats.org/officeDocument/2006/relationships/customXml" Target="../ink/ink439.xml"/><Relationship Id="rId165" Type="http://schemas.openxmlformats.org/officeDocument/2006/relationships/image" Target="../media/image480.png"/><Relationship Id="rId186" Type="http://schemas.openxmlformats.org/officeDocument/2006/relationships/customXml" Target="../ink/ink487.xml"/><Relationship Id="rId211" Type="http://schemas.openxmlformats.org/officeDocument/2006/relationships/image" Target="../media/image503.png"/><Relationship Id="rId27" Type="http://schemas.openxmlformats.org/officeDocument/2006/relationships/image" Target="../media/image411.png"/><Relationship Id="rId48" Type="http://schemas.openxmlformats.org/officeDocument/2006/relationships/customXml" Target="../ink/ink418.xml"/><Relationship Id="rId69" Type="http://schemas.openxmlformats.org/officeDocument/2006/relationships/image" Target="../media/image432.png"/><Relationship Id="rId113" Type="http://schemas.openxmlformats.org/officeDocument/2006/relationships/image" Target="../media/image454.png"/><Relationship Id="rId134" Type="http://schemas.openxmlformats.org/officeDocument/2006/relationships/customXml" Target="../ink/ink461.xml"/><Relationship Id="rId80" Type="http://schemas.openxmlformats.org/officeDocument/2006/relationships/customXml" Target="../ink/ink434.xml"/><Relationship Id="rId155" Type="http://schemas.openxmlformats.org/officeDocument/2006/relationships/image" Target="../media/image475.png"/><Relationship Id="rId176" Type="http://schemas.openxmlformats.org/officeDocument/2006/relationships/customXml" Target="../ink/ink482.xml"/><Relationship Id="rId197" Type="http://schemas.openxmlformats.org/officeDocument/2006/relationships/image" Target="../media/image496.png"/><Relationship Id="rId201" Type="http://schemas.openxmlformats.org/officeDocument/2006/relationships/image" Target="../media/image498.png"/><Relationship Id="rId17" Type="http://schemas.openxmlformats.org/officeDocument/2006/relationships/image" Target="../media/image406.png"/><Relationship Id="rId38" Type="http://schemas.openxmlformats.org/officeDocument/2006/relationships/customXml" Target="../ink/ink413.xml"/><Relationship Id="rId59" Type="http://schemas.openxmlformats.org/officeDocument/2006/relationships/image" Target="../media/image427.png"/><Relationship Id="rId103" Type="http://schemas.openxmlformats.org/officeDocument/2006/relationships/image" Target="../media/image449.png"/><Relationship Id="rId124" Type="http://schemas.openxmlformats.org/officeDocument/2006/relationships/customXml" Target="../ink/ink456.xml"/><Relationship Id="rId70" Type="http://schemas.openxmlformats.org/officeDocument/2006/relationships/customXml" Target="../ink/ink429.xml"/><Relationship Id="rId91" Type="http://schemas.openxmlformats.org/officeDocument/2006/relationships/image" Target="../media/image443.png"/><Relationship Id="rId145" Type="http://schemas.openxmlformats.org/officeDocument/2006/relationships/image" Target="../media/image470.png"/><Relationship Id="rId166" Type="http://schemas.openxmlformats.org/officeDocument/2006/relationships/customXml" Target="../ink/ink477.xml"/><Relationship Id="rId187" Type="http://schemas.openxmlformats.org/officeDocument/2006/relationships/image" Target="../media/image491.png"/><Relationship Id="rId1" Type="http://schemas.openxmlformats.org/officeDocument/2006/relationships/slideLayout" Target="../slideLayouts/slideLayout7.xml"/><Relationship Id="rId212" Type="http://schemas.openxmlformats.org/officeDocument/2006/relationships/customXml" Target="../ink/ink500.xml"/><Relationship Id="rId28" Type="http://schemas.openxmlformats.org/officeDocument/2006/relationships/customXml" Target="../ink/ink408.xml"/><Relationship Id="rId49" Type="http://schemas.openxmlformats.org/officeDocument/2006/relationships/image" Target="../media/image422.png"/><Relationship Id="rId114" Type="http://schemas.openxmlformats.org/officeDocument/2006/relationships/customXml" Target="../ink/ink451.xml"/><Relationship Id="rId60" Type="http://schemas.openxmlformats.org/officeDocument/2006/relationships/customXml" Target="../ink/ink424.xml"/><Relationship Id="rId81" Type="http://schemas.openxmlformats.org/officeDocument/2006/relationships/image" Target="../media/image438.png"/><Relationship Id="rId135" Type="http://schemas.openxmlformats.org/officeDocument/2006/relationships/image" Target="../media/image465.png"/><Relationship Id="rId156" Type="http://schemas.openxmlformats.org/officeDocument/2006/relationships/customXml" Target="../ink/ink472.xml"/><Relationship Id="rId177" Type="http://schemas.openxmlformats.org/officeDocument/2006/relationships/image" Target="../media/image486.png"/><Relationship Id="rId198" Type="http://schemas.openxmlformats.org/officeDocument/2006/relationships/customXml" Target="../ink/ink493.xml"/><Relationship Id="rId202" Type="http://schemas.openxmlformats.org/officeDocument/2006/relationships/customXml" Target="../ink/ink495.xml"/><Relationship Id="rId18" Type="http://schemas.openxmlformats.org/officeDocument/2006/relationships/customXml" Target="../ink/ink403.xml"/><Relationship Id="rId39" Type="http://schemas.openxmlformats.org/officeDocument/2006/relationships/image" Target="../media/image417.png"/><Relationship Id="rId50" Type="http://schemas.openxmlformats.org/officeDocument/2006/relationships/customXml" Target="../ink/ink419.xml"/><Relationship Id="rId104" Type="http://schemas.openxmlformats.org/officeDocument/2006/relationships/customXml" Target="../ink/ink446.xml"/><Relationship Id="rId125" Type="http://schemas.openxmlformats.org/officeDocument/2006/relationships/image" Target="../media/image460.png"/><Relationship Id="rId146" Type="http://schemas.openxmlformats.org/officeDocument/2006/relationships/customXml" Target="../ink/ink467.xml"/><Relationship Id="rId167" Type="http://schemas.openxmlformats.org/officeDocument/2006/relationships/image" Target="../media/image481.png"/><Relationship Id="rId188" Type="http://schemas.openxmlformats.org/officeDocument/2006/relationships/customXml" Target="../ink/ink488.xml"/><Relationship Id="rId71" Type="http://schemas.openxmlformats.org/officeDocument/2006/relationships/image" Target="../media/image433.png"/><Relationship Id="rId92" Type="http://schemas.openxmlformats.org/officeDocument/2006/relationships/customXml" Target="../ink/ink440.xml"/><Relationship Id="rId213" Type="http://schemas.openxmlformats.org/officeDocument/2006/relationships/image" Target="../media/image504.png"/><Relationship Id="rId2" Type="http://schemas.openxmlformats.org/officeDocument/2006/relationships/customXml" Target="../ink/ink395.xml"/><Relationship Id="rId29" Type="http://schemas.openxmlformats.org/officeDocument/2006/relationships/image" Target="../media/image412.png"/><Relationship Id="rId40" Type="http://schemas.openxmlformats.org/officeDocument/2006/relationships/customXml" Target="../ink/ink414.xml"/><Relationship Id="rId115" Type="http://schemas.openxmlformats.org/officeDocument/2006/relationships/image" Target="../media/image455.png"/><Relationship Id="rId136" Type="http://schemas.openxmlformats.org/officeDocument/2006/relationships/customXml" Target="../ink/ink462.xml"/><Relationship Id="rId157" Type="http://schemas.openxmlformats.org/officeDocument/2006/relationships/image" Target="../media/image476.png"/><Relationship Id="rId178" Type="http://schemas.openxmlformats.org/officeDocument/2006/relationships/customXml" Target="../ink/ink483.xml"/><Relationship Id="rId61" Type="http://schemas.openxmlformats.org/officeDocument/2006/relationships/image" Target="../media/image428.png"/><Relationship Id="rId82" Type="http://schemas.openxmlformats.org/officeDocument/2006/relationships/customXml" Target="../ink/ink435.xml"/><Relationship Id="rId199" Type="http://schemas.openxmlformats.org/officeDocument/2006/relationships/image" Target="../media/image497.png"/><Relationship Id="rId203" Type="http://schemas.openxmlformats.org/officeDocument/2006/relationships/image" Target="../media/image499.png"/><Relationship Id="rId19" Type="http://schemas.openxmlformats.org/officeDocument/2006/relationships/image" Target="../media/image407.png"/><Relationship Id="rId30" Type="http://schemas.openxmlformats.org/officeDocument/2006/relationships/customXml" Target="../ink/ink409.xml"/><Relationship Id="rId105" Type="http://schemas.openxmlformats.org/officeDocument/2006/relationships/image" Target="../media/image450.png"/><Relationship Id="rId126" Type="http://schemas.openxmlformats.org/officeDocument/2006/relationships/customXml" Target="../ink/ink457.xml"/><Relationship Id="rId147" Type="http://schemas.openxmlformats.org/officeDocument/2006/relationships/image" Target="../media/image471.png"/><Relationship Id="rId168" Type="http://schemas.openxmlformats.org/officeDocument/2006/relationships/customXml" Target="../ink/ink478.xml"/></Relationships>
</file>

<file path=ppt/slides/_rels/slide12.xml.rels><?xml version="1.0" encoding="UTF-8" standalone="yes"?>
<Relationships xmlns="http://schemas.openxmlformats.org/package/2006/relationships"><Relationship Id="rId117" Type="http://schemas.openxmlformats.org/officeDocument/2006/relationships/image" Target="../media/image566.png"/><Relationship Id="rId21" Type="http://schemas.openxmlformats.org/officeDocument/2006/relationships/image" Target="../media/image518.png"/><Relationship Id="rId63" Type="http://schemas.openxmlformats.org/officeDocument/2006/relationships/image" Target="../media/image539.png"/><Relationship Id="rId159" Type="http://schemas.openxmlformats.org/officeDocument/2006/relationships/image" Target="../media/image587.png"/><Relationship Id="rId170" Type="http://schemas.openxmlformats.org/officeDocument/2006/relationships/customXml" Target="../ink/ink589.xml"/><Relationship Id="rId226" Type="http://schemas.openxmlformats.org/officeDocument/2006/relationships/customXml" Target="../ink/ink617.xml"/><Relationship Id="rId268" Type="http://schemas.openxmlformats.org/officeDocument/2006/relationships/customXml" Target="../ink/ink638.xml"/><Relationship Id="rId32" Type="http://schemas.openxmlformats.org/officeDocument/2006/relationships/customXml" Target="../ink/ink520.xml"/><Relationship Id="rId74" Type="http://schemas.openxmlformats.org/officeDocument/2006/relationships/customXml" Target="../ink/ink541.xml"/><Relationship Id="rId128" Type="http://schemas.openxmlformats.org/officeDocument/2006/relationships/customXml" Target="../ink/ink568.xml"/><Relationship Id="rId5" Type="http://schemas.openxmlformats.org/officeDocument/2006/relationships/image" Target="../media/image510.png"/><Relationship Id="rId181" Type="http://schemas.openxmlformats.org/officeDocument/2006/relationships/image" Target="../media/image598.png"/><Relationship Id="rId237" Type="http://schemas.openxmlformats.org/officeDocument/2006/relationships/image" Target="../media/image626.png"/><Relationship Id="rId258" Type="http://schemas.openxmlformats.org/officeDocument/2006/relationships/customXml" Target="../ink/ink633.xml"/><Relationship Id="rId22" Type="http://schemas.openxmlformats.org/officeDocument/2006/relationships/customXml" Target="../ink/ink515.xml"/><Relationship Id="rId43" Type="http://schemas.openxmlformats.org/officeDocument/2006/relationships/image" Target="../media/image529.png"/><Relationship Id="rId64" Type="http://schemas.openxmlformats.org/officeDocument/2006/relationships/customXml" Target="../ink/ink536.xml"/><Relationship Id="rId118" Type="http://schemas.openxmlformats.org/officeDocument/2006/relationships/customXml" Target="../ink/ink563.xml"/><Relationship Id="rId139" Type="http://schemas.openxmlformats.org/officeDocument/2006/relationships/image" Target="../media/image577.png"/><Relationship Id="rId85" Type="http://schemas.openxmlformats.org/officeDocument/2006/relationships/image" Target="../media/image550.png"/><Relationship Id="rId150" Type="http://schemas.openxmlformats.org/officeDocument/2006/relationships/customXml" Target="../ink/ink579.xml"/><Relationship Id="rId171" Type="http://schemas.openxmlformats.org/officeDocument/2006/relationships/image" Target="../media/image593.png"/><Relationship Id="rId192" Type="http://schemas.openxmlformats.org/officeDocument/2006/relationships/customXml" Target="../ink/ink600.xml"/><Relationship Id="rId206" Type="http://schemas.openxmlformats.org/officeDocument/2006/relationships/customXml" Target="../ink/ink607.xml"/><Relationship Id="rId227" Type="http://schemas.openxmlformats.org/officeDocument/2006/relationships/image" Target="../media/image621.png"/><Relationship Id="rId248" Type="http://schemas.openxmlformats.org/officeDocument/2006/relationships/customXml" Target="../ink/ink628.xml"/><Relationship Id="rId269" Type="http://schemas.openxmlformats.org/officeDocument/2006/relationships/image" Target="../media/image642.png"/><Relationship Id="rId12" Type="http://schemas.openxmlformats.org/officeDocument/2006/relationships/customXml" Target="../ink/ink510.xml"/><Relationship Id="rId33" Type="http://schemas.openxmlformats.org/officeDocument/2006/relationships/image" Target="../media/image524.png"/><Relationship Id="rId108" Type="http://schemas.openxmlformats.org/officeDocument/2006/relationships/customXml" Target="../ink/ink558.xml"/><Relationship Id="rId129" Type="http://schemas.openxmlformats.org/officeDocument/2006/relationships/image" Target="../media/image572.png"/><Relationship Id="rId54" Type="http://schemas.openxmlformats.org/officeDocument/2006/relationships/customXml" Target="../ink/ink531.xml"/><Relationship Id="rId75" Type="http://schemas.openxmlformats.org/officeDocument/2006/relationships/image" Target="../media/image545.png"/><Relationship Id="rId96" Type="http://schemas.openxmlformats.org/officeDocument/2006/relationships/customXml" Target="../ink/ink552.xml"/><Relationship Id="rId140" Type="http://schemas.openxmlformats.org/officeDocument/2006/relationships/customXml" Target="../ink/ink574.xml"/><Relationship Id="rId161" Type="http://schemas.openxmlformats.org/officeDocument/2006/relationships/image" Target="../media/image588.png"/><Relationship Id="rId182" Type="http://schemas.openxmlformats.org/officeDocument/2006/relationships/customXml" Target="../ink/ink595.xml"/><Relationship Id="rId217" Type="http://schemas.openxmlformats.org/officeDocument/2006/relationships/image" Target="../media/image616.png"/><Relationship Id="rId6" Type="http://schemas.openxmlformats.org/officeDocument/2006/relationships/customXml" Target="../ink/ink507.xml"/><Relationship Id="rId238" Type="http://schemas.openxmlformats.org/officeDocument/2006/relationships/customXml" Target="../ink/ink623.xml"/><Relationship Id="rId259" Type="http://schemas.openxmlformats.org/officeDocument/2006/relationships/image" Target="../media/image637.png"/><Relationship Id="rId23" Type="http://schemas.openxmlformats.org/officeDocument/2006/relationships/image" Target="../media/image519.png"/><Relationship Id="rId119" Type="http://schemas.openxmlformats.org/officeDocument/2006/relationships/image" Target="../media/image567.png"/><Relationship Id="rId270" Type="http://schemas.openxmlformats.org/officeDocument/2006/relationships/customXml" Target="../ink/ink639.xml"/><Relationship Id="rId44" Type="http://schemas.openxmlformats.org/officeDocument/2006/relationships/customXml" Target="../ink/ink526.xml"/><Relationship Id="rId65" Type="http://schemas.openxmlformats.org/officeDocument/2006/relationships/image" Target="../media/image540.png"/><Relationship Id="rId86" Type="http://schemas.openxmlformats.org/officeDocument/2006/relationships/customXml" Target="../ink/ink547.xml"/><Relationship Id="rId130" Type="http://schemas.openxmlformats.org/officeDocument/2006/relationships/customXml" Target="../ink/ink569.xml"/><Relationship Id="rId151" Type="http://schemas.openxmlformats.org/officeDocument/2006/relationships/image" Target="../media/image583.png"/><Relationship Id="rId172" Type="http://schemas.openxmlformats.org/officeDocument/2006/relationships/customXml" Target="../ink/ink590.xml"/><Relationship Id="rId193" Type="http://schemas.openxmlformats.org/officeDocument/2006/relationships/image" Target="../media/image604.png"/><Relationship Id="rId207" Type="http://schemas.openxmlformats.org/officeDocument/2006/relationships/image" Target="../media/image611.png"/><Relationship Id="rId228" Type="http://schemas.openxmlformats.org/officeDocument/2006/relationships/customXml" Target="../ink/ink618.xml"/><Relationship Id="rId249" Type="http://schemas.openxmlformats.org/officeDocument/2006/relationships/image" Target="../media/image632.png"/><Relationship Id="rId13" Type="http://schemas.openxmlformats.org/officeDocument/2006/relationships/image" Target="../media/image514.png"/><Relationship Id="rId109" Type="http://schemas.openxmlformats.org/officeDocument/2006/relationships/image" Target="../media/image562.png"/><Relationship Id="rId260" Type="http://schemas.openxmlformats.org/officeDocument/2006/relationships/customXml" Target="../ink/ink634.xml"/><Relationship Id="rId34" Type="http://schemas.openxmlformats.org/officeDocument/2006/relationships/customXml" Target="../ink/ink521.xml"/><Relationship Id="rId55" Type="http://schemas.openxmlformats.org/officeDocument/2006/relationships/image" Target="../media/image535.png"/><Relationship Id="rId76" Type="http://schemas.openxmlformats.org/officeDocument/2006/relationships/customXml" Target="../ink/ink542.xml"/><Relationship Id="rId97" Type="http://schemas.openxmlformats.org/officeDocument/2006/relationships/image" Target="../media/image556.png"/><Relationship Id="rId120" Type="http://schemas.openxmlformats.org/officeDocument/2006/relationships/customXml" Target="../ink/ink564.xml"/><Relationship Id="rId141" Type="http://schemas.openxmlformats.org/officeDocument/2006/relationships/image" Target="../media/image578.png"/><Relationship Id="rId7" Type="http://schemas.openxmlformats.org/officeDocument/2006/relationships/image" Target="../media/image511.png"/><Relationship Id="rId162" Type="http://schemas.openxmlformats.org/officeDocument/2006/relationships/customXml" Target="../ink/ink585.xml"/><Relationship Id="rId183" Type="http://schemas.openxmlformats.org/officeDocument/2006/relationships/image" Target="../media/image599.png"/><Relationship Id="rId218" Type="http://schemas.openxmlformats.org/officeDocument/2006/relationships/customXml" Target="../ink/ink613.xml"/><Relationship Id="rId239" Type="http://schemas.openxmlformats.org/officeDocument/2006/relationships/image" Target="../media/image627.png"/><Relationship Id="rId250" Type="http://schemas.openxmlformats.org/officeDocument/2006/relationships/customXml" Target="../ink/ink629.xml"/><Relationship Id="rId271" Type="http://schemas.openxmlformats.org/officeDocument/2006/relationships/image" Target="../media/image643.png"/><Relationship Id="rId24" Type="http://schemas.openxmlformats.org/officeDocument/2006/relationships/customXml" Target="../ink/ink516.xml"/><Relationship Id="rId45" Type="http://schemas.openxmlformats.org/officeDocument/2006/relationships/image" Target="../media/image530.png"/><Relationship Id="rId66" Type="http://schemas.openxmlformats.org/officeDocument/2006/relationships/customXml" Target="../ink/ink537.xml"/><Relationship Id="rId87" Type="http://schemas.openxmlformats.org/officeDocument/2006/relationships/image" Target="../media/image551.png"/><Relationship Id="rId110" Type="http://schemas.openxmlformats.org/officeDocument/2006/relationships/customXml" Target="../ink/ink559.xml"/><Relationship Id="rId131" Type="http://schemas.openxmlformats.org/officeDocument/2006/relationships/image" Target="../media/image573.png"/><Relationship Id="rId152" Type="http://schemas.openxmlformats.org/officeDocument/2006/relationships/customXml" Target="../ink/ink580.xml"/><Relationship Id="rId173" Type="http://schemas.openxmlformats.org/officeDocument/2006/relationships/image" Target="../media/image594.png"/><Relationship Id="rId194" Type="http://schemas.openxmlformats.org/officeDocument/2006/relationships/customXml" Target="../ink/ink601.xml"/><Relationship Id="rId208" Type="http://schemas.openxmlformats.org/officeDocument/2006/relationships/customXml" Target="../ink/ink608.xml"/><Relationship Id="rId229" Type="http://schemas.openxmlformats.org/officeDocument/2006/relationships/image" Target="../media/image622.png"/><Relationship Id="rId240" Type="http://schemas.openxmlformats.org/officeDocument/2006/relationships/customXml" Target="../ink/ink624.xml"/><Relationship Id="rId261" Type="http://schemas.openxmlformats.org/officeDocument/2006/relationships/image" Target="../media/image638.png"/><Relationship Id="rId14" Type="http://schemas.openxmlformats.org/officeDocument/2006/relationships/customXml" Target="../ink/ink511.xml"/><Relationship Id="rId35" Type="http://schemas.openxmlformats.org/officeDocument/2006/relationships/image" Target="../media/image525.png"/><Relationship Id="rId56" Type="http://schemas.openxmlformats.org/officeDocument/2006/relationships/customXml" Target="../ink/ink532.xml"/><Relationship Id="rId77" Type="http://schemas.openxmlformats.org/officeDocument/2006/relationships/image" Target="../media/image546.png"/><Relationship Id="rId100" Type="http://schemas.openxmlformats.org/officeDocument/2006/relationships/customXml" Target="../ink/ink554.xml"/><Relationship Id="rId8" Type="http://schemas.openxmlformats.org/officeDocument/2006/relationships/customXml" Target="../ink/ink508.xml"/><Relationship Id="rId98" Type="http://schemas.openxmlformats.org/officeDocument/2006/relationships/customXml" Target="../ink/ink553.xml"/><Relationship Id="rId121" Type="http://schemas.openxmlformats.org/officeDocument/2006/relationships/image" Target="../media/image568.png"/><Relationship Id="rId142" Type="http://schemas.openxmlformats.org/officeDocument/2006/relationships/customXml" Target="../ink/ink575.xml"/><Relationship Id="rId163" Type="http://schemas.openxmlformats.org/officeDocument/2006/relationships/image" Target="../media/image589.png"/><Relationship Id="rId184" Type="http://schemas.openxmlformats.org/officeDocument/2006/relationships/customXml" Target="../ink/ink596.xml"/><Relationship Id="rId219" Type="http://schemas.openxmlformats.org/officeDocument/2006/relationships/image" Target="../media/image617.png"/><Relationship Id="rId230" Type="http://schemas.openxmlformats.org/officeDocument/2006/relationships/customXml" Target="../ink/ink619.xml"/><Relationship Id="rId251" Type="http://schemas.openxmlformats.org/officeDocument/2006/relationships/image" Target="../media/image633.png"/><Relationship Id="rId25" Type="http://schemas.openxmlformats.org/officeDocument/2006/relationships/image" Target="../media/image520.png"/><Relationship Id="rId46" Type="http://schemas.openxmlformats.org/officeDocument/2006/relationships/customXml" Target="../ink/ink527.xml"/><Relationship Id="rId67" Type="http://schemas.openxmlformats.org/officeDocument/2006/relationships/image" Target="../media/image541.png"/><Relationship Id="rId272" Type="http://schemas.openxmlformats.org/officeDocument/2006/relationships/customXml" Target="../ink/ink640.xml"/><Relationship Id="rId88" Type="http://schemas.openxmlformats.org/officeDocument/2006/relationships/customXml" Target="../ink/ink548.xml"/><Relationship Id="rId111" Type="http://schemas.openxmlformats.org/officeDocument/2006/relationships/image" Target="../media/image563.png"/><Relationship Id="rId132" Type="http://schemas.openxmlformats.org/officeDocument/2006/relationships/customXml" Target="../ink/ink570.xml"/><Relationship Id="rId153" Type="http://schemas.openxmlformats.org/officeDocument/2006/relationships/image" Target="../media/image584.png"/><Relationship Id="rId174" Type="http://schemas.openxmlformats.org/officeDocument/2006/relationships/customXml" Target="../ink/ink591.xml"/><Relationship Id="rId195" Type="http://schemas.openxmlformats.org/officeDocument/2006/relationships/image" Target="../media/image605.png"/><Relationship Id="rId209" Type="http://schemas.openxmlformats.org/officeDocument/2006/relationships/image" Target="../media/image612.png"/><Relationship Id="rId220" Type="http://schemas.openxmlformats.org/officeDocument/2006/relationships/customXml" Target="../ink/ink614.xml"/><Relationship Id="rId241" Type="http://schemas.openxmlformats.org/officeDocument/2006/relationships/image" Target="../media/image628.png"/><Relationship Id="rId15" Type="http://schemas.openxmlformats.org/officeDocument/2006/relationships/image" Target="../media/image515.png"/><Relationship Id="rId36" Type="http://schemas.openxmlformats.org/officeDocument/2006/relationships/customXml" Target="../ink/ink522.xml"/><Relationship Id="rId57" Type="http://schemas.openxmlformats.org/officeDocument/2006/relationships/image" Target="../media/image536.png"/><Relationship Id="rId262" Type="http://schemas.openxmlformats.org/officeDocument/2006/relationships/customXml" Target="../ink/ink635.xml"/><Relationship Id="rId78" Type="http://schemas.openxmlformats.org/officeDocument/2006/relationships/customXml" Target="../ink/ink543.xml"/><Relationship Id="rId99" Type="http://schemas.openxmlformats.org/officeDocument/2006/relationships/image" Target="../media/image557.png"/><Relationship Id="rId101" Type="http://schemas.openxmlformats.org/officeDocument/2006/relationships/image" Target="../media/image558.png"/><Relationship Id="rId122" Type="http://schemas.openxmlformats.org/officeDocument/2006/relationships/customXml" Target="../ink/ink565.xml"/><Relationship Id="rId143" Type="http://schemas.openxmlformats.org/officeDocument/2006/relationships/image" Target="../media/image579.png"/><Relationship Id="rId164" Type="http://schemas.openxmlformats.org/officeDocument/2006/relationships/customXml" Target="../ink/ink586.xml"/><Relationship Id="rId185" Type="http://schemas.openxmlformats.org/officeDocument/2006/relationships/image" Target="../media/image600.png"/><Relationship Id="rId9" Type="http://schemas.openxmlformats.org/officeDocument/2006/relationships/image" Target="../media/image512.png"/><Relationship Id="rId210" Type="http://schemas.openxmlformats.org/officeDocument/2006/relationships/customXml" Target="../ink/ink609.xml"/><Relationship Id="rId26" Type="http://schemas.openxmlformats.org/officeDocument/2006/relationships/customXml" Target="../ink/ink517.xml"/><Relationship Id="rId231" Type="http://schemas.openxmlformats.org/officeDocument/2006/relationships/image" Target="../media/image623.png"/><Relationship Id="rId252" Type="http://schemas.openxmlformats.org/officeDocument/2006/relationships/customXml" Target="../ink/ink630.xml"/><Relationship Id="rId273" Type="http://schemas.openxmlformats.org/officeDocument/2006/relationships/image" Target="../media/image644.png"/><Relationship Id="rId47" Type="http://schemas.openxmlformats.org/officeDocument/2006/relationships/image" Target="../media/image531.png"/><Relationship Id="rId68" Type="http://schemas.openxmlformats.org/officeDocument/2006/relationships/customXml" Target="../ink/ink538.xml"/><Relationship Id="rId89" Type="http://schemas.openxmlformats.org/officeDocument/2006/relationships/image" Target="../media/image552.png"/><Relationship Id="rId112" Type="http://schemas.openxmlformats.org/officeDocument/2006/relationships/customXml" Target="../ink/ink560.xml"/><Relationship Id="rId133" Type="http://schemas.openxmlformats.org/officeDocument/2006/relationships/image" Target="../media/image574.png"/><Relationship Id="rId154" Type="http://schemas.openxmlformats.org/officeDocument/2006/relationships/customXml" Target="../ink/ink581.xml"/><Relationship Id="rId175" Type="http://schemas.openxmlformats.org/officeDocument/2006/relationships/image" Target="../media/image595.png"/><Relationship Id="rId196" Type="http://schemas.openxmlformats.org/officeDocument/2006/relationships/customXml" Target="../ink/ink602.xml"/><Relationship Id="rId200" Type="http://schemas.openxmlformats.org/officeDocument/2006/relationships/customXml" Target="../ink/ink604.xml"/><Relationship Id="rId16" Type="http://schemas.openxmlformats.org/officeDocument/2006/relationships/customXml" Target="../ink/ink512.xml"/><Relationship Id="rId221" Type="http://schemas.openxmlformats.org/officeDocument/2006/relationships/image" Target="../media/image618.png"/><Relationship Id="rId242" Type="http://schemas.openxmlformats.org/officeDocument/2006/relationships/customXml" Target="../ink/ink625.xml"/><Relationship Id="rId263" Type="http://schemas.openxmlformats.org/officeDocument/2006/relationships/image" Target="../media/image639.png"/><Relationship Id="rId37" Type="http://schemas.openxmlformats.org/officeDocument/2006/relationships/image" Target="../media/image526.png"/><Relationship Id="rId58" Type="http://schemas.openxmlformats.org/officeDocument/2006/relationships/customXml" Target="../ink/ink533.xml"/><Relationship Id="rId79" Type="http://schemas.openxmlformats.org/officeDocument/2006/relationships/image" Target="../media/image547.png"/><Relationship Id="rId102" Type="http://schemas.openxmlformats.org/officeDocument/2006/relationships/customXml" Target="../ink/ink555.xml"/><Relationship Id="rId123" Type="http://schemas.openxmlformats.org/officeDocument/2006/relationships/image" Target="../media/image569.png"/><Relationship Id="rId144" Type="http://schemas.openxmlformats.org/officeDocument/2006/relationships/customXml" Target="../ink/ink576.xml"/><Relationship Id="rId90" Type="http://schemas.openxmlformats.org/officeDocument/2006/relationships/customXml" Target="../ink/ink549.xml"/><Relationship Id="rId165" Type="http://schemas.openxmlformats.org/officeDocument/2006/relationships/image" Target="../media/image590.png"/><Relationship Id="rId186" Type="http://schemas.openxmlformats.org/officeDocument/2006/relationships/customXml" Target="../ink/ink597.xml"/><Relationship Id="rId211" Type="http://schemas.openxmlformats.org/officeDocument/2006/relationships/image" Target="../media/image613.png"/><Relationship Id="rId232" Type="http://schemas.openxmlformats.org/officeDocument/2006/relationships/customXml" Target="../ink/ink620.xml"/><Relationship Id="rId253" Type="http://schemas.openxmlformats.org/officeDocument/2006/relationships/image" Target="../media/image634.png"/><Relationship Id="rId274" Type="http://schemas.openxmlformats.org/officeDocument/2006/relationships/customXml" Target="../ink/ink641.xml"/><Relationship Id="rId27" Type="http://schemas.openxmlformats.org/officeDocument/2006/relationships/image" Target="../media/image521.png"/><Relationship Id="rId48" Type="http://schemas.openxmlformats.org/officeDocument/2006/relationships/customXml" Target="../ink/ink528.xml"/><Relationship Id="rId69" Type="http://schemas.openxmlformats.org/officeDocument/2006/relationships/image" Target="../media/image542.png"/><Relationship Id="rId113" Type="http://schemas.openxmlformats.org/officeDocument/2006/relationships/image" Target="../media/image564.png"/><Relationship Id="rId134" Type="http://schemas.openxmlformats.org/officeDocument/2006/relationships/customXml" Target="../ink/ink571.xml"/><Relationship Id="rId80" Type="http://schemas.openxmlformats.org/officeDocument/2006/relationships/customXml" Target="../ink/ink544.xml"/><Relationship Id="rId155" Type="http://schemas.openxmlformats.org/officeDocument/2006/relationships/image" Target="../media/image585.png"/><Relationship Id="rId176" Type="http://schemas.openxmlformats.org/officeDocument/2006/relationships/customXml" Target="../ink/ink592.xml"/><Relationship Id="rId197" Type="http://schemas.openxmlformats.org/officeDocument/2006/relationships/image" Target="../media/image606.png"/><Relationship Id="rId201" Type="http://schemas.openxmlformats.org/officeDocument/2006/relationships/image" Target="../media/image608.png"/><Relationship Id="rId222" Type="http://schemas.openxmlformats.org/officeDocument/2006/relationships/customXml" Target="../ink/ink615.xml"/><Relationship Id="rId243" Type="http://schemas.openxmlformats.org/officeDocument/2006/relationships/image" Target="../media/image629.png"/><Relationship Id="rId264" Type="http://schemas.openxmlformats.org/officeDocument/2006/relationships/customXml" Target="../ink/ink636.xml"/><Relationship Id="rId17" Type="http://schemas.openxmlformats.org/officeDocument/2006/relationships/image" Target="../media/image516.png"/><Relationship Id="rId38" Type="http://schemas.openxmlformats.org/officeDocument/2006/relationships/customXml" Target="../ink/ink523.xml"/><Relationship Id="rId59" Type="http://schemas.openxmlformats.org/officeDocument/2006/relationships/image" Target="../media/image537.png"/><Relationship Id="rId103" Type="http://schemas.openxmlformats.org/officeDocument/2006/relationships/image" Target="../media/image559.png"/><Relationship Id="rId124" Type="http://schemas.openxmlformats.org/officeDocument/2006/relationships/customXml" Target="../ink/ink566.xml"/><Relationship Id="rId70" Type="http://schemas.openxmlformats.org/officeDocument/2006/relationships/customXml" Target="../ink/ink539.xml"/><Relationship Id="rId91" Type="http://schemas.openxmlformats.org/officeDocument/2006/relationships/image" Target="../media/image553.png"/><Relationship Id="rId145" Type="http://schemas.openxmlformats.org/officeDocument/2006/relationships/image" Target="../media/image580.png"/><Relationship Id="rId166" Type="http://schemas.openxmlformats.org/officeDocument/2006/relationships/customXml" Target="../ink/ink587.xml"/><Relationship Id="rId187" Type="http://schemas.openxmlformats.org/officeDocument/2006/relationships/image" Target="../media/image601.png"/><Relationship Id="rId1" Type="http://schemas.openxmlformats.org/officeDocument/2006/relationships/slideLayout" Target="../slideLayouts/slideLayout7.xml"/><Relationship Id="rId212" Type="http://schemas.openxmlformats.org/officeDocument/2006/relationships/customXml" Target="../ink/ink610.xml"/><Relationship Id="rId233" Type="http://schemas.openxmlformats.org/officeDocument/2006/relationships/image" Target="../media/image624.png"/><Relationship Id="rId254" Type="http://schemas.openxmlformats.org/officeDocument/2006/relationships/customXml" Target="../ink/ink631.xml"/><Relationship Id="rId28" Type="http://schemas.openxmlformats.org/officeDocument/2006/relationships/customXml" Target="../ink/ink518.xml"/><Relationship Id="rId49" Type="http://schemas.openxmlformats.org/officeDocument/2006/relationships/image" Target="../media/image532.png"/><Relationship Id="rId114" Type="http://schemas.openxmlformats.org/officeDocument/2006/relationships/customXml" Target="../ink/ink561.xml"/><Relationship Id="rId275" Type="http://schemas.openxmlformats.org/officeDocument/2006/relationships/image" Target="../media/image645.png"/><Relationship Id="rId60" Type="http://schemas.openxmlformats.org/officeDocument/2006/relationships/customXml" Target="../ink/ink534.xml"/><Relationship Id="rId81" Type="http://schemas.openxmlformats.org/officeDocument/2006/relationships/image" Target="../media/image548.png"/><Relationship Id="rId135" Type="http://schemas.openxmlformats.org/officeDocument/2006/relationships/image" Target="../media/image575.png"/><Relationship Id="rId156" Type="http://schemas.openxmlformats.org/officeDocument/2006/relationships/customXml" Target="../ink/ink582.xml"/><Relationship Id="rId177" Type="http://schemas.openxmlformats.org/officeDocument/2006/relationships/image" Target="../media/image596.png"/><Relationship Id="rId198" Type="http://schemas.openxmlformats.org/officeDocument/2006/relationships/customXml" Target="../ink/ink603.xml"/><Relationship Id="rId202" Type="http://schemas.openxmlformats.org/officeDocument/2006/relationships/customXml" Target="../ink/ink605.xml"/><Relationship Id="rId223" Type="http://schemas.openxmlformats.org/officeDocument/2006/relationships/image" Target="../media/image619.png"/><Relationship Id="rId244" Type="http://schemas.openxmlformats.org/officeDocument/2006/relationships/customXml" Target="../ink/ink626.xml"/><Relationship Id="rId18" Type="http://schemas.openxmlformats.org/officeDocument/2006/relationships/customXml" Target="../ink/ink513.xml"/><Relationship Id="rId39" Type="http://schemas.openxmlformats.org/officeDocument/2006/relationships/image" Target="../media/image527.png"/><Relationship Id="rId265" Type="http://schemas.openxmlformats.org/officeDocument/2006/relationships/image" Target="../media/image640.png"/><Relationship Id="rId50" Type="http://schemas.openxmlformats.org/officeDocument/2006/relationships/customXml" Target="../ink/ink529.xml"/><Relationship Id="rId104" Type="http://schemas.openxmlformats.org/officeDocument/2006/relationships/customXml" Target="../ink/ink556.xml"/><Relationship Id="rId125" Type="http://schemas.openxmlformats.org/officeDocument/2006/relationships/image" Target="../media/image570.png"/><Relationship Id="rId146" Type="http://schemas.openxmlformats.org/officeDocument/2006/relationships/customXml" Target="../ink/ink577.xml"/><Relationship Id="rId167" Type="http://schemas.openxmlformats.org/officeDocument/2006/relationships/image" Target="../media/image591.png"/><Relationship Id="rId188" Type="http://schemas.openxmlformats.org/officeDocument/2006/relationships/customXml" Target="../ink/ink598.xml"/><Relationship Id="rId71" Type="http://schemas.openxmlformats.org/officeDocument/2006/relationships/image" Target="../media/image543.png"/><Relationship Id="rId92" Type="http://schemas.openxmlformats.org/officeDocument/2006/relationships/customXml" Target="../ink/ink550.xml"/><Relationship Id="rId213" Type="http://schemas.openxmlformats.org/officeDocument/2006/relationships/image" Target="../media/image614.png"/><Relationship Id="rId234" Type="http://schemas.openxmlformats.org/officeDocument/2006/relationships/customXml" Target="../ink/ink621.xml"/><Relationship Id="rId2" Type="http://schemas.openxmlformats.org/officeDocument/2006/relationships/customXml" Target="../ink/ink505.xml"/><Relationship Id="rId29" Type="http://schemas.openxmlformats.org/officeDocument/2006/relationships/image" Target="../media/image522.png"/><Relationship Id="rId255" Type="http://schemas.openxmlformats.org/officeDocument/2006/relationships/image" Target="../media/image635.png"/><Relationship Id="rId276" Type="http://schemas.openxmlformats.org/officeDocument/2006/relationships/customXml" Target="../ink/ink642.xml"/><Relationship Id="rId40" Type="http://schemas.openxmlformats.org/officeDocument/2006/relationships/customXml" Target="../ink/ink524.xml"/><Relationship Id="rId115" Type="http://schemas.openxmlformats.org/officeDocument/2006/relationships/image" Target="../media/image565.png"/><Relationship Id="rId136" Type="http://schemas.openxmlformats.org/officeDocument/2006/relationships/customXml" Target="../ink/ink572.xml"/><Relationship Id="rId157" Type="http://schemas.openxmlformats.org/officeDocument/2006/relationships/image" Target="../media/image586.png"/><Relationship Id="rId178" Type="http://schemas.openxmlformats.org/officeDocument/2006/relationships/customXml" Target="../ink/ink593.xml"/><Relationship Id="rId61" Type="http://schemas.openxmlformats.org/officeDocument/2006/relationships/image" Target="../media/image538.png"/><Relationship Id="rId82" Type="http://schemas.openxmlformats.org/officeDocument/2006/relationships/customXml" Target="../ink/ink545.xml"/><Relationship Id="rId199" Type="http://schemas.openxmlformats.org/officeDocument/2006/relationships/image" Target="../media/image607.png"/><Relationship Id="rId203" Type="http://schemas.openxmlformats.org/officeDocument/2006/relationships/image" Target="../media/image609.png"/><Relationship Id="rId19" Type="http://schemas.openxmlformats.org/officeDocument/2006/relationships/image" Target="../media/image517.png"/><Relationship Id="rId224" Type="http://schemas.openxmlformats.org/officeDocument/2006/relationships/customXml" Target="../ink/ink616.xml"/><Relationship Id="rId245" Type="http://schemas.openxmlformats.org/officeDocument/2006/relationships/image" Target="../media/image630.png"/><Relationship Id="rId266" Type="http://schemas.openxmlformats.org/officeDocument/2006/relationships/customXml" Target="../ink/ink637.xml"/><Relationship Id="rId30" Type="http://schemas.openxmlformats.org/officeDocument/2006/relationships/customXml" Target="../ink/ink519.xml"/><Relationship Id="rId105" Type="http://schemas.openxmlformats.org/officeDocument/2006/relationships/image" Target="../media/image560.png"/><Relationship Id="rId126" Type="http://schemas.openxmlformats.org/officeDocument/2006/relationships/customXml" Target="../ink/ink567.xml"/><Relationship Id="rId147" Type="http://schemas.openxmlformats.org/officeDocument/2006/relationships/image" Target="../media/image581.png"/><Relationship Id="rId168" Type="http://schemas.openxmlformats.org/officeDocument/2006/relationships/customXml" Target="../ink/ink588.xml"/><Relationship Id="rId51" Type="http://schemas.openxmlformats.org/officeDocument/2006/relationships/image" Target="../media/image533.png"/><Relationship Id="rId72" Type="http://schemas.openxmlformats.org/officeDocument/2006/relationships/customXml" Target="../ink/ink540.xml"/><Relationship Id="rId93" Type="http://schemas.openxmlformats.org/officeDocument/2006/relationships/image" Target="../media/image554.png"/><Relationship Id="rId189" Type="http://schemas.openxmlformats.org/officeDocument/2006/relationships/image" Target="../media/image602.png"/><Relationship Id="rId3" Type="http://schemas.openxmlformats.org/officeDocument/2006/relationships/image" Target="../media/image509.png"/><Relationship Id="rId214" Type="http://schemas.openxmlformats.org/officeDocument/2006/relationships/customXml" Target="../ink/ink611.xml"/><Relationship Id="rId235" Type="http://schemas.openxmlformats.org/officeDocument/2006/relationships/image" Target="../media/image625.png"/><Relationship Id="rId256" Type="http://schemas.openxmlformats.org/officeDocument/2006/relationships/customXml" Target="../ink/ink632.xml"/><Relationship Id="rId277" Type="http://schemas.openxmlformats.org/officeDocument/2006/relationships/image" Target="../media/image646.png"/><Relationship Id="rId116" Type="http://schemas.openxmlformats.org/officeDocument/2006/relationships/customXml" Target="../ink/ink562.xml"/><Relationship Id="rId137" Type="http://schemas.openxmlformats.org/officeDocument/2006/relationships/image" Target="../media/image576.png"/><Relationship Id="rId158" Type="http://schemas.openxmlformats.org/officeDocument/2006/relationships/customXml" Target="../ink/ink583.xml"/><Relationship Id="rId20" Type="http://schemas.openxmlformats.org/officeDocument/2006/relationships/customXml" Target="../ink/ink514.xml"/><Relationship Id="rId41" Type="http://schemas.openxmlformats.org/officeDocument/2006/relationships/image" Target="../media/image528.png"/><Relationship Id="rId62" Type="http://schemas.openxmlformats.org/officeDocument/2006/relationships/customXml" Target="../ink/ink535.xml"/><Relationship Id="rId83" Type="http://schemas.openxmlformats.org/officeDocument/2006/relationships/image" Target="../media/image549.png"/><Relationship Id="rId179" Type="http://schemas.openxmlformats.org/officeDocument/2006/relationships/image" Target="../media/image597.png"/><Relationship Id="rId190" Type="http://schemas.openxmlformats.org/officeDocument/2006/relationships/customXml" Target="../ink/ink599.xml"/><Relationship Id="rId204" Type="http://schemas.openxmlformats.org/officeDocument/2006/relationships/customXml" Target="../ink/ink606.xml"/><Relationship Id="rId225" Type="http://schemas.openxmlformats.org/officeDocument/2006/relationships/image" Target="../media/image620.png"/><Relationship Id="rId246" Type="http://schemas.openxmlformats.org/officeDocument/2006/relationships/customXml" Target="../ink/ink627.xml"/><Relationship Id="rId267" Type="http://schemas.openxmlformats.org/officeDocument/2006/relationships/image" Target="../media/image641.png"/><Relationship Id="rId106" Type="http://schemas.openxmlformats.org/officeDocument/2006/relationships/customXml" Target="../ink/ink557.xml"/><Relationship Id="rId127" Type="http://schemas.openxmlformats.org/officeDocument/2006/relationships/image" Target="../media/image571.png"/><Relationship Id="rId10" Type="http://schemas.openxmlformats.org/officeDocument/2006/relationships/customXml" Target="../ink/ink509.xml"/><Relationship Id="rId31" Type="http://schemas.openxmlformats.org/officeDocument/2006/relationships/image" Target="../media/image523.png"/><Relationship Id="rId52" Type="http://schemas.openxmlformats.org/officeDocument/2006/relationships/customXml" Target="../ink/ink530.xml"/><Relationship Id="rId73" Type="http://schemas.openxmlformats.org/officeDocument/2006/relationships/image" Target="../media/image544.png"/><Relationship Id="rId94" Type="http://schemas.openxmlformats.org/officeDocument/2006/relationships/customXml" Target="../ink/ink551.xml"/><Relationship Id="rId148" Type="http://schemas.openxmlformats.org/officeDocument/2006/relationships/customXml" Target="../ink/ink578.xml"/><Relationship Id="rId169" Type="http://schemas.openxmlformats.org/officeDocument/2006/relationships/image" Target="../media/image592.png"/><Relationship Id="rId4" Type="http://schemas.openxmlformats.org/officeDocument/2006/relationships/customXml" Target="../ink/ink506.xml"/><Relationship Id="rId180" Type="http://schemas.openxmlformats.org/officeDocument/2006/relationships/customXml" Target="../ink/ink594.xml"/><Relationship Id="rId215" Type="http://schemas.openxmlformats.org/officeDocument/2006/relationships/image" Target="../media/image615.png"/><Relationship Id="rId236" Type="http://schemas.openxmlformats.org/officeDocument/2006/relationships/customXml" Target="../ink/ink622.xml"/><Relationship Id="rId257" Type="http://schemas.openxmlformats.org/officeDocument/2006/relationships/image" Target="../media/image636.png"/><Relationship Id="rId42" Type="http://schemas.openxmlformats.org/officeDocument/2006/relationships/customXml" Target="../ink/ink525.xml"/><Relationship Id="rId84" Type="http://schemas.openxmlformats.org/officeDocument/2006/relationships/customXml" Target="../ink/ink546.xml"/><Relationship Id="rId138" Type="http://schemas.openxmlformats.org/officeDocument/2006/relationships/customXml" Target="../ink/ink573.xml"/><Relationship Id="rId191" Type="http://schemas.openxmlformats.org/officeDocument/2006/relationships/image" Target="../media/image603.png"/><Relationship Id="rId205" Type="http://schemas.openxmlformats.org/officeDocument/2006/relationships/image" Target="../media/image610.png"/><Relationship Id="rId247" Type="http://schemas.openxmlformats.org/officeDocument/2006/relationships/image" Target="../media/image631.png"/><Relationship Id="rId107" Type="http://schemas.openxmlformats.org/officeDocument/2006/relationships/image" Target="../media/image561.png"/><Relationship Id="rId11" Type="http://schemas.openxmlformats.org/officeDocument/2006/relationships/image" Target="../media/image513.png"/><Relationship Id="rId53" Type="http://schemas.openxmlformats.org/officeDocument/2006/relationships/image" Target="../media/image534.png"/><Relationship Id="rId149" Type="http://schemas.openxmlformats.org/officeDocument/2006/relationships/image" Target="../media/image582.png"/><Relationship Id="rId95" Type="http://schemas.openxmlformats.org/officeDocument/2006/relationships/image" Target="../media/image555.png"/><Relationship Id="rId160" Type="http://schemas.openxmlformats.org/officeDocument/2006/relationships/customXml" Target="../ink/ink584.xml"/><Relationship Id="rId216" Type="http://schemas.openxmlformats.org/officeDocument/2006/relationships/customXml" Target="../ink/ink612.xml"/></Relationships>
</file>

<file path=ppt/slides/_rels/slide13.xml.rels><?xml version="1.0" encoding="UTF-8" standalone="yes"?>
<Relationships xmlns="http://schemas.openxmlformats.org/package/2006/relationships"><Relationship Id="rId2" Type="http://schemas.openxmlformats.org/officeDocument/2006/relationships/image" Target="../media/image64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17" Type="http://schemas.openxmlformats.org/officeDocument/2006/relationships/image" Target="../media/image705.png"/><Relationship Id="rId21" Type="http://schemas.openxmlformats.org/officeDocument/2006/relationships/image" Target="../media/image657.png"/><Relationship Id="rId42" Type="http://schemas.openxmlformats.org/officeDocument/2006/relationships/customXml" Target="../ink/ink663.xml"/><Relationship Id="rId63" Type="http://schemas.openxmlformats.org/officeDocument/2006/relationships/image" Target="../media/image678.png"/><Relationship Id="rId84" Type="http://schemas.openxmlformats.org/officeDocument/2006/relationships/customXml" Target="../ink/ink684.xml"/><Relationship Id="rId138" Type="http://schemas.openxmlformats.org/officeDocument/2006/relationships/customXml" Target="../ink/ink711.xml"/><Relationship Id="rId107" Type="http://schemas.openxmlformats.org/officeDocument/2006/relationships/image" Target="../media/image700.png"/><Relationship Id="rId11" Type="http://schemas.openxmlformats.org/officeDocument/2006/relationships/image" Target="../media/image652.png"/><Relationship Id="rId32" Type="http://schemas.openxmlformats.org/officeDocument/2006/relationships/customXml" Target="../ink/ink658.xml"/><Relationship Id="rId53" Type="http://schemas.openxmlformats.org/officeDocument/2006/relationships/image" Target="../media/image673.png"/><Relationship Id="rId74" Type="http://schemas.openxmlformats.org/officeDocument/2006/relationships/customXml" Target="../ink/ink679.xml"/><Relationship Id="rId128" Type="http://schemas.openxmlformats.org/officeDocument/2006/relationships/customXml" Target="../ink/ink706.xml"/><Relationship Id="rId149" Type="http://schemas.openxmlformats.org/officeDocument/2006/relationships/image" Target="../media/image721.png"/><Relationship Id="rId5" Type="http://schemas.openxmlformats.org/officeDocument/2006/relationships/image" Target="../media/image649.png"/><Relationship Id="rId95" Type="http://schemas.openxmlformats.org/officeDocument/2006/relationships/image" Target="../media/image694.png"/><Relationship Id="rId22" Type="http://schemas.openxmlformats.org/officeDocument/2006/relationships/customXml" Target="../ink/ink653.xml"/><Relationship Id="rId27" Type="http://schemas.openxmlformats.org/officeDocument/2006/relationships/image" Target="../media/image660.png"/><Relationship Id="rId43" Type="http://schemas.openxmlformats.org/officeDocument/2006/relationships/image" Target="../media/image668.png"/><Relationship Id="rId48" Type="http://schemas.openxmlformats.org/officeDocument/2006/relationships/customXml" Target="../ink/ink666.xml"/><Relationship Id="rId64" Type="http://schemas.openxmlformats.org/officeDocument/2006/relationships/customXml" Target="../ink/ink674.xml"/><Relationship Id="rId69" Type="http://schemas.openxmlformats.org/officeDocument/2006/relationships/image" Target="../media/image681.png"/><Relationship Id="rId113" Type="http://schemas.openxmlformats.org/officeDocument/2006/relationships/image" Target="../media/image703.png"/><Relationship Id="rId118" Type="http://schemas.openxmlformats.org/officeDocument/2006/relationships/customXml" Target="../ink/ink701.xml"/><Relationship Id="rId134" Type="http://schemas.openxmlformats.org/officeDocument/2006/relationships/customXml" Target="../ink/ink709.xml"/><Relationship Id="rId139" Type="http://schemas.openxmlformats.org/officeDocument/2006/relationships/image" Target="../media/image716.png"/><Relationship Id="rId80" Type="http://schemas.openxmlformats.org/officeDocument/2006/relationships/customXml" Target="../ink/ink682.xml"/><Relationship Id="rId85" Type="http://schemas.openxmlformats.org/officeDocument/2006/relationships/image" Target="../media/image689.png"/><Relationship Id="rId150" Type="http://schemas.openxmlformats.org/officeDocument/2006/relationships/customXml" Target="../ink/ink717.xml"/><Relationship Id="rId12" Type="http://schemas.openxmlformats.org/officeDocument/2006/relationships/customXml" Target="../ink/ink648.xml"/><Relationship Id="rId17" Type="http://schemas.openxmlformats.org/officeDocument/2006/relationships/image" Target="../media/image655.png"/><Relationship Id="rId33" Type="http://schemas.openxmlformats.org/officeDocument/2006/relationships/image" Target="../media/image663.png"/><Relationship Id="rId38" Type="http://schemas.openxmlformats.org/officeDocument/2006/relationships/customXml" Target="../ink/ink661.xml"/><Relationship Id="rId59" Type="http://schemas.openxmlformats.org/officeDocument/2006/relationships/image" Target="../media/image676.png"/><Relationship Id="rId103" Type="http://schemas.openxmlformats.org/officeDocument/2006/relationships/image" Target="../media/image698.png"/><Relationship Id="rId108" Type="http://schemas.openxmlformats.org/officeDocument/2006/relationships/customXml" Target="../ink/ink696.xml"/><Relationship Id="rId124" Type="http://schemas.openxmlformats.org/officeDocument/2006/relationships/customXml" Target="../ink/ink704.xml"/><Relationship Id="rId129" Type="http://schemas.openxmlformats.org/officeDocument/2006/relationships/image" Target="../media/image711.png"/><Relationship Id="rId54" Type="http://schemas.openxmlformats.org/officeDocument/2006/relationships/customXml" Target="../ink/ink669.xml"/><Relationship Id="rId70" Type="http://schemas.openxmlformats.org/officeDocument/2006/relationships/customXml" Target="../ink/ink677.xml"/><Relationship Id="rId75" Type="http://schemas.openxmlformats.org/officeDocument/2006/relationships/image" Target="../media/image684.png"/><Relationship Id="rId91" Type="http://schemas.openxmlformats.org/officeDocument/2006/relationships/image" Target="../media/image692.png"/><Relationship Id="rId96" Type="http://schemas.openxmlformats.org/officeDocument/2006/relationships/customXml" Target="../ink/ink690.xml"/><Relationship Id="rId140" Type="http://schemas.openxmlformats.org/officeDocument/2006/relationships/customXml" Target="../ink/ink712.xml"/><Relationship Id="rId145" Type="http://schemas.openxmlformats.org/officeDocument/2006/relationships/image" Target="../media/image719.png"/><Relationship Id="rId1" Type="http://schemas.openxmlformats.org/officeDocument/2006/relationships/slideLayout" Target="../slideLayouts/slideLayout7.xml"/><Relationship Id="rId6" Type="http://schemas.openxmlformats.org/officeDocument/2006/relationships/customXml" Target="../ink/ink645.xml"/><Relationship Id="rId23" Type="http://schemas.openxmlformats.org/officeDocument/2006/relationships/image" Target="../media/image658.png"/><Relationship Id="rId28" Type="http://schemas.openxmlformats.org/officeDocument/2006/relationships/customXml" Target="../ink/ink656.xml"/><Relationship Id="rId49" Type="http://schemas.openxmlformats.org/officeDocument/2006/relationships/image" Target="../media/image671.png"/><Relationship Id="rId114" Type="http://schemas.openxmlformats.org/officeDocument/2006/relationships/customXml" Target="../ink/ink699.xml"/><Relationship Id="rId119" Type="http://schemas.openxmlformats.org/officeDocument/2006/relationships/image" Target="../media/image706.png"/><Relationship Id="rId44" Type="http://schemas.openxmlformats.org/officeDocument/2006/relationships/customXml" Target="../ink/ink664.xml"/><Relationship Id="rId60" Type="http://schemas.openxmlformats.org/officeDocument/2006/relationships/customXml" Target="../ink/ink672.xml"/><Relationship Id="rId65" Type="http://schemas.openxmlformats.org/officeDocument/2006/relationships/image" Target="../media/image679.png"/><Relationship Id="rId81" Type="http://schemas.openxmlformats.org/officeDocument/2006/relationships/image" Target="../media/image687.png"/><Relationship Id="rId86" Type="http://schemas.openxmlformats.org/officeDocument/2006/relationships/customXml" Target="../ink/ink685.xml"/><Relationship Id="rId130" Type="http://schemas.openxmlformats.org/officeDocument/2006/relationships/customXml" Target="../ink/ink707.xml"/><Relationship Id="rId135" Type="http://schemas.openxmlformats.org/officeDocument/2006/relationships/image" Target="../media/image714.png"/><Relationship Id="rId13" Type="http://schemas.openxmlformats.org/officeDocument/2006/relationships/image" Target="../media/image653.png"/><Relationship Id="rId18" Type="http://schemas.openxmlformats.org/officeDocument/2006/relationships/customXml" Target="../ink/ink651.xml"/><Relationship Id="rId39" Type="http://schemas.openxmlformats.org/officeDocument/2006/relationships/image" Target="../media/image666.png"/><Relationship Id="rId109" Type="http://schemas.openxmlformats.org/officeDocument/2006/relationships/image" Target="../media/image701.png"/><Relationship Id="rId34" Type="http://schemas.openxmlformats.org/officeDocument/2006/relationships/customXml" Target="../ink/ink659.xml"/><Relationship Id="rId50" Type="http://schemas.openxmlformats.org/officeDocument/2006/relationships/customXml" Target="../ink/ink667.xml"/><Relationship Id="rId55" Type="http://schemas.openxmlformats.org/officeDocument/2006/relationships/image" Target="../media/image674.png"/><Relationship Id="rId76" Type="http://schemas.openxmlformats.org/officeDocument/2006/relationships/customXml" Target="../ink/ink680.xml"/><Relationship Id="rId97" Type="http://schemas.openxmlformats.org/officeDocument/2006/relationships/image" Target="../media/image695.png"/><Relationship Id="rId104" Type="http://schemas.openxmlformats.org/officeDocument/2006/relationships/customXml" Target="../ink/ink694.xml"/><Relationship Id="rId120" Type="http://schemas.openxmlformats.org/officeDocument/2006/relationships/customXml" Target="../ink/ink702.xml"/><Relationship Id="rId125" Type="http://schemas.openxmlformats.org/officeDocument/2006/relationships/image" Target="../media/image709.png"/><Relationship Id="rId141" Type="http://schemas.openxmlformats.org/officeDocument/2006/relationships/image" Target="../media/image717.png"/><Relationship Id="rId146" Type="http://schemas.openxmlformats.org/officeDocument/2006/relationships/customXml" Target="../ink/ink715.xml"/><Relationship Id="rId7" Type="http://schemas.openxmlformats.org/officeDocument/2006/relationships/image" Target="../media/image650.png"/><Relationship Id="rId71" Type="http://schemas.openxmlformats.org/officeDocument/2006/relationships/image" Target="../media/image682.png"/><Relationship Id="rId92" Type="http://schemas.openxmlformats.org/officeDocument/2006/relationships/customXml" Target="../ink/ink688.xml"/><Relationship Id="rId2" Type="http://schemas.openxmlformats.org/officeDocument/2006/relationships/customXml" Target="../ink/ink643.xml"/><Relationship Id="rId29" Type="http://schemas.openxmlformats.org/officeDocument/2006/relationships/image" Target="../media/image661.png"/><Relationship Id="rId24" Type="http://schemas.openxmlformats.org/officeDocument/2006/relationships/customXml" Target="../ink/ink654.xml"/><Relationship Id="rId40" Type="http://schemas.openxmlformats.org/officeDocument/2006/relationships/customXml" Target="../ink/ink662.xml"/><Relationship Id="rId45" Type="http://schemas.openxmlformats.org/officeDocument/2006/relationships/image" Target="../media/image669.png"/><Relationship Id="rId66" Type="http://schemas.openxmlformats.org/officeDocument/2006/relationships/customXml" Target="../ink/ink675.xml"/><Relationship Id="rId87" Type="http://schemas.openxmlformats.org/officeDocument/2006/relationships/image" Target="../media/image690.png"/><Relationship Id="rId110" Type="http://schemas.openxmlformats.org/officeDocument/2006/relationships/customXml" Target="../ink/ink697.xml"/><Relationship Id="rId115" Type="http://schemas.openxmlformats.org/officeDocument/2006/relationships/image" Target="../media/image704.png"/><Relationship Id="rId131" Type="http://schemas.openxmlformats.org/officeDocument/2006/relationships/image" Target="../media/image712.png"/><Relationship Id="rId136" Type="http://schemas.openxmlformats.org/officeDocument/2006/relationships/customXml" Target="../ink/ink710.xml"/><Relationship Id="rId61" Type="http://schemas.openxmlformats.org/officeDocument/2006/relationships/image" Target="../media/image677.png"/><Relationship Id="rId82" Type="http://schemas.openxmlformats.org/officeDocument/2006/relationships/customXml" Target="../ink/ink683.xml"/><Relationship Id="rId19" Type="http://schemas.openxmlformats.org/officeDocument/2006/relationships/image" Target="../media/image656.png"/><Relationship Id="rId14" Type="http://schemas.openxmlformats.org/officeDocument/2006/relationships/customXml" Target="../ink/ink649.xml"/><Relationship Id="rId30" Type="http://schemas.openxmlformats.org/officeDocument/2006/relationships/customXml" Target="../ink/ink657.xml"/><Relationship Id="rId35" Type="http://schemas.openxmlformats.org/officeDocument/2006/relationships/image" Target="../media/image664.png"/><Relationship Id="rId56" Type="http://schemas.openxmlformats.org/officeDocument/2006/relationships/customXml" Target="../ink/ink670.xml"/><Relationship Id="rId77" Type="http://schemas.openxmlformats.org/officeDocument/2006/relationships/image" Target="../media/image685.png"/><Relationship Id="rId100" Type="http://schemas.openxmlformats.org/officeDocument/2006/relationships/customXml" Target="../ink/ink692.xml"/><Relationship Id="rId105" Type="http://schemas.openxmlformats.org/officeDocument/2006/relationships/image" Target="../media/image699.png"/><Relationship Id="rId126" Type="http://schemas.openxmlformats.org/officeDocument/2006/relationships/customXml" Target="../ink/ink705.xml"/><Relationship Id="rId147" Type="http://schemas.openxmlformats.org/officeDocument/2006/relationships/image" Target="../media/image720.png"/><Relationship Id="rId8" Type="http://schemas.openxmlformats.org/officeDocument/2006/relationships/customXml" Target="../ink/ink646.xml"/><Relationship Id="rId51" Type="http://schemas.openxmlformats.org/officeDocument/2006/relationships/image" Target="../media/image672.png"/><Relationship Id="rId72" Type="http://schemas.openxmlformats.org/officeDocument/2006/relationships/customXml" Target="../ink/ink678.xml"/><Relationship Id="rId93" Type="http://schemas.openxmlformats.org/officeDocument/2006/relationships/image" Target="../media/image693.png"/><Relationship Id="rId98" Type="http://schemas.openxmlformats.org/officeDocument/2006/relationships/customXml" Target="../ink/ink691.xml"/><Relationship Id="rId121" Type="http://schemas.openxmlformats.org/officeDocument/2006/relationships/image" Target="../media/image707.png"/><Relationship Id="rId142" Type="http://schemas.openxmlformats.org/officeDocument/2006/relationships/customXml" Target="../ink/ink713.xml"/><Relationship Id="rId3" Type="http://schemas.openxmlformats.org/officeDocument/2006/relationships/image" Target="../media/image648.png"/><Relationship Id="rId25" Type="http://schemas.openxmlformats.org/officeDocument/2006/relationships/image" Target="../media/image659.png"/><Relationship Id="rId46" Type="http://schemas.openxmlformats.org/officeDocument/2006/relationships/customXml" Target="../ink/ink665.xml"/><Relationship Id="rId67" Type="http://schemas.openxmlformats.org/officeDocument/2006/relationships/image" Target="../media/image680.png"/><Relationship Id="rId116" Type="http://schemas.openxmlformats.org/officeDocument/2006/relationships/customXml" Target="../ink/ink700.xml"/><Relationship Id="rId137" Type="http://schemas.openxmlformats.org/officeDocument/2006/relationships/image" Target="../media/image715.png"/><Relationship Id="rId20" Type="http://schemas.openxmlformats.org/officeDocument/2006/relationships/customXml" Target="../ink/ink652.xml"/><Relationship Id="rId41" Type="http://schemas.openxmlformats.org/officeDocument/2006/relationships/image" Target="../media/image667.png"/><Relationship Id="rId62" Type="http://schemas.openxmlformats.org/officeDocument/2006/relationships/customXml" Target="../ink/ink673.xml"/><Relationship Id="rId83" Type="http://schemas.openxmlformats.org/officeDocument/2006/relationships/image" Target="../media/image688.png"/><Relationship Id="rId88" Type="http://schemas.openxmlformats.org/officeDocument/2006/relationships/customXml" Target="../ink/ink686.xml"/><Relationship Id="rId111" Type="http://schemas.openxmlformats.org/officeDocument/2006/relationships/image" Target="../media/image702.png"/><Relationship Id="rId132" Type="http://schemas.openxmlformats.org/officeDocument/2006/relationships/customXml" Target="../ink/ink708.xml"/><Relationship Id="rId15" Type="http://schemas.openxmlformats.org/officeDocument/2006/relationships/image" Target="../media/image654.png"/><Relationship Id="rId36" Type="http://schemas.openxmlformats.org/officeDocument/2006/relationships/customXml" Target="../ink/ink660.xml"/><Relationship Id="rId57" Type="http://schemas.openxmlformats.org/officeDocument/2006/relationships/image" Target="../media/image675.png"/><Relationship Id="rId106" Type="http://schemas.openxmlformats.org/officeDocument/2006/relationships/customXml" Target="../ink/ink695.xml"/><Relationship Id="rId127" Type="http://schemas.openxmlformats.org/officeDocument/2006/relationships/image" Target="../media/image710.png"/><Relationship Id="rId10" Type="http://schemas.openxmlformats.org/officeDocument/2006/relationships/customXml" Target="../ink/ink647.xml"/><Relationship Id="rId31" Type="http://schemas.openxmlformats.org/officeDocument/2006/relationships/image" Target="../media/image662.png"/><Relationship Id="rId52" Type="http://schemas.openxmlformats.org/officeDocument/2006/relationships/customXml" Target="../ink/ink668.xml"/><Relationship Id="rId73" Type="http://schemas.openxmlformats.org/officeDocument/2006/relationships/image" Target="../media/image683.png"/><Relationship Id="rId78" Type="http://schemas.openxmlformats.org/officeDocument/2006/relationships/customXml" Target="../ink/ink681.xml"/><Relationship Id="rId94" Type="http://schemas.openxmlformats.org/officeDocument/2006/relationships/customXml" Target="../ink/ink689.xml"/><Relationship Id="rId99" Type="http://schemas.openxmlformats.org/officeDocument/2006/relationships/image" Target="../media/image696.png"/><Relationship Id="rId101" Type="http://schemas.openxmlformats.org/officeDocument/2006/relationships/image" Target="../media/image697.png"/><Relationship Id="rId122" Type="http://schemas.openxmlformats.org/officeDocument/2006/relationships/customXml" Target="../ink/ink703.xml"/><Relationship Id="rId143" Type="http://schemas.openxmlformats.org/officeDocument/2006/relationships/image" Target="../media/image718.png"/><Relationship Id="rId148" Type="http://schemas.openxmlformats.org/officeDocument/2006/relationships/customXml" Target="../ink/ink716.xml"/><Relationship Id="rId4" Type="http://schemas.openxmlformats.org/officeDocument/2006/relationships/customXml" Target="../ink/ink644.xml"/><Relationship Id="rId9" Type="http://schemas.openxmlformats.org/officeDocument/2006/relationships/image" Target="../media/image651.png"/><Relationship Id="rId26" Type="http://schemas.openxmlformats.org/officeDocument/2006/relationships/customXml" Target="../ink/ink655.xml"/><Relationship Id="rId47" Type="http://schemas.openxmlformats.org/officeDocument/2006/relationships/image" Target="../media/image670.png"/><Relationship Id="rId68" Type="http://schemas.openxmlformats.org/officeDocument/2006/relationships/customXml" Target="../ink/ink676.xml"/><Relationship Id="rId89" Type="http://schemas.openxmlformats.org/officeDocument/2006/relationships/image" Target="../media/image691.png"/><Relationship Id="rId112" Type="http://schemas.openxmlformats.org/officeDocument/2006/relationships/customXml" Target="../ink/ink698.xml"/><Relationship Id="rId133" Type="http://schemas.openxmlformats.org/officeDocument/2006/relationships/image" Target="../media/image713.png"/><Relationship Id="rId16" Type="http://schemas.openxmlformats.org/officeDocument/2006/relationships/customXml" Target="../ink/ink650.xml"/><Relationship Id="rId37" Type="http://schemas.openxmlformats.org/officeDocument/2006/relationships/image" Target="../media/image665.png"/><Relationship Id="rId58" Type="http://schemas.openxmlformats.org/officeDocument/2006/relationships/customXml" Target="../ink/ink671.xml"/><Relationship Id="rId79" Type="http://schemas.openxmlformats.org/officeDocument/2006/relationships/image" Target="../media/image686.png"/><Relationship Id="rId102" Type="http://schemas.openxmlformats.org/officeDocument/2006/relationships/customXml" Target="../ink/ink693.xml"/><Relationship Id="rId123" Type="http://schemas.openxmlformats.org/officeDocument/2006/relationships/image" Target="../media/image708.png"/><Relationship Id="rId144" Type="http://schemas.openxmlformats.org/officeDocument/2006/relationships/customXml" Target="../ink/ink714.xml"/><Relationship Id="rId90" Type="http://schemas.openxmlformats.org/officeDocument/2006/relationships/customXml" Target="../ink/ink687.xml"/></Relationships>
</file>

<file path=ppt/slides/_rels/slide17.xml.rels><?xml version="1.0" encoding="UTF-8" standalone="yes"?>
<Relationships xmlns="http://schemas.openxmlformats.org/package/2006/relationships"><Relationship Id="rId117" Type="http://schemas.openxmlformats.org/officeDocument/2006/relationships/image" Target="../media/image779.png"/><Relationship Id="rId21" Type="http://schemas.openxmlformats.org/officeDocument/2006/relationships/image" Target="../media/image731.png"/><Relationship Id="rId42" Type="http://schemas.openxmlformats.org/officeDocument/2006/relationships/customXml" Target="../ink/ink738.xml"/><Relationship Id="rId63" Type="http://schemas.openxmlformats.org/officeDocument/2006/relationships/image" Target="../media/image752.png"/><Relationship Id="rId84" Type="http://schemas.openxmlformats.org/officeDocument/2006/relationships/customXml" Target="../ink/ink759.xml"/><Relationship Id="rId138" Type="http://schemas.openxmlformats.org/officeDocument/2006/relationships/customXml" Target="../ink/ink786.xml"/><Relationship Id="rId159" Type="http://schemas.openxmlformats.org/officeDocument/2006/relationships/image" Target="../media/image800.png"/><Relationship Id="rId170" Type="http://schemas.openxmlformats.org/officeDocument/2006/relationships/customXml" Target="../ink/ink802.xml"/><Relationship Id="rId191" Type="http://schemas.openxmlformats.org/officeDocument/2006/relationships/image" Target="../media/image816.png"/><Relationship Id="rId205" Type="http://schemas.openxmlformats.org/officeDocument/2006/relationships/image" Target="../media/image823.png"/><Relationship Id="rId107" Type="http://schemas.openxmlformats.org/officeDocument/2006/relationships/image" Target="../media/image774.png"/><Relationship Id="rId11" Type="http://schemas.openxmlformats.org/officeDocument/2006/relationships/image" Target="../media/image726.png"/><Relationship Id="rId32" Type="http://schemas.openxmlformats.org/officeDocument/2006/relationships/customXml" Target="../ink/ink733.xml"/><Relationship Id="rId53" Type="http://schemas.openxmlformats.org/officeDocument/2006/relationships/image" Target="../media/image747.png"/><Relationship Id="rId74" Type="http://schemas.openxmlformats.org/officeDocument/2006/relationships/customXml" Target="../ink/ink754.xml"/><Relationship Id="rId128" Type="http://schemas.openxmlformats.org/officeDocument/2006/relationships/customXml" Target="../ink/ink781.xml"/><Relationship Id="rId149" Type="http://schemas.openxmlformats.org/officeDocument/2006/relationships/image" Target="../media/image795.png"/><Relationship Id="rId5" Type="http://schemas.openxmlformats.org/officeDocument/2006/relationships/image" Target="../media/image723.png"/><Relationship Id="rId95" Type="http://schemas.openxmlformats.org/officeDocument/2006/relationships/image" Target="../media/image768.png"/><Relationship Id="rId160" Type="http://schemas.openxmlformats.org/officeDocument/2006/relationships/customXml" Target="../ink/ink797.xml"/><Relationship Id="rId181" Type="http://schemas.openxmlformats.org/officeDocument/2006/relationships/image" Target="../media/image811.png"/><Relationship Id="rId216" Type="http://schemas.openxmlformats.org/officeDocument/2006/relationships/customXml" Target="../ink/ink825.xml"/><Relationship Id="rId22" Type="http://schemas.openxmlformats.org/officeDocument/2006/relationships/customXml" Target="../ink/ink728.xml"/><Relationship Id="rId43" Type="http://schemas.openxmlformats.org/officeDocument/2006/relationships/image" Target="../media/image742.png"/><Relationship Id="rId64" Type="http://schemas.openxmlformats.org/officeDocument/2006/relationships/customXml" Target="../ink/ink749.xml"/><Relationship Id="rId118" Type="http://schemas.openxmlformats.org/officeDocument/2006/relationships/customXml" Target="../ink/ink776.xml"/><Relationship Id="rId139" Type="http://schemas.openxmlformats.org/officeDocument/2006/relationships/image" Target="../media/image790.png"/><Relationship Id="rId85" Type="http://schemas.openxmlformats.org/officeDocument/2006/relationships/image" Target="../media/image763.png"/><Relationship Id="rId150" Type="http://schemas.openxmlformats.org/officeDocument/2006/relationships/customXml" Target="../ink/ink792.xml"/><Relationship Id="rId171" Type="http://schemas.openxmlformats.org/officeDocument/2006/relationships/image" Target="../media/image806.png"/><Relationship Id="rId192" Type="http://schemas.openxmlformats.org/officeDocument/2006/relationships/customXml" Target="../ink/ink813.xml"/><Relationship Id="rId206" Type="http://schemas.openxmlformats.org/officeDocument/2006/relationships/customXml" Target="../ink/ink820.xml"/><Relationship Id="rId12" Type="http://schemas.openxmlformats.org/officeDocument/2006/relationships/customXml" Target="../ink/ink723.xml"/><Relationship Id="rId33" Type="http://schemas.openxmlformats.org/officeDocument/2006/relationships/image" Target="../media/image737.png"/><Relationship Id="rId108" Type="http://schemas.openxmlformats.org/officeDocument/2006/relationships/customXml" Target="../ink/ink771.xml"/><Relationship Id="rId129" Type="http://schemas.openxmlformats.org/officeDocument/2006/relationships/image" Target="../media/image785.png"/><Relationship Id="rId54" Type="http://schemas.openxmlformats.org/officeDocument/2006/relationships/customXml" Target="../ink/ink744.xml"/><Relationship Id="rId75" Type="http://schemas.openxmlformats.org/officeDocument/2006/relationships/image" Target="../media/image758.png"/><Relationship Id="rId96" Type="http://schemas.openxmlformats.org/officeDocument/2006/relationships/customXml" Target="../ink/ink765.xml"/><Relationship Id="rId140" Type="http://schemas.openxmlformats.org/officeDocument/2006/relationships/customXml" Target="../ink/ink787.xml"/><Relationship Id="rId161" Type="http://schemas.openxmlformats.org/officeDocument/2006/relationships/image" Target="../media/image801.png"/><Relationship Id="rId182" Type="http://schemas.openxmlformats.org/officeDocument/2006/relationships/customXml" Target="../ink/ink808.xml"/><Relationship Id="rId217" Type="http://schemas.openxmlformats.org/officeDocument/2006/relationships/image" Target="../media/image829.png"/><Relationship Id="rId6" Type="http://schemas.openxmlformats.org/officeDocument/2006/relationships/customXml" Target="../ink/ink720.xml"/><Relationship Id="rId23" Type="http://schemas.openxmlformats.org/officeDocument/2006/relationships/image" Target="../media/image732.png"/><Relationship Id="rId119" Type="http://schemas.openxmlformats.org/officeDocument/2006/relationships/image" Target="../media/image780.png"/><Relationship Id="rId44" Type="http://schemas.openxmlformats.org/officeDocument/2006/relationships/customXml" Target="../ink/ink739.xml"/><Relationship Id="rId65" Type="http://schemas.openxmlformats.org/officeDocument/2006/relationships/image" Target="../media/image753.png"/><Relationship Id="rId86" Type="http://schemas.openxmlformats.org/officeDocument/2006/relationships/customXml" Target="../ink/ink760.xml"/><Relationship Id="rId130" Type="http://schemas.openxmlformats.org/officeDocument/2006/relationships/customXml" Target="../ink/ink782.xml"/><Relationship Id="rId151" Type="http://schemas.openxmlformats.org/officeDocument/2006/relationships/image" Target="../media/image796.png"/><Relationship Id="rId172" Type="http://schemas.openxmlformats.org/officeDocument/2006/relationships/customXml" Target="../ink/ink803.xml"/><Relationship Id="rId193" Type="http://schemas.openxmlformats.org/officeDocument/2006/relationships/image" Target="../media/image817.png"/><Relationship Id="rId207" Type="http://schemas.openxmlformats.org/officeDocument/2006/relationships/image" Target="../media/image824.png"/><Relationship Id="rId13" Type="http://schemas.openxmlformats.org/officeDocument/2006/relationships/image" Target="../media/image727.png"/><Relationship Id="rId109" Type="http://schemas.openxmlformats.org/officeDocument/2006/relationships/image" Target="../media/image775.png"/><Relationship Id="rId34" Type="http://schemas.openxmlformats.org/officeDocument/2006/relationships/customXml" Target="../ink/ink734.xml"/><Relationship Id="rId55" Type="http://schemas.openxmlformats.org/officeDocument/2006/relationships/image" Target="../media/image748.png"/><Relationship Id="rId76" Type="http://schemas.openxmlformats.org/officeDocument/2006/relationships/customXml" Target="../ink/ink755.xml"/><Relationship Id="rId97" Type="http://schemas.openxmlformats.org/officeDocument/2006/relationships/image" Target="../media/image769.png"/><Relationship Id="rId120" Type="http://schemas.openxmlformats.org/officeDocument/2006/relationships/customXml" Target="../ink/ink777.xml"/><Relationship Id="rId141" Type="http://schemas.openxmlformats.org/officeDocument/2006/relationships/image" Target="../media/image791.png"/><Relationship Id="rId7" Type="http://schemas.openxmlformats.org/officeDocument/2006/relationships/image" Target="../media/image724.png"/><Relationship Id="rId162" Type="http://schemas.openxmlformats.org/officeDocument/2006/relationships/customXml" Target="../ink/ink798.xml"/><Relationship Id="rId183" Type="http://schemas.openxmlformats.org/officeDocument/2006/relationships/image" Target="../media/image812.png"/><Relationship Id="rId218" Type="http://schemas.openxmlformats.org/officeDocument/2006/relationships/customXml" Target="../ink/ink826.xml"/><Relationship Id="rId24" Type="http://schemas.openxmlformats.org/officeDocument/2006/relationships/customXml" Target="../ink/ink729.xml"/><Relationship Id="rId45" Type="http://schemas.openxmlformats.org/officeDocument/2006/relationships/image" Target="../media/image743.png"/><Relationship Id="rId66" Type="http://schemas.openxmlformats.org/officeDocument/2006/relationships/customXml" Target="../ink/ink750.xml"/><Relationship Id="rId87" Type="http://schemas.openxmlformats.org/officeDocument/2006/relationships/image" Target="../media/image764.png"/><Relationship Id="rId110" Type="http://schemas.openxmlformats.org/officeDocument/2006/relationships/customXml" Target="../ink/ink772.xml"/><Relationship Id="rId131" Type="http://schemas.openxmlformats.org/officeDocument/2006/relationships/image" Target="../media/image786.png"/><Relationship Id="rId152" Type="http://schemas.openxmlformats.org/officeDocument/2006/relationships/customXml" Target="../ink/ink793.xml"/><Relationship Id="rId173" Type="http://schemas.openxmlformats.org/officeDocument/2006/relationships/image" Target="../media/image807.png"/><Relationship Id="rId194" Type="http://schemas.openxmlformats.org/officeDocument/2006/relationships/customXml" Target="../ink/ink814.xml"/><Relationship Id="rId208" Type="http://schemas.openxmlformats.org/officeDocument/2006/relationships/customXml" Target="../ink/ink821.xml"/><Relationship Id="rId14" Type="http://schemas.openxmlformats.org/officeDocument/2006/relationships/customXml" Target="../ink/ink724.xml"/><Relationship Id="rId35" Type="http://schemas.openxmlformats.org/officeDocument/2006/relationships/image" Target="../media/image738.png"/><Relationship Id="rId56" Type="http://schemas.openxmlformats.org/officeDocument/2006/relationships/customXml" Target="../ink/ink745.xml"/><Relationship Id="rId77" Type="http://schemas.openxmlformats.org/officeDocument/2006/relationships/image" Target="../media/image759.png"/><Relationship Id="rId100" Type="http://schemas.openxmlformats.org/officeDocument/2006/relationships/customXml" Target="../ink/ink767.xml"/><Relationship Id="rId8" Type="http://schemas.openxmlformats.org/officeDocument/2006/relationships/customXml" Target="../ink/ink721.xml"/><Relationship Id="rId51" Type="http://schemas.openxmlformats.org/officeDocument/2006/relationships/image" Target="../media/image746.png"/><Relationship Id="rId72" Type="http://schemas.openxmlformats.org/officeDocument/2006/relationships/customXml" Target="../ink/ink753.xml"/><Relationship Id="rId93" Type="http://schemas.openxmlformats.org/officeDocument/2006/relationships/image" Target="../media/image767.png"/><Relationship Id="rId98" Type="http://schemas.openxmlformats.org/officeDocument/2006/relationships/customXml" Target="../ink/ink766.xml"/><Relationship Id="rId121" Type="http://schemas.openxmlformats.org/officeDocument/2006/relationships/image" Target="../media/image781.png"/><Relationship Id="rId142" Type="http://schemas.openxmlformats.org/officeDocument/2006/relationships/customXml" Target="../ink/ink788.xml"/><Relationship Id="rId163" Type="http://schemas.openxmlformats.org/officeDocument/2006/relationships/image" Target="../media/image802.png"/><Relationship Id="rId184" Type="http://schemas.openxmlformats.org/officeDocument/2006/relationships/customXml" Target="../ink/ink809.xml"/><Relationship Id="rId189" Type="http://schemas.openxmlformats.org/officeDocument/2006/relationships/image" Target="../media/image815.png"/><Relationship Id="rId219" Type="http://schemas.openxmlformats.org/officeDocument/2006/relationships/image" Target="../media/image830.png"/><Relationship Id="rId3" Type="http://schemas.openxmlformats.org/officeDocument/2006/relationships/image" Target="../media/image722.png"/><Relationship Id="rId214" Type="http://schemas.openxmlformats.org/officeDocument/2006/relationships/customXml" Target="../ink/ink824.xml"/><Relationship Id="rId25" Type="http://schemas.openxmlformats.org/officeDocument/2006/relationships/image" Target="../media/image733.png"/><Relationship Id="rId46" Type="http://schemas.openxmlformats.org/officeDocument/2006/relationships/customXml" Target="../ink/ink740.xml"/><Relationship Id="rId67" Type="http://schemas.openxmlformats.org/officeDocument/2006/relationships/image" Target="../media/image754.png"/><Relationship Id="rId116" Type="http://schemas.openxmlformats.org/officeDocument/2006/relationships/customXml" Target="../ink/ink775.xml"/><Relationship Id="rId137" Type="http://schemas.openxmlformats.org/officeDocument/2006/relationships/image" Target="../media/image789.png"/><Relationship Id="rId158" Type="http://schemas.openxmlformats.org/officeDocument/2006/relationships/customXml" Target="../ink/ink796.xml"/><Relationship Id="rId20" Type="http://schemas.openxmlformats.org/officeDocument/2006/relationships/customXml" Target="../ink/ink727.xml"/><Relationship Id="rId41" Type="http://schemas.openxmlformats.org/officeDocument/2006/relationships/image" Target="../media/image741.png"/><Relationship Id="rId62" Type="http://schemas.openxmlformats.org/officeDocument/2006/relationships/customXml" Target="../ink/ink748.xml"/><Relationship Id="rId83" Type="http://schemas.openxmlformats.org/officeDocument/2006/relationships/image" Target="../media/image762.png"/><Relationship Id="rId88" Type="http://schemas.openxmlformats.org/officeDocument/2006/relationships/customXml" Target="../ink/ink761.xml"/><Relationship Id="rId111" Type="http://schemas.openxmlformats.org/officeDocument/2006/relationships/image" Target="../media/image776.png"/><Relationship Id="rId132" Type="http://schemas.openxmlformats.org/officeDocument/2006/relationships/customXml" Target="../ink/ink783.xml"/><Relationship Id="rId153" Type="http://schemas.openxmlformats.org/officeDocument/2006/relationships/image" Target="../media/image797.png"/><Relationship Id="rId174" Type="http://schemas.openxmlformats.org/officeDocument/2006/relationships/customXml" Target="../ink/ink804.xml"/><Relationship Id="rId179" Type="http://schemas.openxmlformats.org/officeDocument/2006/relationships/image" Target="../media/image810.png"/><Relationship Id="rId195" Type="http://schemas.openxmlformats.org/officeDocument/2006/relationships/image" Target="../media/image818.png"/><Relationship Id="rId209" Type="http://schemas.openxmlformats.org/officeDocument/2006/relationships/image" Target="../media/image825.png"/><Relationship Id="rId190" Type="http://schemas.openxmlformats.org/officeDocument/2006/relationships/customXml" Target="../ink/ink812.xml"/><Relationship Id="rId204" Type="http://schemas.openxmlformats.org/officeDocument/2006/relationships/customXml" Target="../ink/ink819.xml"/><Relationship Id="rId220" Type="http://schemas.openxmlformats.org/officeDocument/2006/relationships/customXml" Target="../ink/ink827.xml"/><Relationship Id="rId15" Type="http://schemas.openxmlformats.org/officeDocument/2006/relationships/image" Target="../media/image728.png"/><Relationship Id="rId36" Type="http://schemas.openxmlformats.org/officeDocument/2006/relationships/customXml" Target="../ink/ink735.xml"/><Relationship Id="rId57" Type="http://schemas.openxmlformats.org/officeDocument/2006/relationships/image" Target="../media/image749.png"/><Relationship Id="rId106" Type="http://schemas.openxmlformats.org/officeDocument/2006/relationships/customXml" Target="../ink/ink770.xml"/><Relationship Id="rId127" Type="http://schemas.openxmlformats.org/officeDocument/2006/relationships/image" Target="../media/image784.png"/><Relationship Id="rId10" Type="http://schemas.openxmlformats.org/officeDocument/2006/relationships/customXml" Target="../ink/ink722.xml"/><Relationship Id="rId31" Type="http://schemas.openxmlformats.org/officeDocument/2006/relationships/image" Target="../media/image736.png"/><Relationship Id="rId52" Type="http://schemas.openxmlformats.org/officeDocument/2006/relationships/customXml" Target="../ink/ink743.xml"/><Relationship Id="rId73" Type="http://schemas.openxmlformats.org/officeDocument/2006/relationships/image" Target="../media/image757.png"/><Relationship Id="rId78" Type="http://schemas.openxmlformats.org/officeDocument/2006/relationships/customXml" Target="../ink/ink756.xml"/><Relationship Id="rId94" Type="http://schemas.openxmlformats.org/officeDocument/2006/relationships/customXml" Target="../ink/ink764.xml"/><Relationship Id="rId99" Type="http://schemas.openxmlformats.org/officeDocument/2006/relationships/image" Target="../media/image770.png"/><Relationship Id="rId101" Type="http://schemas.openxmlformats.org/officeDocument/2006/relationships/image" Target="../media/image771.png"/><Relationship Id="rId122" Type="http://schemas.openxmlformats.org/officeDocument/2006/relationships/customXml" Target="../ink/ink778.xml"/><Relationship Id="rId143" Type="http://schemas.openxmlformats.org/officeDocument/2006/relationships/image" Target="../media/image792.png"/><Relationship Id="rId148" Type="http://schemas.openxmlformats.org/officeDocument/2006/relationships/customXml" Target="../ink/ink791.xml"/><Relationship Id="rId164" Type="http://schemas.openxmlformats.org/officeDocument/2006/relationships/customXml" Target="../ink/ink799.xml"/><Relationship Id="rId169" Type="http://schemas.openxmlformats.org/officeDocument/2006/relationships/image" Target="../media/image805.png"/><Relationship Id="rId185" Type="http://schemas.openxmlformats.org/officeDocument/2006/relationships/image" Target="../media/image813.png"/><Relationship Id="rId4" Type="http://schemas.openxmlformats.org/officeDocument/2006/relationships/customXml" Target="../ink/ink719.xml"/><Relationship Id="rId9" Type="http://schemas.openxmlformats.org/officeDocument/2006/relationships/image" Target="../media/image725.png"/><Relationship Id="rId180" Type="http://schemas.openxmlformats.org/officeDocument/2006/relationships/customXml" Target="../ink/ink807.xml"/><Relationship Id="rId210" Type="http://schemas.openxmlformats.org/officeDocument/2006/relationships/customXml" Target="../ink/ink822.xml"/><Relationship Id="rId215" Type="http://schemas.openxmlformats.org/officeDocument/2006/relationships/image" Target="../media/image828.png"/><Relationship Id="rId26" Type="http://schemas.openxmlformats.org/officeDocument/2006/relationships/customXml" Target="../ink/ink730.xml"/><Relationship Id="rId47" Type="http://schemas.openxmlformats.org/officeDocument/2006/relationships/image" Target="../media/image744.png"/><Relationship Id="rId68" Type="http://schemas.openxmlformats.org/officeDocument/2006/relationships/customXml" Target="../ink/ink751.xml"/><Relationship Id="rId89" Type="http://schemas.openxmlformats.org/officeDocument/2006/relationships/image" Target="../media/image765.png"/><Relationship Id="rId112" Type="http://schemas.openxmlformats.org/officeDocument/2006/relationships/customXml" Target="../ink/ink773.xml"/><Relationship Id="rId133" Type="http://schemas.openxmlformats.org/officeDocument/2006/relationships/image" Target="../media/image787.png"/><Relationship Id="rId154" Type="http://schemas.openxmlformats.org/officeDocument/2006/relationships/customXml" Target="../ink/ink794.xml"/><Relationship Id="rId175" Type="http://schemas.openxmlformats.org/officeDocument/2006/relationships/image" Target="../media/image808.png"/><Relationship Id="rId196" Type="http://schemas.openxmlformats.org/officeDocument/2006/relationships/customXml" Target="../ink/ink815.xml"/><Relationship Id="rId200" Type="http://schemas.openxmlformats.org/officeDocument/2006/relationships/customXml" Target="../ink/ink817.xml"/><Relationship Id="rId16" Type="http://schemas.openxmlformats.org/officeDocument/2006/relationships/customXml" Target="../ink/ink725.xml"/><Relationship Id="rId221" Type="http://schemas.openxmlformats.org/officeDocument/2006/relationships/image" Target="../media/image831.png"/><Relationship Id="rId37" Type="http://schemas.openxmlformats.org/officeDocument/2006/relationships/image" Target="../media/image739.png"/><Relationship Id="rId58" Type="http://schemas.openxmlformats.org/officeDocument/2006/relationships/customXml" Target="../ink/ink746.xml"/><Relationship Id="rId79" Type="http://schemas.openxmlformats.org/officeDocument/2006/relationships/image" Target="../media/image760.png"/><Relationship Id="rId102" Type="http://schemas.openxmlformats.org/officeDocument/2006/relationships/customXml" Target="../ink/ink768.xml"/><Relationship Id="rId123" Type="http://schemas.openxmlformats.org/officeDocument/2006/relationships/image" Target="../media/image782.png"/><Relationship Id="rId144" Type="http://schemas.openxmlformats.org/officeDocument/2006/relationships/customXml" Target="../ink/ink789.xml"/><Relationship Id="rId90" Type="http://schemas.openxmlformats.org/officeDocument/2006/relationships/customXml" Target="../ink/ink762.xml"/><Relationship Id="rId165" Type="http://schemas.openxmlformats.org/officeDocument/2006/relationships/image" Target="../media/image803.png"/><Relationship Id="rId186" Type="http://schemas.openxmlformats.org/officeDocument/2006/relationships/customXml" Target="../ink/ink810.xml"/><Relationship Id="rId211" Type="http://schemas.openxmlformats.org/officeDocument/2006/relationships/image" Target="../media/image826.png"/><Relationship Id="rId27" Type="http://schemas.openxmlformats.org/officeDocument/2006/relationships/image" Target="../media/image734.png"/><Relationship Id="rId48" Type="http://schemas.openxmlformats.org/officeDocument/2006/relationships/customXml" Target="../ink/ink741.xml"/><Relationship Id="rId69" Type="http://schemas.openxmlformats.org/officeDocument/2006/relationships/image" Target="../media/image755.png"/><Relationship Id="rId113" Type="http://schemas.openxmlformats.org/officeDocument/2006/relationships/image" Target="../media/image777.png"/><Relationship Id="rId134" Type="http://schemas.openxmlformats.org/officeDocument/2006/relationships/customXml" Target="../ink/ink784.xml"/><Relationship Id="rId80" Type="http://schemas.openxmlformats.org/officeDocument/2006/relationships/customXml" Target="../ink/ink757.xml"/><Relationship Id="rId155" Type="http://schemas.openxmlformats.org/officeDocument/2006/relationships/image" Target="../media/image798.png"/><Relationship Id="rId176" Type="http://schemas.openxmlformats.org/officeDocument/2006/relationships/customXml" Target="../ink/ink805.xml"/><Relationship Id="rId197" Type="http://schemas.openxmlformats.org/officeDocument/2006/relationships/image" Target="../media/image819.png"/><Relationship Id="rId201" Type="http://schemas.openxmlformats.org/officeDocument/2006/relationships/image" Target="../media/image821.png"/><Relationship Id="rId17" Type="http://schemas.openxmlformats.org/officeDocument/2006/relationships/image" Target="../media/image729.png"/><Relationship Id="rId38" Type="http://schemas.openxmlformats.org/officeDocument/2006/relationships/customXml" Target="../ink/ink736.xml"/><Relationship Id="rId59" Type="http://schemas.openxmlformats.org/officeDocument/2006/relationships/image" Target="../media/image750.png"/><Relationship Id="rId103" Type="http://schemas.openxmlformats.org/officeDocument/2006/relationships/image" Target="../media/image772.png"/><Relationship Id="rId124" Type="http://schemas.openxmlformats.org/officeDocument/2006/relationships/customXml" Target="../ink/ink779.xml"/><Relationship Id="rId70" Type="http://schemas.openxmlformats.org/officeDocument/2006/relationships/customXml" Target="../ink/ink752.xml"/><Relationship Id="rId91" Type="http://schemas.openxmlformats.org/officeDocument/2006/relationships/image" Target="../media/image766.png"/><Relationship Id="rId145" Type="http://schemas.openxmlformats.org/officeDocument/2006/relationships/image" Target="../media/image793.png"/><Relationship Id="rId166" Type="http://schemas.openxmlformats.org/officeDocument/2006/relationships/customXml" Target="../ink/ink800.xml"/><Relationship Id="rId187" Type="http://schemas.openxmlformats.org/officeDocument/2006/relationships/image" Target="../media/image814.png"/><Relationship Id="rId1" Type="http://schemas.openxmlformats.org/officeDocument/2006/relationships/slideLayout" Target="../slideLayouts/slideLayout7.xml"/><Relationship Id="rId212" Type="http://schemas.openxmlformats.org/officeDocument/2006/relationships/customXml" Target="../ink/ink823.xml"/><Relationship Id="rId28" Type="http://schemas.openxmlformats.org/officeDocument/2006/relationships/customXml" Target="../ink/ink731.xml"/><Relationship Id="rId49" Type="http://schemas.openxmlformats.org/officeDocument/2006/relationships/image" Target="../media/image745.png"/><Relationship Id="rId114" Type="http://schemas.openxmlformats.org/officeDocument/2006/relationships/customXml" Target="../ink/ink774.xml"/><Relationship Id="rId60" Type="http://schemas.openxmlformats.org/officeDocument/2006/relationships/customXml" Target="../ink/ink747.xml"/><Relationship Id="rId81" Type="http://schemas.openxmlformats.org/officeDocument/2006/relationships/image" Target="../media/image761.png"/><Relationship Id="rId135" Type="http://schemas.openxmlformats.org/officeDocument/2006/relationships/image" Target="../media/image788.png"/><Relationship Id="rId156" Type="http://schemas.openxmlformats.org/officeDocument/2006/relationships/customXml" Target="../ink/ink795.xml"/><Relationship Id="rId177" Type="http://schemas.openxmlformats.org/officeDocument/2006/relationships/image" Target="../media/image809.png"/><Relationship Id="rId198" Type="http://schemas.openxmlformats.org/officeDocument/2006/relationships/customXml" Target="../ink/ink816.xml"/><Relationship Id="rId202" Type="http://schemas.openxmlformats.org/officeDocument/2006/relationships/customXml" Target="../ink/ink818.xml"/><Relationship Id="rId18" Type="http://schemas.openxmlformats.org/officeDocument/2006/relationships/customXml" Target="../ink/ink726.xml"/><Relationship Id="rId39" Type="http://schemas.openxmlformats.org/officeDocument/2006/relationships/image" Target="../media/image740.png"/><Relationship Id="rId50" Type="http://schemas.openxmlformats.org/officeDocument/2006/relationships/customXml" Target="../ink/ink742.xml"/><Relationship Id="rId104" Type="http://schemas.openxmlformats.org/officeDocument/2006/relationships/customXml" Target="../ink/ink769.xml"/><Relationship Id="rId125" Type="http://schemas.openxmlformats.org/officeDocument/2006/relationships/image" Target="../media/image783.png"/><Relationship Id="rId146" Type="http://schemas.openxmlformats.org/officeDocument/2006/relationships/customXml" Target="../ink/ink790.xml"/><Relationship Id="rId167" Type="http://schemas.openxmlformats.org/officeDocument/2006/relationships/image" Target="../media/image804.png"/><Relationship Id="rId188" Type="http://schemas.openxmlformats.org/officeDocument/2006/relationships/customXml" Target="../ink/ink811.xml"/><Relationship Id="rId71" Type="http://schemas.openxmlformats.org/officeDocument/2006/relationships/image" Target="../media/image756.png"/><Relationship Id="rId92" Type="http://schemas.openxmlformats.org/officeDocument/2006/relationships/customXml" Target="../ink/ink763.xml"/><Relationship Id="rId213" Type="http://schemas.openxmlformats.org/officeDocument/2006/relationships/image" Target="../media/image827.png"/><Relationship Id="rId2" Type="http://schemas.openxmlformats.org/officeDocument/2006/relationships/customXml" Target="../ink/ink718.xml"/><Relationship Id="rId29" Type="http://schemas.openxmlformats.org/officeDocument/2006/relationships/image" Target="../media/image735.png"/><Relationship Id="rId40" Type="http://schemas.openxmlformats.org/officeDocument/2006/relationships/customXml" Target="../ink/ink737.xml"/><Relationship Id="rId115" Type="http://schemas.openxmlformats.org/officeDocument/2006/relationships/image" Target="../media/image778.png"/><Relationship Id="rId136" Type="http://schemas.openxmlformats.org/officeDocument/2006/relationships/customXml" Target="../ink/ink785.xml"/><Relationship Id="rId157" Type="http://schemas.openxmlformats.org/officeDocument/2006/relationships/image" Target="../media/image799.png"/><Relationship Id="rId178" Type="http://schemas.openxmlformats.org/officeDocument/2006/relationships/customXml" Target="../ink/ink806.xml"/><Relationship Id="rId61" Type="http://schemas.openxmlformats.org/officeDocument/2006/relationships/image" Target="../media/image751.png"/><Relationship Id="rId82" Type="http://schemas.openxmlformats.org/officeDocument/2006/relationships/customXml" Target="../ink/ink758.xml"/><Relationship Id="rId199" Type="http://schemas.openxmlformats.org/officeDocument/2006/relationships/image" Target="../media/image820.png"/><Relationship Id="rId203" Type="http://schemas.openxmlformats.org/officeDocument/2006/relationships/image" Target="../media/image822.png"/><Relationship Id="rId19" Type="http://schemas.openxmlformats.org/officeDocument/2006/relationships/image" Target="../media/image730.png"/><Relationship Id="rId30" Type="http://schemas.openxmlformats.org/officeDocument/2006/relationships/customXml" Target="../ink/ink732.xml"/><Relationship Id="rId105" Type="http://schemas.openxmlformats.org/officeDocument/2006/relationships/image" Target="../media/image773.png"/><Relationship Id="rId126" Type="http://schemas.openxmlformats.org/officeDocument/2006/relationships/customXml" Target="../ink/ink780.xml"/><Relationship Id="rId147" Type="http://schemas.openxmlformats.org/officeDocument/2006/relationships/image" Target="../media/image794.png"/><Relationship Id="rId168" Type="http://schemas.openxmlformats.org/officeDocument/2006/relationships/customXml" Target="../ink/ink801.xml"/></Relationships>
</file>

<file path=ppt/slides/_rels/slide18.xml.rels><?xml version="1.0" encoding="UTF-8" standalone="yes"?>
<Relationships xmlns="http://schemas.openxmlformats.org/package/2006/relationships"><Relationship Id="rId117" Type="http://schemas.openxmlformats.org/officeDocument/2006/relationships/image" Target="../media/image889.png"/><Relationship Id="rId299" Type="http://schemas.openxmlformats.org/officeDocument/2006/relationships/image" Target="../media/image980.png"/><Relationship Id="rId21" Type="http://schemas.openxmlformats.org/officeDocument/2006/relationships/image" Target="../media/image841.png"/><Relationship Id="rId63" Type="http://schemas.openxmlformats.org/officeDocument/2006/relationships/image" Target="../media/image862.png"/><Relationship Id="rId159" Type="http://schemas.openxmlformats.org/officeDocument/2006/relationships/image" Target="../media/image910.png"/><Relationship Id="rId324" Type="http://schemas.openxmlformats.org/officeDocument/2006/relationships/customXml" Target="../ink/ink989.xml"/><Relationship Id="rId170" Type="http://schemas.openxmlformats.org/officeDocument/2006/relationships/customXml" Target="../ink/ink912.xml"/><Relationship Id="rId226" Type="http://schemas.openxmlformats.org/officeDocument/2006/relationships/customXml" Target="../ink/ink940.xml"/><Relationship Id="rId268" Type="http://schemas.openxmlformats.org/officeDocument/2006/relationships/customXml" Target="../ink/ink961.xml"/><Relationship Id="rId32" Type="http://schemas.openxmlformats.org/officeDocument/2006/relationships/customXml" Target="../ink/ink843.xml"/><Relationship Id="rId74" Type="http://schemas.openxmlformats.org/officeDocument/2006/relationships/customXml" Target="../ink/ink864.xml"/><Relationship Id="rId128" Type="http://schemas.openxmlformats.org/officeDocument/2006/relationships/customXml" Target="../ink/ink891.xml"/><Relationship Id="rId5" Type="http://schemas.openxmlformats.org/officeDocument/2006/relationships/image" Target="../media/image833.png"/><Relationship Id="rId181" Type="http://schemas.openxmlformats.org/officeDocument/2006/relationships/image" Target="../media/image921.png"/><Relationship Id="rId237" Type="http://schemas.openxmlformats.org/officeDocument/2006/relationships/image" Target="../media/image949.png"/><Relationship Id="rId279" Type="http://schemas.openxmlformats.org/officeDocument/2006/relationships/image" Target="../media/image970.png"/><Relationship Id="rId43" Type="http://schemas.openxmlformats.org/officeDocument/2006/relationships/image" Target="../media/image852.png"/><Relationship Id="rId139" Type="http://schemas.openxmlformats.org/officeDocument/2006/relationships/image" Target="../media/image900.png"/><Relationship Id="rId290" Type="http://schemas.openxmlformats.org/officeDocument/2006/relationships/customXml" Target="../ink/ink972.xml"/><Relationship Id="rId304" Type="http://schemas.openxmlformats.org/officeDocument/2006/relationships/customXml" Target="../ink/ink979.xml"/><Relationship Id="rId85" Type="http://schemas.openxmlformats.org/officeDocument/2006/relationships/image" Target="../media/image873.png"/><Relationship Id="rId150" Type="http://schemas.openxmlformats.org/officeDocument/2006/relationships/customXml" Target="../ink/ink902.xml"/><Relationship Id="rId192" Type="http://schemas.openxmlformats.org/officeDocument/2006/relationships/customXml" Target="../ink/ink923.xml"/><Relationship Id="rId206" Type="http://schemas.openxmlformats.org/officeDocument/2006/relationships/customXml" Target="../ink/ink930.xml"/><Relationship Id="rId248" Type="http://schemas.openxmlformats.org/officeDocument/2006/relationships/customXml" Target="../ink/ink951.xml"/><Relationship Id="rId12" Type="http://schemas.openxmlformats.org/officeDocument/2006/relationships/customXml" Target="../ink/ink833.xml"/><Relationship Id="rId108" Type="http://schemas.openxmlformats.org/officeDocument/2006/relationships/customXml" Target="../ink/ink881.xml"/><Relationship Id="rId315" Type="http://schemas.openxmlformats.org/officeDocument/2006/relationships/image" Target="../media/image988.png"/><Relationship Id="rId54" Type="http://schemas.openxmlformats.org/officeDocument/2006/relationships/customXml" Target="../ink/ink854.xml"/><Relationship Id="rId96" Type="http://schemas.openxmlformats.org/officeDocument/2006/relationships/customXml" Target="../ink/ink875.xml"/><Relationship Id="rId161" Type="http://schemas.openxmlformats.org/officeDocument/2006/relationships/image" Target="../media/image911.png"/><Relationship Id="rId217" Type="http://schemas.openxmlformats.org/officeDocument/2006/relationships/image" Target="../media/image939.png"/><Relationship Id="rId259" Type="http://schemas.openxmlformats.org/officeDocument/2006/relationships/image" Target="../media/image960.png"/><Relationship Id="rId23" Type="http://schemas.openxmlformats.org/officeDocument/2006/relationships/image" Target="../media/image842.png"/><Relationship Id="rId119" Type="http://schemas.openxmlformats.org/officeDocument/2006/relationships/image" Target="../media/image890.png"/><Relationship Id="rId270" Type="http://schemas.openxmlformats.org/officeDocument/2006/relationships/customXml" Target="../ink/ink962.xml"/><Relationship Id="rId326" Type="http://schemas.openxmlformats.org/officeDocument/2006/relationships/customXml" Target="../ink/ink990.xml"/><Relationship Id="rId65" Type="http://schemas.openxmlformats.org/officeDocument/2006/relationships/image" Target="../media/image863.png"/><Relationship Id="rId130" Type="http://schemas.openxmlformats.org/officeDocument/2006/relationships/customXml" Target="../ink/ink892.xml"/><Relationship Id="rId172" Type="http://schemas.openxmlformats.org/officeDocument/2006/relationships/customXml" Target="../ink/ink913.xml"/><Relationship Id="rId228" Type="http://schemas.openxmlformats.org/officeDocument/2006/relationships/customXml" Target="../ink/ink941.xml"/><Relationship Id="rId281" Type="http://schemas.openxmlformats.org/officeDocument/2006/relationships/image" Target="../media/image971.png"/><Relationship Id="rId34" Type="http://schemas.openxmlformats.org/officeDocument/2006/relationships/customXml" Target="../ink/ink844.xml"/><Relationship Id="rId76" Type="http://schemas.openxmlformats.org/officeDocument/2006/relationships/customXml" Target="../ink/ink865.xml"/><Relationship Id="rId141" Type="http://schemas.openxmlformats.org/officeDocument/2006/relationships/image" Target="../media/image901.png"/><Relationship Id="rId7" Type="http://schemas.openxmlformats.org/officeDocument/2006/relationships/image" Target="../media/image834.png"/><Relationship Id="rId183" Type="http://schemas.openxmlformats.org/officeDocument/2006/relationships/image" Target="../media/image922.png"/><Relationship Id="rId239" Type="http://schemas.openxmlformats.org/officeDocument/2006/relationships/image" Target="../media/image950.png"/><Relationship Id="rId250" Type="http://schemas.openxmlformats.org/officeDocument/2006/relationships/customXml" Target="../ink/ink952.xml"/><Relationship Id="rId271" Type="http://schemas.openxmlformats.org/officeDocument/2006/relationships/image" Target="../media/image966.png"/><Relationship Id="rId292" Type="http://schemas.openxmlformats.org/officeDocument/2006/relationships/customXml" Target="../ink/ink973.xml"/><Relationship Id="rId306" Type="http://schemas.openxmlformats.org/officeDocument/2006/relationships/customXml" Target="../ink/ink980.xml"/><Relationship Id="rId24" Type="http://schemas.openxmlformats.org/officeDocument/2006/relationships/customXml" Target="../ink/ink839.xml"/><Relationship Id="rId45" Type="http://schemas.openxmlformats.org/officeDocument/2006/relationships/image" Target="../media/image853.png"/><Relationship Id="rId66" Type="http://schemas.openxmlformats.org/officeDocument/2006/relationships/customXml" Target="../ink/ink860.xml"/><Relationship Id="rId87" Type="http://schemas.openxmlformats.org/officeDocument/2006/relationships/image" Target="../media/image874.png"/><Relationship Id="rId110" Type="http://schemas.openxmlformats.org/officeDocument/2006/relationships/customXml" Target="../ink/ink882.xml"/><Relationship Id="rId131" Type="http://schemas.openxmlformats.org/officeDocument/2006/relationships/image" Target="../media/image896.png"/><Relationship Id="rId327" Type="http://schemas.openxmlformats.org/officeDocument/2006/relationships/image" Target="../media/image994.png"/><Relationship Id="rId152" Type="http://schemas.openxmlformats.org/officeDocument/2006/relationships/customXml" Target="../ink/ink903.xml"/><Relationship Id="rId173" Type="http://schemas.openxmlformats.org/officeDocument/2006/relationships/image" Target="../media/image917.png"/><Relationship Id="rId194" Type="http://schemas.openxmlformats.org/officeDocument/2006/relationships/customXml" Target="../ink/ink924.xml"/><Relationship Id="rId208" Type="http://schemas.openxmlformats.org/officeDocument/2006/relationships/customXml" Target="../ink/ink931.xml"/><Relationship Id="rId229" Type="http://schemas.openxmlformats.org/officeDocument/2006/relationships/image" Target="../media/image945.png"/><Relationship Id="rId240" Type="http://schemas.openxmlformats.org/officeDocument/2006/relationships/customXml" Target="../ink/ink947.xml"/><Relationship Id="rId261" Type="http://schemas.openxmlformats.org/officeDocument/2006/relationships/image" Target="../media/image961.png"/><Relationship Id="rId14" Type="http://schemas.openxmlformats.org/officeDocument/2006/relationships/customXml" Target="../ink/ink834.xml"/><Relationship Id="rId35" Type="http://schemas.openxmlformats.org/officeDocument/2006/relationships/image" Target="../media/image848.png"/><Relationship Id="rId56" Type="http://schemas.openxmlformats.org/officeDocument/2006/relationships/customXml" Target="../ink/ink855.xml"/><Relationship Id="rId77" Type="http://schemas.openxmlformats.org/officeDocument/2006/relationships/image" Target="../media/image869.png"/><Relationship Id="rId100" Type="http://schemas.openxmlformats.org/officeDocument/2006/relationships/customXml" Target="../ink/ink877.xml"/><Relationship Id="rId282" Type="http://schemas.openxmlformats.org/officeDocument/2006/relationships/customXml" Target="../ink/ink968.xml"/><Relationship Id="rId317" Type="http://schemas.openxmlformats.org/officeDocument/2006/relationships/image" Target="../media/image989.png"/><Relationship Id="rId8" Type="http://schemas.openxmlformats.org/officeDocument/2006/relationships/customXml" Target="../ink/ink831.xml"/><Relationship Id="rId98" Type="http://schemas.openxmlformats.org/officeDocument/2006/relationships/customXml" Target="../ink/ink876.xml"/><Relationship Id="rId121" Type="http://schemas.openxmlformats.org/officeDocument/2006/relationships/image" Target="../media/image891.png"/><Relationship Id="rId142" Type="http://schemas.openxmlformats.org/officeDocument/2006/relationships/customXml" Target="../ink/ink898.xml"/><Relationship Id="rId163" Type="http://schemas.openxmlformats.org/officeDocument/2006/relationships/image" Target="../media/image912.png"/><Relationship Id="rId184" Type="http://schemas.openxmlformats.org/officeDocument/2006/relationships/customXml" Target="../ink/ink919.xml"/><Relationship Id="rId219" Type="http://schemas.openxmlformats.org/officeDocument/2006/relationships/image" Target="../media/image940.png"/><Relationship Id="rId230" Type="http://schemas.openxmlformats.org/officeDocument/2006/relationships/customXml" Target="../ink/ink942.xml"/><Relationship Id="rId251" Type="http://schemas.openxmlformats.org/officeDocument/2006/relationships/image" Target="../media/image956.png"/><Relationship Id="rId25" Type="http://schemas.openxmlformats.org/officeDocument/2006/relationships/image" Target="../media/image843.png"/><Relationship Id="rId46" Type="http://schemas.openxmlformats.org/officeDocument/2006/relationships/customXml" Target="../ink/ink850.xml"/><Relationship Id="rId67" Type="http://schemas.openxmlformats.org/officeDocument/2006/relationships/image" Target="../media/image864.png"/><Relationship Id="rId272" Type="http://schemas.openxmlformats.org/officeDocument/2006/relationships/customXml" Target="../ink/ink963.xml"/><Relationship Id="rId293" Type="http://schemas.openxmlformats.org/officeDocument/2006/relationships/image" Target="../media/image977.png"/><Relationship Id="rId307" Type="http://schemas.openxmlformats.org/officeDocument/2006/relationships/image" Target="../media/image984.png"/><Relationship Id="rId328" Type="http://schemas.openxmlformats.org/officeDocument/2006/relationships/customXml" Target="../ink/ink991.xml"/><Relationship Id="rId88" Type="http://schemas.openxmlformats.org/officeDocument/2006/relationships/customXml" Target="../ink/ink871.xml"/><Relationship Id="rId111" Type="http://schemas.openxmlformats.org/officeDocument/2006/relationships/image" Target="../media/image886.png"/><Relationship Id="rId132" Type="http://schemas.openxmlformats.org/officeDocument/2006/relationships/customXml" Target="../ink/ink893.xml"/><Relationship Id="rId153" Type="http://schemas.openxmlformats.org/officeDocument/2006/relationships/image" Target="../media/image907.png"/><Relationship Id="rId174" Type="http://schemas.openxmlformats.org/officeDocument/2006/relationships/customXml" Target="../ink/ink914.xml"/><Relationship Id="rId195" Type="http://schemas.openxmlformats.org/officeDocument/2006/relationships/image" Target="../media/image928.png"/><Relationship Id="rId209" Type="http://schemas.openxmlformats.org/officeDocument/2006/relationships/image" Target="../media/image935.png"/><Relationship Id="rId220" Type="http://schemas.openxmlformats.org/officeDocument/2006/relationships/customXml" Target="../ink/ink937.xml"/><Relationship Id="rId241" Type="http://schemas.openxmlformats.org/officeDocument/2006/relationships/image" Target="../media/image951.png"/><Relationship Id="rId15" Type="http://schemas.openxmlformats.org/officeDocument/2006/relationships/image" Target="../media/image838.png"/><Relationship Id="rId36" Type="http://schemas.openxmlformats.org/officeDocument/2006/relationships/customXml" Target="../ink/ink845.xml"/><Relationship Id="rId57" Type="http://schemas.openxmlformats.org/officeDocument/2006/relationships/image" Target="../media/image859.png"/><Relationship Id="rId262" Type="http://schemas.openxmlformats.org/officeDocument/2006/relationships/customXml" Target="../ink/ink958.xml"/><Relationship Id="rId283" Type="http://schemas.openxmlformats.org/officeDocument/2006/relationships/image" Target="../media/image972.png"/><Relationship Id="rId318" Type="http://schemas.openxmlformats.org/officeDocument/2006/relationships/customXml" Target="../ink/ink986.xml"/><Relationship Id="rId78" Type="http://schemas.openxmlformats.org/officeDocument/2006/relationships/customXml" Target="../ink/ink866.xml"/><Relationship Id="rId99" Type="http://schemas.openxmlformats.org/officeDocument/2006/relationships/image" Target="../media/image880.png"/><Relationship Id="rId101" Type="http://schemas.openxmlformats.org/officeDocument/2006/relationships/image" Target="../media/image881.png"/><Relationship Id="rId122" Type="http://schemas.openxmlformats.org/officeDocument/2006/relationships/customXml" Target="../ink/ink888.xml"/><Relationship Id="rId143" Type="http://schemas.openxmlformats.org/officeDocument/2006/relationships/image" Target="../media/image902.png"/><Relationship Id="rId164" Type="http://schemas.openxmlformats.org/officeDocument/2006/relationships/customXml" Target="../ink/ink909.xml"/><Relationship Id="rId185" Type="http://schemas.openxmlformats.org/officeDocument/2006/relationships/image" Target="../media/image923.png"/><Relationship Id="rId9" Type="http://schemas.openxmlformats.org/officeDocument/2006/relationships/image" Target="../media/image835.png"/><Relationship Id="rId210" Type="http://schemas.openxmlformats.org/officeDocument/2006/relationships/customXml" Target="../ink/ink932.xml"/><Relationship Id="rId26" Type="http://schemas.openxmlformats.org/officeDocument/2006/relationships/customXml" Target="../ink/ink840.xml"/><Relationship Id="rId231" Type="http://schemas.openxmlformats.org/officeDocument/2006/relationships/image" Target="../media/image946.png"/><Relationship Id="rId252" Type="http://schemas.openxmlformats.org/officeDocument/2006/relationships/customXml" Target="../ink/ink953.xml"/><Relationship Id="rId273" Type="http://schemas.openxmlformats.org/officeDocument/2006/relationships/image" Target="../media/image967.png"/><Relationship Id="rId294" Type="http://schemas.openxmlformats.org/officeDocument/2006/relationships/customXml" Target="../ink/ink974.xml"/><Relationship Id="rId308" Type="http://schemas.openxmlformats.org/officeDocument/2006/relationships/customXml" Target="../ink/ink981.xml"/><Relationship Id="rId329" Type="http://schemas.openxmlformats.org/officeDocument/2006/relationships/image" Target="../media/image995.png"/><Relationship Id="rId47" Type="http://schemas.openxmlformats.org/officeDocument/2006/relationships/image" Target="../media/image854.png"/><Relationship Id="rId68" Type="http://schemas.openxmlformats.org/officeDocument/2006/relationships/customXml" Target="../ink/ink861.xml"/><Relationship Id="rId89" Type="http://schemas.openxmlformats.org/officeDocument/2006/relationships/image" Target="../media/image875.png"/><Relationship Id="rId112" Type="http://schemas.openxmlformats.org/officeDocument/2006/relationships/customXml" Target="../ink/ink883.xml"/><Relationship Id="rId133" Type="http://schemas.openxmlformats.org/officeDocument/2006/relationships/image" Target="../media/image897.png"/><Relationship Id="rId154" Type="http://schemas.openxmlformats.org/officeDocument/2006/relationships/customXml" Target="../ink/ink904.xml"/><Relationship Id="rId175" Type="http://schemas.openxmlformats.org/officeDocument/2006/relationships/image" Target="../media/image918.png"/><Relationship Id="rId196" Type="http://schemas.openxmlformats.org/officeDocument/2006/relationships/customXml" Target="../ink/ink925.xml"/><Relationship Id="rId200" Type="http://schemas.openxmlformats.org/officeDocument/2006/relationships/customXml" Target="../ink/ink927.xml"/><Relationship Id="rId16" Type="http://schemas.openxmlformats.org/officeDocument/2006/relationships/customXml" Target="../ink/ink835.xml"/><Relationship Id="rId221" Type="http://schemas.openxmlformats.org/officeDocument/2006/relationships/image" Target="../media/image941.png"/><Relationship Id="rId242" Type="http://schemas.openxmlformats.org/officeDocument/2006/relationships/customXml" Target="../ink/ink948.xml"/><Relationship Id="rId263" Type="http://schemas.openxmlformats.org/officeDocument/2006/relationships/image" Target="../media/image962.png"/><Relationship Id="rId284" Type="http://schemas.openxmlformats.org/officeDocument/2006/relationships/customXml" Target="../ink/ink969.xml"/><Relationship Id="rId319" Type="http://schemas.openxmlformats.org/officeDocument/2006/relationships/image" Target="../media/image990.png"/><Relationship Id="rId37" Type="http://schemas.openxmlformats.org/officeDocument/2006/relationships/image" Target="../media/image849.png"/><Relationship Id="rId58" Type="http://schemas.openxmlformats.org/officeDocument/2006/relationships/customXml" Target="../ink/ink856.xml"/><Relationship Id="rId79" Type="http://schemas.openxmlformats.org/officeDocument/2006/relationships/image" Target="../media/image870.png"/><Relationship Id="rId102" Type="http://schemas.openxmlformats.org/officeDocument/2006/relationships/customXml" Target="../ink/ink878.xml"/><Relationship Id="rId123" Type="http://schemas.openxmlformats.org/officeDocument/2006/relationships/image" Target="../media/image892.png"/><Relationship Id="rId144" Type="http://schemas.openxmlformats.org/officeDocument/2006/relationships/customXml" Target="../ink/ink899.xml"/><Relationship Id="rId330" Type="http://schemas.openxmlformats.org/officeDocument/2006/relationships/customXml" Target="../ink/ink992.xml"/><Relationship Id="rId90" Type="http://schemas.openxmlformats.org/officeDocument/2006/relationships/customXml" Target="../ink/ink872.xml"/><Relationship Id="rId165" Type="http://schemas.openxmlformats.org/officeDocument/2006/relationships/image" Target="../media/image913.png"/><Relationship Id="rId186" Type="http://schemas.openxmlformats.org/officeDocument/2006/relationships/customXml" Target="../ink/ink920.xml"/><Relationship Id="rId211" Type="http://schemas.openxmlformats.org/officeDocument/2006/relationships/image" Target="../media/image936.png"/><Relationship Id="rId232" Type="http://schemas.openxmlformats.org/officeDocument/2006/relationships/customXml" Target="../ink/ink943.xml"/><Relationship Id="rId253" Type="http://schemas.openxmlformats.org/officeDocument/2006/relationships/image" Target="../media/image957.png"/><Relationship Id="rId274" Type="http://schemas.openxmlformats.org/officeDocument/2006/relationships/customXml" Target="../ink/ink964.xml"/><Relationship Id="rId295" Type="http://schemas.openxmlformats.org/officeDocument/2006/relationships/image" Target="../media/image978.png"/><Relationship Id="rId309" Type="http://schemas.openxmlformats.org/officeDocument/2006/relationships/image" Target="../media/image985.png"/><Relationship Id="rId27" Type="http://schemas.openxmlformats.org/officeDocument/2006/relationships/image" Target="../media/image844.png"/><Relationship Id="rId48" Type="http://schemas.openxmlformats.org/officeDocument/2006/relationships/customXml" Target="../ink/ink851.xml"/><Relationship Id="rId69" Type="http://schemas.openxmlformats.org/officeDocument/2006/relationships/image" Target="../media/image865.png"/><Relationship Id="rId113" Type="http://schemas.openxmlformats.org/officeDocument/2006/relationships/image" Target="../media/image887.png"/><Relationship Id="rId134" Type="http://schemas.openxmlformats.org/officeDocument/2006/relationships/customXml" Target="../ink/ink894.xml"/><Relationship Id="rId320" Type="http://schemas.openxmlformats.org/officeDocument/2006/relationships/customXml" Target="../ink/ink987.xml"/><Relationship Id="rId80" Type="http://schemas.openxmlformats.org/officeDocument/2006/relationships/customXml" Target="../ink/ink867.xml"/><Relationship Id="rId155" Type="http://schemas.openxmlformats.org/officeDocument/2006/relationships/image" Target="../media/image908.png"/><Relationship Id="rId176" Type="http://schemas.openxmlformats.org/officeDocument/2006/relationships/customXml" Target="../ink/ink915.xml"/><Relationship Id="rId197" Type="http://schemas.openxmlformats.org/officeDocument/2006/relationships/image" Target="../media/image929.png"/><Relationship Id="rId201" Type="http://schemas.openxmlformats.org/officeDocument/2006/relationships/image" Target="../media/image931.png"/><Relationship Id="rId222" Type="http://schemas.openxmlformats.org/officeDocument/2006/relationships/customXml" Target="../ink/ink938.xml"/><Relationship Id="rId243" Type="http://schemas.openxmlformats.org/officeDocument/2006/relationships/image" Target="../media/image952.png"/><Relationship Id="rId264" Type="http://schemas.openxmlformats.org/officeDocument/2006/relationships/customXml" Target="../ink/ink959.xml"/><Relationship Id="rId285" Type="http://schemas.openxmlformats.org/officeDocument/2006/relationships/image" Target="../media/image973.png"/><Relationship Id="rId17" Type="http://schemas.openxmlformats.org/officeDocument/2006/relationships/image" Target="../media/image839.png"/><Relationship Id="rId38" Type="http://schemas.openxmlformats.org/officeDocument/2006/relationships/customXml" Target="../ink/ink846.xml"/><Relationship Id="rId59" Type="http://schemas.openxmlformats.org/officeDocument/2006/relationships/image" Target="../media/image860.png"/><Relationship Id="rId103" Type="http://schemas.openxmlformats.org/officeDocument/2006/relationships/image" Target="../media/image882.png"/><Relationship Id="rId124" Type="http://schemas.openxmlformats.org/officeDocument/2006/relationships/customXml" Target="../ink/ink889.xml"/><Relationship Id="rId310" Type="http://schemas.openxmlformats.org/officeDocument/2006/relationships/customXml" Target="../ink/ink982.xml"/><Relationship Id="rId70" Type="http://schemas.openxmlformats.org/officeDocument/2006/relationships/customXml" Target="../ink/ink862.xml"/><Relationship Id="rId91" Type="http://schemas.openxmlformats.org/officeDocument/2006/relationships/image" Target="../media/image876.png"/><Relationship Id="rId145" Type="http://schemas.openxmlformats.org/officeDocument/2006/relationships/image" Target="../media/image903.png"/><Relationship Id="rId166" Type="http://schemas.openxmlformats.org/officeDocument/2006/relationships/customXml" Target="../ink/ink910.xml"/><Relationship Id="rId187" Type="http://schemas.openxmlformats.org/officeDocument/2006/relationships/image" Target="../media/image924.png"/><Relationship Id="rId331" Type="http://schemas.openxmlformats.org/officeDocument/2006/relationships/image" Target="../media/image996.png"/><Relationship Id="rId1" Type="http://schemas.openxmlformats.org/officeDocument/2006/relationships/slideLayout" Target="../slideLayouts/slideLayout7.xml"/><Relationship Id="rId212" Type="http://schemas.openxmlformats.org/officeDocument/2006/relationships/customXml" Target="../ink/ink933.xml"/><Relationship Id="rId233" Type="http://schemas.openxmlformats.org/officeDocument/2006/relationships/image" Target="../media/image947.png"/><Relationship Id="rId254" Type="http://schemas.openxmlformats.org/officeDocument/2006/relationships/customXml" Target="../ink/ink954.xml"/><Relationship Id="rId28" Type="http://schemas.openxmlformats.org/officeDocument/2006/relationships/customXml" Target="../ink/ink841.xml"/><Relationship Id="rId49" Type="http://schemas.openxmlformats.org/officeDocument/2006/relationships/image" Target="../media/image855.png"/><Relationship Id="rId114" Type="http://schemas.openxmlformats.org/officeDocument/2006/relationships/customXml" Target="../ink/ink884.xml"/><Relationship Id="rId275" Type="http://schemas.openxmlformats.org/officeDocument/2006/relationships/image" Target="../media/image968.png"/><Relationship Id="rId296" Type="http://schemas.openxmlformats.org/officeDocument/2006/relationships/customXml" Target="../ink/ink975.xml"/><Relationship Id="rId300" Type="http://schemas.openxmlformats.org/officeDocument/2006/relationships/customXml" Target="../ink/ink977.xml"/><Relationship Id="rId60" Type="http://schemas.openxmlformats.org/officeDocument/2006/relationships/customXml" Target="../ink/ink857.xml"/><Relationship Id="rId81" Type="http://schemas.openxmlformats.org/officeDocument/2006/relationships/image" Target="../media/image871.png"/><Relationship Id="rId135" Type="http://schemas.openxmlformats.org/officeDocument/2006/relationships/image" Target="../media/image898.png"/><Relationship Id="rId156" Type="http://schemas.openxmlformats.org/officeDocument/2006/relationships/customXml" Target="../ink/ink905.xml"/><Relationship Id="rId177" Type="http://schemas.openxmlformats.org/officeDocument/2006/relationships/image" Target="../media/image919.png"/><Relationship Id="rId198" Type="http://schemas.openxmlformats.org/officeDocument/2006/relationships/customXml" Target="../ink/ink926.xml"/><Relationship Id="rId321" Type="http://schemas.openxmlformats.org/officeDocument/2006/relationships/image" Target="../media/image991.png"/><Relationship Id="rId202" Type="http://schemas.openxmlformats.org/officeDocument/2006/relationships/customXml" Target="../ink/ink928.xml"/><Relationship Id="rId223" Type="http://schemas.openxmlformats.org/officeDocument/2006/relationships/image" Target="../media/image942.png"/><Relationship Id="rId244" Type="http://schemas.openxmlformats.org/officeDocument/2006/relationships/customXml" Target="../ink/ink949.xml"/><Relationship Id="rId18" Type="http://schemas.openxmlformats.org/officeDocument/2006/relationships/customXml" Target="../ink/ink836.xml"/><Relationship Id="rId39" Type="http://schemas.openxmlformats.org/officeDocument/2006/relationships/image" Target="../media/image850.png"/><Relationship Id="rId265" Type="http://schemas.openxmlformats.org/officeDocument/2006/relationships/image" Target="../media/image963.png"/><Relationship Id="rId286" Type="http://schemas.openxmlformats.org/officeDocument/2006/relationships/customXml" Target="../ink/ink970.xml"/><Relationship Id="rId50" Type="http://schemas.openxmlformats.org/officeDocument/2006/relationships/customXml" Target="../ink/ink852.xml"/><Relationship Id="rId104" Type="http://schemas.openxmlformats.org/officeDocument/2006/relationships/customXml" Target="../ink/ink879.xml"/><Relationship Id="rId125" Type="http://schemas.openxmlformats.org/officeDocument/2006/relationships/image" Target="../media/image893.png"/><Relationship Id="rId146" Type="http://schemas.openxmlformats.org/officeDocument/2006/relationships/customXml" Target="../ink/ink900.xml"/><Relationship Id="rId167" Type="http://schemas.openxmlformats.org/officeDocument/2006/relationships/image" Target="../media/image914.png"/><Relationship Id="rId188" Type="http://schemas.openxmlformats.org/officeDocument/2006/relationships/customXml" Target="../ink/ink921.xml"/><Relationship Id="rId311" Type="http://schemas.openxmlformats.org/officeDocument/2006/relationships/image" Target="../media/image986.png"/><Relationship Id="rId71" Type="http://schemas.openxmlformats.org/officeDocument/2006/relationships/image" Target="../media/image866.png"/><Relationship Id="rId92" Type="http://schemas.openxmlformats.org/officeDocument/2006/relationships/customXml" Target="../ink/ink873.xml"/><Relationship Id="rId213" Type="http://schemas.openxmlformats.org/officeDocument/2006/relationships/image" Target="../media/image937.png"/><Relationship Id="rId234" Type="http://schemas.openxmlformats.org/officeDocument/2006/relationships/customXml" Target="../ink/ink944.xml"/><Relationship Id="rId2" Type="http://schemas.openxmlformats.org/officeDocument/2006/relationships/customXml" Target="../ink/ink828.xml"/><Relationship Id="rId29" Type="http://schemas.openxmlformats.org/officeDocument/2006/relationships/image" Target="../media/image845.png"/><Relationship Id="rId255" Type="http://schemas.openxmlformats.org/officeDocument/2006/relationships/image" Target="../media/image958.png"/><Relationship Id="rId276" Type="http://schemas.openxmlformats.org/officeDocument/2006/relationships/customXml" Target="../ink/ink965.xml"/><Relationship Id="rId297" Type="http://schemas.openxmlformats.org/officeDocument/2006/relationships/image" Target="../media/image979.png"/><Relationship Id="rId40" Type="http://schemas.openxmlformats.org/officeDocument/2006/relationships/customXml" Target="../ink/ink847.xml"/><Relationship Id="rId115" Type="http://schemas.openxmlformats.org/officeDocument/2006/relationships/image" Target="../media/image888.png"/><Relationship Id="rId136" Type="http://schemas.openxmlformats.org/officeDocument/2006/relationships/customXml" Target="../ink/ink895.xml"/><Relationship Id="rId157" Type="http://schemas.openxmlformats.org/officeDocument/2006/relationships/image" Target="../media/image909.png"/><Relationship Id="rId178" Type="http://schemas.openxmlformats.org/officeDocument/2006/relationships/customXml" Target="../ink/ink916.xml"/><Relationship Id="rId301" Type="http://schemas.openxmlformats.org/officeDocument/2006/relationships/image" Target="../media/image981.png"/><Relationship Id="rId322" Type="http://schemas.openxmlformats.org/officeDocument/2006/relationships/customXml" Target="../ink/ink988.xml"/><Relationship Id="rId61" Type="http://schemas.openxmlformats.org/officeDocument/2006/relationships/image" Target="../media/image861.png"/><Relationship Id="rId82" Type="http://schemas.openxmlformats.org/officeDocument/2006/relationships/customXml" Target="../ink/ink868.xml"/><Relationship Id="rId199" Type="http://schemas.openxmlformats.org/officeDocument/2006/relationships/image" Target="../media/image930.png"/><Relationship Id="rId203" Type="http://schemas.openxmlformats.org/officeDocument/2006/relationships/image" Target="../media/image932.png"/><Relationship Id="rId19" Type="http://schemas.openxmlformats.org/officeDocument/2006/relationships/image" Target="../media/image840.png"/><Relationship Id="rId224" Type="http://schemas.openxmlformats.org/officeDocument/2006/relationships/customXml" Target="../ink/ink939.xml"/><Relationship Id="rId245" Type="http://schemas.openxmlformats.org/officeDocument/2006/relationships/image" Target="../media/image953.png"/><Relationship Id="rId266" Type="http://schemas.openxmlformats.org/officeDocument/2006/relationships/customXml" Target="../ink/ink960.xml"/><Relationship Id="rId287" Type="http://schemas.openxmlformats.org/officeDocument/2006/relationships/image" Target="../media/image974.png"/><Relationship Id="rId30" Type="http://schemas.openxmlformats.org/officeDocument/2006/relationships/customXml" Target="../ink/ink842.xml"/><Relationship Id="rId105" Type="http://schemas.openxmlformats.org/officeDocument/2006/relationships/image" Target="../media/image883.png"/><Relationship Id="rId126" Type="http://schemas.openxmlformats.org/officeDocument/2006/relationships/customXml" Target="../ink/ink890.xml"/><Relationship Id="rId147" Type="http://schemas.openxmlformats.org/officeDocument/2006/relationships/image" Target="../media/image904.png"/><Relationship Id="rId168" Type="http://schemas.openxmlformats.org/officeDocument/2006/relationships/customXml" Target="../ink/ink911.xml"/><Relationship Id="rId312" Type="http://schemas.openxmlformats.org/officeDocument/2006/relationships/customXml" Target="../ink/ink983.xml"/><Relationship Id="rId51" Type="http://schemas.openxmlformats.org/officeDocument/2006/relationships/image" Target="../media/image856.png"/><Relationship Id="rId72" Type="http://schemas.openxmlformats.org/officeDocument/2006/relationships/customXml" Target="../ink/ink863.xml"/><Relationship Id="rId93" Type="http://schemas.openxmlformats.org/officeDocument/2006/relationships/image" Target="../media/image877.png"/><Relationship Id="rId189" Type="http://schemas.openxmlformats.org/officeDocument/2006/relationships/image" Target="../media/image925.png"/><Relationship Id="rId3" Type="http://schemas.openxmlformats.org/officeDocument/2006/relationships/image" Target="../media/image832.png"/><Relationship Id="rId214" Type="http://schemas.openxmlformats.org/officeDocument/2006/relationships/customXml" Target="../ink/ink934.xml"/><Relationship Id="rId235" Type="http://schemas.openxmlformats.org/officeDocument/2006/relationships/image" Target="../media/image948.png"/><Relationship Id="rId256" Type="http://schemas.openxmlformats.org/officeDocument/2006/relationships/customXml" Target="../ink/ink955.xml"/><Relationship Id="rId277" Type="http://schemas.openxmlformats.org/officeDocument/2006/relationships/image" Target="../media/image969.png"/><Relationship Id="rId298" Type="http://schemas.openxmlformats.org/officeDocument/2006/relationships/customXml" Target="../ink/ink976.xml"/><Relationship Id="rId116" Type="http://schemas.openxmlformats.org/officeDocument/2006/relationships/customXml" Target="../ink/ink885.xml"/><Relationship Id="rId137" Type="http://schemas.openxmlformats.org/officeDocument/2006/relationships/image" Target="../media/image899.png"/><Relationship Id="rId158" Type="http://schemas.openxmlformats.org/officeDocument/2006/relationships/customXml" Target="../ink/ink906.xml"/><Relationship Id="rId302" Type="http://schemas.openxmlformats.org/officeDocument/2006/relationships/customXml" Target="../ink/ink978.xml"/><Relationship Id="rId323" Type="http://schemas.openxmlformats.org/officeDocument/2006/relationships/image" Target="../media/image992.png"/><Relationship Id="rId20" Type="http://schemas.openxmlformats.org/officeDocument/2006/relationships/customXml" Target="../ink/ink837.xml"/><Relationship Id="rId41" Type="http://schemas.openxmlformats.org/officeDocument/2006/relationships/image" Target="../media/image851.png"/><Relationship Id="rId62" Type="http://schemas.openxmlformats.org/officeDocument/2006/relationships/customXml" Target="../ink/ink858.xml"/><Relationship Id="rId83" Type="http://schemas.openxmlformats.org/officeDocument/2006/relationships/image" Target="../media/image872.png"/><Relationship Id="rId179" Type="http://schemas.openxmlformats.org/officeDocument/2006/relationships/image" Target="../media/image920.png"/><Relationship Id="rId190" Type="http://schemas.openxmlformats.org/officeDocument/2006/relationships/customXml" Target="../ink/ink922.xml"/><Relationship Id="rId204" Type="http://schemas.openxmlformats.org/officeDocument/2006/relationships/customXml" Target="../ink/ink929.xml"/><Relationship Id="rId225" Type="http://schemas.openxmlformats.org/officeDocument/2006/relationships/image" Target="../media/image943.png"/><Relationship Id="rId246" Type="http://schemas.openxmlformats.org/officeDocument/2006/relationships/customXml" Target="../ink/ink950.xml"/><Relationship Id="rId267" Type="http://schemas.openxmlformats.org/officeDocument/2006/relationships/image" Target="../media/image964.png"/><Relationship Id="rId288" Type="http://schemas.openxmlformats.org/officeDocument/2006/relationships/customXml" Target="../ink/ink971.xml"/><Relationship Id="rId106" Type="http://schemas.openxmlformats.org/officeDocument/2006/relationships/customXml" Target="../ink/ink880.xml"/><Relationship Id="rId127" Type="http://schemas.openxmlformats.org/officeDocument/2006/relationships/image" Target="../media/image894.png"/><Relationship Id="rId313" Type="http://schemas.openxmlformats.org/officeDocument/2006/relationships/image" Target="../media/image987.png"/><Relationship Id="rId10" Type="http://schemas.openxmlformats.org/officeDocument/2006/relationships/customXml" Target="../ink/ink832.xml"/><Relationship Id="rId31" Type="http://schemas.openxmlformats.org/officeDocument/2006/relationships/image" Target="../media/image846.png"/><Relationship Id="rId52" Type="http://schemas.openxmlformats.org/officeDocument/2006/relationships/customXml" Target="../ink/ink853.xml"/><Relationship Id="rId73" Type="http://schemas.openxmlformats.org/officeDocument/2006/relationships/image" Target="../media/image867.png"/><Relationship Id="rId94" Type="http://schemas.openxmlformats.org/officeDocument/2006/relationships/customXml" Target="../ink/ink874.xml"/><Relationship Id="rId148" Type="http://schemas.openxmlformats.org/officeDocument/2006/relationships/customXml" Target="../ink/ink901.xml"/><Relationship Id="rId169" Type="http://schemas.openxmlformats.org/officeDocument/2006/relationships/image" Target="../media/image915.png"/><Relationship Id="rId4" Type="http://schemas.openxmlformats.org/officeDocument/2006/relationships/customXml" Target="../ink/ink829.xml"/><Relationship Id="rId180" Type="http://schemas.openxmlformats.org/officeDocument/2006/relationships/customXml" Target="../ink/ink917.xml"/><Relationship Id="rId215" Type="http://schemas.openxmlformats.org/officeDocument/2006/relationships/image" Target="../media/image938.png"/><Relationship Id="rId236" Type="http://schemas.openxmlformats.org/officeDocument/2006/relationships/customXml" Target="../ink/ink945.xml"/><Relationship Id="rId257" Type="http://schemas.openxmlformats.org/officeDocument/2006/relationships/image" Target="../media/image959.png"/><Relationship Id="rId278" Type="http://schemas.openxmlformats.org/officeDocument/2006/relationships/customXml" Target="../ink/ink966.xml"/><Relationship Id="rId303" Type="http://schemas.openxmlformats.org/officeDocument/2006/relationships/image" Target="../media/image982.png"/><Relationship Id="rId42" Type="http://schemas.openxmlformats.org/officeDocument/2006/relationships/customXml" Target="../ink/ink848.xml"/><Relationship Id="rId84" Type="http://schemas.openxmlformats.org/officeDocument/2006/relationships/customXml" Target="../ink/ink869.xml"/><Relationship Id="rId138" Type="http://schemas.openxmlformats.org/officeDocument/2006/relationships/customXml" Target="../ink/ink896.xml"/><Relationship Id="rId191" Type="http://schemas.openxmlformats.org/officeDocument/2006/relationships/image" Target="../media/image926.png"/><Relationship Id="rId205" Type="http://schemas.openxmlformats.org/officeDocument/2006/relationships/image" Target="../media/image933.png"/><Relationship Id="rId247" Type="http://schemas.openxmlformats.org/officeDocument/2006/relationships/image" Target="../media/image954.png"/><Relationship Id="rId107" Type="http://schemas.openxmlformats.org/officeDocument/2006/relationships/image" Target="../media/image884.png"/><Relationship Id="rId289" Type="http://schemas.openxmlformats.org/officeDocument/2006/relationships/image" Target="../media/image975.png"/><Relationship Id="rId11" Type="http://schemas.openxmlformats.org/officeDocument/2006/relationships/image" Target="../media/image836.png"/><Relationship Id="rId53" Type="http://schemas.openxmlformats.org/officeDocument/2006/relationships/image" Target="../media/image857.png"/><Relationship Id="rId149" Type="http://schemas.openxmlformats.org/officeDocument/2006/relationships/image" Target="../media/image905.png"/><Relationship Id="rId314" Type="http://schemas.openxmlformats.org/officeDocument/2006/relationships/customXml" Target="../ink/ink984.xml"/><Relationship Id="rId95" Type="http://schemas.openxmlformats.org/officeDocument/2006/relationships/image" Target="../media/image878.png"/><Relationship Id="rId160" Type="http://schemas.openxmlformats.org/officeDocument/2006/relationships/customXml" Target="../ink/ink907.xml"/><Relationship Id="rId216" Type="http://schemas.openxmlformats.org/officeDocument/2006/relationships/customXml" Target="../ink/ink935.xml"/><Relationship Id="rId258" Type="http://schemas.openxmlformats.org/officeDocument/2006/relationships/customXml" Target="../ink/ink956.xml"/><Relationship Id="rId22" Type="http://schemas.openxmlformats.org/officeDocument/2006/relationships/customXml" Target="../ink/ink838.xml"/><Relationship Id="rId64" Type="http://schemas.openxmlformats.org/officeDocument/2006/relationships/customXml" Target="../ink/ink859.xml"/><Relationship Id="rId118" Type="http://schemas.openxmlformats.org/officeDocument/2006/relationships/customXml" Target="../ink/ink886.xml"/><Relationship Id="rId325" Type="http://schemas.openxmlformats.org/officeDocument/2006/relationships/image" Target="../media/image993.png"/><Relationship Id="rId171" Type="http://schemas.openxmlformats.org/officeDocument/2006/relationships/image" Target="../media/image916.png"/><Relationship Id="rId227" Type="http://schemas.openxmlformats.org/officeDocument/2006/relationships/image" Target="../media/image944.png"/><Relationship Id="rId269" Type="http://schemas.openxmlformats.org/officeDocument/2006/relationships/image" Target="../media/image965.png"/><Relationship Id="rId33" Type="http://schemas.openxmlformats.org/officeDocument/2006/relationships/image" Target="../media/image847.png"/><Relationship Id="rId129" Type="http://schemas.openxmlformats.org/officeDocument/2006/relationships/image" Target="../media/image895.png"/><Relationship Id="rId280" Type="http://schemas.openxmlformats.org/officeDocument/2006/relationships/customXml" Target="../ink/ink967.xml"/><Relationship Id="rId75" Type="http://schemas.openxmlformats.org/officeDocument/2006/relationships/image" Target="../media/image868.png"/><Relationship Id="rId140" Type="http://schemas.openxmlformats.org/officeDocument/2006/relationships/customXml" Target="../ink/ink897.xml"/><Relationship Id="rId182" Type="http://schemas.openxmlformats.org/officeDocument/2006/relationships/customXml" Target="../ink/ink918.xml"/><Relationship Id="rId6" Type="http://schemas.openxmlformats.org/officeDocument/2006/relationships/customXml" Target="../ink/ink830.xml"/><Relationship Id="rId238" Type="http://schemas.openxmlformats.org/officeDocument/2006/relationships/customXml" Target="../ink/ink946.xml"/><Relationship Id="rId291" Type="http://schemas.openxmlformats.org/officeDocument/2006/relationships/image" Target="../media/image976.png"/><Relationship Id="rId305" Type="http://schemas.openxmlformats.org/officeDocument/2006/relationships/image" Target="../media/image983.png"/><Relationship Id="rId44" Type="http://schemas.openxmlformats.org/officeDocument/2006/relationships/customXml" Target="../ink/ink849.xml"/><Relationship Id="rId86" Type="http://schemas.openxmlformats.org/officeDocument/2006/relationships/customXml" Target="../ink/ink870.xml"/><Relationship Id="rId151" Type="http://schemas.openxmlformats.org/officeDocument/2006/relationships/image" Target="../media/image906.png"/><Relationship Id="rId193" Type="http://schemas.openxmlformats.org/officeDocument/2006/relationships/image" Target="../media/image927.png"/><Relationship Id="rId207" Type="http://schemas.openxmlformats.org/officeDocument/2006/relationships/image" Target="../media/image934.png"/><Relationship Id="rId249" Type="http://schemas.openxmlformats.org/officeDocument/2006/relationships/image" Target="../media/image955.png"/><Relationship Id="rId13" Type="http://schemas.openxmlformats.org/officeDocument/2006/relationships/image" Target="../media/image837.png"/><Relationship Id="rId109" Type="http://schemas.openxmlformats.org/officeDocument/2006/relationships/image" Target="../media/image885.png"/><Relationship Id="rId260" Type="http://schemas.openxmlformats.org/officeDocument/2006/relationships/customXml" Target="../ink/ink957.xml"/><Relationship Id="rId316" Type="http://schemas.openxmlformats.org/officeDocument/2006/relationships/customXml" Target="../ink/ink985.xml"/><Relationship Id="rId55" Type="http://schemas.openxmlformats.org/officeDocument/2006/relationships/image" Target="../media/image858.png"/><Relationship Id="rId97" Type="http://schemas.openxmlformats.org/officeDocument/2006/relationships/image" Target="../media/image879.png"/><Relationship Id="rId120" Type="http://schemas.openxmlformats.org/officeDocument/2006/relationships/customXml" Target="../ink/ink887.xml"/><Relationship Id="rId162" Type="http://schemas.openxmlformats.org/officeDocument/2006/relationships/customXml" Target="../ink/ink908.xml"/><Relationship Id="rId218" Type="http://schemas.openxmlformats.org/officeDocument/2006/relationships/customXml" Target="../ink/ink936.xml"/></Relationships>
</file>

<file path=ppt/slides/_rels/slide19.xml.rels><?xml version="1.0" encoding="UTF-8" standalone="yes"?>
<Relationships xmlns="http://schemas.openxmlformats.org/package/2006/relationships"><Relationship Id="rId117" Type="http://schemas.openxmlformats.org/officeDocument/2006/relationships/image" Target="../media/image1054.png"/><Relationship Id="rId21" Type="http://schemas.openxmlformats.org/officeDocument/2006/relationships/image" Target="../media/image1006.png"/><Relationship Id="rId42" Type="http://schemas.openxmlformats.org/officeDocument/2006/relationships/customXml" Target="../ink/ink1013.xml"/><Relationship Id="rId63" Type="http://schemas.openxmlformats.org/officeDocument/2006/relationships/image" Target="../media/image1027.png"/><Relationship Id="rId84" Type="http://schemas.openxmlformats.org/officeDocument/2006/relationships/customXml" Target="../ink/ink1034.xml"/><Relationship Id="rId138" Type="http://schemas.openxmlformats.org/officeDocument/2006/relationships/customXml" Target="../ink/ink1061.xml"/><Relationship Id="rId159" Type="http://schemas.openxmlformats.org/officeDocument/2006/relationships/image" Target="../media/image1075.png"/><Relationship Id="rId170" Type="http://schemas.openxmlformats.org/officeDocument/2006/relationships/customXml" Target="../ink/ink1077.xml"/><Relationship Id="rId191" Type="http://schemas.openxmlformats.org/officeDocument/2006/relationships/image" Target="../media/image1091.png"/><Relationship Id="rId205" Type="http://schemas.openxmlformats.org/officeDocument/2006/relationships/image" Target="../media/image1098.png"/><Relationship Id="rId107" Type="http://schemas.openxmlformats.org/officeDocument/2006/relationships/image" Target="../media/image1049.png"/><Relationship Id="rId11" Type="http://schemas.openxmlformats.org/officeDocument/2006/relationships/image" Target="../media/image1001.png"/><Relationship Id="rId32" Type="http://schemas.openxmlformats.org/officeDocument/2006/relationships/customXml" Target="../ink/ink1008.xml"/><Relationship Id="rId53" Type="http://schemas.openxmlformats.org/officeDocument/2006/relationships/image" Target="../media/image1022.png"/><Relationship Id="rId74" Type="http://schemas.openxmlformats.org/officeDocument/2006/relationships/customXml" Target="../ink/ink1029.xml"/><Relationship Id="rId128" Type="http://schemas.openxmlformats.org/officeDocument/2006/relationships/customXml" Target="../ink/ink1056.xml"/><Relationship Id="rId149" Type="http://schemas.openxmlformats.org/officeDocument/2006/relationships/image" Target="../media/image1070.png"/><Relationship Id="rId5" Type="http://schemas.openxmlformats.org/officeDocument/2006/relationships/image" Target="../media/image998.png"/><Relationship Id="rId95" Type="http://schemas.openxmlformats.org/officeDocument/2006/relationships/image" Target="../media/image1043.png"/><Relationship Id="rId160" Type="http://schemas.openxmlformats.org/officeDocument/2006/relationships/customXml" Target="../ink/ink1072.xml"/><Relationship Id="rId181" Type="http://schemas.openxmlformats.org/officeDocument/2006/relationships/image" Target="../media/image1086.png"/><Relationship Id="rId22" Type="http://schemas.openxmlformats.org/officeDocument/2006/relationships/customXml" Target="../ink/ink1003.xml"/><Relationship Id="rId43" Type="http://schemas.openxmlformats.org/officeDocument/2006/relationships/image" Target="../media/image1017.png"/><Relationship Id="rId64" Type="http://schemas.openxmlformats.org/officeDocument/2006/relationships/customXml" Target="../ink/ink1024.xml"/><Relationship Id="rId118" Type="http://schemas.openxmlformats.org/officeDocument/2006/relationships/customXml" Target="../ink/ink1051.xml"/><Relationship Id="rId139" Type="http://schemas.openxmlformats.org/officeDocument/2006/relationships/image" Target="../media/image1065.png"/><Relationship Id="rId85" Type="http://schemas.openxmlformats.org/officeDocument/2006/relationships/image" Target="../media/image1038.png"/><Relationship Id="rId150" Type="http://schemas.openxmlformats.org/officeDocument/2006/relationships/customXml" Target="../ink/ink1067.xml"/><Relationship Id="rId171" Type="http://schemas.openxmlformats.org/officeDocument/2006/relationships/image" Target="../media/image1081.png"/><Relationship Id="rId192" Type="http://schemas.openxmlformats.org/officeDocument/2006/relationships/customXml" Target="../ink/ink1088.xml"/><Relationship Id="rId206" Type="http://schemas.openxmlformats.org/officeDocument/2006/relationships/customXml" Target="../ink/ink1095.xml"/><Relationship Id="rId12" Type="http://schemas.openxmlformats.org/officeDocument/2006/relationships/customXml" Target="../ink/ink998.xml"/><Relationship Id="rId33" Type="http://schemas.openxmlformats.org/officeDocument/2006/relationships/image" Target="../media/image1012.png"/><Relationship Id="rId108" Type="http://schemas.openxmlformats.org/officeDocument/2006/relationships/customXml" Target="../ink/ink1046.xml"/><Relationship Id="rId129" Type="http://schemas.openxmlformats.org/officeDocument/2006/relationships/image" Target="../media/image1060.png"/><Relationship Id="rId54" Type="http://schemas.openxmlformats.org/officeDocument/2006/relationships/customXml" Target="../ink/ink1019.xml"/><Relationship Id="rId75" Type="http://schemas.openxmlformats.org/officeDocument/2006/relationships/image" Target="../media/image1033.png"/><Relationship Id="rId96" Type="http://schemas.openxmlformats.org/officeDocument/2006/relationships/customXml" Target="../ink/ink1040.xml"/><Relationship Id="rId140" Type="http://schemas.openxmlformats.org/officeDocument/2006/relationships/customXml" Target="../ink/ink1062.xml"/><Relationship Id="rId161" Type="http://schemas.openxmlformats.org/officeDocument/2006/relationships/image" Target="../media/image1076.png"/><Relationship Id="rId182" Type="http://schemas.openxmlformats.org/officeDocument/2006/relationships/customXml" Target="../ink/ink1083.xml"/><Relationship Id="rId6" Type="http://schemas.openxmlformats.org/officeDocument/2006/relationships/customXml" Target="../ink/ink995.xml"/><Relationship Id="rId23" Type="http://schemas.openxmlformats.org/officeDocument/2006/relationships/image" Target="../media/image1007.png"/><Relationship Id="rId119" Type="http://schemas.openxmlformats.org/officeDocument/2006/relationships/image" Target="../media/image1055.png"/><Relationship Id="rId44" Type="http://schemas.openxmlformats.org/officeDocument/2006/relationships/customXml" Target="../ink/ink1014.xml"/><Relationship Id="rId65" Type="http://schemas.openxmlformats.org/officeDocument/2006/relationships/image" Target="../media/image1028.png"/><Relationship Id="rId86" Type="http://schemas.openxmlformats.org/officeDocument/2006/relationships/customXml" Target="../ink/ink1035.xml"/><Relationship Id="rId130" Type="http://schemas.openxmlformats.org/officeDocument/2006/relationships/customXml" Target="../ink/ink1057.xml"/><Relationship Id="rId151" Type="http://schemas.openxmlformats.org/officeDocument/2006/relationships/image" Target="../media/image1071.png"/><Relationship Id="rId172" Type="http://schemas.openxmlformats.org/officeDocument/2006/relationships/customXml" Target="../ink/ink1078.xml"/><Relationship Id="rId193" Type="http://schemas.openxmlformats.org/officeDocument/2006/relationships/image" Target="../media/image1092.png"/><Relationship Id="rId207" Type="http://schemas.openxmlformats.org/officeDocument/2006/relationships/image" Target="../media/image1099.png"/><Relationship Id="rId13" Type="http://schemas.openxmlformats.org/officeDocument/2006/relationships/image" Target="../media/image1002.png"/><Relationship Id="rId109" Type="http://schemas.openxmlformats.org/officeDocument/2006/relationships/image" Target="../media/image1050.png"/><Relationship Id="rId34" Type="http://schemas.openxmlformats.org/officeDocument/2006/relationships/customXml" Target="../ink/ink1009.xml"/><Relationship Id="rId55" Type="http://schemas.openxmlformats.org/officeDocument/2006/relationships/image" Target="../media/image1023.png"/><Relationship Id="rId76" Type="http://schemas.openxmlformats.org/officeDocument/2006/relationships/customXml" Target="../ink/ink1030.xml"/><Relationship Id="rId97" Type="http://schemas.openxmlformats.org/officeDocument/2006/relationships/image" Target="../media/image1044.png"/><Relationship Id="rId120" Type="http://schemas.openxmlformats.org/officeDocument/2006/relationships/customXml" Target="../ink/ink1052.xml"/><Relationship Id="rId141" Type="http://schemas.openxmlformats.org/officeDocument/2006/relationships/image" Target="../media/image1066.png"/><Relationship Id="rId7" Type="http://schemas.openxmlformats.org/officeDocument/2006/relationships/image" Target="../media/image999.png"/><Relationship Id="rId162" Type="http://schemas.openxmlformats.org/officeDocument/2006/relationships/customXml" Target="../ink/ink1073.xml"/><Relationship Id="rId183" Type="http://schemas.openxmlformats.org/officeDocument/2006/relationships/image" Target="../media/image1087.png"/><Relationship Id="rId24" Type="http://schemas.openxmlformats.org/officeDocument/2006/relationships/customXml" Target="../ink/ink1004.xml"/><Relationship Id="rId45" Type="http://schemas.openxmlformats.org/officeDocument/2006/relationships/image" Target="../media/image1018.png"/><Relationship Id="rId66" Type="http://schemas.openxmlformats.org/officeDocument/2006/relationships/customXml" Target="../ink/ink1025.xml"/><Relationship Id="rId87" Type="http://schemas.openxmlformats.org/officeDocument/2006/relationships/image" Target="../media/image1039.png"/><Relationship Id="rId110" Type="http://schemas.openxmlformats.org/officeDocument/2006/relationships/customXml" Target="../ink/ink1047.xml"/><Relationship Id="rId131" Type="http://schemas.openxmlformats.org/officeDocument/2006/relationships/image" Target="../media/image1061.png"/><Relationship Id="rId152" Type="http://schemas.openxmlformats.org/officeDocument/2006/relationships/customXml" Target="../ink/ink1068.xml"/><Relationship Id="rId173" Type="http://schemas.openxmlformats.org/officeDocument/2006/relationships/image" Target="../media/image1082.png"/><Relationship Id="rId194" Type="http://schemas.openxmlformats.org/officeDocument/2006/relationships/customXml" Target="../ink/ink1089.xml"/><Relationship Id="rId208" Type="http://schemas.openxmlformats.org/officeDocument/2006/relationships/customXml" Target="../ink/ink1096.xml"/><Relationship Id="rId19" Type="http://schemas.openxmlformats.org/officeDocument/2006/relationships/image" Target="../media/image1005.png"/><Relationship Id="rId14" Type="http://schemas.openxmlformats.org/officeDocument/2006/relationships/customXml" Target="../ink/ink999.xml"/><Relationship Id="rId30" Type="http://schemas.openxmlformats.org/officeDocument/2006/relationships/customXml" Target="../ink/ink1007.xml"/><Relationship Id="rId35" Type="http://schemas.openxmlformats.org/officeDocument/2006/relationships/image" Target="../media/image1013.png"/><Relationship Id="rId56" Type="http://schemas.openxmlformats.org/officeDocument/2006/relationships/customXml" Target="../ink/ink1020.xml"/><Relationship Id="rId77" Type="http://schemas.openxmlformats.org/officeDocument/2006/relationships/image" Target="../media/image1034.png"/><Relationship Id="rId100" Type="http://schemas.openxmlformats.org/officeDocument/2006/relationships/customXml" Target="../ink/ink1042.xml"/><Relationship Id="rId105" Type="http://schemas.openxmlformats.org/officeDocument/2006/relationships/image" Target="../media/image1048.png"/><Relationship Id="rId126" Type="http://schemas.openxmlformats.org/officeDocument/2006/relationships/customXml" Target="../ink/ink1055.xml"/><Relationship Id="rId147" Type="http://schemas.openxmlformats.org/officeDocument/2006/relationships/image" Target="../media/image1069.png"/><Relationship Id="rId168" Type="http://schemas.openxmlformats.org/officeDocument/2006/relationships/customXml" Target="../ink/ink1076.xml"/><Relationship Id="rId8" Type="http://schemas.openxmlformats.org/officeDocument/2006/relationships/customXml" Target="../ink/ink996.xml"/><Relationship Id="rId51" Type="http://schemas.openxmlformats.org/officeDocument/2006/relationships/image" Target="../media/image1021.png"/><Relationship Id="rId72" Type="http://schemas.openxmlformats.org/officeDocument/2006/relationships/customXml" Target="../ink/ink1028.xml"/><Relationship Id="rId93" Type="http://schemas.openxmlformats.org/officeDocument/2006/relationships/image" Target="../media/image1042.png"/><Relationship Id="rId98" Type="http://schemas.openxmlformats.org/officeDocument/2006/relationships/customXml" Target="../ink/ink1041.xml"/><Relationship Id="rId121" Type="http://schemas.openxmlformats.org/officeDocument/2006/relationships/image" Target="../media/image1056.png"/><Relationship Id="rId142" Type="http://schemas.openxmlformats.org/officeDocument/2006/relationships/customXml" Target="../ink/ink1063.xml"/><Relationship Id="rId163" Type="http://schemas.openxmlformats.org/officeDocument/2006/relationships/image" Target="../media/image1077.png"/><Relationship Id="rId184" Type="http://schemas.openxmlformats.org/officeDocument/2006/relationships/customXml" Target="../ink/ink1084.xml"/><Relationship Id="rId189" Type="http://schemas.openxmlformats.org/officeDocument/2006/relationships/image" Target="../media/image1090.png"/><Relationship Id="rId3" Type="http://schemas.openxmlformats.org/officeDocument/2006/relationships/image" Target="../media/image997.png"/><Relationship Id="rId25" Type="http://schemas.openxmlformats.org/officeDocument/2006/relationships/image" Target="../media/image1008.png"/><Relationship Id="rId46" Type="http://schemas.openxmlformats.org/officeDocument/2006/relationships/customXml" Target="../ink/ink1015.xml"/><Relationship Id="rId67" Type="http://schemas.openxmlformats.org/officeDocument/2006/relationships/image" Target="../media/image1029.png"/><Relationship Id="rId116" Type="http://schemas.openxmlformats.org/officeDocument/2006/relationships/customXml" Target="../ink/ink1050.xml"/><Relationship Id="rId137" Type="http://schemas.openxmlformats.org/officeDocument/2006/relationships/image" Target="../media/image1064.png"/><Relationship Id="rId158" Type="http://schemas.openxmlformats.org/officeDocument/2006/relationships/customXml" Target="../ink/ink1071.xml"/><Relationship Id="rId20" Type="http://schemas.openxmlformats.org/officeDocument/2006/relationships/customXml" Target="../ink/ink1002.xml"/><Relationship Id="rId41" Type="http://schemas.openxmlformats.org/officeDocument/2006/relationships/image" Target="../media/image1016.png"/><Relationship Id="rId62" Type="http://schemas.openxmlformats.org/officeDocument/2006/relationships/customXml" Target="../ink/ink1023.xml"/><Relationship Id="rId83" Type="http://schemas.openxmlformats.org/officeDocument/2006/relationships/image" Target="../media/image1037.png"/><Relationship Id="rId88" Type="http://schemas.openxmlformats.org/officeDocument/2006/relationships/customXml" Target="../ink/ink1036.xml"/><Relationship Id="rId111" Type="http://schemas.openxmlformats.org/officeDocument/2006/relationships/image" Target="../media/image1051.png"/><Relationship Id="rId132" Type="http://schemas.openxmlformats.org/officeDocument/2006/relationships/customXml" Target="../ink/ink1058.xml"/><Relationship Id="rId153" Type="http://schemas.openxmlformats.org/officeDocument/2006/relationships/image" Target="../media/image1072.png"/><Relationship Id="rId174" Type="http://schemas.openxmlformats.org/officeDocument/2006/relationships/customXml" Target="../ink/ink1079.xml"/><Relationship Id="rId179" Type="http://schemas.openxmlformats.org/officeDocument/2006/relationships/image" Target="../media/image1085.png"/><Relationship Id="rId195" Type="http://schemas.openxmlformats.org/officeDocument/2006/relationships/image" Target="../media/image1093.png"/><Relationship Id="rId209" Type="http://schemas.openxmlformats.org/officeDocument/2006/relationships/image" Target="../media/image1100.png"/><Relationship Id="rId190" Type="http://schemas.openxmlformats.org/officeDocument/2006/relationships/customXml" Target="../ink/ink1087.xml"/><Relationship Id="rId204" Type="http://schemas.openxmlformats.org/officeDocument/2006/relationships/customXml" Target="../ink/ink1094.xml"/><Relationship Id="rId15" Type="http://schemas.openxmlformats.org/officeDocument/2006/relationships/image" Target="../media/image1003.png"/><Relationship Id="rId36" Type="http://schemas.openxmlformats.org/officeDocument/2006/relationships/customXml" Target="../ink/ink1010.xml"/><Relationship Id="rId57" Type="http://schemas.openxmlformats.org/officeDocument/2006/relationships/image" Target="../media/image1024.png"/><Relationship Id="rId106" Type="http://schemas.openxmlformats.org/officeDocument/2006/relationships/customXml" Target="../ink/ink1045.xml"/><Relationship Id="rId127" Type="http://schemas.openxmlformats.org/officeDocument/2006/relationships/image" Target="../media/image1059.png"/><Relationship Id="rId10" Type="http://schemas.openxmlformats.org/officeDocument/2006/relationships/customXml" Target="../ink/ink997.xml"/><Relationship Id="rId31" Type="http://schemas.openxmlformats.org/officeDocument/2006/relationships/image" Target="../media/image1011.png"/><Relationship Id="rId52" Type="http://schemas.openxmlformats.org/officeDocument/2006/relationships/customXml" Target="../ink/ink1018.xml"/><Relationship Id="rId73" Type="http://schemas.openxmlformats.org/officeDocument/2006/relationships/image" Target="../media/image1032.png"/><Relationship Id="rId78" Type="http://schemas.openxmlformats.org/officeDocument/2006/relationships/customXml" Target="../ink/ink1031.xml"/><Relationship Id="rId94" Type="http://schemas.openxmlformats.org/officeDocument/2006/relationships/customXml" Target="../ink/ink1039.xml"/><Relationship Id="rId99" Type="http://schemas.openxmlformats.org/officeDocument/2006/relationships/image" Target="../media/image1045.png"/><Relationship Id="rId101" Type="http://schemas.openxmlformats.org/officeDocument/2006/relationships/image" Target="../media/image1046.png"/><Relationship Id="rId122" Type="http://schemas.openxmlformats.org/officeDocument/2006/relationships/customXml" Target="../ink/ink1053.xml"/><Relationship Id="rId143" Type="http://schemas.openxmlformats.org/officeDocument/2006/relationships/image" Target="../media/image1067.png"/><Relationship Id="rId148" Type="http://schemas.openxmlformats.org/officeDocument/2006/relationships/customXml" Target="../ink/ink1066.xml"/><Relationship Id="rId164" Type="http://schemas.openxmlformats.org/officeDocument/2006/relationships/customXml" Target="../ink/ink1074.xml"/><Relationship Id="rId169" Type="http://schemas.openxmlformats.org/officeDocument/2006/relationships/image" Target="../media/image1080.png"/><Relationship Id="rId185" Type="http://schemas.openxmlformats.org/officeDocument/2006/relationships/image" Target="../media/image1088.png"/><Relationship Id="rId4" Type="http://schemas.openxmlformats.org/officeDocument/2006/relationships/customXml" Target="../ink/ink994.xml"/><Relationship Id="rId9" Type="http://schemas.openxmlformats.org/officeDocument/2006/relationships/image" Target="../media/image1000.png"/><Relationship Id="rId180" Type="http://schemas.openxmlformats.org/officeDocument/2006/relationships/customXml" Target="../ink/ink1082.xml"/><Relationship Id="rId210" Type="http://schemas.openxmlformats.org/officeDocument/2006/relationships/customXml" Target="../ink/ink1097.xml"/><Relationship Id="rId26" Type="http://schemas.openxmlformats.org/officeDocument/2006/relationships/customXml" Target="../ink/ink1005.xml"/><Relationship Id="rId47" Type="http://schemas.openxmlformats.org/officeDocument/2006/relationships/image" Target="../media/image1019.png"/><Relationship Id="rId68" Type="http://schemas.openxmlformats.org/officeDocument/2006/relationships/customXml" Target="../ink/ink1026.xml"/><Relationship Id="rId89" Type="http://schemas.openxmlformats.org/officeDocument/2006/relationships/image" Target="../media/image1040.png"/><Relationship Id="rId112" Type="http://schemas.openxmlformats.org/officeDocument/2006/relationships/customXml" Target="../ink/ink1048.xml"/><Relationship Id="rId133" Type="http://schemas.openxmlformats.org/officeDocument/2006/relationships/image" Target="../media/image1062.png"/><Relationship Id="rId154" Type="http://schemas.openxmlformats.org/officeDocument/2006/relationships/customXml" Target="../ink/ink1069.xml"/><Relationship Id="rId175" Type="http://schemas.openxmlformats.org/officeDocument/2006/relationships/image" Target="../media/image1083.png"/><Relationship Id="rId196" Type="http://schemas.openxmlformats.org/officeDocument/2006/relationships/customXml" Target="../ink/ink1090.xml"/><Relationship Id="rId200" Type="http://schemas.openxmlformats.org/officeDocument/2006/relationships/customXml" Target="../ink/ink1092.xml"/><Relationship Id="rId16" Type="http://schemas.openxmlformats.org/officeDocument/2006/relationships/customXml" Target="../ink/ink1000.xml"/><Relationship Id="rId37" Type="http://schemas.openxmlformats.org/officeDocument/2006/relationships/image" Target="../media/image1014.png"/><Relationship Id="rId58" Type="http://schemas.openxmlformats.org/officeDocument/2006/relationships/customXml" Target="../ink/ink1021.xml"/><Relationship Id="rId79" Type="http://schemas.openxmlformats.org/officeDocument/2006/relationships/image" Target="../media/image1035.png"/><Relationship Id="rId102" Type="http://schemas.openxmlformats.org/officeDocument/2006/relationships/customXml" Target="../ink/ink1043.xml"/><Relationship Id="rId123" Type="http://schemas.openxmlformats.org/officeDocument/2006/relationships/image" Target="../media/image1057.png"/><Relationship Id="rId144" Type="http://schemas.openxmlformats.org/officeDocument/2006/relationships/customXml" Target="../ink/ink1064.xml"/><Relationship Id="rId90" Type="http://schemas.openxmlformats.org/officeDocument/2006/relationships/customXml" Target="../ink/ink1037.xml"/><Relationship Id="rId165" Type="http://schemas.openxmlformats.org/officeDocument/2006/relationships/image" Target="../media/image1078.png"/><Relationship Id="rId186" Type="http://schemas.openxmlformats.org/officeDocument/2006/relationships/customXml" Target="../ink/ink1085.xml"/><Relationship Id="rId211" Type="http://schemas.openxmlformats.org/officeDocument/2006/relationships/image" Target="../media/image1101.png"/><Relationship Id="rId27" Type="http://schemas.openxmlformats.org/officeDocument/2006/relationships/image" Target="../media/image1009.png"/><Relationship Id="rId48" Type="http://schemas.openxmlformats.org/officeDocument/2006/relationships/customXml" Target="../ink/ink1016.xml"/><Relationship Id="rId69" Type="http://schemas.openxmlformats.org/officeDocument/2006/relationships/image" Target="../media/image1030.png"/><Relationship Id="rId113" Type="http://schemas.openxmlformats.org/officeDocument/2006/relationships/image" Target="../media/image1052.png"/><Relationship Id="rId134" Type="http://schemas.openxmlformats.org/officeDocument/2006/relationships/customXml" Target="../ink/ink1059.xml"/><Relationship Id="rId80" Type="http://schemas.openxmlformats.org/officeDocument/2006/relationships/customXml" Target="../ink/ink1032.xml"/><Relationship Id="rId155" Type="http://schemas.openxmlformats.org/officeDocument/2006/relationships/image" Target="../media/image1073.png"/><Relationship Id="rId176" Type="http://schemas.openxmlformats.org/officeDocument/2006/relationships/customXml" Target="../ink/ink1080.xml"/><Relationship Id="rId197" Type="http://schemas.openxmlformats.org/officeDocument/2006/relationships/image" Target="../media/image1094.png"/><Relationship Id="rId201" Type="http://schemas.openxmlformats.org/officeDocument/2006/relationships/image" Target="../media/image1096.png"/><Relationship Id="rId17" Type="http://schemas.openxmlformats.org/officeDocument/2006/relationships/image" Target="../media/image1004.png"/><Relationship Id="rId38" Type="http://schemas.openxmlformats.org/officeDocument/2006/relationships/customXml" Target="../ink/ink1011.xml"/><Relationship Id="rId59" Type="http://schemas.openxmlformats.org/officeDocument/2006/relationships/image" Target="../media/image1025.png"/><Relationship Id="rId103" Type="http://schemas.openxmlformats.org/officeDocument/2006/relationships/image" Target="../media/image1047.png"/><Relationship Id="rId124" Type="http://schemas.openxmlformats.org/officeDocument/2006/relationships/customXml" Target="../ink/ink1054.xml"/><Relationship Id="rId70" Type="http://schemas.openxmlformats.org/officeDocument/2006/relationships/customXml" Target="../ink/ink1027.xml"/><Relationship Id="rId91" Type="http://schemas.openxmlformats.org/officeDocument/2006/relationships/image" Target="../media/image1041.png"/><Relationship Id="rId145" Type="http://schemas.openxmlformats.org/officeDocument/2006/relationships/image" Target="../media/image1068.png"/><Relationship Id="rId166" Type="http://schemas.openxmlformats.org/officeDocument/2006/relationships/customXml" Target="../ink/ink1075.xml"/><Relationship Id="rId187" Type="http://schemas.openxmlformats.org/officeDocument/2006/relationships/image" Target="../media/image1089.png"/><Relationship Id="rId1" Type="http://schemas.openxmlformats.org/officeDocument/2006/relationships/slideLayout" Target="../slideLayouts/slideLayout7.xml"/><Relationship Id="rId212" Type="http://schemas.openxmlformats.org/officeDocument/2006/relationships/customXml" Target="../ink/ink1098.xml"/><Relationship Id="rId28" Type="http://schemas.openxmlformats.org/officeDocument/2006/relationships/customXml" Target="../ink/ink1006.xml"/><Relationship Id="rId49" Type="http://schemas.openxmlformats.org/officeDocument/2006/relationships/image" Target="../media/image1020.png"/><Relationship Id="rId114" Type="http://schemas.openxmlformats.org/officeDocument/2006/relationships/customXml" Target="../ink/ink1049.xml"/><Relationship Id="rId60" Type="http://schemas.openxmlformats.org/officeDocument/2006/relationships/customXml" Target="../ink/ink1022.xml"/><Relationship Id="rId81" Type="http://schemas.openxmlformats.org/officeDocument/2006/relationships/image" Target="../media/image1036.png"/><Relationship Id="rId135" Type="http://schemas.openxmlformats.org/officeDocument/2006/relationships/image" Target="../media/image1063.png"/><Relationship Id="rId156" Type="http://schemas.openxmlformats.org/officeDocument/2006/relationships/customXml" Target="../ink/ink1070.xml"/><Relationship Id="rId177" Type="http://schemas.openxmlformats.org/officeDocument/2006/relationships/image" Target="../media/image1084.png"/><Relationship Id="rId198" Type="http://schemas.openxmlformats.org/officeDocument/2006/relationships/customXml" Target="../ink/ink1091.xml"/><Relationship Id="rId202" Type="http://schemas.openxmlformats.org/officeDocument/2006/relationships/customXml" Target="../ink/ink1093.xml"/><Relationship Id="rId18" Type="http://schemas.openxmlformats.org/officeDocument/2006/relationships/customXml" Target="../ink/ink1001.xml"/><Relationship Id="rId39" Type="http://schemas.openxmlformats.org/officeDocument/2006/relationships/image" Target="../media/image1015.png"/><Relationship Id="rId50" Type="http://schemas.openxmlformats.org/officeDocument/2006/relationships/customXml" Target="../ink/ink1017.xml"/><Relationship Id="rId104" Type="http://schemas.openxmlformats.org/officeDocument/2006/relationships/customXml" Target="../ink/ink1044.xml"/><Relationship Id="rId125" Type="http://schemas.openxmlformats.org/officeDocument/2006/relationships/image" Target="../media/image1058.png"/><Relationship Id="rId146" Type="http://schemas.openxmlformats.org/officeDocument/2006/relationships/customXml" Target="../ink/ink1065.xml"/><Relationship Id="rId167" Type="http://schemas.openxmlformats.org/officeDocument/2006/relationships/image" Target="../media/image1079.png"/><Relationship Id="rId188" Type="http://schemas.openxmlformats.org/officeDocument/2006/relationships/customXml" Target="../ink/ink1086.xml"/><Relationship Id="rId71" Type="http://schemas.openxmlformats.org/officeDocument/2006/relationships/image" Target="../media/image1031.png"/><Relationship Id="rId92" Type="http://schemas.openxmlformats.org/officeDocument/2006/relationships/customXml" Target="../ink/ink1038.xml"/><Relationship Id="rId213" Type="http://schemas.openxmlformats.org/officeDocument/2006/relationships/image" Target="../media/image1102.png"/><Relationship Id="rId2" Type="http://schemas.openxmlformats.org/officeDocument/2006/relationships/customXml" Target="../ink/ink993.xml"/><Relationship Id="rId29" Type="http://schemas.openxmlformats.org/officeDocument/2006/relationships/image" Target="../media/image1010.png"/><Relationship Id="rId40" Type="http://schemas.openxmlformats.org/officeDocument/2006/relationships/customXml" Target="../ink/ink1012.xml"/><Relationship Id="rId115" Type="http://schemas.openxmlformats.org/officeDocument/2006/relationships/image" Target="../media/image1053.png"/><Relationship Id="rId136" Type="http://schemas.openxmlformats.org/officeDocument/2006/relationships/customXml" Target="../ink/ink1060.xml"/><Relationship Id="rId157" Type="http://schemas.openxmlformats.org/officeDocument/2006/relationships/image" Target="../media/image1074.png"/><Relationship Id="rId178" Type="http://schemas.openxmlformats.org/officeDocument/2006/relationships/customXml" Target="../ink/ink1081.xml"/><Relationship Id="rId61" Type="http://schemas.openxmlformats.org/officeDocument/2006/relationships/image" Target="../media/image1026.png"/><Relationship Id="rId82" Type="http://schemas.openxmlformats.org/officeDocument/2006/relationships/customXml" Target="../ink/ink1033.xml"/><Relationship Id="rId199" Type="http://schemas.openxmlformats.org/officeDocument/2006/relationships/image" Target="../media/image1095.png"/><Relationship Id="rId203" Type="http://schemas.openxmlformats.org/officeDocument/2006/relationships/image" Target="../media/image1097.png"/></Relationships>
</file>

<file path=ppt/slides/_rels/slide20.xml.rels><?xml version="1.0" encoding="UTF-8" standalone="yes"?>
<Relationships xmlns="http://schemas.openxmlformats.org/package/2006/relationships"><Relationship Id="rId26" Type="http://schemas.openxmlformats.org/officeDocument/2006/relationships/customXml" Target="../ink/ink1111.xml"/><Relationship Id="rId21" Type="http://schemas.openxmlformats.org/officeDocument/2006/relationships/image" Target="../media/image1112.png"/><Relationship Id="rId42" Type="http://schemas.openxmlformats.org/officeDocument/2006/relationships/customXml" Target="../ink/ink1119.xml"/><Relationship Id="rId47" Type="http://schemas.openxmlformats.org/officeDocument/2006/relationships/image" Target="../media/image1125.png"/><Relationship Id="rId63" Type="http://schemas.openxmlformats.org/officeDocument/2006/relationships/image" Target="../media/image1133.png"/><Relationship Id="rId68" Type="http://schemas.openxmlformats.org/officeDocument/2006/relationships/customXml" Target="../ink/ink1132.xml"/><Relationship Id="rId84" Type="http://schemas.openxmlformats.org/officeDocument/2006/relationships/customXml" Target="../ink/ink1140.xml"/><Relationship Id="rId89" Type="http://schemas.openxmlformats.org/officeDocument/2006/relationships/image" Target="../media/image1146.png"/><Relationship Id="rId16" Type="http://schemas.openxmlformats.org/officeDocument/2006/relationships/customXml" Target="../ink/ink1106.xml"/><Relationship Id="rId107" Type="http://schemas.openxmlformats.org/officeDocument/2006/relationships/image" Target="../media/image1155.png"/><Relationship Id="rId11" Type="http://schemas.openxmlformats.org/officeDocument/2006/relationships/image" Target="../media/image1107.png"/><Relationship Id="rId32" Type="http://schemas.openxmlformats.org/officeDocument/2006/relationships/customXml" Target="../ink/ink1114.xml"/><Relationship Id="rId37" Type="http://schemas.openxmlformats.org/officeDocument/2006/relationships/image" Target="../media/image1120.png"/><Relationship Id="rId53" Type="http://schemas.openxmlformats.org/officeDocument/2006/relationships/image" Target="../media/image1128.png"/><Relationship Id="rId58" Type="http://schemas.openxmlformats.org/officeDocument/2006/relationships/customXml" Target="../ink/ink1127.xml"/><Relationship Id="rId74" Type="http://schemas.openxmlformats.org/officeDocument/2006/relationships/customXml" Target="../ink/ink1135.xml"/><Relationship Id="rId79" Type="http://schemas.openxmlformats.org/officeDocument/2006/relationships/image" Target="../media/image1141.png"/><Relationship Id="rId102" Type="http://schemas.openxmlformats.org/officeDocument/2006/relationships/customXml" Target="../ink/ink1149.xml"/><Relationship Id="rId5" Type="http://schemas.openxmlformats.org/officeDocument/2006/relationships/image" Target="../media/image1104.png"/><Relationship Id="rId90" Type="http://schemas.openxmlformats.org/officeDocument/2006/relationships/customXml" Target="../ink/ink1143.xml"/><Relationship Id="rId95" Type="http://schemas.openxmlformats.org/officeDocument/2006/relationships/image" Target="../media/image1149.png"/><Relationship Id="rId22" Type="http://schemas.openxmlformats.org/officeDocument/2006/relationships/customXml" Target="../ink/ink1109.xml"/><Relationship Id="rId27" Type="http://schemas.openxmlformats.org/officeDocument/2006/relationships/image" Target="../media/image1115.png"/><Relationship Id="rId43" Type="http://schemas.openxmlformats.org/officeDocument/2006/relationships/image" Target="../media/image1123.png"/><Relationship Id="rId48" Type="http://schemas.openxmlformats.org/officeDocument/2006/relationships/customXml" Target="../ink/ink1122.xml"/><Relationship Id="rId64" Type="http://schemas.openxmlformats.org/officeDocument/2006/relationships/customXml" Target="../ink/ink1130.xml"/><Relationship Id="rId69" Type="http://schemas.openxmlformats.org/officeDocument/2006/relationships/image" Target="../media/image1136.png"/><Relationship Id="rId80" Type="http://schemas.openxmlformats.org/officeDocument/2006/relationships/customXml" Target="../ink/ink1138.xml"/><Relationship Id="rId85" Type="http://schemas.openxmlformats.org/officeDocument/2006/relationships/image" Target="../media/image1144.png"/><Relationship Id="rId12" Type="http://schemas.openxmlformats.org/officeDocument/2006/relationships/customXml" Target="../ink/ink1104.xml"/><Relationship Id="rId17" Type="http://schemas.openxmlformats.org/officeDocument/2006/relationships/image" Target="../media/image1110.png"/><Relationship Id="rId33" Type="http://schemas.openxmlformats.org/officeDocument/2006/relationships/image" Target="../media/image1118.png"/><Relationship Id="rId38" Type="http://schemas.openxmlformats.org/officeDocument/2006/relationships/customXml" Target="../ink/ink1117.xml"/><Relationship Id="rId59" Type="http://schemas.openxmlformats.org/officeDocument/2006/relationships/image" Target="../media/image1131.png"/><Relationship Id="rId103" Type="http://schemas.openxmlformats.org/officeDocument/2006/relationships/image" Target="../media/image1153.png"/><Relationship Id="rId20" Type="http://schemas.openxmlformats.org/officeDocument/2006/relationships/customXml" Target="../ink/ink1108.xml"/><Relationship Id="rId41" Type="http://schemas.openxmlformats.org/officeDocument/2006/relationships/image" Target="../media/image1122.png"/><Relationship Id="rId54" Type="http://schemas.openxmlformats.org/officeDocument/2006/relationships/customXml" Target="../ink/ink1125.xml"/><Relationship Id="rId62" Type="http://schemas.openxmlformats.org/officeDocument/2006/relationships/customXml" Target="../ink/ink1129.xml"/><Relationship Id="rId70" Type="http://schemas.openxmlformats.org/officeDocument/2006/relationships/customXml" Target="../ink/ink1133.xml"/><Relationship Id="rId75" Type="http://schemas.openxmlformats.org/officeDocument/2006/relationships/image" Target="../media/image1139.png"/><Relationship Id="rId83" Type="http://schemas.openxmlformats.org/officeDocument/2006/relationships/image" Target="../media/image1143.png"/><Relationship Id="rId88" Type="http://schemas.openxmlformats.org/officeDocument/2006/relationships/customXml" Target="../ink/ink1142.xml"/><Relationship Id="rId91" Type="http://schemas.openxmlformats.org/officeDocument/2006/relationships/image" Target="../media/image1147.png"/><Relationship Id="rId96" Type="http://schemas.openxmlformats.org/officeDocument/2006/relationships/customXml" Target="../ink/ink1146.xml"/><Relationship Id="rId1" Type="http://schemas.openxmlformats.org/officeDocument/2006/relationships/slideLayout" Target="../slideLayouts/slideLayout7.xml"/><Relationship Id="rId6" Type="http://schemas.openxmlformats.org/officeDocument/2006/relationships/customXml" Target="../ink/ink1101.xml"/><Relationship Id="rId15" Type="http://schemas.openxmlformats.org/officeDocument/2006/relationships/image" Target="../media/image1109.png"/><Relationship Id="rId23" Type="http://schemas.openxmlformats.org/officeDocument/2006/relationships/image" Target="../media/image1113.png"/><Relationship Id="rId28" Type="http://schemas.openxmlformats.org/officeDocument/2006/relationships/customXml" Target="../ink/ink1112.xml"/><Relationship Id="rId36" Type="http://schemas.openxmlformats.org/officeDocument/2006/relationships/customXml" Target="../ink/ink1116.xml"/><Relationship Id="rId49" Type="http://schemas.openxmlformats.org/officeDocument/2006/relationships/image" Target="../media/image1126.png"/><Relationship Id="rId57" Type="http://schemas.openxmlformats.org/officeDocument/2006/relationships/image" Target="../media/image1130.png"/><Relationship Id="rId106" Type="http://schemas.openxmlformats.org/officeDocument/2006/relationships/customXml" Target="../ink/ink1151.xml"/><Relationship Id="rId10" Type="http://schemas.openxmlformats.org/officeDocument/2006/relationships/customXml" Target="../ink/ink1103.xml"/><Relationship Id="rId31" Type="http://schemas.openxmlformats.org/officeDocument/2006/relationships/image" Target="../media/image1117.png"/><Relationship Id="rId44" Type="http://schemas.openxmlformats.org/officeDocument/2006/relationships/customXml" Target="../ink/ink1120.xml"/><Relationship Id="rId52" Type="http://schemas.openxmlformats.org/officeDocument/2006/relationships/customXml" Target="../ink/ink1124.xml"/><Relationship Id="rId60" Type="http://schemas.openxmlformats.org/officeDocument/2006/relationships/customXml" Target="../ink/ink1128.xml"/><Relationship Id="rId65" Type="http://schemas.openxmlformats.org/officeDocument/2006/relationships/image" Target="../media/image1134.png"/><Relationship Id="rId73" Type="http://schemas.openxmlformats.org/officeDocument/2006/relationships/image" Target="../media/image1138.png"/><Relationship Id="rId78" Type="http://schemas.openxmlformats.org/officeDocument/2006/relationships/customXml" Target="../ink/ink1137.xml"/><Relationship Id="rId81" Type="http://schemas.openxmlformats.org/officeDocument/2006/relationships/image" Target="../media/image1142.png"/><Relationship Id="rId86" Type="http://schemas.openxmlformats.org/officeDocument/2006/relationships/customXml" Target="../ink/ink1141.xml"/><Relationship Id="rId94" Type="http://schemas.openxmlformats.org/officeDocument/2006/relationships/customXml" Target="../ink/ink1145.xml"/><Relationship Id="rId99" Type="http://schemas.openxmlformats.org/officeDocument/2006/relationships/image" Target="../media/image1151.png"/><Relationship Id="rId101" Type="http://schemas.openxmlformats.org/officeDocument/2006/relationships/image" Target="../media/image1152.png"/><Relationship Id="rId4" Type="http://schemas.openxmlformats.org/officeDocument/2006/relationships/customXml" Target="../ink/ink1100.xml"/><Relationship Id="rId9" Type="http://schemas.openxmlformats.org/officeDocument/2006/relationships/image" Target="../media/image1106.png"/><Relationship Id="rId13" Type="http://schemas.openxmlformats.org/officeDocument/2006/relationships/image" Target="../media/image1108.png"/><Relationship Id="rId18" Type="http://schemas.openxmlformats.org/officeDocument/2006/relationships/customXml" Target="../ink/ink1107.xml"/><Relationship Id="rId39" Type="http://schemas.openxmlformats.org/officeDocument/2006/relationships/image" Target="../media/image1121.png"/><Relationship Id="rId34" Type="http://schemas.openxmlformats.org/officeDocument/2006/relationships/customXml" Target="../ink/ink1115.xml"/><Relationship Id="rId50" Type="http://schemas.openxmlformats.org/officeDocument/2006/relationships/customXml" Target="../ink/ink1123.xml"/><Relationship Id="rId55" Type="http://schemas.openxmlformats.org/officeDocument/2006/relationships/image" Target="../media/image1129.png"/><Relationship Id="rId76" Type="http://schemas.openxmlformats.org/officeDocument/2006/relationships/customXml" Target="../ink/ink1136.xml"/><Relationship Id="rId97" Type="http://schemas.openxmlformats.org/officeDocument/2006/relationships/image" Target="../media/image1150.png"/><Relationship Id="rId104" Type="http://schemas.openxmlformats.org/officeDocument/2006/relationships/customXml" Target="../ink/ink1150.xml"/><Relationship Id="rId7" Type="http://schemas.openxmlformats.org/officeDocument/2006/relationships/image" Target="../media/image1105.png"/><Relationship Id="rId71" Type="http://schemas.openxmlformats.org/officeDocument/2006/relationships/image" Target="../media/image1137.png"/><Relationship Id="rId92" Type="http://schemas.openxmlformats.org/officeDocument/2006/relationships/customXml" Target="../ink/ink1144.xml"/><Relationship Id="rId2" Type="http://schemas.openxmlformats.org/officeDocument/2006/relationships/customXml" Target="../ink/ink1099.xml"/><Relationship Id="rId29" Type="http://schemas.openxmlformats.org/officeDocument/2006/relationships/image" Target="../media/image1116.png"/><Relationship Id="rId24" Type="http://schemas.openxmlformats.org/officeDocument/2006/relationships/customXml" Target="../ink/ink1110.xml"/><Relationship Id="rId40" Type="http://schemas.openxmlformats.org/officeDocument/2006/relationships/customXml" Target="../ink/ink1118.xml"/><Relationship Id="rId45" Type="http://schemas.openxmlformats.org/officeDocument/2006/relationships/image" Target="../media/image1124.png"/><Relationship Id="rId66" Type="http://schemas.openxmlformats.org/officeDocument/2006/relationships/customXml" Target="../ink/ink1131.xml"/><Relationship Id="rId87" Type="http://schemas.openxmlformats.org/officeDocument/2006/relationships/image" Target="../media/image1145.png"/><Relationship Id="rId61" Type="http://schemas.openxmlformats.org/officeDocument/2006/relationships/image" Target="../media/image1132.png"/><Relationship Id="rId82" Type="http://schemas.openxmlformats.org/officeDocument/2006/relationships/customXml" Target="../ink/ink1139.xml"/><Relationship Id="rId19" Type="http://schemas.openxmlformats.org/officeDocument/2006/relationships/image" Target="../media/image1111.png"/><Relationship Id="rId14" Type="http://schemas.openxmlformats.org/officeDocument/2006/relationships/customXml" Target="../ink/ink1105.xml"/><Relationship Id="rId30" Type="http://schemas.openxmlformats.org/officeDocument/2006/relationships/customXml" Target="../ink/ink1113.xml"/><Relationship Id="rId35" Type="http://schemas.openxmlformats.org/officeDocument/2006/relationships/image" Target="../media/image1119.png"/><Relationship Id="rId56" Type="http://schemas.openxmlformats.org/officeDocument/2006/relationships/customXml" Target="../ink/ink1126.xml"/><Relationship Id="rId77" Type="http://schemas.openxmlformats.org/officeDocument/2006/relationships/image" Target="../media/image1140.png"/><Relationship Id="rId100" Type="http://schemas.openxmlformats.org/officeDocument/2006/relationships/customXml" Target="../ink/ink1148.xml"/><Relationship Id="rId105" Type="http://schemas.openxmlformats.org/officeDocument/2006/relationships/image" Target="../media/image1154.png"/><Relationship Id="rId8" Type="http://schemas.openxmlformats.org/officeDocument/2006/relationships/customXml" Target="../ink/ink1102.xml"/><Relationship Id="rId51" Type="http://schemas.openxmlformats.org/officeDocument/2006/relationships/image" Target="../media/image1127.png"/><Relationship Id="rId72" Type="http://schemas.openxmlformats.org/officeDocument/2006/relationships/customXml" Target="../ink/ink1134.xml"/><Relationship Id="rId93" Type="http://schemas.openxmlformats.org/officeDocument/2006/relationships/image" Target="../media/image1148.png"/><Relationship Id="rId98" Type="http://schemas.openxmlformats.org/officeDocument/2006/relationships/customXml" Target="../ink/ink1147.xml"/><Relationship Id="rId3" Type="http://schemas.openxmlformats.org/officeDocument/2006/relationships/image" Target="../media/image1103.png"/><Relationship Id="rId25" Type="http://schemas.openxmlformats.org/officeDocument/2006/relationships/image" Target="../media/image1114.png"/><Relationship Id="rId46" Type="http://schemas.openxmlformats.org/officeDocument/2006/relationships/customXml" Target="../ink/ink1121.xml"/><Relationship Id="rId67" Type="http://schemas.openxmlformats.org/officeDocument/2006/relationships/image" Target="../media/image1135.png"/></Relationships>
</file>

<file path=ppt/slides/_rels/slide21.xml.rels><?xml version="1.0" encoding="UTF-8" standalone="yes"?>
<Relationships xmlns="http://schemas.openxmlformats.org/package/2006/relationships"><Relationship Id="rId8" Type="http://schemas.openxmlformats.org/officeDocument/2006/relationships/customXml" Target="../ink/ink1155.xml"/><Relationship Id="rId13" Type="http://schemas.openxmlformats.org/officeDocument/2006/relationships/image" Target="../media/image1161.png"/><Relationship Id="rId18" Type="http://schemas.openxmlformats.org/officeDocument/2006/relationships/customXml" Target="../ink/ink1160.xml"/><Relationship Id="rId26" Type="http://schemas.openxmlformats.org/officeDocument/2006/relationships/customXml" Target="../ink/ink1164.xml"/><Relationship Id="rId3" Type="http://schemas.openxmlformats.org/officeDocument/2006/relationships/image" Target="../media/image1156.png"/><Relationship Id="rId21" Type="http://schemas.openxmlformats.org/officeDocument/2006/relationships/image" Target="../media/image1165.png"/><Relationship Id="rId7" Type="http://schemas.openxmlformats.org/officeDocument/2006/relationships/image" Target="../media/image1158.png"/><Relationship Id="rId12" Type="http://schemas.openxmlformats.org/officeDocument/2006/relationships/customXml" Target="../ink/ink1157.xml"/><Relationship Id="rId17" Type="http://schemas.openxmlformats.org/officeDocument/2006/relationships/image" Target="../media/image1163.png"/><Relationship Id="rId25" Type="http://schemas.openxmlformats.org/officeDocument/2006/relationships/image" Target="../media/image1167.png"/><Relationship Id="rId2" Type="http://schemas.openxmlformats.org/officeDocument/2006/relationships/customXml" Target="../ink/ink1152.xml"/><Relationship Id="rId16" Type="http://schemas.openxmlformats.org/officeDocument/2006/relationships/customXml" Target="../ink/ink1159.xml"/><Relationship Id="rId20" Type="http://schemas.openxmlformats.org/officeDocument/2006/relationships/customXml" Target="../ink/ink1161.xml"/><Relationship Id="rId1" Type="http://schemas.openxmlformats.org/officeDocument/2006/relationships/slideLayout" Target="../slideLayouts/slideLayout7.xml"/><Relationship Id="rId6" Type="http://schemas.openxmlformats.org/officeDocument/2006/relationships/customXml" Target="../ink/ink1154.xml"/><Relationship Id="rId11" Type="http://schemas.openxmlformats.org/officeDocument/2006/relationships/image" Target="../media/image1160.png"/><Relationship Id="rId24" Type="http://schemas.openxmlformats.org/officeDocument/2006/relationships/customXml" Target="../ink/ink1163.xml"/><Relationship Id="rId5" Type="http://schemas.openxmlformats.org/officeDocument/2006/relationships/image" Target="../media/image1157.png"/><Relationship Id="rId15" Type="http://schemas.openxmlformats.org/officeDocument/2006/relationships/image" Target="../media/image1162.png"/><Relationship Id="rId23" Type="http://schemas.openxmlformats.org/officeDocument/2006/relationships/image" Target="../media/image1166.png"/><Relationship Id="rId10" Type="http://schemas.openxmlformats.org/officeDocument/2006/relationships/customXml" Target="../ink/ink1156.xml"/><Relationship Id="rId19" Type="http://schemas.openxmlformats.org/officeDocument/2006/relationships/image" Target="../media/image1164.png"/><Relationship Id="rId4" Type="http://schemas.openxmlformats.org/officeDocument/2006/relationships/customXml" Target="../ink/ink1153.xml"/><Relationship Id="rId9" Type="http://schemas.openxmlformats.org/officeDocument/2006/relationships/image" Target="../media/image1159.png"/><Relationship Id="rId14" Type="http://schemas.openxmlformats.org/officeDocument/2006/relationships/customXml" Target="../ink/ink1158.xml"/><Relationship Id="rId22" Type="http://schemas.openxmlformats.org/officeDocument/2006/relationships/customXml" Target="../ink/ink1162.xml"/><Relationship Id="rId27" Type="http://schemas.openxmlformats.org/officeDocument/2006/relationships/image" Target="../media/image116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5316786-088E-FEFF-3C72-19F6363C0E17}"/>
              </a:ext>
            </a:extLst>
          </p:cNvPr>
          <p:cNvGrpSpPr/>
          <p:nvPr/>
        </p:nvGrpSpPr>
        <p:grpSpPr>
          <a:xfrm>
            <a:off x="1202515" y="438108"/>
            <a:ext cx="2265120" cy="1707120"/>
            <a:chOff x="1202515" y="438108"/>
            <a:chExt cx="2265120" cy="170712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5B3EFC9-FB0C-5920-24AC-E9EC0C0DCE5D}"/>
                    </a:ext>
                  </a:extLst>
                </p14:cNvPr>
                <p14:cNvContentPartPr/>
                <p14:nvPr/>
              </p14:nvContentPartPr>
              <p14:xfrm>
                <a:off x="1202515" y="438108"/>
                <a:ext cx="65880" cy="970200"/>
              </p14:xfrm>
            </p:contentPart>
          </mc:Choice>
          <mc:Fallback xmlns="">
            <p:pic>
              <p:nvPicPr>
                <p:cNvPr id="2" name="Ink 1">
                  <a:extLst>
                    <a:ext uri="{FF2B5EF4-FFF2-40B4-BE49-F238E27FC236}">
                      <a16:creationId xmlns:a16="http://schemas.microsoft.com/office/drawing/2014/main" id="{A5B3EFC9-FB0C-5920-24AC-E9EC0C0DCE5D}"/>
                    </a:ext>
                  </a:extLst>
                </p:cNvPr>
                <p:cNvPicPr/>
                <p:nvPr/>
              </p:nvPicPr>
              <p:blipFill>
                <a:blip r:embed="rId3"/>
                <a:stretch>
                  <a:fillRect/>
                </a:stretch>
              </p:blipFill>
              <p:spPr>
                <a:xfrm>
                  <a:off x="1198195" y="433788"/>
                  <a:ext cx="74520" cy="978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28A5BC01-DDC7-D0C4-FF9F-B826ED53D4D0}"/>
                    </a:ext>
                  </a:extLst>
                </p14:cNvPr>
                <p14:cNvContentPartPr/>
                <p14:nvPr/>
              </p14:nvContentPartPr>
              <p14:xfrm>
                <a:off x="1330675" y="439188"/>
                <a:ext cx="537840" cy="770760"/>
              </p14:xfrm>
            </p:contentPart>
          </mc:Choice>
          <mc:Fallback xmlns="">
            <p:pic>
              <p:nvPicPr>
                <p:cNvPr id="3" name="Ink 2">
                  <a:extLst>
                    <a:ext uri="{FF2B5EF4-FFF2-40B4-BE49-F238E27FC236}">
                      <a16:creationId xmlns:a16="http://schemas.microsoft.com/office/drawing/2014/main" id="{28A5BC01-DDC7-D0C4-FF9F-B826ED53D4D0}"/>
                    </a:ext>
                  </a:extLst>
                </p:cNvPr>
                <p:cNvPicPr/>
                <p:nvPr/>
              </p:nvPicPr>
              <p:blipFill>
                <a:blip r:embed="rId5"/>
                <a:stretch>
                  <a:fillRect/>
                </a:stretch>
              </p:blipFill>
              <p:spPr>
                <a:xfrm>
                  <a:off x="1326355" y="434868"/>
                  <a:ext cx="546480" cy="779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36939B40-CB09-F9B1-3EF5-DE78E13A9C28}"/>
                    </a:ext>
                  </a:extLst>
                </p14:cNvPr>
                <p14:cNvContentPartPr/>
                <p14:nvPr/>
              </p14:nvContentPartPr>
              <p14:xfrm>
                <a:off x="2067595" y="756348"/>
                <a:ext cx="621000" cy="595800"/>
              </p14:xfrm>
            </p:contentPart>
          </mc:Choice>
          <mc:Fallback xmlns="">
            <p:pic>
              <p:nvPicPr>
                <p:cNvPr id="4" name="Ink 3">
                  <a:extLst>
                    <a:ext uri="{FF2B5EF4-FFF2-40B4-BE49-F238E27FC236}">
                      <a16:creationId xmlns:a16="http://schemas.microsoft.com/office/drawing/2014/main" id="{36939B40-CB09-F9B1-3EF5-DE78E13A9C28}"/>
                    </a:ext>
                  </a:extLst>
                </p:cNvPr>
                <p:cNvPicPr/>
                <p:nvPr/>
              </p:nvPicPr>
              <p:blipFill>
                <a:blip r:embed="rId7"/>
                <a:stretch>
                  <a:fillRect/>
                </a:stretch>
              </p:blipFill>
              <p:spPr>
                <a:xfrm>
                  <a:off x="2063275" y="752028"/>
                  <a:ext cx="629640" cy="604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ED94F4BE-EBB0-4890-90D2-35FCDAA94004}"/>
                    </a:ext>
                  </a:extLst>
                </p14:cNvPr>
                <p14:cNvContentPartPr/>
                <p14:nvPr/>
              </p14:nvContentPartPr>
              <p14:xfrm>
                <a:off x="2888395" y="652668"/>
                <a:ext cx="402120" cy="604800"/>
              </p14:xfrm>
            </p:contentPart>
          </mc:Choice>
          <mc:Fallback xmlns="">
            <p:pic>
              <p:nvPicPr>
                <p:cNvPr id="5" name="Ink 4">
                  <a:extLst>
                    <a:ext uri="{FF2B5EF4-FFF2-40B4-BE49-F238E27FC236}">
                      <a16:creationId xmlns:a16="http://schemas.microsoft.com/office/drawing/2014/main" id="{ED94F4BE-EBB0-4890-90D2-35FCDAA94004}"/>
                    </a:ext>
                  </a:extLst>
                </p:cNvPr>
                <p:cNvPicPr/>
                <p:nvPr/>
              </p:nvPicPr>
              <p:blipFill>
                <a:blip r:embed="rId9"/>
                <a:stretch>
                  <a:fillRect/>
                </a:stretch>
              </p:blipFill>
              <p:spPr>
                <a:xfrm>
                  <a:off x="2884075" y="648348"/>
                  <a:ext cx="410760" cy="613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D0F9825D-E40A-3C46-14ED-EF114CCAE8AE}"/>
                    </a:ext>
                  </a:extLst>
                </p14:cNvPr>
                <p14:cNvContentPartPr/>
                <p14:nvPr/>
              </p14:nvContentPartPr>
              <p14:xfrm>
                <a:off x="2697955" y="667428"/>
                <a:ext cx="769680" cy="895680"/>
              </p14:xfrm>
            </p:contentPart>
          </mc:Choice>
          <mc:Fallback xmlns="">
            <p:pic>
              <p:nvPicPr>
                <p:cNvPr id="7" name="Ink 6">
                  <a:extLst>
                    <a:ext uri="{FF2B5EF4-FFF2-40B4-BE49-F238E27FC236}">
                      <a16:creationId xmlns:a16="http://schemas.microsoft.com/office/drawing/2014/main" id="{D0F9825D-E40A-3C46-14ED-EF114CCAE8AE}"/>
                    </a:ext>
                  </a:extLst>
                </p:cNvPr>
                <p:cNvPicPr/>
                <p:nvPr/>
              </p:nvPicPr>
              <p:blipFill>
                <a:blip r:embed="rId11"/>
                <a:stretch>
                  <a:fillRect/>
                </a:stretch>
              </p:blipFill>
              <p:spPr>
                <a:xfrm>
                  <a:off x="2693635" y="663108"/>
                  <a:ext cx="778320" cy="904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B342FA60-655B-2264-8461-83B4099BAB08}"/>
                    </a:ext>
                  </a:extLst>
                </p14:cNvPr>
                <p14:cNvContentPartPr/>
                <p14:nvPr/>
              </p14:nvContentPartPr>
              <p14:xfrm>
                <a:off x="1320955" y="1905108"/>
                <a:ext cx="1851120" cy="240120"/>
              </p14:xfrm>
            </p:contentPart>
          </mc:Choice>
          <mc:Fallback xmlns="">
            <p:pic>
              <p:nvPicPr>
                <p:cNvPr id="9" name="Ink 8">
                  <a:extLst>
                    <a:ext uri="{FF2B5EF4-FFF2-40B4-BE49-F238E27FC236}">
                      <a16:creationId xmlns:a16="http://schemas.microsoft.com/office/drawing/2014/main" id="{B342FA60-655B-2264-8461-83B4099BAB08}"/>
                    </a:ext>
                  </a:extLst>
                </p:cNvPr>
                <p:cNvPicPr/>
                <p:nvPr/>
              </p:nvPicPr>
              <p:blipFill>
                <a:blip r:embed="rId13"/>
                <a:stretch>
                  <a:fillRect/>
                </a:stretch>
              </p:blipFill>
              <p:spPr>
                <a:xfrm>
                  <a:off x="1316635" y="1900788"/>
                  <a:ext cx="1859760" cy="248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DB8BE455-ABAA-BB26-8A90-E6E15497BB82}"/>
                  </a:ext>
                </a:extLst>
              </p14:cNvPr>
              <p14:cNvContentPartPr/>
              <p14:nvPr/>
            </p14:nvContentPartPr>
            <p14:xfrm>
              <a:off x="4821595" y="604788"/>
              <a:ext cx="1272600" cy="233640"/>
            </p14:xfrm>
          </p:contentPart>
        </mc:Choice>
        <mc:Fallback xmlns="">
          <p:pic>
            <p:nvPicPr>
              <p:cNvPr id="10" name="Ink 9">
                <a:extLst>
                  <a:ext uri="{FF2B5EF4-FFF2-40B4-BE49-F238E27FC236}">
                    <a16:creationId xmlns:a16="http://schemas.microsoft.com/office/drawing/2014/main" id="{DB8BE455-ABAA-BB26-8A90-E6E15497BB82}"/>
                  </a:ext>
                </a:extLst>
              </p:cNvPr>
              <p:cNvPicPr/>
              <p:nvPr/>
            </p:nvPicPr>
            <p:blipFill>
              <a:blip r:embed="rId15"/>
              <a:stretch>
                <a:fillRect/>
              </a:stretch>
            </p:blipFill>
            <p:spPr>
              <a:xfrm>
                <a:off x="4815475" y="598668"/>
                <a:ext cx="1284840" cy="245880"/>
              </a:xfrm>
              <a:prstGeom prst="rect">
                <a:avLst/>
              </a:prstGeom>
            </p:spPr>
          </p:pic>
        </mc:Fallback>
      </mc:AlternateContent>
      <p:grpSp>
        <p:nvGrpSpPr>
          <p:cNvPr id="35" name="Group 34">
            <a:extLst>
              <a:ext uri="{FF2B5EF4-FFF2-40B4-BE49-F238E27FC236}">
                <a16:creationId xmlns:a16="http://schemas.microsoft.com/office/drawing/2014/main" id="{10183827-91BB-507E-197B-CA8B049AC521}"/>
              </a:ext>
            </a:extLst>
          </p:cNvPr>
          <p:cNvGrpSpPr/>
          <p:nvPr/>
        </p:nvGrpSpPr>
        <p:grpSpPr>
          <a:xfrm>
            <a:off x="4020595" y="1529628"/>
            <a:ext cx="7062840" cy="3538800"/>
            <a:chOff x="4020595" y="1529628"/>
            <a:chExt cx="7062840" cy="3538800"/>
          </a:xfrm>
        </p:grpSpPr>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B3B1EA35-1A31-37D1-B594-28608EBC9FE0}"/>
                    </a:ext>
                  </a:extLst>
                </p14:cNvPr>
                <p14:cNvContentPartPr/>
                <p14:nvPr/>
              </p14:nvContentPartPr>
              <p14:xfrm>
                <a:off x="4535755" y="2212188"/>
                <a:ext cx="12240" cy="253080"/>
              </p14:xfrm>
            </p:contentPart>
          </mc:Choice>
          <mc:Fallback xmlns="">
            <p:pic>
              <p:nvPicPr>
                <p:cNvPr id="12" name="Ink 11">
                  <a:extLst>
                    <a:ext uri="{FF2B5EF4-FFF2-40B4-BE49-F238E27FC236}">
                      <a16:creationId xmlns:a16="http://schemas.microsoft.com/office/drawing/2014/main" id="{B3B1EA35-1A31-37D1-B594-28608EBC9FE0}"/>
                    </a:ext>
                  </a:extLst>
                </p:cNvPr>
                <p:cNvPicPr/>
                <p:nvPr/>
              </p:nvPicPr>
              <p:blipFill>
                <a:blip r:embed="rId17"/>
                <a:stretch>
                  <a:fillRect/>
                </a:stretch>
              </p:blipFill>
              <p:spPr>
                <a:xfrm>
                  <a:off x="4529635" y="2206068"/>
                  <a:ext cx="2448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0222A533-3847-D8E0-9003-C23BB151AB38}"/>
                    </a:ext>
                  </a:extLst>
                </p14:cNvPr>
                <p14:cNvContentPartPr/>
                <p14:nvPr/>
              </p14:nvContentPartPr>
              <p14:xfrm>
                <a:off x="4020595" y="1808268"/>
                <a:ext cx="970920" cy="1347480"/>
              </p14:xfrm>
            </p:contentPart>
          </mc:Choice>
          <mc:Fallback xmlns="">
            <p:pic>
              <p:nvPicPr>
                <p:cNvPr id="13" name="Ink 12">
                  <a:extLst>
                    <a:ext uri="{FF2B5EF4-FFF2-40B4-BE49-F238E27FC236}">
                      <a16:creationId xmlns:a16="http://schemas.microsoft.com/office/drawing/2014/main" id="{0222A533-3847-D8E0-9003-C23BB151AB38}"/>
                    </a:ext>
                  </a:extLst>
                </p:cNvPr>
                <p:cNvPicPr/>
                <p:nvPr/>
              </p:nvPicPr>
              <p:blipFill>
                <a:blip r:embed="rId19"/>
                <a:stretch>
                  <a:fillRect/>
                </a:stretch>
              </p:blipFill>
              <p:spPr>
                <a:xfrm>
                  <a:off x="4014475" y="1802148"/>
                  <a:ext cx="983160" cy="1359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B506B27F-70C1-F122-3EBE-29BCA6C67335}"/>
                    </a:ext>
                  </a:extLst>
                </p14:cNvPr>
                <p14:cNvContentPartPr/>
                <p14:nvPr/>
              </p14:nvContentPartPr>
              <p14:xfrm>
                <a:off x="5829235" y="1978908"/>
                <a:ext cx="475920" cy="767160"/>
              </p14:xfrm>
            </p:contentPart>
          </mc:Choice>
          <mc:Fallback xmlns="">
            <p:pic>
              <p:nvPicPr>
                <p:cNvPr id="15" name="Ink 14">
                  <a:extLst>
                    <a:ext uri="{FF2B5EF4-FFF2-40B4-BE49-F238E27FC236}">
                      <a16:creationId xmlns:a16="http://schemas.microsoft.com/office/drawing/2014/main" id="{B506B27F-70C1-F122-3EBE-29BCA6C67335}"/>
                    </a:ext>
                  </a:extLst>
                </p:cNvPr>
                <p:cNvPicPr/>
                <p:nvPr/>
              </p:nvPicPr>
              <p:blipFill>
                <a:blip r:embed="rId21"/>
                <a:stretch>
                  <a:fillRect/>
                </a:stretch>
              </p:blipFill>
              <p:spPr>
                <a:xfrm>
                  <a:off x="5823115" y="1972788"/>
                  <a:ext cx="488160" cy="779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85DFB399-76AF-720F-A0CC-63C567E70F09}"/>
                    </a:ext>
                  </a:extLst>
                </p14:cNvPr>
                <p14:cNvContentPartPr/>
                <p14:nvPr/>
              </p14:nvContentPartPr>
              <p14:xfrm>
                <a:off x="6608995" y="1723668"/>
                <a:ext cx="1655640" cy="1003320"/>
              </p14:xfrm>
            </p:contentPart>
          </mc:Choice>
          <mc:Fallback xmlns="">
            <p:pic>
              <p:nvPicPr>
                <p:cNvPr id="16" name="Ink 15">
                  <a:extLst>
                    <a:ext uri="{FF2B5EF4-FFF2-40B4-BE49-F238E27FC236}">
                      <a16:creationId xmlns:a16="http://schemas.microsoft.com/office/drawing/2014/main" id="{85DFB399-76AF-720F-A0CC-63C567E70F09}"/>
                    </a:ext>
                  </a:extLst>
                </p:cNvPr>
                <p:cNvPicPr/>
                <p:nvPr/>
              </p:nvPicPr>
              <p:blipFill>
                <a:blip r:embed="rId23"/>
                <a:stretch>
                  <a:fillRect/>
                </a:stretch>
              </p:blipFill>
              <p:spPr>
                <a:xfrm>
                  <a:off x="6602875" y="1717548"/>
                  <a:ext cx="1667880" cy="1015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C436D5E6-12D8-A7DA-D669-347A72AAB1FC}"/>
                    </a:ext>
                  </a:extLst>
                </p14:cNvPr>
                <p14:cNvContentPartPr/>
                <p14:nvPr/>
              </p14:nvContentPartPr>
              <p14:xfrm>
                <a:off x="8259235" y="1716468"/>
                <a:ext cx="75240" cy="64440"/>
              </p14:xfrm>
            </p:contentPart>
          </mc:Choice>
          <mc:Fallback xmlns="">
            <p:pic>
              <p:nvPicPr>
                <p:cNvPr id="17" name="Ink 16">
                  <a:extLst>
                    <a:ext uri="{FF2B5EF4-FFF2-40B4-BE49-F238E27FC236}">
                      <a16:creationId xmlns:a16="http://schemas.microsoft.com/office/drawing/2014/main" id="{C436D5E6-12D8-A7DA-D669-347A72AAB1FC}"/>
                    </a:ext>
                  </a:extLst>
                </p:cNvPr>
                <p:cNvPicPr/>
                <p:nvPr/>
              </p:nvPicPr>
              <p:blipFill>
                <a:blip r:embed="rId25"/>
                <a:stretch>
                  <a:fillRect/>
                </a:stretch>
              </p:blipFill>
              <p:spPr>
                <a:xfrm>
                  <a:off x="8253115" y="1710348"/>
                  <a:ext cx="8748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D62B1828-05B7-EAFA-F1F0-BB5E276C5EA2}"/>
                    </a:ext>
                  </a:extLst>
                </p14:cNvPr>
                <p14:cNvContentPartPr/>
                <p14:nvPr/>
              </p14:nvContentPartPr>
              <p14:xfrm>
                <a:off x="8470555" y="1529628"/>
                <a:ext cx="677880" cy="1403280"/>
              </p14:xfrm>
            </p:contentPart>
          </mc:Choice>
          <mc:Fallback xmlns="">
            <p:pic>
              <p:nvPicPr>
                <p:cNvPr id="18" name="Ink 17">
                  <a:extLst>
                    <a:ext uri="{FF2B5EF4-FFF2-40B4-BE49-F238E27FC236}">
                      <a16:creationId xmlns:a16="http://schemas.microsoft.com/office/drawing/2014/main" id="{D62B1828-05B7-EAFA-F1F0-BB5E276C5EA2}"/>
                    </a:ext>
                  </a:extLst>
                </p:cNvPr>
                <p:cNvPicPr/>
                <p:nvPr/>
              </p:nvPicPr>
              <p:blipFill>
                <a:blip r:embed="rId27"/>
                <a:stretch>
                  <a:fillRect/>
                </a:stretch>
              </p:blipFill>
              <p:spPr>
                <a:xfrm>
                  <a:off x="8464435" y="1523508"/>
                  <a:ext cx="690120" cy="1415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89916B7C-897C-A139-C6B5-16C6AB2FD3D0}"/>
                    </a:ext>
                  </a:extLst>
                </p14:cNvPr>
                <p14:cNvContentPartPr/>
                <p14:nvPr/>
              </p14:nvContentPartPr>
              <p14:xfrm>
                <a:off x="9253915" y="1678308"/>
                <a:ext cx="53280" cy="46080"/>
              </p14:xfrm>
            </p:contentPart>
          </mc:Choice>
          <mc:Fallback xmlns="">
            <p:pic>
              <p:nvPicPr>
                <p:cNvPr id="19" name="Ink 18">
                  <a:extLst>
                    <a:ext uri="{FF2B5EF4-FFF2-40B4-BE49-F238E27FC236}">
                      <a16:creationId xmlns:a16="http://schemas.microsoft.com/office/drawing/2014/main" id="{89916B7C-897C-A139-C6B5-16C6AB2FD3D0}"/>
                    </a:ext>
                  </a:extLst>
                </p:cNvPr>
                <p:cNvPicPr/>
                <p:nvPr/>
              </p:nvPicPr>
              <p:blipFill>
                <a:blip r:embed="rId29"/>
                <a:stretch>
                  <a:fillRect/>
                </a:stretch>
              </p:blipFill>
              <p:spPr>
                <a:xfrm>
                  <a:off x="9247795" y="1672188"/>
                  <a:ext cx="655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93ECC7F6-28EC-D6D2-D991-3B357C3842B0}"/>
                    </a:ext>
                  </a:extLst>
                </p14:cNvPr>
                <p14:cNvContentPartPr/>
                <p14:nvPr/>
              </p14:nvContentPartPr>
              <p14:xfrm>
                <a:off x="9445435" y="1958388"/>
                <a:ext cx="243000" cy="339840"/>
              </p14:xfrm>
            </p:contentPart>
          </mc:Choice>
          <mc:Fallback xmlns="">
            <p:pic>
              <p:nvPicPr>
                <p:cNvPr id="20" name="Ink 19">
                  <a:extLst>
                    <a:ext uri="{FF2B5EF4-FFF2-40B4-BE49-F238E27FC236}">
                      <a16:creationId xmlns:a16="http://schemas.microsoft.com/office/drawing/2014/main" id="{93ECC7F6-28EC-D6D2-D991-3B357C3842B0}"/>
                    </a:ext>
                  </a:extLst>
                </p:cNvPr>
                <p:cNvPicPr/>
                <p:nvPr/>
              </p:nvPicPr>
              <p:blipFill>
                <a:blip r:embed="rId31"/>
                <a:stretch>
                  <a:fillRect/>
                </a:stretch>
              </p:blipFill>
              <p:spPr>
                <a:xfrm>
                  <a:off x="9439315" y="1952268"/>
                  <a:ext cx="25524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428A95AE-8729-B803-9484-C3C5A961A58A}"/>
                    </a:ext>
                  </a:extLst>
                </p14:cNvPr>
                <p14:cNvContentPartPr/>
                <p14:nvPr/>
              </p14:nvContentPartPr>
              <p14:xfrm>
                <a:off x="9950875" y="1794588"/>
                <a:ext cx="399600" cy="479880"/>
              </p14:xfrm>
            </p:contentPart>
          </mc:Choice>
          <mc:Fallback xmlns="">
            <p:pic>
              <p:nvPicPr>
                <p:cNvPr id="21" name="Ink 20">
                  <a:extLst>
                    <a:ext uri="{FF2B5EF4-FFF2-40B4-BE49-F238E27FC236}">
                      <a16:creationId xmlns:a16="http://schemas.microsoft.com/office/drawing/2014/main" id="{428A95AE-8729-B803-9484-C3C5A961A58A}"/>
                    </a:ext>
                  </a:extLst>
                </p:cNvPr>
                <p:cNvPicPr/>
                <p:nvPr/>
              </p:nvPicPr>
              <p:blipFill>
                <a:blip r:embed="rId33"/>
                <a:stretch>
                  <a:fillRect/>
                </a:stretch>
              </p:blipFill>
              <p:spPr>
                <a:xfrm>
                  <a:off x="9944755" y="1788468"/>
                  <a:ext cx="411840" cy="492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49374783-B4AC-935E-AB09-3CF390118EFD}"/>
                    </a:ext>
                  </a:extLst>
                </p14:cNvPr>
                <p14:cNvContentPartPr/>
                <p14:nvPr/>
              </p14:nvContentPartPr>
              <p14:xfrm>
                <a:off x="4606675" y="3909228"/>
                <a:ext cx="460080" cy="771480"/>
              </p14:xfrm>
            </p:contentPart>
          </mc:Choice>
          <mc:Fallback xmlns="">
            <p:pic>
              <p:nvPicPr>
                <p:cNvPr id="23" name="Ink 22">
                  <a:extLst>
                    <a:ext uri="{FF2B5EF4-FFF2-40B4-BE49-F238E27FC236}">
                      <a16:creationId xmlns:a16="http://schemas.microsoft.com/office/drawing/2014/main" id="{49374783-B4AC-935E-AB09-3CF390118EFD}"/>
                    </a:ext>
                  </a:extLst>
                </p:cNvPr>
                <p:cNvPicPr/>
                <p:nvPr/>
              </p:nvPicPr>
              <p:blipFill>
                <a:blip r:embed="rId35"/>
                <a:stretch>
                  <a:fillRect/>
                </a:stretch>
              </p:blipFill>
              <p:spPr>
                <a:xfrm>
                  <a:off x="4600555" y="3903108"/>
                  <a:ext cx="472320" cy="783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DE101856-233A-8B63-CD08-C5F612385FD6}"/>
                    </a:ext>
                  </a:extLst>
                </p14:cNvPr>
                <p14:cNvContentPartPr/>
                <p14:nvPr/>
              </p14:nvContentPartPr>
              <p14:xfrm>
                <a:off x="4079635" y="3739308"/>
                <a:ext cx="1267200" cy="1329120"/>
              </p14:xfrm>
            </p:contentPart>
          </mc:Choice>
          <mc:Fallback xmlns="">
            <p:pic>
              <p:nvPicPr>
                <p:cNvPr id="24" name="Ink 23">
                  <a:extLst>
                    <a:ext uri="{FF2B5EF4-FFF2-40B4-BE49-F238E27FC236}">
                      <a16:creationId xmlns:a16="http://schemas.microsoft.com/office/drawing/2014/main" id="{DE101856-233A-8B63-CD08-C5F612385FD6}"/>
                    </a:ext>
                  </a:extLst>
                </p:cNvPr>
                <p:cNvPicPr/>
                <p:nvPr/>
              </p:nvPicPr>
              <p:blipFill>
                <a:blip r:embed="rId37"/>
                <a:stretch>
                  <a:fillRect/>
                </a:stretch>
              </p:blipFill>
              <p:spPr>
                <a:xfrm>
                  <a:off x="4073515" y="3733188"/>
                  <a:ext cx="1279440" cy="13413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6B8CDC3E-3408-DF47-6981-8BE8495F3347}"/>
                    </a:ext>
                  </a:extLst>
                </p14:cNvPr>
                <p14:cNvContentPartPr/>
                <p14:nvPr/>
              </p14:nvContentPartPr>
              <p14:xfrm>
                <a:off x="5662555" y="3333228"/>
                <a:ext cx="736560" cy="1020600"/>
              </p14:xfrm>
            </p:contentPart>
          </mc:Choice>
          <mc:Fallback xmlns="">
            <p:pic>
              <p:nvPicPr>
                <p:cNvPr id="25" name="Ink 24">
                  <a:extLst>
                    <a:ext uri="{FF2B5EF4-FFF2-40B4-BE49-F238E27FC236}">
                      <a16:creationId xmlns:a16="http://schemas.microsoft.com/office/drawing/2014/main" id="{6B8CDC3E-3408-DF47-6981-8BE8495F3347}"/>
                    </a:ext>
                  </a:extLst>
                </p:cNvPr>
                <p:cNvPicPr/>
                <p:nvPr/>
              </p:nvPicPr>
              <p:blipFill>
                <a:blip r:embed="rId39"/>
                <a:stretch>
                  <a:fillRect/>
                </a:stretch>
              </p:blipFill>
              <p:spPr>
                <a:xfrm>
                  <a:off x="5656435" y="3327108"/>
                  <a:ext cx="748800" cy="1032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E8B2441C-B2DB-1D54-B2C9-FB3CB5B11532}"/>
                    </a:ext>
                  </a:extLst>
                </p14:cNvPr>
                <p14:cNvContentPartPr/>
                <p14:nvPr/>
              </p14:nvContentPartPr>
              <p14:xfrm>
                <a:off x="6485515" y="3696468"/>
                <a:ext cx="997560" cy="1314720"/>
              </p14:xfrm>
            </p:contentPart>
          </mc:Choice>
          <mc:Fallback xmlns="">
            <p:pic>
              <p:nvPicPr>
                <p:cNvPr id="26" name="Ink 25">
                  <a:extLst>
                    <a:ext uri="{FF2B5EF4-FFF2-40B4-BE49-F238E27FC236}">
                      <a16:creationId xmlns:a16="http://schemas.microsoft.com/office/drawing/2014/main" id="{E8B2441C-B2DB-1D54-B2C9-FB3CB5B11532}"/>
                    </a:ext>
                  </a:extLst>
                </p:cNvPr>
                <p:cNvPicPr/>
                <p:nvPr/>
              </p:nvPicPr>
              <p:blipFill>
                <a:blip r:embed="rId41"/>
                <a:stretch>
                  <a:fillRect/>
                </a:stretch>
              </p:blipFill>
              <p:spPr>
                <a:xfrm>
                  <a:off x="6479395" y="3690348"/>
                  <a:ext cx="1009800" cy="1326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239DF612-4183-3DF0-1339-5C41F1733DB0}"/>
                    </a:ext>
                  </a:extLst>
                </p14:cNvPr>
                <p14:cNvContentPartPr/>
                <p14:nvPr/>
              </p14:nvContentPartPr>
              <p14:xfrm>
                <a:off x="7677835" y="3562188"/>
                <a:ext cx="451440" cy="699120"/>
              </p14:xfrm>
            </p:contentPart>
          </mc:Choice>
          <mc:Fallback xmlns="">
            <p:pic>
              <p:nvPicPr>
                <p:cNvPr id="27" name="Ink 26">
                  <a:extLst>
                    <a:ext uri="{FF2B5EF4-FFF2-40B4-BE49-F238E27FC236}">
                      <a16:creationId xmlns:a16="http://schemas.microsoft.com/office/drawing/2014/main" id="{239DF612-4183-3DF0-1339-5C41F1733DB0}"/>
                    </a:ext>
                  </a:extLst>
                </p:cNvPr>
                <p:cNvPicPr/>
                <p:nvPr/>
              </p:nvPicPr>
              <p:blipFill>
                <a:blip r:embed="rId43"/>
                <a:stretch>
                  <a:fillRect/>
                </a:stretch>
              </p:blipFill>
              <p:spPr>
                <a:xfrm>
                  <a:off x="7671715" y="3556068"/>
                  <a:ext cx="463680" cy="711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1A0B86DD-9F80-F2D2-79D8-915E53B3DDAD}"/>
                    </a:ext>
                  </a:extLst>
                </p14:cNvPr>
                <p14:cNvContentPartPr/>
                <p14:nvPr/>
              </p14:nvContentPartPr>
              <p14:xfrm>
                <a:off x="8378395" y="3505308"/>
                <a:ext cx="580320" cy="554760"/>
              </p14:xfrm>
            </p:contentPart>
          </mc:Choice>
          <mc:Fallback xmlns="">
            <p:pic>
              <p:nvPicPr>
                <p:cNvPr id="29" name="Ink 28">
                  <a:extLst>
                    <a:ext uri="{FF2B5EF4-FFF2-40B4-BE49-F238E27FC236}">
                      <a16:creationId xmlns:a16="http://schemas.microsoft.com/office/drawing/2014/main" id="{1A0B86DD-9F80-F2D2-79D8-915E53B3DDAD}"/>
                    </a:ext>
                  </a:extLst>
                </p:cNvPr>
                <p:cNvPicPr/>
                <p:nvPr/>
              </p:nvPicPr>
              <p:blipFill>
                <a:blip r:embed="rId45"/>
                <a:stretch>
                  <a:fillRect/>
                </a:stretch>
              </p:blipFill>
              <p:spPr>
                <a:xfrm>
                  <a:off x="8372275" y="3499188"/>
                  <a:ext cx="592560" cy="567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8E97C525-9CB6-5C5E-0F15-BB59C6D1B92E}"/>
                    </a:ext>
                  </a:extLst>
                </p14:cNvPr>
                <p14:cNvContentPartPr/>
                <p14:nvPr/>
              </p14:nvContentPartPr>
              <p14:xfrm>
                <a:off x="9051955" y="3086628"/>
                <a:ext cx="945360" cy="708840"/>
              </p14:xfrm>
            </p:contentPart>
          </mc:Choice>
          <mc:Fallback xmlns="">
            <p:pic>
              <p:nvPicPr>
                <p:cNvPr id="30" name="Ink 29">
                  <a:extLst>
                    <a:ext uri="{FF2B5EF4-FFF2-40B4-BE49-F238E27FC236}">
                      <a16:creationId xmlns:a16="http://schemas.microsoft.com/office/drawing/2014/main" id="{8E97C525-9CB6-5C5E-0F15-BB59C6D1B92E}"/>
                    </a:ext>
                  </a:extLst>
                </p:cNvPr>
                <p:cNvPicPr/>
                <p:nvPr/>
              </p:nvPicPr>
              <p:blipFill>
                <a:blip r:embed="rId47"/>
                <a:stretch>
                  <a:fillRect/>
                </a:stretch>
              </p:blipFill>
              <p:spPr>
                <a:xfrm>
                  <a:off x="9045835" y="3080508"/>
                  <a:ext cx="957600" cy="721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94AD6754-D3DD-7B48-6ACE-37911C2F5180}"/>
                    </a:ext>
                  </a:extLst>
                </p14:cNvPr>
                <p14:cNvContentPartPr/>
                <p14:nvPr/>
              </p14:nvContentPartPr>
              <p14:xfrm>
                <a:off x="10098115" y="2912388"/>
                <a:ext cx="99360" cy="55800"/>
              </p14:xfrm>
            </p:contentPart>
          </mc:Choice>
          <mc:Fallback xmlns="">
            <p:pic>
              <p:nvPicPr>
                <p:cNvPr id="31" name="Ink 30">
                  <a:extLst>
                    <a:ext uri="{FF2B5EF4-FFF2-40B4-BE49-F238E27FC236}">
                      <a16:creationId xmlns:a16="http://schemas.microsoft.com/office/drawing/2014/main" id="{94AD6754-D3DD-7B48-6ACE-37911C2F5180}"/>
                    </a:ext>
                  </a:extLst>
                </p:cNvPr>
                <p:cNvPicPr/>
                <p:nvPr/>
              </p:nvPicPr>
              <p:blipFill>
                <a:blip r:embed="rId49"/>
                <a:stretch>
                  <a:fillRect/>
                </a:stretch>
              </p:blipFill>
              <p:spPr>
                <a:xfrm>
                  <a:off x="10091995" y="2906268"/>
                  <a:ext cx="1116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E5FC0231-BE7A-B43E-831C-07CF56C8B48E}"/>
                    </a:ext>
                  </a:extLst>
                </p14:cNvPr>
                <p14:cNvContentPartPr/>
                <p14:nvPr/>
              </p14:nvContentPartPr>
              <p14:xfrm>
                <a:off x="10189915" y="3161868"/>
                <a:ext cx="186840" cy="452160"/>
              </p14:xfrm>
            </p:contentPart>
          </mc:Choice>
          <mc:Fallback xmlns="">
            <p:pic>
              <p:nvPicPr>
                <p:cNvPr id="32" name="Ink 31">
                  <a:extLst>
                    <a:ext uri="{FF2B5EF4-FFF2-40B4-BE49-F238E27FC236}">
                      <a16:creationId xmlns:a16="http://schemas.microsoft.com/office/drawing/2014/main" id="{E5FC0231-BE7A-B43E-831C-07CF56C8B48E}"/>
                    </a:ext>
                  </a:extLst>
                </p:cNvPr>
                <p:cNvPicPr/>
                <p:nvPr/>
              </p:nvPicPr>
              <p:blipFill>
                <a:blip r:embed="rId51"/>
                <a:stretch>
                  <a:fillRect/>
                </a:stretch>
              </p:blipFill>
              <p:spPr>
                <a:xfrm>
                  <a:off x="10183795" y="3155748"/>
                  <a:ext cx="19908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CA7E41E6-90B2-A371-237F-D1C515B92484}"/>
                    </a:ext>
                  </a:extLst>
                </p14:cNvPr>
                <p14:cNvContentPartPr/>
                <p14:nvPr/>
              </p14:nvContentPartPr>
              <p14:xfrm>
                <a:off x="10489075" y="3161868"/>
                <a:ext cx="504000" cy="283680"/>
              </p14:xfrm>
            </p:contentPart>
          </mc:Choice>
          <mc:Fallback xmlns="">
            <p:pic>
              <p:nvPicPr>
                <p:cNvPr id="33" name="Ink 32">
                  <a:extLst>
                    <a:ext uri="{FF2B5EF4-FFF2-40B4-BE49-F238E27FC236}">
                      <a16:creationId xmlns:a16="http://schemas.microsoft.com/office/drawing/2014/main" id="{CA7E41E6-90B2-A371-237F-D1C515B92484}"/>
                    </a:ext>
                  </a:extLst>
                </p:cNvPr>
                <p:cNvPicPr/>
                <p:nvPr/>
              </p:nvPicPr>
              <p:blipFill>
                <a:blip r:embed="rId53"/>
                <a:stretch>
                  <a:fillRect/>
                </a:stretch>
              </p:blipFill>
              <p:spPr>
                <a:xfrm>
                  <a:off x="10482955" y="3155748"/>
                  <a:ext cx="51624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1B43BB8D-4600-C981-3F0E-044D12BF3D5A}"/>
                    </a:ext>
                  </a:extLst>
                </p14:cNvPr>
                <p14:cNvContentPartPr/>
                <p14:nvPr/>
              </p14:nvContentPartPr>
              <p14:xfrm>
                <a:off x="11022955" y="3310548"/>
                <a:ext cx="60480" cy="108720"/>
              </p14:xfrm>
            </p:contentPart>
          </mc:Choice>
          <mc:Fallback xmlns="">
            <p:pic>
              <p:nvPicPr>
                <p:cNvPr id="34" name="Ink 33">
                  <a:extLst>
                    <a:ext uri="{FF2B5EF4-FFF2-40B4-BE49-F238E27FC236}">
                      <a16:creationId xmlns:a16="http://schemas.microsoft.com/office/drawing/2014/main" id="{1B43BB8D-4600-C981-3F0E-044D12BF3D5A}"/>
                    </a:ext>
                  </a:extLst>
                </p:cNvPr>
                <p:cNvPicPr/>
                <p:nvPr/>
              </p:nvPicPr>
              <p:blipFill>
                <a:blip r:embed="rId55"/>
                <a:stretch>
                  <a:fillRect/>
                </a:stretch>
              </p:blipFill>
              <p:spPr>
                <a:xfrm>
                  <a:off x="11016835" y="3304428"/>
                  <a:ext cx="72720" cy="120960"/>
                </a:xfrm>
                <a:prstGeom prst="rect">
                  <a:avLst/>
                </a:prstGeom>
              </p:spPr>
            </p:pic>
          </mc:Fallback>
        </mc:AlternateContent>
      </p:grpSp>
    </p:spTree>
    <p:extLst>
      <p:ext uri="{BB962C8B-B14F-4D97-AF65-F5344CB8AC3E}">
        <p14:creationId xmlns:p14="http://schemas.microsoft.com/office/powerpoint/2010/main" val="1382318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44E6FEA8-64BC-47E9-CC08-A048DCF0AFD0}"/>
              </a:ext>
            </a:extLst>
          </p:cNvPr>
          <p:cNvGrpSpPr/>
          <p:nvPr/>
        </p:nvGrpSpPr>
        <p:grpSpPr>
          <a:xfrm>
            <a:off x="1112515" y="328308"/>
            <a:ext cx="5293440" cy="1660680"/>
            <a:chOff x="1112515" y="328308"/>
            <a:chExt cx="5293440" cy="166068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627897F-AFF2-3D41-BCA5-978EADC5F70B}"/>
                    </a:ext>
                  </a:extLst>
                </p14:cNvPr>
                <p14:cNvContentPartPr/>
                <p14:nvPr/>
              </p14:nvContentPartPr>
              <p14:xfrm>
                <a:off x="1112515" y="792708"/>
                <a:ext cx="234360" cy="798120"/>
              </p14:xfrm>
            </p:contentPart>
          </mc:Choice>
          <mc:Fallback xmlns="">
            <p:pic>
              <p:nvPicPr>
                <p:cNvPr id="2" name="Ink 1">
                  <a:extLst>
                    <a:ext uri="{FF2B5EF4-FFF2-40B4-BE49-F238E27FC236}">
                      <a16:creationId xmlns:a16="http://schemas.microsoft.com/office/drawing/2014/main" id="{5627897F-AFF2-3D41-BCA5-978EADC5F70B}"/>
                    </a:ext>
                  </a:extLst>
                </p:cNvPr>
                <p:cNvPicPr/>
                <p:nvPr/>
              </p:nvPicPr>
              <p:blipFill>
                <a:blip r:embed="rId3"/>
                <a:stretch>
                  <a:fillRect/>
                </a:stretch>
              </p:blipFill>
              <p:spPr>
                <a:xfrm>
                  <a:off x="1106395" y="786588"/>
                  <a:ext cx="246600" cy="810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8C2AC8EA-B5AA-ADF8-B64F-1F840976BAD3}"/>
                    </a:ext>
                  </a:extLst>
                </p14:cNvPr>
                <p14:cNvContentPartPr/>
                <p14:nvPr/>
              </p14:nvContentPartPr>
              <p14:xfrm>
                <a:off x="1419595" y="531708"/>
                <a:ext cx="975960" cy="946440"/>
              </p14:xfrm>
            </p:contentPart>
          </mc:Choice>
          <mc:Fallback xmlns="">
            <p:pic>
              <p:nvPicPr>
                <p:cNvPr id="3" name="Ink 2">
                  <a:extLst>
                    <a:ext uri="{FF2B5EF4-FFF2-40B4-BE49-F238E27FC236}">
                      <a16:creationId xmlns:a16="http://schemas.microsoft.com/office/drawing/2014/main" id="{8C2AC8EA-B5AA-ADF8-B64F-1F840976BAD3}"/>
                    </a:ext>
                  </a:extLst>
                </p:cNvPr>
                <p:cNvPicPr/>
                <p:nvPr/>
              </p:nvPicPr>
              <p:blipFill>
                <a:blip r:embed="rId5"/>
                <a:stretch>
                  <a:fillRect/>
                </a:stretch>
              </p:blipFill>
              <p:spPr>
                <a:xfrm>
                  <a:off x="1413475" y="525588"/>
                  <a:ext cx="988200" cy="958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D40FD5EC-BE25-FA61-157B-9863B0481862}"/>
                    </a:ext>
                  </a:extLst>
                </p14:cNvPr>
                <p14:cNvContentPartPr/>
                <p14:nvPr/>
              </p14:nvContentPartPr>
              <p14:xfrm>
                <a:off x="2741875" y="771108"/>
                <a:ext cx="332640" cy="407160"/>
              </p14:xfrm>
            </p:contentPart>
          </mc:Choice>
          <mc:Fallback xmlns="">
            <p:pic>
              <p:nvPicPr>
                <p:cNvPr id="4" name="Ink 3">
                  <a:extLst>
                    <a:ext uri="{FF2B5EF4-FFF2-40B4-BE49-F238E27FC236}">
                      <a16:creationId xmlns:a16="http://schemas.microsoft.com/office/drawing/2014/main" id="{D40FD5EC-BE25-FA61-157B-9863B0481862}"/>
                    </a:ext>
                  </a:extLst>
                </p:cNvPr>
                <p:cNvPicPr/>
                <p:nvPr/>
              </p:nvPicPr>
              <p:blipFill>
                <a:blip r:embed="rId7"/>
                <a:stretch>
                  <a:fillRect/>
                </a:stretch>
              </p:blipFill>
              <p:spPr>
                <a:xfrm>
                  <a:off x="2735755" y="764988"/>
                  <a:ext cx="34488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BE183D02-AFC4-B470-1F7D-6640BCAEF3FB}"/>
                    </a:ext>
                  </a:extLst>
                </p14:cNvPr>
                <p14:cNvContentPartPr/>
                <p14:nvPr/>
              </p14:nvContentPartPr>
              <p14:xfrm>
                <a:off x="3275755" y="627828"/>
                <a:ext cx="369000" cy="1361160"/>
              </p14:xfrm>
            </p:contentPart>
          </mc:Choice>
          <mc:Fallback xmlns="">
            <p:pic>
              <p:nvPicPr>
                <p:cNvPr id="5" name="Ink 4">
                  <a:extLst>
                    <a:ext uri="{FF2B5EF4-FFF2-40B4-BE49-F238E27FC236}">
                      <a16:creationId xmlns:a16="http://schemas.microsoft.com/office/drawing/2014/main" id="{BE183D02-AFC4-B470-1F7D-6640BCAEF3FB}"/>
                    </a:ext>
                  </a:extLst>
                </p:cNvPr>
                <p:cNvPicPr/>
                <p:nvPr/>
              </p:nvPicPr>
              <p:blipFill>
                <a:blip r:embed="rId9"/>
                <a:stretch>
                  <a:fillRect/>
                </a:stretch>
              </p:blipFill>
              <p:spPr>
                <a:xfrm>
                  <a:off x="3269635" y="621708"/>
                  <a:ext cx="381240" cy="1373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00444D53-E8ED-8539-3CA6-4380B69FCE3D}"/>
                    </a:ext>
                  </a:extLst>
                </p14:cNvPr>
                <p14:cNvContentPartPr/>
                <p14:nvPr/>
              </p14:nvContentPartPr>
              <p14:xfrm>
                <a:off x="3930235" y="835188"/>
                <a:ext cx="346320" cy="572760"/>
              </p14:xfrm>
            </p:contentPart>
          </mc:Choice>
          <mc:Fallback xmlns="">
            <p:pic>
              <p:nvPicPr>
                <p:cNvPr id="6" name="Ink 5">
                  <a:extLst>
                    <a:ext uri="{FF2B5EF4-FFF2-40B4-BE49-F238E27FC236}">
                      <a16:creationId xmlns:a16="http://schemas.microsoft.com/office/drawing/2014/main" id="{00444D53-E8ED-8539-3CA6-4380B69FCE3D}"/>
                    </a:ext>
                  </a:extLst>
                </p:cNvPr>
                <p:cNvPicPr/>
                <p:nvPr/>
              </p:nvPicPr>
              <p:blipFill>
                <a:blip r:embed="rId11"/>
                <a:stretch>
                  <a:fillRect/>
                </a:stretch>
              </p:blipFill>
              <p:spPr>
                <a:xfrm>
                  <a:off x="3924115" y="829068"/>
                  <a:ext cx="358560" cy="585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B65FAD3D-E5D2-0E1A-5211-B47E541BF48E}"/>
                    </a:ext>
                  </a:extLst>
                </p14:cNvPr>
                <p14:cNvContentPartPr/>
                <p14:nvPr/>
              </p14:nvContentPartPr>
              <p14:xfrm>
                <a:off x="4351075" y="714588"/>
                <a:ext cx="366840" cy="485280"/>
              </p14:xfrm>
            </p:contentPart>
          </mc:Choice>
          <mc:Fallback xmlns="">
            <p:pic>
              <p:nvPicPr>
                <p:cNvPr id="7" name="Ink 6">
                  <a:extLst>
                    <a:ext uri="{FF2B5EF4-FFF2-40B4-BE49-F238E27FC236}">
                      <a16:creationId xmlns:a16="http://schemas.microsoft.com/office/drawing/2014/main" id="{B65FAD3D-E5D2-0E1A-5211-B47E541BF48E}"/>
                    </a:ext>
                  </a:extLst>
                </p:cNvPr>
                <p:cNvPicPr/>
                <p:nvPr/>
              </p:nvPicPr>
              <p:blipFill>
                <a:blip r:embed="rId13"/>
                <a:stretch>
                  <a:fillRect/>
                </a:stretch>
              </p:blipFill>
              <p:spPr>
                <a:xfrm>
                  <a:off x="4344955" y="708468"/>
                  <a:ext cx="379080" cy="497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552537D1-A434-002D-D45B-EF4E39F370D6}"/>
                    </a:ext>
                  </a:extLst>
                </p14:cNvPr>
                <p14:cNvContentPartPr/>
                <p14:nvPr/>
              </p14:nvContentPartPr>
              <p14:xfrm>
                <a:off x="5003395" y="701628"/>
                <a:ext cx="54720" cy="371520"/>
              </p14:xfrm>
            </p:contentPart>
          </mc:Choice>
          <mc:Fallback xmlns="">
            <p:pic>
              <p:nvPicPr>
                <p:cNvPr id="8" name="Ink 7">
                  <a:extLst>
                    <a:ext uri="{FF2B5EF4-FFF2-40B4-BE49-F238E27FC236}">
                      <a16:creationId xmlns:a16="http://schemas.microsoft.com/office/drawing/2014/main" id="{552537D1-A434-002D-D45B-EF4E39F370D6}"/>
                    </a:ext>
                  </a:extLst>
                </p:cNvPr>
                <p:cNvPicPr/>
                <p:nvPr/>
              </p:nvPicPr>
              <p:blipFill>
                <a:blip r:embed="rId15"/>
                <a:stretch>
                  <a:fillRect/>
                </a:stretch>
              </p:blipFill>
              <p:spPr>
                <a:xfrm>
                  <a:off x="4997275" y="695508"/>
                  <a:ext cx="66960" cy="383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3CCE19DA-67ED-31AF-0C8D-5DDCA4F99831}"/>
                    </a:ext>
                  </a:extLst>
                </p14:cNvPr>
                <p14:cNvContentPartPr/>
                <p14:nvPr/>
              </p14:nvContentPartPr>
              <p14:xfrm>
                <a:off x="5086555" y="586428"/>
                <a:ext cx="41400" cy="48240"/>
              </p14:xfrm>
            </p:contentPart>
          </mc:Choice>
          <mc:Fallback xmlns="">
            <p:pic>
              <p:nvPicPr>
                <p:cNvPr id="9" name="Ink 8">
                  <a:extLst>
                    <a:ext uri="{FF2B5EF4-FFF2-40B4-BE49-F238E27FC236}">
                      <a16:creationId xmlns:a16="http://schemas.microsoft.com/office/drawing/2014/main" id="{3CCE19DA-67ED-31AF-0C8D-5DDCA4F99831}"/>
                    </a:ext>
                  </a:extLst>
                </p:cNvPr>
                <p:cNvPicPr/>
                <p:nvPr/>
              </p:nvPicPr>
              <p:blipFill>
                <a:blip r:embed="rId17"/>
                <a:stretch>
                  <a:fillRect/>
                </a:stretch>
              </p:blipFill>
              <p:spPr>
                <a:xfrm>
                  <a:off x="5080435" y="580308"/>
                  <a:ext cx="5364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F9E6809C-963D-CF07-1BED-CEEA6D14598C}"/>
                    </a:ext>
                  </a:extLst>
                </p14:cNvPr>
                <p14:cNvContentPartPr/>
                <p14:nvPr/>
              </p14:nvContentPartPr>
              <p14:xfrm>
                <a:off x="5366275" y="328308"/>
                <a:ext cx="94680" cy="717840"/>
              </p14:xfrm>
            </p:contentPart>
          </mc:Choice>
          <mc:Fallback xmlns="">
            <p:pic>
              <p:nvPicPr>
                <p:cNvPr id="10" name="Ink 9">
                  <a:extLst>
                    <a:ext uri="{FF2B5EF4-FFF2-40B4-BE49-F238E27FC236}">
                      <a16:creationId xmlns:a16="http://schemas.microsoft.com/office/drawing/2014/main" id="{F9E6809C-963D-CF07-1BED-CEEA6D14598C}"/>
                    </a:ext>
                  </a:extLst>
                </p:cNvPr>
                <p:cNvPicPr/>
                <p:nvPr/>
              </p:nvPicPr>
              <p:blipFill>
                <a:blip r:embed="rId19"/>
                <a:stretch>
                  <a:fillRect/>
                </a:stretch>
              </p:blipFill>
              <p:spPr>
                <a:xfrm>
                  <a:off x="5360155" y="322188"/>
                  <a:ext cx="106920" cy="730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714BF934-F88F-62AF-ACB6-42E2483472F4}"/>
                    </a:ext>
                  </a:extLst>
                </p14:cNvPr>
                <p14:cNvContentPartPr/>
                <p14:nvPr/>
              </p14:nvContentPartPr>
              <p14:xfrm>
                <a:off x="5342155" y="665628"/>
                <a:ext cx="1063800" cy="1299240"/>
              </p14:xfrm>
            </p:contentPart>
          </mc:Choice>
          <mc:Fallback xmlns="">
            <p:pic>
              <p:nvPicPr>
                <p:cNvPr id="11" name="Ink 10">
                  <a:extLst>
                    <a:ext uri="{FF2B5EF4-FFF2-40B4-BE49-F238E27FC236}">
                      <a16:creationId xmlns:a16="http://schemas.microsoft.com/office/drawing/2014/main" id="{714BF934-F88F-62AF-ACB6-42E2483472F4}"/>
                    </a:ext>
                  </a:extLst>
                </p:cNvPr>
                <p:cNvPicPr/>
                <p:nvPr/>
              </p:nvPicPr>
              <p:blipFill>
                <a:blip r:embed="rId21"/>
                <a:stretch>
                  <a:fillRect/>
                </a:stretch>
              </p:blipFill>
              <p:spPr>
                <a:xfrm>
                  <a:off x="5336035" y="659508"/>
                  <a:ext cx="1076040" cy="1311480"/>
                </a:xfrm>
                <a:prstGeom prst="rect">
                  <a:avLst/>
                </a:prstGeom>
              </p:spPr>
            </p:pic>
          </mc:Fallback>
        </mc:AlternateContent>
      </p:grpSp>
      <p:grpSp>
        <p:nvGrpSpPr>
          <p:cNvPr id="25" name="Group 24">
            <a:extLst>
              <a:ext uri="{FF2B5EF4-FFF2-40B4-BE49-F238E27FC236}">
                <a16:creationId xmlns:a16="http://schemas.microsoft.com/office/drawing/2014/main" id="{0C6E2589-5800-2B6D-A32B-BB6C9BDA5D12}"/>
              </a:ext>
            </a:extLst>
          </p:cNvPr>
          <p:cNvGrpSpPr/>
          <p:nvPr/>
        </p:nvGrpSpPr>
        <p:grpSpPr>
          <a:xfrm>
            <a:off x="1149595" y="3453468"/>
            <a:ext cx="355320" cy="1247760"/>
            <a:chOff x="1149595" y="3453468"/>
            <a:chExt cx="355320" cy="1247760"/>
          </a:xfrm>
        </p:grpSpPr>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9B8A9555-7D34-F9EA-3BDC-EB3A257AB83C}"/>
                    </a:ext>
                  </a:extLst>
                </p14:cNvPr>
                <p14:cNvContentPartPr/>
                <p14:nvPr/>
              </p14:nvContentPartPr>
              <p14:xfrm>
                <a:off x="1166515" y="3453468"/>
                <a:ext cx="338400" cy="990720"/>
              </p14:xfrm>
            </p:contentPart>
          </mc:Choice>
          <mc:Fallback xmlns="">
            <p:pic>
              <p:nvPicPr>
                <p:cNvPr id="13" name="Ink 12">
                  <a:extLst>
                    <a:ext uri="{FF2B5EF4-FFF2-40B4-BE49-F238E27FC236}">
                      <a16:creationId xmlns:a16="http://schemas.microsoft.com/office/drawing/2014/main" id="{9B8A9555-7D34-F9EA-3BDC-EB3A257AB83C}"/>
                    </a:ext>
                  </a:extLst>
                </p:cNvPr>
                <p:cNvPicPr/>
                <p:nvPr/>
              </p:nvPicPr>
              <p:blipFill>
                <a:blip r:embed="rId23"/>
                <a:stretch>
                  <a:fillRect/>
                </a:stretch>
              </p:blipFill>
              <p:spPr>
                <a:xfrm>
                  <a:off x="1160395" y="3447348"/>
                  <a:ext cx="350640" cy="1002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714D5364-08AC-CDD0-A054-D38A709A09AE}"/>
                    </a:ext>
                  </a:extLst>
                </p14:cNvPr>
                <p14:cNvContentPartPr/>
                <p14:nvPr/>
              </p14:nvContentPartPr>
              <p14:xfrm>
                <a:off x="1149595" y="3668748"/>
                <a:ext cx="299520" cy="1032480"/>
              </p14:xfrm>
            </p:contentPart>
          </mc:Choice>
          <mc:Fallback xmlns="">
            <p:pic>
              <p:nvPicPr>
                <p:cNvPr id="14" name="Ink 13">
                  <a:extLst>
                    <a:ext uri="{FF2B5EF4-FFF2-40B4-BE49-F238E27FC236}">
                      <a16:creationId xmlns:a16="http://schemas.microsoft.com/office/drawing/2014/main" id="{714D5364-08AC-CDD0-A054-D38A709A09AE}"/>
                    </a:ext>
                  </a:extLst>
                </p:cNvPr>
                <p:cNvPicPr/>
                <p:nvPr/>
              </p:nvPicPr>
              <p:blipFill>
                <a:blip r:embed="rId25"/>
                <a:stretch>
                  <a:fillRect/>
                </a:stretch>
              </p:blipFill>
              <p:spPr>
                <a:xfrm>
                  <a:off x="1143475" y="3662628"/>
                  <a:ext cx="311760" cy="1044720"/>
                </a:xfrm>
                <a:prstGeom prst="rect">
                  <a:avLst/>
                </a:prstGeom>
              </p:spPr>
            </p:pic>
          </mc:Fallback>
        </mc:AlternateContent>
      </p:grpSp>
      <p:grpSp>
        <p:nvGrpSpPr>
          <p:cNvPr id="24" name="Group 23">
            <a:extLst>
              <a:ext uri="{FF2B5EF4-FFF2-40B4-BE49-F238E27FC236}">
                <a16:creationId xmlns:a16="http://schemas.microsoft.com/office/drawing/2014/main" id="{FF307079-8D5B-D92F-0791-18B5D15283D4}"/>
              </a:ext>
            </a:extLst>
          </p:cNvPr>
          <p:cNvGrpSpPr/>
          <p:nvPr/>
        </p:nvGrpSpPr>
        <p:grpSpPr>
          <a:xfrm>
            <a:off x="3360715" y="2648508"/>
            <a:ext cx="2561400" cy="1218240"/>
            <a:chOff x="3360715" y="2648508"/>
            <a:chExt cx="2561400" cy="1218240"/>
          </a:xfrm>
        </p:grpSpPr>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EC415C0F-F832-F47E-5CE9-5AC867F0D837}"/>
                    </a:ext>
                  </a:extLst>
                </p14:cNvPr>
                <p14:cNvContentPartPr/>
                <p14:nvPr/>
              </p14:nvContentPartPr>
              <p14:xfrm>
                <a:off x="3360715" y="3003468"/>
                <a:ext cx="212040" cy="863280"/>
              </p14:xfrm>
            </p:contentPart>
          </mc:Choice>
          <mc:Fallback xmlns="">
            <p:pic>
              <p:nvPicPr>
                <p:cNvPr id="15" name="Ink 14">
                  <a:extLst>
                    <a:ext uri="{FF2B5EF4-FFF2-40B4-BE49-F238E27FC236}">
                      <a16:creationId xmlns:a16="http://schemas.microsoft.com/office/drawing/2014/main" id="{EC415C0F-F832-F47E-5CE9-5AC867F0D837}"/>
                    </a:ext>
                  </a:extLst>
                </p:cNvPr>
                <p:cNvPicPr/>
                <p:nvPr/>
              </p:nvPicPr>
              <p:blipFill>
                <a:blip r:embed="rId27"/>
                <a:stretch>
                  <a:fillRect/>
                </a:stretch>
              </p:blipFill>
              <p:spPr>
                <a:xfrm>
                  <a:off x="3354595" y="2997348"/>
                  <a:ext cx="224280" cy="875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4BFC665C-AD02-B07C-E977-7F70D8F3EB1C}"/>
                    </a:ext>
                  </a:extLst>
                </p14:cNvPr>
                <p14:cNvContentPartPr/>
                <p14:nvPr/>
              </p14:nvContentPartPr>
              <p14:xfrm>
                <a:off x="3507235" y="2862708"/>
                <a:ext cx="1274760" cy="738720"/>
              </p14:xfrm>
            </p:contentPart>
          </mc:Choice>
          <mc:Fallback xmlns="">
            <p:pic>
              <p:nvPicPr>
                <p:cNvPr id="16" name="Ink 15">
                  <a:extLst>
                    <a:ext uri="{FF2B5EF4-FFF2-40B4-BE49-F238E27FC236}">
                      <a16:creationId xmlns:a16="http://schemas.microsoft.com/office/drawing/2014/main" id="{4BFC665C-AD02-B07C-E977-7F70D8F3EB1C}"/>
                    </a:ext>
                  </a:extLst>
                </p:cNvPr>
                <p:cNvPicPr/>
                <p:nvPr/>
              </p:nvPicPr>
              <p:blipFill>
                <a:blip r:embed="rId29"/>
                <a:stretch>
                  <a:fillRect/>
                </a:stretch>
              </p:blipFill>
              <p:spPr>
                <a:xfrm>
                  <a:off x="3501115" y="2856588"/>
                  <a:ext cx="1287000" cy="750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6B7FAEBE-2C97-13B4-BC75-358F2BBB4867}"/>
                    </a:ext>
                  </a:extLst>
                </p14:cNvPr>
                <p14:cNvContentPartPr/>
                <p14:nvPr/>
              </p14:nvContentPartPr>
              <p14:xfrm>
                <a:off x="4589755" y="2648508"/>
                <a:ext cx="149760" cy="56880"/>
              </p14:xfrm>
            </p:contentPart>
          </mc:Choice>
          <mc:Fallback xmlns="">
            <p:pic>
              <p:nvPicPr>
                <p:cNvPr id="17" name="Ink 16">
                  <a:extLst>
                    <a:ext uri="{FF2B5EF4-FFF2-40B4-BE49-F238E27FC236}">
                      <a16:creationId xmlns:a16="http://schemas.microsoft.com/office/drawing/2014/main" id="{6B7FAEBE-2C97-13B4-BC75-358F2BBB4867}"/>
                    </a:ext>
                  </a:extLst>
                </p:cNvPr>
                <p:cNvPicPr/>
                <p:nvPr/>
              </p:nvPicPr>
              <p:blipFill>
                <a:blip r:embed="rId31"/>
                <a:stretch>
                  <a:fillRect/>
                </a:stretch>
              </p:blipFill>
              <p:spPr>
                <a:xfrm>
                  <a:off x="4583635" y="2642388"/>
                  <a:ext cx="1620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5341DDBD-5DB5-2E39-CF78-DA68FD8DF551}"/>
                    </a:ext>
                  </a:extLst>
                </p14:cNvPr>
                <p14:cNvContentPartPr/>
                <p14:nvPr/>
              </p14:nvContentPartPr>
              <p14:xfrm>
                <a:off x="4961635" y="2875308"/>
                <a:ext cx="960480" cy="470160"/>
              </p14:xfrm>
            </p:contentPart>
          </mc:Choice>
          <mc:Fallback xmlns="">
            <p:pic>
              <p:nvPicPr>
                <p:cNvPr id="18" name="Ink 17">
                  <a:extLst>
                    <a:ext uri="{FF2B5EF4-FFF2-40B4-BE49-F238E27FC236}">
                      <a16:creationId xmlns:a16="http://schemas.microsoft.com/office/drawing/2014/main" id="{5341DDBD-5DB5-2E39-CF78-DA68FD8DF551}"/>
                    </a:ext>
                  </a:extLst>
                </p:cNvPr>
                <p:cNvPicPr/>
                <p:nvPr/>
              </p:nvPicPr>
              <p:blipFill>
                <a:blip r:embed="rId33"/>
                <a:stretch>
                  <a:fillRect/>
                </a:stretch>
              </p:blipFill>
              <p:spPr>
                <a:xfrm>
                  <a:off x="4955515" y="2869188"/>
                  <a:ext cx="972720" cy="482400"/>
                </a:xfrm>
                <a:prstGeom prst="rect">
                  <a:avLst/>
                </a:prstGeom>
              </p:spPr>
            </p:pic>
          </mc:Fallback>
        </mc:AlternateContent>
      </p:grpSp>
      <p:grpSp>
        <p:nvGrpSpPr>
          <p:cNvPr id="34" name="Group 33">
            <a:extLst>
              <a:ext uri="{FF2B5EF4-FFF2-40B4-BE49-F238E27FC236}">
                <a16:creationId xmlns:a16="http://schemas.microsoft.com/office/drawing/2014/main" id="{A3CD0395-2E40-F481-ED5A-1670C01EEA96}"/>
              </a:ext>
            </a:extLst>
          </p:cNvPr>
          <p:cNvGrpSpPr/>
          <p:nvPr/>
        </p:nvGrpSpPr>
        <p:grpSpPr>
          <a:xfrm>
            <a:off x="6838675" y="7188"/>
            <a:ext cx="4073760" cy="3607920"/>
            <a:chOff x="6838675" y="7188"/>
            <a:chExt cx="4073760" cy="3607920"/>
          </a:xfrm>
        </p:grpSpPr>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53C961CB-7E8C-C0C4-3AE0-EBB49061AA7C}"/>
                    </a:ext>
                  </a:extLst>
                </p14:cNvPr>
                <p14:cNvContentPartPr/>
                <p14:nvPr/>
              </p14:nvContentPartPr>
              <p14:xfrm>
                <a:off x="6838675" y="2640948"/>
                <a:ext cx="681480" cy="577080"/>
              </p14:xfrm>
            </p:contentPart>
          </mc:Choice>
          <mc:Fallback xmlns="">
            <p:pic>
              <p:nvPicPr>
                <p:cNvPr id="19" name="Ink 18">
                  <a:extLst>
                    <a:ext uri="{FF2B5EF4-FFF2-40B4-BE49-F238E27FC236}">
                      <a16:creationId xmlns:a16="http://schemas.microsoft.com/office/drawing/2014/main" id="{53C961CB-7E8C-C0C4-3AE0-EBB49061AA7C}"/>
                    </a:ext>
                  </a:extLst>
                </p:cNvPr>
                <p:cNvPicPr/>
                <p:nvPr/>
              </p:nvPicPr>
              <p:blipFill>
                <a:blip r:embed="rId35"/>
                <a:stretch>
                  <a:fillRect/>
                </a:stretch>
              </p:blipFill>
              <p:spPr>
                <a:xfrm>
                  <a:off x="6832555" y="2634828"/>
                  <a:ext cx="693720" cy="589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5417F96D-867A-C498-0BA5-8CE82EA4F989}"/>
                    </a:ext>
                  </a:extLst>
                </p14:cNvPr>
                <p14:cNvContentPartPr/>
                <p14:nvPr/>
              </p14:nvContentPartPr>
              <p14:xfrm>
                <a:off x="7622395" y="2281668"/>
                <a:ext cx="66600" cy="92520"/>
              </p14:xfrm>
            </p:contentPart>
          </mc:Choice>
          <mc:Fallback xmlns="">
            <p:pic>
              <p:nvPicPr>
                <p:cNvPr id="20" name="Ink 19">
                  <a:extLst>
                    <a:ext uri="{FF2B5EF4-FFF2-40B4-BE49-F238E27FC236}">
                      <a16:creationId xmlns:a16="http://schemas.microsoft.com/office/drawing/2014/main" id="{5417F96D-867A-C498-0BA5-8CE82EA4F989}"/>
                    </a:ext>
                  </a:extLst>
                </p:cNvPr>
                <p:cNvPicPr/>
                <p:nvPr/>
              </p:nvPicPr>
              <p:blipFill>
                <a:blip r:embed="rId37"/>
                <a:stretch>
                  <a:fillRect/>
                </a:stretch>
              </p:blipFill>
              <p:spPr>
                <a:xfrm>
                  <a:off x="7616275" y="2275548"/>
                  <a:ext cx="788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8051D1AF-3622-4365-861C-3D194E8F417C}"/>
                    </a:ext>
                  </a:extLst>
                </p14:cNvPr>
                <p14:cNvContentPartPr/>
                <p14:nvPr/>
              </p14:nvContentPartPr>
              <p14:xfrm>
                <a:off x="7926235" y="2054868"/>
                <a:ext cx="136440" cy="787320"/>
              </p14:xfrm>
            </p:contentPart>
          </mc:Choice>
          <mc:Fallback xmlns="">
            <p:pic>
              <p:nvPicPr>
                <p:cNvPr id="21" name="Ink 20">
                  <a:extLst>
                    <a:ext uri="{FF2B5EF4-FFF2-40B4-BE49-F238E27FC236}">
                      <a16:creationId xmlns:a16="http://schemas.microsoft.com/office/drawing/2014/main" id="{8051D1AF-3622-4365-861C-3D194E8F417C}"/>
                    </a:ext>
                  </a:extLst>
                </p:cNvPr>
                <p:cNvPicPr/>
                <p:nvPr/>
              </p:nvPicPr>
              <p:blipFill>
                <a:blip r:embed="rId39"/>
                <a:stretch>
                  <a:fillRect/>
                </a:stretch>
              </p:blipFill>
              <p:spPr>
                <a:xfrm>
                  <a:off x="7920115" y="2048748"/>
                  <a:ext cx="148680" cy="799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DEEE91FF-D45A-09D6-F5A3-332D96EEDE43}"/>
                    </a:ext>
                  </a:extLst>
                </p14:cNvPr>
                <p14:cNvContentPartPr/>
                <p14:nvPr/>
              </p14:nvContentPartPr>
              <p14:xfrm>
                <a:off x="7952875" y="2127948"/>
                <a:ext cx="1314000" cy="1487160"/>
              </p14:xfrm>
            </p:contentPart>
          </mc:Choice>
          <mc:Fallback xmlns="">
            <p:pic>
              <p:nvPicPr>
                <p:cNvPr id="22" name="Ink 21">
                  <a:extLst>
                    <a:ext uri="{FF2B5EF4-FFF2-40B4-BE49-F238E27FC236}">
                      <a16:creationId xmlns:a16="http://schemas.microsoft.com/office/drawing/2014/main" id="{DEEE91FF-D45A-09D6-F5A3-332D96EEDE43}"/>
                    </a:ext>
                  </a:extLst>
                </p:cNvPr>
                <p:cNvPicPr/>
                <p:nvPr/>
              </p:nvPicPr>
              <p:blipFill>
                <a:blip r:embed="rId41"/>
                <a:stretch>
                  <a:fillRect/>
                </a:stretch>
              </p:blipFill>
              <p:spPr>
                <a:xfrm>
                  <a:off x="7946755" y="2121828"/>
                  <a:ext cx="1326240" cy="1499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70BBF674-F90C-392C-BBC9-923A5ED03521}"/>
                    </a:ext>
                  </a:extLst>
                </p14:cNvPr>
                <p14:cNvContentPartPr/>
                <p14:nvPr/>
              </p14:nvContentPartPr>
              <p14:xfrm>
                <a:off x="7056835" y="609468"/>
                <a:ext cx="1392120" cy="357120"/>
              </p14:xfrm>
            </p:contentPart>
          </mc:Choice>
          <mc:Fallback xmlns="">
            <p:pic>
              <p:nvPicPr>
                <p:cNvPr id="26" name="Ink 25">
                  <a:extLst>
                    <a:ext uri="{FF2B5EF4-FFF2-40B4-BE49-F238E27FC236}">
                      <a16:creationId xmlns:a16="http://schemas.microsoft.com/office/drawing/2014/main" id="{70BBF674-F90C-392C-BBC9-923A5ED03521}"/>
                    </a:ext>
                  </a:extLst>
                </p:cNvPr>
                <p:cNvPicPr/>
                <p:nvPr/>
              </p:nvPicPr>
              <p:blipFill>
                <a:blip r:embed="rId43"/>
                <a:stretch>
                  <a:fillRect/>
                </a:stretch>
              </p:blipFill>
              <p:spPr>
                <a:xfrm>
                  <a:off x="7050715" y="603348"/>
                  <a:ext cx="140436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CD6B6473-80A2-41F0-4F54-B0F76EE5DE82}"/>
                    </a:ext>
                  </a:extLst>
                </p14:cNvPr>
                <p14:cNvContentPartPr/>
                <p14:nvPr/>
              </p14:nvContentPartPr>
              <p14:xfrm>
                <a:off x="9161395" y="244788"/>
                <a:ext cx="424440" cy="520200"/>
              </p14:xfrm>
            </p:contentPart>
          </mc:Choice>
          <mc:Fallback xmlns="">
            <p:pic>
              <p:nvPicPr>
                <p:cNvPr id="27" name="Ink 26">
                  <a:extLst>
                    <a:ext uri="{FF2B5EF4-FFF2-40B4-BE49-F238E27FC236}">
                      <a16:creationId xmlns:a16="http://schemas.microsoft.com/office/drawing/2014/main" id="{CD6B6473-80A2-41F0-4F54-B0F76EE5DE82}"/>
                    </a:ext>
                  </a:extLst>
                </p:cNvPr>
                <p:cNvPicPr/>
                <p:nvPr/>
              </p:nvPicPr>
              <p:blipFill>
                <a:blip r:embed="rId45"/>
                <a:stretch>
                  <a:fillRect/>
                </a:stretch>
              </p:blipFill>
              <p:spPr>
                <a:xfrm>
                  <a:off x="9155275" y="238668"/>
                  <a:ext cx="43668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8F66D2D4-0DE3-EC20-FE54-8541A3B7ACC4}"/>
                    </a:ext>
                  </a:extLst>
                </p14:cNvPr>
                <p14:cNvContentPartPr/>
                <p14:nvPr/>
              </p14:nvContentPartPr>
              <p14:xfrm>
                <a:off x="8905795" y="7188"/>
                <a:ext cx="571680" cy="1270440"/>
              </p14:xfrm>
            </p:contentPart>
          </mc:Choice>
          <mc:Fallback xmlns="">
            <p:pic>
              <p:nvPicPr>
                <p:cNvPr id="28" name="Ink 27">
                  <a:extLst>
                    <a:ext uri="{FF2B5EF4-FFF2-40B4-BE49-F238E27FC236}">
                      <a16:creationId xmlns:a16="http://schemas.microsoft.com/office/drawing/2014/main" id="{8F66D2D4-0DE3-EC20-FE54-8541A3B7ACC4}"/>
                    </a:ext>
                  </a:extLst>
                </p:cNvPr>
                <p:cNvPicPr/>
                <p:nvPr/>
              </p:nvPicPr>
              <p:blipFill>
                <a:blip r:embed="rId47"/>
                <a:stretch>
                  <a:fillRect/>
                </a:stretch>
              </p:blipFill>
              <p:spPr>
                <a:xfrm>
                  <a:off x="8899675" y="1068"/>
                  <a:ext cx="583920" cy="1282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20092809-784C-3231-92CF-FC1E9CF16C97}"/>
                    </a:ext>
                  </a:extLst>
                </p14:cNvPr>
                <p14:cNvContentPartPr/>
                <p14:nvPr/>
              </p14:nvContentPartPr>
              <p14:xfrm>
                <a:off x="9708595" y="73100"/>
                <a:ext cx="422640" cy="939240"/>
              </p14:xfrm>
            </p:contentPart>
          </mc:Choice>
          <mc:Fallback xmlns="">
            <p:pic>
              <p:nvPicPr>
                <p:cNvPr id="29" name="Ink 28">
                  <a:extLst>
                    <a:ext uri="{FF2B5EF4-FFF2-40B4-BE49-F238E27FC236}">
                      <a16:creationId xmlns:a16="http://schemas.microsoft.com/office/drawing/2014/main" id="{20092809-784C-3231-92CF-FC1E9CF16C97}"/>
                    </a:ext>
                  </a:extLst>
                </p:cNvPr>
                <p:cNvPicPr/>
                <p:nvPr/>
              </p:nvPicPr>
              <p:blipFill>
                <a:blip r:embed="rId49"/>
                <a:stretch>
                  <a:fillRect/>
                </a:stretch>
              </p:blipFill>
              <p:spPr>
                <a:xfrm>
                  <a:off x="9702475" y="66980"/>
                  <a:ext cx="434880" cy="951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545D8059-6B76-BE1E-4FCC-8378AF186C0F}"/>
                    </a:ext>
                  </a:extLst>
                </p14:cNvPr>
                <p14:cNvContentPartPr/>
                <p14:nvPr/>
              </p14:nvContentPartPr>
              <p14:xfrm>
                <a:off x="10448755" y="1619300"/>
                <a:ext cx="72360" cy="498600"/>
              </p14:xfrm>
            </p:contentPart>
          </mc:Choice>
          <mc:Fallback xmlns="">
            <p:pic>
              <p:nvPicPr>
                <p:cNvPr id="30" name="Ink 29">
                  <a:extLst>
                    <a:ext uri="{FF2B5EF4-FFF2-40B4-BE49-F238E27FC236}">
                      <a16:creationId xmlns:a16="http://schemas.microsoft.com/office/drawing/2014/main" id="{545D8059-6B76-BE1E-4FCC-8378AF186C0F}"/>
                    </a:ext>
                  </a:extLst>
                </p:cNvPr>
                <p:cNvPicPr/>
                <p:nvPr/>
              </p:nvPicPr>
              <p:blipFill>
                <a:blip r:embed="rId51"/>
                <a:stretch>
                  <a:fillRect/>
                </a:stretch>
              </p:blipFill>
              <p:spPr>
                <a:xfrm>
                  <a:off x="10442635" y="1613180"/>
                  <a:ext cx="84600" cy="510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793879F3-0057-9FD1-08DC-8732C4C25B76}"/>
                    </a:ext>
                  </a:extLst>
                </p14:cNvPr>
                <p14:cNvContentPartPr/>
                <p14:nvPr/>
              </p14:nvContentPartPr>
              <p14:xfrm>
                <a:off x="9952315" y="1374140"/>
                <a:ext cx="334440" cy="965160"/>
              </p14:xfrm>
            </p:contentPart>
          </mc:Choice>
          <mc:Fallback xmlns="">
            <p:pic>
              <p:nvPicPr>
                <p:cNvPr id="31" name="Ink 30">
                  <a:extLst>
                    <a:ext uri="{FF2B5EF4-FFF2-40B4-BE49-F238E27FC236}">
                      <a16:creationId xmlns:a16="http://schemas.microsoft.com/office/drawing/2014/main" id="{793879F3-0057-9FD1-08DC-8732C4C25B76}"/>
                    </a:ext>
                  </a:extLst>
                </p:cNvPr>
                <p:cNvPicPr/>
                <p:nvPr/>
              </p:nvPicPr>
              <p:blipFill>
                <a:blip r:embed="rId53"/>
                <a:stretch>
                  <a:fillRect/>
                </a:stretch>
              </p:blipFill>
              <p:spPr>
                <a:xfrm>
                  <a:off x="9946195" y="1368020"/>
                  <a:ext cx="346680" cy="9774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Ink 31">
                  <a:extLst>
                    <a:ext uri="{FF2B5EF4-FFF2-40B4-BE49-F238E27FC236}">
                      <a16:creationId xmlns:a16="http://schemas.microsoft.com/office/drawing/2014/main" id="{13AE2217-A7F3-8CDE-51BC-5904F3C6F6E0}"/>
                    </a:ext>
                  </a:extLst>
                </p14:cNvPr>
                <p14:cNvContentPartPr/>
                <p14:nvPr/>
              </p14:nvContentPartPr>
              <p14:xfrm>
                <a:off x="10353715" y="1096220"/>
                <a:ext cx="558720" cy="1359000"/>
              </p14:xfrm>
            </p:contentPart>
          </mc:Choice>
          <mc:Fallback xmlns="">
            <p:pic>
              <p:nvPicPr>
                <p:cNvPr id="32" name="Ink 31">
                  <a:extLst>
                    <a:ext uri="{FF2B5EF4-FFF2-40B4-BE49-F238E27FC236}">
                      <a16:creationId xmlns:a16="http://schemas.microsoft.com/office/drawing/2014/main" id="{13AE2217-A7F3-8CDE-51BC-5904F3C6F6E0}"/>
                    </a:ext>
                  </a:extLst>
                </p:cNvPr>
                <p:cNvPicPr/>
                <p:nvPr/>
              </p:nvPicPr>
              <p:blipFill>
                <a:blip r:embed="rId55"/>
                <a:stretch>
                  <a:fillRect/>
                </a:stretch>
              </p:blipFill>
              <p:spPr>
                <a:xfrm>
                  <a:off x="10347595" y="1090100"/>
                  <a:ext cx="570960" cy="1371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Ink 32">
                  <a:extLst>
                    <a:ext uri="{FF2B5EF4-FFF2-40B4-BE49-F238E27FC236}">
                      <a16:creationId xmlns:a16="http://schemas.microsoft.com/office/drawing/2014/main" id="{FDD9866B-7F4C-85D1-4B90-72AB249A8F7B}"/>
                    </a:ext>
                  </a:extLst>
                </p14:cNvPr>
                <p14:cNvContentPartPr/>
                <p14:nvPr/>
              </p14:nvContentPartPr>
              <p14:xfrm>
                <a:off x="10547755" y="2358380"/>
                <a:ext cx="6480" cy="38520"/>
              </p14:xfrm>
            </p:contentPart>
          </mc:Choice>
          <mc:Fallback xmlns="">
            <p:pic>
              <p:nvPicPr>
                <p:cNvPr id="33" name="Ink 32">
                  <a:extLst>
                    <a:ext uri="{FF2B5EF4-FFF2-40B4-BE49-F238E27FC236}">
                      <a16:creationId xmlns:a16="http://schemas.microsoft.com/office/drawing/2014/main" id="{FDD9866B-7F4C-85D1-4B90-72AB249A8F7B}"/>
                    </a:ext>
                  </a:extLst>
                </p:cNvPr>
                <p:cNvPicPr/>
                <p:nvPr/>
              </p:nvPicPr>
              <p:blipFill>
                <a:blip r:embed="rId57"/>
                <a:stretch>
                  <a:fillRect/>
                </a:stretch>
              </p:blipFill>
              <p:spPr>
                <a:xfrm>
                  <a:off x="10541635" y="2352260"/>
                  <a:ext cx="18720" cy="50760"/>
                </a:xfrm>
                <a:prstGeom prst="rect">
                  <a:avLst/>
                </a:prstGeom>
              </p:spPr>
            </p:pic>
          </mc:Fallback>
        </mc:AlternateContent>
      </p:grpSp>
    </p:spTree>
    <p:extLst>
      <p:ext uri="{BB962C8B-B14F-4D97-AF65-F5344CB8AC3E}">
        <p14:creationId xmlns:p14="http://schemas.microsoft.com/office/powerpoint/2010/main" val="1628195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5954807-BE99-4ECC-0FBA-E3D864971A50}"/>
              </a:ext>
            </a:extLst>
          </p:cNvPr>
          <p:cNvGrpSpPr/>
          <p:nvPr/>
        </p:nvGrpSpPr>
        <p:grpSpPr>
          <a:xfrm>
            <a:off x="260035" y="206628"/>
            <a:ext cx="1042200" cy="1166040"/>
            <a:chOff x="260035" y="206628"/>
            <a:chExt cx="1042200" cy="11660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4D60063-90C8-9E37-D258-0C3DDF48D822}"/>
                    </a:ext>
                  </a:extLst>
                </p14:cNvPr>
                <p14:cNvContentPartPr/>
                <p14:nvPr/>
              </p14:nvContentPartPr>
              <p14:xfrm>
                <a:off x="842875" y="380508"/>
                <a:ext cx="110880" cy="537480"/>
              </p14:xfrm>
            </p:contentPart>
          </mc:Choice>
          <mc:Fallback xmlns="">
            <p:pic>
              <p:nvPicPr>
                <p:cNvPr id="2" name="Ink 1">
                  <a:extLst>
                    <a:ext uri="{FF2B5EF4-FFF2-40B4-BE49-F238E27FC236}">
                      <a16:creationId xmlns:a16="http://schemas.microsoft.com/office/drawing/2014/main" id="{E4D60063-90C8-9E37-D258-0C3DDF48D822}"/>
                    </a:ext>
                  </a:extLst>
                </p:cNvPr>
                <p:cNvPicPr/>
                <p:nvPr/>
              </p:nvPicPr>
              <p:blipFill>
                <a:blip r:embed="rId3"/>
                <a:stretch>
                  <a:fillRect/>
                </a:stretch>
              </p:blipFill>
              <p:spPr>
                <a:xfrm>
                  <a:off x="836755" y="374388"/>
                  <a:ext cx="123120" cy="549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32BFD85-5671-6B0C-1884-CAE47F357B2C}"/>
                    </a:ext>
                  </a:extLst>
                </p14:cNvPr>
                <p14:cNvContentPartPr/>
                <p14:nvPr/>
              </p14:nvContentPartPr>
              <p14:xfrm>
                <a:off x="260035" y="206628"/>
                <a:ext cx="1042200" cy="1166040"/>
              </p14:xfrm>
            </p:contentPart>
          </mc:Choice>
          <mc:Fallback xmlns="">
            <p:pic>
              <p:nvPicPr>
                <p:cNvPr id="3" name="Ink 2">
                  <a:extLst>
                    <a:ext uri="{FF2B5EF4-FFF2-40B4-BE49-F238E27FC236}">
                      <a16:creationId xmlns:a16="http://schemas.microsoft.com/office/drawing/2014/main" id="{F32BFD85-5671-6B0C-1884-CAE47F357B2C}"/>
                    </a:ext>
                  </a:extLst>
                </p:cNvPr>
                <p:cNvPicPr/>
                <p:nvPr/>
              </p:nvPicPr>
              <p:blipFill>
                <a:blip r:embed="rId5"/>
                <a:stretch>
                  <a:fillRect/>
                </a:stretch>
              </p:blipFill>
              <p:spPr>
                <a:xfrm>
                  <a:off x="253915" y="200508"/>
                  <a:ext cx="1054440" cy="1178280"/>
                </a:xfrm>
                <a:prstGeom prst="rect">
                  <a:avLst/>
                </a:prstGeom>
              </p:spPr>
            </p:pic>
          </mc:Fallback>
        </mc:AlternateContent>
      </p:grpSp>
      <p:grpSp>
        <p:nvGrpSpPr>
          <p:cNvPr id="22" name="Group 21">
            <a:extLst>
              <a:ext uri="{FF2B5EF4-FFF2-40B4-BE49-F238E27FC236}">
                <a16:creationId xmlns:a16="http://schemas.microsoft.com/office/drawing/2014/main" id="{A038F010-D59A-19D7-96DB-9954941033B2}"/>
              </a:ext>
            </a:extLst>
          </p:cNvPr>
          <p:cNvGrpSpPr/>
          <p:nvPr/>
        </p:nvGrpSpPr>
        <p:grpSpPr>
          <a:xfrm>
            <a:off x="2237875" y="185028"/>
            <a:ext cx="3883680" cy="1336320"/>
            <a:chOff x="2237875" y="185028"/>
            <a:chExt cx="3883680" cy="1336320"/>
          </a:xfrm>
        </p:grpSpPr>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3F904BEC-8AE9-D221-AA2D-BEE86DFB72D6}"/>
                    </a:ext>
                  </a:extLst>
                </p14:cNvPr>
                <p14:cNvContentPartPr/>
                <p14:nvPr/>
              </p14:nvContentPartPr>
              <p14:xfrm>
                <a:off x="2237875" y="232548"/>
                <a:ext cx="998280" cy="928080"/>
              </p14:xfrm>
            </p:contentPart>
          </mc:Choice>
          <mc:Fallback xmlns="">
            <p:pic>
              <p:nvPicPr>
                <p:cNvPr id="5" name="Ink 4">
                  <a:extLst>
                    <a:ext uri="{FF2B5EF4-FFF2-40B4-BE49-F238E27FC236}">
                      <a16:creationId xmlns:a16="http://schemas.microsoft.com/office/drawing/2014/main" id="{3F904BEC-8AE9-D221-AA2D-BEE86DFB72D6}"/>
                    </a:ext>
                  </a:extLst>
                </p:cNvPr>
                <p:cNvPicPr/>
                <p:nvPr/>
              </p:nvPicPr>
              <p:blipFill>
                <a:blip r:embed="rId7"/>
                <a:stretch>
                  <a:fillRect/>
                </a:stretch>
              </p:blipFill>
              <p:spPr>
                <a:xfrm>
                  <a:off x="2231755" y="226428"/>
                  <a:ext cx="1010520" cy="940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AAB65B8B-B451-A3B9-10E2-A4225299BD00}"/>
                    </a:ext>
                  </a:extLst>
                </p14:cNvPr>
                <p14:cNvContentPartPr/>
                <p14:nvPr/>
              </p14:nvContentPartPr>
              <p14:xfrm>
                <a:off x="3218875" y="451068"/>
                <a:ext cx="864720" cy="516240"/>
              </p14:xfrm>
            </p:contentPart>
          </mc:Choice>
          <mc:Fallback xmlns="">
            <p:pic>
              <p:nvPicPr>
                <p:cNvPr id="6" name="Ink 5">
                  <a:extLst>
                    <a:ext uri="{FF2B5EF4-FFF2-40B4-BE49-F238E27FC236}">
                      <a16:creationId xmlns:a16="http://schemas.microsoft.com/office/drawing/2014/main" id="{AAB65B8B-B451-A3B9-10E2-A4225299BD00}"/>
                    </a:ext>
                  </a:extLst>
                </p:cNvPr>
                <p:cNvPicPr/>
                <p:nvPr/>
              </p:nvPicPr>
              <p:blipFill>
                <a:blip r:embed="rId9"/>
                <a:stretch>
                  <a:fillRect/>
                </a:stretch>
              </p:blipFill>
              <p:spPr>
                <a:xfrm>
                  <a:off x="3212755" y="444948"/>
                  <a:ext cx="876960" cy="528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A8CDB065-8687-DA11-F0AE-FE2C16388EC0}"/>
                    </a:ext>
                  </a:extLst>
                </p14:cNvPr>
                <p14:cNvContentPartPr/>
                <p14:nvPr/>
              </p14:nvContentPartPr>
              <p14:xfrm>
                <a:off x="4380235" y="508308"/>
                <a:ext cx="14040" cy="115560"/>
              </p14:xfrm>
            </p:contentPart>
          </mc:Choice>
          <mc:Fallback xmlns="">
            <p:pic>
              <p:nvPicPr>
                <p:cNvPr id="7" name="Ink 6">
                  <a:extLst>
                    <a:ext uri="{FF2B5EF4-FFF2-40B4-BE49-F238E27FC236}">
                      <a16:creationId xmlns:a16="http://schemas.microsoft.com/office/drawing/2014/main" id="{A8CDB065-8687-DA11-F0AE-FE2C16388EC0}"/>
                    </a:ext>
                  </a:extLst>
                </p:cNvPr>
                <p:cNvPicPr/>
                <p:nvPr/>
              </p:nvPicPr>
              <p:blipFill>
                <a:blip r:embed="rId11"/>
                <a:stretch>
                  <a:fillRect/>
                </a:stretch>
              </p:blipFill>
              <p:spPr>
                <a:xfrm>
                  <a:off x="4374115" y="502188"/>
                  <a:ext cx="262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3A265F08-9221-832E-709C-6BAB9A69A1E0}"/>
                    </a:ext>
                  </a:extLst>
                </p14:cNvPr>
                <p14:cNvContentPartPr/>
                <p14:nvPr/>
              </p14:nvContentPartPr>
              <p14:xfrm>
                <a:off x="4341355" y="536388"/>
                <a:ext cx="97920" cy="366480"/>
              </p14:xfrm>
            </p:contentPart>
          </mc:Choice>
          <mc:Fallback xmlns="">
            <p:pic>
              <p:nvPicPr>
                <p:cNvPr id="8" name="Ink 7">
                  <a:extLst>
                    <a:ext uri="{FF2B5EF4-FFF2-40B4-BE49-F238E27FC236}">
                      <a16:creationId xmlns:a16="http://schemas.microsoft.com/office/drawing/2014/main" id="{3A265F08-9221-832E-709C-6BAB9A69A1E0}"/>
                    </a:ext>
                  </a:extLst>
                </p:cNvPr>
                <p:cNvPicPr/>
                <p:nvPr/>
              </p:nvPicPr>
              <p:blipFill>
                <a:blip r:embed="rId13"/>
                <a:stretch>
                  <a:fillRect/>
                </a:stretch>
              </p:blipFill>
              <p:spPr>
                <a:xfrm>
                  <a:off x="4335235" y="530268"/>
                  <a:ext cx="11016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588DEA65-95CC-E797-988C-C25995073288}"/>
                    </a:ext>
                  </a:extLst>
                </p14:cNvPr>
                <p14:cNvContentPartPr/>
                <p14:nvPr/>
              </p14:nvContentPartPr>
              <p14:xfrm>
                <a:off x="4476715" y="185028"/>
                <a:ext cx="90720" cy="37080"/>
              </p14:xfrm>
            </p:contentPart>
          </mc:Choice>
          <mc:Fallback xmlns="">
            <p:pic>
              <p:nvPicPr>
                <p:cNvPr id="9" name="Ink 8">
                  <a:extLst>
                    <a:ext uri="{FF2B5EF4-FFF2-40B4-BE49-F238E27FC236}">
                      <a16:creationId xmlns:a16="http://schemas.microsoft.com/office/drawing/2014/main" id="{588DEA65-95CC-E797-988C-C25995073288}"/>
                    </a:ext>
                  </a:extLst>
                </p:cNvPr>
                <p:cNvPicPr/>
                <p:nvPr/>
              </p:nvPicPr>
              <p:blipFill>
                <a:blip r:embed="rId15"/>
                <a:stretch>
                  <a:fillRect/>
                </a:stretch>
              </p:blipFill>
              <p:spPr>
                <a:xfrm>
                  <a:off x="4470595" y="178908"/>
                  <a:ext cx="10296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85BF50F4-724A-BAD0-D930-C4886AEE40F4}"/>
                    </a:ext>
                  </a:extLst>
                </p14:cNvPr>
                <p14:cNvContentPartPr/>
                <p14:nvPr/>
              </p14:nvContentPartPr>
              <p14:xfrm>
                <a:off x="4637635" y="196188"/>
                <a:ext cx="333360" cy="1325160"/>
              </p14:xfrm>
            </p:contentPart>
          </mc:Choice>
          <mc:Fallback xmlns="">
            <p:pic>
              <p:nvPicPr>
                <p:cNvPr id="10" name="Ink 9">
                  <a:extLst>
                    <a:ext uri="{FF2B5EF4-FFF2-40B4-BE49-F238E27FC236}">
                      <a16:creationId xmlns:a16="http://schemas.microsoft.com/office/drawing/2014/main" id="{85BF50F4-724A-BAD0-D930-C4886AEE40F4}"/>
                    </a:ext>
                  </a:extLst>
                </p:cNvPr>
                <p:cNvPicPr/>
                <p:nvPr/>
              </p:nvPicPr>
              <p:blipFill>
                <a:blip r:embed="rId17"/>
                <a:stretch>
                  <a:fillRect/>
                </a:stretch>
              </p:blipFill>
              <p:spPr>
                <a:xfrm>
                  <a:off x="4631515" y="190068"/>
                  <a:ext cx="345600" cy="1337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653502E6-BC27-77CA-B68C-1D369181D747}"/>
                    </a:ext>
                  </a:extLst>
                </p14:cNvPr>
                <p14:cNvContentPartPr/>
                <p14:nvPr/>
              </p14:nvContentPartPr>
              <p14:xfrm>
                <a:off x="4424515" y="552948"/>
                <a:ext cx="936360" cy="442080"/>
              </p14:xfrm>
            </p:contentPart>
          </mc:Choice>
          <mc:Fallback xmlns="">
            <p:pic>
              <p:nvPicPr>
                <p:cNvPr id="11" name="Ink 10">
                  <a:extLst>
                    <a:ext uri="{FF2B5EF4-FFF2-40B4-BE49-F238E27FC236}">
                      <a16:creationId xmlns:a16="http://schemas.microsoft.com/office/drawing/2014/main" id="{653502E6-BC27-77CA-B68C-1D369181D747}"/>
                    </a:ext>
                  </a:extLst>
                </p:cNvPr>
                <p:cNvPicPr/>
                <p:nvPr/>
              </p:nvPicPr>
              <p:blipFill>
                <a:blip r:embed="rId19"/>
                <a:stretch>
                  <a:fillRect/>
                </a:stretch>
              </p:blipFill>
              <p:spPr>
                <a:xfrm>
                  <a:off x="4418395" y="546828"/>
                  <a:ext cx="948600" cy="454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90F43BDB-A12B-3826-EAEB-D805D60BDE1C}"/>
                    </a:ext>
                  </a:extLst>
                </p14:cNvPr>
                <p14:cNvContentPartPr/>
                <p14:nvPr/>
              </p14:nvContentPartPr>
              <p14:xfrm>
                <a:off x="5595595" y="225348"/>
                <a:ext cx="18360" cy="45000"/>
              </p14:xfrm>
            </p:contentPart>
          </mc:Choice>
          <mc:Fallback xmlns="">
            <p:pic>
              <p:nvPicPr>
                <p:cNvPr id="12" name="Ink 11">
                  <a:extLst>
                    <a:ext uri="{FF2B5EF4-FFF2-40B4-BE49-F238E27FC236}">
                      <a16:creationId xmlns:a16="http://schemas.microsoft.com/office/drawing/2014/main" id="{90F43BDB-A12B-3826-EAEB-D805D60BDE1C}"/>
                    </a:ext>
                  </a:extLst>
                </p:cNvPr>
                <p:cNvPicPr/>
                <p:nvPr/>
              </p:nvPicPr>
              <p:blipFill>
                <a:blip r:embed="rId21"/>
                <a:stretch>
                  <a:fillRect/>
                </a:stretch>
              </p:blipFill>
              <p:spPr>
                <a:xfrm>
                  <a:off x="5589475" y="219228"/>
                  <a:ext cx="3060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16CBAEE0-C2E5-73D1-2605-AC3EB5E71639}"/>
                    </a:ext>
                  </a:extLst>
                </p14:cNvPr>
                <p14:cNvContentPartPr/>
                <p14:nvPr/>
              </p14:nvContentPartPr>
              <p14:xfrm>
                <a:off x="5849035" y="445668"/>
                <a:ext cx="272520" cy="437760"/>
              </p14:xfrm>
            </p:contentPart>
          </mc:Choice>
          <mc:Fallback xmlns="">
            <p:pic>
              <p:nvPicPr>
                <p:cNvPr id="13" name="Ink 12">
                  <a:extLst>
                    <a:ext uri="{FF2B5EF4-FFF2-40B4-BE49-F238E27FC236}">
                      <a16:creationId xmlns:a16="http://schemas.microsoft.com/office/drawing/2014/main" id="{16CBAEE0-C2E5-73D1-2605-AC3EB5E71639}"/>
                    </a:ext>
                  </a:extLst>
                </p:cNvPr>
                <p:cNvPicPr/>
                <p:nvPr/>
              </p:nvPicPr>
              <p:blipFill>
                <a:blip r:embed="rId23"/>
                <a:stretch>
                  <a:fillRect/>
                </a:stretch>
              </p:blipFill>
              <p:spPr>
                <a:xfrm>
                  <a:off x="5842915" y="439548"/>
                  <a:ext cx="284760" cy="450000"/>
                </a:xfrm>
                <a:prstGeom prst="rect">
                  <a:avLst/>
                </a:prstGeom>
              </p:spPr>
            </p:pic>
          </mc:Fallback>
        </mc:AlternateContent>
      </p:grpSp>
      <p:grpSp>
        <p:nvGrpSpPr>
          <p:cNvPr id="21" name="Group 20">
            <a:extLst>
              <a:ext uri="{FF2B5EF4-FFF2-40B4-BE49-F238E27FC236}">
                <a16:creationId xmlns:a16="http://schemas.microsoft.com/office/drawing/2014/main" id="{D3B8CD4E-BF49-28C9-FDC2-BB2727512FEE}"/>
              </a:ext>
            </a:extLst>
          </p:cNvPr>
          <p:cNvGrpSpPr/>
          <p:nvPr/>
        </p:nvGrpSpPr>
        <p:grpSpPr>
          <a:xfrm>
            <a:off x="6794395" y="204468"/>
            <a:ext cx="2693880" cy="721080"/>
            <a:chOff x="6794395" y="204468"/>
            <a:chExt cx="2693880" cy="721080"/>
          </a:xfrm>
        </p:grpSpPr>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70C1D05A-C2F2-D825-4F32-A925EED55552}"/>
                    </a:ext>
                  </a:extLst>
                </p14:cNvPr>
                <p14:cNvContentPartPr/>
                <p14:nvPr/>
              </p14:nvContentPartPr>
              <p14:xfrm>
                <a:off x="6794395" y="426948"/>
                <a:ext cx="586080" cy="498600"/>
              </p14:xfrm>
            </p:contentPart>
          </mc:Choice>
          <mc:Fallback xmlns="">
            <p:pic>
              <p:nvPicPr>
                <p:cNvPr id="14" name="Ink 13">
                  <a:extLst>
                    <a:ext uri="{FF2B5EF4-FFF2-40B4-BE49-F238E27FC236}">
                      <a16:creationId xmlns:a16="http://schemas.microsoft.com/office/drawing/2014/main" id="{70C1D05A-C2F2-D825-4F32-A925EED55552}"/>
                    </a:ext>
                  </a:extLst>
                </p:cNvPr>
                <p:cNvPicPr/>
                <p:nvPr/>
              </p:nvPicPr>
              <p:blipFill>
                <a:blip r:embed="rId25"/>
                <a:stretch>
                  <a:fillRect/>
                </a:stretch>
              </p:blipFill>
              <p:spPr>
                <a:xfrm>
                  <a:off x="6788275" y="420828"/>
                  <a:ext cx="598320" cy="510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61C3A152-43B3-43E2-ACF3-9BABDF244090}"/>
                    </a:ext>
                  </a:extLst>
                </p14:cNvPr>
                <p14:cNvContentPartPr/>
                <p14:nvPr/>
              </p14:nvContentPartPr>
              <p14:xfrm>
                <a:off x="7726075" y="204468"/>
                <a:ext cx="46080" cy="523440"/>
              </p14:xfrm>
            </p:contentPart>
          </mc:Choice>
          <mc:Fallback xmlns="">
            <p:pic>
              <p:nvPicPr>
                <p:cNvPr id="15" name="Ink 14">
                  <a:extLst>
                    <a:ext uri="{FF2B5EF4-FFF2-40B4-BE49-F238E27FC236}">
                      <a16:creationId xmlns:a16="http://schemas.microsoft.com/office/drawing/2014/main" id="{61C3A152-43B3-43E2-ACF3-9BABDF244090}"/>
                    </a:ext>
                  </a:extLst>
                </p:cNvPr>
                <p:cNvPicPr/>
                <p:nvPr/>
              </p:nvPicPr>
              <p:blipFill>
                <a:blip r:embed="rId27"/>
                <a:stretch>
                  <a:fillRect/>
                </a:stretch>
              </p:blipFill>
              <p:spPr>
                <a:xfrm>
                  <a:off x="7719955" y="198348"/>
                  <a:ext cx="58320" cy="535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409F1DBC-DA28-9B80-48E5-1147702668D6}"/>
                    </a:ext>
                  </a:extLst>
                </p14:cNvPr>
                <p14:cNvContentPartPr/>
                <p14:nvPr/>
              </p14:nvContentPartPr>
              <p14:xfrm>
                <a:off x="7503235" y="536028"/>
                <a:ext cx="541440" cy="299520"/>
              </p14:xfrm>
            </p:contentPart>
          </mc:Choice>
          <mc:Fallback xmlns="">
            <p:pic>
              <p:nvPicPr>
                <p:cNvPr id="16" name="Ink 15">
                  <a:extLst>
                    <a:ext uri="{FF2B5EF4-FFF2-40B4-BE49-F238E27FC236}">
                      <a16:creationId xmlns:a16="http://schemas.microsoft.com/office/drawing/2014/main" id="{409F1DBC-DA28-9B80-48E5-1147702668D6}"/>
                    </a:ext>
                  </a:extLst>
                </p:cNvPr>
                <p:cNvPicPr/>
                <p:nvPr/>
              </p:nvPicPr>
              <p:blipFill>
                <a:blip r:embed="rId29"/>
                <a:stretch>
                  <a:fillRect/>
                </a:stretch>
              </p:blipFill>
              <p:spPr>
                <a:xfrm>
                  <a:off x="7497115" y="529908"/>
                  <a:ext cx="55368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D6F0EB8E-B0EE-5F33-35A7-B4D151BB4D82}"/>
                    </a:ext>
                  </a:extLst>
                </p14:cNvPr>
                <p14:cNvContentPartPr/>
                <p14:nvPr/>
              </p14:nvContentPartPr>
              <p14:xfrm>
                <a:off x="8195155" y="316428"/>
                <a:ext cx="29160" cy="16560"/>
              </p14:xfrm>
            </p:contentPart>
          </mc:Choice>
          <mc:Fallback xmlns="">
            <p:pic>
              <p:nvPicPr>
                <p:cNvPr id="17" name="Ink 16">
                  <a:extLst>
                    <a:ext uri="{FF2B5EF4-FFF2-40B4-BE49-F238E27FC236}">
                      <a16:creationId xmlns:a16="http://schemas.microsoft.com/office/drawing/2014/main" id="{D6F0EB8E-B0EE-5F33-35A7-B4D151BB4D82}"/>
                    </a:ext>
                  </a:extLst>
                </p:cNvPr>
                <p:cNvPicPr/>
                <p:nvPr/>
              </p:nvPicPr>
              <p:blipFill>
                <a:blip r:embed="rId31"/>
                <a:stretch>
                  <a:fillRect/>
                </a:stretch>
              </p:blipFill>
              <p:spPr>
                <a:xfrm>
                  <a:off x="8189035" y="310308"/>
                  <a:ext cx="414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646F30EA-089A-A616-E9EC-567604C81DA7}"/>
                    </a:ext>
                  </a:extLst>
                </p14:cNvPr>
                <p14:cNvContentPartPr/>
                <p14:nvPr/>
              </p14:nvContentPartPr>
              <p14:xfrm>
                <a:off x="8243395" y="457908"/>
                <a:ext cx="236520" cy="372240"/>
              </p14:xfrm>
            </p:contentPart>
          </mc:Choice>
          <mc:Fallback xmlns="">
            <p:pic>
              <p:nvPicPr>
                <p:cNvPr id="18" name="Ink 17">
                  <a:extLst>
                    <a:ext uri="{FF2B5EF4-FFF2-40B4-BE49-F238E27FC236}">
                      <a16:creationId xmlns:a16="http://schemas.microsoft.com/office/drawing/2014/main" id="{646F30EA-089A-A616-E9EC-567604C81DA7}"/>
                    </a:ext>
                  </a:extLst>
                </p:cNvPr>
                <p:cNvPicPr/>
                <p:nvPr/>
              </p:nvPicPr>
              <p:blipFill>
                <a:blip r:embed="rId33"/>
                <a:stretch>
                  <a:fillRect/>
                </a:stretch>
              </p:blipFill>
              <p:spPr>
                <a:xfrm>
                  <a:off x="8237275" y="451788"/>
                  <a:ext cx="24876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6D2F5CDC-F040-49C6-DFF0-41E97551FAF4}"/>
                    </a:ext>
                  </a:extLst>
                </p14:cNvPr>
                <p14:cNvContentPartPr/>
                <p14:nvPr/>
              </p14:nvContentPartPr>
              <p14:xfrm>
                <a:off x="8680075" y="452148"/>
                <a:ext cx="580320" cy="394200"/>
              </p14:xfrm>
            </p:contentPart>
          </mc:Choice>
          <mc:Fallback xmlns="">
            <p:pic>
              <p:nvPicPr>
                <p:cNvPr id="19" name="Ink 18">
                  <a:extLst>
                    <a:ext uri="{FF2B5EF4-FFF2-40B4-BE49-F238E27FC236}">
                      <a16:creationId xmlns:a16="http://schemas.microsoft.com/office/drawing/2014/main" id="{6D2F5CDC-F040-49C6-DFF0-41E97551FAF4}"/>
                    </a:ext>
                  </a:extLst>
                </p:cNvPr>
                <p:cNvPicPr/>
                <p:nvPr/>
              </p:nvPicPr>
              <p:blipFill>
                <a:blip r:embed="rId35"/>
                <a:stretch>
                  <a:fillRect/>
                </a:stretch>
              </p:blipFill>
              <p:spPr>
                <a:xfrm>
                  <a:off x="8673955" y="446028"/>
                  <a:ext cx="592560"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8CF8F7DB-AAC8-4910-C37A-20E0A1071C00}"/>
                    </a:ext>
                  </a:extLst>
                </p14:cNvPr>
                <p14:cNvContentPartPr/>
                <p14:nvPr/>
              </p14:nvContentPartPr>
              <p14:xfrm>
                <a:off x="9426355" y="762468"/>
                <a:ext cx="61920" cy="47160"/>
              </p14:xfrm>
            </p:contentPart>
          </mc:Choice>
          <mc:Fallback xmlns="">
            <p:pic>
              <p:nvPicPr>
                <p:cNvPr id="20" name="Ink 19">
                  <a:extLst>
                    <a:ext uri="{FF2B5EF4-FFF2-40B4-BE49-F238E27FC236}">
                      <a16:creationId xmlns:a16="http://schemas.microsoft.com/office/drawing/2014/main" id="{8CF8F7DB-AAC8-4910-C37A-20E0A1071C00}"/>
                    </a:ext>
                  </a:extLst>
                </p:cNvPr>
                <p:cNvPicPr/>
                <p:nvPr/>
              </p:nvPicPr>
              <p:blipFill>
                <a:blip r:embed="rId37"/>
                <a:stretch>
                  <a:fillRect/>
                </a:stretch>
              </p:blipFill>
              <p:spPr>
                <a:xfrm>
                  <a:off x="9420235" y="756348"/>
                  <a:ext cx="74160" cy="59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BA391228-D7E5-5140-25B7-4E78063EB852}"/>
                  </a:ext>
                </a:extLst>
              </p14:cNvPr>
              <p14:cNvContentPartPr/>
              <p14:nvPr/>
            </p14:nvContentPartPr>
            <p14:xfrm>
              <a:off x="1444795" y="1694508"/>
              <a:ext cx="720" cy="3191400"/>
            </p14:xfrm>
          </p:contentPart>
        </mc:Choice>
        <mc:Fallback xmlns="">
          <p:pic>
            <p:nvPicPr>
              <p:cNvPr id="25" name="Ink 24">
                <a:extLst>
                  <a:ext uri="{FF2B5EF4-FFF2-40B4-BE49-F238E27FC236}">
                    <a16:creationId xmlns:a16="http://schemas.microsoft.com/office/drawing/2014/main" id="{BA391228-D7E5-5140-25B7-4E78063EB852}"/>
                  </a:ext>
                </a:extLst>
              </p:cNvPr>
              <p:cNvPicPr/>
              <p:nvPr/>
            </p:nvPicPr>
            <p:blipFill>
              <a:blip r:embed="rId39"/>
              <a:stretch>
                <a:fillRect/>
              </a:stretch>
            </p:blipFill>
            <p:spPr>
              <a:xfrm>
                <a:off x="1432555" y="1688388"/>
                <a:ext cx="25200" cy="3203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3B8153B0-4036-9F01-00F9-B574D6011615}"/>
                  </a:ext>
                </a:extLst>
              </p14:cNvPr>
              <p14:cNvContentPartPr/>
              <p14:nvPr/>
            </p14:nvContentPartPr>
            <p14:xfrm>
              <a:off x="1483675" y="4602948"/>
              <a:ext cx="5046840" cy="299880"/>
            </p14:xfrm>
          </p:contentPart>
        </mc:Choice>
        <mc:Fallback xmlns="">
          <p:pic>
            <p:nvPicPr>
              <p:cNvPr id="27" name="Ink 26">
                <a:extLst>
                  <a:ext uri="{FF2B5EF4-FFF2-40B4-BE49-F238E27FC236}">
                    <a16:creationId xmlns:a16="http://schemas.microsoft.com/office/drawing/2014/main" id="{3B8153B0-4036-9F01-00F9-B574D6011615}"/>
                  </a:ext>
                </a:extLst>
              </p:cNvPr>
              <p:cNvPicPr/>
              <p:nvPr/>
            </p:nvPicPr>
            <p:blipFill>
              <a:blip r:embed="rId41"/>
              <a:stretch>
                <a:fillRect/>
              </a:stretch>
            </p:blipFill>
            <p:spPr>
              <a:xfrm>
                <a:off x="1477195" y="4596828"/>
                <a:ext cx="5059080" cy="312120"/>
              </a:xfrm>
              <a:prstGeom prst="rect">
                <a:avLst/>
              </a:prstGeom>
            </p:spPr>
          </p:pic>
        </mc:Fallback>
      </mc:AlternateContent>
      <p:grpSp>
        <p:nvGrpSpPr>
          <p:cNvPr id="31" name="Group 30">
            <a:extLst>
              <a:ext uri="{FF2B5EF4-FFF2-40B4-BE49-F238E27FC236}">
                <a16:creationId xmlns:a16="http://schemas.microsoft.com/office/drawing/2014/main" id="{7D931E86-6953-7F40-B5E4-79B62FF43110}"/>
              </a:ext>
            </a:extLst>
          </p:cNvPr>
          <p:cNvGrpSpPr/>
          <p:nvPr/>
        </p:nvGrpSpPr>
        <p:grpSpPr>
          <a:xfrm>
            <a:off x="6890515" y="4385868"/>
            <a:ext cx="558720" cy="1215360"/>
            <a:chOff x="6890515" y="4385868"/>
            <a:chExt cx="558720" cy="1215360"/>
          </a:xfrm>
        </p:grpSpPr>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749FE8A7-F970-2E77-B9DA-C244B097325C}"/>
                    </a:ext>
                  </a:extLst>
                </p14:cNvPr>
                <p14:cNvContentPartPr/>
                <p14:nvPr/>
              </p14:nvContentPartPr>
              <p14:xfrm>
                <a:off x="6890515" y="4385868"/>
                <a:ext cx="289800" cy="1215360"/>
              </p14:xfrm>
            </p:contentPart>
          </mc:Choice>
          <mc:Fallback xmlns="">
            <p:pic>
              <p:nvPicPr>
                <p:cNvPr id="28" name="Ink 27">
                  <a:extLst>
                    <a:ext uri="{FF2B5EF4-FFF2-40B4-BE49-F238E27FC236}">
                      <a16:creationId xmlns:a16="http://schemas.microsoft.com/office/drawing/2014/main" id="{749FE8A7-F970-2E77-B9DA-C244B097325C}"/>
                    </a:ext>
                  </a:extLst>
                </p:cNvPr>
                <p:cNvPicPr/>
                <p:nvPr/>
              </p:nvPicPr>
              <p:blipFill>
                <a:blip r:embed="rId43"/>
                <a:stretch>
                  <a:fillRect/>
                </a:stretch>
              </p:blipFill>
              <p:spPr>
                <a:xfrm>
                  <a:off x="6884395" y="4379748"/>
                  <a:ext cx="302040" cy="1227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6655CC04-89A4-AB5B-1F1E-8DB4C91A65F2}"/>
                    </a:ext>
                  </a:extLst>
                </p14:cNvPr>
                <p14:cNvContentPartPr/>
                <p14:nvPr/>
              </p14:nvContentPartPr>
              <p14:xfrm>
                <a:off x="6893035" y="4816788"/>
                <a:ext cx="352440" cy="74160"/>
              </p14:xfrm>
            </p:contentPart>
          </mc:Choice>
          <mc:Fallback xmlns="">
            <p:pic>
              <p:nvPicPr>
                <p:cNvPr id="29" name="Ink 28">
                  <a:extLst>
                    <a:ext uri="{FF2B5EF4-FFF2-40B4-BE49-F238E27FC236}">
                      <a16:creationId xmlns:a16="http://schemas.microsoft.com/office/drawing/2014/main" id="{6655CC04-89A4-AB5B-1F1E-8DB4C91A65F2}"/>
                    </a:ext>
                  </a:extLst>
                </p:cNvPr>
                <p:cNvPicPr/>
                <p:nvPr/>
              </p:nvPicPr>
              <p:blipFill>
                <a:blip r:embed="rId45"/>
                <a:stretch>
                  <a:fillRect/>
                </a:stretch>
              </p:blipFill>
              <p:spPr>
                <a:xfrm>
                  <a:off x="6886915" y="4810668"/>
                  <a:ext cx="36468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21B519F0-5134-BE5A-EF6C-3D2BAE6BBCAE}"/>
                    </a:ext>
                  </a:extLst>
                </p14:cNvPr>
                <p14:cNvContentPartPr/>
                <p14:nvPr/>
              </p14:nvContentPartPr>
              <p14:xfrm>
                <a:off x="7409275" y="4845948"/>
                <a:ext cx="39960" cy="551520"/>
              </p14:xfrm>
            </p:contentPart>
          </mc:Choice>
          <mc:Fallback xmlns="">
            <p:pic>
              <p:nvPicPr>
                <p:cNvPr id="30" name="Ink 29">
                  <a:extLst>
                    <a:ext uri="{FF2B5EF4-FFF2-40B4-BE49-F238E27FC236}">
                      <a16:creationId xmlns:a16="http://schemas.microsoft.com/office/drawing/2014/main" id="{21B519F0-5134-BE5A-EF6C-3D2BAE6BBCAE}"/>
                    </a:ext>
                  </a:extLst>
                </p:cNvPr>
                <p:cNvPicPr/>
                <p:nvPr/>
              </p:nvPicPr>
              <p:blipFill>
                <a:blip r:embed="rId47"/>
                <a:stretch>
                  <a:fillRect/>
                </a:stretch>
              </p:blipFill>
              <p:spPr>
                <a:xfrm>
                  <a:off x="7403155" y="4839828"/>
                  <a:ext cx="52200" cy="563760"/>
                </a:xfrm>
                <a:prstGeom prst="rect">
                  <a:avLst/>
                </a:prstGeom>
              </p:spPr>
            </p:pic>
          </mc:Fallback>
        </mc:AlternateContent>
      </p:grpSp>
      <p:grpSp>
        <p:nvGrpSpPr>
          <p:cNvPr id="35" name="Group 34">
            <a:extLst>
              <a:ext uri="{FF2B5EF4-FFF2-40B4-BE49-F238E27FC236}">
                <a16:creationId xmlns:a16="http://schemas.microsoft.com/office/drawing/2014/main" id="{A8B48853-CB2D-FE49-F0E8-F901A6F39657}"/>
              </a:ext>
            </a:extLst>
          </p:cNvPr>
          <p:cNvGrpSpPr/>
          <p:nvPr/>
        </p:nvGrpSpPr>
        <p:grpSpPr>
          <a:xfrm>
            <a:off x="373075" y="1549428"/>
            <a:ext cx="648000" cy="1089360"/>
            <a:chOff x="373075" y="1549428"/>
            <a:chExt cx="648000" cy="1089360"/>
          </a:xfrm>
        </p:grpSpPr>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622B2BED-F9C2-5998-4D12-A953CF11947B}"/>
                    </a:ext>
                  </a:extLst>
                </p14:cNvPr>
                <p14:cNvContentPartPr/>
                <p14:nvPr/>
              </p14:nvContentPartPr>
              <p14:xfrm>
                <a:off x="533995" y="1549428"/>
                <a:ext cx="177480" cy="1089360"/>
              </p14:xfrm>
            </p:contentPart>
          </mc:Choice>
          <mc:Fallback xmlns="">
            <p:pic>
              <p:nvPicPr>
                <p:cNvPr id="32" name="Ink 31">
                  <a:extLst>
                    <a:ext uri="{FF2B5EF4-FFF2-40B4-BE49-F238E27FC236}">
                      <a16:creationId xmlns:a16="http://schemas.microsoft.com/office/drawing/2014/main" id="{622B2BED-F9C2-5998-4D12-A953CF11947B}"/>
                    </a:ext>
                  </a:extLst>
                </p:cNvPr>
                <p:cNvPicPr/>
                <p:nvPr/>
              </p:nvPicPr>
              <p:blipFill>
                <a:blip r:embed="rId49"/>
                <a:stretch>
                  <a:fillRect/>
                </a:stretch>
              </p:blipFill>
              <p:spPr>
                <a:xfrm>
                  <a:off x="527875" y="1543308"/>
                  <a:ext cx="189720" cy="1101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121251C1-C8D1-665F-65B2-67DD8BA3FDAB}"/>
                    </a:ext>
                  </a:extLst>
                </p14:cNvPr>
                <p14:cNvContentPartPr/>
                <p14:nvPr/>
              </p14:nvContentPartPr>
              <p14:xfrm>
                <a:off x="373075" y="2132988"/>
                <a:ext cx="192240" cy="37080"/>
              </p14:xfrm>
            </p:contentPart>
          </mc:Choice>
          <mc:Fallback xmlns="">
            <p:pic>
              <p:nvPicPr>
                <p:cNvPr id="33" name="Ink 32">
                  <a:extLst>
                    <a:ext uri="{FF2B5EF4-FFF2-40B4-BE49-F238E27FC236}">
                      <a16:creationId xmlns:a16="http://schemas.microsoft.com/office/drawing/2014/main" id="{121251C1-C8D1-665F-65B2-67DD8BA3FDAB}"/>
                    </a:ext>
                  </a:extLst>
                </p:cNvPr>
                <p:cNvPicPr/>
                <p:nvPr/>
              </p:nvPicPr>
              <p:blipFill>
                <a:blip r:embed="rId51"/>
                <a:stretch>
                  <a:fillRect/>
                </a:stretch>
              </p:blipFill>
              <p:spPr>
                <a:xfrm>
                  <a:off x="366955" y="2126868"/>
                  <a:ext cx="20448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42E97461-D4BD-358C-9F84-EA0DBB23BBBE}"/>
                    </a:ext>
                  </a:extLst>
                </p14:cNvPr>
                <p14:cNvContentPartPr/>
                <p14:nvPr/>
              </p14:nvContentPartPr>
              <p14:xfrm>
                <a:off x="802195" y="2072868"/>
                <a:ext cx="218880" cy="337320"/>
              </p14:xfrm>
            </p:contentPart>
          </mc:Choice>
          <mc:Fallback xmlns="">
            <p:pic>
              <p:nvPicPr>
                <p:cNvPr id="34" name="Ink 33">
                  <a:extLst>
                    <a:ext uri="{FF2B5EF4-FFF2-40B4-BE49-F238E27FC236}">
                      <a16:creationId xmlns:a16="http://schemas.microsoft.com/office/drawing/2014/main" id="{42E97461-D4BD-358C-9F84-EA0DBB23BBBE}"/>
                    </a:ext>
                  </a:extLst>
                </p:cNvPr>
                <p:cNvPicPr/>
                <p:nvPr/>
              </p:nvPicPr>
              <p:blipFill>
                <a:blip r:embed="rId53"/>
                <a:stretch>
                  <a:fillRect/>
                </a:stretch>
              </p:blipFill>
              <p:spPr>
                <a:xfrm>
                  <a:off x="796075" y="2066748"/>
                  <a:ext cx="231120" cy="349560"/>
                </a:xfrm>
                <a:prstGeom prst="rect">
                  <a:avLst/>
                </a:prstGeom>
              </p:spPr>
            </p:pic>
          </mc:Fallback>
        </mc:AlternateContent>
      </p:grpSp>
      <p:grpSp>
        <p:nvGrpSpPr>
          <p:cNvPr id="137" name="Group 136">
            <a:extLst>
              <a:ext uri="{FF2B5EF4-FFF2-40B4-BE49-F238E27FC236}">
                <a16:creationId xmlns:a16="http://schemas.microsoft.com/office/drawing/2014/main" id="{60851DD5-7F10-82C3-BC94-EF6F7C440767}"/>
              </a:ext>
            </a:extLst>
          </p:cNvPr>
          <p:cNvGrpSpPr/>
          <p:nvPr/>
        </p:nvGrpSpPr>
        <p:grpSpPr>
          <a:xfrm>
            <a:off x="3024835" y="1622868"/>
            <a:ext cx="3637080" cy="2905560"/>
            <a:chOff x="3024835" y="1622868"/>
            <a:chExt cx="3637080" cy="2905560"/>
          </a:xfrm>
        </p:grpSpPr>
        <mc:AlternateContent xmlns:mc="http://schemas.openxmlformats.org/markup-compatibility/2006" xmlns:p14="http://schemas.microsoft.com/office/powerpoint/2010/main">
          <mc:Choice Requires="p14">
            <p:contentPart p14:bwMode="auto" r:id="rId54">
              <p14:nvContentPartPr>
                <p14:cNvPr id="63" name="Ink 62">
                  <a:extLst>
                    <a:ext uri="{FF2B5EF4-FFF2-40B4-BE49-F238E27FC236}">
                      <a16:creationId xmlns:a16="http://schemas.microsoft.com/office/drawing/2014/main" id="{0F1DCDF7-F030-98FB-5C2F-0BE834B607EA}"/>
                    </a:ext>
                  </a:extLst>
                </p14:cNvPr>
                <p14:cNvContentPartPr/>
                <p14:nvPr/>
              </p14:nvContentPartPr>
              <p14:xfrm>
                <a:off x="4404355" y="3283548"/>
                <a:ext cx="403200" cy="24840"/>
              </p14:xfrm>
            </p:contentPart>
          </mc:Choice>
          <mc:Fallback xmlns="">
            <p:pic>
              <p:nvPicPr>
                <p:cNvPr id="63" name="Ink 62">
                  <a:extLst>
                    <a:ext uri="{FF2B5EF4-FFF2-40B4-BE49-F238E27FC236}">
                      <a16:creationId xmlns:a16="http://schemas.microsoft.com/office/drawing/2014/main" id="{0F1DCDF7-F030-98FB-5C2F-0BE834B607EA}"/>
                    </a:ext>
                  </a:extLst>
                </p:cNvPr>
                <p:cNvPicPr/>
                <p:nvPr/>
              </p:nvPicPr>
              <p:blipFill>
                <a:blip r:embed="rId55"/>
                <a:stretch>
                  <a:fillRect/>
                </a:stretch>
              </p:blipFill>
              <p:spPr>
                <a:xfrm>
                  <a:off x="4395355" y="3274548"/>
                  <a:ext cx="42084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4" name="Ink 63">
                  <a:extLst>
                    <a:ext uri="{FF2B5EF4-FFF2-40B4-BE49-F238E27FC236}">
                      <a16:creationId xmlns:a16="http://schemas.microsoft.com/office/drawing/2014/main" id="{2F739043-65FF-7A1B-0233-4C99DE2A97C6}"/>
                    </a:ext>
                  </a:extLst>
                </p14:cNvPr>
                <p14:cNvContentPartPr/>
                <p14:nvPr/>
              </p14:nvContentPartPr>
              <p14:xfrm>
                <a:off x="4670755" y="3091308"/>
                <a:ext cx="166680" cy="196920"/>
              </p14:xfrm>
            </p:contentPart>
          </mc:Choice>
          <mc:Fallback xmlns="">
            <p:pic>
              <p:nvPicPr>
                <p:cNvPr id="64" name="Ink 63">
                  <a:extLst>
                    <a:ext uri="{FF2B5EF4-FFF2-40B4-BE49-F238E27FC236}">
                      <a16:creationId xmlns:a16="http://schemas.microsoft.com/office/drawing/2014/main" id="{2F739043-65FF-7A1B-0233-4C99DE2A97C6}"/>
                    </a:ext>
                  </a:extLst>
                </p:cNvPr>
                <p:cNvPicPr/>
                <p:nvPr/>
              </p:nvPicPr>
              <p:blipFill>
                <a:blip r:embed="rId57"/>
                <a:stretch>
                  <a:fillRect/>
                </a:stretch>
              </p:blipFill>
              <p:spPr>
                <a:xfrm>
                  <a:off x="4661755" y="3082308"/>
                  <a:ext cx="18432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5" name="Ink 64">
                  <a:extLst>
                    <a:ext uri="{FF2B5EF4-FFF2-40B4-BE49-F238E27FC236}">
                      <a16:creationId xmlns:a16="http://schemas.microsoft.com/office/drawing/2014/main" id="{09355C8C-429B-3678-25C8-26F0E708526F}"/>
                    </a:ext>
                  </a:extLst>
                </p14:cNvPr>
                <p14:cNvContentPartPr/>
                <p14:nvPr/>
              </p14:nvContentPartPr>
              <p14:xfrm>
                <a:off x="4651315" y="3113988"/>
                <a:ext cx="184680" cy="115560"/>
              </p14:xfrm>
            </p:contentPart>
          </mc:Choice>
          <mc:Fallback xmlns="">
            <p:pic>
              <p:nvPicPr>
                <p:cNvPr id="65" name="Ink 64">
                  <a:extLst>
                    <a:ext uri="{FF2B5EF4-FFF2-40B4-BE49-F238E27FC236}">
                      <a16:creationId xmlns:a16="http://schemas.microsoft.com/office/drawing/2014/main" id="{09355C8C-429B-3678-25C8-26F0E708526F}"/>
                    </a:ext>
                  </a:extLst>
                </p:cNvPr>
                <p:cNvPicPr/>
                <p:nvPr/>
              </p:nvPicPr>
              <p:blipFill>
                <a:blip r:embed="rId59"/>
                <a:stretch>
                  <a:fillRect/>
                </a:stretch>
              </p:blipFill>
              <p:spPr>
                <a:xfrm>
                  <a:off x="4642675" y="3105348"/>
                  <a:ext cx="2023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6" name="Ink 65">
                  <a:extLst>
                    <a:ext uri="{FF2B5EF4-FFF2-40B4-BE49-F238E27FC236}">
                      <a16:creationId xmlns:a16="http://schemas.microsoft.com/office/drawing/2014/main" id="{8F692717-047C-1CEB-2519-E5D6F5DFA519}"/>
                    </a:ext>
                  </a:extLst>
                </p14:cNvPr>
                <p14:cNvContentPartPr/>
                <p14:nvPr/>
              </p14:nvContentPartPr>
              <p14:xfrm>
                <a:off x="5158915" y="2877468"/>
                <a:ext cx="294480" cy="78480"/>
              </p14:xfrm>
            </p:contentPart>
          </mc:Choice>
          <mc:Fallback xmlns="">
            <p:pic>
              <p:nvPicPr>
                <p:cNvPr id="66" name="Ink 65">
                  <a:extLst>
                    <a:ext uri="{FF2B5EF4-FFF2-40B4-BE49-F238E27FC236}">
                      <a16:creationId xmlns:a16="http://schemas.microsoft.com/office/drawing/2014/main" id="{8F692717-047C-1CEB-2519-E5D6F5DFA519}"/>
                    </a:ext>
                  </a:extLst>
                </p:cNvPr>
                <p:cNvPicPr/>
                <p:nvPr/>
              </p:nvPicPr>
              <p:blipFill>
                <a:blip r:embed="rId61"/>
                <a:stretch>
                  <a:fillRect/>
                </a:stretch>
              </p:blipFill>
              <p:spPr>
                <a:xfrm>
                  <a:off x="5150275" y="2868828"/>
                  <a:ext cx="31212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9" name="Ink 68">
                  <a:extLst>
                    <a:ext uri="{FF2B5EF4-FFF2-40B4-BE49-F238E27FC236}">
                      <a16:creationId xmlns:a16="http://schemas.microsoft.com/office/drawing/2014/main" id="{84447571-3195-DA30-9509-7535E6A61A4C}"/>
                    </a:ext>
                  </a:extLst>
                </p14:cNvPr>
                <p14:cNvContentPartPr/>
                <p14:nvPr/>
              </p14:nvContentPartPr>
              <p14:xfrm>
                <a:off x="5582275" y="2289228"/>
                <a:ext cx="334440" cy="89280"/>
              </p14:xfrm>
            </p:contentPart>
          </mc:Choice>
          <mc:Fallback xmlns="">
            <p:pic>
              <p:nvPicPr>
                <p:cNvPr id="69" name="Ink 68">
                  <a:extLst>
                    <a:ext uri="{FF2B5EF4-FFF2-40B4-BE49-F238E27FC236}">
                      <a16:creationId xmlns:a16="http://schemas.microsoft.com/office/drawing/2014/main" id="{84447571-3195-DA30-9509-7535E6A61A4C}"/>
                    </a:ext>
                  </a:extLst>
                </p:cNvPr>
                <p:cNvPicPr/>
                <p:nvPr/>
              </p:nvPicPr>
              <p:blipFill>
                <a:blip r:embed="rId63"/>
                <a:stretch>
                  <a:fillRect/>
                </a:stretch>
              </p:blipFill>
              <p:spPr>
                <a:xfrm>
                  <a:off x="5573635" y="2280588"/>
                  <a:ext cx="3520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0" name="Ink 69">
                  <a:extLst>
                    <a:ext uri="{FF2B5EF4-FFF2-40B4-BE49-F238E27FC236}">
                      <a16:creationId xmlns:a16="http://schemas.microsoft.com/office/drawing/2014/main" id="{5B76A336-B070-B890-D7A3-79ECFF01C811}"/>
                    </a:ext>
                  </a:extLst>
                </p14:cNvPr>
                <p14:cNvContentPartPr/>
                <p14:nvPr/>
              </p14:nvContentPartPr>
              <p14:xfrm>
                <a:off x="5516035" y="2090868"/>
                <a:ext cx="463320" cy="126000"/>
              </p14:xfrm>
            </p:contentPart>
          </mc:Choice>
          <mc:Fallback xmlns="">
            <p:pic>
              <p:nvPicPr>
                <p:cNvPr id="70" name="Ink 69">
                  <a:extLst>
                    <a:ext uri="{FF2B5EF4-FFF2-40B4-BE49-F238E27FC236}">
                      <a16:creationId xmlns:a16="http://schemas.microsoft.com/office/drawing/2014/main" id="{5B76A336-B070-B890-D7A3-79ECFF01C811}"/>
                    </a:ext>
                  </a:extLst>
                </p:cNvPr>
                <p:cNvPicPr/>
                <p:nvPr/>
              </p:nvPicPr>
              <p:blipFill>
                <a:blip r:embed="rId65"/>
                <a:stretch>
                  <a:fillRect/>
                </a:stretch>
              </p:blipFill>
              <p:spPr>
                <a:xfrm>
                  <a:off x="5507035" y="2081868"/>
                  <a:ext cx="48096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71" name="Ink 70">
                  <a:extLst>
                    <a:ext uri="{FF2B5EF4-FFF2-40B4-BE49-F238E27FC236}">
                      <a16:creationId xmlns:a16="http://schemas.microsoft.com/office/drawing/2014/main" id="{E32B37E1-26ED-3B23-3A86-836065FFDC5D}"/>
                    </a:ext>
                  </a:extLst>
                </p14:cNvPr>
                <p14:cNvContentPartPr/>
                <p14:nvPr/>
              </p14:nvContentPartPr>
              <p14:xfrm>
                <a:off x="5542315" y="2008788"/>
                <a:ext cx="331920" cy="233280"/>
              </p14:xfrm>
            </p:contentPart>
          </mc:Choice>
          <mc:Fallback xmlns="">
            <p:pic>
              <p:nvPicPr>
                <p:cNvPr id="71" name="Ink 70">
                  <a:extLst>
                    <a:ext uri="{FF2B5EF4-FFF2-40B4-BE49-F238E27FC236}">
                      <a16:creationId xmlns:a16="http://schemas.microsoft.com/office/drawing/2014/main" id="{E32B37E1-26ED-3B23-3A86-836065FFDC5D}"/>
                    </a:ext>
                  </a:extLst>
                </p:cNvPr>
                <p:cNvPicPr/>
                <p:nvPr/>
              </p:nvPicPr>
              <p:blipFill>
                <a:blip r:embed="rId67"/>
                <a:stretch>
                  <a:fillRect/>
                </a:stretch>
              </p:blipFill>
              <p:spPr>
                <a:xfrm>
                  <a:off x="5533675" y="1999788"/>
                  <a:ext cx="34956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2" name="Ink 71">
                  <a:extLst>
                    <a:ext uri="{FF2B5EF4-FFF2-40B4-BE49-F238E27FC236}">
                      <a16:creationId xmlns:a16="http://schemas.microsoft.com/office/drawing/2014/main" id="{F4A7ABC5-004F-0D13-7170-BD59467E58F3}"/>
                    </a:ext>
                  </a:extLst>
                </p14:cNvPr>
                <p14:cNvContentPartPr/>
                <p14:nvPr/>
              </p14:nvContentPartPr>
              <p14:xfrm>
                <a:off x="5492995" y="1716468"/>
                <a:ext cx="300600" cy="199080"/>
              </p14:xfrm>
            </p:contentPart>
          </mc:Choice>
          <mc:Fallback xmlns="">
            <p:pic>
              <p:nvPicPr>
                <p:cNvPr id="72" name="Ink 71">
                  <a:extLst>
                    <a:ext uri="{FF2B5EF4-FFF2-40B4-BE49-F238E27FC236}">
                      <a16:creationId xmlns:a16="http://schemas.microsoft.com/office/drawing/2014/main" id="{F4A7ABC5-004F-0D13-7170-BD59467E58F3}"/>
                    </a:ext>
                  </a:extLst>
                </p:cNvPr>
                <p:cNvPicPr/>
                <p:nvPr/>
              </p:nvPicPr>
              <p:blipFill>
                <a:blip r:embed="rId69"/>
                <a:stretch>
                  <a:fillRect/>
                </a:stretch>
              </p:blipFill>
              <p:spPr>
                <a:xfrm>
                  <a:off x="5484355" y="1707468"/>
                  <a:ext cx="31824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3" name="Ink 72">
                  <a:extLst>
                    <a:ext uri="{FF2B5EF4-FFF2-40B4-BE49-F238E27FC236}">
                      <a16:creationId xmlns:a16="http://schemas.microsoft.com/office/drawing/2014/main" id="{DB9BF533-3920-5E25-1C76-AE693D7C2309}"/>
                    </a:ext>
                  </a:extLst>
                </p14:cNvPr>
                <p14:cNvContentPartPr/>
                <p14:nvPr/>
              </p14:nvContentPartPr>
              <p14:xfrm>
                <a:off x="5567875" y="1623948"/>
                <a:ext cx="280080" cy="322560"/>
              </p14:xfrm>
            </p:contentPart>
          </mc:Choice>
          <mc:Fallback xmlns="">
            <p:pic>
              <p:nvPicPr>
                <p:cNvPr id="73" name="Ink 72">
                  <a:extLst>
                    <a:ext uri="{FF2B5EF4-FFF2-40B4-BE49-F238E27FC236}">
                      <a16:creationId xmlns:a16="http://schemas.microsoft.com/office/drawing/2014/main" id="{DB9BF533-3920-5E25-1C76-AE693D7C2309}"/>
                    </a:ext>
                  </a:extLst>
                </p:cNvPr>
                <p:cNvPicPr/>
                <p:nvPr/>
              </p:nvPicPr>
              <p:blipFill>
                <a:blip r:embed="rId71"/>
                <a:stretch>
                  <a:fillRect/>
                </a:stretch>
              </p:blipFill>
              <p:spPr>
                <a:xfrm>
                  <a:off x="5558875" y="1615308"/>
                  <a:ext cx="297720" cy="340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4" name="Ink 73">
                  <a:extLst>
                    <a:ext uri="{FF2B5EF4-FFF2-40B4-BE49-F238E27FC236}">
                      <a16:creationId xmlns:a16="http://schemas.microsoft.com/office/drawing/2014/main" id="{6DC8C9D4-3C81-0994-DFF2-4A09B61EE18A}"/>
                    </a:ext>
                  </a:extLst>
                </p14:cNvPr>
                <p14:cNvContentPartPr/>
                <p14:nvPr/>
              </p14:nvContentPartPr>
              <p14:xfrm>
                <a:off x="5714755" y="1622868"/>
                <a:ext cx="544320" cy="277200"/>
              </p14:xfrm>
            </p:contentPart>
          </mc:Choice>
          <mc:Fallback xmlns="">
            <p:pic>
              <p:nvPicPr>
                <p:cNvPr id="74" name="Ink 73">
                  <a:extLst>
                    <a:ext uri="{FF2B5EF4-FFF2-40B4-BE49-F238E27FC236}">
                      <a16:creationId xmlns:a16="http://schemas.microsoft.com/office/drawing/2014/main" id="{6DC8C9D4-3C81-0994-DFF2-4A09B61EE18A}"/>
                    </a:ext>
                  </a:extLst>
                </p:cNvPr>
                <p:cNvPicPr/>
                <p:nvPr/>
              </p:nvPicPr>
              <p:blipFill>
                <a:blip r:embed="rId73"/>
                <a:stretch>
                  <a:fillRect/>
                </a:stretch>
              </p:blipFill>
              <p:spPr>
                <a:xfrm>
                  <a:off x="5706115" y="1614228"/>
                  <a:ext cx="56196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5" name="Ink 74">
                  <a:extLst>
                    <a:ext uri="{FF2B5EF4-FFF2-40B4-BE49-F238E27FC236}">
                      <a16:creationId xmlns:a16="http://schemas.microsoft.com/office/drawing/2014/main" id="{91E548D4-8B73-284D-8EE9-9EC5871FA544}"/>
                    </a:ext>
                  </a:extLst>
                </p14:cNvPr>
                <p14:cNvContentPartPr/>
                <p14:nvPr/>
              </p14:nvContentPartPr>
              <p14:xfrm>
                <a:off x="5575075" y="3148908"/>
                <a:ext cx="553680" cy="61560"/>
              </p14:xfrm>
            </p:contentPart>
          </mc:Choice>
          <mc:Fallback xmlns="">
            <p:pic>
              <p:nvPicPr>
                <p:cNvPr id="75" name="Ink 74">
                  <a:extLst>
                    <a:ext uri="{FF2B5EF4-FFF2-40B4-BE49-F238E27FC236}">
                      <a16:creationId xmlns:a16="http://schemas.microsoft.com/office/drawing/2014/main" id="{91E548D4-8B73-284D-8EE9-9EC5871FA544}"/>
                    </a:ext>
                  </a:extLst>
                </p:cNvPr>
                <p:cNvPicPr/>
                <p:nvPr/>
              </p:nvPicPr>
              <p:blipFill>
                <a:blip r:embed="rId75"/>
                <a:stretch>
                  <a:fillRect/>
                </a:stretch>
              </p:blipFill>
              <p:spPr>
                <a:xfrm>
                  <a:off x="5566075" y="3139908"/>
                  <a:ext cx="5713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76" name="Ink 75">
                  <a:extLst>
                    <a:ext uri="{FF2B5EF4-FFF2-40B4-BE49-F238E27FC236}">
                      <a16:creationId xmlns:a16="http://schemas.microsoft.com/office/drawing/2014/main" id="{0C2F263A-A738-7127-1591-C7C8CF4F2E8E}"/>
                    </a:ext>
                  </a:extLst>
                </p14:cNvPr>
                <p14:cNvContentPartPr/>
                <p14:nvPr/>
              </p14:nvContentPartPr>
              <p14:xfrm>
                <a:off x="5637715" y="3013188"/>
                <a:ext cx="244080" cy="279360"/>
              </p14:xfrm>
            </p:contentPart>
          </mc:Choice>
          <mc:Fallback xmlns="">
            <p:pic>
              <p:nvPicPr>
                <p:cNvPr id="76" name="Ink 75">
                  <a:extLst>
                    <a:ext uri="{FF2B5EF4-FFF2-40B4-BE49-F238E27FC236}">
                      <a16:creationId xmlns:a16="http://schemas.microsoft.com/office/drawing/2014/main" id="{0C2F263A-A738-7127-1591-C7C8CF4F2E8E}"/>
                    </a:ext>
                  </a:extLst>
                </p:cNvPr>
                <p:cNvPicPr/>
                <p:nvPr/>
              </p:nvPicPr>
              <p:blipFill>
                <a:blip r:embed="rId77"/>
                <a:stretch>
                  <a:fillRect/>
                </a:stretch>
              </p:blipFill>
              <p:spPr>
                <a:xfrm>
                  <a:off x="5629075" y="3004188"/>
                  <a:ext cx="26172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7" name="Ink 76">
                  <a:extLst>
                    <a:ext uri="{FF2B5EF4-FFF2-40B4-BE49-F238E27FC236}">
                      <a16:creationId xmlns:a16="http://schemas.microsoft.com/office/drawing/2014/main" id="{2E266AB2-9605-627E-F8F1-DDA88242937D}"/>
                    </a:ext>
                  </a:extLst>
                </p14:cNvPr>
                <p14:cNvContentPartPr/>
                <p14:nvPr/>
              </p14:nvContentPartPr>
              <p14:xfrm>
                <a:off x="6038035" y="2679828"/>
                <a:ext cx="244080" cy="106560"/>
              </p14:xfrm>
            </p:contentPart>
          </mc:Choice>
          <mc:Fallback xmlns="">
            <p:pic>
              <p:nvPicPr>
                <p:cNvPr id="77" name="Ink 76">
                  <a:extLst>
                    <a:ext uri="{FF2B5EF4-FFF2-40B4-BE49-F238E27FC236}">
                      <a16:creationId xmlns:a16="http://schemas.microsoft.com/office/drawing/2014/main" id="{2E266AB2-9605-627E-F8F1-DDA88242937D}"/>
                    </a:ext>
                  </a:extLst>
                </p:cNvPr>
                <p:cNvPicPr/>
                <p:nvPr/>
              </p:nvPicPr>
              <p:blipFill>
                <a:blip r:embed="rId79"/>
                <a:stretch>
                  <a:fillRect/>
                </a:stretch>
              </p:blipFill>
              <p:spPr>
                <a:xfrm>
                  <a:off x="6029395" y="2671188"/>
                  <a:ext cx="2617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8" name="Ink 77">
                  <a:extLst>
                    <a:ext uri="{FF2B5EF4-FFF2-40B4-BE49-F238E27FC236}">
                      <a16:creationId xmlns:a16="http://schemas.microsoft.com/office/drawing/2014/main" id="{BEFBAC6B-B3BF-DCBB-E13D-7C9373DD2FFB}"/>
                    </a:ext>
                  </a:extLst>
                </p14:cNvPr>
                <p14:cNvContentPartPr/>
                <p14:nvPr/>
              </p14:nvContentPartPr>
              <p14:xfrm>
                <a:off x="6012835" y="2521428"/>
                <a:ext cx="306720" cy="242280"/>
              </p14:xfrm>
            </p:contentPart>
          </mc:Choice>
          <mc:Fallback xmlns="">
            <p:pic>
              <p:nvPicPr>
                <p:cNvPr id="78" name="Ink 77">
                  <a:extLst>
                    <a:ext uri="{FF2B5EF4-FFF2-40B4-BE49-F238E27FC236}">
                      <a16:creationId xmlns:a16="http://schemas.microsoft.com/office/drawing/2014/main" id="{BEFBAC6B-B3BF-DCBB-E13D-7C9373DD2FFB}"/>
                    </a:ext>
                  </a:extLst>
                </p:cNvPr>
                <p:cNvPicPr/>
                <p:nvPr/>
              </p:nvPicPr>
              <p:blipFill>
                <a:blip r:embed="rId81"/>
                <a:stretch>
                  <a:fillRect/>
                </a:stretch>
              </p:blipFill>
              <p:spPr>
                <a:xfrm>
                  <a:off x="6003835" y="2512788"/>
                  <a:ext cx="3243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9" name="Ink 78">
                  <a:extLst>
                    <a:ext uri="{FF2B5EF4-FFF2-40B4-BE49-F238E27FC236}">
                      <a16:creationId xmlns:a16="http://schemas.microsoft.com/office/drawing/2014/main" id="{EF193E29-D0BC-C34F-909B-E55FC7D0D321}"/>
                    </a:ext>
                  </a:extLst>
                </p14:cNvPr>
                <p14:cNvContentPartPr/>
                <p14:nvPr/>
              </p14:nvContentPartPr>
              <p14:xfrm>
                <a:off x="6216595" y="2337108"/>
                <a:ext cx="284760" cy="182880"/>
              </p14:xfrm>
            </p:contentPart>
          </mc:Choice>
          <mc:Fallback xmlns="">
            <p:pic>
              <p:nvPicPr>
                <p:cNvPr id="79" name="Ink 78">
                  <a:extLst>
                    <a:ext uri="{FF2B5EF4-FFF2-40B4-BE49-F238E27FC236}">
                      <a16:creationId xmlns:a16="http://schemas.microsoft.com/office/drawing/2014/main" id="{EF193E29-D0BC-C34F-909B-E55FC7D0D321}"/>
                    </a:ext>
                  </a:extLst>
                </p:cNvPr>
                <p:cNvPicPr/>
                <p:nvPr/>
              </p:nvPicPr>
              <p:blipFill>
                <a:blip r:embed="rId83"/>
                <a:stretch>
                  <a:fillRect/>
                </a:stretch>
              </p:blipFill>
              <p:spPr>
                <a:xfrm>
                  <a:off x="6207595" y="2328108"/>
                  <a:ext cx="30240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0" name="Ink 79">
                  <a:extLst>
                    <a:ext uri="{FF2B5EF4-FFF2-40B4-BE49-F238E27FC236}">
                      <a16:creationId xmlns:a16="http://schemas.microsoft.com/office/drawing/2014/main" id="{0FB54646-6ACF-6C16-2604-65FEC53F97C5}"/>
                    </a:ext>
                  </a:extLst>
                </p14:cNvPr>
                <p14:cNvContentPartPr/>
                <p14:nvPr/>
              </p14:nvContentPartPr>
              <p14:xfrm>
                <a:off x="6035155" y="1990788"/>
                <a:ext cx="372240" cy="192600"/>
              </p14:xfrm>
            </p:contentPart>
          </mc:Choice>
          <mc:Fallback xmlns="">
            <p:pic>
              <p:nvPicPr>
                <p:cNvPr id="80" name="Ink 79">
                  <a:extLst>
                    <a:ext uri="{FF2B5EF4-FFF2-40B4-BE49-F238E27FC236}">
                      <a16:creationId xmlns:a16="http://schemas.microsoft.com/office/drawing/2014/main" id="{0FB54646-6ACF-6C16-2604-65FEC53F97C5}"/>
                    </a:ext>
                  </a:extLst>
                </p:cNvPr>
                <p:cNvPicPr/>
                <p:nvPr/>
              </p:nvPicPr>
              <p:blipFill>
                <a:blip r:embed="rId85"/>
                <a:stretch>
                  <a:fillRect/>
                </a:stretch>
              </p:blipFill>
              <p:spPr>
                <a:xfrm>
                  <a:off x="6026515" y="1982148"/>
                  <a:ext cx="3898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81" name="Ink 80">
                  <a:extLst>
                    <a:ext uri="{FF2B5EF4-FFF2-40B4-BE49-F238E27FC236}">
                      <a16:creationId xmlns:a16="http://schemas.microsoft.com/office/drawing/2014/main" id="{C0C42726-EF15-0C31-0B4A-CFDDE75ADF06}"/>
                    </a:ext>
                  </a:extLst>
                </p14:cNvPr>
                <p14:cNvContentPartPr/>
                <p14:nvPr/>
              </p14:nvContentPartPr>
              <p14:xfrm>
                <a:off x="6358795" y="2100588"/>
                <a:ext cx="303120" cy="126360"/>
              </p14:xfrm>
            </p:contentPart>
          </mc:Choice>
          <mc:Fallback xmlns="">
            <p:pic>
              <p:nvPicPr>
                <p:cNvPr id="81" name="Ink 80">
                  <a:extLst>
                    <a:ext uri="{FF2B5EF4-FFF2-40B4-BE49-F238E27FC236}">
                      <a16:creationId xmlns:a16="http://schemas.microsoft.com/office/drawing/2014/main" id="{C0C42726-EF15-0C31-0B4A-CFDDE75ADF06}"/>
                    </a:ext>
                  </a:extLst>
                </p:cNvPr>
                <p:cNvPicPr/>
                <p:nvPr/>
              </p:nvPicPr>
              <p:blipFill>
                <a:blip r:embed="rId87"/>
                <a:stretch>
                  <a:fillRect/>
                </a:stretch>
              </p:blipFill>
              <p:spPr>
                <a:xfrm>
                  <a:off x="6350155" y="2091588"/>
                  <a:ext cx="3207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2" name="Ink 81">
                  <a:extLst>
                    <a:ext uri="{FF2B5EF4-FFF2-40B4-BE49-F238E27FC236}">
                      <a16:creationId xmlns:a16="http://schemas.microsoft.com/office/drawing/2014/main" id="{0CCC9D2B-9704-76C1-21E3-67908D1D8165}"/>
                    </a:ext>
                  </a:extLst>
                </p14:cNvPr>
                <p14:cNvContentPartPr/>
                <p14:nvPr/>
              </p14:nvContentPartPr>
              <p14:xfrm>
                <a:off x="6174475" y="2124348"/>
                <a:ext cx="24480" cy="220680"/>
              </p14:xfrm>
            </p:contentPart>
          </mc:Choice>
          <mc:Fallback xmlns="">
            <p:pic>
              <p:nvPicPr>
                <p:cNvPr id="82" name="Ink 81">
                  <a:extLst>
                    <a:ext uri="{FF2B5EF4-FFF2-40B4-BE49-F238E27FC236}">
                      <a16:creationId xmlns:a16="http://schemas.microsoft.com/office/drawing/2014/main" id="{0CCC9D2B-9704-76C1-21E3-67908D1D8165}"/>
                    </a:ext>
                  </a:extLst>
                </p:cNvPr>
                <p:cNvPicPr/>
                <p:nvPr/>
              </p:nvPicPr>
              <p:blipFill>
                <a:blip r:embed="rId89"/>
                <a:stretch>
                  <a:fillRect/>
                </a:stretch>
              </p:blipFill>
              <p:spPr>
                <a:xfrm>
                  <a:off x="6165475" y="2115708"/>
                  <a:ext cx="4212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8" name="Ink 57">
                  <a:extLst>
                    <a:ext uri="{FF2B5EF4-FFF2-40B4-BE49-F238E27FC236}">
                      <a16:creationId xmlns:a16="http://schemas.microsoft.com/office/drawing/2014/main" id="{09D02C37-719D-C6D0-DBB6-FDE9F44E978A}"/>
                    </a:ext>
                  </a:extLst>
                </p14:cNvPr>
                <p14:cNvContentPartPr/>
                <p14:nvPr/>
              </p14:nvContentPartPr>
              <p14:xfrm>
                <a:off x="3024835" y="4001748"/>
                <a:ext cx="342720" cy="65520"/>
              </p14:xfrm>
            </p:contentPart>
          </mc:Choice>
          <mc:Fallback xmlns="">
            <p:pic>
              <p:nvPicPr>
                <p:cNvPr id="58" name="Ink 57">
                  <a:extLst>
                    <a:ext uri="{FF2B5EF4-FFF2-40B4-BE49-F238E27FC236}">
                      <a16:creationId xmlns:a16="http://schemas.microsoft.com/office/drawing/2014/main" id="{09D02C37-719D-C6D0-DBB6-FDE9F44E978A}"/>
                    </a:ext>
                  </a:extLst>
                </p:cNvPr>
                <p:cNvPicPr/>
                <p:nvPr/>
              </p:nvPicPr>
              <p:blipFill>
                <a:blip r:embed="rId91"/>
                <a:stretch>
                  <a:fillRect/>
                </a:stretch>
              </p:blipFill>
              <p:spPr>
                <a:xfrm>
                  <a:off x="3015835" y="3993108"/>
                  <a:ext cx="36036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9" name="Ink 58">
                  <a:extLst>
                    <a:ext uri="{FF2B5EF4-FFF2-40B4-BE49-F238E27FC236}">
                      <a16:creationId xmlns:a16="http://schemas.microsoft.com/office/drawing/2014/main" id="{BE1FD6D6-2058-B48B-6AA4-F050CE65FA46}"/>
                    </a:ext>
                  </a:extLst>
                </p14:cNvPr>
                <p14:cNvContentPartPr/>
                <p14:nvPr/>
              </p14:nvContentPartPr>
              <p14:xfrm>
                <a:off x="3158755" y="3870348"/>
                <a:ext cx="164520" cy="227160"/>
              </p14:xfrm>
            </p:contentPart>
          </mc:Choice>
          <mc:Fallback xmlns="">
            <p:pic>
              <p:nvPicPr>
                <p:cNvPr id="59" name="Ink 58">
                  <a:extLst>
                    <a:ext uri="{FF2B5EF4-FFF2-40B4-BE49-F238E27FC236}">
                      <a16:creationId xmlns:a16="http://schemas.microsoft.com/office/drawing/2014/main" id="{BE1FD6D6-2058-B48B-6AA4-F050CE65FA46}"/>
                    </a:ext>
                  </a:extLst>
                </p:cNvPr>
                <p:cNvPicPr/>
                <p:nvPr/>
              </p:nvPicPr>
              <p:blipFill>
                <a:blip r:embed="rId93"/>
                <a:stretch>
                  <a:fillRect/>
                </a:stretch>
              </p:blipFill>
              <p:spPr>
                <a:xfrm>
                  <a:off x="3149755" y="3861708"/>
                  <a:ext cx="18216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0" name="Ink 59">
                  <a:extLst>
                    <a:ext uri="{FF2B5EF4-FFF2-40B4-BE49-F238E27FC236}">
                      <a16:creationId xmlns:a16="http://schemas.microsoft.com/office/drawing/2014/main" id="{768FF14E-69BD-69D1-C34F-5AFF69417687}"/>
                    </a:ext>
                  </a:extLst>
                </p14:cNvPr>
                <p14:cNvContentPartPr/>
                <p14:nvPr/>
              </p14:nvContentPartPr>
              <p14:xfrm>
                <a:off x="3671035" y="3834708"/>
                <a:ext cx="338040" cy="119880"/>
              </p14:xfrm>
            </p:contentPart>
          </mc:Choice>
          <mc:Fallback xmlns="">
            <p:pic>
              <p:nvPicPr>
                <p:cNvPr id="60" name="Ink 59">
                  <a:extLst>
                    <a:ext uri="{FF2B5EF4-FFF2-40B4-BE49-F238E27FC236}">
                      <a16:creationId xmlns:a16="http://schemas.microsoft.com/office/drawing/2014/main" id="{768FF14E-69BD-69D1-C34F-5AFF69417687}"/>
                    </a:ext>
                  </a:extLst>
                </p:cNvPr>
                <p:cNvPicPr/>
                <p:nvPr/>
              </p:nvPicPr>
              <p:blipFill>
                <a:blip r:embed="rId95"/>
                <a:stretch>
                  <a:fillRect/>
                </a:stretch>
              </p:blipFill>
              <p:spPr>
                <a:xfrm>
                  <a:off x="3662395" y="3825708"/>
                  <a:ext cx="3556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1" name="Ink 60">
                  <a:extLst>
                    <a:ext uri="{FF2B5EF4-FFF2-40B4-BE49-F238E27FC236}">
                      <a16:creationId xmlns:a16="http://schemas.microsoft.com/office/drawing/2014/main" id="{7322C9AC-9CE9-930C-8EFB-10303492E233}"/>
                    </a:ext>
                  </a:extLst>
                </p14:cNvPr>
                <p14:cNvContentPartPr/>
                <p14:nvPr/>
              </p14:nvContentPartPr>
              <p14:xfrm>
                <a:off x="3715675" y="3821388"/>
                <a:ext cx="335520" cy="138600"/>
              </p14:xfrm>
            </p:contentPart>
          </mc:Choice>
          <mc:Fallback xmlns="">
            <p:pic>
              <p:nvPicPr>
                <p:cNvPr id="61" name="Ink 60">
                  <a:extLst>
                    <a:ext uri="{FF2B5EF4-FFF2-40B4-BE49-F238E27FC236}">
                      <a16:creationId xmlns:a16="http://schemas.microsoft.com/office/drawing/2014/main" id="{7322C9AC-9CE9-930C-8EFB-10303492E233}"/>
                    </a:ext>
                  </a:extLst>
                </p:cNvPr>
                <p:cNvPicPr/>
                <p:nvPr/>
              </p:nvPicPr>
              <p:blipFill>
                <a:blip r:embed="rId97"/>
                <a:stretch>
                  <a:fillRect/>
                </a:stretch>
              </p:blipFill>
              <p:spPr>
                <a:xfrm>
                  <a:off x="3707035" y="3812388"/>
                  <a:ext cx="3531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2" name="Ink 61">
                  <a:extLst>
                    <a:ext uri="{FF2B5EF4-FFF2-40B4-BE49-F238E27FC236}">
                      <a16:creationId xmlns:a16="http://schemas.microsoft.com/office/drawing/2014/main" id="{A2C10A53-5F00-3A87-CFC2-A816B6C1B360}"/>
                    </a:ext>
                  </a:extLst>
                </p14:cNvPr>
                <p14:cNvContentPartPr/>
                <p14:nvPr/>
              </p14:nvContentPartPr>
              <p14:xfrm>
                <a:off x="4007635" y="3458148"/>
                <a:ext cx="416520" cy="192240"/>
              </p14:xfrm>
            </p:contentPart>
          </mc:Choice>
          <mc:Fallback xmlns="">
            <p:pic>
              <p:nvPicPr>
                <p:cNvPr id="62" name="Ink 61">
                  <a:extLst>
                    <a:ext uri="{FF2B5EF4-FFF2-40B4-BE49-F238E27FC236}">
                      <a16:creationId xmlns:a16="http://schemas.microsoft.com/office/drawing/2014/main" id="{A2C10A53-5F00-3A87-CFC2-A816B6C1B360}"/>
                    </a:ext>
                  </a:extLst>
                </p:cNvPr>
                <p:cNvPicPr/>
                <p:nvPr/>
              </p:nvPicPr>
              <p:blipFill>
                <a:blip r:embed="rId99"/>
                <a:stretch>
                  <a:fillRect/>
                </a:stretch>
              </p:blipFill>
              <p:spPr>
                <a:xfrm>
                  <a:off x="3998635" y="3449508"/>
                  <a:ext cx="4341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83" name="Ink 82">
                  <a:extLst>
                    <a:ext uri="{FF2B5EF4-FFF2-40B4-BE49-F238E27FC236}">
                      <a16:creationId xmlns:a16="http://schemas.microsoft.com/office/drawing/2014/main" id="{5815CB4B-4F09-7870-882E-73879EB82FC5}"/>
                    </a:ext>
                  </a:extLst>
                </p14:cNvPr>
                <p14:cNvContentPartPr/>
                <p14:nvPr/>
              </p14:nvContentPartPr>
              <p14:xfrm>
                <a:off x="4182235" y="3948108"/>
                <a:ext cx="312840" cy="155160"/>
              </p14:xfrm>
            </p:contentPart>
          </mc:Choice>
          <mc:Fallback xmlns="">
            <p:pic>
              <p:nvPicPr>
                <p:cNvPr id="83" name="Ink 82">
                  <a:extLst>
                    <a:ext uri="{FF2B5EF4-FFF2-40B4-BE49-F238E27FC236}">
                      <a16:creationId xmlns:a16="http://schemas.microsoft.com/office/drawing/2014/main" id="{5815CB4B-4F09-7870-882E-73879EB82FC5}"/>
                    </a:ext>
                  </a:extLst>
                </p:cNvPr>
                <p:cNvPicPr/>
                <p:nvPr/>
              </p:nvPicPr>
              <p:blipFill>
                <a:blip r:embed="rId101"/>
                <a:stretch>
                  <a:fillRect/>
                </a:stretch>
              </p:blipFill>
              <p:spPr>
                <a:xfrm>
                  <a:off x="4173595" y="3939108"/>
                  <a:ext cx="3304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4" name="Ink 83">
                  <a:extLst>
                    <a:ext uri="{FF2B5EF4-FFF2-40B4-BE49-F238E27FC236}">
                      <a16:creationId xmlns:a16="http://schemas.microsoft.com/office/drawing/2014/main" id="{0AABD9E5-3281-1167-C551-689BD3CF776D}"/>
                    </a:ext>
                  </a:extLst>
                </p14:cNvPr>
                <p14:cNvContentPartPr/>
                <p14:nvPr/>
              </p14:nvContentPartPr>
              <p14:xfrm>
                <a:off x="4185835" y="3853068"/>
                <a:ext cx="222120" cy="202320"/>
              </p14:xfrm>
            </p:contentPart>
          </mc:Choice>
          <mc:Fallback xmlns="">
            <p:pic>
              <p:nvPicPr>
                <p:cNvPr id="84" name="Ink 83">
                  <a:extLst>
                    <a:ext uri="{FF2B5EF4-FFF2-40B4-BE49-F238E27FC236}">
                      <a16:creationId xmlns:a16="http://schemas.microsoft.com/office/drawing/2014/main" id="{0AABD9E5-3281-1167-C551-689BD3CF776D}"/>
                    </a:ext>
                  </a:extLst>
                </p:cNvPr>
                <p:cNvPicPr/>
                <p:nvPr/>
              </p:nvPicPr>
              <p:blipFill>
                <a:blip r:embed="rId103"/>
                <a:stretch>
                  <a:fillRect/>
                </a:stretch>
              </p:blipFill>
              <p:spPr>
                <a:xfrm>
                  <a:off x="4177195" y="3844428"/>
                  <a:ext cx="23976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5" name="Ink 84">
                  <a:extLst>
                    <a:ext uri="{FF2B5EF4-FFF2-40B4-BE49-F238E27FC236}">
                      <a16:creationId xmlns:a16="http://schemas.microsoft.com/office/drawing/2014/main" id="{280DFDA6-0D46-7BDD-87D6-CAA721D2F992}"/>
                    </a:ext>
                  </a:extLst>
                </p14:cNvPr>
                <p14:cNvContentPartPr/>
                <p14:nvPr/>
              </p14:nvContentPartPr>
              <p14:xfrm>
                <a:off x="4663555" y="3644628"/>
                <a:ext cx="320040" cy="180360"/>
              </p14:xfrm>
            </p:contentPart>
          </mc:Choice>
          <mc:Fallback xmlns="">
            <p:pic>
              <p:nvPicPr>
                <p:cNvPr id="85" name="Ink 84">
                  <a:extLst>
                    <a:ext uri="{FF2B5EF4-FFF2-40B4-BE49-F238E27FC236}">
                      <a16:creationId xmlns:a16="http://schemas.microsoft.com/office/drawing/2014/main" id="{280DFDA6-0D46-7BDD-87D6-CAA721D2F992}"/>
                    </a:ext>
                  </a:extLst>
                </p:cNvPr>
                <p:cNvPicPr/>
                <p:nvPr/>
              </p:nvPicPr>
              <p:blipFill>
                <a:blip r:embed="rId105"/>
                <a:stretch>
                  <a:fillRect/>
                </a:stretch>
              </p:blipFill>
              <p:spPr>
                <a:xfrm>
                  <a:off x="4654555" y="3635988"/>
                  <a:ext cx="3376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6" name="Ink 85">
                  <a:extLst>
                    <a:ext uri="{FF2B5EF4-FFF2-40B4-BE49-F238E27FC236}">
                      <a16:creationId xmlns:a16="http://schemas.microsoft.com/office/drawing/2014/main" id="{F2D87FA9-C255-D6BD-AA98-D8ACD871FE1D}"/>
                    </a:ext>
                  </a:extLst>
                </p14:cNvPr>
                <p14:cNvContentPartPr/>
                <p14:nvPr/>
              </p14:nvContentPartPr>
              <p14:xfrm>
                <a:off x="4689835" y="3527628"/>
                <a:ext cx="210240" cy="362880"/>
              </p14:xfrm>
            </p:contentPart>
          </mc:Choice>
          <mc:Fallback xmlns="">
            <p:pic>
              <p:nvPicPr>
                <p:cNvPr id="86" name="Ink 85">
                  <a:extLst>
                    <a:ext uri="{FF2B5EF4-FFF2-40B4-BE49-F238E27FC236}">
                      <a16:creationId xmlns:a16="http://schemas.microsoft.com/office/drawing/2014/main" id="{F2D87FA9-C255-D6BD-AA98-D8ACD871FE1D}"/>
                    </a:ext>
                  </a:extLst>
                </p:cNvPr>
                <p:cNvPicPr/>
                <p:nvPr/>
              </p:nvPicPr>
              <p:blipFill>
                <a:blip r:embed="rId107"/>
                <a:stretch>
                  <a:fillRect/>
                </a:stretch>
              </p:blipFill>
              <p:spPr>
                <a:xfrm>
                  <a:off x="4681195" y="3518628"/>
                  <a:ext cx="227880" cy="3805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7" name="Ink 86">
                  <a:extLst>
                    <a:ext uri="{FF2B5EF4-FFF2-40B4-BE49-F238E27FC236}">
                      <a16:creationId xmlns:a16="http://schemas.microsoft.com/office/drawing/2014/main" id="{FD9522BA-72D9-2424-66DE-E0C5DDE49663}"/>
                    </a:ext>
                  </a:extLst>
                </p14:cNvPr>
                <p14:cNvContentPartPr/>
                <p14:nvPr/>
              </p14:nvContentPartPr>
              <p14:xfrm>
                <a:off x="4611715" y="3651108"/>
                <a:ext cx="136440" cy="256320"/>
              </p14:xfrm>
            </p:contentPart>
          </mc:Choice>
          <mc:Fallback xmlns="">
            <p:pic>
              <p:nvPicPr>
                <p:cNvPr id="87" name="Ink 86">
                  <a:extLst>
                    <a:ext uri="{FF2B5EF4-FFF2-40B4-BE49-F238E27FC236}">
                      <a16:creationId xmlns:a16="http://schemas.microsoft.com/office/drawing/2014/main" id="{FD9522BA-72D9-2424-66DE-E0C5DDE49663}"/>
                    </a:ext>
                  </a:extLst>
                </p:cNvPr>
                <p:cNvPicPr/>
                <p:nvPr/>
              </p:nvPicPr>
              <p:blipFill>
                <a:blip r:embed="rId109"/>
                <a:stretch>
                  <a:fillRect/>
                </a:stretch>
              </p:blipFill>
              <p:spPr>
                <a:xfrm>
                  <a:off x="4602715" y="3642468"/>
                  <a:ext cx="15408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0" name="Ink 89">
                  <a:extLst>
                    <a:ext uri="{FF2B5EF4-FFF2-40B4-BE49-F238E27FC236}">
                      <a16:creationId xmlns:a16="http://schemas.microsoft.com/office/drawing/2014/main" id="{0B171F67-44EA-6B53-3648-E59925BB0BCE}"/>
                    </a:ext>
                  </a:extLst>
                </p14:cNvPr>
                <p14:cNvContentPartPr/>
                <p14:nvPr/>
              </p14:nvContentPartPr>
              <p14:xfrm>
                <a:off x="5050555" y="3152148"/>
                <a:ext cx="241560" cy="368280"/>
              </p14:xfrm>
            </p:contentPart>
          </mc:Choice>
          <mc:Fallback xmlns="">
            <p:pic>
              <p:nvPicPr>
                <p:cNvPr id="90" name="Ink 89">
                  <a:extLst>
                    <a:ext uri="{FF2B5EF4-FFF2-40B4-BE49-F238E27FC236}">
                      <a16:creationId xmlns:a16="http://schemas.microsoft.com/office/drawing/2014/main" id="{0B171F67-44EA-6B53-3648-E59925BB0BCE}"/>
                    </a:ext>
                  </a:extLst>
                </p:cNvPr>
                <p:cNvPicPr/>
                <p:nvPr/>
              </p:nvPicPr>
              <p:blipFill>
                <a:blip r:embed="rId111"/>
                <a:stretch>
                  <a:fillRect/>
                </a:stretch>
              </p:blipFill>
              <p:spPr>
                <a:xfrm>
                  <a:off x="5041555" y="3143148"/>
                  <a:ext cx="25920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91" name="Ink 90">
                  <a:extLst>
                    <a:ext uri="{FF2B5EF4-FFF2-40B4-BE49-F238E27FC236}">
                      <a16:creationId xmlns:a16="http://schemas.microsoft.com/office/drawing/2014/main" id="{96C7A9B2-C89D-9390-08C3-6964D09F682C}"/>
                    </a:ext>
                  </a:extLst>
                </p14:cNvPr>
                <p14:cNvContentPartPr/>
                <p14:nvPr/>
              </p14:nvContentPartPr>
              <p14:xfrm>
                <a:off x="4909435" y="3088068"/>
                <a:ext cx="394560" cy="325800"/>
              </p14:xfrm>
            </p:contentPart>
          </mc:Choice>
          <mc:Fallback xmlns="">
            <p:pic>
              <p:nvPicPr>
                <p:cNvPr id="91" name="Ink 90">
                  <a:extLst>
                    <a:ext uri="{FF2B5EF4-FFF2-40B4-BE49-F238E27FC236}">
                      <a16:creationId xmlns:a16="http://schemas.microsoft.com/office/drawing/2014/main" id="{96C7A9B2-C89D-9390-08C3-6964D09F682C}"/>
                    </a:ext>
                  </a:extLst>
                </p:cNvPr>
                <p:cNvPicPr/>
                <p:nvPr/>
              </p:nvPicPr>
              <p:blipFill>
                <a:blip r:embed="rId113"/>
                <a:stretch>
                  <a:fillRect/>
                </a:stretch>
              </p:blipFill>
              <p:spPr>
                <a:xfrm>
                  <a:off x="4900795" y="3079068"/>
                  <a:ext cx="41220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2" name="Ink 91">
                  <a:extLst>
                    <a:ext uri="{FF2B5EF4-FFF2-40B4-BE49-F238E27FC236}">
                      <a16:creationId xmlns:a16="http://schemas.microsoft.com/office/drawing/2014/main" id="{797A069F-2685-C051-7D08-7E2115DAF4B5}"/>
                    </a:ext>
                  </a:extLst>
                </p14:cNvPr>
                <p14:cNvContentPartPr/>
                <p14:nvPr/>
              </p14:nvContentPartPr>
              <p14:xfrm>
                <a:off x="6041995" y="2508468"/>
                <a:ext cx="170280" cy="219600"/>
              </p14:xfrm>
            </p:contentPart>
          </mc:Choice>
          <mc:Fallback xmlns="">
            <p:pic>
              <p:nvPicPr>
                <p:cNvPr id="92" name="Ink 91">
                  <a:extLst>
                    <a:ext uri="{FF2B5EF4-FFF2-40B4-BE49-F238E27FC236}">
                      <a16:creationId xmlns:a16="http://schemas.microsoft.com/office/drawing/2014/main" id="{797A069F-2685-C051-7D08-7E2115DAF4B5}"/>
                    </a:ext>
                  </a:extLst>
                </p:cNvPr>
                <p:cNvPicPr/>
                <p:nvPr/>
              </p:nvPicPr>
              <p:blipFill>
                <a:blip r:embed="rId115"/>
                <a:stretch>
                  <a:fillRect/>
                </a:stretch>
              </p:blipFill>
              <p:spPr>
                <a:xfrm>
                  <a:off x="6032995" y="2499828"/>
                  <a:ext cx="18792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3" name="Ink 92">
                  <a:extLst>
                    <a:ext uri="{FF2B5EF4-FFF2-40B4-BE49-F238E27FC236}">
                      <a16:creationId xmlns:a16="http://schemas.microsoft.com/office/drawing/2014/main" id="{8F08F868-4A0D-3C19-0DA3-0B7BACA23C14}"/>
                    </a:ext>
                  </a:extLst>
                </p14:cNvPr>
                <p14:cNvContentPartPr/>
                <p14:nvPr/>
              </p14:nvContentPartPr>
              <p14:xfrm>
                <a:off x="5802955" y="2453028"/>
                <a:ext cx="325800" cy="180360"/>
              </p14:xfrm>
            </p:contentPart>
          </mc:Choice>
          <mc:Fallback xmlns="">
            <p:pic>
              <p:nvPicPr>
                <p:cNvPr id="93" name="Ink 92">
                  <a:extLst>
                    <a:ext uri="{FF2B5EF4-FFF2-40B4-BE49-F238E27FC236}">
                      <a16:creationId xmlns:a16="http://schemas.microsoft.com/office/drawing/2014/main" id="{8F08F868-4A0D-3C19-0DA3-0B7BACA23C14}"/>
                    </a:ext>
                  </a:extLst>
                </p:cNvPr>
                <p:cNvPicPr/>
                <p:nvPr/>
              </p:nvPicPr>
              <p:blipFill>
                <a:blip r:embed="rId117"/>
                <a:stretch>
                  <a:fillRect/>
                </a:stretch>
              </p:blipFill>
              <p:spPr>
                <a:xfrm>
                  <a:off x="5793955" y="2444388"/>
                  <a:ext cx="3434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94" name="Ink 93">
                  <a:extLst>
                    <a:ext uri="{FF2B5EF4-FFF2-40B4-BE49-F238E27FC236}">
                      <a16:creationId xmlns:a16="http://schemas.microsoft.com/office/drawing/2014/main" id="{7B97C317-AFA1-D80B-9D7E-EF65DFBCAEB2}"/>
                    </a:ext>
                  </a:extLst>
                </p14:cNvPr>
                <p14:cNvContentPartPr/>
                <p14:nvPr/>
              </p14:nvContentPartPr>
              <p14:xfrm>
                <a:off x="5720875" y="2716908"/>
                <a:ext cx="297000" cy="87120"/>
              </p14:xfrm>
            </p:contentPart>
          </mc:Choice>
          <mc:Fallback xmlns="">
            <p:pic>
              <p:nvPicPr>
                <p:cNvPr id="94" name="Ink 93">
                  <a:extLst>
                    <a:ext uri="{FF2B5EF4-FFF2-40B4-BE49-F238E27FC236}">
                      <a16:creationId xmlns:a16="http://schemas.microsoft.com/office/drawing/2014/main" id="{7B97C317-AFA1-D80B-9D7E-EF65DFBCAEB2}"/>
                    </a:ext>
                  </a:extLst>
                </p:cNvPr>
                <p:cNvPicPr/>
                <p:nvPr/>
              </p:nvPicPr>
              <p:blipFill>
                <a:blip r:embed="rId119"/>
                <a:stretch>
                  <a:fillRect/>
                </a:stretch>
              </p:blipFill>
              <p:spPr>
                <a:xfrm>
                  <a:off x="5712235" y="2708268"/>
                  <a:ext cx="3146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5" name="Ink 94">
                  <a:extLst>
                    <a:ext uri="{FF2B5EF4-FFF2-40B4-BE49-F238E27FC236}">
                      <a16:creationId xmlns:a16="http://schemas.microsoft.com/office/drawing/2014/main" id="{1D20D3F9-1A9D-689C-ADD4-15317880473A}"/>
                    </a:ext>
                  </a:extLst>
                </p14:cNvPr>
                <p14:cNvContentPartPr/>
                <p14:nvPr/>
              </p14:nvContentPartPr>
              <p14:xfrm>
                <a:off x="5666515" y="2590908"/>
                <a:ext cx="327240" cy="243720"/>
              </p14:xfrm>
            </p:contentPart>
          </mc:Choice>
          <mc:Fallback xmlns="">
            <p:pic>
              <p:nvPicPr>
                <p:cNvPr id="95" name="Ink 94">
                  <a:extLst>
                    <a:ext uri="{FF2B5EF4-FFF2-40B4-BE49-F238E27FC236}">
                      <a16:creationId xmlns:a16="http://schemas.microsoft.com/office/drawing/2014/main" id="{1D20D3F9-1A9D-689C-ADD4-15317880473A}"/>
                    </a:ext>
                  </a:extLst>
                </p:cNvPr>
                <p:cNvPicPr/>
                <p:nvPr/>
              </p:nvPicPr>
              <p:blipFill>
                <a:blip r:embed="rId121"/>
                <a:stretch>
                  <a:fillRect/>
                </a:stretch>
              </p:blipFill>
              <p:spPr>
                <a:xfrm>
                  <a:off x="5657875" y="2581908"/>
                  <a:ext cx="34488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8" name="Ink 97">
                  <a:extLst>
                    <a:ext uri="{FF2B5EF4-FFF2-40B4-BE49-F238E27FC236}">
                      <a16:creationId xmlns:a16="http://schemas.microsoft.com/office/drawing/2014/main" id="{335B1176-931A-E812-6612-D71951174F02}"/>
                    </a:ext>
                  </a:extLst>
                </p14:cNvPr>
                <p14:cNvContentPartPr/>
                <p14:nvPr/>
              </p14:nvContentPartPr>
              <p14:xfrm>
                <a:off x="5495515" y="2474988"/>
                <a:ext cx="245160" cy="260640"/>
              </p14:xfrm>
            </p:contentPart>
          </mc:Choice>
          <mc:Fallback xmlns="">
            <p:pic>
              <p:nvPicPr>
                <p:cNvPr id="98" name="Ink 97">
                  <a:extLst>
                    <a:ext uri="{FF2B5EF4-FFF2-40B4-BE49-F238E27FC236}">
                      <a16:creationId xmlns:a16="http://schemas.microsoft.com/office/drawing/2014/main" id="{335B1176-931A-E812-6612-D71951174F02}"/>
                    </a:ext>
                  </a:extLst>
                </p:cNvPr>
                <p:cNvPicPr/>
                <p:nvPr/>
              </p:nvPicPr>
              <p:blipFill>
                <a:blip r:embed="rId123"/>
                <a:stretch>
                  <a:fillRect/>
                </a:stretch>
              </p:blipFill>
              <p:spPr>
                <a:xfrm>
                  <a:off x="5486515" y="2465988"/>
                  <a:ext cx="26280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9" name="Ink 98">
                  <a:extLst>
                    <a:ext uri="{FF2B5EF4-FFF2-40B4-BE49-F238E27FC236}">
                      <a16:creationId xmlns:a16="http://schemas.microsoft.com/office/drawing/2014/main" id="{3607535A-A76F-A69F-B01F-57B891DEFA55}"/>
                    </a:ext>
                  </a:extLst>
                </p14:cNvPr>
                <p14:cNvContentPartPr/>
                <p14:nvPr/>
              </p14:nvContentPartPr>
              <p14:xfrm>
                <a:off x="5144515" y="2675508"/>
                <a:ext cx="354960" cy="83880"/>
              </p14:xfrm>
            </p:contentPart>
          </mc:Choice>
          <mc:Fallback xmlns="">
            <p:pic>
              <p:nvPicPr>
                <p:cNvPr id="99" name="Ink 98">
                  <a:extLst>
                    <a:ext uri="{FF2B5EF4-FFF2-40B4-BE49-F238E27FC236}">
                      <a16:creationId xmlns:a16="http://schemas.microsoft.com/office/drawing/2014/main" id="{3607535A-A76F-A69F-B01F-57B891DEFA55}"/>
                    </a:ext>
                  </a:extLst>
                </p:cNvPr>
                <p:cNvPicPr/>
                <p:nvPr/>
              </p:nvPicPr>
              <p:blipFill>
                <a:blip r:embed="rId125"/>
                <a:stretch>
                  <a:fillRect/>
                </a:stretch>
              </p:blipFill>
              <p:spPr>
                <a:xfrm>
                  <a:off x="5135875" y="2666868"/>
                  <a:ext cx="3726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03" name="Ink 102">
                  <a:extLst>
                    <a:ext uri="{FF2B5EF4-FFF2-40B4-BE49-F238E27FC236}">
                      <a16:creationId xmlns:a16="http://schemas.microsoft.com/office/drawing/2014/main" id="{8FE4690A-DD81-7895-35CD-2EE7C149379A}"/>
                    </a:ext>
                  </a:extLst>
                </p14:cNvPr>
                <p14:cNvContentPartPr/>
                <p14:nvPr/>
              </p14:nvContentPartPr>
              <p14:xfrm>
                <a:off x="4597315" y="3058908"/>
                <a:ext cx="483840" cy="210960"/>
              </p14:xfrm>
            </p:contentPart>
          </mc:Choice>
          <mc:Fallback xmlns="">
            <p:pic>
              <p:nvPicPr>
                <p:cNvPr id="103" name="Ink 102">
                  <a:extLst>
                    <a:ext uri="{FF2B5EF4-FFF2-40B4-BE49-F238E27FC236}">
                      <a16:creationId xmlns:a16="http://schemas.microsoft.com/office/drawing/2014/main" id="{8FE4690A-DD81-7895-35CD-2EE7C149379A}"/>
                    </a:ext>
                  </a:extLst>
                </p:cNvPr>
                <p:cNvPicPr/>
                <p:nvPr/>
              </p:nvPicPr>
              <p:blipFill>
                <a:blip r:embed="rId127"/>
                <a:stretch>
                  <a:fillRect/>
                </a:stretch>
              </p:blipFill>
              <p:spPr>
                <a:xfrm>
                  <a:off x="4588315" y="3049908"/>
                  <a:ext cx="5014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04" name="Ink 103">
                  <a:extLst>
                    <a:ext uri="{FF2B5EF4-FFF2-40B4-BE49-F238E27FC236}">
                      <a16:creationId xmlns:a16="http://schemas.microsoft.com/office/drawing/2014/main" id="{4D06440D-B9FA-A692-5B18-3AC49E174BA7}"/>
                    </a:ext>
                  </a:extLst>
                </p14:cNvPr>
                <p14:cNvContentPartPr/>
                <p14:nvPr/>
              </p14:nvContentPartPr>
              <p14:xfrm>
                <a:off x="4680475" y="3122628"/>
                <a:ext cx="349920" cy="145800"/>
              </p14:xfrm>
            </p:contentPart>
          </mc:Choice>
          <mc:Fallback xmlns="">
            <p:pic>
              <p:nvPicPr>
                <p:cNvPr id="104" name="Ink 103">
                  <a:extLst>
                    <a:ext uri="{FF2B5EF4-FFF2-40B4-BE49-F238E27FC236}">
                      <a16:creationId xmlns:a16="http://schemas.microsoft.com/office/drawing/2014/main" id="{4D06440D-B9FA-A692-5B18-3AC49E174BA7}"/>
                    </a:ext>
                  </a:extLst>
                </p:cNvPr>
                <p:cNvPicPr/>
                <p:nvPr/>
              </p:nvPicPr>
              <p:blipFill>
                <a:blip r:embed="rId129"/>
                <a:stretch>
                  <a:fillRect/>
                </a:stretch>
              </p:blipFill>
              <p:spPr>
                <a:xfrm>
                  <a:off x="4671475" y="3113988"/>
                  <a:ext cx="36756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05" name="Ink 104">
                  <a:extLst>
                    <a:ext uri="{FF2B5EF4-FFF2-40B4-BE49-F238E27FC236}">
                      <a16:creationId xmlns:a16="http://schemas.microsoft.com/office/drawing/2014/main" id="{4FDAB74E-C9E5-E412-B09B-1F5C3E1ED99B}"/>
                    </a:ext>
                  </a:extLst>
                </p14:cNvPr>
                <p14:cNvContentPartPr/>
                <p14:nvPr/>
              </p14:nvContentPartPr>
              <p14:xfrm>
                <a:off x="4512715" y="3255108"/>
                <a:ext cx="172800" cy="115560"/>
              </p14:xfrm>
            </p:contentPart>
          </mc:Choice>
          <mc:Fallback xmlns="">
            <p:pic>
              <p:nvPicPr>
                <p:cNvPr id="105" name="Ink 104">
                  <a:extLst>
                    <a:ext uri="{FF2B5EF4-FFF2-40B4-BE49-F238E27FC236}">
                      <a16:creationId xmlns:a16="http://schemas.microsoft.com/office/drawing/2014/main" id="{4FDAB74E-C9E5-E412-B09B-1F5C3E1ED99B}"/>
                    </a:ext>
                  </a:extLst>
                </p:cNvPr>
                <p:cNvPicPr/>
                <p:nvPr/>
              </p:nvPicPr>
              <p:blipFill>
                <a:blip r:embed="rId131"/>
                <a:stretch>
                  <a:fillRect/>
                </a:stretch>
              </p:blipFill>
              <p:spPr>
                <a:xfrm>
                  <a:off x="4504075" y="3246468"/>
                  <a:ext cx="1904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06" name="Ink 105">
                  <a:extLst>
                    <a:ext uri="{FF2B5EF4-FFF2-40B4-BE49-F238E27FC236}">
                      <a16:creationId xmlns:a16="http://schemas.microsoft.com/office/drawing/2014/main" id="{E416E79C-127F-3210-271C-8AEC3A6758E3}"/>
                    </a:ext>
                  </a:extLst>
                </p14:cNvPr>
                <p14:cNvContentPartPr/>
                <p14:nvPr/>
              </p14:nvContentPartPr>
              <p14:xfrm>
                <a:off x="4256035" y="3479748"/>
                <a:ext cx="579240" cy="84960"/>
              </p14:xfrm>
            </p:contentPart>
          </mc:Choice>
          <mc:Fallback xmlns="">
            <p:pic>
              <p:nvPicPr>
                <p:cNvPr id="106" name="Ink 105">
                  <a:extLst>
                    <a:ext uri="{FF2B5EF4-FFF2-40B4-BE49-F238E27FC236}">
                      <a16:creationId xmlns:a16="http://schemas.microsoft.com/office/drawing/2014/main" id="{E416E79C-127F-3210-271C-8AEC3A6758E3}"/>
                    </a:ext>
                  </a:extLst>
                </p:cNvPr>
                <p:cNvPicPr/>
                <p:nvPr/>
              </p:nvPicPr>
              <p:blipFill>
                <a:blip r:embed="rId133"/>
                <a:stretch>
                  <a:fillRect/>
                </a:stretch>
              </p:blipFill>
              <p:spPr>
                <a:xfrm>
                  <a:off x="4247035" y="3471108"/>
                  <a:ext cx="59688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07" name="Ink 106">
                  <a:extLst>
                    <a:ext uri="{FF2B5EF4-FFF2-40B4-BE49-F238E27FC236}">
                      <a16:creationId xmlns:a16="http://schemas.microsoft.com/office/drawing/2014/main" id="{94AA60D3-2CC9-2159-0B8F-A631391D5168}"/>
                    </a:ext>
                  </a:extLst>
                </p14:cNvPr>
                <p14:cNvContentPartPr/>
                <p14:nvPr/>
              </p14:nvContentPartPr>
              <p14:xfrm>
                <a:off x="4367995" y="3400548"/>
                <a:ext cx="359640" cy="217440"/>
              </p14:xfrm>
            </p:contentPart>
          </mc:Choice>
          <mc:Fallback xmlns="">
            <p:pic>
              <p:nvPicPr>
                <p:cNvPr id="107" name="Ink 106">
                  <a:extLst>
                    <a:ext uri="{FF2B5EF4-FFF2-40B4-BE49-F238E27FC236}">
                      <a16:creationId xmlns:a16="http://schemas.microsoft.com/office/drawing/2014/main" id="{94AA60D3-2CC9-2159-0B8F-A631391D5168}"/>
                    </a:ext>
                  </a:extLst>
                </p:cNvPr>
                <p:cNvPicPr/>
                <p:nvPr/>
              </p:nvPicPr>
              <p:blipFill>
                <a:blip r:embed="rId135"/>
                <a:stretch>
                  <a:fillRect/>
                </a:stretch>
              </p:blipFill>
              <p:spPr>
                <a:xfrm>
                  <a:off x="4359355" y="3391908"/>
                  <a:ext cx="37728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08" name="Ink 107">
                  <a:extLst>
                    <a:ext uri="{FF2B5EF4-FFF2-40B4-BE49-F238E27FC236}">
                      <a16:creationId xmlns:a16="http://schemas.microsoft.com/office/drawing/2014/main" id="{65B4FFEE-F2F6-E0CE-A769-2A50021E359A}"/>
                    </a:ext>
                  </a:extLst>
                </p14:cNvPr>
                <p14:cNvContentPartPr/>
                <p14:nvPr/>
              </p14:nvContentPartPr>
              <p14:xfrm>
                <a:off x="4259635" y="3637068"/>
                <a:ext cx="655200" cy="90360"/>
              </p14:xfrm>
            </p:contentPart>
          </mc:Choice>
          <mc:Fallback xmlns="">
            <p:pic>
              <p:nvPicPr>
                <p:cNvPr id="108" name="Ink 107">
                  <a:extLst>
                    <a:ext uri="{FF2B5EF4-FFF2-40B4-BE49-F238E27FC236}">
                      <a16:creationId xmlns:a16="http://schemas.microsoft.com/office/drawing/2014/main" id="{65B4FFEE-F2F6-E0CE-A769-2A50021E359A}"/>
                    </a:ext>
                  </a:extLst>
                </p:cNvPr>
                <p:cNvPicPr/>
                <p:nvPr/>
              </p:nvPicPr>
              <p:blipFill>
                <a:blip r:embed="rId137"/>
                <a:stretch>
                  <a:fillRect/>
                </a:stretch>
              </p:blipFill>
              <p:spPr>
                <a:xfrm>
                  <a:off x="4250635" y="3628428"/>
                  <a:ext cx="67284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9" name="Ink 108">
                  <a:extLst>
                    <a:ext uri="{FF2B5EF4-FFF2-40B4-BE49-F238E27FC236}">
                      <a16:creationId xmlns:a16="http://schemas.microsoft.com/office/drawing/2014/main" id="{8C315202-2FE1-C8F1-772C-6CA2136D2050}"/>
                    </a:ext>
                  </a:extLst>
                </p14:cNvPr>
                <p14:cNvContentPartPr/>
                <p14:nvPr/>
              </p14:nvContentPartPr>
              <p14:xfrm>
                <a:off x="4499395" y="3734628"/>
                <a:ext cx="588960" cy="221040"/>
              </p14:xfrm>
            </p:contentPart>
          </mc:Choice>
          <mc:Fallback xmlns="">
            <p:pic>
              <p:nvPicPr>
                <p:cNvPr id="109" name="Ink 108">
                  <a:extLst>
                    <a:ext uri="{FF2B5EF4-FFF2-40B4-BE49-F238E27FC236}">
                      <a16:creationId xmlns:a16="http://schemas.microsoft.com/office/drawing/2014/main" id="{8C315202-2FE1-C8F1-772C-6CA2136D2050}"/>
                    </a:ext>
                  </a:extLst>
                </p:cNvPr>
                <p:cNvPicPr/>
                <p:nvPr/>
              </p:nvPicPr>
              <p:blipFill>
                <a:blip r:embed="rId139"/>
                <a:stretch>
                  <a:fillRect/>
                </a:stretch>
              </p:blipFill>
              <p:spPr>
                <a:xfrm>
                  <a:off x="4490755" y="3725628"/>
                  <a:ext cx="60660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10" name="Ink 109">
                  <a:extLst>
                    <a:ext uri="{FF2B5EF4-FFF2-40B4-BE49-F238E27FC236}">
                      <a16:creationId xmlns:a16="http://schemas.microsoft.com/office/drawing/2014/main" id="{D8F2BF98-4734-9BA3-ED3C-56C420C6930A}"/>
                    </a:ext>
                  </a:extLst>
                </p14:cNvPr>
                <p14:cNvContentPartPr/>
                <p14:nvPr/>
              </p14:nvContentPartPr>
              <p14:xfrm>
                <a:off x="4685155" y="3842628"/>
                <a:ext cx="531000" cy="135360"/>
              </p14:xfrm>
            </p:contentPart>
          </mc:Choice>
          <mc:Fallback xmlns="">
            <p:pic>
              <p:nvPicPr>
                <p:cNvPr id="110" name="Ink 109">
                  <a:extLst>
                    <a:ext uri="{FF2B5EF4-FFF2-40B4-BE49-F238E27FC236}">
                      <a16:creationId xmlns:a16="http://schemas.microsoft.com/office/drawing/2014/main" id="{D8F2BF98-4734-9BA3-ED3C-56C420C6930A}"/>
                    </a:ext>
                  </a:extLst>
                </p:cNvPr>
                <p:cNvPicPr/>
                <p:nvPr/>
              </p:nvPicPr>
              <p:blipFill>
                <a:blip r:embed="rId141"/>
                <a:stretch>
                  <a:fillRect/>
                </a:stretch>
              </p:blipFill>
              <p:spPr>
                <a:xfrm>
                  <a:off x="4676515" y="3833988"/>
                  <a:ext cx="5486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11" name="Ink 110">
                  <a:extLst>
                    <a:ext uri="{FF2B5EF4-FFF2-40B4-BE49-F238E27FC236}">
                      <a16:creationId xmlns:a16="http://schemas.microsoft.com/office/drawing/2014/main" id="{1C05AAD1-3545-A08C-72EC-966C3041FC3E}"/>
                    </a:ext>
                  </a:extLst>
                </p14:cNvPr>
                <p14:cNvContentPartPr/>
                <p14:nvPr/>
              </p14:nvContentPartPr>
              <p14:xfrm>
                <a:off x="5204995" y="3695748"/>
                <a:ext cx="366840" cy="217440"/>
              </p14:xfrm>
            </p:contentPart>
          </mc:Choice>
          <mc:Fallback xmlns="">
            <p:pic>
              <p:nvPicPr>
                <p:cNvPr id="111" name="Ink 110">
                  <a:extLst>
                    <a:ext uri="{FF2B5EF4-FFF2-40B4-BE49-F238E27FC236}">
                      <a16:creationId xmlns:a16="http://schemas.microsoft.com/office/drawing/2014/main" id="{1C05AAD1-3545-A08C-72EC-966C3041FC3E}"/>
                    </a:ext>
                  </a:extLst>
                </p:cNvPr>
                <p:cNvPicPr/>
                <p:nvPr/>
              </p:nvPicPr>
              <p:blipFill>
                <a:blip r:embed="rId143"/>
                <a:stretch>
                  <a:fillRect/>
                </a:stretch>
              </p:blipFill>
              <p:spPr>
                <a:xfrm>
                  <a:off x="5195995" y="3687108"/>
                  <a:ext cx="38448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12" name="Ink 111">
                  <a:extLst>
                    <a:ext uri="{FF2B5EF4-FFF2-40B4-BE49-F238E27FC236}">
                      <a16:creationId xmlns:a16="http://schemas.microsoft.com/office/drawing/2014/main" id="{ABC360C5-5C72-C955-CF70-A159F5BA2092}"/>
                    </a:ext>
                  </a:extLst>
                </p14:cNvPr>
                <p14:cNvContentPartPr/>
                <p14:nvPr/>
              </p14:nvContentPartPr>
              <p14:xfrm>
                <a:off x="5227675" y="3665508"/>
                <a:ext cx="329400" cy="165240"/>
              </p14:xfrm>
            </p:contentPart>
          </mc:Choice>
          <mc:Fallback xmlns="">
            <p:pic>
              <p:nvPicPr>
                <p:cNvPr id="112" name="Ink 111">
                  <a:extLst>
                    <a:ext uri="{FF2B5EF4-FFF2-40B4-BE49-F238E27FC236}">
                      <a16:creationId xmlns:a16="http://schemas.microsoft.com/office/drawing/2014/main" id="{ABC360C5-5C72-C955-CF70-A159F5BA2092}"/>
                    </a:ext>
                  </a:extLst>
                </p:cNvPr>
                <p:cNvPicPr/>
                <p:nvPr/>
              </p:nvPicPr>
              <p:blipFill>
                <a:blip r:embed="rId145"/>
                <a:stretch>
                  <a:fillRect/>
                </a:stretch>
              </p:blipFill>
              <p:spPr>
                <a:xfrm>
                  <a:off x="5219035" y="3656508"/>
                  <a:ext cx="3470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13" name="Ink 112">
                  <a:extLst>
                    <a:ext uri="{FF2B5EF4-FFF2-40B4-BE49-F238E27FC236}">
                      <a16:creationId xmlns:a16="http://schemas.microsoft.com/office/drawing/2014/main" id="{0EA2765B-AA17-3F95-8926-45BB8E5FEC9E}"/>
                    </a:ext>
                  </a:extLst>
                </p14:cNvPr>
                <p14:cNvContentPartPr/>
                <p14:nvPr/>
              </p14:nvContentPartPr>
              <p14:xfrm>
                <a:off x="5175835" y="3808788"/>
                <a:ext cx="6480" cy="6840"/>
              </p14:xfrm>
            </p:contentPart>
          </mc:Choice>
          <mc:Fallback xmlns="">
            <p:pic>
              <p:nvPicPr>
                <p:cNvPr id="113" name="Ink 112">
                  <a:extLst>
                    <a:ext uri="{FF2B5EF4-FFF2-40B4-BE49-F238E27FC236}">
                      <a16:creationId xmlns:a16="http://schemas.microsoft.com/office/drawing/2014/main" id="{0EA2765B-AA17-3F95-8926-45BB8E5FEC9E}"/>
                    </a:ext>
                  </a:extLst>
                </p:cNvPr>
                <p:cNvPicPr/>
                <p:nvPr/>
              </p:nvPicPr>
              <p:blipFill>
                <a:blip r:embed="rId147"/>
                <a:stretch>
                  <a:fillRect/>
                </a:stretch>
              </p:blipFill>
              <p:spPr>
                <a:xfrm>
                  <a:off x="5167195" y="3799788"/>
                  <a:ext cx="241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14" name="Ink 113">
                  <a:extLst>
                    <a:ext uri="{FF2B5EF4-FFF2-40B4-BE49-F238E27FC236}">
                      <a16:creationId xmlns:a16="http://schemas.microsoft.com/office/drawing/2014/main" id="{9C333694-5C7A-9AE8-B4E6-574F3C251B97}"/>
                    </a:ext>
                  </a:extLst>
                </p14:cNvPr>
                <p14:cNvContentPartPr/>
                <p14:nvPr/>
              </p14:nvContentPartPr>
              <p14:xfrm>
                <a:off x="5584075" y="3279948"/>
                <a:ext cx="398880" cy="248040"/>
              </p14:xfrm>
            </p:contentPart>
          </mc:Choice>
          <mc:Fallback xmlns="">
            <p:pic>
              <p:nvPicPr>
                <p:cNvPr id="114" name="Ink 113">
                  <a:extLst>
                    <a:ext uri="{FF2B5EF4-FFF2-40B4-BE49-F238E27FC236}">
                      <a16:creationId xmlns:a16="http://schemas.microsoft.com/office/drawing/2014/main" id="{9C333694-5C7A-9AE8-B4E6-574F3C251B97}"/>
                    </a:ext>
                  </a:extLst>
                </p:cNvPr>
                <p:cNvPicPr/>
                <p:nvPr/>
              </p:nvPicPr>
              <p:blipFill>
                <a:blip r:embed="rId149"/>
                <a:stretch>
                  <a:fillRect/>
                </a:stretch>
              </p:blipFill>
              <p:spPr>
                <a:xfrm>
                  <a:off x="5575435" y="3270948"/>
                  <a:ext cx="41652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15" name="Ink 114">
                  <a:extLst>
                    <a:ext uri="{FF2B5EF4-FFF2-40B4-BE49-F238E27FC236}">
                      <a16:creationId xmlns:a16="http://schemas.microsoft.com/office/drawing/2014/main" id="{F586557D-78C8-7B45-E6D0-5C635D684FF4}"/>
                    </a:ext>
                  </a:extLst>
                </p14:cNvPr>
                <p14:cNvContentPartPr/>
                <p14:nvPr/>
              </p14:nvContentPartPr>
              <p14:xfrm>
                <a:off x="5568955" y="3326028"/>
                <a:ext cx="330840" cy="180360"/>
              </p14:xfrm>
            </p:contentPart>
          </mc:Choice>
          <mc:Fallback xmlns="">
            <p:pic>
              <p:nvPicPr>
                <p:cNvPr id="115" name="Ink 114">
                  <a:extLst>
                    <a:ext uri="{FF2B5EF4-FFF2-40B4-BE49-F238E27FC236}">
                      <a16:creationId xmlns:a16="http://schemas.microsoft.com/office/drawing/2014/main" id="{F586557D-78C8-7B45-E6D0-5C635D684FF4}"/>
                    </a:ext>
                  </a:extLst>
                </p:cNvPr>
                <p:cNvPicPr/>
                <p:nvPr/>
              </p:nvPicPr>
              <p:blipFill>
                <a:blip r:embed="rId151"/>
                <a:stretch>
                  <a:fillRect/>
                </a:stretch>
              </p:blipFill>
              <p:spPr>
                <a:xfrm>
                  <a:off x="5560315" y="3317028"/>
                  <a:ext cx="3484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16" name="Ink 115">
                  <a:extLst>
                    <a:ext uri="{FF2B5EF4-FFF2-40B4-BE49-F238E27FC236}">
                      <a16:creationId xmlns:a16="http://schemas.microsoft.com/office/drawing/2014/main" id="{BD2EAFD4-C0B1-B48A-0577-ED1C5A176F06}"/>
                    </a:ext>
                  </a:extLst>
                </p14:cNvPr>
                <p14:cNvContentPartPr/>
                <p14:nvPr/>
              </p14:nvContentPartPr>
              <p14:xfrm>
                <a:off x="5354395" y="3128028"/>
                <a:ext cx="304200" cy="222840"/>
              </p14:xfrm>
            </p:contentPart>
          </mc:Choice>
          <mc:Fallback xmlns="">
            <p:pic>
              <p:nvPicPr>
                <p:cNvPr id="116" name="Ink 115">
                  <a:extLst>
                    <a:ext uri="{FF2B5EF4-FFF2-40B4-BE49-F238E27FC236}">
                      <a16:creationId xmlns:a16="http://schemas.microsoft.com/office/drawing/2014/main" id="{BD2EAFD4-C0B1-B48A-0577-ED1C5A176F06}"/>
                    </a:ext>
                  </a:extLst>
                </p:cNvPr>
                <p:cNvPicPr/>
                <p:nvPr/>
              </p:nvPicPr>
              <p:blipFill>
                <a:blip r:embed="rId153"/>
                <a:stretch>
                  <a:fillRect/>
                </a:stretch>
              </p:blipFill>
              <p:spPr>
                <a:xfrm>
                  <a:off x="5345395" y="3119388"/>
                  <a:ext cx="32184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7" name="Ink 116">
                  <a:extLst>
                    <a:ext uri="{FF2B5EF4-FFF2-40B4-BE49-F238E27FC236}">
                      <a16:creationId xmlns:a16="http://schemas.microsoft.com/office/drawing/2014/main" id="{1714E9A8-F8E6-21BB-7781-11F24A7C7F79}"/>
                    </a:ext>
                  </a:extLst>
                </p14:cNvPr>
                <p14:cNvContentPartPr/>
                <p14:nvPr/>
              </p14:nvContentPartPr>
              <p14:xfrm>
                <a:off x="5435035" y="3076188"/>
                <a:ext cx="260640" cy="131760"/>
              </p14:xfrm>
            </p:contentPart>
          </mc:Choice>
          <mc:Fallback xmlns="">
            <p:pic>
              <p:nvPicPr>
                <p:cNvPr id="117" name="Ink 116">
                  <a:extLst>
                    <a:ext uri="{FF2B5EF4-FFF2-40B4-BE49-F238E27FC236}">
                      <a16:creationId xmlns:a16="http://schemas.microsoft.com/office/drawing/2014/main" id="{1714E9A8-F8E6-21BB-7781-11F24A7C7F79}"/>
                    </a:ext>
                  </a:extLst>
                </p:cNvPr>
                <p:cNvPicPr/>
                <p:nvPr/>
              </p:nvPicPr>
              <p:blipFill>
                <a:blip r:embed="rId155"/>
                <a:stretch>
                  <a:fillRect/>
                </a:stretch>
              </p:blipFill>
              <p:spPr>
                <a:xfrm>
                  <a:off x="5426395" y="3067188"/>
                  <a:ext cx="27828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18" name="Ink 117">
                  <a:extLst>
                    <a:ext uri="{FF2B5EF4-FFF2-40B4-BE49-F238E27FC236}">
                      <a16:creationId xmlns:a16="http://schemas.microsoft.com/office/drawing/2014/main" id="{042AAABB-677A-891C-5D52-894A6F1077E6}"/>
                    </a:ext>
                  </a:extLst>
                </p14:cNvPr>
                <p14:cNvContentPartPr/>
                <p14:nvPr/>
              </p14:nvContentPartPr>
              <p14:xfrm>
                <a:off x="5239915" y="3243228"/>
                <a:ext cx="173880" cy="186840"/>
              </p14:xfrm>
            </p:contentPart>
          </mc:Choice>
          <mc:Fallback xmlns="">
            <p:pic>
              <p:nvPicPr>
                <p:cNvPr id="118" name="Ink 117">
                  <a:extLst>
                    <a:ext uri="{FF2B5EF4-FFF2-40B4-BE49-F238E27FC236}">
                      <a16:creationId xmlns:a16="http://schemas.microsoft.com/office/drawing/2014/main" id="{042AAABB-677A-891C-5D52-894A6F1077E6}"/>
                    </a:ext>
                  </a:extLst>
                </p:cNvPr>
                <p:cNvPicPr/>
                <p:nvPr/>
              </p:nvPicPr>
              <p:blipFill>
                <a:blip r:embed="rId157"/>
                <a:stretch>
                  <a:fillRect/>
                </a:stretch>
              </p:blipFill>
              <p:spPr>
                <a:xfrm>
                  <a:off x="5230915" y="3234228"/>
                  <a:ext cx="19152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9" name="Ink 118">
                  <a:extLst>
                    <a:ext uri="{FF2B5EF4-FFF2-40B4-BE49-F238E27FC236}">
                      <a16:creationId xmlns:a16="http://schemas.microsoft.com/office/drawing/2014/main" id="{2F2C2447-4EBE-1234-CF00-27864603B8D3}"/>
                    </a:ext>
                  </a:extLst>
                </p14:cNvPr>
                <p14:cNvContentPartPr/>
                <p14:nvPr/>
              </p14:nvContentPartPr>
              <p14:xfrm>
                <a:off x="4447555" y="3924708"/>
                <a:ext cx="459720" cy="70920"/>
              </p14:xfrm>
            </p:contentPart>
          </mc:Choice>
          <mc:Fallback xmlns="">
            <p:pic>
              <p:nvPicPr>
                <p:cNvPr id="119" name="Ink 118">
                  <a:extLst>
                    <a:ext uri="{FF2B5EF4-FFF2-40B4-BE49-F238E27FC236}">
                      <a16:creationId xmlns:a16="http://schemas.microsoft.com/office/drawing/2014/main" id="{2F2C2447-4EBE-1234-CF00-27864603B8D3}"/>
                    </a:ext>
                  </a:extLst>
                </p:cNvPr>
                <p:cNvPicPr/>
                <p:nvPr/>
              </p:nvPicPr>
              <p:blipFill>
                <a:blip r:embed="rId159"/>
                <a:stretch>
                  <a:fillRect/>
                </a:stretch>
              </p:blipFill>
              <p:spPr>
                <a:xfrm>
                  <a:off x="4438915" y="3916068"/>
                  <a:ext cx="47736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20" name="Ink 119">
                  <a:extLst>
                    <a:ext uri="{FF2B5EF4-FFF2-40B4-BE49-F238E27FC236}">
                      <a16:creationId xmlns:a16="http://schemas.microsoft.com/office/drawing/2014/main" id="{621DBE34-914E-5428-9285-B976F8C9C652}"/>
                    </a:ext>
                  </a:extLst>
                </p14:cNvPr>
                <p14:cNvContentPartPr/>
                <p14:nvPr/>
              </p14:nvContentPartPr>
              <p14:xfrm>
                <a:off x="4527115" y="3914988"/>
                <a:ext cx="370440" cy="201240"/>
              </p14:xfrm>
            </p:contentPart>
          </mc:Choice>
          <mc:Fallback xmlns="">
            <p:pic>
              <p:nvPicPr>
                <p:cNvPr id="120" name="Ink 119">
                  <a:extLst>
                    <a:ext uri="{FF2B5EF4-FFF2-40B4-BE49-F238E27FC236}">
                      <a16:creationId xmlns:a16="http://schemas.microsoft.com/office/drawing/2014/main" id="{621DBE34-914E-5428-9285-B976F8C9C652}"/>
                    </a:ext>
                  </a:extLst>
                </p:cNvPr>
                <p:cNvPicPr/>
                <p:nvPr/>
              </p:nvPicPr>
              <p:blipFill>
                <a:blip r:embed="rId161"/>
                <a:stretch>
                  <a:fillRect/>
                </a:stretch>
              </p:blipFill>
              <p:spPr>
                <a:xfrm>
                  <a:off x="4518475" y="3905988"/>
                  <a:ext cx="38808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21" name="Ink 120">
                  <a:extLst>
                    <a:ext uri="{FF2B5EF4-FFF2-40B4-BE49-F238E27FC236}">
                      <a16:creationId xmlns:a16="http://schemas.microsoft.com/office/drawing/2014/main" id="{694C91BA-71A0-EC08-DD84-E6F59E7DDFFB}"/>
                    </a:ext>
                  </a:extLst>
                </p14:cNvPr>
                <p14:cNvContentPartPr/>
                <p14:nvPr/>
              </p14:nvContentPartPr>
              <p14:xfrm>
                <a:off x="4461955" y="4073388"/>
                <a:ext cx="481320" cy="203400"/>
              </p14:xfrm>
            </p:contentPart>
          </mc:Choice>
          <mc:Fallback xmlns="">
            <p:pic>
              <p:nvPicPr>
                <p:cNvPr id="121" name="Ink 120">
                  <a:extLst>
                    <a:ext uri="{FF2B5EF4-FFF2-40B4-BE49-F238E27FC236}">
                      <a16:creationId xmlns:a16="http://schemas.microsoft.com/office/drawing/2014/main" id="{694C91BA-71A0-EC08-DD84-E6F59E7DDFFB}"/>
                    </a:ext>
                  </a:extLst>
                </p:cNvPr>
                <p:cNvPicPr/>
                <p:nvPr/>
              </p:nvPicPr>
              <p:blipFill>
                <a:blip r:embed="rId163"/>
                <a:stretch>
                  <a:fillRect/>
                </a:stretch>
              </p:blipFill>
              <p:spPr>
                <a:xfrm>
                  <a:off x="4453315" y="4064748"/>
                  <a:ext cx="49896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22" name="Ink 121">
                  <a:extLst>
                    <a:ext uri="{FF2B5EF4-FFF2-40B4-BE49-F238E27FC236}">
                      <a16:creationId xmlns:a16="http://schemas.microsoft.com/office/drawing/2014/main" id="{07313530-6FAB-EEB0-6B53-131831FB8094}"/>
                    </a:ext>
                  </a:extLst>
                </p14:cNvPr>
                <p14:cNvContentPartPr/>
                <p14:nvPr/>
              </p14:nvContentPartPr>
              <p14:xfrm>
                <a:off x="4806835" y="4181748"/>
                <a:ext cx="505440" cy="180720"/>
              </p14:xfrm>
            </p:contentPart>
          </mc:Choice>
          <mc:Fallback xmlns="">
            <p:pic>
              <p:nvPicPr>
                <p:cNvPr id="122" name="Ink 121">
                  <a:extLst>
                    <a:ext uri="{FF2B5EF4-FFF2-40B4-BE49-F238E27FC236}">
                      <a16:creationId xmlns:a16="http://schemas.microsoft.com/office/drawing/2014/main" id="{07313530-6FAB-EEB0-6B53-131831FB8094}"/>
                    </a:ext>
                  </a:extLst>
                </p:cNvPr>
                <p:cNvPicPr/>
                <p:nvPr/>
              </p:nvPicPr>
              <p:blipFill>
                <a:blip r:embed="rId165"/>
                <a:stretch>
                  <a:fillRect/>
                </a:stretch>
              </p:blipFill>
              <p:spPr>
                <a:xfrm>
                  <a:off x="4798195" y="4173108"/>
                  <a:ext cx="52308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23" name="Ink 122">
                  <a:extLst>
                    <a:ext uri="{FF2B5EF4-FFF2-40B4-BE49-F238E27FC236}">
                      <a16:creationId xmlns:a16="http://schemas.microsoft.com/office/drawing/2014/main" id="{891E9A22-3064-616A-2033-61D5BFA85B0B}"/>
                    </a:ext>
                  </a:extLst>
                </p14:cNvPr>
                <p14:cNvContentPartPr/>
                <p14:nvPr/>
              </p14:nvContentPartPr>
              <p14:xfrm>
                <a:off x="3721795" y="4074468"/>
                <a:ext cx="417600" cy="154440"/>
              </p14:xfrm>
            </p:contentPart>
          </mc:Choice>
          <mc:Fallback xmlns="">
            <p:pic>
              <p:nvPicPr>
                <p:cNvPr id="123" name="Ink 122">
                  <a:extLst>
                    <a:ext uri="{FF2B5EF4-FFF2-40B4-BE49-F238E27FC236}">
                      <a16:creationId xmlns:a16="http://schemas.microsoft.com/office/drawing/2014/main" id="{891E9A22-3064-616A-2033-61D5BFA85B0B}"/>
                    </a:ext>
                  </a:extLst>
                </p:cNvPr>
                <p:cNvPicPr/>
                <p:nvPr/>
              </p:nvPicPr>
              <p:blipFill>
                <a:blip r:embed="rId167"/>
                <a:stretch>
                  <a:fillRect/>
                </a:stretch>
              </p:blipFill>
              <p:spPr>
                <a:xfrm>
                  <a:off x="3712795" y="4065828"/>
                  <a:ext cx="43524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24" name="Ink 123">
                  <a:extLst>
                    <a:ext uri="{FF2B5EF4-FFF2-40B4-BE49-F238E27FC236}">
                      <a16:creationId xmlns:a16="http://schemas.microsoft.com/office/drawing/2014/main" id="{B9BE22CC-7A81-5089-27AC-88FF791699CA}"/>
                    </a:ext>
                  </a:extLst>
                </p14:cNvPr>
                <p14:cNvContentPartPr/>
                <p14:nvPr/>
              </p14:nvContentPartPr>
              <p14:xfrm>
                <a:off x="3855715" y="4080948"/>
                <a:ext cx="193320" cy="146880"/>
              </p14:xfrm>
            </p:contentPart>
          </mc:Choice>
          <mc:Fallback xmlns="">
            <p:pic>
              <p:nvPicPr>
                <p:cNvPr id="124" name="Ink 123">
                  <a:extLst>
                    <a:ext uri="{FF2B5EF4-FFF2-40B4-BE49-F238E27FC236}">
                      <a16:creationId xmlns:a16="http://schemas.microsoft.com/office/drawing/2014/main" id="{B9BE22CC-7A81-5089-27AC-88FF791699CA}"/>
                    </a:ext>
                  </a:extLst>
                </p:cNvPr>
                <p:cNvPicPr/>
                <p:nvPr/>
              </p:nvPicPr>
              <p:blipFill>
                <a:blip r:embed="rId169"/>
                <a:stretch>
                  <a:fillRect/>
                </a:stretch>
              </p:blipFill>
              <p:spPr>
                <a:xfrm>
                  <a:off x="3846715" y="4072308"/>
                  <a:ext cx="2109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5" name="Ink 124">
                  <a:extLst>
                    <a:ext uri="{FF2B5EF4-FFF2-40B4-BE49-F238E27FC236}">
                      <a16:creationId xmlns:a16="http://schemas.microsoft.com/office/drawing/2014/main" id="{2520AB46-DD6D-44BE-C5D5-124C8D0087CE}"/>
                    </a:ext>
                  </a:extLst>
                </p14:cNvPr>
                <p14:cNvContentPartPr/>
                <p14:nvPr/>
              </p14:nvContentPartPr>
              <p14:xfrm>
                <a:off x="3437035" y="4108308"/>
                <a:ext cx="369360" cy="144720"/>
              </p14:xfrm>
            </p:contentPart>
          </mc:Choice>
          <mc:Fallback xmlns="">
            <p:pic>
              <p:nvPicPr>
                <p:cNvPr id="125" name="Ink 124">
                  <a:extLst>
                    <a:ext uri="{FF2B5EF4-FFF2-40B4-BE49-F238E27FC236}">
                      <a16:creationId xmlns:a16="http://schemas.microsoft.com/office/drawing/2014/main" id="{2520AB46-DD6D-44BE-C5D5-124C8D0087CE}"/>
                    </a:ext>
                  </a:extLst>
                </p:cNvPr>
                <p:cNvPicPr/>
                <p:nvPr/>
              </p:nvPicPr>
              <p:blipFill>
                <a:blip r:embed="rId171"/>
                <a:stretch>
                  <a:fillRect/>
                </a:stretch>
              </p:blipFill>
              <p:spPr>
                <a:xfrm>
                  <a:off x="3428395" y="4099308"/>
                  <a:ext cx="3870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26" name="Ink 125">
                  <a:extLst>
                    <a:ext uri="{FF2B5EF4-FFF2-40B4-BE49-F238E27FC236}">
                      <a16:creationId xmlns:a16="http://schemas.microsoft.com/office/drawing/2014/main" id="{EB20B853-0A26-067D-65B8-4952D9D72A06}"/>
                    </a:ext>
                  </a:extLst>
                </p14:cNvPr>
                <p14:cNvContentPartPr/>
                <p14:nvPr/>
              </p14:nvContentPartPr>
              <p14:xfrm>
                <a:off x="3422635" y="4034508"/>
                <a:ext cx="268200" cy="216360"/>
              </p14:xfrm>
            </p:contentPart>
          </mc:Choice>
          <mc:Fallback xmlns="">
            <p:pic>
              <p:nvPicPr>
                <p:cNvPr id="126" name="Ink 125">
                  <a:extLst>
                    <a:ext uri="{FF2B5EF4-FFF2-40B4-BE49-F238E27FC236}">
                      <a16:creationId xmlns:a16="http://schemas.microsoft.com/office/drawing/2014/main" id="{EB20B853-0A26-067D-65B8-4952D9D72A06}"/>
                    </a:ext>
                  </a:extLst>
                </p:cNvPr>
                <p:cNvPicPr/>
                <p:nvPr/>
              </p:nvPicPr>
              <p:blipFill>
                <a:blip r:embed="rId173"/>
                <a:stretch>
                  <a:fillRect/>
                </a:stretch>
              </p:blipFill>
              <p:spPr>
                <a:xfrm>
                  <a:off x="3413995" y="4025508"/>
                  <a:ext cx="2858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7" name="Ink 126">
                  <a:extLst>
                    <a:ext uri="{FF2B5EF4-FFF2-40B4-BE49-F238E27FC236}">
                      <a16:creationId xmlns:a16="http://schemas.microsoft.com/office/drawing/2014/main" id="{A292489D-29ED-5C38-0CF8-1DB42E252416}"/>
                    </a:ext>
                  </a:extLst>
                </p14:cNvPr>
                <p14:cNvContentPartPr/>
                <p14:nvPr/>
              </p14:nvContentPartPr>
              <p14:xfrm>
                <a:off x="3349195" y="3844428"/>
                <a:ext cx="405360" cy="138240"/>
              </p14:xfrm>
            </p:contentPart>
          </mc:Choice>
          <mc:Fallback xmlns="">
            <p:pic>
              <p:nvPicPr>
                <p:cNvPr id="127" name="Ink 126">
                  <a:extLst>
                    <a:ext uri="{FF2B5EF4-FFF2-40B4-BE49-F238E27FC236}">
                      <a16:creationId xmlns:a16="http://schemas.microsoft.com/office/drawing/2014/main" id="{A292489D-29ED-5C38-0CF8-1DB42E252416}"/>
                    </a:ext>
                  </a:extLst>
                </p:cNvPr>
                <p:cNvPicPr/>
                <p:nvPr/>
              </p:nvPicPr>
              <p:blipFill>
                <a:blip r:embed="rId175"/>
                <a:stretch>
                  <a:fillRect/>
                </a:stretch>
              </p:blipFill>
              <p:spPr>
                <a:xfrm>
                  <a:off x="3340195" y="3835788"/>
                  <a:ext cx="4230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8" name="Ink 127">
                  <a:extLst>
                    <a:ext uri="{FF2B5EF4-FFF2-40B4-BE49-F238E27FC236}">
                      <a16:creationId xmlns:a16="http://schemas.microsoft.com/office/drawing/2014/main" id="{EE8226E1-0288-ADCD-F739-FA9D01C726EB}"/>
                    </a:ext>
                  </a:extLst>
                </p14:cNvPr>
                <p14:cNvContentPartPr/>
                <p14:nvPr/>
              </p14:nvContentPartPr>
              <p14:xfrm>
                <a:off x="3393475" y="3750108"/>
                <a:ext cx="227520" cy="209880"/>
              </p14:xfrm>
            </p:contentPart>
          </mc:Choice>
          <mc:Fallback xmlns="">
            <p:pic>
              <p:nvPicPr>
                <p:cNvPr id="128" name="Ink 127">
                  <a:extLst>
                    <a:ext uri="{FF2B5EF4-FFF2-40B4-BE49-F238E27FC236}">
                      <a16:creationId xmlns:a16="http://schemas.microsoft.com/office/drawing/2014/main" id="{EE8226E1-0288-ADCD-F739-FA9D01C726EB}"/>
                    </a:ext>
                  </a:extLst>
                </p:cNvPr>
                <p:cNvPicPr/>
                <p:nvPr/>
              </p:nvPicPr>
              <p:blipFill>
                <a:blip r:embed="rId177"/>
                <a:stretch>
                  <a:fillRect/>
                </a:stretch>
              </p:blipFill>
              <p:spPr>
                <a:xfrm>
                  <a:off x="3384475" y="3741468"/>
                  <a:ext cx="2451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29" name="Ink 128">
                  <a:extLst>
                    <a:ext uri="{FF2B5EF4-FFF2-40B4-BE49-F238E27FC236}">
                      <a16:creationId xmlns:a16="http://schemas.microsoft.com/office/drawing/2014/main" id="{06126E4A-3A42-B090-9051-FE4786DD75C1}"/>
                    </a:ext>
                  </a:extLst>
                </p14:cNvPr>
                <p14:cNvContentPartPr/>
                <p14:nvPr/>
              </p14:nvContentPartPr>
              <p14:xfrm>
                <a:off x="4009795" y="4019748"/>
                <a:ext cx="305640" cy="232920"/>
              </p14:xfrm>
            </p:contentPart>
          </mc:Choice>
          <mc:Fallback xmlns="">
            <p:pic>
              <p:nvPicPr>
                <p:cNvPr id="129" name="Ink 128">
                  <a:extLst>
                    <a:ext uri="{FF2B5EF4-FFF2-40B4-BE49-F238E27FC236}">
                      <a16:creationId xmlns:a16="http://schemas.microsoft.com/office/drawing/2014/main" id="{06126E4A-3A42-B090-9051-FE4786DD75C1}"/>
                    </a:ext>
                  </a:extLst>
                </p:cNvPr>
                <p:cNvPicPr/>
                <p:nvPr/>
              </p:nvPicPr>
              <p:blipFill>
                <a:blip r:embed="rId179"/>
                <a:stretch>
                  <a:fillRect/>
                </a:stretch>
              </p:blipFill>
              <p:spPr>
                <a:xfrm>
                  <a:off x="4000795" y="4011108"/>
                  <a:ext cx="3232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30" name="Ink 129">
                  <a:extLst>
                    <a:ext uri="{FF2B5EF4-FFF2-40B4-BE49-F238E27FC236}">
                      <a16:creationId xmlns:a16="http://schemas.microsoft.com/office/drawing/2014/main" id="{199B9BDC-816D-1B22-DF63-AE3B66322774}"/>
                    </a:ext>
                  </a:extLst>
                </p14:cNvPr>
                <p14:cNvContentPartPr/>
                <p14:nvPr/>
              </p14:nvContentPartPr>
              <p14:xfrm>
                <a:off x="4033915" y="4081308"/>
                <a:ext cx="247680" cy="191160"/>
              </p14:xfrm>
            </p:contentPart>
          </mc:Choice>
          <mc:Fallback xmlns="">
            <p:pic>
              <p:nvPicPr>
                <p:cNvPr id="130" name="Ink 129">
                  <a:extLst>
                    <a:ext uri="{FF2B5EF4-FFF2-40B4-BE49-F238E27FC236}">
                      <a16:creationId xmlns:a16="http://schemas.microsoft.com/office/drawing/2014/main" id="{199B9BDC-816D-1B22-DF63-AE3B66322774}"/>
                    </a:ext>
                  </a:extLst>
                </p:cNvPr>
                <p:cNvPicPr/>
                <p:nvPr/>
              </p:nvPicPr>
              <p:blipFill>
                <a:blip r:embed="rId181"/>
                <a:stretch>
                  <a:fillRect/>
                </a:stretch>
              </p:blipFill>
              <p:spPr>
                <a:xfrm>
                  <a:off x="4025275" y="4072668"/>
                  <a:ext cx="26532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31" name="Ink 130">
                  <a:extLst>
                    <a:ext uri="{FF2B5EF4-FFF2-40B4-BE49-F238E27FC236}">
                      <a16:creationId xmlns:a16="http://schemas.microsoft.com/office/drawing/2014/main" id="{A6556759-C61F-BB65-A137-27182255D646}"/>
                    </a:ext>
                  </a:extLst>
                </p14:cNvPr>
                <p14:cNvContentPartPr/>
                <p14:nvPr/>
              </p14:nvContentPartPr>
              <p14:xfrm>
                <a:off x="4450075" y="4361028"/>
                <a:ext cx="247680" cy="82800"/>
              </p14:xfrm>
            </p:contentPart>
          </mc:Choice>
          <mc:Fallback xmlns="">
            <p:pic>
              <p:nvPicPr>
                <p:cNvPr id="131" name="Ink 130">
                  <a:extLst>
                    <a:ext uri="{FF2B5EF4-FFF2-40B4-BE49-F238E27FC236}">
                      <a16:creationId xmlns:a16="http://schemas.microsoft.com/office/drawing/2014/main" id="{A6556759-C61F-BB65-A137-27182255D646}"/>
                    </a:ext>
                  </a:extLst>
                </p:cNvPr>
                <p:cNvPicPr/>
                <p:nvPr/>
              </p:nvPicPr>
              <p:blipFill>
                <a:blip r:embed="rId183"/>
                <a:stretch>
                  <a:fillRect/>
                </a:stretch>
              </p:blipFill>
              <p:spPr>
                <a:xfrm>
                  <a:off x="4441075" y="4352028"/>
                  <a:ext cx="26532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32" name="Ink 131">
                  <a:extLst>
                    <a:ext uri="{FF2B5EF4-FFF2-40B4-BE49-F238E27FC236}">
                      <a16:creationId xmlns:a16="http://schemas.microsoft.com/office/drawing/2014/main" id="{2CED9C31-C14F-447B-60B4-ADF7EE0B1CF0}"/>
                    </a:ext>
                  </a:extLst>
                </p14:cNvPr>
                <p14:cNvContentPartPr/>
                <p14:nvPr/>
              </p14:nvContentPartPr>
              <p14:xfrm>
                <a:off x="4470595" y="4350228"/>
                <a:ext cx="277560" cy="178200"/>
              </p14:xfrm>
            </p:contentPart>
          </mc:Choice>
          <mc:Fallback xmlns="">
            <p:pic>
              <p:nvPicPr>
                <p:cNvPr id="132" name="Ink 131">
                  <a:extLst>
                    <a:ext uri="{FF2B5EF4-FFF2-40B4-BE49-F238E27FC236}">
                      <a16:creationId xmlns:a16="http://schemas.microsoft.com/office/drawing/2014/main" id="{2CED9C31-C14F-447B-60B4-ADF7EE0B1CF0}"/>
                    </a:ext>
                  </a:extLst>
                </p:cNvPr>
                <p:cNvPicPr/>
                <p:nvPr/>
              </p:nvPicPr>
              <p:blipFill>
                <a:blip r:embed="rId185"/>
                <a:stretch>
                  <a:fillRect/>
                </a:stretch>
              </p:blipFill>
              <p:spPr>
                <a:xfrm>
                  <a:off x="4461595" y="4341228"/>
                  <a:ext cx="29520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33" name="Ink 132">
                  <a:extLst>
                    <a:ext uri="{FF2B5EF4-FFF2-40B4-BE49-F238E27FC236}">
                      <a16:creationId xmlns:a16="http://schemas.microsoft.com/office/drawing/2014/main" id="{E5456E44-2188-E74F-87F4-664F6831FCB8}"/>
                    </a:ext>
                  </a:extLst>
                </p14:cNvPr>
                <p14:cNvContentPartPr/>
                <p14:nvPr/>
              </p14:nvContentPartPr>
              <p14:xfrm>
                <a:off x="4290235" y="3599988"/>
                <a:ext cx="321840" cy="185040"/>
              </p14:xfrm>
            </p:contentPart>
          </mc:Choice>
          <mc:Fallback xmlns="">
            <p:pic>
              <p:nvPicPr>
                <p:cNvPr id="133" name="Ink 132">
                  <a:extLst>
                    <a:ext uri="{FF2B5EF4-FFF2-40B4-BE49-F238E27FC236}">
                      <a16:creationId xmlns:a16="http://schemas.microsoft.com/office/drawing/2014/main" id="{E5456E44-2188-E74F-87F4-664F6831FCB8}"/>
                    </a:ext>
                  </a:extLst>
                </p:cNvPr>
                <p:cNvPicPr/>
                <p:nvPr/>
              </p:nvPicPr>
              <p:blipFill>
                <a:blip r:embed="rId187"/>
                <a:stretch>
                  <a:fillRect/>
                </a:stretch>
              </p:blipFill>
              <p:spPr>
                <a:xfrm>
                  <a:off x="4281235" y="3590988"/>
                  <a:ext cx="3394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34" name="Ink 133">
                  <a:extLst>
                    <a:ext uri="{FF2B5EF4-FFF2-40B4-BE49-F238E27FC236}">
                      <a16:creationId xmlns:a16="http://schemas.microsoft.com/office/drawing/2014/main" id="{91C9BE0D-D4BF-8F11-69A9-EAAF11B2800F}"/>
                    </a:ext>
                  </a:extLst>
                </p14:cNvPr>
                <p14:cNvContentPartPr/>
                <p14:nvPr/>
              </p14:nvContentPartPr>
              <p14:xfrm>
                <a:off x="4094395" y="3633828"/>
                <a:ext cx="397080" cy="209880"/>
              </p14:xfrm>
            </p:contentPart>
          </mc:Choice>
          <mc:Fallback xmlns="">
            <p:pic>
              <p:nvPicPr>
                <p:cNvPr id="134" name="Ink 133">
                  <a:extLst>
                    <a:ext uri="{FF2B5EF4-FFF2-40B4-BE49-F238E27FC236}">
                      <a16:creationId xmlns:a16="http://schemas.microsoft.com/office/drawing/2014/main" id="{91C9BE0D-D4BF-8F11-69A9-EAAF11B2800F}"/>
                    </a:ext>
                  </a:extLst>
                </p:cNvPr>
                <p:cNvPicPr/>
                <p:nvPr/>
              </p:nvPicPr>
              <p:blipFill>
                <a:blip r:embed="rId189"/>
                <a:stretch>
                  <a:fillRect/>
                </a:stretch>
              </p:blipFill>
              <p:spPr>
                <a:xfrm>
                  <a:off x="4085395" y="3624828"/>
                  <a:ext cx="4147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35" name="Ink 134">
                  <a:extLst>
                    <a:ext uri="{FF2B5EF4-FFF2-40B4-BE49-F238E27FC236}">
                      <a16:creationId xmlns:a16="http://schemas.microsoft.com/office/drawing/2014/main" id="{E26F7BBF-FC24-B103-BD4C-D1AB2205A913}"/>
                    </a:ext>
                  </a:extLst>
                </p14:cNvPr>
                <p14:cNvContentPartPr/>
                <p14:nvPr/>
              </p14:nvContentPartPr>
              <p14:xfrm>
                <a:off x="4002955" y="3778188"/>
                <a:ext cx="306360" cy="107640"/>
              </p14:xfrm>
            </p:contentPart>
          </mc:Choice>
          <mc:Fallback xmlns="">
            <p:pic>
              <p:nvPicPr>
                <p:cNvPr id="135" name="Ink 134">
                  <a:extLst>
                    <a:ext uri="{FF2B5EF4-FFF2-40B4-BE49-F238E27FC236}">
                      <a16:creationId xmlns:a16="http://schemas.microsoft.com/office/drawing/2014/main" id="{E26F7BBF-FC24-B103-BD4C-D1AB2205A913}"/>
                    </a:ext>
                  </a:extLst>
                </p:cNvPr>
                <p:cNvPicPr/>
                <p:nvPr/>
              </p:nvPicPr>
              <p:blipFill>
                <a:blip r:embed="rId191"/>
                <a:stretch>
                  <a:fillRect/>
                </a:stretch>
              </p:blipFill>
              <p:spPr>
                <a:xfrm>
                  <a:off x="3993955" y="3769548"/>
                  <a:ext cx="3240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36" name="Ink 135">
                  <a:extLst>
                    <a:ext uri="{FF2B5EF4-FFF2-40B4-BE49-F238E27FC236}">
                      <a16:creationId xmlns:a16="http://schemas.microsoft.com/office/drawing/2014/main" id="{ADE2CAA9-0075-C269-4079-0DA2D909945B}"/>
                    </a:ext>
                  </a:extLst>
                </p14:cNvPr>
                <p14:cNvContentPartPr/>
                <p14:nvPr/>
              </p14:nvContentPartPr>
              <p14:xfrm>
                <a:off x="4031755" y="3796548"/>
                <a:ext cx="169200" cy="133920"/>
              </p14:xfrm>
            </p:contentPart>
          </mc:Choice>
          <mc:Fallback xmlns="">
            <p:pic>
              <p:nvPicPr>
                <p:cNvPr id="136" name="Ink 135">
                  <a:extLst>
                    <a:ext uri="{FF2B5EF4-FFF2-40B4-BE49-F238E27FC236}">
                      <a16:creationId xmlns:a16="http://schemas.microsoft.com/office/drawing/2014/main" id="{ADE2CAA9-0075-C269-4079-0DA2D909945B}"/>
                    </a:ext>
                  </a:extLst>
                </p:cNvPr>
                <p:cNvPicPr/>
                <p:nvPr/>
              </p:nvPicPr>
              <p:blipFill>
                <a:blip r:embed="rId193"/>
                <a:stretch>
                  <a:fillRect/>
                </a:stretch>
              </p:blipFill>
              <p:spPr>
                <a:xfrm>
                  <a:off x="4022755" y="3787908"/>
                  <a:ext cx="186840" cy="151560"/>
                </a:xfrm>
                <a:prstGeom prst="rect">
                  <a:avLst/>
                </a:prstGeom>
              </p:spPr>
            </p:pic>
          </mc:Fallback>
        </mc:AlternateContent>
      </p:grpSp>
      <p:grpSp>
        <p:nvGrpSpPr>
          <p:cNvPr id="146" name="Group 145">
            <a:extLst>
              <a:ext uri="{FF2B5EF4-FFF2-40B4-BE49-F238E27FC236}">
                <a16:creationId xmlns:a16="http://schemas.microsoft.com/office/drawing/2014/main" id="{F7B3FB31-8EF6-63E7-D518-9EA71FF9BB48}"/>
              </a:ext>
            </a:extLst>
          </p:cNvPr>
          <p:cNvGrpSpPr/>
          <p:nvPr/>
        </p:nvGrpSpPr>
        <p:grpSpPr>
          <a:xfrm>
            <a:off x="8220715" y="951828"/>
            <a:ext cx="2327040" cy="1492200"/>
            <a:chOff x="8220715" y="951828"/>
            <a:chExt cx="2327040" cy="1492200"/>
          </a:xfrm>
        </p:grpSpPr>
        <mc:AlternateContent xmlns:mc="http://schemas.openxmlformats.org/markup-compatibility/2006" xmlns:p14="http://schemas.microsoft.com/office/powerpoint/2010/main">
          <mc:Choice Requires="p14">
            <p:contentPart p14:bwMode="auto" r:id="rId194">
              <p14:nvContentPartPr>
                <p14:cNvPr id="138" name="Ink 137">
                  <a:extLst>
                    <a:ext uri="{FF2B5EF4-FFF2-40B4-BE49-F238E27FC236}">
                      <a16:creationId xmlns:a16="http://schemas.microsoft.com/office/drawing/2014/main" id="{20DC9A33-3E50-84B7-BFFF-C4E5D4B32FFF}"/>
                    </a:ext>
                  </a:extLst>
                </p14:cNvPr>
                <p14:cNvContentPartPr/>
                <p14:nvPr/>
              </p14:nvContentPartPr>
              <p14:xfrm>
                <a:off x="8453275" y="1580748"/>
                <a:ext cx="177480" cy="545040"/>
              </p14:xfrm>
            </p:contentPart>
          </mc:Choice>
          <mc:Fallback xmlns="">
            <p:pic>
              <p:nvPicPr>
                <p:cNvPr id="138" name="Ink 137">
                  <a:extLst>
                    <a:ext uri="{FF2B5EF4-FFF2-40B4-BE49-F238E27FC236}">
                      <a16:creationId xmlns:a16="http://schemas.microsoft.com/office/drawing/2014/main" id="{20DC9A33-3E50-84B7-BFFF-C4E5D4B32FFF}"/>
                    </a:ext>
                  </a:extLst>
                </p:cNvPr>
                <p:cNvPicPr/>
                <p:nvPr/>
              </p:nvPicPr>
              <p:blipFill>
                <a:blip r:embed="rId195"/>
                <a:stretch>
                  <a:fillRect/>
                </a:stretch>
              </p:blipFill>
              <p:spPr>
                <a:xfrm>
                  <a:off x="8444635" y="1571748"/>
                  <a:ext cx="195120" cy="5626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9" name="Ink 138">
                  <a:extLst>
                    <a:ext uri="{FF2B5EF4-FFF2-40B4-BE49-F238E27FC236}">
                      <a16:creationId xmlns:a16="http://schemas.microsoft.com/office/drawing/2014/main" id="{B7A36729-5BC7-4B57-C81B-2B28ECA1729F}"/>
                    </a:ext>
                  </a:extLst>
                </p14:cNvPr>
                <p14:cNvContentPartPr/>
                <p14:nvPr/>
              </p14:nvContentPartPr>
              <p14:xfrm>
                <a:off x="8518435" y="1673988"/>
                <a:ext cx="387360" cy="367200"/>
              </p14:xfrm>
            </p:contentPart>
          </mc:Choice>
          <mc:Fallback xmlns="">
            <p:pic>
              <p:nvPicPr>
                <p:cNvPr id="139" name="Ink 138">
                  <a:extLst>
                    <a:ext uri="{FF2B5EF4-FFF2-40B4-BE49-F238E27FC236}">
                      <a16:creationId xmlns:a16="http://schemas.microsoft.com/office/drawing/2014/main" id="{B7A36729-5BC7-4B57-C81B-2B28ECA1729F}"/>
                    </a:ext>
                  </a:extLst>
                </p:cNvPr>
                <p:cNvPicPr/>
                <p:nvPr/>
              </p:nvPicPr>
              <p:blipFill>
                <a:blip r:embed="rId197"/>
                <a:stretch>
                  <a:fillRect/>
                </a:stretch>
              </p:blipFill>
              <p:spPr>
                <a:xfrm>
                  <a:off x="8509435" y="1665348"/>
                  <a:ext cx="40500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40" name="Ink 139">
                  <a:extLst>
                    <a:ext uri="{FF2B5EF4-FFF2-40B4-BE49-F238E27FC236}">
                      <a16:creationId xmlns:a16="http://schemas.microsoft.com/office/drawing/2014/main" id="{EF1BE5B0-E5B6-0777-1F76-F8A3EA46BFFC}"/>
                    </a:ext>
                  </a:extLst>
                </p14:cNvPr>
                <p14:cNvContentPartPr/>
                <p14:nvPr/>
              </p14:nvContentPartPr>
              <p14:xfrm>
                <a:off x="9253915" y="1657788"/>
                <a:ext cx="119880" cy="34920"/>
              </p14:xfrm>
            </p:contentPart>
          </mc:Choice>
          <mc:Fallback xmlns="">
            <p:pic>
              <p:nvPicPr>
                <p:cNvPr id="140" name="Ink 139">
                  <a:extLst>
                    <a:ext uri="{FF2B5EF4-FFF2-40B4-BE49-F238E27FC236}">
                      <a16:creationId xmlns:a16="http://schemas.microsoft.com/office/drawing/2014/main" id="{EF1BE5B0-E5B6-0777-1F76-F8A3EA46BFFC}"/>
                    </a:ext>
                  </a:extLst>
                </p:cNvPr>
                <p:cNvPicPr/>
                <p:nvPr/>
              </p:nvPicPr>
              <p:blipFill>
                <a:blip r:embed="rId199"/>
                <a:stretch>
                  <a:fillRect/>
                </a:stretch>
              </p:blipFill>
              <p:spPr>
                <a:xfrm>
                  <a:off x="9245275" y="1648788"/>
                  <a:ext cx="1375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41" name="Ink 140">
                  <a:extLst>
                    <a:ext uri="{FF2B5EF4-FFF2-40B4-BE49-F238E27FC236}">
                      <a16:creationId xmlns:a16="http://schemas.microsoft.com/office/drawing/2014/main" id="{BA2ACE3F-CD00-7346-FA5A-C3F1A3AA32A1}"/>
                    </a:ext>
                  </a:extLst>
                </p14:cNvPr>
                <p14:cNvContentPartPr/>
                <p14:nvPr/>
              </p14:nvContentPartPr>
              <p14:xfrm>
                <a:off x="9090115" y="2033268"/>
                <a:ext cx="182520" cy="27360"/>
              </p14:xfrm>
            </p:contentPart>
          </mc:Choice>
          <mc:Fallback xmlns="">
            <p:pic>
              <p:nvPicPr>
                <p:cNvPr id="141" name="Ink 140">
                  <a:extLst>
                    <a:ext uri="{FF2B5EF4-FFF2-40B4-BE49-F238E27FC236}">
                      <a16:creationId xmlns:a16="http://schemas.microsoft.com/office/drawing/2014/main" id="{BA2ACE3F-CD00-7346-FA5A-C3F1A3AA32A1}"/>
                    </a:ext>
                  </a:extLst>
                </p:cNvPr>
                <p:cNvPicPr/>
                <p:nvPr/>
              </p:nvPicPr>
              <p:blipFill>
                <a:blip r:embed="rId201"/>
                <a:stretch>
                  <a:fillRect/>
                </a:stretch>
              </p:blipFill>
              <p:spPr>
                <a:xfrm>
                  <a:off x="9081115" y="2024268"/>
                  <a:ext cx="20016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42" name="Ink 141">
                  <a:extLst>
                    <a:ext uri="{FF2B5EF4-FFF2-40B4-BE49-F238E27FC236}">
                      <a16:creationId xmlns:a16="http://schemas.microsoft.com/office/drawing/2014/main" id="{53686CFD-8E09-E589-D29C-D77C006EA782}"/>
                    </a:ext>
                  </a:extLst>
                </p14:cNvPr>
                <p14:cNvContentPartPr/>
                <p14:nvPr/>
              </p14:nvContentPartPr>
              <p14:xfrm>
                <a:off x="9663955" y="1606308"/>
                <a:ext cx="254880" cy="510840"/>
              </p14:xfrm>
            </p:contentPart>
          </mc:Choice>
          <mc:Fallback xmlns="">
            <p:pic>
              <p:nvPicPr>
                <p:cNvPr id="142" name="Ink 141">
                  <a:extLst>
                    <a:ext uri="{FF2B5EF4-FFF2-40B4-BE49-F238E27FC236}">
                      <a16:creationId xmlns:a16="http://schemas.microsoft.com/office/drawing/2014/main" id="{53686CFD-8E09-E589-D29C-D77C006EA782}"/>
                    </a:ext>
                  </a:extLst>
                </p:cNvPr>
                <p:cNvPicPr/>
                <p:nvPr/>
              </p:nvPicPr>
              <p:blipFill>
                <a:blip r:embed="rId203"/>
                <a:stretch>
                  <a:fillRect/>
                </a:stretch>
              </p:blipFill>
              <p:spPr>
                <a:xfrm>
                  <a:off x="9654955" y="1597308"/>
                  <a:ext cx="272520" cy="5284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43" name="Ink 142">
                  <a:extLst>
                    <a:ext uri="{FF2B5EF4-FFF2-40B4-BE49-F238E27FC236}">
                      <a16:creationId xmlns:a16="http://schemas.microsoft.com/office/drawing/2014/main" id="{F2567BB3-E954-E677-18B3-76CD5BA0D1B0}"/>
                    </a:ext>
                  </a:extLst>
                </p14:cNvPr>
                <p14:cNvContentPartPr/>
                <p14:nvPr/>
              </p14:nvContentPartPr>
              <p14:xfrm>
                <a:off x="9917035" y="1325508"/>
                <a:ext cx="166680" cy="45000"/>
              </p14:xfrm>
            </p:contentPart>
          </mc:Choice>
          <mc:Fallback xmlns="">
            <p:pic>
              <p:nvPicPr>
                <p:cNvPr id="143" name="Ink 142">
                  <a:extLst>
                    <a:ext uri="{FF2B5EF4-FFF2-40B4-BE49-F238E27FC236}">
                      <a16:creationId xmlns:a16="http://schemas.microsoft.com/office/drawing/2014/main" id="{F2567BB3-E954-E677-18B3-76CD5BA0D1B0}"/>
                    </a:ext>
                  </a:extLst>
                </p:cNvPr>
                <p:cNvPicPr/>
                <p:nvPr/>
              </p:nvPicPr>
              <p:blipFill>
                <a:blip r:embed="rId205"/>
                <a:stretch>
                  <a:fillRect/>
                </a:stretch>
              </p:blipFill>
              <p:spPr>
                <a:xfrm>
                  <a:off x="9908395" y="1316868"/>
                  <a:ext cx="18432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44" name="Ink 143">
                  <a:extLst>
                    <a:ext uri="{FF2B5EF4-FFF2-40B4-BE49-F238E27FC236}">
                      <a16:creationId xmlns:a16="http://schemas.microsoft.com/office/drawing/2014/main" id="{3A7622E7-93FB-F2AE-980A-526B868FF3E1}"/>
                    </a:ext>
                  </a:extLst>
                </p14:cNvPr>
                <p14:cNvContentPartPr/>
                <p14:nvPr/>
              </p14:nvContentPartPr>
              <p14:xfrm>
                <a:off x="9544435" y="1071708"/>
                <a:ext cx="374040" cy="179280"/>
              </p14:xfrm>
            </p:contentPart>
          </mc:Choice>
          <mc:Fallback xmlns="">
            <p:pic>
              <p:nvPicPr>
                <p:cNvPr id="144" name="Ink 143">
                  <a:extLst>
                    <a:ext uri="{FF2B5EF4-FFF2-40B4-BE49-F238E27FC236}">
                      <a16:creationId xmlns:a16="http://schemas.microsoft.com/office/drawing/2014/main" id="{3A7622E7-93FB-F2AE-980A-526B868FF3E1}"/>
                    </a:ext>
                  </a:extLst>
                </p:cNvPr>
                <p:cNvPicPr/>
                <p:nvPr/>
              </p:nvPicPr>
              <p:blipFill>
                <a:blip r:embed="rId207"/>
                <a:stretch>
                  <a:fillRect/>
                </a:stretch>
              </p:blipFill>
              <p:spPr>
                <a:xfrm>
                  <a:off x="9535795" y="1062708"/>
                  <a:ext cx="39168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45" name="Ink 144">
                  <a:extLst>
                    <a:ext uri="{FF2B5EF4-FFF2-40B4-BE49-F238E27FC236}">
                      <a16:creationId xmlns:a16="http://schemas.microsoft.com/office/drawing/2014/main" id="{0C160A6E-D5D2-766B-C94D-3035866E59BF}"/>
                    </a:ext>
                  </a:extLst>
                </p14:cNvPr>
                <p14:cNvContentPartPr/>
                <p14:nvPr/>
              </p14:nvContentPartPr>
              <p14:xfrm>
                <a:off x="8220715" y="951828"/>
                <a:ext cx="2327040" cy="1492200"/>
              </p14:xfrm>
            </p:contentPart>
          </mc:Choice>
          <mc:Fallback xmlns="">
            <p:pic>
              <p:nvPicPr>
                <p:cNvPr id="145" name="Ink 144">
                  <a:extLst>
                    <a:ext uri="{FF2B5EF4-FFF2-40B4-BE49-F238E27FC236}">
                      <a16:creationId xmlns:a16="http://schemas.microsoft.com/office/drawing/2014/main" id="{0C160A6E-D5D2-766B-C94D-3035866E59BF}"/>
                    </a:ext>
                  </a:extLst>
                </p:cNvPr>
                <p:cNvPicPr/>
                <p:nvPr/>
              </p:nvPicPr>
              <p:blipFill>
                <a:blip r:embed="rId209"/>
                <a:stretch>
                  <a:fillRect/>
                </a:stretch>
              </p:blipFill>
              <p:spPr>
                <a:xfrm>
                  <a:off x="8212075" y="942828"/>
                  <a:ext cx="2344680" cy="1509840"/>
                </a:xfrm>
                <a:prstGeom prst="rect">
                  <a:avLst/>
                </a:prstGeom>
              </p:spPr>
            </p:pic>
          </mc:Fallback>
        </mc:AlternateContent>
      </p:grpSp>
      <p:grpSp>
        <p:nvGrpSpPr>
          <p:cNvPr id="166" name="Group 165">
            <a:extLst>
              <a:ext uri="{FF2B5EF4-FFF2-40B4-BE49-F238E27FC236}">
                <a16:creationId xmlns:a16="http://schemas.microsoft.com/office/drawing/2014/main" id="{A04E2619-91B9-B244-8278-77860280012F}"/>
              </a:ext>
            </a:extLst>
          </p:cNvPr>
          <p:cNvGrpSpPr/>
          <p:nvPr/>
        </p:nvGrpSpPr>
        <p:grpSpPr>
          <a:xfrm>
            <a:off x="9389275" y="3003468"/>
            <a:ext cx="747720" cy="568800"/>
            <a:chOff x="9389275" y="3003468"/>
            <a:chExt cx="747720" cy="568800"/>
          </a:xfrm>
        </p:grpSpPr>
        <mc:AlternateContent xmlns:mc="http://schemas.openxmlformats.org/markup-compatibility/2006" xmlns:p14="http://schemas.microsoft.com/office/powerpoint/2010/main">
          <mc:Choice Requires="p14">
            <p:contentPart p14:bwMode="auto" r:id="rId210">
              <p14:nvContentPartPr>
                <p14:cNvPr id="162" name="Ink 161">
                  <a:extLst>
                    <a:ext uri="{FF2B5EF4-FFF2-40B4-BE49-F238E27FC236}">
                      <a16:creationId xmlns:a16="http://schemas.microsoft.com/office/drawing/2014/main" id="{55C50E0F-3A32-6C94-479D-C23E0C8B0A34}"/>
                    </a:ext>
                  </a:extLst>
                </p14:cNvPr>
                <p14:cNvContentPartPr/>
                <p14:nvPr/>
              </p14:nvContentPartPr>
              <p14:xfrm>
                <a:off x="9389275" y="3059988"/>
                <a:ext cx="246240" cy="480960"/>
              </p14:xfrm>
            </p:contentPart>
          </mc:Choice>
          <mc:Fallback xmlns="">
            <p:pic>
              <p:nvPicPr>
                <p:cNvPr id="162" name="Ink 161">
                  <a:extLst>
                    <a:ext uri="{FF2B5EF4-FFF2-40B4-BE49-F238E27FC236}">
                      <a16:creationId xmlns:a16="http://schemas.microsoft.com/office/drawing/2014/main" id="{55C50E0F-3A32-6C94-479D-C23E0C8B0A34}"/>
                    </a:ext>
                  </a:extLst>
                </p:cNvPr>
                <p:cNvPicPr/>
                <p:nvPr/>
              </p:nvPicPr>
              <p:blipFill>
                <a:blip r:embed="rId211"/>
                <a:stretch>
                  <a:fillRect/>
                </a:stretch>
              </p:blipFill>
              <p:spPr>
                <a:xfrm>
                  <a:off x="9383155" y="3053868"/>
                  <a:ext cx="258480" cy="4932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63" name="Ink 162">
                  <a:extLst>
                    <a:ext uri="{FF2B5EF4-FFF2-40B4-BE49-F238E27FC236}">
                      <a16:creationId xmlns:a16="http://schemas.microsoft.com/office/drawing/2014/main" id="{E17D4A86-A648-A790-4C82-9B6260BBB3D1}"/>
                    </a:ext>
                  </a:extLst>
                </p14:cNvPr>
                <p14:cNvContentPartPr/>
                <p14:nvPr/>
              </p14:nvContentPartPr>
              <p14:xfrm>
                <a:off x="9866635" y="3003468"/>
                <a:ext cx="72720" cy="184680"/>
              </p14:xfrm>
            </p:contentPart>
          </mc:Choice>
          <mc:Fallback xmlns="">
            <p:pic>
              <p:nvPicPr>
                <p:cNvPr id="163" name="Ink 162">
                  <a:extLst>
                    <a:ext uri="{FF2B5EF4-FFF2-40B4-BE49-F238E27FC236}">
                      <a16:creationId xmlns:a16="http://schemas.microsoft.com/office/drawing/2014/main" id="{E17D4A86-A648-A790-4C82-9B6260BBB3D1}"/>
                    </a:ext>
                  </a:extLst>
                </p:cNvPr>
                <p:cNvPicPr/>
                <p:nvPr/>
              </p:nvPicPr>
              <p:blipFill>
                <a:blip r:embed="rId213"/>
                <a:stretch>
                  <a:fillRect/>
                </a:stretch>
              </p:blipFill>
              <p:spPr>
                <a:xfrm>
                  <a:off x="9860515" y="2997348"/>
                  <a:ext cx="8496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64" name="Ink 163">
                  <a:extLst>
                    <a:ext uri="{FF2B5EF4-FFF2-40B4-BE49-F238E27FC236}">
                      <a16:creationId xmlns:a16="http://schemas.microsoft.com/office/drawing/2014/main" id="{A9B8A0C5-BBB0-51AD-95F0-C8FA67EC7B80}"/>
                    </a:ext>
                  </a:extLst>
                </p14:cNvPr>
                <p14:cNvContentPartPr/>
                <p14:nvPr/>
              </p14:nvContentPartPr>
              <p14:xfrm>
                <a:off x="9861595" y="3139908"/>
                <a:ext cx="275400" cy="432360"/>
              </p14:xfrm>
            </p:contentPart>
          </mc:Choice>
          <mc:Fallback xmlns="">
            <p:pic>
              <p:nvPicPr>
                <p:cNvPr id="164" name="Ink 163">
                  <a:extLst>
                    <a:ext uri="{FF2B5EF4-FFF2-40B4-BE49-F238E27FC236}">
                      <a16:creationId xmlns:a16="http://schemas.microsoft.com/office/drawing/2014/main" id="{A9B8A0C5-BBB0-51AD-95F0-C8FA67EC7B80}"/>
                    </a:ext>
                  </a:extLst>
                </p:cNvPr>
                <p:cNvPicPr/>
                <p:nvPr/>
              </p:nvPicPr>
              <p:blipFill>
                <a:blip r:embed="rId215"/>
                <a:stretch>
                  <a:fillRect/>
                </a:stretch>
              </p:blipFill>
              <p:spPr>
                <a:xfrm>
                  <a:off x="9855475" y="3133788"/>
                  <a:ext cx="287640" cy="444600"/>
                </a:xfrm>
                <a:prstGeom prst="rect">
                  <a:avLst/>
                </a:prstGeom>
              </p:spPr>
            </p:pic>
          </mc:Fallback>
        </mc:AlternateContent>
      </p:grpSp>
      <p:grpSp>
        <p:nvGrpSpPr>
          <p:cNvPr id="172" name="Group 171">
            <a:extLst>
              <a:ext uri="{FF2B5EF4-FFF2-40B4-BE49-F238E27FC236}">
                <a16:creationId xmlns:a16="http://schemas.microsoft.com/office/drawing/2014/main" id="{7A9BD6C6-D29B-A92B-547C-E7F17A2BD7FE}"/>
              </a:ext>
            </a:extLst>
          </p:cNvPr>
          <p:cNvGrpSpPr/>
          <p:nvPr/>
        </p:nvGrpSpPr>
        <p:grpSpPr>
          <a:xfrm>
            <a:off x="10697875" y="2701428"/>
            <a:ext cx="1241640" cy="971640"/>
            <a:chOff x="10697875" y="2701428"/>
            <a:chExt cx="1241640" cy="971640"/>
          </a:xfrm>
        </p:grpSpPr>
        <mc:AlternateContent xmlns:mc="http://schemas.openxmlformats.org/markup-compatibility/2006" xmlns:p14="http://schemas.microsoft.com/office/powerpoint/2010/main">
          <mc:Choice Requires="p14">
            <p:contentPart p14:bwMode="auto" r:id="rId216">
              <p14:nvContentPartPr>
                <p14:cNvPr id="170" name="Ink 169">
                  <a:extLst>
                    <a:ext uri="{FF2B5EF4-FFF2-40B4-BE49-F238E27FC236}">
                      <a16:creationId xmlns:a16="http://schemas.microsoft.com/office/drawing/2014/main" id="{060354BD-4DBA-8DD2-7159-6EFBF6F7BC11}"/>
                    </a:ext>
                  </a:extLst>
                </p14:cNvPr>
                <p14:cNvContentPartPr/>
                <p14:nvPr/>
              </p14:nvContentPartPr>
              <p14:xfrm>
                <a:off x="10697875" y="3195708"/>
                <a:ext cx="501480" cy="53280"/>
              </p14:xfrm>
            </p:contentPart>
          </mc:Choice>
          <mc:Fallback xmlns="">
            <p:pic>
              <p:nvPicPr>
                <p:cNvPr id="170" name="Ink 169">
                  <a:extLst>
                    <a:ext uri="{FF2B5EF4-FFF2-40B4-BE49-F238E27FC236}">
                      <a16:creationId xmlns:a16="http://schemas.microsoft.com/office/drawing/2014/main" id="{060354BD-4DBA-8DD2-7159-6EFBF6F7BC11}"/>
                    </a:ext>
                  </a:extLst>
                </p:cNvPr>
                <p:cNvPicPr/>
                <p:nvPr/>
              </p:nvPicPr>
              <p:blipFill>
                <a:blip r:embed="rId217"/>
                <a:stretch>
                  <a:fillRect/>
                </a:stretch>
              </p:blipFill>
              <p:spPr>
                <a:xfrm>
                  <a:off x="10691755" y="3189588"/>
                  <a:ext cx="51372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71" name="Ink 170">
                  <a:extLst>
                    <a:ext uri="{FF2B5EF4-FFF2-40B4-BE49-F238E27FC236}">
                      <a16:creationId xmlns:a16="http://schemas.microsoft.com/office/drawing/2014/main" id="{D2723107-E9A7-375A-F433-C0A9CD0FB76A}"/>
                    </a:ext>
                  </a:extLst>
                </p14:cNvPr>
                <p14:cNvContentPartPr/>
                <p14:nvPr/>
              </p14:nvContentPartPr>
              <p14:xfrm>
                <a:off x="11174515" y="2701428"/>
                <a:ext cx="765000" cy="971640"/>
              </p14:xfrm>
            </p:contentPart>
          </mc:Choice>
          <mc:Fallback xmlns="">
            <p:pic>
              <p:nvPicPr>
                <p:cNvPr id="171" name="Ink 170">
                  <a:extLst>
                    <a:ext uri="{FF2B5EF4-FFF2-40B4-BE49-F238E27FC236}">
                      <a16:creationId xmlns:a16="http://schemas.microsoft.com/office/drawing/2014/main" id="{D2723107-E9A7-375A-F433-C0A9CD0FB76A}"/>
                    </a:ext>
                  </a:extLst>
                </p:cNvPr>
                <p:cNvPicPr/>
                <p:nvPr/>
              </p:nvPicPr>
              <p:blipFill>
                <a:blip r:embed="rId219"/>
                <a:stretch>
                  <a:fillRect/>
                </a:stretch>
              </p:blipFill>
              <p:spPr>
                <a:xfrm>
                  <a:off x="11168395" y="2695308"/>
                  <a:ext cx="777240" cy="983880"/>
                </a:xfrm>
                <a:prstGeom prst="rect">
                  <a:avLst/>
                </a:prstGeom>
              </p:spPr>
            </p:pic>
          </mc:Fallback>
        </mc:AlternateContent>
      </p:grpSp>
      <p:grpSp>
        <p:nvGrpSpPr>
          <p:cNvPr id="176" name="Group 175">
            <a:extLst>
              <a:ext uri="{FF2B5EF4-FFF2-40B4-BE49-F238E27FC236}">
                <a16:creationId xmlns:a16="http://schemas.microsoft.com/office/drawing/2014/main" id="{25DED64A-5159-FA91-C069-132A877B11A4}"/>
              </a:ext>
            </a:extLst>
          </p:cNvPr>
          <p:cNvGrpSpPr/>
          <p:nvPr/>
        </p:nvGrpSpPr>
        <p:grpSpPr>
          <a:xfrm>
            <a:off x="8751715" y="4202628"/>
            <a:ext cx="2835720" cy="1509120"/>
            <a:chOff x="8751715" y="4202628"/>
            <a:chExt cx="2835720" cy="1509120"/>
          </a:xfrm>
        </p:grpSpPr>
        <mc:AlternateContent xmlns:mc="http://schemas.openxmlformats.org/markup-compatibility/2006" xmlns:p14="http://schemas.microsoft.com/office/powerpoint/2010/main">
          <mc:Choice Requires="p14">
            <p:contentPart p14:bwMode="auto" r:id="rId220">
              <p14:nvContentPartPr>
                <p14:cNvPr id="165" name="Ink 164">
                  <a:extLst>
                    <a:ext uri="{FF2B5EF4-FFF2-40B4-BE49-F238E27FC236}">
                      <a16:creationId xmlns:a16="http://schemas.microsoft.com/office/drawing/2014/main" id="{C3C52BDC-C9E8-F0FF-5750-6195F757A082}"/>
                    </a:ext>
                  </a:extLst>
                </p14:cNvPr>
                <p14:cNvContentPartPr/>
                <p14:nvPr/>
              </p14:nvContentPartPr>
              <p14:xfrm>
                <a:off x="9371995" y="4572348"/>
                <a:ext cx="173880" cy="576000"/>
              </p14:xfrm>
            </p:contentPart>
          </mc:Choice>
          <mc:Fallback xmlns="">
            <p:pic>
              <p:nvPicPr>
                <p:cNvPr id="165" name="Ink 164">
                  <a:extLst>
                    <a:ext uri="{FF2B5EF4-FFF2-40B4-BE49-F238E27FC236}">
                      <a16:creationId xmlns:a16="http://schemas.microsoft.com/office/drawing/2014/main" id="{C3C52BDC-C9E8-F0FF-5750-6195F757A082}"/>
                    </a:ext>
                  </a:extLst>
                </p:cNvPr>
                <p:cNvPicPr/>
                <p:nvPr/>
              </p:nvPicPr>
              <p:blipFill>
                <a:blip r:embed="rId221"/>
                <a:stretch>
                  <a:fillRect/>
                </a:stretch>
              </p:blipFill>
              <p:spPr>
                <a:xfrm>
                  <a:off x="9365875" y="4566228"/>
                  <a:ext cx="186120" cy="5882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67" name="Ink 166">
                  <a:extLst>
                    <a:ext uri="{FF2B5EF4-FFF2-40B4-BE49-F238E27FC236}">
                      <a16:creationId xmlns:a16="http://schemas.microsoft.com/office/drawing/2014/main" id="{5C0A6718-BB79-4153-E1D8-403D1EA275CE}"/>
                    </a:ext>
                  </a:extLst>
                </p14:cNvPr>
                <p14:cNvContentPartPr/>
                <p14:nvPr/>
              </p14:nvContentPartPr>
              <p14:xfrm>
                <a:off x="9909835" y="4493508"/>
                <a:ext cx="38880" cy="104400"/>
              </p14:xfrm>
            </p:contentPart>
          </mc:Choice>
          <mc:Fallback xmlns="">
            <p:pic>
              <p:nvPicPr>
                <p:cNvPr id="167" name="Ink 166">
                  <a:extLst>
                    <a:ext uri="{FF2B5EF4-FFF2-40B4-BE49-F238E27FC236}">
                      <a16:creationId xmlns:a16="http://schemas.microsoft.com/office/drawing/2014/main" id="{5C0A6718-BB79-4153-E1D8-403D1EA275CE}"/>
                    </a:ext>
                  </a:extLst>
                </p:cNvPr>
                <p:cNvPicPr/>
                <p:nvPr/>
              </p:nvPicPr>
              <p:blipFill>
                <a:blip r:embed="rId223"/>
                <a:stretch>
                  <a:fillRect/>
                </a:stretch>
              </p:blipFill>
              <p:spPr>
                <a:xfrm>
                  <a:off x="9903715" y="4487388"/>
                  <a:ext cx="5112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68" name="Ink 167">
                  <a:extLst>
                    <a:ext uri="{FF2B5EF4-FFF2-40B4-BE49-F238E27FC236}">
                      <a16:creationId xmlns:a16="http://schemas.microsoft.com/office/drawing/2014/main" id="{0EEF461B-0929-9C06-86A0-B4C669F51179}"/>
                    </a:ext>
                  </a:extLst>
                </p14:cNvPr>
                <p14:cNvContentPartPr/>
                <p14:nvPr/>
              </p14:nvContentPartPr>
              <p14:xfrm>
                <a:off x="9926755" y="4764588"/>
                <a:ext cx="249480" cy="313920"/>
              </p14:xfrm>
            </p:contentPart>
          </mc:Choice>
          <mc:Fallback xmlns="">
            <p:pic>
              <p:nvPicPr>
                <p:cNvPr id="168" name="Ink 167">
                  <a:extLst>
                    <a:ext uri="{FF2B5EF4-FFF2-40B4-BE49-F238E27FC236}">
                      <a16:creationId xmlns:a16="http://schemas.microsoft.com/office/drawing/2014/main" id="{0EEF461B-0929-9C06-86A0-B4C669F51179}"/>
                    </a:ext>
                  </a:extLst>
                </p:cNvPr>
                <p:cNvPicPr/>
                <p:nvPr/>
              </p:nvPicPr>
              <p:blipFill>
                <a:blip r:embed="rId225"/>
                <a:stretch>
                  <a:fillRect/>
                </a:stretch>
              </p:blipFill>
              <p:spPr>
                <a:xfrm>
                  <a:off x="9920635" y="4758468"/>
                  <a:ext cx="26172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73" name="Ink 172">
                  <a:extLst>
                    <a:ext uri="{FF2B5EF4-FFF2-40B4-BE49-F238E27FC236}">
                      <a16:creationId xmlns:a16="http://schemas.microsoft.com/office/drawing/2014/main" id="{139D41A2-3C42-7A82-1572-9F17FFBD5D64}"/>
                    </a:ext>
                  </a:extLst>
                </p14:cNvPr>
                <p14:cNvContentPartPr/>
                <p14:nvPr/>
              </p14:nvContentPartPr>
              <p14:xfrm>
                <a:off x="8751715" y="4202628"/>
                <a:ext cx="2073600" cy="1509120"/>
              </p14:xfrm>
            </p:contentPart>
          </mc:Choice>
          <mc:Fallback xmlns="">
            <p:pic>
              <p:nvPicPr>
                <p:cNvPr id="173" name="Ink 172">
                  <a:extLst>
                    <a:ext uri="{FF2B5EF4-FFF2-40B4-BE49-F238E27FC236}">
                      <a16:creationId xmlns:a16="http://schemas.microsoft.com/office/drawing/2014/main" id="{139D41A2-3C42-7A82-1572-9F17FFBD5D64}"/>
                    </a:ext>
                  </a:extLst>
                </p:cNvPr>
                <p:cNvPicPr/>
                <p:nvPr/>
              </p:nvPicPr>
              <p:blipFill>
                <a:blip r:embed="rId227"/>
                <a:stretch>
                  <a:fillRect/>
                </a:stretch>
              </p:blipFill>
              <p:spPr>
                <a:xfrm>
                  <a:off x="8745595" y="4196508"/>
                  <a:ext cx="2085840" cy="15213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74" name="Ink 173">
                  <a:extLst>
                    <a:ext uri="{FF2B5EF4-FFF2-40B4-BE49-F238E27FC236}">
                      <a16:creationId xmlns:a16="http://schemas.microsoft.com/office/drawing/2014/main" id="{F5758E07-8865-C0E3-1B60-2CC6D73B6A02}"/>
                    </a:ext>
                  </a:extLst>
                </p14:cNvPr>
                <p14:cNvContentPartPr/>
                <p14:nvPr/>
              </p14:nvContentPartPr>
              <p14:xfrm>
                <a:off x="10775995" y="4840908"/>
                <a:ext cx="361800" cy="85680"/>
              </p14:xfrm>
            </p:contentPart>
          </mc:Choice>
          <mc:Fallback xmlns="">
            <p:pic>
              <p:nvPicPr>
                <p:cNvPr id="174" name="Ink 173">
                  <a:extLst>
                    <a:ext uri="{FF2B5EF4-FFF2-40B4-BE49-F238E27FC236}">
                      <a16:creationId xmlns:a16="http://schemas.microsoft.com/office/drawing/2014/main" id="{F5758E07-8865-C0E3-1B60-2CC6D73B6A02}"/>
                    </a:ext>
                  </a:extLst>
                </p:cNvPr>
                <p:cNvPicPr/>
                <p:nvPr/>
              </p:nvPicPr>
              <p:blipFill>
                <a:blip r:embed="rId229"/>
                <a:stretch>
                  <a:fillRect/>
                </a:stretch>
              </p:blipFill>
              <p:spPr>
                <a:xfrm>
                  <a:off x="10769875" y="4834788"/>
                  <a:ext cx="37404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75" name="Ink 174">
                  <a:extLst>
                    <a:ext uri="{FF2B5EF4-FFF2-40B4-BE49-F238E27FC236}">
                      <a16:creationId xmlns:a16="http://schemas.microsoft.com/office/drawing/2014/main" id="{9943DF5F-763D-CF83-9ACD-5CB0C970D935}"/>
                    </a:ext>
                  </a:extLst>
                </p14:cNvPr>
                <p14:cNvContentPartPr/>
                <p14:nvPr/>
              </p14:nvContentPartPr>
              <p14:xfrm>
                <a:off x="11155435" y="4573788"/>
                <a:ext cx="432000" cy="537480"/>
              </p14:xfrm>
            </p:contentPart>
          </mc:Choice>
          <mc:Fallback xmlns="">
            <p:pic>
              <p:nvPicPr>
                <p:cNvPr id="175" name="Ink 174">
                  <a:extLst>
                    <a:ext uri="{FF2B5EF4-FFF2-40B4-BE49-F238E27FC236}">
                      <a16:creationId xmlns:a16="http://schemas.microsoft.com/office/drawing/2014/main" id="{9943DF5F-763D-CF83-9ACD-5CB0C970D935}"/>
                    </a:ext>
                  </a:extLst>
                </p:cNvPr>
                <p:cNvPicPr/>
                <p:nvPr/>
              </p:nvPicPr>
              <p:blipFill>
                <a:blip r:embed="rId231"/>
                <a:stretch>
                  <a:fillRect/>
                </a:stretch>
              </p:blipFill>
              <p:spPr>
                <a:xfrm>
                  <a:off x="11149315" y="4567668"/>
                  <a:ext cx="444240" cy="549720"/>
                </a:xfrm>
                <a:prstGeom prst="rect">
                  <a:avLst/>
                </a:prstGeom>
              </p:spPr>
            </p:pic>
          </mc:Fallback>
        </mc:AlternateContent>
      </p:grpSp>
      <p:grpSp>
        <p:nvGrpSpPr>
          <p:cNvPr id="210" name="Group 209">
            <a:extLst>
              <a:ext uri="{FF2B5EF4-FFF2-40B4-BE49-F238E27FC236}">
                <a16:creationId xmlns:a16="http://schemas.microsoft.com/office/drawing/2014/main" id="{553B70CE-453E-A048-0772-6F4B8E849133}"/>
              </a:ext>
            </a:extLst>
          </p:cNvPr>
          <p:cNvGrpSpPr/>
          <p:nvPr/>
        </p:nvGrpSpPr>
        <p:grpSpPr>
          <a:xfrm>
            <a:off x="2545675" y="1370148"/>
            <a:ext cx="2834640" cy="2116800"/>
            <a:chOff x="2545675" y="1370148"/>
            <a:chExt cx="2834640" cy="2116800"/>
          </a:xfrm>
        </p:grpSpPr>
        <mc:AlternateContent xmlns:mc="http://schemas.openxmlformats.org/markup-compatibility/2006" xmlns:p14="http://schemas.microsoft.com/office/powerpoint/2010/main">
          <mc:Choice Requires="p14">
            <p:contentPart p14:bwMode="auto" r:id="rId232">
              <p14:nvContentPartPr>
                <p14:cNvPr id="36" name="Ink 35">
                  <a:extLst>
                    <a:ext uri="{FF2B5EF4-FFF2-40B4-BE49-F238E27FC236}">
                      <a16:creationId xmlns:a16="http://schemas.microsoft.com/office/drawing/2014/main" id="{FFE9B252-E787-5EB9-6890-40D62C020035}"/>
                    </a:ext>
                  </a:extLst>
                </p14:cNvPr>
                <p14:cNvContentPartPr/>
                <p14:nvPr/>
              </p14:nvContentPartPr>
              <p14:xfrm>
                <a:off x="2545675" y="2306148"/>
                <a:ext cx="188640" cy="105120"/>
              </p14:xfrm>
            </p:contentPart>
          </mc:Choice>
          <mc:Fallback xmlns="">
            <p:pic>
              <p:nvPicPr>
                <p:cNvPr id="36" name="Ink 35">
                  <a:extLst>
                    <a:ext uri="{FF2B5EF4-FFF2-40B4-BE49-F238E27FC236}">
                      <a16:creationId xmlns:a16="http://schemas.microsoft.com/office/drawing/2014/main" id="{FFE9B252-E787-5EB9-6890-40D62C020035}"/>
                    </a:ext>
                  </a:extLst>
                </p:cNvPr>
                <p:cNvPicPr/>
                <p:nvPr/>
              </p:nvPicPr>
              <p:blipFill>
                <a:blip r:embed="rId233"/>
                <a:stretch>
                  <a:fillRect/>
                </a:stretch>
              </p:blipFill>
              <p:spPr>
                <a:xfrm>
                  <a:off x="2539555" y="2300028"/>
                  <a:ext cx="2008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37" name="Ink 36">
                  <a:extLst>
                    <a:ext uri="{FF2B5EF4-FFF2-40B4-BE49-F238E27FC236}">
                      <a16:creationId xmlns:a16="http://schemas.microsoft.com/office/drawing/2014/main" id="{980BE809-5337-3A82-6FE4-CE642D6365EA}"/>
                    </a:ext>
                  </a:extLst>
                </p14:cNvPr>
                <p14:cNvContentPartPr/>
                <p14:nvPr/>
              </p14:nvContentPartPr>
              <p14:xfrm>
                <a:off x="2607595" y="2307228"/>
                <a:ext cx="263160" cy="186480"/>
              </p14:xfrm>
            </p:contentPart>
          </mc:Choice>
          <mc:Fallback xmlns="">
            <p:pic>
              <p:nvPicPr>
                <p:cNvPr id="37" name="Ink 36">
                  <a:extLst>
                    <a:ext uri="{FF2B5EF4-FFF2-40B4-BE49-F238E27FC236}">
                      <a16:creationId xmlns:a16="http://schemas.microsoft.com/office/drawing/2014/main" id="{980BE809-5337-3A82-6FE4-CE642D6365EA}"/>
                    </a:ext>
                  </a:extLst>
                </p:cNvPr>
                <p:cNvPicPr/>
                <p:nvPr/>
              </p:nvPicPr>
              <p:blipFill>
                <a:blip r:embed="rId235"/>
                <a:stretch>
                  <a:fillRect/>
                </a:stretch>
              </p:blipFill>
              <p:spPr>
                <a:xfrm>
                  <a:off x="2601475" y="2301108"/>
                  <a:ext cx="2754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38" name="Ink 37">
                  <a:extLst>
                    <a:ext uri="{FF2B5EF4-FFF2-40B4-BE49-F238E27FC236}">
                      <a16:creationId xmlns:a16="http://schemas.microsoft.com/office/drawing/2014/main" id="{784A65E4-5A59-DA93-9485-8EC327ABC563}"/>
                    </a:ext>
                  </a:extLst>
                </p14:cNvPr>
                <p14:cNvContentPartPr/>
                <p14:nvPr/>
              </p14:nvContentPartPr>
              <p14:xfrm>
                <a:off x="3291235" y="2186268"/>
                <a:ext cx="245160" cy="133920"/>
              </p14:xfrm>
            </p:contentPart>
          </mc:Choice>
          <mc:Fallback xmlns="">
            <p:pic>
              <p:nvPicPr>
                <p:cNvPr id="38" name="Ink 37">
                  <a:extLst>
                    <a:ext uri="{FF2B5EF4-FFF2-40B4-BE49-F238E27FC236}">
                      <a16:creationId xmlns:a16="http://schemas.microsoft.com/office/drawing/2014/main" id="{784A65E4-5A59-DA93-9485-8EC327ABC563}"/>
                    </a:ext>
                  </a:extLst>
                </p:cNvPr>
                <p:cNvPicPr/>
                <p:nvPr/>
              </p:nvPicPr>
              <p:blipFill>
                <a:blip r:embed="rId237"/>
                <a:stretch>
                  <a:fillRect/>
                </a:stretch>
              </p:blipFill>
              <p:spPr>
                <a:xfrm>
                  <a:off x="3285115" y="2180148"/>
                  <a:ext cx="2574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39" name="Ink 38">
                  <a:extLst>
                    <a:ext uri="{FF2B5EF4-FFF2-40B4-BE49-F238E27FC236}">
                      <a16:creationId xmlns:a16="http://schemas.microsoft.com/office/drawing/2014/main" id="{C784C120-E85B-64A2-B9C0-B85B868C9F55}"/>
                    </a:ext>
                  </a:extLst>
                </p14:cNvPr>
                <p14:cNvContentPartPr/>
                <p14:nvPr/>
              </p14:nvContentPartPr>
              <p14:xfrm>
                <a:off x="3284035" y="2198148"/>
                <a:ext cx="307800" cy="136080"/>
              </p14:xfrm>
            </p:contentPart>
          </mc:Choice>
          <mc:Fallback xmlns="">
            <p:pic>
              <p:nvPicPr>
                <p:cNvPr id="39" name="Ink 38">
                  <a:extLst>
                    <a:ext uri="{FF2B5EF4-FFF2-40B4-BE49-F238E27FC236}">
                      <a16:creationId xmlns:a16="http://schemas.microsoft.com/office/drawing/2014/main" id="{C784C120-E85B-64A2-B9C0-B85B868C9F55}"/>
                    </a:ext>
                  </a:extLst>
                </p:cNvPr>
                <p:cNvPicPr/>
                <p:nvPr/>
              </p:nvPicPr>
              <p:blipFill>
                <a:blip r:embed="rId239"/>
                <a:stretch>
                  <a:fillRect/>
                </a:stretch>
              </p:blipFill>
              <p:spPr>
                <a:xfrm>
                  <a:off x="3277915" y="2192028"/>
                  <a:ext cx="32004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40" name="Ink 39">
                  <a:extLst>
                    <a:ext uri="{FF2B5EF4-FFF2-40B4-BE49-F238E27FC236}">
                      <a16:creationId xmlns:a16="http://schemas.microsoft.com/office/drawing/2014/main" id="{CB69129D-BA20-506F-DD47-D13ECCBC0A70}"/>
                    </a:ext>
                  </a:extLst>
                </p14:cNvPr>
                <p14:cNvContentPartPr/>
                <p14:nvPr/>
              </p14:nvContentPartPr>
              <p14:xfrm>
                <a:off x="3880915" y="2061348"/>
                <a:ext cx="224640" cy="140400"/>
              </p14:xfrm>
            </p:contentPart>
          </mc:Choice>
          <mc:Fallback xmlns="">
            <p:pic>
              <p:nvPicPr>
                <p:cNvPr id="40" name="Ink 39">
                  <a:extLst>
                    <a:ext uri="{FF2B5EF4-FFF2-40B4-BE49-F238E27FC236}">
                      <a16:creationId xmlns:a16="http://schemas.microsoft.com/office/drawing/2014/main" id="{CB69129D-BA20-506F-DD47-D13ECCBC0A70}"/>
                    </a:ext>
                  </a:extLst>
                </p:cNvPr>
                <p:cNvPicPr/>
                <p:nvPr/>
              </p:nvPicPr>
              <p:blipFill>
                <a:blip r:embed="rId241"/>
                <a:stretch>
                  <a:fillRect/>
                </a:stretch>
              </p:blipFill>
              <p:spPr>
                <a:xfrm>
                  <a:off x="3874795" y="2055228"/>
                  <a:ext cx="2368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41" name="Ink 40">
                  <a:extLst>
                    <a:ext uri="{FF2B5EF4-FFF2-40B4-BE49-F238E27FC236}">
                      <a16:creationId xmlns:a16="http://schemas.microsoft.com/office/drawing/2014/main" id="{1F6E780E-D9AB-5044-A86D-30360EBB68F8}"/>
                    </a:ext>
                  </a:extLst>
                </p14:cNvPr>
                <p14:cNvContentPartPr/>
                <p14:nvPr/>
              </p14:nvContentPartPr>
              <p14:xfrm>
                <a:off x="3830155" y="2100588"/>
                <a:ext cx="239040" cy="144720"/>
              </p14:xfrm>
            </p:contentPart>
          </mc:Choice>
          <mc:Fallback xmlns="">
            <p:pic>
              <p:nvPicPr>
                <p:cNvPr id="41" name="Ink 40">
                  <a:extLst>
                    <a:ext uri="{FF2B5EF4-FFF2-40B4-BE49-F238E27FC236}">
                      <a16:creationId xmlns:a16="http://schemas.microsoft.com/office/drawing/2014/main" id="{1F6E780E-D9AB-5044-A86D-30360EBB68F8}"/>
                    </a:ext>
                  </a:extLst>
                </p:cNvPr>
                <p:cNvPicPr/>
                <p:nvPr/>
              </p:nvPicPr>
              <p:blipFill>
                <a:blip r:embed="rId243"/>
                <a:stretch>
                  <a:fillRect/>
                </a:stretch>
              </p:blipFill>
              <p:spPr>
                <a:xfrm>
                  <a:off x="3824035" y="2094468"/>
                  <a:ext cx="25128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42" name="Ink 41">
                  <a:extLst>
                    <a:ext uri="{FF2B5EF4-FFF2-40B4-BE49-F238E27FC236}">
                      <a16:creationId xmlns:a16="http://schemas.microsoft.com/office/drawing/2014/main" id="{003F4E4E-2CEC-ACC2-6F1E-302D19C1B77C}"/>
                    </a:ext>
                  </a:extLst>
                </p14:cNvPr>
                <p14:cNvContentPartPr/>
                <p14:nvPr/>
              </p14:nvContentPartPr>
              <p14:xfrm>
                <a:off x="2666635" y="2774148"/>
                <a:ext cx="415080" cy="45360"/>
              </p14:xfrm>
            </p:contentPart>
          </mc:Choice>
          <mc:Fallback xmlns="">
            <p:pic>
              <p:nvPicPr>
                <p:cNvPr id="42" name="Ink 41">
                  <a:extLst>
                    <a:ext uri="{FF2B5EF4-FFF2-40B4-BE49-F238E27FC236}">
                      <a16:creationId xmlns:a16="http://schemas.microsoft.com/office/drawing/2014/main" id="{003F4E4E-2CEC-ACC2-6F1E-302D19C1B77C}"/>
                    </a:ext>
                  </a:extLst>
                </p:cNvPr>
                <p:cNvPicPr/>
                <p:nvPr/>
              </p:nvPicPr>
              <p:blipFill>
                <a:blip r:embed="rId245"/>
                <a:stretch>
                  <a:fillRect/>
                </a:stretch>
              </p:blipFill>
              <p:spPr>
                <a:xfrm>
                  <a:off x="2660515" y="2768028"/>
                  <a:ext cx="4273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43" name="Ink 42">
                  <a:extLst>
                    <a:ext uri="{FF2B5EF4-FFF2-40B4-BE49-F238E27FC236}">
                      <a16:creationId xmlns:a16="http://schemas.microsoft.com/office/drawing/2014/main" id="{AC7AEBC9-9CAD-8EA2-78DE-39D38F6D0C93}"/>
                    </a:ext>
                  </a:extLst>
                </p14:cNvPr>
                <p14:cNvContentPartPr/>
                <p14:nvPr/>
              </p14:nvContentPartPr>
              <p14:xfrm>
                <a:off x="2964355" y="2643108"/>
                <a:ext cx="199440" cy="178200"/>
              </p14:xfrm>
            </p:contentPart>
          </mc:Choice>
          <mc:Fallback xmlns="">
            <p:pic>
              <p:nvPicPr>
                <p:cNvPr id="43" name="Ink 42">
                  <a:extLst>
                    <a:ext uri="{FF2B5EF4-FFF2-40B4-BE49-F238E27FC236}">
                      <a16:creationId xmlns:a16="http://schemas.microsoft.com/office/drawing/2014/main" id="{AC7AEBC9-9CAD-8EA2-78DE-39D38F6D0C93}"/>
                    </a:ext>
                  </a:extLst>
                </p:cNvPr>
                <p:cNvPicPr/>
                <p:nvPr/>
              </p:nvPicPr>
              <p:blipFill>
                <a:blip r:embed="rId247"/>
                <a:stretch>
                  <a:fillRect/>
                </a:stretch>
              </p:blipFill>
              <p:spPr>
                <a:xfrm>
                  <a:off x="2958235" y="2636988"/>
                  <a:ext cx="21168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44" name="Ink 43">
                  <a:extLst>
                    <a:ext uri="{FF2B5EF4-FFF2-40B4-BE49-F238E27FC236}">
                      <a16:creationId xmlns:a16="http://schemas.microsoft.com/office/drawing/2014/main" id="{CB516589-816D-C55E-278B-0C917E6E0268}"/>
                    </a:ext>
                  </a:extLst>
                </p14:cNvPr>
                <p14:cNvContentPartPr/>
                <p14:nvPr/>
              </p14:nvContentPartPr>
              <p14:xfrm>
                <a:off x="3300955" y="2609628"/>
                <a:ext cx="346320" cy="20880"/>
              </p14:xfrm>
            </p:contentPart>
          </mc:Choice>
          <mc:Fallback xmlns="">
            <p:pic>
              <p:nvPicPr>
                <p:cNvPr id="44" name="Ink 43">
                  <a:extLst>
                    <a:ext uri="{FF2B5EF4-FFF2-40B4-BE49-F238E27FC236}">
                      <a16:creationId xmlns:a16="http://schemas.microsoft.com/office/drawing/2014/main" id="{CB516589-816D-C55E-278B-0C917E6E0268}"/>
                    </a:ext>
                  </a:extLst>
                </p:cNvPr>
                <p:cNvPicPr/>
                <p:nvPr/>
              </p:nvPicPr>
              <p:blipFill>
                <a:blip r:embed="rId249"/>
                <a:stretch>
                  <a:fillRect/>
                </a:stretch>
              </p:blipFill>
              <p:spPr>
                <a:xfrm>
                  <a:off x="3294835" y="2603508"/>
                  <a:ext cx="3585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45" name="Ink 44">
                  <a:extLst>
                    <a:ext uri="{FF2B5EF4-FFF2-40B4-BE49-F238E27FC236}">
                      <a16:creationId xmlns:a16="http://schemas.microsoft.com/office/drawing/2014/main" id="{74639150-E0B9-C648-7E46-761417D15091}"/>
                    </a:ext>
                  </a:extLst>
                </p14:cNvPr>
                <p14:cNvContentPartPr/>
                <p14:nvPr/>
              </p14:nvContentPartPr>
              <p14:xfrm>
                <a:off x="3447835" y="2562828"/>
                <a:ext cx="262080" cy="182520"/>
              </p14:xfrm>
            </p:contentPart>
          </mc:Choice>
          <mc:Fallback xmlns="">
            <p:pic>
              <p:nvPicPr>
                <p:cNvPr id="45" name="Ink 44">
                  <a:extLst>
                    <a:ext uri="{FF2B5EF4-FFF2-40B4-BE49-F238E27FC236}">
                      <a16:creationId xmlns:a16="http://schemas.microsoft.com/office/drawing/2014/main" id="{74639150-E0B9-C648-7E46-761417D15091}"/>
                    </a:ext>
                  </a:extLst>
                </p:cNvPr>
                <p:cNvPicPr/>
                <p:nvPr/>
              </p:nvPicPr>
              <p:blipFill>
                <a:blip r:embed="rId251"/>
                <a:stretch>
                  <a:fillRect/>
                </a:stretch>
              </p:blipFill>
              <p:spPr>
                <a:xfrm>
                  <a:off x="3441715" y="2556708"/>
                  <a:ext cx="2743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46" name="Ink 45">
                  <a:extLst>
                    <a:ext uri="{FF2B5EF4-FFF2-40B4-BE49-F238E27FC236}">
                      <a16:creationId xmlns:a16="http://schemas.microsoft.com/office/drawing/2014/main" id="{2C574DB5-718F-623B-12A1-B86D01E1A6CA}"/>
                    </a:ext>
                  </a:extLst>
                </p14:cNvPr>
                <p14:cNvContentPartPr/>
                <p14:nvPr/>
              </p14:nvContentPartPr>
              <p14:xfrm>
                <a:off x="3935275" y="2444028"/>
                <a:ext cx="337680" cy="181800"/>
              </p14:xfrm>
            </p:contentPart>
          </mc:Choice>
          <mc:Fallback xmlns="">
            <p:pic>
              <p:nvPicPr>
                <p:cNvPr id="46" name="Ink 45">
                  <a:extLst>
                    <a:ext uri="{FF2B5EF4-FFF2-40B4-BE49-F238E27FC236}">
                      <a16:creationId xmlns:a16="http://schemas.microsoft.com/office/drawing/2014/main" id="{2C574DB5-718F-623B-12A1-B86D01E1A6CA}"/>
                    </a:ext>
                  </a:extLst>
                </p:cNvPr>
                <p:cNvPicPr/>
                <p:nvPr/>
              </p:nvPicPr>
              <p:blipFill>
                <a:blip r:embed="rId253"/>
                <a:stretch>
                  <a:fillRect/>
                </a:stretch>
              </p:blipFill>
              <p:spPr>
                <a:xfrm>
                  <a:off x="3929155" y="2437908"/>
                  <a:ext cx="3499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47" name="Ink 46">
                  <a:extLst>
                    <a:ext uri="{FF2B5EF4-FFF2-40B4-BE49-F238E27FC236}">
                      <a16:creationId xmlns:a16="http://schemas.microsoft.com/office/drawing/2014/main" id="{0E6C5D9A-ADED-2B2E-4EE9-990732A53F5B}"/>
                    </a:ext>
                  </a:extLst>
                </p14:cNvPr>
                <p14:cNvContentPartPr/>
                <p14:nvPr/>
              </p14:nvContentPartPr>
              <p14:xfrm>
                <a:off x="4552675" y="2374908"/>
                <a:ext cx="189720" cy="95760"/>
              </p14:xfrm>
            </p:contentPart>
          </mc:Choice>
          <mc:Fallback xmlns="">
            <p:pic>
              <p:nvPicPr>
                <p:cNvPr id="47" name="Ink 46">
                  <a:extLst>
                    <a:ext uri="{FF2B5EF4-FFF2-40B4-BE49-F238E27FC236}">
                      <a16:creationId xmlns:a16="http://schemas.microsoft.com/office/drawing/2014/main" id="{0E6C5D9A-ADED-2B2E-4EE9-990732A53F5B}"/>
                    </a:ext>
                  </a:extLst>
                </p:cNvPr>
                <p:cNvPicPr/>
                <p:nvPr/>
              </p:nvPicPr>
              <p:blipFill>
                <a:blip r:embed="rId255"/>
                <a:stretch>
                  <a:fillRect/>
                </a:stretch>
              </p:blipFill>
              <p:spPr>
                <a:xfrm>
                  <a:off x="4546555" y="2368788"/>
                  <a:ext cx="20196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49" name="Ink 48">
                  <a:extLst>
                    <a:ext uri="{FF2B5EF4-FFF2-40B4-BE49-F238E27FC236}">
                      <a16:creationId xmlns:a16="http://schemas.microsoft.com/office/drawing/2014/main" id="{996729CB-005B-CFBE-875D-F8EAEBC50915}"/>
                    </a:ext>
                  </a:extLst>
                </p14:cNvPr>
                <p14:cNvContentPartPr/>
                <p14:nvPr/>
              </p14:nvContentPartPr>
              <p14:xfrm>
                <a:off x="2570155" y="3113988"/>
                <a:ext cx="474120" cy="105840"/>
              </p14:xfrm>
            </p:contentPart>
          </mc:Choice>
          <mc:Fallback xmlns="">
            <p:pic>
              <p:nvPicPr>
                <p:cNvPr id="49" name="Ink 48">
                  <a:extLst>
                    <a:ext uri="{FF2B5EF4-FFF2-40B4-BE49-F238E27FC236}">
                      <a16:creationId xmlns:a16="http://schemas.microsoft.com/office/drawing/2014/main" id="{996729CB-005B-CFBE-875D-F8EAEBC50915}"/>
                    </a:ext>
                  </a:extLst>
                </p:cNvPr>
                <p:cNvPicPr/>
                <p:nvPr/>
              </p:nvPicPr>
              <p:blipFill>
                <a:blip r:embed="rId257"/>
                <a:stretch>
                  <a:fillRect/>
                </a:stretch>
              </p:blipFill>
              <p:spPr>
                <a:xfrm>
                  <a:off x="2564035" y="3107868"/>
                  <a:ext cx="4863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50" name="Ink 49">
                  <a:extLst>
                    <a:ext uri="{FF2B5EF4-FFF2-40B4-BE49-F238E27FC236}">
                      <a16:creationId xmlns:a16="http://schemas.microsoft.com/office/drawing/2014/main" id="{7A73153D-2D53-210D-ED98-44BB0AF956D7}"/>
                    </a:ext>
                  </a:extLst>
                </p14:cNvPr>
                <p14:cNvContentPartPr/>
                <p14:nvPr/>
              </p14:nvContentPartPr>
              <p14:xfrm>
                <a:off x="2866795" y="2995908"/>
                <a:ext cx="212760" cy="168480"/>
              </p14:xfrm>
            </p:contentPart>
          </mc:Choice>
          <mc:Fallback xmlns="">
            <p:pic>
              <p:nvPicPr>
                <p:cNvPr id="50" name="Ink 49">
                  <a:extLst>
                    <a:ext uri="{FF2B5EF4-FFF2-40B4-BE49-F238E27FC236}">
                      <a16:creationId xmlns:a16="http://schemas.microsoft.com/office/drawing/2014/main" id="{7A73153D-2D53-210D-ED98-44BB0AF956D7}"/>
                    </a:ext>
                  </a:extLst>
                </p:cNvPr>
                <p:cNvPicPr/>
                <p:nvPr/>
              </p:nvPicPr>
              <p:blipFill>
                <a:blip r:embed="rId259"/>
                <a:stretch>
                  <a:fillRect/>
                </a:stretch>
              </p:blipFill>
              <p:spPr>
                <a:xfrm>
                  <a:off x="2860675" y="2989788"/>
                  <a:ext cx="22500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51" name="Ink 50">
                  <a:extLst>
                    <a:ext uri="{FF2B5EF4-FFF2-40B4-BE49-F238E27FC236}">
                      <a16:creationId xmlns:a16="http://schemas.microsoft.com/office/drawing/2014/main" id="{93A6C122-F33F-1650-D54C-3CF2BA764960}"/>
                    </a:ext>
                  </a:extLst>
                </p14:cNvPr>
                <p14:cNvContentPartPr/>
                <p14:nvPr/>
              </p14:nvContentPartPr>
              <p14:xfrm>
                <a:off x="3212755" y="2956668"/>
                <a:ext cx="432000" cy="117720"/>
              </p14:xfrm>
            </p:contentPart>
          </mc:Choice>
          <mc:Fallback xmlns="">
            <p:pic>
              <p:nvPicPr>
                <p:cNvPr id="51" name="Ink 50">
                  <a:extLst>
                    <a:ext uri="{FF2B5EF4-FFF2-40B4-BE49-F238E27FC236}">
                      <a16:creationId xmlns:a16="http://schemas.microsoft.com/office/drawing/2014/main" id="{93A6C122-F33F-1650-D54C-3CF2BA764960}"/>
                    </a:ext>
                  </a:extLst>
                </p:cNvPr>
                <p:cNvPicPr/>
                <p:nvPr/>
              </p:nvPicPr>
              <p:blipFill>
                <a:blip r:embed="rId261"/>
                <a:stretch>
                  <a:fillRect/>
                </a:stretch>
              </p:blipFill>
              <p:spPr>
                <a:xfrm>
                  <a:off x="3206635" y="2950548"/>
                  <a:ext cx="4442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52" name="Ink 51">
                  <a:extLst>
                    <a:ext uri="{FF2B5EF4-FFF2-40B4-BE49-F238E27FC236}">
                      <a16:creationId xmlns:a16="http://schemas.microsoft.com/office/drawing/2014/main" id="{D3C50657-019A-B36A-88DB-B27F397E7EDF}"/>
                    </a:ext>
                  </a:extLst>
                </p14:cNvPr>
                <p14:cNvContentPartPr/>
                <p14:nvPr/>
              </p14:nvContentPartPr>
              <p14:xfrm>
                <a:off x="3432355" y="2960268"/>
                <a:ext cx="259560" cy="150120"/>
              </p14:xfrm>
            </p:contentPart>
          </mc:Choice>
          <mc:Fallback xmlns="">
            <p:pic>
              <p:nvPicPr>
                <p:cNvPr id="52" name="Ink 51">
                  <a:extLst>
                    <a:ext uri="{FF2B5EF4-FFF2-40B4-BE49-F238E27FC236}">
                      <a16:creationId xmlns:a16="http://schemas.microsoft.com/office/drawing/2014/main" id="{D3C50657-019A-B36A-88DB-B27F397E7EDF}"/>
                    </a:ext>
                  </a:extLst>
                </p:cNvPr>
                <p:cNvPicPr/>
                <p:nvPr/>
              </p:nvPicPr>
              <p:blipFill>
                <a:blip r:embed="rId263"/>
                <a:stretch>
                  <a:fillRect/>
                </a:stretch>
              </p:blipFill>
              <p:spPr>
                <a:xfrm>
                  <a:off x="3426235" y="2953788"/>
                  <a:ext cx="2718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53" name="Ink 52">
                  <a:extLst>
                    <a:ext uri="{FF2B5EF4-FFF2-40B4-BE49-F238E27FC236}">
                      <a16:creationId xmlns:a16="http://schemas.microsoft.com/office/drawing/2014/main" id="{7F28611B-FC6C-864A-3FBE-54457F82CD26}"/>
                    </a:ext>
                  </a:extLst>
                </p14:cNvPr>
                <p14:cNvContentPartPr/>
                <p14:nvPr/>
              </p14:nvContentPartPr>
              <p14:xfrm>
                <a:off x="3833755" y="2860188"/>
                <a:ext cx="442800" cy="94680"/>
              </p14:xfrm>
            </p:contentPart>
          </mc:Choice>
          <mc:Fallback xmlns="">
            <p:pic>
              <p:nvPicPr>
                <p:cNvPr id="53" name="Ink 52">
                  <a:extLst>
                    <a:ext uri="{FF2B5EF4-FFF2-40B4-BE49-F238E27FC236}">
                      <a16:creationId xmlns:a16="http://schemas.microsoft.com/office/drawing/2014/main" id="{7F28611B-FC6C-864A-3FBE-54457F82CD26}"/>
                    </a:ext>
                  </a:extLst>
                </p:cNvPr>
                <p:cNvPicPr/>
                <p:nvPr/>
              </p:nvPicPr>
              <p:blipFill>
                <a:blip r:embed="rId265"/>
                <a:stretch>
                  <a:fillRect/>
                </a:stretch>
              </p:blipFill>
              <p:spPr>
                <a:xfrm>
                  <a:off x="3827635" y="2854068"/>
                  <a:ext cx="45504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54" name="Ink 53">
                  <a:extLst>
                    <a:ext uri="{FF2B5EF4-FFF2-40B4-BE49-F238E27FC236}">
                      <a16:creationId xmlns:a16="http://schemas.microsoft.com/office/drawing/2014/main" id="{BBF51D0A-34EA-8327-37FC-A6C6C51DA682}"/>
                    </a:ext>
                  </a:extLst>
                </p14:cNvPr>
                <p14:cNvContentPartPr/>
                <p14:nvPr/>
              </p14:nvContentPartPr>
              <p14:xfrm>
                <a:off x="3994315" y="2786028"/>
                <a:ext cx="294480" cy="192600"/>
              </p14:xfrm>
            </p:contentPart>
          </mc:Choice>
          <mc:Fallback xmlns="">
            <p:pic>
              <p:nvPicPr>
                <p:cNvPr id="54" name="Ink 53">
                  <a:extLst>
                    <a:ext uri="{FF2B5EF4-FFF2-40B4-BE49-F238E27FC236}">
                      <a16:creationId xmlns:a16="http://schemas.microsoft.com/office/drawing/2014/main" id="{BBF51D0A-34EA-8327-37FC-A6C6C51DA682}"/>
                    </a:ext>
                  </a:extLst>
                </p:cNvPr>
                <p:cNvPicPr/>
                <p:nvPr/>
              </p:nvPicPr>
              <p:blipFill>
                <a:blip r:embed="rId267"/>
                <a:stretch>
                  <a:fillRect/>
                </a:stretch>
              </p:blipFill>
              <p:spPr>
                <a:xfrm>
                  <a:off x="3988195" y="2779908"/>
                  <a:ext cx="3067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77" name="Ink 176">
                  <a:extLst>
                    <a:ext uri="{FF2B5EF4-FFF2-40B4-BE49-F238E27FC236}">
                      <a16:creationId xmlns:a16="http://schemas.microsoft.com/office/drawing/2014/main" id="{3FFC02C2-2E84-4F4A-8DF0-474838EC7ABF}"/>
                    </a:ext>
                  </a:extLst>
                </p14:cNvPr>
                <p14:cNvContentPartPr/>
                <p14:nvPr/>
              </p14:nvContentPartPr>
              <p14:xfrm>
                <a:off x="4422355" y="2656068"/>
                <a:ext cx="303120" cy="174960"/>
              </p14:xfrm>
            </p:contentPart>
          </mc:Choice>
          <mc:Fallback xmlns="">
            <p:pic>
              <p:nvPicPr>
                <p:cNvPr id="177" name="Ink 176">
                  <a:extLst>
                    <a:ext uri="{FF2B5EF4-FFF2-40B4-BE49-F238E27FC236}">
                      <a16:creationId xmlns:a16="http://schemas.microsoft.com/office/drawing/2014/main" id="{3FFC02C2-2E84-4F4A-8DF0-474838EC7ABF}"/>
                    </a:ext>
                  </a:extLst>
                </p:cNvPr>
                <p:cNvPicPr/>
                <p:nvPr/>
              </p:nvPicPr>
              <p:blipFill>
                <a:blip r:embed="rId269"/>
                <a:stretch>
                  <a:fillRect/>
                </a:stretch>
              </p:blipFill>
              <p:spPr>
                <a:xfrm>
                  <a:off x="4416235" y="2649948"/>
                  <a:ext cx="31536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78" name="Ink 177">
                  <a:extLst>
                    <a:ext uri="{FF2B5EF4-FFF2-40B4-BE49-F238E27FC236}">
                      <a16:creationId xmlns:a16="http://schemas.microsoft.com/office/drawing/2014/main" id="{235499AD-D38E-4000-D125-7CD8F7956268}"/>
                    </a:ext>
                  </a:extLst>
                </p14:cNvPr>
                <p14:cNvContentPartPr/>
                <p14:nvPr/>
              </p14:nvContentPartPr>
              <p14:xfrm>
                <a:off x="4534315" y="2606028"/>
                <a:ext cx="212760" cy="173160"/>
              </p14:xfrm>
            </p:contentPart>
          </mc:Choice>
          <mc:Fallback xmlns="">
            <p:pic>
              <p:nvPicPr>
                <p:cNvPr id="178" name="Ink 177">
                  <a:extLst>
                    <a:ext uri="{FF2B5EF4-FFF2-40B4-BE49-F238E27FC236}">
                      <a16:creationId xmlns:a16="http://schemas.microsoft.com/office/drawing/2014/main" id="{235499AD-D38E-4000-D125-7CD8F7956268}"/>
                    </a:ext>
                  </a:extLst>
                </p:cNvPr>
                <p:cNvPicPr/>
                <p:nvPr/>
              </p:nvPicPr>
              <p:blipFill>
                <a:blip r:embed="rId271"/>
                <a:stretch>
                  <a:fillRect/>
                </a:stretch>
              </p:blipFill>
              <p:spPr>
                <a:xfrm>
                  <a:off x="4528195" y="2599908"/>
                  <a:ext cx="2250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79" name="Ink 178">
                  <a:extLst>
                    <a:ext uri="{FF2B5EF4-FFF2-40B4-BE49-F238E27FC236}">
                      <a16:creationId xmlns:a16="http://schemas.microsoft.com/office/drawing/2014/main" id="{4F9F2141-C292-CBC9-03C2-8736829FE39C}"/>
                    </a:ext>
                  </a:extLst>
                </p14:cNvPr>
                <p14:cNvContentPartPr/>
                <p14:nvPr/>
              </p14:nvContentPartPr>
              <p14:xfrm>
                <a:off x="4648795" y="2537988"/>
                <a:ext cx="240480" cy="48960"/>
              </p14:xfrm>
            </p:contentPart>
          </mc:Choice>
          <mc:Fallback xmlns="">
            <p:pic>
              <p:nvPicPr>
                <p:cNvPr id="179" name="Ink 178">
                  <a:extLst>
                    <a:ext uri="{FF2B5EF4-FFF2-40B4-BE49-F238E27FC236}">
                      <a16:creationId xmlns:a16="http://schemas.microsoft.com/office/drawing/2014/main" id="{4F9F2141-C292-CBC9-03C2-8736829FE39C}"/>
                    </a:ext>
                  </a:extLst>
                </p:cNvPr>
                <p:cNvPicPr/>
                <p:nvPr/>
              </p:nvPicPr>
              <p:blipFill>
                <a:blip r:embed="rId273"/>
                <a:stretch>
                  <a:fillRect/>
                </a:stretch>
              </p:blipFill>
              <p:spPr>
                <a:xfrm>
                  <a:off x="4642675" y="2531868"/>
                  <a:ext cx="25272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0" name="Ink 179">
                  <a:extLst>
                    <a:ext uri="{FF2B5EF4-FFF2-40B4-BE49-F238E27FC236}">
                      <a16:creationId xmlns:a16="http://schemas.microsoft.com/office/drawing/2014/main" id="{DE94B328-D0C5-49AE-C9E9-844DEF0EE0C7}"/>
                    </a:ext>
                  </a:extLst>
                </p14:cNvPr>
                <p14:cNvContentPartPr/>
                <p14:nvPr/>
              </p14:nvContentPartPr>
              <p14:xfrm>
                <a:off x="4639435" y="2472828"/>
                <a:ext cx="353520" cy="182520"/>
              </p14:xfrm>
            </p:contentPart>
          </mc:Choice>
          <mc:Fallback xmlns="">
            <p:pic>
              <p:nvPicPr>
                <p:cNvPr id="180" name="Ink 179">
                  <a:extLst>
                    <a:ext uri="{FF2B5EF4-FFF2-40B4-BE49-F238E27FC236}">
                      <a16:creationId xmlns:a16="http://schemas.microsoft.com/office/drawing/2014/main" id="{DE94B328-D0C5-49AE-C9E9-844DEF0EE0C7}"/>
                    </a:ext>
                  </a:extLst>
                </p:cNvPr>
                <p:cNvPicPr/>
                <p:nvPr/>
              </p:nvPicPr>
              <p:blipFill>
                <a:blip r:embed="rId275"/>
                <a:stretch>
                  <a:fillRect/>
                </a:stretch>
              </p:blipFill>
              <p:spPr>
                <a:xfrm>
                  <a:off x="4633315" y="2466708"/>
                  <a:ext cx="36576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1" name="Ink 180">
                  <a:extLst>
                    <a:ext uri="{FF2B5EF4-FFF2-40B4-BE49-F238E27FC236}">
                      <a16:creationId xmlns:a16="http://schemas.microsoft.com/office/drawing/2014/main" id="{1ADDA383-6A90-EAFD-6912-ED20EA703D97}"/>
                    </a:ext>
                  </a:extLst>
                </p14:cNvPr>
                <p14:cNvContentPartPr/>
                <p14:nvPr/>
              </p14:nvContentPartPr>
              <p14:xfrm>
                <a:off x="4827355" y="2280588"/>
                <a:ext cx="245160" cy="141480"/>
              </p14:xfrm>
            </p:contentPart>
          </mc:Choice>
          <mc:Fallback xmlns="">
            <p:pic>
              <p:nvPicPr>
                <p:cNvPr id="181" name="Ink 180">
                  <a:extLst>
                    <a:ext uri="{FF2B5EF4-FFF2-40B4-BE49-F238E27FC236}">
                      <a16:creationId xmlns:a16="http://schemas.microsoft.com/office/drawing/2014/main" id="{1ADDA383-6A90-EAFD-6912-ED20EA703D97}"/>
                    </a:ext>
                  </a:extLst>
                </p:cNvPr>
                <p:cNvPicPr/>
                <p:nvPr/>
              </p:nvPicPr>
              <p:blipFill>
                <a:blip r:embed="rId277"/>
                <a:stretch>
                  <a:fillRect/>
                </a:stretch>
              </p:blipFill>
              <p:spPr>
                <a:xfrm>
                  <a:off x="4821235" y="2274468"/>
                  <a:ext cx="25740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2" name="Ink 181">
                  <a:extLst>
                    <a:ext uri="{FF2B5EF4-FFF2-40B4-BE49-F238E27FC236}">
                      <a16:creationId xmlns:a16="http://schemas.microsoft.com/office/drawing/2014/main" id="{5240912C-A18A-0F3F-F649-3D00EFA78659}"/>
                    </a:ext>
                  </a:extLst>
                </p14:cNvPr>
                <p14:cNvContentPartPr/>
                <p14:nvPr/>
              </p14:nvContentPartPr>
              <p14:xfrm>
                <a:off x="4843195" y="2203908"/>
                <a:ext cx="229320" cy="148680"/>
              </p14:xfrm>
            </p:contentPart>
          </mc:Choice>
          <mc:Fallback xmlns="">
            <p:pic>
              <p:nvPicPr>
                <p:cNvPr id="182" name="Ink 181">
                  <a:extLst>
                    <a:ext uri="{FF2B5EF4-FFF2-40B4-BE49-F238E27FC236}">
                      <a16:creationId xmlns:a16="http://schemas.microsoft.com/office/drawing/2014/main" id="{5240912C-A18A-0F3F-F649-3D00EFA78659}"/>
                    </a:ext>
                  </a:extLst>
                </p:cNvPr>
                <p:cNvPicPr/>
                <p:nvPr/>
              </p:nvPicPr>
              <p:blipFill>
                <a:blip r:embed="rId279"/>
                <a:stretch>
                  <a:fillRect/>
                </a:stretch>
              </p:blipFill>
              <p:spPr>
                <a:xfrm>
                  <a:off x="4837075" y="2197788"/>
                  <a:ext cx="2415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3" name="Ink 182">
                  <a:extLst>
                    <a:ext uri="{FF2B5EF4-FFF2-40B4-BE49-F238E27FC236}">
                      <a16:creationId xmlns:a16="http://schemas.microsoft.com/office/drawing/2014/main" id="{7110C672-BB2D-1AF5-E7AF-43A475A7BF5E}"/>
                    </a:ext>
                  </a:extLst>
                </p14:cNvPr>
                <p14:cNvContentPartPr/>
                <p14:nvPr/>
              </p14:nvContentPartPr>
              <p14:xfrm>
                <a:off x="5048035" y="2080068"/>
                <a:ext cx="177480" cy="67680"/>
              </p14:xfrm>
            </p:contentPart>
          </mc:Choice>
          <mc:Fallback xmlns="">
            <p:pic>
              <p:nvPicPr>
                <p:cNvPr id="183" name="Ink 182">
                  <a:extLst>
                    <a:ext uri="{FF2B5EF4-FFF2-40B4-BE49-F238E27FC236}">
                      <a16:creationId xmlns:a16="http://schemas.microsoft.com/office/drawing/2014/main" id="{7110C672-BB2D-1AF5-E7AF-43A475A7BF5E}"/>
                    </a:ext>
                  </a:extLst>
                </p:cNvPr>
                <p:cNvPicPr/>
                <p:nvPr/>
              </p:nvPicPr>
              <p:blipFill>
                <a:blip r:embed="rId281"/>
                <a:stretch>
                  <a:fillRect/>
                </a:stretch>
              </p:blipFill>
              <p:spPr>
                <a:xfrm>
                  <a:off x="5041915" y="2073948"/>
                  <a:ext cx="18972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84" name="Ink 183">
                  <a:extLst>
                    <a:ext uri="{FF2B5EF4-FFF2-40B4-BE49-F238E27FC236}">
                      <a16:creationId xmlns:a16="http://schemas.microsoft.com/office/drawing/2014/main" id="{E1EC4899-6C67-2C98-ABCC-AA7B89EACA97}"/>
                    </a:ext>
                  </a:extLst>
                </p14:cNvPr>
                <p14:cNvContentPartPr/>
                <p14:nvPr/>
              </p14:nvContentPartPr>
              <p14:xfrm>
                <a:off x="5072155" y="1970268"/>
                <a:ext cx="183600" cy="119880"/>
              </p14:xfrm>
            </p:contentPart>
          </mc:Choice>
          <mc:Fallback xmlns="">
            <p:pic>
              <p:nvPicPr>
                <p:cNvPr id="184" name="Ink 183">
                  <a:extLst>
                    <a:ext uri="{FF2B5EF4-FFF2-40B4-BE49-F238E27FC236}">
                      <a16:creationId xmlns:a16="http://schemas.microsoft.com/office/drawing/2014/main" id="{E1EC4899-6C67-2C98-ABCC-AA7B89EACA97}"/>
                    </a:ext>
                  </a:extLst>
                </p:cNvPr>
                <p:cNvPicPr/>
                <p:nvPr/>
              </p:nvPicPr>
              <p:blipFill>
                <a:blip r:embed="rId283"/>
                <a:stretch>
                  <a:fillRect/>
                </a:stretch>
              </p:blipFill>
              <p:spPr>
                <a:xfrm>
                  <a:off x="5066035" y="1964148"/>
                  <a:ext cx="1958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85" name="Ink 184">
                  <a:extLst>
                    <a:ext uri="{FF2B5EF4-FFF2-40B4-BE49-F238E27FC236}">
                      <a16:creationId xmlns:a16="http://schemas.microsoft.com/office/drawing/2014/main" id="{917ECD6B-7664-28E6-CD32-E11C2E7B6035}"/>
                    </a:ext>
                  </a:extLst>
                </p14:cNvPr>
                <p14:cNvContentPartPr/>
                <p14:nvPr/>
              </p14:nvContentPartPr>
              <p14:xfrm>
                <a:off x="5184475" y="1856148"/>
                <a:ext cx="182520" cy="80640"/>
              </p14:xfrm>
            </p:contentPart>
          </mc:Choice>
          <mc:Fallback xmlns="">
            <p:pic>
              <p:nvPicPr>
                <p:cNvPr id="185" name="Ink 184">
                  <a:extLst>
                    <a:ext uri="{FF2B5EF4-FFF2-40B4-BE49-F238E27FC236}">
                      <a16:creationId xmlns:a16="http://schemas.microsoft.com/office/drawing/2014/main" id="{917ECD6B-7664-28E6-CD32-E11C2E7B6035}"/>
                    </a:ext>
                  </a:extLst>
                </p:cNvPr>
                <p:cNvPicPr/>
                <p:nvPr/>
              </p:nvPicPr>
              <p:blipFill>
                <a:blip r:embed="rId285"/>
                <a:stretch>
                  <a:fillRect/>
                </a:stretch>
              </p:blipFill>
              <p:spPr>
                <a:xfrm>
                  <a:off x="5178355" y="1850028"/>
                  <a:ext cx="19476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86" name="Ink 185">
                  <a:extLst>
                    <a:ext uri="{FF2B5EF4-FFF2-40B4-BE49-F238E27FC236}">
                      <a16:creationId xmlns:a16="http://schemas.microsoft.com/office/drawing/2014/main" id="{F57368A4-B06D-B308-D9DB-FDA56EE6C385}"/>
                    </a:ext>
                  </a:extLst>
                </p14:cNvPr>
                <p14:cNvContentPartPr/>
                <p14:nvPr/>
              </p14:nvContentPartPr>
              <p14:xfrm>
                <a:off x="5080795" y="1684788"/>
                <a:ext cx="299520" cy="138240"/>
              </p14:xfrm>
            </p:contentPart>
          </mc:Choice>
          <mc:Fallback xmlns="">
            <p:pic>
              <p:nvPicPr>
                <p:cNvPr id="186" name="Ink 185">
                  <a:extLst>
                    <a:ext uri="{FF2B5EF4-FFF2-40B4-BE49-F238E27FC236}">
                      <a16:creationId xmlns:a16="http://schemas.microsoft.com/office/drawing/2014/main" id="{F57368A4-B06D-B308-D9DB-FDA56EE6C385}"/>
                    </a:ext>
                  </a:extLst>
                </p:cNvPr>
                <p:cNvPicPr/>
                <p:nvPr/>
              </p:nvPicPr>
              <p:blipFill>
                <a:blip r:embed="rId287"/>
                <a:stretch>
                  <a:fillRect/>
                </a:stretch>
              </p:blipFill>
              <p:spPr>
                <a:xfrm>
                  <a:off x="5074675" y="1678668"/>
                  <a:ext cx="31176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87" name="Ink 186">
                  <a:extLst>
                    <a:ext uri="{FF2B5EF4-FFF2-40B4-BE49-F238E27FC236}">
                      <a16:creationId xmlns:a16="http://schemas.microsoft.com/office/drawing/2014/main" id="{BA20F4C2-5CE0-EA10-07CC-A9BBD8483CBC}"/>
                    </a:ext>
                  </a:extLst>
                </p14:cNvPr>
                <p14:cNvContentPartPr/>
                <p14:nvPr/>
              </p14:nvContentPartPr>
              <p14:xfrm>
                <a:off x="4981795" y="1741308"/>
                <a:ext cx="219960" cy="53640"/>
              </p14:xfrm>
            </p:contentPart>
          </mc:Choice>
          <mc:Fallback xmlns="">
            <p:pic>
              <p:nvPicPr>
                <p:cNvPr id="187" name="Ink 186">
                  <a:extLst>
                    <a:ext uri="{FF2B5EF4-FFF2-40B4-BE49-F238E27FC236}">
                      <a16:creationId xmlns:a16="http://schemas.microsoft.com/office/drawing/2014/main" id="{BA20F4C2-5CE0-EA10-07CC-A9BBD8483CBC}"/>
                    </a:ext>
                  </a:extLst>
                </p:cNvPr>
                <p:cNvPicPr/>
                <p:nvPr/>
              </p:nvPicPr>
              <p:blipFill>
                <a:blip r:embed="rId289"/>
                <a:stretch>
                  <a:fillRect/>
                </a:stretch>
              </p:blipFill>
              <p:spPr>
                <a:xfrm>
                  <a:off x="4975675" y="1735188"/>
                  <a:ext cx="23220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88" name="Ink 187">
                  <a:extLst>
                    <a:ext uri="{FF2B5EF4-FFF2-40B4-BE49-F238E27FC236}">
                      <a16:creationId xmlns:a16="http://schemas.microsoft.com/office/drawing/2014/main" id="{2C25D484-8E9A-40A3-2CC3-9AE254523800}"/>
                    </a:ext>
                  </a:extLst>
                </p14:cNvPr>
                <p14:cNvContentPartPr/>
                <p14:nvPr/>
              </p14:nvContentPartPr>
              <p14:xfrm>
                <a:off x="4802155" y="1672908"/>
                <a:ext cx="232920" cy="209880"/>
              </p14:xfrm>
            </p:contentPart>
          </mc:Choice>
          <mc:Fallback xmlns="">
            <p:pic>
              <p:nvPicPr>
                <p:cNvPr id="188" name="Ink 187">
                  <a:extLst>
                    <a:ext uri="{FF2B5EF4-FFF2-40B4-BE49-F238E27FC236}">
                      <a16:creationId xmlns:a16="http://schemas.microsoft.com/office/drawing/2014/main" id="{2C25D484-8E9A-40A3-2CC3-9AE254523800}"/>
                    </a:ext>
                  </a:extLst>
                </p:cNvPr>
                <p:cNvPicPr/>
                <p:nvPr/>
              </p:nvPicPr>
              <p:blipFill>
                <a:blip r:embed="rId291"/>
                <a:stretch>
                  <a:fillRect/>
                </a:stretch>
              </p:blipFill>
              <p:spPr>
                <a:xfrm>
                  <a:off x="4796035" y="1666788"/>
                  <a:ext cx="24516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9" name="Ink 188">
                  <a:extLst>
                    <a:ext uri="{FF2B5EF4-FFF2-40B4-BE49-F238E27FC236}">
                      <a16:creationId xmlns:a16="http://schemas.microsoft.com/office/drawing/2014/main" id="{F25F9720-43A3-D153-F139-C5A5FC73F1E5}"/>
                    </a:ext>
                  </a:extLst>
                </p14:cNvPr>
                <p14:cNvContentPartPr/>
                <p14:nvPr/>
              </p14:nvContentPartPr>
              <p14:xfrm>
                <a:off x="4712875" y="1809708"/>
                <a:ext cx="188640" cy="169560"/>
              </p14:xfrm>
            </p:contentPart>
          </mc:Choice>
          <mc:Fallback xmlns="">
            <p:pic>
              <p:nvPicPr>
                <p:cNvPr id="189" name="Ink 188">
                  <a:extLst>
                    <a:ext uri="{FF2B5EF4-FFF2-40B4-BE49-F238E27FC236}">
                      <a16:creationId xmlns:a16="http://schemas.microsoft.com/office/drawing/2014/main" id="{F25F9720-43A3-D153-F139-C5A5FC73F1E5}"/>
                    </a:ext>
                  </a:extLst>
                </p:cNvPr>
                <p:cNvPicPr/>
                <p:nvPr/>
              </p:nvPicPr>
              <p:blipFill>
                <a:blip r:embed="rId293"/>
                <a:stretch>
                  <a:fillRect/>
                </a:stretch>
              </p:blipFill>
              <p:spPr>
                <a:xfrm>
                  <a:off x="4706755" y="1803588"/>
                  <a:ext cx="20088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90" name="Ink 189">
                  <a:extLst>
                    <a:ext uri="{FF2B5EF4-FFF2-40B4-BE49-F238E27FC236}">
                      <a16:creationId xmlns:a16="http://schemas.microsoft.com/office/drawing/2014/main" id="{D8372726-D124-9CCA-7A83-65A8663AC426}"/>
                    </a:ext>
                  </a:extLst>
                </p14:cNvPr>
                <p14:cNvContentPartPr/>
                <p14:nvPr/>
              </p14:nvContentPartPr>
              <p14:xfrm>
                <a:off x="4636915" y="1823748"/>
                <a:ext cx="258480" cy="242280"/>
              </p14:xfrm>
            </p:contentPart>
          </mc:Choice>
          <mc:Fallback xmlns="">
            <p:pic>
              <p:nvPicPr>
                <p:cNvPr id="190" name="Ink 189">
                  <a:extLst>
                    <a:ext uri="{FF2B5EF4-FFF2-40B4-BE49-F238E27FC236}">
                      <a16:creationId xmlns:a16="http://schemas.microsoft.com/office/drawing/2014/main" id="{D8372726-D124-9CCA-7A83-65A8663AC426}"/>
                    </a:ext>
                  </a:extLst>
                </p:cNvPr>
                <p:cNvPicPr/>
                <p:nvPr/>
              </p:nvPicPr>
              <p:blipFill>
                <a:blip r:embed="rId295"/>
                <a:stretch>
                  <a:fillRect/>
                </a:stretch>
              </p:blipFill>
              <p:spPr>
                <a:xfrm>
                  <a:off x="4630795" y="1817628"/>
                  <a:ext cx="27072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91" name="Ink 190">
                  <a:extLst>
                    <a:ext uri="{FF2B5EF4-FFF2-40B4-BE49-F238E27FC236}">
                      <a16:creationId xmlns:a16="http://schemas.microsoft.com/office/drawing/2014/main" id="{4DA82F15-BBD1-D7F3-EBD2-9807FC9A496B}"/>
                    </a:ext>
                  </a:extLst>
                </p14:cNvPr>
                <p14:cNvContentPartPr/>
                <p14:nvPr/>
              </p14:nvContentPartPr>
              <p14:xfrm>
                <a:off x="4544035" y="2102748"/>
                <a:ext cx="163080" cy="91440"/>
              </p14:xfrm>
            </p:contentPart>
          </mc:Choice>
          <mc:Fallback xmlns="">
            <p:pic>
              <p:nvPicPr>
                <p:cNvPr id="191" name="Ink 190">
                  <a:extLst>
                    <a:ext uri="{FF2B5EF4-FFF2-40B4-BE49-F238E27FC236}">
                      <a16:creationId xmlns:a16="http://schemas.microsoft.com/office/drawing/2014/main" id="{4DA82F15-BBD1-D7F3-EBD2-9807FC9A496B}"/>
                    </a:ext>
                  </a:extLst>
                </p:cNvPr>
                <p:cNvPicPr/>
                <p:nvPr/>
              </p:nvPicPr>
              <p:blipFill>
                <a:blip r:embed="rId297"/>
                <a:stretch>
                  <a:fillRect/>
                </a:stretch>
              </p:blipFill>
              <p:spPr>
                <a:xfrm>
                  <a:off x="4537915" y="2096628"/>
                  <a:ext cx="1753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92" name="Ink 191">
                  <a:extLst>
                    <a:ext uri="{FF2B5EF4-FFF2-40B4-BE49-F238E27FC236}">
                      <a16:creationId xmlns:a16="http://schemas.microsoft.com/office/drawing/2014/main" id="{C4BA2E78-6E7A-A73D-6896-8A083AD48AD4}"/>
                    </a:ext>
                  </a:extLst>
                </p14:cNvPr>
                <p14:cNvContentPartPr/>
                <p14:nvPr/>
              </p14:nvContentPartPr>
              <p14:xfrm>
                <a:off x="4465555" y="2086548"/>
                <a:ext cx="257040" cy="132840"/>
              </p14:xfrm>
            </p:contentPart>
          </mc:Choice>
          <mc:Fallback xmlns="">
            <p:pic>
              <p:nvPicPr>
                <p:cNvPr id="192" name="Ink 191">
                  <a:extLst>
                    <a:ext uri="{FF2B5EF4-FFF2-40B4-BE49-F238E27FC236}">
                      <a16:creationId xmlns:a16="http://schemas.microsoft.com/office/drawing/2014/main" id="{C4BA2E78-6E7A-A73D-6896-8A083AD48AD4}"/>
                    </a:ext>
                  </a:extLst>
                </p:cNvPr>
                <p:cNvPicPr/>
                <p:nvPr/>
              </p:nvPicPr>
              <p:blipFill>
                <a:blip r:embed="rId299"/>
                <a:stretch>
                  <a:fillRect/>
                </a:stretch>
              </p:blipFill>
              <p:spPr>
                <a:xfrm>
                  <a:off x="4459435" y="2080428"/>
                  <a:ext cx="2692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93" name="Ink 192">
                  <a:extLst>
                    <a:ext uri="{FF2B5EF4-FFF2-40B4-BE49-F238E27FC236}">
                      <a16:creationId xmlns:a16="http://schemas.microsoft.com/office/drawing/2014/main" id="{7B246C8E-CF82-E6A4-9A8A-F7BDD3E93DB9}"/>
                    </a:ext>
                  </a:extLst>
                </p14:cNvPr>
                <p14:cNvContentPartPr/>
                <p14:nvPr/>
              </p14:nvContentPartPr>
              <p14:xfrm>
                <a:off x="4523515" y="1978908"/>
                <a:ext cx="201600" cy="107640"/>
              </p14:xfrm>
            </p:contentPart>
          </mc:Choice>
          <mc:Fallback xmlns="">
            <p:pic>
              <p:nvPicPr>
                <p:cNvPr id="193" name="Ink 192">
                  <a:extLst>
                    <a:ext uri="{FF2B5EF4-FFF2-40B4-BE49-F238E27FC236}">
                      <a16:creationId xmlns:a16="http://schemas.microsoft.com/office/drawing/2014/main" id="{7B246C8E-CF82-E6A4-9A8A-F7BDD3E93DB9}"/>
                    </a:ext>
                  </a:extLst>
                </p:cNvPr>
                <p:cNvPicPr/>
                <p:nvPr/>
              </p:nvPicPr>
              <p:blipFill>
                <a:blip r:embed="rId301"/>
                <a:stretch>
                  <a:fillRect/>
                </a:stretch>
              </p:blipFill>
              <p:spPr>
                <a:xfrm>
                  <a:off x="4517395" y="1972788"/>
                  <a:ext cx="21384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94" name="Ink 193">
                  <a:extLst>
                    <a:ext uri="{FF2B5EF4-FFF2-40B4-BE49-F238E27FC236}">
                      <a16:creationId xmlns:a16="http://schemas.microsoft.com/office/drawing/2014/main" id="{4E89D58C-7648-D0E3-2388-67EE1895AC4A}"/>
                    </a:ext>
                  </a:extLst>
                </p14:cNvPr>
                <p14:cNvContentPartPr/>
                <p14:nvPr/>
              </p14:nvContentPartPr>
              <p14:xfrm>
                <a:off x="4447555" y="1713228"/>
                <a:ext cx="216360" cy="223920"/>
              </p14:xfrm>
            </p:contentPart>
          </mc:Choice>
          <mc:Fallback xmlns="">
            <p:pic>
              <p:nvPicPr>
                <p:cNvPr id="194" name="Ink 193">
                  <a:extLst>
                    <a:ext uri="{FF2B5EF4-FFF2-40B4-BE49-F238E27FC236}">
                      <a16:creationId xmlns:a16="http://schemas.microsoft.com/office/drawing/2014/main" id="{4E89D58C-7648-D0E3-2388-67EE1895AC4A}"/>
                    </a:ext>
                  </a:extLst>
                </p:cNvPr>
                <p:cNvPicPr/>
                <p:nvPr/>
              </p:nvPicPr>
              <p:blipFill>
                <a:blip r:embed="rId303"/>
                <a:stretch>
                  <a:fillRect/>
                </a:stretch>
              </p:blipFill>
              <p:spPr>
                <a:xfrm>
                  <a:off x="4441435" y="1707108"/>
                  <a:ext cx="2286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95" name="Ink 194">
                  <a:extLst>
                    <a:ext uri="{FF2B5EF4-FFF2-40B4-BE49-F238E27FC236}">
                      <a16:creationId xmlns:a16="http://schemas.microsoft.com/office/drawing/2014/main" id="{1BB43EC4-3452-D345-2851-B67A8CD65D62}"/>
                    </a:ext>
                  </a:extLst>
                </p14:cNvPr>
                <p14:cNvContentPartPr/>
                <p14:nvPr/>
              </p14:nvContentPartPr>
              <p14:xfrm>
                <a:off x="4716475" y="1453668"/>
                <a:ext cx="258480" cy="25200"/>
              </p14:xfrm>
            </p:contentPart>
          </mc:Choice>
          <mc:Fallback xmlns="">
            <p:pic>
              <p:nvPicPr>
                <p:cNvPr id="195" name="Ink 194">
                  <a:extLst>
                    <a:ext uri="{FF2B5EF4-FFF2-40B4-BE49-F238E27FC236}">
                      <a16:creationId xmlns:a16="http://schemas.microsoft.com/office/drawing/2014/main" id="{1BB43EC4-3452-D345-2851-B67A8CD65D62}"/>
                    </a:ext>
                  </a:extLst>
                </p:cNvPr>
                <p:cNvPicPr/>
                <p:nvPr/>
              </p:nvPicPr>
              <p:blipFill>
                <a:blip r:embed="rId305"/>
                <a:stretch>
                  <a:fillRect/>
                </a:stretch>
              </p:blipFill>
              <p:spPr>
                <a:xfrm>
                  <a:off x="4710355" y="1447548"/>
                  <a:ext cx="2707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96" name="Ink 195">
                  <a:extLst>
                    <a:ext uri="{FF2B5EF4-FFF2-40B4-BE49-F238E27FC236}">
                      <a16:creationId xmlns:a16="http://schemas.microsoft.com/office/drawing/2014/main" id="{D4037DFB-0D1F-473B-464E-827E6E224C49}"/>
                    </a:ext>
                  </a:extLst>
                </p14:cNvPr>
                <p14:cNvContentPartPr/>
                <p14:nvPr/>
              </p14:nvContentPartPr>
              <p14:xfrm>
                <a:off x="4739515" y="1370148"/>
                <a:ext cx="310320" cy="106560"/>
              </p14:xfrm>
            </p:contentPart>
          </mc:Choice>
          <mc:Fallback xmlns="">
            <p:pic>
              <p:nvPicPr>
                <p:cNvPr id="196" name="Ink 195">
                  <a:extLst>
                    <a:ext uri="{FF2B5EF4-FFF2-40B4-BE49-F238E27FC236}">
                      <a16:creationId xmlns:a16="http://schemas.microsoft.com/office/drawing/2014/main" id="{D4037DFB-0D1F-473B-464E-827E6E224C49}"/>
                    </a:ext>
                  </a:extLst>
                </p:cNvPr>
                <p:cNvPicPr/>
                <p:nvPr/>
              </p:nvPicPr>
              <p:blipFill>
                <a:blip r:embed="rId307"/>
                <a:stretch>
                  <a:fillRect/>
                </a:stretch>
              </p:blipFill>
              <p:spPr>
                <a:xfrm>
                  <a:off x="4733395" y="1364028"/>
                  <a:ext cx="3225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7" name="Ink 196">
                  <a:extLst>
                    <a:ext uri="{FF2B5EF4-FFF2-40B4-BE49-F238E27FC236}">
                      <a16:creationId xmlns:a16="http://schemas.microsoft.com/office/drawing/2014/main" id="{A40F7520-8327-BCE1-36E2-F6D3F300EBC6}"/>
                    </a:ext>
                  </a:extLst>
                </p14:cNvPr>
                <p14:cNvContentPartPr/>
                <p14:nvPr/>
              </p14:nvContentPartPr>
              <p14:xfrm>
                <a:off x="4462675" y="1506948"/>
                <a:ext cx="260280" cy="193320"/>
              </p14:xfrm>
            </p:contentPart>
          </mc:Choice>
          <mc:Fallback xmlns="">
            <p:pic>
              <p:nvPicPr>
                <p:cNvPr id="197" name="Ink 196">
                  <a:extLst>
                    <a:ext uri="{FF2B5EF4-FFF2-40B4-BE49-F238E27FC236}">
                      <a16:creationId xmlns:a16="http://schemas.microsoft.com/office/drawing/2014/main" id="{A40F7520-8327-BCE1-36E2-F6D3F300EBC6}"/>
                    </a:ext>
                  </a:extLst>
                </p:cNvPr>
                <p:cNvPicPr/>
                <p:nvPr/>
              </p:nvPicPr>
              <p:blipFill>
                <a:blip r:embed="rId309"/>
                <a:stretch>
                  <a:fillRect/>
                </a:stretch>
              </p:blipFill>
              <p:spPr>
                <a:xfrm>
                  <a:off x="4456555" y="1500828"/>
                  <a:ext cx="2725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98" name="Ink 197">
                  <a:extLst>
                    <a:ext uri="{FF2B5EF4-FFF2-40B4-BE49-F238E27FC236}">
                      <a16:creationId xmlns:a16="http://schemas.microsoft.com/office/drawing/2014/main" id="{80BF2F64-A6A4-4BAA-B405-24E29E258966}"/>
                    </a:ext>
                  </a:extLst>
                </p14:cNvPr>
                <p14:cNvContentPartPr/>
                <p14:nvPr/>
              </p14:nvContentPartPr>
              <p14:xfrm>
                <a:off x="4410115" y="1535028"/>
                <a:ext cx="281160" cy="145800"/>
              </p14:xfrm>
            </p:contentPart>
          </mc:Choice>
          <mc:Fallback xmlns="">
            <p:pic>
              <p:nvPicPr>
                <p:cNvPr id="198" name="Ink 197">
                  <a:extLst>
                    <a:ext uri="{FF2B5EF4-FFF2-40B4-BE49-F238E27FC236}">
                      <a16:creationId xmlns:a16="http://schemas.microsoft.com/office/drawing/2014/main" id="{80BF2F64-A6A4-4BAA-B405-24E29E258966}"/>
                    </a:ext>
                  </a:extLst>
                </p:cNvPr>
                <p:cNvPicPr/>
                <p:nvPr/>
              </p:nvPicPr>
              <p:blipFill>
                <a:blip r:embed="rId311"/>
                <a:stretch>
                  <a:fillRect/>
                </a:stretch>
              </p:blipFill>
              <p:spPr>
                <a:xfrm>
                  <a:off x="4403995" y="1528908"/>
                  <a:ext cx="2934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9" name="Ink 198">
                  <a:extLst>
                    <a:ext uri="{FF2B5EF4-FFF2-40B4-BE49-F238E27FC236}">
                      <a16:creationId xmlns:a16="http://schemas.microsoft.com/office/drawing/2014/main" id="{93DE3A0A-1FA2-F627-9574-D19D286D0ED9}"/>
                    </a:ext>
                  </a:extLst>
                </p14:cNvPr>
                <p14:cNvContentPartPr/>
                <p14:nvPr/>
              </p14:nvContentPartPr>
              <p14:xfrm>
                <a:off x="4185835" y="1576428"/>
                <a:ext cx="316440" cy="139320"/>
              </p14:xfrm>
            </p:contentPart>
          </mc:Choice>
          <mc:Fallback xmlns="">
            <p:pic>
              <p:nvPicPr>
                <p:cNvPr id="199" name="Ink 198">
                  <a:extLst>
                    <a:ext uri="{FF2B5EF4-FFF2-40B4-BE49-F238E27FC236}">
                      <a16:creationId xmlns:a16="http://schemas.microsoft.com/office/drawing/2014/main" id="{93DE3A0A-1FA2-F627-9574-D19D286D0ED9}"/>
                    </a:ext>
                  </a:extLst>
                </p:cNvPr>
                <p:cNvPicPr/>
                <p:nvPr/>
              </p:nvPicPr>
              <p:blipFill>
                <a:blip r:embed="rId313"/>
                <a:stretch>
                  <a:fillRect/>
                </a:stretch>
              </p:blipFill>
              <p:spPr>
                <a:xfrm>
                  <a:off x="4179715" y="1570308"/>
                  <a:ext cx="3286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00" name="Ink 199">
                  <a:extLst>
                    <a:ext uri="{FF2B5EF4-FFF2-40B4-BE49-F238E27FC236}">
                      <a16:creationId xmlns:a16="http://schemas.microsoft.com/office/drawing/2014/main" id="{0708D993-710D-CC47-67E9-514C63619CE3}"/>
                    </a:ext>
                  </a:extLst>
                </p14:cNvPr>
                <p14:cNvContentPartPr/>
                <p14:nvPr/>
              </p14:nvContentPartPr>
              <p14:xfrm>
                <a:off x="4026715" y="1588308"/>
                <a:ext cx="305280" cy="189360"/>
              </p14:xfrm>
            </p:contentPart>
          </mc:Choice>
          <mc:Fallback xmlns="">
            <p:pic>
              <p:nvPicPr>
                <p:cNvPr id="200" name="Ink 199">
                  <a:extLst>
                    <a:ext uri="{FF2B5EF4-FFF2-40B4-BE49-F238E27FC236}">
                      <a16:creationId xmlns:a16="http://schemas.microsoft.com/office/drawing/2014/main" id="{0708D993-710D-CC47-67E9-514C63619CE3}"/>
                    </a:ext>
                  </a:extLst>
                </p:cNvPr>
                <p:cNvPicPr/>
                <p:nvPr/>
              </p:nvPicPr>
              <p:blipFill>
                <a:blip r:embed="rId315"/>
                <a:stretch>
                  <a:fillRect/>
                </a:stretch>
              </p:blipFill>
              <p:spPr>
                <a:xfrm>
                  <a:off x="4020595" y="1582188"/>
                  <a:ext cx="3175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01" name="Ink 200">
                  <a:extLst>
                    <a:ext uri="{FF2B5EF4-FFF2-40B4-BE49-F238E27FC236}">
                      <a16:creationId xmlns:a16="http://schemas.microsoft.com/office/drawing/2014/main" id="{6342B6B5-083E-CAA0-B9CC-D433BAA00686}"/>
                    </a:ext>
                  </a:extLst>
                </p14:cNvPr>
                <p14:cNvContentPartPr/>
                <p14:nvPr/>
              </p14:nvContentPartPr>
              <p14:xfrm>
                <a:off x="3726475" y="1741308"/>
                <a:ext cx="324720" cy="146880"/>
              </p14:xfrm>
            </p:contentPart>
          </mc:Choice>
          <mc:Fallback xmlns="">
            <p:pic>
              <p:nvPicPr>
                <p:cNvPr id="201" name="Ink 200">
                  <a:extLst>
                    <a:ext uri="{FF2B5EF4-FFF2-40B4-BE49-F238E27FC236}">
                      <a16:creationId xmlns:a16="http://schemas.microsoft.com/office/drawing/2014/main" id="{6342B6B5-083E-CAA0-B9CC-D433BAA00686}"/>
                    </a:ext>
                  </a:extLst>
                </p:cNvPr>
                <p:cNvPicPr/>
                <p:nvPr/>
              </p:nvPicPr>
              <p:blipFill>
                <a:blip r:embed="rId317"/>
                <a:stretch>
                  <a:fillRect/>
                </a:stretch>
              </p:blipFill>
              <p:spPr>
                <a:xfrm>
                  <a:off x="3720355" y="1735188"/>
                  <a:ext cx="3369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02" name="Ink 201">
                  <a:extLst>
                    <a:ext uri="{FF2B5EF4-FFF2-40B4-BE49-F238E27FC236}">
                      <a16:creationId xmlns:a16="http://schemas.microsoft.com/office/drawing/2014/main" id="{38A0DDA7-D5A3-7265-5A1D-0058C4EC31F1}"/>
                    </a:ext>
                  </a:extLst>
                </p14:cNvPr>
                <p14:cNvContentPartPr/>
                <p14:nvPr/>
              </p14:nvContentPartPr>
              <p14:xfrm>
                <a:off x="3609475" y="1746708"/>
                <a:ext cx="275400" cy="186840"/>
              </p14:xfrm>
            </p:contentPart>
          </mc:Choice>
          <mc:Fallback xmlns="">
            <p:pic>
              <p:nvPicPr>
                <p:cNvPr id="202" name="Ink 201">
                  <a:extLst>
                    <a:ext uri="{FF2B5EF4-FFF2-40B4-BE49-F238E27FC236}">
                      <a16:creationId xmlns:a16="http://schemas.microsoft.com/office/drawing/2014/main" id="{38A0DDA7-D5A3-7265-5A1D-0058C4EC31F1}"/>
                    </a:ext>
                  </a:extLst>
                </p:cNvPr>
                <p:cNvPicPr/>
                <p:nvPr/>
              </p:nvPicPr>
              <p:blipFill>
                <a:blip r:embed="rId319"/>
                <a:stretch>
                  <a:fillRect/>
                </a:stretch>
              </p:blipFill>
              <p:spPr>
                <a:xfrm>
                  <a:off x="3603355" y="1740588"/>
                  <a:ext cx="28764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03" name="Ink 202">
                  <a:extLst>
                    <a:ext uri="{FF2B5EF4-FFF2-40B4-BE49-F238E27FC236}">
                      <a16:creationId xmlns:a16="http://schemas.microsoft.com/office/drawing/2014/main" id="{FC697F1F-D648-F7FD-2345-015C11778A00}"/>
                    </a:ext>
                  </a:extLst>
                </p14:cNvPr>
                <p14:cNvContentPartPr/>
                <p14:nvPr/>
              </p14:nvContentPartPr>
              <p14:xfrm>
                <a:off x="3148315" y="1765068"/>
                <a:ext cx="233640" cy="113400"/>
              </p14:xfrm>
            </p:contentPart>
          </mc:Choice>
          <mc:Fallback xmlns="">
            <p:pic>
              <p:nvPicPr>
                <p:cNvPr id="203" name="Ink 202">
                  <a:extLst>
                    <a:ext uri="{FF2B5EF4-FFF2-40B4-BE49-F238E27FC236}">
                      <a16:creationId xmlns:a16="http://schemas.microsoft.com/office/drawing/2014/main" id="{FC697F1F-D648-F7FD-2345-015C11778A00}"/>
                    </a:ext>
                  </a:extLst>
                </p:cNvPr>
                <p:cNvPicPr/>
                <p:nvPr/>
              </p:nvPicPr>
              <p:blipFill>
                <a:blip r:embed="rId321"/>
                <a:stretch>
                  <a:fillRect/>
                </a:stretch>
              </p:blipFill>
              <p:spPr>
                <a:xfrm>
                  <a:off x="3142195" y="1758948"/>
                  <a:ext cx="24588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04" name="Ink 203">
                  <a:extLst>
                    <a:ext uri="{FF2B5EF4-FFF2-40B4-BE49-F238E27FC236}">
                      <a16:creationId xmlns:a16="http://schemas.microsoft.com/office/drawing/2014/main" id="{13BE6AD8-0FBD-174D-4FF7-821EBF41A99B}"/>
                    </a:ext>
                  </a:extLst>
                </p14:cNvPr>
                <p14:cNvContentPartPr/>
                <p14:nvPr/>
              </p14:nvContentPartPr>
              <p14:xfrm>
                <a:off x="3128515" y="1684788"/>
                <a:ext cx="339120" cy="272880"/>
              </p14:xfrm>
            </p:contentPart>
          </mc:Choice>
          <mc:Fallback xmlns="">
            <p:pic>
              <p:nvPicPr>
                <p:cNvPr id="204" name="Ink 203">
                  <a:extLst>
                    <a:ext uri="{FF2B5EF4-FFF2-40B4-BE49-F238E27FC236}">
                      <a16:creationId xmlns:a16="http://schemas.microsoft.com/office/drawing/2014/main" id="{13BE6AD8-0FBD-174D-4FF7-821EBF41A99B}"/>
                    </a:ext>
                  </a:extLst>
                </p:cNvPr>
                <p:cNvPicPr/>
                <p:nvPr/>
              </p:nvPicPr>
              <p:blipFill>
                <a:blip r:embed="rId323"/>
                <a:stretch>
                  <a:fillRect/>
                </a:stretch>
              </p:blipFill>
              <p:spPr>
                <a:xfrm>
                  <a:off x="3122395" y="1678668"/>
                  <a:ext cx="35136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06" name="Ink 205">
                  <a:extLst>
                    <a:ext uri="{FF2B5EF4-FFF2-40B4-BE49-F238E27FC236}">
                      <a16:creationId xmlns:a16="http://schemas.microsoft.com/office/drawing/2014/main" id="{AD37D614-32E1-2F63-5AD0-C820F54FADC7}"/>
                    </a:ext>
                  </a:extLst>
                </p14:cNvPr>
                <p14:cNvContentPartPr/>
                <p14:nvPr/>
              </p14:nvContentPartPr>
              <p14:xfrm>
                <a:off x="3623515" y="3174828"/>
                <a:ext cx="421560" cy="168840"/>
              </p14:xfrm>
            </p:contentPart>
          </mc:Choice>
          <mc:Fallback xmlns="">
            <p:pic>
              <p:nvPicPr>
                <p:cNvPr id="206" name="Ink 205">
                  <a:extLst>
                    <a:ext uri="{FF2B5EF4-FFF2-40B4-BE49-F238E27FC236}">
                      <a16:creationId xmlns:a16="http://schemas.microsoft.com/office/drawing/2014/main" id="{AD37D614-32E1-2F63-5AD0-C820F54FADC7}"/>
                    </a:ext>
                  </a:extLst>
                </p:cNvPr>
                <p:cNvPicPr/>
                <p:nvPr/>
              </p:nvPicPr>
              <p:blipFill>
                <a:blip r:embed="rId325"/>
                <a:stretch>
                  <a:fillRect/>
                </a:stretch>
              </p:blipFill>
              <p:spPr>
                <a:xfrm>
                  <a:off x="3617395" y="3168708"/>
                  <a:ext cx="43380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07" name="Ink 206">
                  <a:extLst>
                    <a:ext uri="{FF2B5EF4-FFF2-40B4-BE49-F238E27FC236}">
                      <a16:creationId xmlns:a16="http://schemas.microsoft.com/office/drawing/2014/main" id="{859B4D92-92F7-39B3-074A-31AD635C773C}"/>
                    </a:ext>
                  </a:extLst>
                </p14:cNvPr>
                <p14:cNvContentPartPr/>
                <p14:nvPr/>
              </p14:nvContentPartPr>
              <p14:xfrm>
                <a:off x="3341995" y="3088788"/>
                <a:ext cx="649080" cy="329400"/>
              </p14:xfrm>
            </p:contentPart>
          </mc:Choice>
          <mc:Fallback xmlns="">
            <p:pic>
              <p:nvPicPr>
                <p:cNvPr id="207" name="Ink 206">
                  <a:extLst>
                    <a:ext uri="{FF2B5EF4-FFF2-40B4-BE49-F238E27FC236}">
                      <a16:creationId xmlns:a16="http://schemas.microsoft.com/office/drawing/2014/main" id="{859B4D92-92F7-39B3-074A-31AD635C773C}"/>
                    </a:ext>
                  </a:extLst>
                </p:cNvPr>
                <p:cNvPicPr/>
                <p:nvPr/>
              </p:nvPicPr>
              <p:blipFill>
                <a:blip r:embed="rId327"/>
                <a:stretch>
                  <a:fillRect/>
                </a:stretch>
              </p:blipFill>
              <p:spPr>
                <a:xfrm>
                  <a:off x="3335875" y="3082668"/>
                  <a:ext cx="66132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08" name="Ink 207">
                  <a:extLst>
                    <a:ext uri="{FF2B5EF4-FFF2-40B4-BE49-F238E27FC236}">
                      <a16:creationId xmlns:a16="http://schemas.microsoft.com/office/drawing/2014/main" id="{D6F852B7-2ABD-4720-A3A7-11EB4B0CC454}"/>
                    </a:ext>
                  </a:extLst>
                </p14:cNvPr>
                <p14:cNvContentPartPr/>
                <p14:nvPr/>
              </p14:nvContentPartPr>
              <p14:xfrm>
                <a:off x="4033555" y="3275628"/>
                <a:ext cx="221760" cy="131040"/>
              </p14:xfrm>
            </p:contentPart>
          </mc:Choice>
          <mc:Fallback xmlns="">
            <p:pic>
              <p:nvPicPr>
                <p:cNvPr id="208" name="Ink 207">
                  <a:extLst>
                    <a:ext uri="{FF2B5EF4-FFF2-40B4-BE49-F238E27FC236}">
                      <a16:creationId xmlns:a16="http://schemas.microsoft.com/office/drawing/2014/main" id="{D6F852B7-2ABD-4720-A3A7-11EB4B0CC454}"/>
                    </a:ext>
                  </a:extLst>
                </p:cNvPr>
                <p:cNvPicPr/>
                <p:nvPr/>
              </p:nvPicPr>
              <p:blipFill>
                <a:blip r:embed="rId329"/>
                <a:stretch>
                  <a:fillRect/>
                </a:stretch>
              </p:blipFill>
              <p:spPr>
                <a:xfrm>
                  <a:off x="4027435" y="3269508"/>
                  <a:ext cx="23400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09" name="Ink 208">
                  <a:extLst>
                    <a:ext uri="{FF2B5EF4-FFF2-40B4-BE49-F238E27FC236}">
                      <a16:creationId xmlns:a16="http://schemas.microsoft.com/office/drawing/2014/main" id="{3B766BFD-F086-6C18-F3C9-85766DCE2D24}"/>
                    </a:ext>
                  </a:extLst>
                </p14:cNvPr>
                <p14:cNvContentPartPr/>
                <p14:nvPr/>
              </p14:nvContentPartPr>
              <p14:xfrm>
                <a:off x="4050835" y="3135948"/>
                <a:ext cx="298080" cy="351000"/>
              </p14:xfrm>
            </p:contentPart>
          </mc:Choice>
          <mc:Fallback xmlns="">
            <p:pic>
              <p:nvPicPr>
                <p:cNvPr id="209" name="Ink 208">
                  <a:extLst>
                    <a:ext uri="{FF2B5EF4-FFF2-40B4-BE49-F238E27FC236}">
                      <a16:creationId xmlns:a16="http://schemas.microsoft.com/office/drawing/2014/main" id="{3B766BFD-F086-6C18-F3C9-85766DCE2D24}"/>
                    </a:ext>
                  </a:extLst>
                </p:cNvPr>
                <p:cNvPicPr/>
                <p:nvPr/>
              </p:nvPicPr>
              <p:blipFill>
                <a:blip r:embed="rId331"/>
                <a:stretch>
                  <a:fillRect/>
                </a:stretch>
              </p:blipFill>
              <p:spPr>
                <a:xfrm>
                  <a:off x="4044715" y="3129828"/>
                  <a:ext cx="310320" cy="363240"/>
                </a:xfrm>
                <a:prstGeom prst="rect">
                  <a:avLst/>
                </a:prstGeom>
              </p:spPr>
            </p:pic>
          </mc:Fallback>
        </mc:AlternateContent>
      </p:grpSp>
      <p:grpSp>
        <p:nvGrpSpPr>
          <p:cNvPr id="213" name="Group 212">
            <a:extLst>
              <a:ext uri="{FF2B5EF4-FFF2-40B4-BE49-F238E27FC236}">
                <a16:creationId xmlns:a16="http://schemas.microsoft.com/office/drawing/2014/main" id="{5B7FAC2B-6424-D6A2-228F-0B23E07CDC1C}"/>
              </a:ext>
            </a:extLst>
          </p:cNvPr>
          <p:cNvGrpSpPr/>
          <p:nvPr/>
        </p:nvGrpSpPr>
        <p:grpSpPr>
          <a:xfrm>
            <a:off x="4340275" y="2846148"/>
            <a:ext cx="406440" cy="300960"/>
            <a:chOff x="4340275" y="2846148"/>
            <a:chExt cx="406440" cy="300960"/>
          </a:xfrm>
        </p:grpSpPr>
        <mc:AlternateContent xmlns:mc="http://schemas.openxmlformats.org/markup-compatibility/2006" xmlns:p14="http://schemas.microsoft.com/office/powerpoint/2010/main">
          <mc:Choice Requires="p14">
            <p:contentPart p14:bwMode="auto" r:id="rId332">
              <p14:nvContentPartPr>
                <p14:cNvPr id="211" name="Ink 210">
                  <a:extLst>
                    <a:ext uri="{FF2B5EF4-FFF2-40B4-BE49-F238E27FC236}">
                      <a16:creationId xmlns:a16="http://schemas.microsoft.com/office/drawing/2014/main" id="{14D1F728-3C45-D6BC-2879-A624BA556B74}"/>
                    </a:ext>
                  </a:extLst>
                </p14:cNvPr>
                <p14:cNvContentPartPr/>
                <p14:nvPr/>
              </p14:nvContentPartPr>
              <p14:xfrm>
                <a:off x="4352515" y="2858028"/>
                <a:ext cx="394200" cy="227160"/>
              </p14:xfrm>
            </p:contentPart>
          </mc:Choice>
          <mc:Fallback xmlns="">
            <p:pic>
              <p:nvPicPr>
                <p:cNvPr id="211" name="Ink 210">
                  <a:extLst>
                    <a:ext uri="{FF2B5EF4-FFF2-40B4-BE49-F238E27FC236}">
                      <a16:creationId xmlns:a16="http://schemas.microsoft.com/office/drawing/2014/main" id="{14D1F728-3C45-D6BC-2879-A624BA556B74}"/>
                    </a:ext>
                  </a:extLst>
                </p:cNvPr>
                <p:cNvPicPr/>
                <p:nvPr/>
              </p:nvPicPr>
              <p:blipFill>
                <a:blip r:embed="rId333"/>
                <a:stretch>
                  <a:fillRect/>
                </a:stretch>
              </p:blipFill>
              <p:spPr>
                <a:xfrm>
                  <a:off x="4343875" y="2849028"/>
                  <a:ext cx="41184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12" name="Ink 211">
                  <a:extLst>
                    <a:ext uri="{FF2B5EF4-FFF2-40B4-BE49-F238E27FC236}">
                      <a16:creationId xmlns:a16="http://schemas.microsoft.com/office/drawing/2014/main" id="{AB2D3E05-788C-F482-EC41-9CBC6CC670DF}"/>
                    </a:ext>
                  </a:extLst>
                </p14:cNvPr>
                <p14:cNvContentPartPr/>
                <p14:nvPr/>
              </p14:nvContentPartPr>
              <p14:xfrm>
                <a:off x="4340275" y="2846148"/>
                <a:ext cx="248760" cy="300960"/>
              </p14:xfrm>
            </p:contentPart>
          </mc:Choice>
          <mc:Fallback xmlns="">
            <p:pic>
              <p:nvPicPr>
                <p:cNvPr id="212" name="Ink 211">
                  <a:extLst>
                    <a:ext uri="{FF2B5EF4-FFF2-40B4-BE49-F238E27FC236}">
                      <a16:creationId xmlns:a16="http://schemas.microsoft.com/office/drawing/2014/main" id="{AB2D3E05-788C-F482-EC41-9CBC6CC670DF}"/>
                    </a:ext>
                  </a:extLst>
                </p:cNvPr>
                <p:cNvPicPr/>
                <p:nvPr/>
              </p:nvPicPr>
              <p:blipFill>
                <a:blip r:embed="rId335"/>
                <a:stretch>
                  <a:fillRect/>
                </a:stretch>
              </p:blipFill>
              <p:spPr>
                <a:xfrm>
                  <a:off x="4331635" y="2837148"/>
                  <a:ext cx="266400" cy="318600"/>
                </a:xfrm>
                <a:prstGeom prst="rect">
                  <a:avLst/>
                </a:prstGeom>
              </p:spPr>
            </p:pic>
          </mc:Fallback>
        </mc:AlternateContent>
      </p:grpSp>
      <p:grpSp>
        <p:nvGrpSpPr>
          <p:cNvPr id="225" name="Group 224">
            <a:extLst>
              <a:ext uri="{FF2B5EF4-FFF2-40B4-BE49-F238E27FC236}">
                <a16:creationId xmlns:a16="http://schemas.microsoft.com/office/drawing/2014/main" id="{F8EA63D2-2474-593E-C47C-A35FCDA2AC85}"/>
              </a:ext>
            </a:extLst>
          </p:cNvPr>
          <p:cNvGrpSpPr/>
          <p:nvPr/>
        </p:nvGrpSpPr>
        <p:grpSpPr>
          <a:xfrm>
            <a:off x="4196995" y="2213268"/>
            <a:ext cx="1298880" cy="899280"/>
            <a:chOff x="4196995" y="2213268"/>
            <a:chExt cx="1298880" cy="899280"/>
          </a:xfrm>
        </p:grpSpPr>
        <mc:AlternateContent xmlns:mc="http://schemas.openxmlformats.org/markup-compatibility/2006" xmlns:p14="http://schemas.microsoft.com/office/powerpoint/2010/main">
          <mc:Choice Requires="p14">
            <p:contentPart p14:bwMode="auto" r:id="rId336">
              <p14:nvContentPartPr>
                <p14:cNvPr id="214" name="Ink 213">
                  <a:extLst>
                    <a:ext uri="{FF2B5EF4-FFF2-40B4-BE49-F238E27FC236}">
                      <a16:creationId xmlns:a16="http://schemas.microsoft.com/office/drawing/2014/main" id="{58C14E29-A078-A9AA-E0FA-F027AC75CD47}"/>
                    </a:ext>
                  </a:extLst>
                </p14:cNvPr>
                <p14:cNvContentPartPr/>
                <p14:nvPr/>
              </p14:nvContentPartPr>
              <p14:xfrm>
                <a:off x="4316155" y="2872068"/>
                <a:ext cx="389160" cy="217080"/>
              </p14:xfrm>
            </p:contentPart>
          </mc:Choice>
          <mc:Fallback xmlns="">
            <p:pic>
              <p:nvPicPr>
                <p:cNvPr id="214" name="Ink 213">
                  <a:extLst>
                    <a:ext uri="{FF2B5EF4-FFF2-40B4-BE49-F238E27FC236}">
                      <a16:creationId xmlns:a16="http://schemas.microsoft.com/office/drawing/2014/main" id="{58C14E29-A078-A9AA-E0FA-F027AC75CD47}"/>
                    </a:ext>
                  </a:extLst>
                </p:cNvPr>
                <p:cNvPicPr/>
                <p:nvPr/>
              </p:nvPicPr>
              <p:blipFill>
                <a:blip r:embed="rId337"/>
                <a:stretch>
                  <a:fillRect/>
                </a:stretch>
              </p:blipFill>
              <p:spPr>
                <a:xfrm>
                  <a:off x="4307515" y="2863428"/>
                  <a:ext cx="40680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15" name="Ink 214">
                  <a:extLst>
                    <a:ext uri="{FF2B5EF4-FFF2-40B4-BE49-F238E27FC236}">
                      <a16:creationId xmlns:a16="http://schemas.microsoft.com/office/drawing/2014/main" id="{F686E448-C907-6EA0-392B-8E679FBF12AB}"/>
                    </a:ext>
                  </a:extLst>
                </p14:cNvPr>
                <p14:cNvContentPartPr/>
                <p14:nvPr/>
              </p14:nvContentPartPr>
              <p14:xfrm>
                <a:off x="4196995" y="2763708"/>
                <a:ext cx="421200" cy="348840"/>
              </p14:xfrm>
            </p:contentPart>
          </mc:Choice>
          <mc:Fallback xmlns="">
            <p:pic>
              <p:nvPicPr>
                <p:cNvPr id="215" name="Ink 214">
                  <a:extLst>
                    <a:ext uri="{FF2B5EF4-FFF2-40B4-BE49-F238E27FC236}">
                      <a16:creationId xmlns:a16="http://schemas.microsoft.com/office/drawing/2014/main" id="{F686E448-C907-6EA0-392B-8E679FBF12AB}"/>
                    </a:ext>
                  </a:extLst>
                </p:cNvPr>
                <p:cNvPicPr/>
                <p:nvPr/>
              </p:nvPicPr>
              <p:blipFill>
                <a:blip r:embed="rId339"/>
                <a:stretch>
                  <a:fillRect/>
                </a:stretch>
              </p:blipFill>
              <p:spPr>
                <a:xfrm>
                  <a:off x="4187995" y="2754708"/>
                  <a:ext cx="43884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16" name="Ink 215">
                  <a:extLst>
                    <a:ext uri="{FF2B5EF4-FFF2-40B4-BE49-F238E27FC236}">
                      <a16:creationId xmlns:a16="http://schemas.microsoft.com/office/drawing/2014/main" id="{8C4D89C5-37B5-412E-3984-ADAFE6AC9EBC}"/>
                    </a:ext>
                  </a:extLst>
                </p14:cNvPr>
                <p14:cNvContentPartPr/>
                <p14:nvPr/>
              </p14:nvContentPartPr>
              <p14:xfrm>
                <a:off x="4833475" y="2665068"/>
                <a:ext cx="173160" cy="232920"/>
              </p14:xfrm>
            </p:contentPart>
          </mc:Choice>
          <mc:Fallback xmlns="">
            <p:pic>
              <p:nvPicPr>
                <p:cNvPr id="216" name="Ink 215">
                  <a:extLst>
                    <a:ext uri="{FF2B5EF4-FFF2-40B4-BE49-F238E27FC236}">
                      <a16:creationId xmlns:a16="http://schemas.microsoft.com/office/drawing/2014/main" id="{8C4D89C5-37B5-412E-3984-ADAFE6AC9EBC}"/>
                    </a:ext>
                  </a:extLst>
                </p:cNvPr>
                <p:cNvPicPr/>
                <p:nvPr/>
              </p:nvPicPr>
              <p:blipFill>
                <a:blip r:embed="rId341"/>
                <a:stretch>
                  <a:fillRect/>
                </a:stretch>
              </p:blipFill>
              <p:spPr>
                <a:xfrm>
                  <a:off x="4824835" y="2656068"/>
                  <a:ext cx="19080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17" name="Ink 216">
                  <a:extLst>
                    <a:ext uri="{FF2B5EF4-FFF2-40B4-BE49-F238E27FC236}">
                      <a16:creationId xmlns:a16="http://schemas.microsoft.com/office/drawing/2014/main" id="{58B989FC-FC21-39AF-D49A-FD4F52EDFA67}"/>
                    </a:ext>
                  </a:extLst>
                </p14:cNvPr>
                <p14:cNvContentPartPr/>
                <p14:nvPr/>
              </p14:nvContentPartPr>
              <p14:xfrm>
                <a:off x="4716475" y="2769468"/>
                <a:ext cx="322200" cy="155160"/>
              </p14:xfrm>
            </p:contentPart>
          </mc:Choice>
          <mc:Fallback xmlns="">
            <p:pic>
              <p:nvPicPr>
                <p:cNvPr id="217" name="Ink 216">
                  <a:extLst>
                    <a:ext uri="{FF2B5EF4-FFF2-40B4-BE49-F238E27FC236}">
                      <a16:creationId xmlns:a16="http://schemas.microsoft.com/office/drawing/2014/main" id="{58B989FC-FC21-39AF-D49A-FD4F52EDFA67}"/>
                    </a:ext>
                  </a:extLst>
                </p:cNvPr>
                <p:cNvPicPr/>
                <p:nvPr/>
              </p:nvPicPr>
              <p:blipFill>
                <a:blip r:embed="rId343"/>
                <a:stretch>
                  <a:fillRect/>
                </a:stretch>
              </p:blipFill>
              <p:spPr>
                <a:xfrm>
                  <a:off x="4707835" y="2760468"/>
                  <a:ext cx="3398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19" name="Ink 218">
                  <a:extLst>
                    <a:ext uri="{FF2B5EF4-FFF2-40B4-BE49-F238E27FC236}">
                      <a16:creationId xmlns:a16="http://schemas.microsoft.com/office/drawing/2014/main" id="{621184C5-8AE4-C394-DDF8-369D66CEF2EF}"/>
                    </a:ext>
                  </a:extLst>
                </p14:cNvPr>
                <p14:cNvContentPartPr/>
                <p14:nvPr/>
              </p14:nvContentPartPr>
              <p14:xfrm>
                <a:off x="5073955" y="2301108"/>
                <a:ext cx="149040" cy="191880"/>
              </p14:xfrm>
            </p:contentPart>
          </mc:Choice>
          <mc:Fallback xmlns="">
            <p:pic>
              <p:nvPicPr>
                <p:cNvPr id="219" name="Ink 218">
                  <a:extLst>
                    <a:ext uri="{FF2B5EF4-FFF2-40B4-BE49-F238E27FC236}">
                      <a16:creationId xmlns:a16="http://schemas.microsoft.com/office/drawing/2014/main" id="{621184C5-8AE4-C394-DDF8-369D66CEF2EF}"/>
                    </a:ext>
                  </a:extLst>
                </p:cNvPr>
                <p:cNvPicPr/>
                <p:nvPr/>
              </p:nvPicPr>
              <p:blipFill>
                <a:blip r:embed="rId345"/>
                <a:stretch>
                  <a:fillRect/>
                </a:stretch>
              </p:blipFill>
              <p:spPr>
                <a:xfrm>
                  <a:off x="5065315" y="2292468"/>
                  <a:ext cx="16668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20" name="Ink 219">
                  <a:extLst>
                    <a:ext uri="{FF2B5EF4-FFF2-40B4-BE49-F238E27FC236}">
                      <a16:creationId xmlns:a16="http://schemas.microsoft.com/office/drawing/2014/main" id="{FBF9DCCF-51E5-4C86-36EA-185C2C2A8AF0}"/>
                    </a:ext>
                  </a:extLst>
                </p14:cNvPr>
                <p14:cNvContentPartPr/>
                <p14:nvPr/>
              </p14:nvContentPartPr>
              <p14:xfrm>
                <a:off x="4841755" y="2316588"/>
                <a:ext cx="284760" cy="206640"/>
              </p14:xfrm>
            </p:contentPart>
          </mc:Choice>
          <mc:Fallback xmlns="">
            <p:pic>
              <p:nvPicPr>
                <p:cNvPr id="220" name="Ink 219">
                  <a:extLst>
                    <a:ext uri="{FF2B5EF4-FFF2-40B4-BE49-F238E27FC236}">
                      <a16:creationId xmlns:a16="http://schemas.microsoft.com/office/drawing/2014/main" id="{FBF9DCCF-51E5-4C86-36EA-185C2C2A8AF0}"/>
                    </a:ext>
                  </a:extLst>
                </p:cNvPr>
                <p:cNvPicPr/>
                <p:nvPr/>
              </p:nvPicPr>
              <p:blipFill>
                <a:blip r:embed="rId347"/>
                <a:stretch>
                  <a:fillRect/>
                </a:stretch>
              </p:blipFill>
              <p:spPr>
                <a:xfrm>
                  <a:off x="4833115" y="2307588"/>
                  <a:ext cx="30240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21" name="Ink 220">
                  <a:extLst>
                    <a:ext uri="{FF2B5EF4-FFF2-40B4-BE49-F238E27FC236}">
                      <a16:creationId xmlns:a16="http://schemas.microsoft.com/office/drawing/2014/main" id="{9FA26F76-744A-3626-84E1-E2956DD56E67}"/>
                    </a:ext>
                  </a:extLst>
                </p14:cNvPr>
                <p14:cNvContentPartPr/>
                <p14:nvPr/>
              </p14:nvContentPartPr>
              <p14:xfrm>
                <a:off x="4789915" y="2213268"/>
                <a:ext cx="19800" cy="5760"/>
              </p14:xfrm>
            </p:contentPart>
          </mc:Choice>
          <mc:Fallback xmlns="">
            <p:pic>
              <p:nvPicPr>
                <p:cNvPr id="221" name="Ink 220">
                  <a:extLst>
                    <a:ext uri="{FF2B5EF4-FFF2-40B4-BE49-F238E27FC236}">
                      <a16:creationId xmlns:a16="http://schemas.microsoft.com/office/drawing/2014/main" id="{9FA26F76-744A-3626-84E1-E2956DD56E67}"/>
                    </a:ext>
                  </a:extLst>
                </p:cNvPr>
                <p:cNvPicPr/>
                <p:nvPr/>
              </p:nvPicPr>
              <p:blipFill>
                <a:blip r:embed="rId349"/>
                <a:stretch>
                  <a:fillRect/>
                </a:stretch>
              </p:blipFill>
              <p:spPr>
                <a:xfrm>
                  <a:off x="4781275" y="2204628"/>
                  <a:ext cx="374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22" name="Ink 221">
                  <a:extLst>
                    <a:ext uri="{FF2B5EF4-FFF2-40B4-BE49-F238E27FC236}">
                      <a16:creationId xmlns:a16="http://schemas.microsoft.com/office/drawing/2014/main" id="{B2733D6F-D1A8-94E1-1670-C11E82B5D77A}"/>
                    </a:ext>
                  </a:extLst>
                </p14:cNvPr>
                <p14:cNvContentPartPr/>
                <p14:nvPr/>
              </p14:nvContentPartPr>
              <p14:xfrm>
                <a:off x="5302555" y="2346828"/>
                <a:ext cx="193320" cy="282600"/>
              </p14:xfrm>
            </p:contentPart>
          </mc:Choice>
          <mc:Fallback xmlns="">
            <p:pic>
              <p:nvPicPr>
                <p:cNvPr id="222" name="Ink 221">
                  <a:extLst>
                    <a:ext uri="{FF2B5EF4-FFF2-40B4-BE49-F238E27FC236}">
                      <a16:creationId xmlns:a16="http://schemas.microsoft.com/office/drawing/2014/main" id="{B2733D6F-D1A8-94E1-1670-C11E82B5D77A}"/>
                    </a:ext>
                  </a:extLst>
                </p:cNvPr>
                <p:cNvPicPr/>
                <p:nvPr/>
              </p:nvPicPr>
              <p:blipFill>
                <a:blip r:embed="rId351"/>
                <a:stretch>
                  <a:fillRect/>
                </a:stretch>
              </p:blipFill>
              <p:spPr>
                <a:xfrm>
                  <a:off x="5293915" y="2338188"/>
                  <a:ext cx="21096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24" name="Ink 223">
                  <a:extLst>
                    <a:ext uri="{FF2B5EF4-FFF2-40B4-BE49-F238E27FC236}">
                      <a16:creationId xmlns:a16="http://schemas.microsoft.com/office/drawing/2014/main" id="{DB97EDE2-1340-66C3-CCD9-94B7C9B2DB7D}"/>
                    </a:ext>
                  </a:extLst>
                </p14:cNvPr>
                <p14:cNvContentPartPr/>
                <p14:nvPr/>
              </p14:nvContentPartPr>
              <p14:xfrm>
                <a:off x="4380235" y="2634468"/>
                <a:ext cx="256680" cy="451800"/>
              </p14:xfrm>
            </p:contentPart>
          </mc:Choice>
          <mc:Fallback xmlns="">
            <p:pic>
              <p:nvPicPr>
                <p:cNvPr id="224" name="Ink 223">
                  <a:extLst>
                    <a:ext uri="{FF2B5EF4-FFF2-40B4-BE49-F238E27FC236}">
                      <a16:creationId xmlns:a16="http://schemas.microsoft.com/office/drawing/2014/main" id="{DB97EDE2-1340-66C3-CCD9-94B7C9B2DB7D}"/>
                    </a:ext>
                  </a:extLst>
                </p:cNvPr>
                <p:cNvPicPr/>
                <p:nvPr/>
              </p:nvPicPr>
              <p:blipFill>
                <a:blip r:embed="rId353"/>
                <a:stretch>
                  <a:fillRect/>
                </a:stretch>
              </p:blipFill>
              <p:spPr>
                <a:xfrm>
                  <a:off x="4371235" y="2625828"/>
                  <a:ext cx="274320" cy="469440"/>
                </a:xfrm>
                <a:prstGeom prst="rect">
                  <a:avLst/>
                </a:prstGeom>
              </p:spPr>
            </p:pic>
          </mc:Fallback>
        </mc:AlternateContent>
      </p:grpSp>
      <p:grpSp>
        <p:nvGrpSpPr>
          <p:cNvPr id="232" name="Group 231">
            <a:extLst>
              <a:ext uri="{FF2B5EF4-FFF2-40B4-BE49-F238E27FC236}">
                <a16:creationId xmlns:a16="http://schemas.microsoft.com/office/drawing/2014/main" id="{79CE73D1-C611-6962-9CB9-69B161872767}"/>
              </a:ext>
            </a:extLst>
          </p:cNvPr>
          <p:cNvGrpSpPr/>
          <p:nvPr/>
        </p:nvGrpSpPr>
        <p:grpSpPr>
          <a:xfrm>
            <a:off x="4990075" y="1838868"/>
            <a:ext cx="838440" cy="1090080"/>
            <a:chOff x="4990075" y="1838868"/>
            <a:chExt cx="838440" cy="1090080"/>
          </a:xfrm>
        </p:grpSpPr>
        <mc:AlternateContent xmlns:mc="http://schemas.openxmlformats.org/markup-compatibility/2006" xmlns:p14="http://schemas.microsoft.com/office/powerpoint/2010/main">
          <mc:Choice Requires="p14">
            <p:contentPart p14:bwMode="auto" r:id="rId354">
              <p14:nvContentPartPr>
                <p14:cNvPr id="226" name="Ink 225">
                  <a:extLst>
                    <a:ext uri="{FF2B5EF4-FFF2-40B4-BE49-F238E27FC236}">
                      <a16:creationId xmlns:a16="http://schemas.microsoft.com/office/drawing/2014/main" id="{087AF21B-26DD-CAAF-1BBE-DDEFAC5403CA}"/>
                    </a:ext>
                  </a:extLst>
                </p14:cNvPr>
                <p14:cNvContentPartPr/>
                <p14:nvPr/>
              </p14:nvContentPartPr>
              <p14:xfrm>
                <a:off x="5066035" y="2619348"/>
                <a:ext cx="335520" cy="260640"/>
              </p14:xfrm>
            </p:contentPart>
          </mc:Choice>
          <mc:Fallback xmlns="">
            <p:pic>
              <p:nvPicPr>
                <p:cNvPr id="226" name="Ink 225">
                  <a:extLst>
                    <a:ext uri="{FF2B5EF4-FFF2-40B4-BE49-F238E27FC236}">
                      <a16:creationId xmlns:a16="http://schemas.microsoft.com/office/drawing/2014/main" id="{087AF21B-26DD-CAAF-1BBE-DDEFAC5403CA}"/>
                    </a:ext>
                  </a:extLst>
                </p:cNvPr>
                <p:cNvPicPr/>
                <p:nvPr/>
              </p:nvPicPr>
              <p:blipFill>
                <a:blip r:embed="rId355"/>
                <a:stretch>
                  <a:fillRect/>
                </a:stretch>
              </p:blipFill>
              <p:spPr>
                <a:xfrm>
                  <a:off x="5059915" y="2613228"/>
                  <a:ext cx="34776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27" name="Ink 226">
                  <a:extLst>
                    <a:ext uri="{FF2B5EF4-FFF2-40B4-BE49-F238E27FC236}">
                      <a16:creationId xmlns:a16="http://schemas.microsoft.com/office/drawing/2014/main" id="{99971371-20C8-8E7D-BA69-F4509DD0C8B8}"/>
                    </a:ext>
                  </a:extLst>
                </p14:cNvPr>
                <p14:cNvContentPartPr/>
                <p14:nvPr/>
              </p14:nvContentPartPr>
              <p14:xfrm>
                <a:off x="4990075" y="2589828"/>
                <a:ext cx="300600" cy="339120"/>
              </p14:xfrm>
            </p:contentPart>
          </mc:Choice>
          <mc:Fallback xmlns="">
            <p:pic>
              <p:nvPicPr>
                <p:cNvPr id="227" name="Ink 226">
                  <a:extLst>
                    <a:ext uri="{FF2B5EF4-FFF2-40B4-BE49-F238E27FC236}">
                      <a16:creationId xmlns:a16="http://schemas.microsoft.com/office/drawing/2014/main" id="{99971371-20C8-8E7D-BA69-F4509DD0C8B8}"/>
                    </a:ext>
                  </a:extLst>
                </p:cNvPr>
                <p:cNvPicPr/>
                <p:nvPr/>
              </p:nvPicPr>
              <p:blipFill>
                <a:blip r:embed="rId357"/>
                <a:stretch>
                  <a:fillRect/>
                </a:stretch>
              </p:blipFill>
              <p:spPr>
                <a:xfrm>
                  <a:off x="4983955" y="2583708"/>
                  <a:ext cx="31284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28" name="Ink 227">
                  <a:extLst>
                    <a:ext uri="{FF2B5EF4-FFF2-40B4-BE49-F238E27FC236}">
                      <a16:creationId xmlns:a16="http://schemas.microsoft.com/office/drawing/2014/main" id="{D3BF4AFE-0C88-B09E-83E4-B80A8883434D}"/>
                    </a:ext>
                  </a:extLst>
                </p14:cNvPr>
                <p14:cNvContentPartPr/>
                <p14:nvPr/>
              </p14:nvContentPartPr>
              <p14:xfrm>
                <a:off x="5095195" y="2227308"/>
                <a:ext cx="271800" cy="221760"/>
              </p14:xfrm>
            </p:contentPart>
          </mc:Choice>
          <mc:Fallback xmlns="">
            <p:pic>
              <p:nvPicPr>
                <p:cNvPr id="228" name="Ink 227">
                  <a:extLst>
                    <a:ext uri="{FF2B5EF4-FFF2-40B4-BE49-F238E27FC236}">
                      <a16:creationId xmlns:a16="http://schemas.microsoft.com/office/drawing/2014/main" id="{D3BF4AFE-0C88-B09E-83E4-B80A8883434D}"/>
                    </a:ext>
                  </a:extLst>
                </p:cNvPr>
                <p:cNvPicPr/>
                <p:nvPr/>
              </p:nvPicPr>
              <p:blipFill>
                <a:blip r:embed="rId359"/>
                <a:stretch>
                  <a:fillRect/>
                </a:stretch>
              </p:blipFill>
              <p:spPr>
                <a:xfrm>
                  <a:off x="5089075" y="2221188"/>
                  <a:ext cx="2840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29" name="Ink 228">
                  <a:extLst>
                    <a:ext uri="{FF2B5EF4-FFF2-40B4-BE49-F238E27FC236}">
                      <a16:creationId xmlns:a16="http://schemas.microsoft.com/office/drawing/2014/main" id="{E1E60B23-DD75-63E8-15B5-4BB0C2DCC8F5}"/>
                    </a:ext>
                  </a:extLst>
                </p14:cNvPr>
                <p14:cNvContentPartPr/>
                <p14:nvPr/>
              </p14:nvContentPartPr>
              <p14:xfrm>
                <a:off x="5025355" y="2222988"/>
                <a:ext cx="338040" cy="276120"/>
              </p14:xfrm>
            </p:contentPart>
          </mc:Choice>
          <mc:Fallback xmlns="">
            <p:pic>
              <p:nvPicPr>
                <p:cNvPr id="229" name="Ink 228">
                  <a:extLst>
                    <a:ext uri="{FF2B5EF4-FFF2-40B4-BE49-F238E27FC236}">
                      <a16:creationId xmlns:a16="http://schemas.microsoft.com/office/drawing/2014/main" id="{E1E60B23-DD75-63E8-15B5-4BB0C2DCC8F5}"/>
                    </a:ext>
                  </a:extLst>
                </p:cNvPr>
                <p:cNvPicPr/>
                <p:nvPr/>
              </p:nvPicPr>
              <p:blipFill>
                <a:blip r:embed="rId361"/>
                <a:stretch>
                  <a:fillRect/>
                </a:stretch>
              </p:blipFill>
              <p:spPr>
                <a:xfrm>
                  <a:off x="5019235" y="2216868"/>
                  <a:ext cx="35028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30" name="Ink 229">
                  <a:extLst>
                    <a:ext uri="{FF2B5EF4-FFF2-40B4-BE49-F238E27FC236}">
                      <a16:creationId xmlns:a16="http://schemas.microsoft.com/office/drawing/2014/main" id="{E8EC5F6E-694E-2C82-2E75-F879E39C3042}"/>
                    </a:ext>
                  </a:extLst>
                </p14:cNvPr>
                <p14:cNvContentPartPr/>
                <p14:nvPr/>
              </p14:nvContentPartPr>
              <p14:xfrm>
                <a:off x="5444755" y="1843188"/>
                <a:ext cx="330840" cy="183600"/>
              </p14:xfrm>
            </p:contentPart>
          </mc:Choice>
          <mc:Fallback xmlns="">
            <p:pic>
              <p:nvPicPr>
                <p:cNvPr id="230" name="Ink 229">
                  <a:extLst>
                    <a:ext uri="{FF2B5EF4-FFF2-40B4-BE49-F238E27FC236}">
                      <a16:creationId xmlns:a16="http://schemas.microsoft.com/office/drawing/2014/main" id="{E8EC5F6E-694E-2C82-2E75-F879E39C3042}"/>
                    </a:ext>
                  </a:extLst>
                </p:cNvPr>
                <p:cNvPicPr/>
                <p:nvPr/>
              </p:nvPicPr>
              <p:blipFill>
                <a:blip r:embed="rId363"/>
                <a:stretch>
                  <a:fillRect/>
                </a:stretch>
              </p:blipFill>
              <p:spPr>
                <a:xfrm>
                  <a:off x="5438635" y="1837068"/>
                  <a:ext cx="34308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31" name="Ink 230">
                  <a:extLst>
                    <a:ext uri="{FF2B5EF4-FFF2-40B4-BE49-F238E27FC236}">
                      <a16:creationId xmlns:a16="http://schemas.microsoft.com/office/drawing/2014/main" id="{092C9E1D-0E76-4DF1-0C49-A9693F3A40F3}"/>
                    </a:ext>
                  </a:extLst>
                </p14:cNvPr>
                <p14:cNvContentPartPr/>
                <p14:nvPr/>
              </p14:nvContentPartPr>
              <p14:xfrm>
                <a:off x="5495515" y="1838868"/>
                <a:ext cx="333000" cy="420480"/>
              </p14:xfrm>
            </p:contentPart>
          </mc:Choice>
          <mc:Fallback xmlns="">
            <p:pic>
              <p:nvPicPr>
                <p:cNvPr id="231" name="Ink 230">
                  <a:extLst>
                    <a:ext uri="{FF2B5EF4-FFF2-40B4-BE49-F238E27FC236}">
                      <a16:creationId xmlns:a16="http://schemas.microsoft.com/office/drawing/2014/main" id="{092C9E1D-0E76-4DF1-0C49-A9693F3A40F3}"/>
                    </a:ext>
                  </a:extLst>
                </p:cNvPr>
                <p:cNvPicPr/>
                <p:nvPr/>
              </p:nvPicPr>
              <p:blipFill>
                <a:blip r:embed="rId365"/>
                <a:stretch>
                  <a:fillRect/>
                </a:stretch>
              </p:blipFill>
              <p:spPr>
                <a:xfrm>
                  <a:off x="5489395" y="1832748"/>
                  <a:ext cx="345240" cy="432720"/>
                </a:xfrm>
                <a:prstGeom prst="rect">
                  <a:avLst/>
                </a:prstGeom>
              </p:spPr>
            </p:pic>
          </mc:Fallback>
        </mc:AlternateContent>
      </p:grpSp>
      <p:grpSp>
        <p:nvGrpSpPr>
          <p:cNvPr id="240" name="Group 239">
            <a:extLst>
              <a:ext uri="{FF2B5EF4-FFF2-40B4-BE49-F238E27FC236}">
                <a16:creationId xmlns:a16="http://schemas.microsoft.com/office/drawing/2014/main" id="{3E03D79E-3751-375F-4153-1E5D438C8B06}"/>
              </a:ext>
            </a:extLst>
          </p:cNvPr>
          <p:cNvGrpSpPr/>
          <p:nvPr/>
        </p:nvGrpSpPr>
        <p:grpSpPr>
          <a:xfrm>
            <a:off x="406915" y="5198028"/>
            <a:ext cx="433080" cy="1113480"/>
            <a:chOff x="406915" y="5198028"/>
            <a:chExt cx="433080" cy="1113480"/>
          </a:xfrm>
        </p:grpSpPr>
        <mc:AlternateContent xmlns:mc="http://schemas.openxmlformats.org/markup-compatibility/2006" xmlns:p14="http://schemas.microsoft.com/office/powerpoint/2010/main">
          <mc:Choice Requires="p14">
            <p:contentPart p14:bwMode="auto" r:id="rId366">
              <p14:nvContentPartPr>
                <p14:cNvPr id="233" name="Ink 232">
                  <a:extLst>
                    <a:ext uri="{FF2B5EF4-FFF2-40B4-BE49-F238E27FC236}">
                      <a16:creationId xmlns:a16="http://schemas.microsoft.com/office/drawing/2014/main" id="{8B5BB5BD-94EA-1017-9F6A-522DF35170B3}"/>
                    </a:ext>
                  </a:extLst>
                </p14:cNvPr>
                <p14:cNvContentPartPr/>
                <p14:nvPr/>
              </p14:nvContentPartPr>
              <p14:xfrm>
                <a:off x="406915" y="5198028"/>
                <a:ext cx="433080" cy="1081800"/>
              </p14:xfrm>
            </p:contentPart>
          </mc:Choice>
          <mc:Fallback xmlns="">
            <p:pic>
              <p:nvPicPr>
                <p:cNvPr id="233" name="Ink 232">
                  <a:extLst>
                    <a:ext uri="{FF2B5EF4-FFF2-40B4-BE49-F238E27FC236}">
                      <a16:creationId xmlns:a16="http://schemas.microsoft.com/office/drawing/2014/main" id="{8B5BB5BD-94EA-1017-9F6A-522DF35170B3}"/>
                    </a:ext>
                  </a:extLst>
                </p:cNvPr>
                <p:cNvPicPr/>
                <p:nvPr/>
              </p:nvPicPr>
              <p:blipFill>
                <a:blip r:embed="rId367"/>
                <a:stretch>
                  <a:fillRect/>
                </a:stretch>
              </p:blipFill>
              <p:spPr>
                <a:xfrm>
                  <a:off x="400795" y="5191908"/>
                  <a:ext cx="445320" cy="109404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34" name="Ink 233">
                  <a:extLst>
                    <a:ext uri="{FF2B5EF4-FFF2-40B4-BE49-F238E27FC236}">
                      <a16:creationId xmlns:a16="http://schemas.microsoft.com/office/drawing/2014/main" id="{09EE2402-ABF6-AC9D-2B31-E56A598D0EAC}"/>
                    </a:ext>
                  </a:extLst>
                </p14:cNvPr>
                <p14:cNvContentPartPr/>
                <p14:nvPr/>
              </p14:nvContentPartPr>
              <p14:xfrm>
                <a:off x="476755" y="5735868"/>
                <a:ext cx="198000" cy="29520"/>
              </p14:xfrm>
            </p:contentPart>
          </mc:Choice>
          <mc:Fallback xmlns="">
            <p:pic>
              <p:nvPicPr>
                <p:cNvPr id="234" name="Ink 233">
                  <a:extLst>
                    <a:ext uri="{FF2B5EF4-FFF2-40B4-BE49-F238E27FC236}">
                      <a16:creationId xmlns:a16="http://schemas.microsoft.com/office/drawing/2014/main" id="{09EE2402-ABF6-AC9D-2B31-E56A598D0EAC}"/>
                    </a:ext>
                  </a:extLst>
                </p:cNvPr>
                <p:cNvPicPr/>
                <p:nvPr/>
              </p:nvPicPr>
              <p:blipFill>
                <a:blip r:embed="rId369"/>
                <a:stretch>
                  <a:fillRect/>
                </a:stretch>
              </p:blipFill>
              <p:spPr>
                <a:xfrm>
                  <a:off x="470635" y="5729748"/>
                  <a:ext cx="2102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35" name="Ink 234">
                  <a:extLst>
                    <a:ext uri="{FF2B5EF4-FFF2-40B4-BE49-F238E27FC236}">
                      <a16:creationId xmlns:a16="http://schemas.microsoft.com/office/drawing/2014/main" id="{C54C5E45-CB90-F2A0-8A9D-8DCE678C3BA0}"/>
                    </a:ext>
                  </a:extLst>
                </p14:cNvPr>
                <p14:cNvContentPartPr/>
                <p14:nvPr/>
              </p14:nvContentPartPr>
              <p14:xfrm>
                <a:off x="662515" y="5965908"/>
                <a:ext cx="152280" cy="345600"/>
              </p14:xfrm>
            </p:contentPart>
          </mc:Choice>
          <mc:Fallback xmlns="">
            <p:pic>
              <p:nvPicPr>
                <p:cNvPr id="235" name="Ink 234">
                  <a:extLst>
                    <a:ext uri="{FF2B5EF4-FFF2-40B4-BE49-F238E27FC236}">
                      <a16:creationId xmlns:a16="http://schemas.microsoft.com/office/drawing/2014/main" id="{C54C5E45-CB90-F2A0-8A9D-8DCE678C3BA0}"/>
                    </a:ext>
                  </a:extLst>
                </p:cNvPr>
                <p:cNvPicPr/>
                <p:nvPr/>
              </p:nvPicPr>
              <p:blipFill>
                <a:blip r:embed="rId371"/>
                <a:stretch>
                  <a:fillRect/>
                </a:stretch>
              </p:blipFill>
              <p:spPr>
                <a:xfrm>
                  <a:off x="656395" y="5959788"/>
                  <a:ext cx="164520" cy="357840"/>
                </a:xfrm>
                <a:prstGeom prst="rect">
                  <a:avLst/>
                </a:prstGeom>
              </p:spPr>
            </p:pic>
          </mc:Fallback>
        </mc:AlternateContent>
      </p:grpSp>
      <p:grpSp>
        <p:nvGrpSpPr>
          <p:cNvPr id="239" name="Group 238">
            <a:extLst>
              <a:ext uri="{FF2B5EF4-FFF2-40B4-BE49-F238E27FC236}">
                <a16:creationId xmlns:a16="http://schemas.microsoft.com/office/drawing/2014/main" id="{88D24D27-434C-5628-8B3E-C0FFB79A352D}"/>
              </a:ext>
            </a:extLst>
          </p:cNvPr>
          <p:cNvGrpSpPr/>
          <p:nvPr/>
        </p:nvGrpSpPr>
        <p:grpSpPr>
          <a:xfrm>
            <a:off x="2133835" y="5357868"/>
            <a:ext cx="553680" cy="783360"/>
            <a:chOff x="2133835" y="5357868"/>
            <a:chExt cx="553680" cy="783360"/>
          </a:xfrm>
        </p:grpSpPr>
        <mc:AlternateContent xmlns:mc="http://schemas.openxmlformats.org/markup-compatibility/2006" xmlns:p14="http://schemas.microsoft.com/office/powerpoint/2010/main">
          <mc:Choice Requires="p14">
            <p:contentPart p14:bwMode="auto" r:id="rId372">
              <p14:nvContentPartPr>
                <p14:cNvPr id="236" name="Ink 235">
                  <a:extLst>
                    <a:ext uri="{FF2B5EF4-FFF2-40B4-BE49-F238E27FC236}">
                      <a16:creationId xmlns:a16="http://schemas.microsoft.com/office/drawing/2014/main" id="{B533A292-F4FC-B876-4A08-791EF6330206}"/>
                    </a:ext>
                  </a:extLst>
                </p14:cNvPr>
                <p14:cNvContentPartPr/>
                <p14:nvPr/>
              </p14:nvContentPartPr>
              <p14:xfrm>
                <a:off x="2133835" y="5357868"/>
                <a:ext cx="317160" cy="777960"/>
              </p14:xfrm>
            </p:contentPart>
          </mc:Choice>
          <mc:Fallback xmlns="">
            <p:pic>
              <p:nvPicPr>
                <p:cNvPr id="236" name="Ink 235">
                  <a:extLst>
                    <a:ext uri="{FF2B5EF4-FFF2-40B4-BE49-F238E27FC236}">
                      <a16:creationId xmlns:a16="http://schemas.microsoft.com/office/drawing/2014/main" id="{B533A292-F4FC-B876-4A08-791EF6330206}"/>
                    </a:ext>
                  </a:extLst>
                </p:cNvPr>
                <p:cNvPicPr/>
                <p:nvPr/>
              </p:nvPicPr>
              <p:blipFill>
                <a:blip r:embed="rId373"/>
                <a:stretch>
                  <a:fillRect/>
                </a:stretch>
              </p:blipFill>
              <p:spPr>
                <a:xfrm>
                  <a:off x="2127715" y="5351748"/>
                  <a:ext cx="329400" cy="79020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37" name="Ink 236">
                  <a:extLst>
                    <a:ext uri="{FF2B5EF4-FFF2-40B4-BE49-F238E27FC236}">
                      <a16:creationId xmlns:a16="http://schemas.microsoft.com/office/drawing/2014/main" id="{B670DBF7-D7AC-01AC-D600-43A32DD4FA69}"/>
                    </a:ext>
                  </a:extLst>
                </p14:cNvPr>
                <p14:cNvContentPartPr/>
                <p14:nvPr/>
              </p14:nvContentPartPr>
              <p14:xfrm>
                <a:off x="2280715" y="5870508"/>
                <a:ext cx="132840" cy="19800"/>
              </p14:xfrm>
            </p:contentPart>
          </mc:Choice>
          <mc:Fallback xmlns="">
            <p:pic>
              <p:nvPicPr>
                <p:cNvPr id="237" name="Ink 236">
                  <a:extLst>
                    <a:ext uri="{FF2B5EF4-FFF2-40B4-BE49-F238E27FC236}">
                      <a16:creationId xmlns:a16="http://schemas.microsoft.com/office/drawing/2014/main" id="{B670DBF7-D7AC-01AC-D600-43A32DD4FA69}"/>
                    </a:ext>
                  </a:extLst>
                </p:cNvPr>
                <p:cNvPicPr/>
                <p:nvPr/>
              </p:nvPicPr>
              <p:blipFill>
                <a:blip r:embed="rId375"/>
                <a:stretch>
                  <a:fillRect/>
                </a:stretch>
              </p:blipFill>
              <p:spPr>
                <a:xfrm>
                  <a:off x="2274595" y="5864388"/>
                  <a:ext cx="1450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38" name="Ink 237">
                  <a:extLst>
                    <a:ext uri="{FF2B5EF4-FFF2-40B4-BE49-F238E27FC236}">
                      <a16:creationId xmlns:a16="http://schemas.microsoft.com/office/drawing/2014/main" id="{FE1D76C4-E797-3AE6-FF8A-94B81EEF9464}"/>
                    </a:ext>
                  </a:extLst>
                </p14:cNvPr>
                <p14:cNvContentPartPr/>
                <p14:nvPr/>
              </p14:nvContentPartPr>
              <p14:xfrm>
                <a:off x="2498155" y="5925948"/>
                <a:ext cx="189360" cy="215280"/>
              </p14:xfrm>
            </p:contentPart>
          </mc:Choice>
          <mc:Fallback xmlns="">
            <p:pic>
              <p:nvPicPr>
                <p:cNvPr id="238" name="Ink 237">
                  <a:extLst>
                    <a:ext uri="{FF2B5EF4-FFF2-40B4-BE49-F238E27FC236}">
                      <a16:creationId xmlns:a16="http://schemas.microsoft.com/office/drawing/2014/main" id="{FE1D76C4-E797-3AE6-FF8A-94B81EEF9464}"/>
                    </a:ext>
                  </a:extLst>
                </p:cNvPr>
                <p:cNvPicPr/>
                <p:nvPr/>
              </p:nvPicPr>
              <p:blipFill>
                <a:blip r:embed="rId377"/>
                <a:stretch>
                  <a:fillRect/>
                </a:stretch>
              </p:blipFill>
              <p:spPr>
                <a:xfrm>
                  <a:off x="2492035" y="5919828"/>
                  <a:ext cx="201600" cy="227520"/>
                </a:xfrm>
                <a:prstGeom prst="rect">
                  <a:avLst/>
                </a:prstGeom>
              </p:spPr>
            </p:pic>
          </mc:Fallback>
        </mc:AlternateContent>
      </p:grpSp>
      <p:grpSp>
        <p:nvGrpSpPr>
          <p:cNvPr id="244" name="Group 243">
            <a:extLst>
              <a:ext uri="{FF2B5EF4-FFF2-40B4-BE49-F238E27FC236}">
                <a16:creationId xmlns:a16="http://schemas.microsoft.com/office/drawing/2014/main" id="{BD3AE9A9-737A-87BD-637F-7EA6D09612B5}"/>
              </a:ext>
            </a:extLst>
          </p:cNvPr>
          <p:cNvGrpSpPr/>
          <p:nvPr/>
        </p:nvGrpSpPr>
        <p:grpSpPr>
          <a:xfrm>
            <a:off x="5097355" y="5187228"/>
            <a:ext cx="795240" cy="844920"/>
            <a:chOff x="5097355" y="5187228"/>
            <a:chExt cx="795240" cy="844920"/>
          </a:xfrm>
        </p:grpSpPr>
        <mc:AlternateContent xmlns:mc="http://schemas.openxmlformats.org/markup-compatibility/2006" xmlns:p14="http://schemas.microsoft.com/office/powerpoint/2010/main">
          <mc:Choice Requires="p14">
            <p:contentPart p14:bwMode="auto" r:id="rId378">
              <p14:nvContentPartPr>
                <p14:cNvPr id="241" name="Ink 240">
                  <a:extLst>
                    <a:ext uri="{FF2B5EF4-FFF2-40B4-BE49-F238E27FC236}">
                      <a16:creationId xmlns:a16="http://schemas.microsoft.com/office/drawing/2014/main" id="{3F5547C8-0FED-D7A7-36BB-DE4EB1F4983F}"/>
                    </a:ext>
                  </a:extLst>
                </p14:cNvPr>
                <p14:cNvContentPartPr/>
                <p14:nvPr/>
              </p14:nvContentPartPr>
              <p14:xfrm>
                <a:off x="5213275" y="5264268"/>
                <a:ext cx="72720" cy="209520"/>
              </p14:xfrm>
            </p:contentPart>
          </mc:Choice>
          <mc:Fallback xmlns="">
            <p:pic>
              <p:nvPicPr>
                <p:cNvPr id="241" name="Ink 240">
                  <a:extLst>
                    <a:ext uri="{FF2B5EF4-FFF2-40B4-BE49-F238E27FC236}">
                      <a16:creationId xmlns:a16="http://schemas.microsoft.com/office/drawing/2014/main" id="{3F5547C8-0FED-D7A7-36BB-DE4EB1F4983F}"/>
                    </a:ext>
                  </a:extLst>
                </p:cNvPr>
                <p:cNvPicPr/>
                <p:nvPr/>
              </p:nvPicPr>
              <p:blipFill>
                <a:blip r:embed="rId379"/>
                <a:stretch>
                  <a:fillRect/>
                </a:stretch>
              </p:blipFill>
              <p:spPr>
                <a:xfrm>
                  <a:off x="5207155" y="5258148"/>
                  <a:ext cx="849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42" name="Ink 241">
                  <a:extLst>
                    <a:ext uri="{FF2B5EF4-FFF2-40B4-BE49-F238E27FC236}">
                      <a16:creationId xmlns:a16="http://schemas.microsoft.com/office/drawing/2014/main" id="{3EECD32E-6277-5397-3D1B-9B7B66392E3D}"/>
                    </a:ext>
                  </a:extLst>
                </p14:cNvPr>
                <p14:cNvContentPartPr/>
                <p14:nvPr/>
              </p14:nvContentPartPr>
              <p14:xfrm>
                <a:off x="5097355" y="5187228"/>
                <a:ext cx="480600" cy="844920"/>
              </p14:xfrm>
            </p:contentPart>
          </mc:Choice>
          <mc:Fallback xmlns="">
            <p:pic>
              <p:nvPicPr>
                <p:cNvPr id="242" name="Ink 241">
                  <a:extLst>
                    <a:ext uri="{FF2B5EF4-FFF2-40B4-BE49-F238E27FC236}">
                      <a16:creationId xmlns:a16="http://schemas.microsoft.com/office/drawing/2014/main" id="{3EECD32E-6277-5397-3D1B-9B7B66392E3D}"/>
                    </a:ext>
                  </a:extLst>
                </p:cNvPr>
                <p:cNvPicPr/>
                <p:nvPr/>
              </p:nvPicPr>
              <p:blipFill>
                <a:blip r:embed="rId381"/>
                <a:stretch>
                  <a:fillRect/>
                </a:stretch>
              </p:blipFill>
              <p:spPr>
                <a:xfrm>
                  <a:off x="5091235" y="5181108"/>
                  <a:ext cx="492840" cy="85716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43" name="Ink 242">
                  <a:extLst>
                    <a:ext uri="{FF2B5EF4-FFF2-40B4-BE49-F238E27FC236}">
                      <a16:creationId xmlns:a16="http://schemas.microsoft.com/office/drawing/2014/main" id="{87112BD8-C0D9-F701-2B81-4E840B693F75}"/>
                    </a:ext>
                  </a:extLst>
                </p14:cNvPr>
                <p14:cNvContentPartPr/>
                <p14:nvPr/>
              </p14:nvContentPartPr>
              <p14:xfrm>
                <a:off x="5806555" y="5408268"/>
                <a:ext cx="86040" cy="72000"/>
              </p14:xfrm>
            </p:contentPart>
          </mc:Choice>
          <mc:Fallback xmlns="">
            <p:pic>
              <p:nvPicPr>
                <p:cNvPr id="243" name="Ink 242">
                  <a:extLst>
                    <a:ext uri="{FF2B5EF4-FFF2-40B4-BE49-F238E27FC236}">
                      <a16:creationId xmlns:a16="http://schemas.microsoft.com/office/drawing/2014/main" id="{87112BD8-C0D9-F701-2B81-4E840B693F75}"/>
                    </a:ext>
                  </a:extLst>
                </p:cNvPr>
                <p:cNvPicPr/>
                <p:nvPr/>
              </p:nvPicPr>
              <p:blipFill>
                <a:blip r:embed="rId383"/>
                <a:stretch>
                  <a:fillRect/>
                </a:stretch>
              </p:blipFill>
              <p:spPr>
                <a:xfrm>
                  <a:off x="5800435" y="5402148"/>
                  <a:ext cx="98280" cy="84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4">
            <p14:nvContentPartPr>
              <p14:cNvPr id="245" name="Ink 244">
                <a:extLst>
                  <a:ext uri="{FF2B5EF4-FFF2-40B4-BE49-F238E27FC236}">
                    <a16:creationId xmlns:a16="http://schemas.microsoft.com/office/drawing/2014/main" id="{24499B0B-7A69-4F01-9BA8-737351754A41}"/>
                  </a:ext>
                </a:extLst>
              </p14:cNvPr>
              <p14:cNvContentPartPr/>
              <p14:nvPr/>
            </p14:nvContentPartPr>
            <p14:xfrm>
              <a:off x="687715" y="6409788"/>
              <a:ext cx="104400" cy="148320"/>
            </p14:xfrm>
          </p:contentPart>
        </mc:Choice>
        <mc:Fallback xmlns="">
          <p:pic>
            <p:nvPicPr>
              <p:cNvPr id="245" name="Ink 244">
                <a:extLst>
                  <a:ext uri="{FF2B5EF4-FFF2-40B4-BE49-F238E27FC236}">
                    <a16:creationId xmlns:a16="http://schemas.microsoft.com/office/drawing/2014/main" id="{24499B0B-7A69-4F01-9BA8-737351754A41}"/>
                  </a:ext>
                </a:extLst>
              </p:cNvPr>
              <p:cNvPicPr/>
              <p:nvPr/>
            </p:nvPicPr>
            <p:blipFill>
              <a:blip r:embed="rId385"/>
              <a:stretch>
                <a:fillRect/>
              </a:stretch>
            </p:blipFill>
            <p:spPr>
              <a:xfrm>
                <a:off x="681595" y="6403668"/>
                <a:ext cx="1166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46" name="Ink 245">
                <a:extLst>
                  <a:ext uri="{FF2B5EF4-FFF2-40B4-BE49-F238E27FC236}">
                    <a16:creationId xmlns:a16="http://schemas.microsoft.com/office/drawing/2014/main" id="{4F6E44F4-A8F4-3874-F10E-53A53B8D26C2}"/>
                  </a:ext>
                </a:extLst>
              </p14:cNvPr>
              <p14:cNvContentPartPr/>
              <p14:nvPr/>
            </p14:nvContentPartPr>
            <p14:xfrm>
              <a:off x="2737915" y="6308988"/>
              <a:ext cx="99360" cy="61200"/>
            </p14:xfrm>
          </p:contentPart>
        </mc:Choice>
        <mc:Fallback xmlns="">
          <p:pic>
            <p:nvPicPr>
              <p:cNvPr id="246" name="Ink 245">
                <a:extLst>
                  <a:ext uri="{FF2B5EF4-FFF2-40B4-BE49-F238E27FC236}">
                    <a16:creationId xmlns:a16="http://schemas.microsoft.com/office/drawing/2014/main" id="{4F6E44F4-A8F4-3874-F10E-53A53B8D26C2}"/>
                  </a:ext>
                </a:extLst>
              </p:cNvPr>
              <p:cNvPicPr/>
              <p:nvPr/>
            </p:nvPicPr>
            <p:blipFill>
              <a:blip r:embed="rId387"/>
              <a:stretch>
                <a:fillRect/>
              </a:stretch>
            </p:blipFill>
            <p:spPr>
              <a:xfrm>
                <a:off x="2731795" y="6302868"/>
                <a:ext cx="111600" cy="73440"/>
              </a:xfrm>
              <a:prstGeom prst="rect">
                <a:avLst/>
              </a:prstGeom>
            </p:spPr>
          </p:pic>
        </mc:Fallback>
      </mc:AlternateContent>
    </p:spTree>
    <p:extLst>
      <p:ext uri="{BB962C8B-B14F-4D97-AF65-F5344CB8AC3E}">
        <p14:creationId xmlns:p14="http://schemas.microsoft.com/office/powerpoint/2010/main" val="3827033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5240553-D6F2-8696-1191-3BB118CF6644}"/>
              </a:ext>
            </a:extLst>
          </p:cNvPr>
          <p:cNvGrpSpPr/>
          <p:nvPr/>
        </p:nvGrpSpPr>
        <p:grpSpPr>
          <a:xfrm>
            <a:off x="2414995" y="268908"/>
            <a:ext cx="2520720" cy="1270800"/>
            <a:chOff x="2414995" y="268908"/>
            <a:chExt cx="2520720" cy="12708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A8CC67A-0727-DE28-4A0B-2C1B1DFD27E9}"/>
                    </a:ext>
                  </a:extLst>
                </p14:cNvPr>
                <p14:cNvContentPartPr/>
                <p14:nvPr/>
              </p14:nvContentPartPr>
              <p14:xfrm>
                <a:off x="2414995" y="440268"/>
                <a:ext cx="31320" cy="625320"/>
              </p14:xfrm>
            </p:contentPart>
          </mc:Choice>
          <mc:Fallback xmlns="">
            <p:pic>
              <p:nvPicPr>
                <p:cNvPr id="2" name="Ink 1">
                  <a:extLst>
                    <a:ext uri="{FF2B5EF4-FFF2-40B4-BE49-F238E27FC236}">
                      <a16:creationId xmlns:a16="http://schemas.microsoft.com/office/drawing/2014/main" id="{AA8CC67A-0727-DE28-4A0B-2C1B1DFD27E9}"/>
                    </a:ext>
                  </a:extLst>
                </p:cNvPr>
                <p:cNvPicPr/>
                <p:nvPr/>
              </p:nvPicPr>
              <p:blipFill>
                <a:blip r:embed="rId3"/>
                <a:stretch>
                  <a:fillRect/>
                </a:stretch>
              </p:blipFill>
              <p:spPr>
                <a:xfrm>
                  <a:off x="2408875" y="434148"/>
                  <a:ext cx="43560" cy="637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DF3525FB-1F1F-3DD1-FD65-972129413BCC}"/>
                    </a:ext>
                  </a:extLst>
                </p14:cNvPr>
                <p14:cNvContentPartPr/>
                <p14:nvPr/>
              </p14:nvContentPartPr>
              <p14:xfrm>
                <a:off x="2447395" y="404268"/>
                <a:ext cx="610200" cy="606960"/>
              </p14:xfrm>
            </p:contentPart>
          </mc:Choice>
          <mc:Fallback xmlns="">
            <p:pic>
              <p:nvPicPr>
                <p:cNvPr id="3" name="Ink 2">
                  <a:extLst>
                    <a:ext uri="{FF2B5EF4-FFF2-40B4-BE49-F238E27FC236}">
                      <a16:creationId xmlns:a16="http://schemas.microsoft.com/office/drawing/2014/main" id="{DF3525FB-1F1F-3DD1-FD65-972129413BCC}"/>
                    </a:ext>
                  </a:extLst>
                </p:cNvPr>
                <p:cNvPicPr/>
                <p:nvPr/>
              </p:nvPicPr>
              <p:blipFill>
                <a:blip r:embed="rId5"/>
                <a:stretch>
                  <a:fillRect/>
                </a:stretch>
              </p:blipFill>
              <p:spPr>
                <a:xfrm>
                  <a:off x="2441275" y="398148"/>
                  <a:ext cx="622440" cy="619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BCBC5DCF-2CC9-4711-8CF1-EA9A61AA14F7}"/>
                    </a:ext>
                  </a:extLst>
                </p14:cNvPr>
                <p14:cNvContentPartPr/>
                <p14:nvPr/>
              </p14:nvContentPartPr>
              <p14:xfrm>
                <a:off x="3364675" y="268908"/>
                <a:ext cx="973080" cy="1270800"/>
              </p14:xfrm>
            </p:contentPart>
          </mc:Choice>
          <mc:Fallback xmlns="">
            <p:pic>
              <p:nvPicPr>
                <p:cNvPr id="4" name="Ink 3">
                  <a:extLst>
                    <a:ext uri="{FF2B5EF4-FFF2-40B4-BE49-F238E27FC236}">
                      <a16:creationId xmlns:a16="http://schemas.microsoft.com/office/drawing/2014/main" id="{BCBC5DCF-2CC9-4711-8CF1-EA9A61AA14F7}"/>
                    </a:ext>
                  </a:extLst>
                </p:cNvPr>
                <p:cNvPicPr/>
                <p:nvPr/>
              </p:nvPicPr>
              <p:blipFill>
                <a:blip r:embed="rId7"/>
                <a:stretch>
                  <a:fillRect/>
                </a:stretch>
              </p:blipFill>
              <p:spPr>
                <a:xfrm>
                  <a:off x="3358555" y="262788"/>
                  <a:ext cx="985320" cy="1283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B19E270C-F0DF-15D8-8A6A-C87C74A769C7}"/>
                    </a:ext>
                  </a:extLst>
                </p14:cNvPr>
                <p14:cNvContentPartPr/>
                <p14:nvPr/>
              </p14:nvContentPartPr>
              <p14:xfrm>
                <a:off x="4537195" y="271788"/>
                <a:ext cx="398520" cy="679680"/>
              </p14:xfrm>
            </p:contentPart>
          </mc:Choice>
          <mc:Fallback xmlns="">
            <p:pic>
              <p:nvPicPr>
                <p:cNvPr id="5" name="Ink 4">
                  <a:extLst>
                    <a:ext uri="{FF2B5EF4-FFF2-40B4-BE49-F238E27FC236}">
                      <a16:creationId xmlns:a16="http://schemas.microsoft.com/office/drawing/2014/main" id="{B19E270C-F0DF-15D8-8A6A-C87C74A769C7}"/>
                    </a:ext>
                  </a:extLst>
                </p:cNvPr>
                <p:cNvPicPr/>
                <p:nvPr/>
              </p:nvPicPr>
              <p:blipFill>
                <a:blip r:embed="rId9"/>
                <a:stretch>
                  <a:fillRect/>
                </a:stretch>
              </p:blipFill>
              <p:spPr>
                <a:xfrm>
                  <a:off x="4531075" y="265668"/>
                  <a:ext cx="410760" cy="69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7DD13B80-9328-B059-C41B-631F72AEC3C3}"/>
                  </a:ext>
                </a:extLst>
              </p14:cNvPr>
              <p14:cNvContentPartPr/>
              <p14:nvPr/>
            </p14:nvContentPartPr>
            <p14:xfrm>
              <a:off x="5414515" y="669228"/>
              <a:ext cx="13680" cy="26280"/>
            </p14:xfrm>
          </p:contentPart>
        </mc:Choice>
        <mc:Fallback xmlns="">
          <p:pic>
            <p:nvPicPr>
              <p:cNvPr id="6" name="Ink 5">
                <a:extLst>
                  <a:ext uri="{FF2B5EF4-FFF2-40B4-BE49-F238E27FC236}">
                    <a16:creationId xmlns:a16="http://schemas.microsoft.com/office/drawing/2014/main" id="{7DD13B80-9328-B059-C41B-631F72AEC3C3}"/>
                  </a:ext>
                </a:extLst>
              </p:cNvPr>
              <p:cNvPicPr/>
              <p:nvPr/>
            </p:nvPicPr>
            <p:blipFill>
              <a:blip r:embed="rId11"/>
              <a:stretch>
                <a:fillRect/>
              </a:stretch>
            </p:blipFill>
            <p:spPr>
              <a:xfrm>
                <a:off x="5408395" y="663108"/>
                <a:ext cx="25920" cy="38520"/>
              </a:xfrm>
              <a:prstGeom prst="rect">
                <a:avLst/>
              </a:prstGeom>
            </p:spPr>
          </p:pic>
        </mc:Fallback>
      </mc:AlternateContent>
      <p:grpSp>
        <p:nvGrpSpPr>
          <p:cNvPr id="12" name="Group 11">
            <a:extLst>
              <a:ext uri="{FF2B5EF4-FFF2-40B4-BE49-F238E27FC236}">
                <a16:creationId xmlns:a16="http://schemas.microsoft.com/office/drawing/2014/main" id="{DF3A7E7E-A3D1-42AE-D959-3BD279D08371}"/>
              </a:ext>
            </a:extLst>
          </p:cNvPr>
          <p:cNvGrpSpPr/>
          <p:nvPr/>
        </p:nvGrpSpPr>
        <p:grpSpPr>
          <a:xfrm>
            <a:off x="7165555" y="865788"/>
            <a:ext cx="2622960" cy="460440"/>
            <a:chOff x="7165555" y="865788"/>
            <a:chExt cx="2622960" cy="460440"/>
          </a:xfrm>
        </p:grpSpPr>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DC7A428C-A716-B35F-3C43-AD8B5A2D5B08}"/>
                    </a:ext>
                  </a:extLst>
                </p14:cNvPr>
                <p14:cNvContentPartPr/>
                <p14:nvPr/>
              </p14:nvContentPartPr>
              <p14:xfrm>
                <a:off x="7165555" y="1065228"/>
                <a:ext cx="86040" cy="55800"/>
              </p14:xfrm>
            </p:contentPart>
          </mc:Choice>
          <mc:Fallback xmlns="">
            <p:pic>
              <p:nvPicPr>
                <p:cNvPr id="8" name="Ink 7">
                  <a:extLst>
                    <a:ext uri="{FF2B5EF4-FFF2-40B4-BE49-F238E27FC236}">
                      <a16:creationId xmlns:a16="http://schemas.microsoft.com/office/drawing/2014/main" id="{DC7A428C-A716-B35F-3C43-AD8B5A2D5B08}"/>
                    </a:ext>
                  </a:extLst>
                </p:cNvPr>
                <p:cNvPicPr/>
                <p:nvPr/>
              </p:nvPicPr>
              <p:blipFill>
                <a:blip r:embed="rId13"/>
                <a:stretch>
                  <a:fillRect/>
                </a:stretch>
              </p:blipFill>
              <p:spPr>
                <a:xfrm>
                  <a:off x="7159435" y="1059108"/>
                  <a:ext cx="9828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DAFD4751-FB27-57AB-05F8-3878C26ADB46}"/>
                    </a:ext>
                  </a:extLst>
                </p14:cNvPr>
                <p14:cNvContentPartPr/>
                <p14:nvPr/>
              </p14:nvContentPartPr>
              <p14:xfrm>
                <a:off x="7600795" y="1079268"/>
                <a:ext cx="222120" cy="78480"/>
              </p14:xfrm>
            </p:contentPart>
          </mc:Choice>
          <mc:Fallback xmlns="">
            <p:pic>
              <p:nvPicPr>
                <p:cNvPr id="9" name="Ink 8">
                  <a:extLst>
                    <a:ext uri="{FF2B5EF4-FFF2-40B4-BE49-F238E27FC236}">
                      <a16:creationId xmlns:a16="http://schemas.microsoft.com/office/drawing/2014/main" id="{DAFD4751-FB27-57AB-05F8-3878C26ADB46}"/>
                    </a:ext>
                  </a:extLst>
                </p:cNvPr>
                <p:cNvPicPr/>
                <p:nvPr/>
              </p:nvPicPr>
              <p:blipFill>
                <a:blip r:embed="rId15"/>
                <a:stretch>
                  <a:fillRect/>
                </a:stretch>
              </p:blipFill>
              <p:spPr>
                <a:xfrm>
                  <a:off x="7594675" y="1073148"/>
                  <a:ext cx="23436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51FC9965-569D-D53F-961D-6A127C0D4538}"/>
                    </a:ext>
                  </a:extLst>
                </p14:cNvPr>
                <p14:cNvContentPartPr/>
                <p14:nvPr/>
              </p14:nvContentPartPr>
              <p14:xfrm>
                <a:off x="8121355" y="865788"/>
                <a:ext cx="1619640" cy="460440"/>
              </p14:xfrm>
            </p:contentPart>
          </mc:Choice>
          <mc:Fallback xmlns="">
            <p:pic>
              <p:nvPicPr>
                <p:cNvPr id="10" name="Ink 9">
                  <a:extLst>
                    <a:ext uri="{FF2B5EF4-FFF2-40B4-BE49-F238E27FC236}">
                      <a16:creationId xmlns:a16="http://schemas.microsoft.com/office/drawing/2014/main" id="{51FC9965-569D-D53F-961D-6A127C0D4538}"/>
                    </a:ext>
                  </a:extLst>
                </p:cNvPr>
                <p:cNvPicPr/>
                <p:nvPr/>
              </p:nvPicPr>
              <p:blipFill>
                <a:blip r:embed="rId17"/>
                <a:stretch>
                  <a:fillRect/>
                </a:stretch>
              </p:blipFill>
              <p:spPr>
                <a:xfrm>
                  <a:off x="8115235" y="859668"/>
                  <a:ext cx="1631880" cy="472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5DCE102D-6397-BA0F-5DB9-08A0F6100A94}"/>
                    </a:ext>
                  </a:extLst>
                </p14:cNvPr>
                <p14:cNvContentPartPr/>
                <p14:nvPr/>
              </p14:nvContentPartPr>
              <p14:xfrm>
                <a:off x="9762955" y="934908"/>
                <a:ext cx="25560" cy="20880"/>
              </p14:xfrm>
            </p:contentPart>
          </mc:Choice>
          <mc:Fallback xmlns="">
            <p:pic>
              <p:nvPicPr>
                <p:cNvPr id="11" name="Ink 10">
                  <a:extLst>
                    <a:ext uri="{FF2B5EF4-FFF2-40B4-BE49-F238E27FC236}">
                      <a16:creationId xmlns:a16="http://schemas.microsoft.com/office/drawing/2014/main" id="{5DCE102D-6397-BA0F-5DB9-08A0F6100A94}"/>
                    </a:ext>
                  </a:extLst>
                </p:cNvPr>
                <p:cNvPicPr/>
                <p:nvPr/>
              </p:nvPicPr>
              <p:blipFill>
                <a:blip r:embed="rId19"/>
                <a:stretch>
                  <a:fillRect/>
                </a:stretch>
              </p:blipFill>
              <p:spPr>
                <a:xfrm>
                  <a:off x="9756835" y="928788"/>
                  <a:ext cx="37800" cy="33120"/>
                </a:xfrm>
                <a:prstGeom prst="rect">
                  <a:avLst/>
                </a:prstGeom>
              </p:spPr>
            </p:pic>
          </mc:Fallback>
        </mc:AlternateContent>
      </p:grpSp>
      <p:sp>
        <p:nvSpPr>
          <p:cNvPr id="14" name="TextBox 13">
            <a:extLst>
              <a:ext uri="{FF2B5EF4-FFF2-40B4-BE49-F238E27FC236}">
                <a16:creationId xmlns:a16="http://schemas.microsoft.com/office/drawing/2014/main" id="{25B04557-00A5-D5E5-4069-157970C540DD}"/>
              </a:ext>
            </a:extLst>
          </p:cNvPr>
          <p:cNvSpPr txBox="1"/>
          <p:nvPr/>
        </p:nvSpPr>
        <p:spPr>
          <a:xfrm>
            <a:off x="840628" y="1929284"/>
            <a:ext cx="8683188" cy="1015663"/>
          </a:xfrm>
          <a:prstGeom prst="rect">
            <a:avLst/>
          </a:prstGeom>
          <a:noFill/>
        </p:spPr>
        <p:txBody>
          <a:bodyPr wrap="square">
            <a:spAutoFit/>
          </a:bodyPr>
          <a:lstStyle/>
          <a:p>
            <a:r>
              <a:rPr lang="en-US" sz="2000" b="1" i="1" dirty="0">
                <a:effectLst/>
                <a:latin typeface="Nunito" pitchFamily="2" charset="0"/>
              </a:rPr>
              <a:t>K-Nearest Neighbors is also called as a lazy learner algorithm because it does not learn from the training set immediately instead it stores the entire dataset and performs computations only at the time of classification.</a:t>
            </a:r>
            <a:endParaRPr lang="en-IN" sz="2000" b="1" i="1" dirty="0"/>
          </a:p>
        </p:txBody>
      </p:sp>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B7E47934-FE9B-F753-8FA6-E99325F547AF}"/>
                  </a:ext>
                </a:extLst>
              </p14:cNvPr>
              <p14:cNvContentPartPr/>
              <p14:nvPr/>
            </p14:nvContentPartPr>
            <p14:xfrm>
              <a:off x="1742875" y="3369948"/>
              <a:ext cx="720" cy="2877480"/>
            </p14:xfrm>
          </p:contentPart>
        </mc:Choice>
        <mc:Fallback xmlns="">
          <p:pic>
            <p:nvPicPr>
              <p:cNvPr id="16" name="Ink 15">
                <a:extLst>
                  <a:ext uri="{FF2B5EF4-FFF2-40B4-BE49-F238E27FC236}">
                    <a16:creationId xmlns:a16="http://schemas.microsoft.com/office/drawing/2014/main" id="{B7E47934-FE9B-F753-8FA6-E99325F547AF}"/>
                  </a:ext>
                </a:extLst>
              </p:cNvPr>
              <p:cNvPicPr/>
              <p:nvPr/>
            </p:nvPicPr>
            <p:blipFill>
              <a:blip r:embed="rId21"/>
              <a:stretch>
                <a:fillRect/>
              </a:stretch>
            </p:blipFill>
            <p:spPr>
              <a:xfrm>
                <a:off x="1730635" y="3363828"/>
                <a:ext cx="25200" cy="2889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48103D21-35DE-BF77-4FCC-D799EF5C9ECD}"/>
                  </a:ext>
                </a:extLst>
              </p14:cNvPr>
              <p14:cNvContentPartPr/>
              <p14:nvPr/>
            </p14:nvContentPartPr>
            <p14:xfrm>
              <a:off x="1776715" y="6293508"/>
              <a:ext cx="4717800" cy="720"/>
            </p14:xfrm>
          </p:contentPart>
        </mc:Choice>
        <mc:Fallback xmlns="">
          <p:pic>
            <p:nvPicPr>
              <p:cNvPr id="18" name="Ink 17">
                <a:extLst>
                  <a:ext uri="{FF2B5EF4-FFF2-40B4-BE49-F238E27FC236}">
                    <a16:creationId xmlns:a16="http://schemas.microsoft.com/office/drawing/2014/main" id="{48103D21-35DE-BF77-4FCC-D799EF5C9ECD}"/>
                  </a:ext>
                </a:extLst>
              </p:cNvPr>
              <p:cNvPicPr/>
              <p:nvPr/>
            </p:nvPicPr>
            <p:blipFill>
              <a:blip r:embed="rId23"/>
              <a:stretch>
                <a:fillRect/>
              </a:stretch>
            </p:blipFill>
            <p:spPr>
              <a:xfrm>
                <a:off x="1770595" y="6281268"/>
                <a:ext cx="4730040" cy="25200"/>
              </a:xfrm>
              <a:prstGeom prst="rect">
                <a:avLst/>
              </a:prstGeom>
            </p:spPr>
          </p:pic>
        </mc:Fallback>
      </mc:AlternateContent>
      <p:grpSp>
        <p:nvGrpSpPr>
          <p:cNvPr id="40" name="Group 39">
            <a:extLst>
              <a:ext uri="{FF2B5EF4-FFF2-40B4-BE49-F238E27FC236}">
                <a16:creationId xmlns:a16="http://schemas.microsoft.com/office/drawing/2014/main" id="{1BDD3C6C-F1D9-5C04-5617-3DCD88FEABCD}"/>
              </a:ext>
            </a:extLst>
          </p:cNvPr>
          <p:cNvGrpSpPr/>
          <p:nvPr/>
        </p:nvGrpSpPr>
        <p:grpSpPr>
          <a:xfrm>
            <a:off x="2776435" y="4825460"/>
            <a:ext cx="573120" cy="460080"/>
            <a:chOff x="2776435" y="4825460"/>
            <a:chExt cx="573120" cy="460080"/>
          </a:xfrm>
        </p:grpSpPr>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E30E66FC-346E-1C14-08A5-3F2ADC5E47B8}"/>
                    </a:ext>
                  </a:extLst>
                </p14:cNvPr>
                <p14:cNvContentPartPr/>
                <p14:nvPr/>
              </p14:nvContentPartPr>
              <p14:xfrm>
                <a:off x="2817475" y="5179340"/>
                <a:ext cx="229320" cy="106200"/>
              </p14:xfrm>
            </p:contentPart>
          </mc:Choice>
          <mc:Fallback xmlns="">
            <p:pic>
              <p:nvPicPr>
                <p:cNvPr id="19" name="Ink 18">
                  <a:extLst>
                    <a:ext uri="{FF2B5EF4-FFF2-40B4-BE49-F238E27FC236}">
                      <a16:creationId xmlns:a16="http://schemas.microsoft.com/office/drawing/2014/main" id="{E30E66FC-346E-1C14-08A5-3F2ADC5E47B8}"/>
                    </a:ext>
                  </a:extLst>
                </p:cNvPr>
                <p:cNvPicPr/>
                <p:nvPr/>
              </p:nvPicPr>
              <p:blipFill>
                <a:blip r:embed="rId25"/>
                <a:stretch>
                  <a:fillRect/>
                </a:stretch>
              </p:blipFill>
              <p:spPr>
                <a:xfrm>
                  <a:off x="2808475" y="5170700"/>
                  <a:ext cx="2469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Ink 19">
                  <a:extLst>
                    <a:ext uri="{FF2B5EF4-FFF2-40B4-BE49-F238E27FC236}">
                      <a16:creationId xmlns:a16="http://schemas.microsoft.com/office/drawing/2014/main" id="{2D254442-0DBB-3420-E0F7-70A2D95E5B14}"/>
                    </a:ext>
                  </a:extLst>
                </p14:cNvPr>
                <p14:cNvContentPartPr/>
                <p14:nvPr/>
              </p14:nvContentPartPr>
              <p14:xfrm>
                <a:off x="2776435" y="5126060"/>
                <a:ext cx="188640" cy="132840"/>
              </p14:xfrm>
            </p:contentPart>
          </mc:Choice>
          <mc:Fallback xmlns="">
            <p:pic>
              <p:nvPicPr>
                <p:cNvPr id="20" name="Ink 19">
                  <a:extLst>
                    <a:ext uri="{FF2B5EF4-FFF2-40B4-BE49-F238E27FC236}">
                      <a16:creationId xmlns:a16="http://schemas.microsoft.com/office/drawing/2014/main" id="{2D254442-0DBB-3420-E0F7-70A2D95E5B14}"/>
                    </a:ext>
                  </a:extLst>
                </p:cNvPr>
                <p:cNvPicPr/>
                <p:nvPr/>
              </p:nvPicPr>
              <p:blipFill>
                <a:blip r:embed="rId27"/>
                <a:stretch>
                  <a:fillRect/>
                </a:stretch>
              </p:blipFill>
              <p:spPr>
                <a:xfrm>
                  <a:off x="2767435" y="5117420"/>
                  <a:ext cx="2062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81E2B9D6-45E8-8ABC-E6C1-97A690ABEAC6}"/>
                    </a:ext>
                  </a:extLst>
                </p14:cNvPr>
                <p14:cNvContentPartPr/>
                <p14:nvPr/>
              </p14:nvContentPartPr>
              <p14:xfrm>
                <a:off x="3073075" y="4941380"/>
                <a:ext cx="276480" cy="120240"/>
              </p14:xfrm>
            </p:contentPart>
          </mc:Choice>
          <mc:Fallback xmlns="">
            <p:pic>
              <p:nvPicPr>
                <p:cNvPr id="21" name="Ink 20">
                  <a:extLst>
                    <a:ext uri="{FF2B5EF4-FFF2-40B4-BE49-F238E27FC236}">
                      <a16:creationId xmlns:a16="http://schemas.microsoft.com/office/drawing/2014/main" id="{81E2B9D6-45E8-8ABC-E6C1-97A690ABEAC6}"/>
                    </a:ext>
                  </a:extLst>
                </p:cNvPr>
                <p:cNvPicPr/>
                <p:nvPr/>
              </p:nvPicPr>
              <p:blipFill>
                <a:blip r:embed="rId29"/>
                <a:stretch>
                  <a:fillRect/>
                </a:stretch>
              </p:blipFill>
              <p:spPr>
                <a:xfrm>
                  <a:off x="3064435" y="4932380"/>
                  <a:ext cx="29412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738C9066-6E2C-5BB2-DAC4-BF5AEA8A1E6E}"/>
                    </a:ext>
                  </a:extLst>
                </p14:cNvPr>
                <p14:cNvContentPartPr/>
                <p14:nvPr/>
              </p14:nvContentPartPr>
              <p14:xfrm>
                <a:off x="3070555" y="4825460"/>
                <a:ext cx="177480" cy="188280"/>
              </p14:xfrm>
            </p:contentPart>
          </mc:Choice>
          <mc:Fallback xmlns="">
            <p:pic>
              <p:nvPicPr>
                <p:cNvPr id="22" name="Ink 21">
                  <a:extLst>
                    <a:ext uri="{FF2B5EF4-FFF2-40B4-BE49-F238E27FC236}">
                      <a16:creationId xmlns:a16="http://schemas.microsoft.com/office/drawing/2014/main" id="{738C9066-6E2C-5BB2-DAC4-BF5AEA8A1E6E}"/>
                    </a:ext>
                  </a:extLst>
                </p:cNvPr>
                <p:cNvPicPr/>
                <p:nvPr/>
              </p:nvPicPr>
              <p:blipFill>
                <a:blip r:embed="rId31"/>
                <a:stretch>
                  <a:fillRect/>
                </a:stretch>
              </p:blipFill>
              <p:spPr>
                <a:xfrm>
                  <a:off x="3061915" y="4816820"/>
                  <a:ext cx="195120" cy="205920"/>
                </a:xfrm>
                <a:prstGeom prst="rect">
                  <a:avLst/>
                </a:prstGeom>
              </p:spPr>
            </p:pic>
          </mc:Fallback>
        </mc:AlternateContent>
      </p:grpSp>
      <p:grpSp>
        <p:nvGrpSpPr>
          <p:cNvPr id="39" name="Group 38">
            <a:extLst>
              <a:ext uri="{FF2B5EF4-FFF2-40B4-BE49-F238E27FC236}">
                <a16:creationId xmlns:a16="http://schemas.microsoft.com/office/drawing/2014/main" id="{4DCFFB01-58AC-A252-0038-132A7E96F981}"/>
              </a:ext>
            </a:extLst>
          </p:cNvPr>
          <p:cNvGrpSpPr/>
          <p:nvPr/>
        </p:nvGrpSpPr>
        <p:grpSpPr>
          <a:xfrm>
            <a:off x="2681035" y="3884420"/>
            <a:ext cx="1834560" cy="777600"/>
            <a:chOff x="2681035" y="3884420"/>
            <a:chExt cx="1834560" cy="777600"/>
          </a:xfrm>
        </p:grpSpPr>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63F3EBAA-E713-4674-D66D-78B83178C0E7}"/>
                    </a:ext>
                  </a:extLst>
                </p14:cNvPr>
                <p14:cNvContentPartPr/>
                <p14:nvPr/>
              </p14:nvContentPartPr>
              <p14:xfrm>
                <a:off x="3359995" y="4512620"/>
                <a:ext cx="370440" cy="95400"/>
              </p14:xfrm>
            </p:contentPart>
          </mc:Choice>
          <mc:Fallback xmlns="">
            <p:pic>
              <p:nvPicPr>
                <p:cNvPr id="23" name="Ink 22">
                  <a:extLst>
                    <a:ext uri="{FF2B5EF4-FFF2-40B4-BE49-F238E27FC236}">
                      <a16:creationId xmlns:a16="http://schemas.microsoft.com/office/drawing/2014/main" id="{63F3EBAA-E713-4674-D66D-78B83178C0E7}"/>
                    </a:ext>
                  </a:extLst>
                </p:cNvPr>
                <p:cNvPicPr/>
                <p:nvPr/>
              </p:nvPicPr>
              <p:blipFill>
                <a:blip r:embed="rId33"/>
                <a:stretch>
                  <a:fillRect/>
                </a:stretch>
              </p:blipFill>
              <p:spPr>
                <a:xfrm>
                  <a:off x="3350995" y="4503620"/>
                  <a:ext cx="3880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330F4B53-5BE3-3220-9401-3648C42525CB}"/>
                    </a:ext>
                  </a:extLst>
                </p14:cNvPr>
                <p14:cNvContentPartPr/>
                <p14:nvPr/>
              </p14:nvContentPartPr>
              <p14:xfrm>
                <a:off x="3358915" y="4421180"/>
                <a:ext cx="312840" cy="240840"/>
              </p14:xfrm>
            </p:contentPart>
          </mc:Choice>
          <mc:Fallback xmlns="">
            <p:pic>
              <p:nvPicPr>
                <p:cNvPr id="24" name="Ink 23">
                  <a:extLst>
                    <a:ext uri="{FF2B5EF4-FFF2-40B4-BE49-F238E27FC236}">
                      <a16:creationId xmlns:a16="http://schemas.microsoft.com/office/drawing/2014/main" id="{330F4B53-5BE3-3220-9401-3648C42525CB}"/>
                    </a:ext>
                  </a:extLst>
                </p:cNvPr>
                <p:cNvPicPr/>
                <p:nvPr/>
              </p:nvPicPr>
              <p:blipFill>
                <a:blip r:embed="rId35"/>
                <a:stretch>
                  <a:fillRect/>
                </a:stretch>
              </p:blipFill>
              <p:spPr>
                <a:xfrm>
                  <a:off x="3349915" y="4412540"/>
                  <a:ext cx="33048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55D0D243-D6FA-4046-8164-0FF859803163}"/>
                    </a:ext>
                  </a:extLst>
                </p14:cNvPr>
                <p14:cNvContentPartPr/>
                <p14:nvPr/>
              </p14:nvContentPartPr>
              <p14:xfrm>
                <a:off x="3739795" y="4216700"/>
                <a:ext cx="282600" cy="115560"/>
              </p14:xfrm>
            </p:contentPart>
          </mc:Choice>
          <mc:Fallback xmlns="">
            <p:pic>
              <p:nvPicPr>
                <p:cNvPr id="25" name="Ink 24">
                  <a:extLst>
                    <a:ext uri="{FF2B5EF4-FFF2-40B4-BE49-F238E27FC236}">
                      <a16:creationId xmlns:a16="http://schemas.microsoft.com/office/drawing/2014/main" id="{55D0D243-D6FA-4046-8164-0FF859803163}"/>
                    </a:ext>
                  </a:extLst>
                </p:cNvPr>
                <p:cNvPicPr/>
                <p:nvPr/>
              </p:nvPicPr>
              <p:blipFill>
                <a:blip r:embed="rId37"/>
                <a:stretch>
                  <a:fillRect/>
                </a:stretch>
              </p:blipFill>
              <p:spPr>
                <a:xfrm>
                  <a:off x="3731155" y="4207700"/>
                  <a:ext cx="3002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94AF7C58-390B-A6DE-E4D7-7328B6B3820D}"/>
                    </a:ext>
                  </a:extLst>
                </p14:cNvPr>
                <p14:cNvContentPartPr/>
                <p14:nvPr/>
              </p14:nvContentPartPr>
              <p14:xfrm>
                <a:off x="3714595" y="4134260"/>
                <a:ext cx="263160" cy="208800"/>
              </p14:xfrm>
            </p:contentPart>
          </mc:Choice>
          <mc:Fallback xmlns="">
            <p:pic>
              <p:nvPicPr>
                <p:cNvPr id="26" name="Ink 25">
                  <a:extLst>
                    <a:ext uri="{FF2B5EF4-FFF2-40B4-BE49-F238E27FC236}">
                      <a16:creationId xmlns:a16="http://schemas.microsoft.com/office/drawing/2014/main" id="{94AF7C58-390B-A6DE-E4D7-7328B6B3820D}"/>
                    </a:ext>
                  </a:extLst>
                </p:cNvPr>
                <p:cNvPicPr/>
                <p:nvPr/>
              </p:nvPicPr>
              <p:blipFill>
                <a:blip r:embed="rId39"/>
                <a:stretch>
                  <a:fillRect/>
                </a:stretch>
              </p:blipFill>
              <p:spPr>
                <a:xfrm>
                  <a:off x="3705595" y="4125260"/>
                  <a:ext cx="28080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266F5EBE-DB89-1296-4A57-DDD2013E190B}"/>
                    </a:ext>
                  </a:extLst>
                </p14:cNvPr>
                <p14:cNvContentPartPr/>
                <p14:nvPr/>
              </p14:nvContentPartPr>
              <p14:xfrm>
                <a:off x="2970475" y="4088540"/>
                <a:ext cx="394560" cy="132840"/>
              </p14:xfrm>
            </p:contentPart>
          </mc:Choice>
          <mc:Fallback xmlns="">
            <p:pic>
              <p:nvPicPr>
                <p:cNvPr id="27" name="Ink 26">
                  <a:extLst>
                    <a:ext uri="{FF2B5EF4-FFF2-40B4-BE49-F238E27FC236}">
                      <a16:creationId xmlns:a16="http://schemas.microsoft.com/office/drawing/2014/main" id="{266F5EBE-DB89-1296-4A57-DDD2013E190B}"/>
                    </a:ext>
                  </a:extLst>
                </p:cNvPr>
                <p:cNvPicPr/>
                <p:nvPr/>
              </p:nvPicPr>
              <p:blipFill>
                <a:blip r:embed="rId41"/>
                <a:stretch>
                  <a:fillRect/>
                </a:stretch>
              </p:blipFill>
              <p:spPr>
                <a:xfrm>
                  <a:off x="2961835" y="4079900"/>
                  <a:ext cx="4122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55CE2258-05C3-E4C1-D9AA-5E3FCCA9A0AF}"/>
                    </a:ext>
                  </a:extLst>
                </p14:cNvPr>
                <p14:cNvContentPartPr/>
                <p14:nvPr/>
              </p14:nvContentPartPr>
              <p14:xfrm>
                <a:off x="3041755" y="4001780"/>
                <a:ext cx="205200" cy="191520"/>
              </p14:xfrm>
            </p:contentPart>
          </mc:Choice>
          <mc:Fallback xmlns="">
            <p:pic>
              <p:nvPicPr>
                <p:cNvPr id="28" name="Ink 27">
                  <a:extLst>
                    <a:ext uri="{FF2B5EF4-FFF2-40B4-BE49-F238E27FC236}">
                      <a16:creationId xmlns:a16="http://schemas.microsoft.com/office/drawing/2014/main" id="{55CE2258-05C3-E4C1-D9AA-5E3FCCA9A0AF}"/>
                    </a:ext>
                  </a:extLst>
                </p:cNvPr>
                <p:cNvPicPr/>
                <p:nvPr/>
              </p:nvPicPr>
              <p:blipFill>
                <a:blip r:embed="rId43"/>
                <a:stretch>
                  <a:fillRect/>
                </a:stretch>
              </p:blipFill>
              <p:spPr>
                <a:xfrm>
                  <a:off x="3032755" y="3993140"/>
                  <a:ext cx="2228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B0425CAA-C153-4653-B7B4-F99E41D3870A}"/>
                    </a:ext>
                  </a:extLst>
                </p14:cNvPr>
                <p14:cNvContentPartPr/>
                <p14:nvPr/>
              </p14:nvContentPartPr>
              <p14:xfrm>
                <a:off x="2681035" y="4350620"/>
                <a:ext cx="393480" cy="111600"/>
              </p14:xfrm>
            </p:contentPart>
          </mc:Choice>
          <mc:Fallback xmlns="">
            <p:pic>
              <p:nvPicPr>
                <p:cNvPr id="29" name="Ink 28">
                  <a:extLst>
                    <a:ext uri="{FF2B5EF4-FFF2-40B4-BE49-F238E27FC236}">
                      <a16:creationId xmlns:a16="http://schemas.microsoft.com/office/drawing/2014/main" id="{B0425CAA-C153-4653-B7B4-F99E41D3870A}"/>
                    </a:ext>
                  </a:extLst>
                </p:cNvPr>
                <p:cNvPicPr/>
                <p:nvPr/>
              </p:nvPicPr>
              <p:blipFill>
                <a:blip r:embed="rId45"/>
                <a:stretch>
                  <a:fillRect/>
                </a:stretch>
              </p:blipFill>
              <p:spPr>
                <a:xfrm>
                  <a:off x="2672395" y="4341980"/>
                  <a:ext cx="4111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91157DED-30FA-206E-E047-812520F51D2E}"/>
                    </a:ext>
                  </a:extLst>
                </p14:cNvPr>
                <p14:cNvContentPartPr/>
                <p14:nvPr/>
              </p14:nvContentPartPr>
              <p14:xfrm>
                <a:off x="2723155" y="4347020"/>
                <a:ext cx="219960" cy="200160"/>
              </p14:xfrm>
            </p:contentPart>
          </mc:Choice>
          <mc:Fallback xmlns="">
            <p:pic>
              <p:nvPicPr>
                <p:cNvPr id="30" name="Ink 29">
                  <a:extLst>
                    <a:ext uri="{FF2B5EF4-FFF2-40B4-BE49-F238E27FC236}">
                      <a16:creationId xmlns:a16="http://schemas.microsoft.com/office/drawing/2014/main" id="{91157DED-30FA-206E-E047-812520F51D2E}"/>
                    </a:ext>
                  </a:extLst>
                </p:cNvPr>
                <p:cNvPicPr/>
                <p:nvPr/>
              </p:nvPicPr>
              <p:blipFill>
                <a:blip r:embed="rId47"/>
                <a:stretch>
                  <a:fillRect/>
                </a:stretch>
              </p:blipFill>
              <p:spPr>
                <a:xfrm>
                  <a:off x="2714515" y="4338020"/>
                  <a:ext cx="23760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3F6D5C40-9148-7BC8-CBD6-217DE0F4C933}"/>
                    </a:ext>
                  </a:extLst>
                </p14:cNvPr>
                <p14:cNvContentPartPr/>
                <p14:nvPr/>
              </p14:nvContentPartPr>
              <p14:xfrm>
                <a:off x="3649435" y="4055060"/>
                <a:ext cx="277560" cy="52560"/>
              </p14:xfrm>
            </p:contentPart>
          </mc:Choice>
          <mc:Fallback xmlns="">
            <p:pic>
              <p:nvPicPr>
                <p:cNvPr id="31" name="Ink 30">
                  <a:extLst>
                    <a:ext uri="{FF2B5EF4-FFF2-40B4-BE49-F238E27FC236}">
                      <a16:creationId xmlns:a16="http://schemas.microsoft.com/office/drawing/2014/main" id="{3F6D5C40-9148-7BC8-CBD6-217DE0F4C933}"/>
                    </a:ext>
                  </a:extLst>
                </p:cNvPr>
                <p:cNvPicPr/>
                <p:nvPr/>
              </p:nvPicPr>
              <p:blipFill>
                <a:blip r:embed="rId49"/>
                <a:stretch>
                  <a:fillRect/>
                </a:stretch>
              </p:blipFill>
              <p:spPr>
                <a:xfrm>
                  <a:off x="3640435" y="4046060"/>
                  <a:ext cx="29520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2A6A399B-65D4-C24B-E701-73C33B8327ED}"/>
                    </a:ext>
                  </a:extLst>
                </p14:cNvPr>
                <p14:cNvContentPartPr/>
                <p14:nvPr/>
              </p14:nvContentPartPr>
              <p14:xfrm>
                <a:off x="3568435" y="3884420"/>
                <a:ext cx="284760" cy="278280"/>
              </p14:xfrm>
            </p:contentPart>
          </mc:Choice>
          <mc:Fallback xmlns="">
            <p:pic>
              <p:nvPicPr>
                <p:cNvPr id="32" name="Ink 31">
                  <a:extLst>
                    <a:ext uri="{FF2B5EF4-FFF2-40B4-BE49-F238E27FC236}">
                      <a16:creationId xmlns:a16="http://schemas.microsoft.com/office/drawing/2014/main" id="{2A6A399B-65D4-C24B-E701-73C33B8327ED}"/>
                    </a:ext>
                  </a:extLst>
                </p:cNvPr>
                <p:cNvPicPr/>
                <p:nvPr/>
              </p:nvPicPr>
              <p:blipFill>
                <a:blip r:embed="rId51"/>
                <a:stretch>
                  <a:fillRect/>
                </a:stretch>
              </p:blipFill>
              <p:spPr>
                <a:xfrm>
                  <a:off x="3559795" y="3875780"/>
                  <a:ext cx="30240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4FA27272-BEDA-347F-5BC8-876E874B00C9}"/>
                    </a:ext>
                  </a:extLst>
                </p14:cNvPr>
                <p14:cNvContentPartPr/>
                <p14:nvPr/>
              </p14:nvContentPartPr>
              <p14:xfrm>
                <a:off x="4204555" y="3942020"/>
                <a:ext cx="295560" cy="184680"/>
              </p14:xfrm>
            </p:contentPart>
          </mc:Choice>
          <mc:Fallback xmlns="">
            <p:pic>
              <p:nvPicPr>
                <p:cNvPr id="33" name="Ink 32">
                  <a:extLst>
                    <a:ext uri="{FF2B5EF4-FFF2-40B4-BE49-F238E27FC236}">
                      <a16:creationId xmlns:a16="http://schemas.microsoft.com/office/drawing/2014/main" id="{4FA27272-BEDA-347F-5BC8-876E874B00C9}"/>
                    </a:ext>
                  </a:extLst>
                </p:cNvPr>
                <p:cNvPicPr/>
                <p:nvPr/>
              </p:nvPicPr>
              <p:blipFill>
                <a:blip r:embed="rId53"/>
                <a:stretch>
                  <a:fillRect/>
                </a:stretch>
              </p:blipFill>
              <p:spPr>
                <a:xfrm>
                  <a:off x="4195555" y="3933380"/>
                  <a:ext cx="31320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E20EEE89-75CD-9AE5-C98D-64C15FFE0D56}"/>
                    </a:ext>
                  </a:extLst>
                </p14:cNvPr>
                <p14:cNvContentPartPr/>
                <p14:nvPr/>
              </p14:nvContentPartPr>
              <p14:xfrm>
                <a:off x="4201675" y="4020140"/>
                <a:ext cx="313920" cy="198000"/>
              </p14:xfrm>
            </p:contentPart>
          </mc:Choice>
          <mc:Fallback xmlns="">
            <p:pic>
              <p:nvPicPr>
                <p:cNvPr id="34" name="Ink 33">
                  <a:extLst>
                    <a:ext uri="{FF2B5EF4-FFF2-40B4-BE49-F238E27FC236}">
                      <a16:creationId xmlns:a16="http://schemas.microsoft.com/office/drawing/2014/main" id="{E20EEE89-75CD-9AE5-C98D-64C15FFE0D56}"/>
                    </a:ext>
                  </a:extLst>
                </p:cNvPr>
                <p:cNvPicPr/>
                <p:nvPr/>
              </p:nvPicPr>
              <p:blipFill>
                <a:blip r:embed="rId55"/>
                <a:stretch>
                  <a:fillRect/>
                </a:stretch>
              </p:blipFill>
              <p:spPr>
                <a:xfrm>
                  <a:off x="4192675" y="4011500"/>
                  <a:ext cx="3315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633855D8-19D3-DAD4-061F-2D979A4AE424}"/>
                    </a:ext>
                  </a:extLst>
                </p14:cNvPr>
                <p14:cNvContentPartPr/>
                <p14:nvPr/>
              </p14:nvContentPartPr>
              <p14:xfrm>
                <a:off x="4140115" y="4150460"/>
                <a:ext cx="25560" cy="2520"/>
              </p14:xfrm>
            </p:contentPart>
          </mc:Choice>
          <mc:Fallback xmlns="">
            <p:pic>
              <p:nvPicPr>
                <p:cNvPr id="35" name="Ink 34">
                  <a:extLst>
                    <a:ext uri="{FF2B5EF4-FFF2-40B4-BE49-F238E27FC236}">
                      <a16:creationId xmlns:a16="http://schemas.microsoft.com/office/drawing/2014/main" id="{633855D8-19D3-DAD4-061F-2D979A4AE424}"/>
                    </a:ext>
                  </a:extLst>
                </p:cNvPr>
                <p:cNvPicPr/>
                <p:nvPr/>
              </p:nvPicPr>
              <p:blipFill>
                <a:blip r:embed="rId57"/>
                <a:stretch>
                  <a:fillRect/>
                </a:stretch>
              </p:blipFill>
              <p:spPr>
                <a:xfrm>
                  <a:off x="4131475" y="4141820"/>
                  <a:ext cx="432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DA86A26A-5B26-DBCE-0F03-A90599478ED7}"/>
                    </a:ext>
                  </a:extLst>
                </p14:cNvPr>
                <p14:cNvContentPartPr/>
                <p14:nvPr/>
              </p14:nvContentPartPr>
              <p14:xfrm>
                <a:off x="4203835" y="4342700"/>
                <a:ext cx="283320" cy="142560"/>
              </p14:xfrm>
            </p:contentPart>
          </mc:Choice>
          <mc:Fallback xmlns="">
            <p:pic>
              <p:nvPicPr>
                <p:cNvPr id="36" name="Ink 35">
                  <a:extLst>
                    <a:ext uri="{FF2B5EF4-FFF2-40B4-BE49-F238E27FC236}">
                      <a16:creationId xmlns:a16="http://schemas.microsoft.com/office/drawing/2014/main" id="{DA86A26A-5B26-DBCE-0F03-A90599478ED7}"/>
                    </a:ext>
                  </a:extLst>
                </p:cNvPr>
                <p:cNvPicPr/>
                <p:nvPr/>
              </p:nvPicPr>
              <p:blipFill>
                <a:blip r:embed="rId59"/>
                <a:stretch>
                  <a:fillRect/>
                </a:stretch>
              </p:blipFill>
              <p:spPr>
                <a:xfrm>
                  <a:off x="4194835" y="4333700"/>
                  <a:ext cx="30096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84FF64B8-E987-A6E1-56BF-BF1D6FBC9A29}"/>
                    </a:ext>
                  </a:extLst>
                </p14:cNvPr>
                <p14:cNvContentPartPr/>
                <p14:nvPr/>
              </p14:nvContentPartPr>
              <p14:xfrm>
                <a:off x="3941035" y="4515140"/>
                <a:ext cx="164520" cy="47160"/>
              </p14:xfrm>
            </p:contentPart>
          </mc:Choice>
          <mc:Fallback xmlns="">
            <p:pic>
              <p:nvPicPr>
                <p:cNvPr id="37" name="Ink 36">
                  <a:extLst>
                    <a:ext uri="{FF2B5EF4-FFF2-40B4-BE49-F238E27FC236}">
                      <a16:creationId xmlns:a16="http://schemas.microsoft.com/office/drawing/2014/main" id="{84FF64B8-E987-A6E1-56BF-BF1D6FBC9A29}"/>
                    </a:ext>
                  </a:extLst>
                </p:cNvPr>
                <p:cNvPicPr/>
                <p:nvPr/>
              </p:nvPicPr>
              <p:blipFill>
                <a:blip r:embed="rId61"/>
                <a:stretch>
                  <a:fillRect/>
                </a:stretch>
              </p:blipFill>
              <p:spPr>
                <a:xfrm>
                  <a:off x="3932395" y="4506140"/>
                  <a:ext cx="18216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41E6A13C-0B03-A7A2-7927-44459097717E}"/>
                    </a:ext>
                  </a:extLst>
                </p14:cNvPr>
                <p14:cNvContentPartPr/>
                <p14:nvPr/>
              </p14:nvContentPartPr>
              <p14:xfrm>
                <a:off x="3976315" y="4527020"/>
                <a:ext cx="175320" cy="76320"/>
              </p14:xfrm>
            </p:contentPart>
          </mc:Choice>
          <mc:Fallback xmlns="">
            <p:pic>
              <p:nvPicPr>
                <p:cNvPr id="38" name="Ink 37">
                  <a:extLst>
                    <a:ext uri="{FF2B5EF4-FFF2-40B4-BE49-F238E27FC236}">
                      <a16:creationId xmlns:a16="http://schemas.microsoft.com/office/drawing/2014/main" id="{41E6A13C-0B03-A7A2-7927-44459097717E}"/>
                    </a:ext>
                  </a:extLst>
                </p:cNvPr>
                <p:cNvPicPr/>
                <p:nvPr/>
              </p:nvPicPr>
              <p:blipFill>
                <a:blip r:embed="rId63"/>
                <a:stretch>
                  <a:fillRect/>
                </a:stretch>
              </p:blipFill>
              <p:spPr>
                <a:xfrm>
                  <a:off x="3967315" y="4518380"/>
                  <a:ext cx="192960" cy="93960"/>
                </a:xfrm>
                <a:prstGeom prst="rect">
                  <a:avLst/>
                </a:prstGeom>
              </p:spPr>
            </p:pic>
          </mc:Fallback>
        </mc:AlternateContent>
      </p:grpSp>
      <p:grpSp>
        <p:nvGrpSpPr>
          <p:cNvPr id="75" name="Group 74">
            <a:extLst>
              <a:ext uri="{FF2B5EF4-FFF2-40B4-BE49-F238E27FC236}">
                <a16:creationId xmlns:a16="http://schemas.microsoft.com/office/drawing/2014/main" id="{1DC753AF-EA19-BFBF-9A5A-25167E1D443B}"/>
              </a:ext>
            </a:extLst>
          </p:cNvPr>
          <p:cNvGrpSpPr/>
          <p:nvPr/>
        </p:nvGrpSpPr>
        <p:grpSpPr>
          <a:xfrm>
            <a:off x="3518035" y="4095020"/>
            <a:ext cx="2093760" cy="1984320"/>
            <a:chOff x="3518035" y="4095020"/>
            <a:chExt cx="2093760" cy="1984320"/>
          </a:xfrm>
        </p:grpSpPr>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85E1B234-84C2-9A75-7917-54E6F140B647}"/>
                    </a:ext>
                  </a:extLst>
                </p14:cNvPr>
                <p14:cNvContentPartPr/>
                <p14:nvPr/>
              </p14:nvContentPartPr>
              <p14:xfrm>
                <a:off x="3727915" y="5891060"/>
                <a:ext cx="542880" cy="188280"/>
              </p14:xfrm>
            </p:contentPart>
          </mc:Choice>
          <mc:Fallback xmlns="">
            <p:pic>
              <p:nvPicPr>
                <p:cNvPr id="41" name="Ink 40">
                  <a:extLst>
                    <a:ext uri="{FF2B5EF4-FFF2-40B4-BE49-F238E27FC236}">
                      <a16:creationId xmlns:a16="http://schemas.microsoft.com/office/drawing/2014/main" id="{85E1B234-84C2-9A75-7917-54E6F140B647}"/>
                    </a:ext>
                  </a:extLst>
                </p:cNvPr>
                <p:cNvPicPr/>
                <p:nvPr/>
              </p:nvPicPr>
              <p:blipFill>
                <a:blip r:embed="rId65"/>
                <a:stretch>
                  <a:fillRect/>
                </a:stretch>
              </p:blipFill>
              <p:spPr>
                <a:xfrm>
                  <a:off x="3718915" y="5882420"/>
                  <a:ext cx="56052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AA4E74E4-3BB3-3FC3-D4B1-445FBA7B0E49}"/>
                    </a:ext>
                  </a:extLst>
                </p14:cNvPr>
                <p14:cNvContentPartPr/>
                <p14:nvPr/>
              </p14:nvContentPartPr>
              <p14:xfrm>
                <a:off x="3836275" y="5865500"/>
                <a:ext cx="327240" cy="143280"/>
              </p14:xfrm>
            </p:contentPart>
          </mc:Choice>
          <mc:Fallback xmlns="">
            <p:pic>
              <p:nvPicPr>
                <p:cNvPr id="42" name="Ink 41">
                  <a:extLst>
                    <a:ext uri="{FF2B5EF4-FFF2-40B4-BE49-F238E27FC236}">
                      <a16:creationId xmlns:a16="http://schemas.microsoft.com/office/drawing/2014/main" id="{AA4E74E4-3BB3-3FC3-D4B1-445FBA7B0E49}"/>
                    </a:ext>
                  </a:extLst>
                </p:cNvPr>
                <p:cNvPicPr/>
                <p:nvPr/>
              </p:nvPicPr>
              <p:blipFill>
                <a:blip r:embed="rId67"/>
                <a:stretch>
                  <a:fillRect/>
                </a:stretch>
              </p:blipFill>
              <p:spPr>
                <a:xfrm>
                  <a:off x="3827635" y="5856500"/>
                  <a:ext cx="34488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1" name="Ink 50">
                  <a:extLst>
                    <a:ext uri="{FF2B5EF4-FFF2-40B4-BE49-F238E27FC236}">
                      <a16:creationId xmlns:a16="http://schemas.microsoft.com/office/drawing/2014/main" id="{A2B63356-ECD1-B376-59C8-ED328B97AA02}"/>
                    </a:ext>
                  </a:extLst>
                </p14:cNvPr>
                <p14:cNvContentPartPr/>
                <p14:nvPr/>
              </p14:nvContentPartPr>
              <p14:xfrm>
                <a:off x="3698755" y="5050100"/>
                <a:ext cx="381240" cy="78480"/>
              </p14:xfrm>
            </p:contentPart>
          </mc:Choice>
          <mc:Fallback xmlns="">
            <p:pic>
              <p:nvPicPr>
                <p:cNvPr id="51" name="Ink 50">
                  <a:extLst>
                    <a:ext uri="{FF2B5EF4-FFF2-40B4-BE49-F238E27FC236}">
                      <a16:creationId xmlns:a16="http://schemas.microsoft.com/office/drawing/2014/main" id="{A2B63356-ECD1-B376-59C8-ED328B97AA02}"/>
                    </a:ext>
                  </a:extLst>
                </p:cNvPr>
                <p:cNvPicPr/>
                <p:nvPr/>
              </p:nvPicPr>
              <p:blipFill>
                <a:blip r:embed="rId69"/>
                <a:stretch>
                  <a:fillRect/>
                </a:stretch>
              </p:blipFill>
              <p:spPr>
                <a:xfrm>
                  <a:off x="3690115" y="5041460"/>
                  <a:ext cx="39888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2" name="Ink 51">
                  <a:extLst>
                    <a:ext uri="{FF2B5EF4-FFF2-40B4-BE49-F238E27FC236}">
                      <a16:creationId xmlns:a16="http://schemas.microsoft.com/office/drawing/2014/main" id="{41C6731E-F68C-13B6-7424-2CDD8955CE6B}"/>
                    </a:ext>
                  </a:extLst>
                </p14:cNvPr>
                <p14:cNvContentPartPr/>
                <p14:nvPr/>
              </p14:nvContentPartPr>
              <p14:xfrm>
                <a:off x="3703795" y="5044700"/>
                <a:ext cx="335520" cy="137160"/>
              </p14:xfrm>
            </p:contentPart>
          </mc:Choice>
          <mc:Fallback xmlns="">
            <p:pic>
              <p:nvPicPr>
                <p:cNvPr id="52" name="Ink 51">
                  <a:extLst>
                    <a:ext uri="{FF2B5EF4-FFF2-40B4-BE49-F238E27FC236}">
                      <a16:creationId xmlns:a16="http://schemas.microsoft.com/office/drawing/2014/main" id="{41C6731E-F68C-13B6-7424-2CDD8955CE6B}"/>
                    </a:ext>
                  </a:extLst>
                </p:cNvPr>
                <p:cNvPicPr/>
                <p:nvPr/>
              </p:nvPicPr>
              <p:blipFill>
                <a:blip r:embed="rId71"/>
                <a:stretch>
                  <a:fillRect/>
                </a:stretch>
              </p:blipFill>
              <p:spPr>
                <a:xfrm>
                  <a:off x="3694795" y="5035700"/>
                  <a:ext cx="35316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Ink 42">
                  <a:extLst>
                    <a:ext uri="{FF2B5EF4-FFF2-40B4-BE49-F238E27FC236}">
                      <a16:creationId xmlns:a16="http://schemas.microsoft.com/office/drawing/2014/main" id="{FBB934AF-910C-27EE-D586-4A4420AC2A6B}"/>
                    </a:ext>
                  </a:extLst>
                </p14:cNvPr>
                <p14:cNvContentPartPr/>
                <p14:nvPr/>
              </p14:nvContentPartPr>
              <p14:xfrm>
                <a:off x="4399315" y="5563820"/>
                <a:ext cx="318600" cy="84600"/>
              </p14:xfrm>
            </p:contentPart>
          </mc:Choice>
          <mc:Fallback xmlns="">
            <p:pic>
              <p:nvPicPr>
                <p:cNvPr id="43" name="Ink 42">
                  <a:extLst>
                    <a:ext uri="{FF2B5EF4-FFF2-40B4-BE49-F238E27FC236}">
                      <a16:creationId xmlns:a16="http://schemas.microsoft.com/office/drawing/2014/main" id="{FBB934AF-910C-27EE-D586-4A4420AC2A6B}"/>
                    </a:ext>
                  </a:extLst>
                </p:cNvPr>
                <p:cNvPicPr/>
                <p:nvPr/>
              </p:nvPicPr>
              <p:blipFill>
                <a:blip r:embed="rId73"/>
                <a:stretch>
                  <a:fillRect/>
                </a:stretch>
              </p:blipFill>
              <p:spPr>
                <a:xfrm>
                  <a:off x="4390675" y="5555180"/>
                  <a:ext cx="33624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4" name="Ink 43">
                  <a:extLst>
                    <a:ext uri="{FF2B5EF4-FFF2-40B4-BE49-F238E27FC236}">
                      <a16:creationId xmlns:a16="http://schemas.microsoft.com/office/drawing/2014/main" id="{32CB260E-3A68-6C62-F6A2-FD7F68879D55}"/>
                    </a:ext>
                  </a:extLst>
                </p14:cNvPr>
                <p14:cNvContentPartPr/>
                <p14:nvPr/>
              </p14:nvContentPartPr>
              <p14:xfrm>
                <a:off x="4369075" y="5468060"/>
                <a:ext cx="239040" cy="171720"/>
              </p14:xfrm>
            </p:contentPart>
          </mc:Choice>
          <mc:Fallback xmlns="">
            <p:pic>
              <p:nvPicPr>
                <p:cNvPr id="44" name="Ink 43">
                  <a:extLst>
                    <a:ext uri="{FF2B5EF4-FFF2-40B4-BE49-F238E27FC236}">
                      <a16:creationId xmlns:a16="http://schemas.microsoft.com/office/drawing/2014/main" id="{32CB260E-3A68-6C62-F6A2-FD7F68879D55}"/>
                    </a:ext>
                  </a:extLst>
                </p:cNvPr>
                <p:cNvPicPr/>
                <p:nvPr/>
              </p:nvPicPr>
              <p:blipFill>
                <a:blip r:embed="rId75"/>
                <a:stretch>
                  <a:fillRect/>
                </a:stretch>
              </p:blipFill>
              <p:spPr>
                <a:xfrm>
                  <a:off x="4360435" y="5459060"/>
                  <a:ext cx="25668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5" name="Ink 54">
                  <a:extLst>
                    <a:ext uri="{FF2B5EF4-FFF2-40B4-BE49-F238E27FC236}">
                      <a16:creationId xmlns:a16="http://schemas.microsoft.com/office/drawing/2014/main" id="{A5246FED-FE89-9336-9A0B-740D0CACEA60}"/>
                    </a:ext>
                  </a:extLst>
                </p14:cNvPr>
                <p14:cNvContentPartPr/>
                <p14:nvPr/>
              </p14:nvContentPartPr>
              <p14:xfrm>
                <a:off x="3878395" y="5421980"/>
                <a:ext cx="273960" cy="116640"/>
              </p14:xfrm>
            </p:contentPart>
          </mc:Choice>
          <mc:Fallback xmlns="">
            <p:pic>
              <p:nvPicPr>
                <p:cNvPr id="55" name="Ink 54">
                  <a:extLst>
                    <a:ext uri="{FF2B5EF4-FFF2-40B4-BE49-F238E27FC236}">
                      <a16:creationId xmlns:a16="http://schemas.microsoft.com/office/drawing/2014/main" id="{A5246FED-FE89-9336-9A0B-740D0CACEA60}"/>
                    </a:ext>
                  </a:extLst>
                </p:cNvPr>
                <p:cNvPicPr/>
                <p:nvPr/>
              </p:nvPicPr>
              <p:blipFill>
                <a:blip r:embed="rId77"/>
                <a:stretch>
                  <a:fillRect/>
                </a:stretch>
              </p:blipFill>
              <p:spPr>
                <a:xfrm>
                  <a:off x="3869755" y="5413340"/>
                  <a:ext cx="2916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6" name="Ink 55">
                  <a:extLst>
                    <a:ext uri="{FF2B5EF4-FFF2-40B4-BE49-F238E27FC236}">
                      <a16:creationId xmlns:a16="http://schemas.microsoft.com/office/drawing/2014/main" id="{B9CA875E-2781-DD5B-F1A5-116C80056B7A}"/>
                    </a:ext>
                  </a:extLst>
                </p14:cNvPr>
                <p14:cNvContentPartPr/>
                <p14:nvPr/>
              </p14:nvContentPartPr>
              <p14:xfrm>
                <a:off x="3939955" y="5448260"/>
                <a:ext cx="142560" cy="114480"/>
              </p14:xfrm>
            </p:contentPart>
          </mc:Choice>
          <mc:Fallback xmlns="">
            <p:pic>
              <p:nvPicPr>
                <p:cNvPr id="56" name="Ink 55">
                  <a:extLst>
                    <a:ext uri="{FF2B5EF4-FFF2-40B4-BE49-F238E27FC236}">
                      <a16:creationId xmlns:a16="http://schemas.microsoft.com/office/drawing/2014/main" id="{B9CA875E-2781-DD5B-F1A5-116C80056B7A}"/>
                    </a:ext>
                  </a:extLst>
                </p:cNvPr>
                <p:cNvPicPr/>
                <p:nvPr/>
              </p:nvPicPr>
              <p:blipFill>
                <a:blip r:embed="rId79"/>
                <a:stretch>
                  <a:fillRect/>
                </a:stretch>
              </p:blipFill>
              <p:spPr>
                <a:xfrm>
                  <a:off x="3931315" y="5439620"/>
                  <a:ext cx="1602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5" name="Ink 44">
                  <a:extLst>
                    <a:ext uri="{FF2B5EF4-FFF2-40B4-BE49-F238E27FC236}">
                      <a16:creationId xmlns:a16="http://schemas.microsoft.com/office/drawing/2014/main" id="{CF9226FC-A359-E568-2B2E-FD35DF663A59}"/>
                    </a:ext>
                  </a:extLst>
                </p14:cNvPr>
                <p14:cNvContentPartPr/>
                <p14:nvPr/>
              </p14:nvContentPartPr>
              <p14:xfrm>
                <a:off x="4720435" y="5205980"/>
                <a:ext cx="376200" cy="48600"/>
              </p14:xfrm>
            </p:contentPart>
          </mc:Choice>
          <mc:Fallback xmlns="">
            <p:pic>
              <p:nvPicPr>
                <p:cNvPr id="45" name="Ink 44">
                  <a:extLst>
                    <a:ext uri="{FF2B5EF4-FFF2-40B4-BE49-F238E27FC236}">
                      <a16:creationId xmlns:a16="http://schemas.microsoft.com/office/drawing/2014/main" id="{CF9226FC-A359-E568-2B2E-FD35DF663A59}"/>
                    </a:ext>
                  </a:extLst>
                </p:cNvPr>
                <p:cNvPicPr/>
                <p:nvPr/>
              </p:nvPicPr>
              <p:blipFill>
                <a:blip r:embed="rId81"/>
                <a:stretch>
                  <a:fillRect/>
                </a:stretch>
              </p:blipFill>
              <p:spPr>
                <a:xfrm>
                  <a:off x="4711435" y="5196980"/>
                  <a:ext cx="3938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6" name="Ink 45">
                  <a:extLst>
                    <a:ext uri="{FF2B5EF4-FFF2-40B4-BE49-F238E27FC236}">
                      <a16:creationId xmlns:a16="http://schemas.microsoft.com/office/drawing/2014/main" id="{27AB9712-1BC6-1AF3-CC0F-1AFEF3A6EA97}"/>
                    </a:ext>
                  </a:extLst>
                </p14:cNvPr>
                <p14:cNvContentPartPr/>
                <p14:nvPr/>
              </p14:nvContentPartPr>
              <p14:xfrm>
                <a:off x="4812955" y="5127140"/>
                <a:ext cx="228240" cy="154440"/>
              </p14:xfrm>
            </p:contentPart>
          </mc:Choice>
          <mc:Fallback xmlns="">
            <p:pic>
              <p:nvPicPr>
                <p:cNvPr id="46" name="Ink 45">
                  <a:extLst>
                    <a:ext uri="{FF2B5EF4-FFF2-40B4-BE49-F238E27FC236}">
                      <a16:creationId xmlns:a16="http://schemas.microsoft.com/office/drawing/2014/main" id="{27AB9712-1BC6-1AF3-CC0F-1AFEF3A6EA97}"/>
                    </a:ext>
                  </a:extLst>
                </p:cNvPr>
                <p:cNvPicPr/>
                <p:nvPr/>
              </p:nvPicPr>
              <p:blipFill>
                <a:blip r:embed="rId83"/>
                <a:stretch>
                  <a:fillRect/>
                </a:stretch>
              </p:blipFill>
              <p:spPr>
                <a:xfrm>
                  <a:off x="4804315" y="5118500"/>
                  <a:ext cx="2458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7" name="Ink 56">
                  <a:extLst>
                    <a:ext uri="{FF2B5EF4-FFF2-40B4-BE49-F238E27FC236}">
                      <a16:creationId xmlns:a16="http://schemas.microsoft.com/office/drawing/2014/main" id="{7FAE64DB-2879-A2D3-577C-EB111E6FFE4B}"/>
                    </a:ext>
                  </a:extLst>
                </p14:cNvPr>
                <p14:cNvContentPartPr/>
                <p14:nvPr/>
              </p14:nvContentPartPr>
              <p14:xfrm>
                <a:off x="4532155" y="5096900"/>
                <a:ext cx="298440" cy="120600"/>
              </p14:xfrm>
            </p:contentPart>
          </mc:Choice>
          <mc:Fallback xmlns="">
            <p:pic>
              <p:nvPicPr>
                <p:cNvPr id="57" name="Ink 56">
                  <a:extLst>
                    <a:ext uri="{FF2B5EF4-FFF2-40B4-BE49-F238E27FC236}">
                      <a16:creationId xmlns:a16="http://schemas.microsoft.com/office/drawing/2014/main" id="{7FAE64DB-2879-A2D3-577C-EB111E6FFE4B}"/>
                    </a:ext>
                  </a:extLst>
                </p:cNvPr>
                <p:cNvPicPr/>
                <p:nvPr/>
              </p:nvPicPr>
              <p:blipFill>
                <a:blip r:embed="rId85"/>
                <a:stretch>
                  <a:fillRect/>
                </a:stretch>
              </p:blipFill>
              <p:spPr>
                <a:xfrm>
                  <a:off x="4523155" y="5088260"/>
                  <a:ext cx="3160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7" name="Ink 46">
                  <a:extLst>
                    <a:ext uri="{FF2B5EF4-FFF2-40B4-BE49-F238E27FC236}">
                      <a16:creationId xmlns:a16="http://schemas.microsoft.com/office/drawing/2014/main" id="{5B311D47-E319-ABBF-9BCD-2D3E052B3E0B}"/>
                    </a:ext>
                  </a:extLst>
                </p14:cNvPr>
                <p14:cNvContentPartPr/>
                <p14:nvPr/>
              </p14:nvContentPartPr>
              <p14:xfrm>
                <a:off x="5027515" y="4727180"/>
                <a:ext cx="545400" cy="84600"/>
              </p14:xfrm>
            </p:contentPart>
          </mc:Choice>
          <mc:Fallback xmlns="">
            <p:pic>
              <p:nvPicPr>
                <p:cNvPr id="47" name="Ink 46">
                  <a:extLst>
                    <a:ext uri="{FF2B5EF4-FFF2-40B4-BE49-F238E27FC236}">
                      <a16:creationId xmlns:a16="http://schemas.microsoft.com/office/drawing/2014/main" id="{5B311D47-E319-ABBF-9BCD-2D3E052B3E0B}"/>
                    </a:ext>
                  </a:extLst>
                </p:cNvPr>
                <p:cNvPicPr/>
                <p:nvPr/>
              </p:nvPicPr>
              <p:blipFill>
                <a:blip r:embed="rId87"/>
                <a:stretch>
                  <a:fillRect/>
                </a:stretch>
              </p:blipFill>
              <p:spPr>
                <a:xfrm>
                  <a:off x="5018875" y="4718180"/>
                  <a:ext cx="56304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8" name="Ink 47">
                  <a:extLst>
                    <a:ext uri="{FF2B5EF4-FFF2-40B4-BE49-F238E27FC236}">
                      <a16:creationId xmlns:a16="http://schemas.microsoft.com/office/drawing/2014/main" id="{CCFC6EE7-6BBF-1900-1E55-4D347B253679}"/>
                    </a:ext>
                  </a:extLst>
                </p14:cNvPr>
                <p14:cNvContentPartPr/>
                <p14:nvPr/>
              </p14:nvContentPartPr>
              <p14:xfrm>
                <a:off x="5194195" y="4510820"/>
                <a:ext cx="417600" cy="282600"/>
              </p14:xfrm>
            </p:contentPart>
          </mc:Choice>
          <mc:Fallback xmlns="">
            <p:pic>
              <p:nvPicPr>
                <p:cNvPr id="48" name="Ink 47">
                  <a:extLst>
                    <a:ext uri="{FF2B5EF4-FFF2-40B4-BE49-F238E27FC236}">
                      <a16:creationId xmlns:a16="http://schemas.microsoft.com/office/drawing/2014/main" id="{CCFC6EE7-6BBF-1900-1E55-4D347B253679}"/>
                    </a:ext>
                  </a:extLst>
                </p:cNvPr>
                <p:cNvPicPr/>
                <p:nvPr/>
              </p:nvPicPr>
              <p:blipFill>
                <a:blip r:embed="rId89"/>
                <a:stretch>
                  <a:fillRect/>
                </a:stretch>
              </p:blipFill>
              <p:spPr>
                <a:xfrm>
                  <a:off x="5185195" y="4501820"/>
                  <a:ext cx="43524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9" name="Ink 48">
                  <a:extLst>
                    <a:ext uri="{FF2B5EF4-FFF2-40B4-BE49-F238E27FC236}">
                      <a16:creationId xmlns:a16="http://schemas.microsoft.com/office/drawing/2014/main" id="{B68FC87B-7EB0-6861-C04F-B646E430CF53}"/>
                    </a:ext>
                  </a:extLst>
                </p14:cNvPr>
                <p14:cNvContentPartPr/>
                <p14:nvPr/>
              </p14:nvContentPartPr>
              <p14:xfrm>
                <a:off x="5037235" y="4226420"/>
                <a:ext cx="397080" cy="61200"/>
              </p14:xfrm>
            </p:contentPart>
          </mc:Choice>
          <mc:Fallback xmlns="">
            <p:pic>
              <p:nvPicPr>
                <p:cNvPr id="49" name="Ink 48">
                  <a:extLst>
                    <a:ext uri="{FF2B5EF4-FFF2-40B4-BE49-F238E27FC236}">
                      <a16:creationId xmlns:a16="http://schemas.microsoft.com/office/drawing/2014/main" id="{B68FC87B-7EB0-6861-C04F-B646E430CF53}"/>
                    </a:ext>
                  </a:extLst>
                </p:cNvPr>
                <p:cNvPicPr/>
                <p:nvPr/>
              </p:nvPicPr>
              <p:blipFill>
                <a:blip r:embed="rId91"/>
                <a:stretch>
                  <a:fillRect/>
                </a:stretch>
              </p:blipFill>
              <p:spPr>
                <a:xfrm>
                  <a:off x="5028595" y="4217780"/>
                  <a:ext cx="41472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0" name="Ink 49">
                  <a:extLst>
                    <a:ext uri="{FF2B5EF4-FFF2-40B4-BE49-F238E27FC236}">
                      <a16:creationId xmlns:a16="http://schemas.microsoft.com/office/drawing/2014/main" id="{937EBAFA-8C4A-E6BE-2470-7EA93411B3E7}"/>
                    </a:ext>
                  </a:extLst>
                </p14:cNvPr>
                <p14:cNvContentPartPr/>
                <p14:nvPr/>
              </p14:nvContentPartPr>
              <p14:xfrm>
                <a:off x="4913035" y="4095020"/>
                <a:ext cx="351360" cy="362880"/>
              </p14:xfrm>
            </p:contentPart>
          </mc:Choice>
          <mc:Fallback xmlns="">
            <p:pic>
              <p:nvPicPr>
                <p:cNvPr id="50" name="Ink 49">
                  <a:extLst>
                    <a:ext uri="{FF2B5EF4-FFF2-40B4-BE49-F238E27FC236}">
                      <a16:creationId xmlns:a16="http://schemas.microsoft.com/office/drawing/2014/main" id="{937EBAFA-8C4A-E6BE-2470-7EA93411B3E7}"/>
                    </a:ext>
                  </a:extLst>
                </p:cNvPr>
                <p:cNvPicPr/>
                <p:nvPr/>
              </p:nvPicPr>
              <p:blipFill>
                <a:blip r:embed="rId93"/>
                <a:stretch>
                  <a:fillRect/>
                </a:stretch>
              </p:blipFill>
              <p:spPr>
                <a:xfrm>
                  <a:off x="4904395" y="4086380"/>
                  <a:ext cx="369000" cy="3805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3" name="Ink 52">
                  <a:extLst>
                    <a:ext uri="{FF2B5EF4-FFF2-40B4-BE49-F238E27FC236}">
                      <a16:creationId xmlns:a16="http://schemas.microsoft.com/office/drawing/2014/main" id="{47C843B7-F7A8-D466-2431-E023B9BBD5D5}"/>
                    </a:ext>
                  </a:extLst>
                </p14:cNvPr>
                <p14:cNvContentPartPr/>
                <p14:nvPr/>
              </p14:nvContentPartPr>
              <p14:xfrm>
                <a:off x="4310035" y="4741940"/>
                <a:ext cx="253440" cy="80640"/>
              </p14:xfrm>
            </p:contentPart>
          </mc:Choice>
          <mc:Fallback xmlns="">
            <p:pic>
              <p:nvPicPr>
                <p:cNvPr id="53" name="Ink 52">
                  <a:extLst>
                    <a:ext uri="{FF2B5EF4-FFF2-40B4-BE49-F238E27FC236}">
                      <a16:creationId xmlns:a16="http://schemas.microsoft.com/office/drawing/2014/main" id="{47C843B7-F7A8-D466-2431-E023B9BBD5D5}"/>
                    </a:ext>
                  </a:extLst>
                </p:cNvPr>
                <p:cNvPicPr/>
                <p:nvPr/>
              </p:nvPicPr>
              <p:blipFill>
                <a:blip r:embed="rId95"/>
                <a:stretch>
                  <a:fillRect/>
                </a:stretch>
              </p:blipFill>
              <p:spPr>
                <a:xfrm>
                  <a:off x="4301395" y="4732940"/>
                  <a:ext cx="27108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4" name="Ink 53">
                  <a:extLst>
                    <a:ext uri="{FF2B5EF4-FFF2-40B4-BE49-F238E27FC236}">
                      <a16:creationId xmlns:a16="http://schemas.microsoft.com/office/drawing/2014/main" id="{5A351433-B9D2-F3EF-491E-13809085EE32}"/>
                    </a:ext>
                  </a:extLst>
                </p14:cNvPr>
                <p14:cNvContentPartPr/>
                <p14:nvPr/>
              </p14:nvContentPartPr>
              <p14:xfrm>
                <a:off x="4418755" y="4758140"/>
                <a:ext cx="137880" cy="157680"/>
              </p14:xfrm>
            </p:contentPart>
          </mc:Choice>
          <mc:Fallback xmlns="">
            <p:pic>
              <p:nvPicPr>
                <p:cNvPr id="54" name="Ink 53">
                  <a:extLst>
                    <a:ext uri="{FF2B5EF4-FFF2-40B4-BE49-F238E27FC236}">
                      <a16:creationId xmlns:a16="http://schemas.microsoft.com/office/drawing/2014/main" id="{5A351433-B9D2-F3EF-491E-13809085EE32}"/>
                    </a:ext>
                  </a:extLst>
                </p:cNvPr>
                <p:cNvPicPr/>
                <p:nvPr/>
              </p:nvPicPr>
              <p:blipFill>
                <a:blip r:embed="rId97"/>
                <a:stretch>
                  <a:fillRect/>
                </a:stretch>
              </p:blipFill>
              <p:spPr>
                <a:xfrm>
                  <a:off x="4409755" y="4749500"/>
                  <a:ext cx="1555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4" name="Ink 63">
                  <a:extLst>
                    <a:ext uri="{FF2B5EF4-FFF2-40B4-BE49-F238E27FC236}">
                      <a16:creationId xmlns:a16="http://schemas.microsoft.com/office/drawing/2014/main" id="{5458DFBF-5243-67D6-6B37-1762248109C6}"/>
                    </a:ext>
                  </a:extLst>
                </p14:cNvPr>
                <p14:cNvContentPartPr/>
                <p14:nvPr/>
              </p14:nvContentPartPr>
              <p14:xfrm>
                <a:off x="3983515" y="4637900"/>
                <a:ext cx="151200" cy="231480"/>
              </p14:xfrm>
            </p:contentPart>
          </mc:Choice>
          <mc:Fallback xmlns="">
            <p:pic>
              <p:nvPicPr>
                <p:cNvPr id="64" name="Ink 63">
                  <a:extLst>
                    <a:ext uri="{FF2B5EF4-FFF2-40B4-BE49-F238E27FC236}">
                      <a16:creationId xmlns:a16="http://schemas.microsoft.com/office/drawing/2014/main" id="{5458DFBF-5243-67D6-6B37-1762248109C6}"/>
                    </a:ext>
                  </a:extLst>
                </p:cNvPr>
                <p:cNvPicPr/>
                <p:nvPr/>
              </p:nvPicPr>
              <p:blipFill>
                <a:blip r:embed="rId99"/>
                <a:stretch>
                  <a:fillRect/>
                </a:stretch>
              </p:blipFill>
              <p:spPr>
                <a:xfrm>
                  <a:off x="3974515" y="4628900"/>
                  <a:ext cx="16884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5" name="Ink 64">
                  <a:extLst>
                    <a:ext uri="{FF2B5EF4-FFF2-40B4-BE49-F238E27FC236}">
                      <a16:creationId xmlns:a16="http://schemas.microsoft.com/office/drawing/2014/main" id="{C1216F28-F2D4-86FD-2F74-D2D98A9E516B}"/>
                    </a:ext>
                  </a:extLst>
                </p14:cNvPr>
                <p14:cNvContentPartPr/>
                <p14:nvPr/>
              </p14:nvContentPartPr>
              <p14:xfrm>
                <a:off x="3983515" y="4605140"/>
                <a:ext cx="107640" cy="177120"/>
              </p14:xfrm>
            </p:contentPart>
          </mc:Choice>
          <mc:Fallback xmlns="">
            <p:pic>
              <p:nvPicPr>
                <p:cNvPr id="65" name="Ink 64">
                  <a:extLst>
                    <a:ext uri="{FF2B5EF4-FFF2-40B4-BE49-F238E27FC236}">
                      <a16:creationId xmlns:a16="http://schemas.microsoft.com/office/drawing/2014/main" id="{C1216F28-F2D4-86FD-2F74-D2D98A9E516B}"/>
                    </a:ext>
                  </a:extLst>
                </p:cNvPr>
                <p:cNvPicPr/>
                <p:nvPr/>
              </p:nvPicPr>
              <p:blipFill>
                <a:blip r:embed="rId101"/>
                <a:stretch>
                  <a:fillRect/>
                </a:stretch>
              </p:blipFill>
              <p:spPr>
                <a:xfrm>
                  <a:off x="3974515" y="4596500"/>
                  <a:ext cx="12528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6" name="Ink 65">
                  <a:extLst>
                    <a:ext uri="{FF2B5EF4-FFF2-40B4-BE49-F238E27FC236}">
                      <a16:creationId xmlns:a16="http://schemas.microsoft.com/office/drawing/2014/main" id="{A25E9126-3772-D53F-F0A2-88009C4267A7}"/>
                    </a:ext>
                  </a:extLst>
                </p14:cNvPr>
                <p14:cNvContentPartPr/>
                <p14:nvPr/>
              </p14:nvContentPartPr>
              <p14:xfrm>
                <a:off x="4556275" y="4456460"/>
                <a:ext cx="269280" cy="177120"/>
              </p14:xfrm>
            </p:contentPart>
          </mc:Choice>
          <mc:Fallback xmlns="">
            <p:pic>
              <p:nvPicPr>
                <p:cNvPr id="66" name="Ink 65">
                  <a:extLst>
                    <a:ext uri="{FF2B5EF4-FFF2-40B4-BE49-F238E27FC236}">
                      <a16:creationId xmlns:a16="http://schemas.microsoft.com/office/drawing/2014/main" id="{A25E9126-3772-D53F-F0A2-88009C4267A7}"/>
                    </a:ext>
                  </a:extLst>
                </p:cNvPr>
                <p:cNvPicPr/>
                <p:nvPr/>
              </p:nvPicPr>
              <p:blipFill>
                <a:blip r:embed="rId103"/>
                <a:stretch>
                  <a:fillRect/>
                </a:stretch>
              </p:blipFill>
              <p:spPr>
                <a:xfrm>
                  <a:off x="4547275" y="4447820"/>
                  <a:ext cx="2869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7" name="Ink 66">
                  <a:extLst>
                    <a:ext uri="{FF2B5EF4-FFF2-40B4-BE49-F238E27FC236}">
                      <a16:creationId xmlns:a16="http://schemas.microsoft.com/office/drawing/2014/main" id="{48C0A8BC-37C0-2502-1732-09ECDD81D47F}"/>
                    </a:ext>
                  </a:extLst>
                </p14:cNvPr>
                <p14:cNvContentPartPr/>
                <p14:nvPr/>
              </p14:nvContentPartPr>
              <p14:xfrm>
                <a:off x="4623595" y="4425140"/>
                <a:ext cx="172800" cy="226080"/>
              </p14:xfrm>
            </p:contentPart>
          </mc:Choice>
          <mc:Fallback xmlns="">
            <p:pic>
              <p:nvPicPr>
                <p:cNvPr id="67" name="Ink 66">
                  <a:extLst>
                    <a:ext uri="{FF2B5EF4-FFF2-40B4-BE49-F238E27FC236}">
                      <a16:creationId xmlns:a16="http://schemas.microsoft.com/office/drawing/2014/main" id="{48C0A8BC-37C0-2502-1732-09ECDD81D47F}"/>
                    </a:ext>
                  </a:extLst>
                </p:cNvPr>
                <p:cNvPicPr/>
                <p:nvPr/>
              </p:nvPicPr>
              <p:blipFill>
                <a:blip r:embed="rId105"/>
                <a:stretch>
                  <a:fillRect/>
                </a:stretch>
              </p:blipFill>
              <p:spPr>
                <a:xfrm>
                  <a:off x="4614955" y="4416140"/>
                  <a:ext cx="19044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8" name="Ink 67">
                  <a:extLst>
                    <a:ext uri="{FF2B5EF4-FFF2-40B4-BE49-F238E27FC236}">
                      <a16:creationId xmlns:a16="http://schemas.microsoft.com/office/drawing/2014/main" id="{8ECD4201-B0E4-42AF-C9FB-3BA3DAB4D681}"/>
                    </a:ext>
                  </a:extLst>
                </p14:cNvPr>
                <p14:cNvContentPartPr/>
                <p14:nvPr/>
              </p14:nvContentPartPr>
              <p14:xfrm>
                <a:off x="4802875" y="4796300"/>
                <a:ext cx="145800" cy="158760"/>
              </p14:xfrm>
            </p:contentPart>
          </mc:Choice>
          <mc:Fallback xmlns="">
            <p:pic>
              <p:nvPicPr>
                <p:cNvPr id="68" name="Ink 67">
                  <a:extLst>
                    <a:ext uri="{FF2B5EF4-FFF2-40B4-BE49-F238E27FC236}">
                      <a16:creationId xmlns:a16="http://schemas.microsoft.com/office/drawing/2014/main" id="{8ECD4201-B0E4-42AF-C9FB-3BA3DAB4D681}"/>
                    </a:ext>
                  </a:extLst>
                </p:cNvPr>
                <p:cNvPicPr/>
                <p:nvPr/>
              </p:nvPicPr>
              <p:blipFill>
                <a:blip r:embed="rId107"/>
                <a:stretch>
                  <a:fillRect/>
                </a:stretch>
              </p:blipFill>
              <p:spPr>
                <a:xfrm>
                  <a:off x="4793875" y="4787300"/>
                  <a:ext cx="16344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9" name="Ink 68">
                  <a:extLst>
                    <a:ext uri="{FF2B5EF4-FFF2-40B4-BE49-F238E27FC236}">
                      <a16:creationId xmlns:a16="http://schemas.microsoft.com/office/drawing/2014/main" id="{3BF18EC2-CB5E-C617-9807-7F8B63CFFBDB}"/>
                    </a:ext>
                  </a:extLst>
                </p14:cNvPr>
                <p14:cNvContentPartPr/>
                <p14:nvPr/>
              </p14:nvContentPartPr>
              <p14:xfrm>
                <a:off x="4794955" y="4759220"/>
                <a:ext cx="201600" cy="153360"/>
              </p14:xfrm>
            </p:contentPart>
          </mc:Choice>
          <mc:Fallback xmlns="">
            <p:pic>
              <p:nvPicPr>
                <p:cNvPr id="69" name="Ink 68">
                  <a:extLst>
                    <a:ext uri="{FF2B5EF4-FFF2-40B4-BE49-F238E27FC236}">
                      <a16:creationId xmlns:a16="http://schemas.microsoft.com/office/drawing/2014/main" id="{3BF18EC2-CB5E-C617-9807-7F8B63CFFBDB}"/>
                    </a:ext>
                  </a:extLst>
                </p:cNvPr>
                <p:cNvPicPr/>
                <p:nvPr/>
              </p:nvPicPr>
              <p:blipFill>
                <a:blip r:embed="rId109"/>
                <a:stretch>
                  <a:fillRect/>
                </a:stretch>
              </p:blipFill>
              <p:spPr>
                <a:xfrm>
                  <a:off x="4785955" y="4750580"/>
                  <a:ext cx="2192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1" name="Ink 70">
                  <a:extLst>
                    <a:ext uri="{FF2B5EF4-FFF2-40B4-BE49-F238E27FC236}">
                      <a16:creationId xmlns:a16="http://schemas.microsoft.com/office/drawing/2014/main" id="{3411E837-C128-460F-7BE9-64A86CED6A6C}"/>
                    </a:ext>
                  </a:extLst>
                </p14:cNvPr>
                <p14:cNvContentPartPr/>
                <p14:nvPr/>
              </p14:nvContentPartPr>
              <p14:xfrm>
                <a:off x="4153435" y="5095100"/>
                <a:ext cx="379080" cy="300240"/>
              </p14:xfrm>
            </p:contentPart>
          </mc:Choice>
          <mc:Fallback xmlns="">
            <p:pic>
              <p:nvPicPr>
                <p:cNvPr id="71" name="Ink 70">
                  <a:extLst>
                    <a:ext uri="{FF2B5EF4-FFF2-40B4-BE49-F238E27FC236}">
                      <a16:creationId xmlns:a16="http://schemas.microsoft.com/office/drawing/2014/main" id="{3411E837-C128-460F-7BE9-64A86CED6A6C}"/>
                    </a:ext>
                  </a:extLst>
                </p:cNvPr>
                <p:cNvPicPr/>
                <p:nvPr/>
              </p:nvPicPr>
              <p:blipFill>
                <a:blip r:embed="rId111"/>
                <a:stretch>
                  <a:fillRect/>
                </a:stretch>
              </p:blipFill>
              <p:spPr>
                <a:xfrm>
                  <a:off x="4144435" y="5086460"/>
                  <a:ext cx="39672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2" name="Ink 71">
                  <a:extLst>
                    <a:ext uri="{FF2B5EF4-FFF2-40B4-BE49-F238E27FC236}">
                      <a16:creationId xmlns:a16="http://schemas.microsoft.com/office/drawing/2014/main" id="{795F3F4E-9D49-C1D7-5222-FC7F0F12A4A5}"/>
                    </a:ext>
                  </a:extLst>
                </p14:cNvPr>
                <p14:cNvContentPartPr/>
                <p14:nvPr/>
              </p14:nvContentPartPr>
              <p14:xfrm>
                <a:off x="4200595" y="5153060"/>
                <a:ext cx="334440" cy="264240"/>
              </p14:xfrm>
            </p:contentPart>
          </mc:Choice>
          <mc:Fallback xmlns="">
            <p:pic>
              <p:nvPicPr>
                <p:cNvPr id="72" name="Ink 71">
                  <a:extLst>
                    <a:ext uri="{FF2B5EF4-FFF2-40B4-BE49-F238E27FC236}">
                      <a16:creationId xmlns:a16="http://schemas.microsoft.com/office/drawing/2014/main" id="{795F3F4E-9D49-C1D7-5222-FC7F0F12A4A5}"/>
                    </a:ext>
                  </a:extLst>
                </p:cNvPr>
                <p:cNvPicPr/>
                <p:nvPr/>
              </p:nvPicPr>
              <p:blipFill>
                <a:blip r:embed="rId113"/>
                <a:stretch>
                  <a:fillRect/>
                </a:stretch>
              </p:blipFill>
              <p:spPr>
                <a:xfrm>
                  <a:off x="4191595" y="5144420"/>
                  <a:ext cx="35208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3" name="Ink 72">
                  <a:extLst>
                    <a:ext uri="{FF2B5EF4-FFF2-40B4-BE49-F238E27FC236}">
                      <a16:creationId xmlns:a16="http://schemas.microsoft.com/office/drawing/2014/main" id="{471B101E-7F63-69F4-C080-3BD8A67518DA}"/>
                    </a:ext>
                  </a:extLst>
                </p14:cNvPr>
                <p14:cNvContentPartPr/>
                <p14:nvPr/>
              </p14:nvContentPartPr>
              <p14:xfrm>
                <a:off x="3518035" y="5628620"/>
                <a:ext cx="282600" cy="223920"/>
              </p14:xfrm>
            </p:contentPart>
          </mc:Choice>
          <mc:Fallback xmlns="">
            <p:pic>
              <p:nvPicPr>
                <p:cNvPr id="73" name="Ink 72">
                  <a:extLst>
                    <a:ext uri="{FF2B5EF4-FFF2-40B4-BE49-F238E27FC236}">
                      <a16:creationId xmlns:a16="http://schemas.microsoft.com/office/drawing/2014/main" id="{471B101E-7F63-69F4-C080-3BD8A67518DA}"/>
                    </a:ext>
                  </a:extLst>
                </p:cNvPr>
                <p:cNvPicPr/>
                <p:nvPr/>
              </p:nvPicPr>
              <p:blipFill>
                <a:blip r:embed="rId115"/>
                <a:stretch>
                  <a:fillRect/>
                </a:stretch>
              </p:blipFill>
              <p:spPr>
                <a:xfrm>
                  <a:off x="3509035" y="5619620"/>
                  <a:ext cx="3002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4" name="Ink 73">
                  <a:extLst>
                    <a:ext uri="{FF2B5EF4-FFF2-40B4-BE49-F238E27FC236}">
                      <a16:creationId xmlns:a16="http://schemas.microsoft.com/office/drawing/2014/main" id="{8ADB4A3E-2DA8-3871-5D33-D9D01F6CD560}"/>
                    </a:ext>
                  </a:extLst>
                </p14:cNvPr>
                <p14:cNvContentPartPr/>
                <p14:nvPr/>
              </p14:nvContentPartPr>
              <p14:xfrm>
                <a:off x="3573475" y="5766500"/>
                <a:ext cx="299520" cy="93600"/>
              </p14:xfrm>
            </p:contentPart>
          </mc:Choice>
          <mc:Fallback xmlns="">
            <p:pic>
              <p:nvPicPr>
                <p:cNvPr id="74" name="Ink 73">
                  <a:extLst>
                    <a:ext uri="{FF2B5EF4-FFF2-40B4-BE49-F238E27FC236}">
                      <a16:creationId xmlns:a16="http://schemas.microsoft.com/office/drawing/2014/main" id="{8ADB4A3E-2DA8-3871-5D33-D9D01F6CD560}"/>
                    </a:ext>
                  </a:extLst>
                </p:cNvPr>
                <p:cNvPicPr/>
                <p:nvPr/>
              </p:nvPicPr>
              <p:blipFill>
                <a:blip r:embed="rId117"/>
                <a:stretch>
                  <a:fillRect/>
                </a:stretch>
              </p:blipFill>
              <p:spPr>
                <a:xfrm>
                  <a:off x="3564475" y="5757500"/>
                  <a:ext cx="317160" cy="111240"/>
                </a:xfrm>
                <a:prstGeom prst="rect">
                  <a:avLst/>
                </a:prstGeom>
              </p:spPr>
            </p:pic>
          </mc:Fallback>
        </mc:AlternateContent>
      </p:grpSp>
      <p:grpSp>
        <p:nvGrpSpPr>
          <p:cNvPr id="96" name="Group 95">
            <a:extLst>
              <a:ext uri="{FF2B5EF4-FFF2-40B4-BE49-F238E27FC236}">
                <a16:creationId xmlns:a16="http://schemas.microsoft.com/office/drawing/2014/main" id="{912D44B9-64B0-BDB0-EFDB-D1282CC98DDA}"/>
              </a:ext>
            </a:extLst>
          </p:cNvPr>
          <p:cNvGrpSpPr/>
          <p:nvPr/>
        </p:nvGrpSpPr>
        <p:grpSpPr>
          <a:xfrm>
            <a:off x="2742595" y="3701180"/>
            <a:ext cx="1785240" cy="1500120"/>
            <a:chOff x="2742595" y="3701180"/>
            <a:chExt cx="1785240" cy="1500120"/>
          </a:xfrm>
        </p:grpSpPr>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93BCF807-0029-25B7-379A-664FF9DE5149}"/>
                    </a:ext>
                  </a:extLst>
                </p14:cNvPr>
                <p14:cNvContentPartPr/>
                <p14:nvPr/>
              </p14:nvContentPartPr>
              <p14:xfrm>
                <a:off x="3610915" y="4768940"/>
                <a:ext cx="140040" cy="141120"/>
              </p14:xfrm>
            </p:contentPart>
          </mc:Choice>
          <mc:Fallback xmlns="">
            <p:pic>
              <p:nvPicPr>
                <p:cNvPr id="79" name="Ink 78">
                  <a:extLst>
                    <a:ext uri="{FF2B5EF4-FFF2-40B4-BE49-F238E27FC236}">
                      <a16:creationId xmlns:a16="http://schemas.microsoft.com/office/drawing/2014/main" id="{93BCF807-0029-25B7-379A-664FF9DE5149}"/>
                    </a:ext>
                  </a:extLst>
                </p:cNvPr>
                <p:cNvPicPr/>
                <p:nvPr/>
              </p:nvPicPr>
              <p:blipFill>
                <a:blip r:embed="rId119"/>
                <a:stretch>
                  <a:fillRect/>
                </a:stretch>
              </p:blipFill>
              <p:spPr>
                <a:xfrm>
                  <a:off x="3604795" y="4762820"/>
                  <a:ext cx="15228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1" name="Ink 80">
                  <a:extLst>
                    <a:ext uri="{FF2B5EF4-FFF2-40B4-BE49-F238E27FC236}">
                      <a16:creationId xmlns:a16="http://schemas.microsoft.com/office/drawing/2014/main" id="{4ACB3238-D2EE-FEA3-F3DD-F14AFFEE334A}"/>
                    </a:ext>
                  </a:extLst>
                </p14:cNvPr>
                <p14:cNvContentPartPr/>
                <p14:nvPr/>
              </p14:nvContentPartPr>
              <p14:xfrm>
                <a:off x="4105195" y="5148740"/>
                <a:ext cx="16200" cy="10080"/>
              </p14:xfrm>
            </p:contentPart>
          </mc:Choice>
          <mc:Fallback xmlns="">
            <p:pic>
              <p:nvPicPr>
                <p:cNvPr id="81" name="Ink 80">
                  <a:extLst>
                    <a:ext uri="{FF2B5EF4-FFF2-40B4-BE49-F238E27FC236}">
                      <a16:creationId xmlns:a16="http://schemas.microsoft.com/office/drawing/2014/main" id="{4ACB3238-D2EE-FEA3-F3DD-F14AFFEE334A}"/>
                    </a:ext>
                  </a:extLst>
                </p:cNvPr>
                <p:cNvPicPr/>
                <p:nvPr/>
              </p:nvPicPr>
              <p:blipFill>
                <a:blip r:embed="rId121"/>
                <a:stretch>
                  <a:fillRect/>
                </a:stretch>
              </p:blipFill>
              <p:spPr>
                <a:xfrm>
                  <a:off x="4099075" y="5142620"/>
                  <a:ext cx="2844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6" name="Ink 75">
                  <a:extLst>
                    <a:ext uri="{FF2B5EF4-FFF2-40B4-BE49-F238E27FC236}">
                      <a16:creationId xmlns:a16="http://schemas.microsoft.com/office/drawing/2014/main" id="{E211D446-2F7C-C52F-0577-8E5B13F75CEB}"/>
                    </a:ext>
                  </a:extLst>
                </p14:cNvPr>
                <p14:cNvContentPartPr/>
                <p14:nvPr/>
              </p14:nvContentPartPr>
              <p14:xfrm>
                <a:off x="3615595" y="4773620"/>
                <a:ext cx="114840" cy="100080"/>
              </p14:xfrm>
            </p:contentPart>
          </mc:Choice>
          <mc:Fallback xmlns="">
            <p:pic>
              <p:nvPicPr>
                <p:cNvPr id="76" name="Ink 75">
                  <a:extLst>
                    <a:ext uri="{FF2B5EF4-FFF2-40B4-BE49-F238E27FC236}">
                      <a16:creationId xmlns:a16="http://schemas.microsoft.com/office/drawing/2014/main" id="{E211D446-2F7C-C52F-0577-8E5B13F75CEB}"/>
                    </a:ext>
                  </a:extLst>
                </p:cNvPr>
                <p:cNvPicPr/>
                <p:nvPr/>
              </p:nvPicPr>
              <p:blipFill>
                <a:blip r:embed="rId123"/>
                <a:stretch>
                  <a:fillRect/>
                </a:stretch>
              </p:blipFill>
              <p:spPr>
                <a:xfrm>
                  <a:off x="3609475" y="4767500"/>
                  <a:ext cx="1270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7" name="Ink 76">
                  <a:extLst>
                    <a:ext uri="{FF2B5EF4-FFF2-40B4-BE49-F238E27FC236}">
                      <a16:creationId xmlns:a16="http://schemas.microsoft.com/office/drawing/2014/main" id="{3EBEEEF2-D7C1-86F9-4E6C-93958240800A}"/>
                    </a:ext>
                  </a:extLst>
                </p14:cNvPr>
                <p14:cNvContentPartPr/>
                <p14:nvPr/>
              </p14:nvContentPartPr>
              <p14:xfrm>
                <a:off x="3590395" y="4747340"/>
                <a:ext cx="123480" cy="185760"/>
              </p14:xfrm>
            </p:contentPart>
          </mc:Choice>
          <mc:Fallback xmlns="">
            <p:pic>
              <p:nvPicPr>
                <p:cNvPr id="77" name="Ink 76">
                  <a:extLst>
                    <a:ext uri="{FF2B5EF4-FFF2-40B4-BE49-F238E27FC236}">
                      <a16:creationId xmlns:a16="http://schemas.microsoft.com/office/drawing/2014/main" id="{3EBEEEF2-D7C1-86F9-4E6C-93958240800A}"/>
                    </a:ext>
                  </a:extLst>
                </p:cNvPr>
                <p:cNvPicPr/>
                <p:nvPr/>
              </p:nvPicPr>
              <p:blipFill>
                <a:blip r:embed="rId125"/>
                <a:stretch>
                  <a:fillRect/>
                </a:stretch>
              </p:blipFill>
              <p:spPr>
                <a:xfrm>
                  <a:off x="3584275" y="4741220"/>
                  <a:ext cx="1357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2" name="Ink 81">
                  <a:extLst>
                    <a:ext uri="{FF2B5EF4-FFF2-40B4-BE49-F238E27FC236}">
                      <a16:creationId xmlns:a16="http://schemas.microsoft.com/office/drawing/2014/main" id="{999C55E1-80E3-5D28-F9F2-12CBFDD3E687}"/>
                    </a:ext>
                  </a:extLst>
                </p14:cNvPr>
                <p14:cNvContentPartPr/>
                <p14:nvPr/>
              </p14:nvContentPartPr>
              <p14:xfrm>
                <a:off x="3767515" y="4663100"/>
                <a:ext cx="366120" cy="129240"/>
              </p14:xfrm>
            </p:contentPart>
          </mc:Choice>
          <mc:Fallback xmlns="">
            <p:pic>
              <p:nvPicPr>
                <p:cNvPr id="82" name="Ink 81">
                  <a:extLst>
                    <a:ext uri="{FF2B5EF4-FFF2-40B4-BE49-F238E27FC236}">
                      <a16:creationId xmlns:a16="http://schemas.microsoft.com/office/drawing/2014/main" id="{999C55E1-80E3-5D28-F9F2-12CBFDD3E687}"/>
                    </a:ext>
                  </a:extLst>
                </p:cNvPr>
                <p:cNvPicPr/>
                <p:nvPr/>
              </p:nvPicPr>
              <p:blipFill>
                <a:blip r:embed="rId127"/>
                <a:stretch>
                  <a:fillRect/>
                </a:stretch>
              </p:blipFill>
              <p:spPr>
                <a:xfrm>
                  <a:off x="3761395" y="4656980"/>
                  <a:ext cx="37836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3" name="Ink 82">
                  <a:extLst>
                    <a:ext uri="{FF2B5EF4-FFF2-40B4-BE49-F238E27FC236}">
                      <a16:creationId xmlns:a16="http://schemas.microsoft.com/office/drawing/2014/main" id="{FA48798C-765F-3690-29C5-DE0EFD3CEF97}"/>
                    </a:ext>
                  </a:extLst>
                </p14:cNvPr>
                <p14:cNvContentPartPr/>
                <p14:nvPr/>
              </p14:nvContentPartPr>
              <p14:xfrm>
                <a:off x="3973795" y="4584620"/>
                <a:ext cx="92880" cy="152280"/>
              </p14:xfrm>
            </p:contentPart>
          </mc:Choice>
          <mc:Fallback xmlns="">
            <p:pic>
              <p:nvPicPr>
                <p:cNvPr id="83" name="Ink 82">
                  <a:extLst>
                    <a:ext uri="{FF2B5EF4-FFF2-40B4-BE49-F238E27FC236}">
                      <a16:creationId xmlns:a16="http://schemas.microsoft.com/office/drawing/2014/main" id="{FA48798C-765F-3690-29C5-DE0EFD3CEF97}"/>
                    </a:ext>
                  </a:extLst>
                </p:cNvPr>
                <p:cNvPicPr/>
                <p:nvPr/>
              </p:nvPicPr>
              <p:blipFill>
                <a:blip r:embed="rId129"/>
                <a:stretch>
                  <a:fillRect/>
                </a:stretch>
              </p:blipFill>
              <p:spPr>
                <a:xfrm>
                  <a:off x="3967675" y="4578500"/>
                  <a:ext cx="10512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5" name="Ink 84">
                  <a:extLst>
                    <a:ext uri="{FF2B5EF4-FFF2-40B4-BE49-F238E27FC236}">
                      <a16:creationId xmlns:a16="http://schemas.microsoft.com/office/drawing/2014/main" id="{80497BD9-150D-4D29-AFB8-1712C2F511D0}"/>
                    </a:ext>
                  </a:extLst>
                </p14:cNvPr>
                <p14:cNvContentPartPr/>
                <p14:nvPr/>
              </p14:nvContentPartPr>
              <p14:xfrm>
                <a:off x="3661315" y="4891700"/>
                <a:ext cx="231840" cy="309600"/>
              </p14:xfrm>
            </p:contentPart>
          </mc:Choice>
          <mc:Fallback xmlns="">
            <p:pic>
              <p:nvPicPr>
                <p:cNvPr id="85" name="Ink 84">
                  <a:extLst>
                    <a:ext uri="{FF2B5EF4-FFF2-40B4-BE49-F238E27FC236}">
                      <a16:creationId xmlns:a16="http://schemas.microsoft.com/office/drawing/2014/main" id="{80497BD9-150D-4D29-AFB8-1712C2F511D0}"/>
                    </a:ext>
                  </a:extLst>
                </p:cNvPr>
                <p:cNvPicPr/>
                <p:nvPr/>
              </p:nvPicPr>
              <p:blipFill>
                <a:blip r:embed="rId131"/>
                <a:stretch>
                  <a:fillRect/>
                </a:stretch>
              </p:blipFill>
              <p:spPr>
                <a:xfrm>
                  <a:off x="3655195" y="4885580"/>
                  <a:ext cx="24408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6" name="Ink 85">
                  <a:extLst>
                    <a:ext uri="{FF2B5EF4-FFF2-40B4-BE49-F238E27FC236}">
                      <a16:creationId xmlns:a16="http://schemas.microsoft.com/office/drawing/2014/main" id="{2C6926BF-8208-10AF-9012-155629848A89}"/>
                    </a:ext>
                  </a:extLst>
                </p14:cNvPr>
                <p14:cNvContentPartPr/>
                <p14:nvPr/>
              </p14:nvContentPartPr>
              <p14:xfrm>
                <a:off x="3016195" y="4835540"/>
                <a:ext cx="645480" cy="22680"/>
              </p14:xfrm>
            </p:contentPart>
          </mc:Choice>
          <mc:Fallback xmlns="">
            <p:pic>
              <p:nvPicPr>
                <p:cNvPr id="86" name="Ink 85">
                  <a:extLst>
                    <a:ext uri="{FF2B5EF4-FFF2-40B4-BE49-F238E27FC236}">
                      <a16:creationId xmlns:a16="http://schemas.microsoft.com/office/drawing/2014/main" id="{2C6926BF-8208-10AF-9012-155629848A89}"/>
                    </a:ext>
                  </a:extLst>
                </p:cNvPr>
                <p:cNvPicPr/>
                <p:nvPr/>
              </p:nvPicPr>
              <p:blipFill>
                <a:blip r:embed="rId133"/>
                <a:stretch>
                  <a:fillRect/>
                </a:stretch>
              </p:blipFill>
              <p:spPr>
                <a:xfrm>
                  <a:off x="3010075" y="4829420"/>
                  <a:ext cx="65772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7" name="Ink 86">
                  <a:extLst>
                    <a:ext uri="{FF2B5EF4-FFF2-40B4-BE49-F238E27FC236}">
                      <a16:creationId xmlns:a16="http://schemas.microsoft.com/office/drawing/2014/main" id="{102C25F8-5707-FC5A-A4F9-778979C88CE0}"/>
                    </a:ext>
                  </a:extLst>
                </p14:cNvPr>
                <p14:cNvContentPartPr/>
                <p14:nvPr/>
              </p14:nvContentPartPr>
              <p14:xfrm>
                <a:off x="3087475" y="4664900"/>
                <a:ext cx="196920" cy="218520"/>
              </p14:xfrm>
            </p:contentPart>
          </mc:Choice>
          <mc:Fallback xmlns="">
            <p:pic>
              <p:nvPicPr>
                <p:cNvPr id="87" name="Ink 86">
                  <a:extLst>
                    <a:ext uri="{FF2B5EF4-FFF2-40B4-BE49-F238E27FC236}">
                      <a16:creationId xmlns:a16="http://schemas.microsoft.com/office/drawing/2014/main" id="{102C25F8-5707-FC5A-A4F9-778979C88CE0}"/>
                    </a:ext>
                  </a:extLst>
                </p:cNvPr>
                <p:cNvPicPr/>
                <p:nvPr/>
              </p:nvPicPr>
              <p:blipFill>
                <a:blip r:embed="rId135"/>
                <a:stretch>
                  <a:fillRect/>
                </a:stretch>
              </p:blipFill>
              <p:spPr>
                <a:xfrm>
                  <a:off x="3081355" y="4658780"/>
                  <a:ext cx="20916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8" name="Ink 87">
                  <a:extLst>
                    <a:ext uri="{FF2B5EF4-FFF2-40B4-BE49-F238E27FC236}">
                      <a16:creationId xmlns:a16="http://schemas.microsoft.com/office/drawing/2014/main" id="{12AC669A-4700-FDA9-EFD6-CDC0D59DAD8F}"/>
                    </a:ext>
                  </a:extLst>
                </p14:cNvPr>
                <p14:cNvContentPartPr/>
                <p14:nvPr/>
              </p14:nvContentPartPr>
              <p14:xfrm>
                <a:off x="3590395" y="4432700"/>
                <a:ext cx="57960" cy="344520"/>
              </p14:xfrm>
            </p:contentPart>
          </mc:Choice>
          <mc:Fallback xmlns="">
            <p:pic>
              <p:nvPicPr>
                <p:cNvPr id="88" name="Ink 87">
                  <a:extLst>
                    <a:ext uri="{FF2B5EF4-FFF2-40B4-BE49-F238E27FC236}">
                      <a16:creationId xmlns:a16="http://schemas.microsoft.com/office/drawing/2014/main" id="{12AC669A-4700-FDA9-EFD6-CDC0D59DAD8F}"/>
                    </a:ext>
                  </a:extLst>
                </p:cNvPr>
                <p:cNvPicPr/>
                <p:nvPr/>
              </p:nvPicPr>
              <p:blipFill>
                <a:blip r:embed="rId137"/>
                <a:stretch>
                  <a:fillRect/>
                </a:stretch>
              </p:blipFill>
              <p:spPr>
                <a:xfrm>
                  <a:off x="3584275" y="4426580"/>
                  <a:ext cx="7020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9" name="Ink 88">
                  <a:extLst>
                    <a:ext uri="{FF2B5EF4-FFF2-40B4-BE49-F238E27FC236}">
                      <a16:creationId xmlns:a16="http://schemas.microsoft.com/office/drawing/2014/main" id="{06274A9D-4983-AEA7-3135-A73FC6F7BCC8}"/>
                    </a:ext>
                  </a:extLst>
                </p14:cNvPr>
                <p14:cNvContentPartPr/>
                <p14:nvPr/>
              </p14:nvContentPartPr>
              <p14:xfrm>
                <a:off x="3767515" y="4097180"/>
                <a:ext cx="288720" cy="666720"/>
              </p14:xfrm>
            </p:contentPart>
          </mc:Choice>
          <mc:Fallback xmlns="">
            <p:pic>
              <p:nvPicPr>
                <p:cNvPr id="89" name="Ink 88">
                  <a:extLst>
                    <a:ext uri="{FF2B5EF4-FFF2-40B4-BE49-F238E27FC236}">
                      <a16:creationId xmlns:a16="http://schemas.microsoft.com/office/drawing/2014/main" id="{06274A9D-4983-AEA7-3135-A73FC6F7BCC8}"/>
                    </a:ext>
                  </a:extLst>
                </p:cNvPr>
                <p:cNvPicPr/>
                <p:nvPr/>
              </p:nvPicPr>
              <p:blipFill>
                <a:blip r:embed="rId139"/>
                <a:stretch>
                  <a:fillRect/>
                </a:stretch>
              </p:blipFill>
              <p:spPr>
                <a:xfrm>
                  <a:off x="3761395" y="4091060"/>
                  <a:ext cx="300960" cy="6789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0" name="Ink 89">
                  <a:extLst>
                    <a:ext uri="{FF2B5EF4-FFF2-40B4-BE49-F238E27FC236}">
                      <a16:creationId xmlns:a16="http://schemas.microsoft.com/office/drawing/2014/main" id="{68B76CC6-8FB3-D9FB-9D06-B9FCE22A874F}"/>
                    </a:ext>
                  </a:extLst>
                </p14:cNvPr>
                <p14:cNvContentPartPr/>
                <p14:nvPr/>
              </p14:nvContentPartPr>
              <p14:xfrm>
                <a:off x="3928075" y="4344860"/>
                <a:ext cx="34200" cy="45000"/>
              </p14:xfrm>
            </p:contentPart>
          </mc:Choice>
          <mc:Fallback xmlns="">
            <p:pic>
              <p:nvPicPr>
                <p:cNvPr id="90" name="Ink 89">
                  <a:extLst>
                    <a:ext uri="{FF2B5EF4-FFF2-40B4-BE49-F238E27FC236}">
                      <a16:creationId xmlns:a16="http://schemas.microsoft.com/office/drawing/2014/main" id="{68B76CC6-8FB3-D9FB-9D06-B9FCE22A874F}"/>
                    </a:ext>
                  </a:extLst>
                </p:cNvPr>
                <p:cNvPicPr/>
                <p:nvPr/>
              </p:nvPicPr>
              <p:blipFill>
                <a:blip r:embed="rId141"/>
                <a:stretch>
                  <a:fillRect/>
                </a:stretch>
              </p:blipFill>
              <p:spPr>
                <a:xfrm>
                  <a:off x="3921955" y="4338740"/>
                  <a:ext cx="4644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2" name="Ink 91">
                  <a:extLst>
                    <a:ext uri="{FF2B5EF4-FFF2-40B4-BE49-F238E27FC236}">
                      <a16:creationId xmlns:a16="http://schemas.microsoft.com/office/drawing/2014/main" id="{3F333B64-13DA-E1F2-2227-6F9B4B9F4852}"/>
                    </a:ext>
                  </a:extLst>
                </p14:cNvPr>
                <p14:cNvContentPartPr/>
                <p14:nvPr/>
              </p14:nvContentPartPr>
              <p14:xfrm>
                <a:off x="4147315" y="3995300"/>
                <a:ext cx="31680" cy="76320"/>
              </p14:xfrm>
            </p:contentPart>
          </mc:Choice>
          <mc:Fallback xmlns="">
            <p:pic>
              <p:nvPicPr>
                <p:cNvPr id="92" name="Ink 91">
                  <a:extLst>
                    <a:ext uri="{FF2B5EF4-FFF2-40B4-BE49-F238E27FC236}">
                      <a16:creationId xmlns:a16="http://schemas.microsoft.com/office/drawing/2014/main" id="{3F333B64-13DA-E1F2-2227-6F9B4B9F4852}"/>
                    </a:ext>
                  </a:extLst>
                </p:cNvPr>
                <p:cNvPicPr/>
                <p:nvPr/>
              </p:nvPicPr>
              <p:blipFill>
                <a:blip r:embed="rId143"/>
                <a:stretch>
                  <a:fillRect/>
                </a:stretch>
              </p:blipFill>
              <p:spPr>
                <a:xfrm>
                  <a:off x="4141195" y="3989180"/>
                  <a:ext cx="439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3" name="Ink 92">
                  <a:extLst>
                    <a:ext uri="{FF2B5EF4-FFF2-40B4-BE49-F238E27FC236}">
                      <a16:creationId xmlns:a16="http://schemas.microsoft.com/office/drawing/2014/main" id="{3546FAAB-537E-81DC-2AA9-ECF0401CB9CF}"/>
                    </a:ext>
                  </a:extLst>
                </p14:cNvPr>
                <p14:cNvContentPartPr/>
                <p14:nvPr/>
              </p14:nvContentPartPr>
              <p14:xfrm>
                <a:off x="3781915" y="4645460"/>
                <a:ext cx="152280" cy="116640"/>
              </p14:xfrm>
            </p:contentPart>
          </mc:Choice>
          <mc:Fallback xmlns="">
            <p:pic>
              <p:nvPicPr>
                <p:cNvPr id="93" name="Ink 92">
                  <a:extLst>
                    <a:ext uri="{FF2B5EF4-FFF2-40B4-BE49-F238E27FC236}">
                      <a16:creationId xmlns:a16="http://schemas.microsoft.com/office/drawing/2014/main" id="{3546FAAB-537E-81DC-2AA9-ECF0401CB9CF}"/>
                    </a:ext>
                  </a:extLst>
                </p:cNvPr>
                <p:cNvPicPr/>
                <p:nvPr/>
              </p:nvPicPr>
              <p:blipFill>
                <a:blip r:embed="rId145"/>
                <a:stretch>
                  <a:fillRect/>
                </a:stretch>
              </p:blipFill>
              <p:spPr>
                <a:xfrm>
                  <a:off x="3775795" y="4639340"/>
                  <a:ext cx="1645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4" name="Ink 93">
                  <a:extLst>
                    <a:ext uri="{FF2B5EF4-FFF2-40B4-BE49-F238E27FC236}">
                      <a16:creationId xmlns:a16="http://schemas.microsoft.com/office/drawing/2014/main" id="{1A0D313C-1F7F-B208-D5AD-7DEF7AC2AF2D}"/>
                    </a:ext>
                  </a:extLst>
                </p14:cNvPr>
                <p14:cNvContentPartPr/>
                <p14:nvPr/>
              </p14:nvContentPartPr>
              <p14:xfrm>
                <a:off x="2742595" y="3701180"/>
                <a:ext cx="1785240" cy="1113840"/>
              </p14:xfrm>
            </p:contentPart>
          </mc:Choice>
          <mc:Fallback xmlns="">
            <p:pic>
              <p:nvPicPr>
                <p:cNvPr id="94" name="Ink 93">
                  <a:extLst>
                    <a:ext uri="{FF2B5EF4-FFF2-40B4-BE49-F238E27FC236}">
                      <a16:creationId xmlns:a16="http://schemas.microsoft.com/office/drawing/2014/main" id="{1A0D313C-1F7F-B208-D5AD-7DEF7AC2AF2D}"/>
                    </a:ext>
                  </a:extLst>
                </p:cNvPr>
                <p:cNvPicPr/>
                <p:nvPr/>
              </p:nvPicPr>
              <p:blipFill>
                <a:blip r:embed="rId147"/>
                <a:stretch>
                  <a:fillRect/>
                </a:stretch>
              </p:blipFill>
              <p:spPr>
                <a:xfrm>
                  <a:off x="2736475" y="3695060"/>
                  <a:ext cx="1797480" cy="1126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8">
            <p14:nvContentPartPr>
              <p14:cNvPr id="95" name="Ink 94">
                <a:extLst>
                  <a:ext uri="{FF2B5EF4-FFF2-40B4-BE49-F238E27FC236}">
                    <a16:creationId xmlns:a16="http://schemas.microsoft.com/office/drawing/2014/main" id="{DCC2F9ED-19FB-B6EC-4CAD-85695C471EA3}"/>
                  </a:ext>
                </a:extLst>
              </p14:cNvPr>
              <p14:cNvContentPartPr/>
              <p14:nvPr/>
            </p14:nvContentPartPr>
            <p14:xfrm>
              <a:off x="2993515" y="5440700"/>
              <a:ext cx="851760" cy="243720"/>
            </p14:xfrm>
          </p:contentPart>
        </mc:Choice>
        <mc:Fallback xmlns="">
          <p:pic>
            <p:nvPicPr>
              <p:cNvPr id="95" name="Ink 94">
                <a:extLst>
                  <a:ext uri="{FF2B5EF4-FFF2-40B4-BE49-F238E27FC236}">
                    <a16:creationId xmlns:a16="http://schemas.microsoft.com/office/drawing/2014/main" id="{DCC2F9ED-19FB-B6EC-4CAD-85695C471EA3}"/>
                  </a:ext>
                </a:extLst>
              </p:cNvPr>
              <p:cNvPicPr/>
              <p:nvPr/>
            </p:nvPicPr>
            <p:blipFill>
              <a:blip r:embed="rId149"/>
              <a:stretch>
                <a:fillRect/>
              </a:stretch>
            </p:blipFill>
            <p:spPr>
              <a:xfrm>
                <a:off x="2987395" y="5434580"/>
                <a:ext cx="864000" cy="255960"/>
              </a:xfrm>
              <a:prstGeom prst="rect">
                <a:avLst/>
              </a:prstGeom>
            </p:spPr>
          </p:pic>
        </mc:Fallback>
      </mc:AlternateContent>
    </p:spTree>
    <p:extLst>
      <p:ext uri="{BB962C8B-B14F-4D97-AF65-F5344CB8AC3E}">
        <p14:creationId xmlns:p14="http://schemas.microsoft.com/office/powerpoint/2010/main" val="3872730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657B11-252D-1B27-22F4-B544005EBBAF}"/>
              </a:ext>
            </a:extLst>
          </p:cNvPr>
          <p:cNvSpPr txBox="1"/>
          <p:nvPr/>
        </p:nvSpPr>
        <p:spPr>
          <a:xfrm>
            <a:off x="281354" y="170823"/>
            <a:ext cx="8860133" cy="2975173"/>
          </a:xfrm>
          <a:prstGeom prst="rect">
            <a:avLst/>
          </a:prstGeom>
          <a:noFill/>
        </p:spPr>
        <p:txBody>
          <a:bodyPr wrap="square">
            <a:spAutoFit/>
          </a:bodyPr>
          <a:lstStyle/>
          <a:p>
            <a:pPr algn="l" rtl="0" fontAlgn="base">
              <a:spcAft>
                <a:spcPts val="750"/>
              </a:spcAft>
              <a:buNone/>
            </a:pPr>
            <a:r>
              <a:rPr lang="en-US" b="0" i="1" dirty="0">
                <a:effectLst/>
                <a:latin typeface="Times New Roman" panose="02020603050405020304" pitchFamily="18" charset="0"/>
                <a:cs typeface="Times New Roman" panose="02020603050405020304" pitchFamily="18" charset="0"/>
              </a:rPr>
              <a:t>For example, consider the following table of data points containing two features:</a:t>
            </a:r>
          </a:p>
          <a:p>
            <a:pPr algn="l" rtl="0" fontAlgn="base">
              <a:spcAft>
                <a:spcPts val="750"/>
              </a:spcAft>
              <a:buNone/>
            </a:pPr>
            <a:r>
              <a:rPr lang="en-US" b="0" i="1" dirty="0">
                <a:effectLst/>
                <a:latin typeface="Times New Roman" panose="02020603050405020304" pitchFamily="18" charset="0"/>
                <a:cs typeface="Times New Roman" panose="02020603050405020304" pitchFamily="18" charset="0"/>
              </a:rPr>
              <a:t>The new point is classified as Category 2 because most of its closest neighbors are blue squares. KNN assigns the category based on the majority of nearby points. The image shows how KNN predicts the category of a new data point based on its closest </a:t>
            </a:r>
            <a:r>
              <a:rPr lang="en-US" b="0" i="1" dirty="0" err="1">
                <a:effectLst/>
                <a:latin typeface="Times New Roman" panose="02020603050405020304" pitchFamily="18" charset="0"/>
                <a:cs typeface="Times New Roman" panose="02020603050405020304" pitchFamily="18" charset="0"/>
              </a:rPr>
              <a:t>neighbours</a:t>
            </a:r>
            <a:r>
              <a:rPr lang="en-US" b="0" i="1" dirty="0">
                <a:effectLst/>
                <a:latin typeface="Times New Roman" panose="02020603050405020304" pitchFamily="18" charset="0"/>
                <a:cs typeface="Times New Roman" panose="02020603050405020304" pitchFamily="18" charset="0"/>
              </a:rPr>
              <a:t>.</a:t>
            </a:r>
          </a:p>
          <a:p>
            <a:pPr algn="l" fontAlgn="base">
              <a:spcAft>
                <a:spcPts val="1800"/>
              </a:spcAft>
              <a:buFont typeface="Arial" panose="020B0604020202020204" pitchFamily="34" charset="0"/>
              <a:buChar char="•"/>
            </a:pPr>
            <a:r>
              <a:rPr lang="en-US" b="0" i="1" dirty="0">
                <a:effectLst/>
                <a:latin typeface="Times New Roman" panose="02020603050405020304" pitchFamily="18" charset="0"/>
                <a:cs typeface="Times New Roman" panose="02020603050405020304" pitchFamily="18" charset="0"/>
              </a:rPr>
              <a:t>The red diamonds represent Category 1 and the blue squares represent Category 2.</a:t>
            </a:r>
          </a:p>
          <a:p>
            <a:pPr algn="l" fontAlgn="base">
              <a:spcAft>
                <a:spcPts val="1800"/>
              </a:spcAft>
              <a:buFont typeface="Arial" panose="020B0604020202020204" pitchFamily="34" charset="0"/>
              <a:buChar char="•"/>
            </a:pPr>
            <a:r>
              <a:rPr lang="en-US" b="0" i="1" dirty="0">
                <a:effectLst/>
                <a:latin typeface="Times New Roman" panose="02020603050405020304" pitchFamily="18" charset="0"/>
                <a:cs typeface="Times New Roman" panose="02020603050405020304" pitchFamily="18" charset="0"/>
              </a:rPr>
              <a:t>The new data point checks its closest neighbors (circled points).</a:t>
            </a:r>
          </a:p>
          <a:p>
            <a:pPr algn="l" fontAlgn="base">
              <a:spcAft>
                <a:spcPts val="1800"/>
              </a:spcAft>
              <a:buFont typeface="Arial" panose="020B0604020202020204" pitchFamily="34" charset="0"/>
              <a:buChar char="•"/>
            </a:pPr>
            <a:r>
              <a:rPr lang="en-US" b="0" i="1" dirty="0">
                <a:effectLst/>
                <a:latin typeface="Times New Roman" panose="02020603050405020304" pitchFamily="18" charset="0"/>
                <a:cs typeface="Times New Roman" panose="02020603050405020304" pitchFamily="18" charset="0"/>
              </a:rPr>
              <a:t>Since the majority of its closest neighbors are blue squares (Category 2) KNN predicts the new data point belongs to Category 2.</a:t>
            </a:r>
          </a:p>
        </p:txBody>
      </p:sp>
      <p:pic>
        <p:nvPicPr>
          <p:cNvPr id="6" name="Picture 5">
            <a:extLst>
              <a:ext uri="{FF2B5EF4-FFF2-40B4-BE49-F238E27FC236}">
                <a16:creationId xmlns:a16="http://schemas.microsoft.com/office/drawing/2014/main" id="{959CBE2C-A1BA-E0ED-E2A6-51F26781A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4" y="3270192"/>
            <a:ext cx="4720084" cy="3221901"/>
          </a:xfrm>
          <a:prstGeom prst="rect">
            <a:avLst/>
          </a:prstGeom>
        </p:spPr>
      </p:pic>
      <p:sp>
        <p:nvSpPr>
          <p:cNvPr id="8" name="TextBox 7">
            <a:extLst>
              <a:ext uri="{FF2B5EF4-FFF2-40B4-BE49-F238E27FC236}">
                <a16:creationId xmlns:a16="http://schemas.microsoft.com/office/drawing/2014/main" id="{A7D66874-21FD-8807-E280-0C6F3D9C0ED2}"/>
              </a:ext>
            </a:extLst>
          </p:cNvPr>
          <p:cNvSpPr txBox="1"/>
          <p:nvPr/>
        </p:nvSpPr>
        <p:spPr>
          <a:xfrm>
            <a:off x="5114611" y="3145996"/>
            <a:ext cx="6973555" cy="3013646"/>
          </a:xfrm>
          <a:prstGeom prst="rect">
            <a:avLst/>
          </a:prstGeom>
          <a:noFill/>
        </p:spPr>
        <p:txBody>
          <a:bodyPr wrap="square">
            <a:spAutoFit/>
          </a:bodyPr>
          <a:lstStyle/>
          <a:p>
            <a:pPr algn="l" fontAlgn="base">
              <a:lnSpc>
                <a:spcPts val="2100"/>
              </a:lnSpc>
              <a:buNone/>
            </a:pPr>
            <a:r>
              <a:rPr lang="en-US" b="1" i="1" dirty="0">
                <a:effectLst/>
                <a:latin typeface="Nunito" pitchFamily="2" charset="0"/>
              </a:rPr>
              <a:t>What is 'K' in K Nearest </a:t>
            </a:r>
            <a:r>
              <a:rPr lang="en-US" b="1" i="1" dirty="0" err="1">
                <a:effectLst/>
                <a:latin typeface="Nunito" pitchFamily="2" charset="0"/>
              </a:rPr>
              <a:t>Neighbour</a:t>
            </a:r>
            <a:r>
              <a:rPr lang="en-US" b="1" i="1" dirty="0">
                <a:effectLst/>
                <a:latin typeface="Nunito" pitchFamily="2" charset="0"/>
              </a:rPr>
              <a:t>?</a:t>
            </a:r>
          </a:p>
          <a:p>
            <a:pPr algn="l" rtl="0" fontAlgn="base">
              <a:spcAft>
                <a:spcPts val="750"/>
              </a:spcAft>
              <a:buNone/>
            </a:pPr>
            <a:r>
              <a:rPr lang="en-US" i="1" dirty="0">
                <a:effectLst/>
                <a:latin typeface="Nunito" pitchFamily="2" charset="0"/>
              </a:rPr>
              <a:t>In the k-Nearest </a:t>
            </a:r>
            <a:r>
              <a:rPr lang="en-US" i="1" dirty="0" err="1">
                <a:effectLst/>
                <a:latin typeface="Nunito" pitchFamily="2" charset="0"/>
              </a:rPr>
              <a:t>Neighbours</a:t>
            </a:r>
            <a:r>
              <a:rPr lang="en-US" i="1" dirty="0">
                <a:effectLst/>
                <a:latin typeface="Nunito" pitchFamily="2" charset="0"/>
              </a:rPr>
              <a:t> algorithm k is just a number that tells the algorithm how many nearby points or neighbors to look at when it makes a decision.</a:t>
            </a:r>
          </a:p>
          <a:p>
            <a:pPr algn="l" rtl="0" fontAlgn="base">
              <a:spcAft>
                <a:spcPts val="750"/>
              </a:spcAft>
              <a:buNone/>
            </a:pPr>
            <a:r>
              <a:rPr lang="en-US" b="1" i="1" dirty="0">
                <a:effectLst/>
                <a:latin typeface="Nunito" pitchFamily="2" charset="0"/>
              </a:rPr>
              <a:t>Example:</a:t>
            </a:r>
            <a:r>
              <a:rPr lang="en-US" i="1" dirty="0">
                <a:effectLst/>
                <a:latin typeface="Nunito" pitchFamily="2" charset="0"/>
              </a:rPr>
              <a:t> Imagine you're deciding which fruit it is based on its shape and size. You compare it to fruits you already know.</a:t>
            </a:r>
          </a:p>
          <a:p>
            <a:pPr algn="l" fontAlgn="base">
              <a:spcAft>
                <a:spcPts val="1800"/>
              </a:spcAft>
              <a:buFont typeface="Arial" panose="020B0604020202020204" pitchFamily="34" charset="0"/>
              <a:buChar char="•"/>
            </a:pPr>
            <a:r>
              <a:rPr lang="en-US" i="1" dirty="0">
                <a:effectLst/>
                <a:latin typeface="Nunito" pitchFamily="2" charset="0"/>
              </a:rPr>
              <a:t>If k = 3, the algorithm looks at the 3 closest fruits to the new one.</a:t>
            </a:r>
          </a:p>
          <a:p>
            <a:pPr algn="l" fontAlgn="base">
              <a:spcAft>
                <a:spcPts val="1800"/>
              </a:spcAft>
              <a:buFont typeface="Arial" panose="020B0604020202020204" pitchFamily="34" charset="0"/>
              <a:buChar char="•"/>
            </a:pPr>
            <a:r>
              <a:rPr lang="en-US" i="1" dirty="0">
                <a:effectLst/>
                <a:latin typeface="Nunito" pitchFamily="2" charset="0"/>
              </a:rPr>
              <a:t>If 2 of those 3 fruits are apples and 1 is a banana, the algorithm says the new fruit is an apple because most of its neighbors are apples.</a:t>
            </a:r>
          </a:p>
        </p:txBody>
      </p:sp>
    </p:spTree>
    <p:extLst>
      <p:ext uri="{BB962C8B-B14F-4D97-AF65-F5344CB8AC3E}">
        <p14:creationId xmlns:p14="http://schemas.microsoft.com/office/powerpoint/2010/main" val="648892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750B6-C2CD-6792-05B1-87FE8832CAE5}"/>
              </a:ext>
            </a:extLst>
          </p:cNvPr>
          <p:cNvSpPr txBox="1"/>
          <p:nvPr/>
        </p:nvSpPr>
        <p:spPr>
          <a:xfrm>
            <a:off x="90435" y="0"/>
            <a:ext cx="7998488" cy="3731791"/>
          </a:xfrm>
          <a:prstGeom prst="rect">
            <a:avLst/>
          </a:prstGeom>
          <a:noFill/>
        </p:spPr>
        <p:txBody>
          <a:bodyPr wrap="square">
            <a:spAutoFit/>
          </a:bodyPr>
          <a:lstStyle/>
          <a:p>
            <a:pPr algn="l" fontAlgn="base">
              <a:lnSpc>
                <a:spcPts val="2100"/>
              </a:lnSpc>
              <a:spcBef>
                <a:spcPts val="1800"/>
              </a:spcBef>
              <a:spcAft>
                <a:spcPts val="1800"/>
              </a:spcAft>
              <a:buNone/>
            </a:pPr>
            <a:r>
              <a:rPr lang="en-US" b="1" i="1" dirty="0">
                <a:effectLst/>
                <a:latin typeface="Nunito" pitchFamily="2" charset="0"/>
              </a:rPr>
              <a:t>How to choose the value of k for KNN Algorithm?</a:t>
            </a:r>
          </a:p>
          <a:p>
            <a:pPr algn="l" fontAlgn="base">
              <a:spcAft>
                <a:spcPts val="1800"/>
              </a:spcAft>
              <a:buFont typeface="Arial" panose="020B0604020202020204" pitchFamily="34" charset="0"/>
              <a:buChar char="•"/>
            </a:pPr>
            <a:r>
              <a:rPr lang="en-US" b="0" i="1" dirty="0">
                <a:effectLst/>
                <a:latin typeface="Nunito" pitchFamily="2" charset="0"/>
              </a:rPr>
              <a:t>The value of k in KNN decides how many neighbors the algorithm looks at when making a prediction.</a:t>
            </a:r>
          </a:p>
          <a:p>
            <a:pPr algn="l" fontAlgn="base">
              <a:spcAft>
                <a:spcPts val="1800"/>
              </a:spcAft>
              <a:buFont typeface="Arial" panose="020B0604020202020204" pitchFamily="34" charset="0"/>
              <a:buChar char="•"/>
            </a:pPr>
            <a:r>
              <a:rPr lang="en-US" b="0" i="1" dirty="0">
                <a:effectLst/>
                <a:latin typeface="Nunito" pitchFamily="2" charset="0"/>
              </a:rPr>
              <a:t>Choosing the right k is important for good results.</a:t>
            </a:r>
          </a:p>
          <a:p>
            <a:pPr algn="l" fontAlgn="base">
              <a:spcAft>
                <a:spcPts val="1800"/>
              </a:spcAft>
              <a:buFont typeface="Arial" panose="020B0604020202020204" pitchFamily="34" charset="0"/>
              <a:buChar char="•"/>
            </a:pPr>
            <a:r>
              <a:rPr lang="en-US" b="0" i="1" dirty="0">
                <a:effectLst/>
                <a:latin typeface="Nunito" pitchFamily="2" charset="0"/>
              </a:rPr>
              <a:t>If the data has lots of noise or outliers, using a larger k can make the predictions more stable.</a:t>
            </a:r>
          </a:p>
          <a:p>
            <a:pPr algn="l" fontAlgn="base">
              <a:spcAft>
                <a:spcPts val="1800"/>
              </a:spcAft>
              <a:buFont typeface="Arial" panose="020B0604020202020204" pitchFamily="34" charset="0"/>
              <a:buChar char="•"/>
            </a:pPr>
            <a:r>
              <a:rPr lang="en-US" b="0" i="1" dirty="0">
                <a:effectLst/>
                <a:latin typeface="Nunito" pitchFamily="2" charset="0"/>
              </a:rPr>
              <a:t>But if k is too large the model may become too simple and miss important patterns and this is called underfitting.</a:t>
            </a:r>
          </a:p>
          <a:p>
            <a:pPr algn="l" fontAlgn="base">
              <a:spcAft>
                <a:spcPts val="1800"/>
              </a:spcAft>
              <a:buFont typeface="Arial" panose="020B0604020202020204" pitchFamily="34" charset="0"/>
              <a:buChar char="•"/>
            </a:pPr>
            <a:r>
              <a:rPr lang="en-US" b="0" i="1" dirty="0">
                <a:effectLst/>
                <a:latin typeface="Nunito" pitchFamily="2" charset="0"/>
              </a:rPr>
              <a:t>So k should be picked carefully based on the data.</a:t>
            </a:r>
          </a:p>
        </p:txBody>
      </p:sp>
    </p:spTree>
    <p:extLst>
      <p:ext uri="{BB962C8B-B14F-4D97-AF65-F5344CB8AC3E}">
        <p14:creationId xmlns:p14="http://schemas.microsoft.com/office/powerpoint/2010/main" val="2592634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665EF7-1180-76DD-F422-E60D09A3C9C4}"/>
              </a:ext>
            </a:extLst>
          </p:cNvPr>
          <p:cNvSpPr txBox="1"/>
          <p:nvPr/>
        </p:nvSpPr>
        <p:spPr>
          <a:xfrm>
            <a:off x="87085" y="148020"/>
            <a:ext cx="12017829" cy="3270126"/>
          </a:xfrm>
          <a:prstGeom prst="rect">
            <a:avLst/>
          </a:prstGeom>
          <a:noFill/>
        </p:spPr>
        <p:txBody>
          <a:bodyPr wrap="square">
            <a:spAutoFit/>
          </a:bodyPr>
          <a:lstStyle/>
          <a:p>
            <a:pPr algn="l" fontAlgn="base">
              <a:lnSpc>
                <a:spcPts val="2100"/>
              </a:lnSpc>
              <a:spcBef>
                <a:spcPts val="1800"/>
              </a:spcBef>
              <a:spcAft>
                <a:spcPts val="1800"/>
              </a:spcAft>
              <a:buNone/>
            </a:pPr>
            <a:r>
              <a:rPr lang="en-US" b="1" i="1" dirty="0">
                <a:effectLst/>
                <a:latin typeface="Nunito" pitchFamily="2" charset="0"/>
              </a:rPr>
              <a:t>Statistical Methods for Selecting k</a:t>
            </a:r>
          </a:p>
          <a:p>
            <a:pPr algn="l" fontAlgn="base">
              <a:spcAft>
                <a:spcPts val="1800"/>
              </a:spcAft>
              <a:buFont typeface="Arial" panose="020B0604020202020204" pitchFamily="34" charset="0"/>
              <a:buChar char="•"/>
            </a:pPr>
            <a:r>
              <a:rPr lang="en-US" b="1" i="1" dirty="0">
                <a:effectLst/>
                <a:latin typeface="Nunito" pitchFamily="2" charset="0"/>
              </a:rPr>
              <a:t>Cross-Validation</a:t>
            </a:r>
            <a:r>
              <a:rPr lang="en-US" b="0" i="1" dirty="0">
                <a:effectLst/>
                <a:latin typeface="Nunito" pitchFamily="2" charset="0"/>
              </a:rPr>
              <a:t>: </a:t>
            </a:r>
            <a:r>
              <a:rPr lang="en-US" b="0" i="1" u="sng" dirty="0">
                <a:effectLst/>
                <a:latin typeface="Nunito" pitchFamily="2" charset="0"/>
                <a:hlinkClick r:id="rId2">
                  <a:extLst>
                    <a:ext uri="{A12FA001-AC4F-418D-AE19-62706E023703}">
                      <ahyp:hlinkClr xmlns:ahyp="http://schemas.microsoft.com/office/drawing/2018/hyperlinkcolor" val="tx"/>
                    </a:ext>
                  </a:extLst>
                </a:hlinkClick>
              </a:rPr>
              <a:t>Cross-Validation </a:t>
            </a:r>
            <a:r>
              <a:rPr lang="en-US" b="0" i="1" dirty="0">
                <a:effectLst/>
                <a:latin typeface="Nunito" pitchFamily="2" charset="0"/>
              </a:rPr>
              <a:t>is a good way to find the best value of k is by using k-fold cross-validation. This means dividing the dataset into k parts. The model is trained on some of these parts and tested on the remaining ones. This process is repeated for each part. The k value that gives the highest average accuracy during these tests is usually the best one to use.</a:t>
            </a:r>
          </a:p>
          <a:p>
            <a:pPr algn="l" fontAlgn="base">
              <a:spcAft>
                <a:spcPts val="1800"/>
              </a:spcAft>
              <a:buFont typeface="Arial" panose="020B0604020202020204" pitchFamily="34" charset="0"/>
              <a:buChar char="•"/>
            </a:pPr>
            <a:r>
              <a:rPr lang="en-US" b="1" i="1" dirty="0">
                <a:effectLst/>
                <a:latin typeface="Nunito" pitchFamily="2" charset="0"/>
              </a:rPr>
              <a:t>Elbow Method</a:t>
            </a:r>
            <a:r>
              <a:rPr lang="en-US" b="0" i="1" dirty="0">
                <a:effectLst/>
                <a:latin typeface="Nunito" pitchFamily="2" charset="0"/>
              </a:rPr>
              <a:t>: In </a:t>
            </a:r>
            <a:r>
              <a:rPr lang="en-US" b="0" i="1" u="sng" dirty="0">
                <a:effectLst/>
                <a:latin typeface="Nunito" pitchFamily="2" charset="0"/>
                <a:hlinkClick r:id="rId3">
                  <a:extLst>
                    <a:ext uri="{A12FA001-AC4F-418D-AE19-62706E023703}">
                      <ahyp:hlinkClr xmlns:ahyp="http://schemas.microsoft.com/office/drawing/2018/hyperlinkcolor" val="tx"/>
                    </a:ext>
                  </a:extLst>
                </a:hlinkClick>
              </a:rPr>
              <a:t>Elbow Method</a:t>
            </a:r>
            <a:r>
              <a:rPr lang="en-US" b="0" i="1" dirty="0">
                <a:effectLst/>
                <a:latin typeface="Nunito" pitchFamily="2" charset="0"/>
              </a:rPr>
              <a:t> we draw a graph showing the error rate or accuracy for different k values. As k increases the error usually drops at first. But after a certain point error stops decreasing quickly. The point where the curve changes direction and looks like an "elbow" is usually the best choice for k.</a:t>
            </a:r>
          </a:p>
          <a:p>
            <a:pPr algn="l" fontAlgn="base">
              <a:spcAft>
                <a:spcPts val="1800"/>
              </a:spcAft>
              <a:buFont typeface="Arial" panose="020B0604020202020204" pitchFamily="34" charset="0"/>
              <a:buChar char="•"/>
            </a:pPr>
            <a:r>
              <a:rPr lang="en-US" b="1" i="1" dirty="0">
                <a:effectLst/>
                <a:latin typeface="Nunito" pitchFamily="2" charset="0"/>
              </a:rPr>
              <a:t>Odd Values for k</a:t>
            </a:r>
            <a:r>
              <a:rPr lang="en-US" b="0" i="1" dirty="0">
                <a:effectLst/>
                <a:latin typeface="Nunito" pitchFamily="2" charset="0"/>
              </a:rPr>
              <a:t>: It’s a good idea to use an odd number for k especially in classification problems. This helps avoid ties when deciding which class is the most common among the neighbors.</a:t>
            </a:r>
          </a:p>
        </p:txBody>
      </p:sp>
    </p:spTree>
    <p:extLst>
      <p:ext uri="{BB962C8B-B14F-4D97-AF65-F5344CB8AC3E}">
        <p14:creationId xmlns:p14="http://schemas.microsoft.com/office/powerpoint/2010/main" val="418571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C08C1D6-5F7E-520A-775B-3CB4D5677FC4}"/>
                  </a:ext>
                </a:extLst>
              </p:cNvPr>
              <p:cNvSpPr txBox="1"/>
              <p:nvPr/>
            </p:nvSpPr>
            <p:spPr>
              <a:xfrm>
                <a:off x="100484" y="130352"/>
                <a:ext cx="12091515" cy="5116657"/>
              </a:xfrm>
              <a:prstGeom prst="rect">
                <a:avLst/>
              </a:prstGeom>
              <a:noFill/>
            </p:spPr>
            <p:txBody>
              <a:bodyPr wrap="square">
                <a:spAutoFit/>
              </a:bodyPr>
              <a:lstStyle/>
              <a:p>
                <a:pPr algn="l" fontAlgn="base">
                  <a:lnSpc>
                    <a:spcPts val="2100"/>
                  </a:lnSpc>
                  <a:buNone/>
                </a:pPr>
                <a:r>
                  <a:rPr lang="en-IN" b="1" i="1" dirty="0">
                    <a:solidFill>
                      <a:schemeClr val="tx1"/>
                    </a:solidFill>
                    <a:effectLst/>
                    <a:latin typeface="Nunito" pitchFamily="2" charset="0"/>
                  </a:rPr>
                  <a:t>Distance Metrics Used in KNN Algorithm</a:t>
                </a:r>
              </a:p>
              <a:p>
                <a:pPr algn="l" rtl="0" fontAlgn="base">
                  <a:spcAft>
                    <a:spcPts val="750"/>
                  </a:spcAft>
                  <a:buNone/>
                </a:pPr>
                <a:r>
                  <a:rPr lang="en-IN" b="0" i="1" dirty="0">
                    <a:solidFill>
                      <a:schemeClr val="tx1"/>
                    </a:solidFill>
                    <a:effectLst/>
                    <a:latin typeface="Nunito" pitchFamily="2" charset="0"/>
                  </a:rPr>
                  <a:t>KNN uses distance metrics to identify nearest </a:t>
                </a:r>
                <a:r>
                  <a:rPr lang="en-IN" b="0" i="1" dirty="0" err="1">
                    <a:solidFill>
                      <a:schemeClr val="tx1"/>
                    </a:solidFill>
                    <a:effectLst/>
                    <a:latin typeface="Nunito" pitchFamily="2" charset="0"/>
                  </a:rPr>
                  <a:t>neighbor</a:t>
                </a:r>
                <a:r>
                  <a:rPr lang="en-IN" b="0" i="1" dirty="0">
                    <a:solidFill>
                      <a:schemeClr val="tx1"/>
                    </a:solidFill>
                    <a:effectLst/>
                    <a:latin typeface="Nunito" pitchFamily="2" charset="0"/>
                  </a:rPr>
                  <a:t>, these </a:t>
                </a:r>
                <a:r>
                  <a:rPr lang="en-IN" b="0" i="1" dirty="0" err="1">
                    <a:solidFill>
                      <a:schemeClr val="tx1"/>
                    </a:solidFill>
                    <a:effectLst/>
                    <a:latin typeface="Nunito" pitchFamily="2" charset="0"/>
                  </a:rPr>
                  <a:t>neighbors</a:t>
                </a:r>
                <a:r>
                  <a:rPr lang="en-IN" b="0" i="1" dirty="0">
                    <a:solidFill>
                      <a:schemeClr val="tx1"/>
                    </a:solidFill>
                    <a:effectLst/>
                    <a:latin typeface="Nunito" pitchFamily="2" charset="0"/>
                  </a:rPr>
                  <a:t> are used for classification and regression task. To identify nearest </a:t>
                </a:r>
                <a:r>
                  <a:rPr lang="en-IN" b="0" i="1" dirty="0" err="1">
                    <a:solidFill>
                      <a:schemeClr val="tx1"/>
                    </a:solidFill>
                    <a:effectLst/>
                    <a:latin typeface="Nunito" pitchFamily="2" charset="0"/>
                  </a:rPr>
                  <a:t>neighbor</a:t>
                </a:r>
                <a:r>
                  <a:rPr lang="en-IN" b="0" i="1" dirty="0">
                    <a:solidFill>
                      <a:schemeClr val="tx1"/>
                    </a:solidFill>
                    <a:effectLst/>
                    <a:latin typeface="Nunito" pitchFamily="2" charset="0"/>
                  </a:rPr>
                  <a:t> we use below distance metrics:</a:t>
                </a:r>
              </a:p>
              <a:p>
                <a:pPr fontAlgn="base"/>
                <a:r>
                  <a:rPr lang="en-US" b="1" dirty="0"/>
                  <a:t>1. Euclidean Distance</a:t>
                </a:r>
              </a:p>
              <a:p>
                <a:pPr fontAlgn="base"/>
                <a:r>
                  <a:rPr lang="en-US" dirty="0"/>
                  <a:t>Euclidean distance is defined as the straight-line distance between two points in a plane or space. You can think of it like the shortest path you would walk if you were to go directly from one point to another.</a:t>
                </a:r>
              </a:p>
              <a:p>
                <a:pPr algn="l" fontAlgn="base">
                  <a:lnSpc>
                    <a:spcPts val="2100"/>
                  </a:lnSpc>
                  <a:spcBef>
                    <a:spcPts val="1800"/>
                  </a:spcBef>
                  <a:spcAft>
                    <a:spcPts val="1800"/>
                  </a:spcAft>
                  <a:buNone/>
                </a:pPr>
                <a:endParaRPr lang="en-IN" b="1" i="1" dirty="0">
                  <a:latin typeface="Nunito" pitchFamily="2" charset="0"/>
                </a:endParaRPr>
              </a:p>
              <a:p>
                <a:pPr algn="l" fontAlgn="base">
                  <a:lnSpc>
                    <a:spcPts val="2100"/>
                  </a:lnSpc>
                  <a:spcBef>
                    <a:spcPts val="1800"/>
                  </a:spcBef>
                  <a:spcAft>
                    <a:spcPts val="1800"/>
                  </a:spcAft>
                  <a:buNone/>
                </a:pPr>
                <a:r>
                  <a:rPr lang="en-IN" b="1" i="1" dirty="0">
                    <a:solidFill>
                      <a:schemeClr val="tx1"/>
                    </a:solidFill>
                    <a:effectLst/>
                    <a:latin typeface="Nunito" pitchFamily="2" charset="0"/>
                  </a:rPr>
                  <a:t>2. Manhattan Distance</a:t>
                </a:r>
              </a:p>
              <a:p>
                <a:pPr algn="l" rtl="0" fontAlgn="base">
                  <a:spcAft>
                    <a:spcPts val="750"/>
                  </a:spcAft>
                  <a:buNone/>
                </a:pPr>
                <a:r>
                  <a:rPr lang="en-IN" b="0" i="1" dirty="0">
                    <a:solidFill>
                      <a:schemeClr val="tx1"/>
                    </a:solidFill>
                    <a:effectLst/>
                    <a:latin typeface="Nunito" pitchFamily="2" charset="0"/>
                  </a:rPr>
                  <a:t>This is the total distance you would travel if you could only move along horizontal and vertical lines like a grid or city streets. It’s also called "taxicab distance" because a taxi can only drive along the grid-like streets of a city.</a:t>
                </a:r>
              </a:p>
              <a:p>
                <a:pPr algn="l" rtl="0" fontAlgn="base">
                  <a:spcBef>
                    <a:spcPts val="750"/>
                  </a:spcBef>
                  <a:spcAft>
                    <a:spcPts val="750"/>
                  </a:spcAft>
                  <a:buNone/>
                </a:pPr>
                <a14:m>
                  <m:oMathPara xmlns:m="http://schemas.openxmlformats.org/officeDocument/2006/math">
                    <m:oMathParaPr>
                      <m:jc m:val="centerGroup"/>
                    </m:oMathParaPr>
                    <m:oMath xmlns:m="http://schemas.openxmlformats.org/officeDocument/2006/math">
                      <m:r>
                        <a:rPr lang="en-IN" i="1" smtClean="0">
                          <a:solidFill>
                            <a:schemeClr val="tx1"/>
                          </a:solidFill>
                          <a:latin typeface="Cambria Math" panose="02040503050406030204" pitchFamily="18" charset="0"/>
                        </a:rPr>
                        <m:t>𝑑</m:t>
                      </m:r>
                      <m:d>
                        <m:dPr>
                          <m:sepChr m:val=","/>
                          <m:ctrlPr>
                            <a:rPr lang="ar-AE" i="1">
                              <a:solidFill>
                                <a:schemeClr val="tx1"/>
                              </a:solidFill>
                              <a:latin typeface="Cambria Math" panose="02040503050406030204" pitchFamily="18" charset="0"/>
                            </a:rPr>
                          </m:ctrlPr>
                        </m:dPr>
                        <m:e>
                          <m:r>
                            <a:rPr lang="ar-AE" i="1" smtClean="0">
                              <a:solidFill>
                                <a:schemeClr val="tx1"/>
                              </a:solidFill>
                              <a:latin typeface="Cambria Math" panose="02040503050406030204" pitchFamily="18" charset="0"/>
                            </a:rPr>
                            <m:t>𝑥</m:t>
                          </m:r>
                        </m:e>
                        <m:e>
                          <m:r>
                            <a:rPr lang="ar-AE" i="1" smtClean="0">
                              <a:solidFill>
                                <a:schemeClr val="tx1"/>
                              </a:solidFill>
                              <a:latin typeface="Cambria Math" panose="02040503050406030204" pitchFamily="18" charset="0"/>
                            </a:rPr>
                            <m:t>𝑦</m:t>
                          </m:r>
                        </m:e>
                      </m:d>
                      <m:r>
                        <a:rPr lang="ar-AE" i="1" smtClean="0">
                          <a:solidFill>
                            <a:schemeClr val="tx1"/>
                          </a:solidFill>
                          <a:latin typeface="Cambria Math" panose="02040503050406030204" pitchFamily="18" charset="0"/>
                        </a:rPr>
                        <m:t>=</m:t>
                      </m:r>
                      <m:nary>
                        <m:naryPr>
                          <m:chr m:val="∑"/>
                          <m:limLoc m:val="subSup"/>
                          <m:grow m:val="on"/>
                          <m:ctrlPr>
                            <a:rPr lang="ar-AE" i="1">
                              <a:solidFill>
                                <a:schemeClr val="tx1"/>
                              </a:solidFill>
                              <a:latin typeface="Cambria Math" panose="02040503050406030204" pitchFamily="18" charset="0"/>
                            </a:rPr>
                          </m:ctrlPr>
                        </m:naryPr>
                        <m:sub>
                          <m:r>
                            <a:rPr lang="ar-AE" i="1" smtClean="0">
                              <a:solidFill>
                                <a:schemeClr val="tx1"/>
                              </a:solidFill>
                              <a:latin typeface="Cambria Math" panose="02040503050406030204" pitchFamily="18" charset="0"/>
                            </a:rPr>
                            <m:t>𝑖</m:t>
                          </m:r>
                          <m:r>
                            <a:rPr lang="ar-AE" i="1" smtClean="0">
                              <a:solidFill>
                                <a:schemeClr val="tx1"/>
                              </a:solidFill>
                              <a:latin typeface="Cambria Math" panose="02040503050406030204" pitchFamily="18" charset="0"/>
                            </a:rPr>
                            <m:t>=</m:t>
                          </m:r>
                          <m:r>
                            <a:rPr lang="ar-AE" i="1" smtClean="0">
                              <a:solidFill>
                                <a:schemeClr val="tx1"/>
                              </a:solidFill>
                              <a:latin typeface="Cambria Math" panose="02040503050406030204" pitchFamily="18" charset="0"/>
                            </a:rPr>
                            <m:t>1</m:t>
                          </m:r>
                        </m:sub>
                        <m:sup>
                          <m:r>
                            <a:rPr lang="ar-AE" i="1" smtClean="0">
                              <a:solidFill>
                                <a:schemeClr val="tx1"/>
                              </a:solidFill>
                              <a:latin typeface="Cambria Math" panose="02040503050406030204" pitchFamily="18" charset="0"/>
                            </a:rPr>
                            <m:t>𝑛</m:t>
                          </m:r>
                        </m:sup>
                        <m:e>
                          <m:d>
                            <m:dPr>
                              <m:begChr m:val="∣"/>
                              <m:endChr m:val="∣"/>
                              <m:ctrlPr>
                                <a:rPr lang="ar-AE" i="1">
                                  <a:solidFill>
                                    <a:schemeClr val="tx1"/>
                                  </a:solidFill>
                                  <a:latin typeface="Cambria Math" panose="02040503050406030204" pitchFamily="18" charset="0"/>
                                </a:rPr>
                              </m:ctrlPr>
                            </m:dPr>
                            <m:e>
                              <m:sSub>
                                <m:sSubPr>
                                  <m:ctrlPr>
                                    <a:rPr lang="ar-AE" i="1">
                                      <a:solidFill>
                                        <a:schemeClr val="tx1"/>
                                      </a:solidFill>
                                      <a:latin typeface="Cambria Math" panose="02040503050406030204" pitchFamily="18" charset="0"/>
                                    </a:rPr>
                                  </m:ctrlPr>
                                </m:sSubPr>
                                <m:e>
                                  <m:r>
                                    <a:rPr lang="ar-AE" i="1" smtClean="0">
                                      <a:solidFill>
                                        <a:schemeClr val="tx1"/>
                                      </a:solidFill>
                                      <a:latin typeface="Cambria Math" panose="02040503050406030204" pitchFamily="18" charset="0"/>
                                    </a:rPr>
                                    <m:t>𝑥</m:t>
                                  </m:r>
                                </m:e>
                                <m:sub>
                                  <m:r>
                                    <a:rPr lang="ar-AE" i="1" smtClean="0">
                                      <a:solidFill>
                                        <a:schemeClr val="tx1"/>
                                      </a:solidFill>
                                      <a:latin typeface="Cambria Math" panose="02040503050406030204" pitchFamily="18" charset="0"/>
                                    </a:rPr>
                                    <m:t>𝑖</m:t>
                                  </m:r>
                                </m:sub>
                              </m:sSub>
                              <m:r>
                                <a:rPr lang="ar-AE" i="1" smtClean="0">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smtClean="0">
                                      <a:solidFill>
                                        <a:schemeClr val="tx1"/>
                                      </a:solidFill>
                                      <a:latin typeface="Cambria Math" panose="02040503050406030204" pitchFamily="18" charset="0"/>
                                    </a:rPr>
                                    <m:t>𝑦</m:t>
                                  </m:r>
                                </m:e>
                                <m:sub>
                                  <m:r>
                                    <a:rPr lang="ar-AE" i="1" smtClean="0">
                                      <a:solidFill>
                                        <a:schemeClr val="tx1"/>
                                      </a:solidFill>
                                      <a:latin typeface="Cambria Math" panose="02040503050406030204" pitchFamily="18" charset="0"/>
                                    </a:rPr>
                                    <m:t>𝑖</m:t>
                                  </m:r>
                                </m:sub>
                              </m:sSub>
                            </m:e>
                          </m:d>
                        </m:e>
                      </m:nary>
                    </m:oMath>
                  </m:oMathPara>
                </a14:m>
                <a:endParaRPr lang="ar-AE" b="0" i="1" dirty="0">
                  <a:solidFill>
                    <a:schemeClr val="tx1"/>
                  </a:solidFill>
                  <a:effectLst/>
                  <a:latin typeface="Nunito" pitchFamily="2" charset="0"/>
                </a:endParaRPr>
              </a:p>
              <a:p>
                <a:pPr algn="l" fontAlgn="base">
                  <a:lnSpc>
                    <a:spcPts val="2100"/>
                  </a:lnSpc>
                  <a:spcBef>
                    <a:spcPts val="1800"/>
                  </a:spcBef>
                  <a:spcAft>
                    <a:spcPts val="1800"/>
                  </a:spcAft>
                  <a:buNone/>
                </a:pPr>
                <a:endParaRPr lang="en-IN" b="1" i="1" dirty="0">
                  <a:solidFill>
                    <a:schemeClr val="tx1"/>
                  </a:solidFill>
                  <a:effectLst/>
                  <a:latin typeface="Nunito" pitchFamily="2" charset="0"/>
                </a:endParaRPr>
              </a:p>
            </p:txBody>
          </p:sp>
        </mc:Choice>
        <mc:Fallback xmlns="">
          <p:sp>
            <p:nvSpPr>
              <p:cNvPr id="5" name="TextBox 4">
                <a:extLst>
                  <a:ext uri="{FF2B5EF4-FFF2-40B4-BE49-F238E27FC236}">
                    <a16:creationId xmlns:a16="http://schemas.microsoft.com/office/drawing/2014/main" id="{0C08C1D6-5F7E-520A-775B-3CB4D5677FC4}"/>
                  </a:ext>
                </a:extLst>
              </p:cNvPr>
              <p:cNvSpPr txBox="1">
                <a:spLocks noRot="1" noChangeAspect="1" noMove="1" noResize="1" noEditPoints="1" noAdjustHandles="1" noChangeArrowheads="1" noChangeShapeType="1" noTextEdit="1"/>
              </p:cNvSpPr>
              <p:nvPr/>
            </p:nvSpPr>
            <p:spPr>
              <a:xfrm>
                <a:off x="100484" y="130352"/>
                <a:ext cx="12091515" cy="5116657"/>
              </a:xfrm>
              <a:prstGeom prst="rect">
                <a:avLst/>
              </a:prstGeom>
              <a:blipFill>
                <a:blip r:embed="rId2"/>
                <a:stretch>
                  <a:fillRect l="-403" t="-714" r="-252"/>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0C8D6C7A-419B-2845-6B3B-C3C95042A6CF}"/>
              </a:ext>
            </a:extLst>
          </p:cNvPr>
          <p:cNvPicPr>
            <a:picLocks noChangeAspect="1"/>
          </p:cNvPicPr>
          <p:nvPr/>
        </p:nvPicPr>
        <p:blipFill>
          <a:blip r:embed="rId3"/>
          <a:stretch>
            <a:fillRect/>
          </a:stretch>
        </p:blipFill>
        <p:spPr>
          <a:xfrm>
            <a:off x="4203204" y="1974206"/>
            <a:ext cx="6970563" cy="969962"/>
          </a:xfrm>
          <a:prstGeom prst="rect">
            <a:avLst/>
          </a:prstGeom>
        </p:spPr>
      </p:pic>
    </p:spTree>
    <p:extLst>
      <p:ext uri="{BB962C8B-B14F-4D97-AF65-F5344CB8AC3E}">
        <p14:creationId xmlns:p14="http://schemas.microsoft.com/office/powerpoint/2010/main" val="405175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44DFAD5-8151-9691-26D6-FE587E939B20}"/>
                  </a:ext>
                </a:extLst>
              </p:cNvPr>
              <p:cNvSpPr txBox="1"/>
              <p:nvPr/>
            </p:nvSpPr>
            <p:spPr>
              <a:xfrm>
                <a:off x="0" y="471459"/>
                <a:ext cx="11372222" cy="2680542"/>
              </a:xfrm>
              <a:prstGeom prst="rect">
                <a:avLst/>
              </a:prstGeom>
              <a:noFill/>
            </p:spPr>
            <p:txBody>
              <a:bodyPr wrap="square">
                <a:spAutoFit/>
              </a:bodyPr>
              <a:lstStyle/>
              <a:p>
                <a:pPr algn="l" fontAlgn="base">
                  <a:lnSpc>
                    <a:spcPts val="2100"/>
                  </a:lnSpc>
                  <a:spcBef>
                    <a:spcPts val="1800"/>
                  </a:spcBef>
                  <a:spcAft>
                    <a:spcPts val="1800"/>
                  </a:spcAft>
                  <a:buNone/>
                </a:pPr>
                <a:r>
                  <a:rPr lang="en-IN" b="1" i="1" dirty="0">
                    <a:solidFill>
                      <a:schemeClr val="tx1"/>
                    </a:solidFill>
                    <a:effectLst/>
                    <a:latin typeface="Nunito" pitchFamily="2" charset="0"/>
                  </a:rPr>
                  <a:t>3. Minkowski Distance</a:t>
                </a:r>
              </a:p>
              <a:p>
                <a:pPr algn="l" rtl="0" fontAlgn="base">
                  <a:spcAft>
                    <a:spcPts val="750"/>
                  </a:spcAft>
                  <a:buNone/>
                </a:pPr>
                <a:r>
                  <a:rPr lang="en-IN" b="0" i="1" dirty="0">
                    <a:solidFill>
                      <a:schemeClr val="tx1"/>
                    </a:solidFill>
                    <a:effectLst/>
                    <a:latin typeface="Nunito" pitchFamily="2" charset="0"/>
                  </a:rPr>
                  <a:t>Minkowski distance is like a family of distances, which includes both Euclidean and Manhattan distances as special cases.</a:t>
                </a:r>
              </a:p>
              <a:p>
                <a:pPr algn="l" rtl="0" fontAlgn="base">
                  <a:spcBef>
                    <a:spcPts val="750"/>
                  </a:spcBef>
                  <a:spcAft>
                    <a:spcPts val="750"/>
                  </a:spcAft>
                  <a:buNone/>
                </a:pPr>
                <a14:m>
                  <m:oMathPara xmlns:m="http://schemas.openxmlformats.org/officeDocument/2006/math">
                    <m:oMathParaPr>
                      <m:jc m:val="centerGroup"/>
                    </m:oMathParaPr>
                    <m:oMath xmlns:m="http://schemas.openxmlformats.org/officeDocument/2006/math">
                      <m:r>
                        <a:rPr lang="en-IN" i="1" smtClean="0">
                          <a:solidFill>
                            <a:schemeClr val="tx1"/>
                          </a:solidFill>
                          <a:latin typeface="Cambria Math" panose="02040503050406030204" pitchFamily="18" charset="0"/>
                        </a:rPr>
                        <m:t>𝑑</m:t>
                      </m:r>
                      <m:d>
                        <m:dPr>
                          <m:sepChr m:val=","/>
                          <m:ctrlPr>
                            <a:rPr lang="ar-AE" i="1">
                              <a:solidFill>
                                <a:schemeClr val="tx1"/>
                              </a:solidFill>
                              <a:latin typeface="Cambria Math" panose="02040503050406030204" pitchFamily="18" charset="0"/>
                            </a:rPr>
                          </m:ctrlPr>
                        </m:dPr>
                        <m:e>
                          <m:r>
                            <a:rPr lang="ar-AE" i="1" smtClean="0">
                              <a:solidFill>
                                <a:schemeClr val="tx1"/>
                              </a:solidFill>
                              <a:latin typeface="Cambria Math" panose="02040503050406030204" pitchFamily="18" charset="0"/>
                            </a:rPr>
                            <m:t>𝑥</m:t>
                          </m:r>
                        </m:e>
                        <m:e>
                          <m:r>
                            <a:rPr lang="ar-AE" i="1" smtClean="0">
                              <a:solidFill>
                                <a:schemeClr val="tx1"/>
                              </a:solidFill>
                              <a:latin typeface="Cambria Math" panose="02040503050406030204" pitchFamily="18" charset="0"/>
                            </a:rPr>
                            <m:t>𝑦</m:t>
                          </m:r>
                        </m:e>
                      </m:d>
                      <m:r>
                        <a:rPr lang="ar-AE" i="1" smtClean="0">
                          <a:solidFill>
                            <a:schemeClr val="tx1"/>
                          </a:solidFill>
                          <a:latin typeface="Cambria Math" panose="02040503050406030204" pitchFamily="18" charset="0"/>
                        </a:rPr>
                        <m:t>=</m:t>
                      </m:r>
                      <m:sSup>
                        <m:sSupPr>
                          <m:ctrlPr>
                            <a:rPr lang="ar-AE" i="1">
                              <a:solidFill>
                                <a:schemeClr val="tx1"/>
                              </a:solidFill>
                              <a:latin typeface="Cambria Math" panose="02040503050406030204" pitchFamily="18" charset="0"/>
                            </a:rPr>
                          </m:ctrlPr>
                        </m:sSupPr>
                        <m:e>
                          <m:d>
                            <m:dPr>
                              <m:ctrlPr>
                                <a:rPr lang="ar-AE" i="1">
                                  <a:solidFill>
                                    <a:schemeClr val="tx1"/>
                                  </a:solidFill>
                                  <a:latin typeface="Cambria Math" panose="02040503050406030204" pitchFamily="18" charset="0"/>
                                </a:rPr>
                              </m:ctrlPr>
                            </m:dPr>
                            <m:e>
                              <m:nary>
                                <m:naryPr>
                                  <m:chr m:val="∑"/>
                                  <m:limLoc m:val="subSup"/>
                                  <m:grow m:val="on"/>
                                  <m:ctrlPr>
                                    <a:rPr lang="ar-AE" i="1">
                                      <a:solidFill>
                                        <a:schemeClr val="tx1"/>
                                      </a:solidFill>
                                      <a:latin typeface="Cambria Math" panose="02040503050406030204" pitchFamily="18" charset="0"/>
                                    </a:rPr>
                                  </m:ctrlPr>
                                </m:naryPr>
                                <m:sub>
                                  <m:r>
                                    <a:rPr lang="ar-AE" i="1" smtClean="0">
                                      <a:solidFill>
                                        <a:schemeClr val="tx1"/>
                                      </a:solidFill>
                                      <a:latin typeface="Cambria Math" panose="02040503050406030204" pitchFamily="18" charset="0"/>
                                    </a:rPr>
                                    <m:t>𝑖</m:t>
                                  </m:r>
                                  <m:r>
                                    <a:rPr lang="ar-AE" i="1" smtClean="0">
                                      <a:solidFill>
                                        <a:schemeClr val="tx1"/>
                                      </a:solidFill>
                                      <a:latin typeface="Cambria Math" panose="02040503050406030204" pitchFamily="18" charset="0"/>
                                    </a:rPr>
                                    <m:t>=</m:t>
                                  </m:r>
                                  <m:r>
                                    <a:rPr lang="ar-AE" i="1" smtClean="0">
                                      <a:solidFill>
                                        <a:schemeClr val="tx1"/>
                                      </a:solidFill>
                                      <a:latin typeface="Cambria Math" panose="02040503050406030204" pitchFamily="18" charset="0"/>
                                    </a:rPr>
                                    <m:t>1</m:t>
                                  </m:r>
                                </m:sub>
                                <m:sup>
                                  <m:r>
                                    <a:rPr lang="ar-AE" i="1" smtClean="0">
                                      <a:solidFill>
                                        <a:schemeClr val="tx1"/>
                                      </a:solidFill>
                                      <a:latin typeface="Cambria Math" panose="02040503050406030204" pitchFamily="18" charset="0"/>
                                    </a:rPr>
                                    <m:t>𝑛</m:t>
                                  </m:r>
                                </m:sup>
                                <m:e>
                                  <m:sSup>
                                    <m:sSupPr>
                                      <m:ctrlPr>
                                        <a:rPr lang="ar-AE" i="1">
                                          <a:solidFill>
                                            <a:schemeClr val="tx1"/>
                                          </a:solidFill>
                                          <a:latin typeface="Cambria Math" panose="02040503050406030204" pitchFamily="18" charset="0"/>
                                        </a:rPr>
                                      </m:ctrlPr>
                                    </m:sSupPr>
                                    <m:e>
                                      <m:d>
                                        <m:dPr>
                                          <m:ctrlPr>
                                            <a:rPr lang="ar-AE" i="1">
                                              <a:solidFill>
                                                <a:schemeClr val="tx1"/>
                                              </a:solidFill>
                                              <a:latin typeface="Cambria Math" panose="02040503050406030204" pitchFamily="18" charset="0"/>
                                            </a:rPr>
                                          </m:ctrlPr>
                                        </m:dPr>
                                        <m:e>
                                          <m:sSub>
                                            <m:sSubPr>
                                              <m:ctrlPr>
                                                <a:rPr lang="ar-AE" i="1">
                                                  <a:solidFill>
                                                    <a:schemeClr val="tx1"/>
                                                  </a:solidFill>
                                                  <a:latin typeface="Cambria Math" panose="02040503050406030204" pitchFamily="18" charset="0"/>
                                                </a:rPr>
                                              </m:ctrlPr>
                                            </m:sSubPr>
                                            <m:e>
                                              <m:r>
                                                <a:rPr lang="ar-AE" i="1" smtClean="0">
                                                  <a:solidFill>
                                                    <a:schemeClr val="tx1"/>
                                                  </a:solidFill>
                                                  <a:latin typeface="Cambria Math" panose="02040503050406030204" pitchFamily="18" charset="0"/>
                                                </a:rPr>
                                                <m:t>𝑥</m:t>
                                              </m:r>
                                            </m:e>
                                            <m:sub>
                                              <m:r>
                                                <a:rPr lang="ar-AE" i="1" smtClean="0">
                                                  <a:solidFill>
                                                    <a:schemeClr val="tx1"/>
                                                  </a:solidFill>
                                                  <a:latin typeface="Cambria Math" panose="02040503050406030204" pitchFamily="18" charset="0"/>
                                                </a:rPr>
                                                <m:t>𝑖</m:t>
                                              </m:r>
                                            </m:sub>
                                          </m:sSub>
                                          <m:r>
                                            <a:rPr lang="ar-AE" i="1" smtClean="0">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smtClean="0">
                                                  <a:solidFill>
                                                    <a:schemeClr val="tx1"/>
                                                  </a:solidFill>
                                                  <a:latin typeface="Cambria Math" panose="02040503050406030204" pitchFamily="18" charset="0"/>
                                                </a:rPr>
                                                <m:t>𝑦</m:t>
                                              </m:r>
                                            </m:e>
                                            <m:sub>
                                              <m:r>
                                                <a:rPr lang="ar-AE" i="1" smtClean="0">
                                                  <a:solidFill>
                                                    <a:schemeClr val="tx1"/>
                                                  </a:solidFill>
                                                  <a:latin typeface="Cambria Math" panose="02040503050406030204" pitchFamily="18" charset="0"/>
                                                </a:rPr>
                                                <m:t>𝑖</m:t>
                                              </m:r>
                                            </m:sub>
                                          </m:sSub>
                                        </m:e>
                                      </m:d>
                                    </m:e>
                                    <m:sup>
                                      <m:r>
                                        <a:rPr lang="ar-AE" i="1" smtClean="0">
                                          <a:solidFill>
                                            <a:schemeClr val="tx1"/>
                                          </a:solidFill>
                                          <a:latin typeface="Cambria Math" panose="02040503050406030204" pitchFamily="18" charset="0"/>
                                        </a:rPr>
                                        <m:t>𝑝</m:t>
                                      </m:r>
                                    </m:sup>
                                  </m:sSup>
                                </m:e>
                              </m:nary>
                            </m:e>
                          </m:d>
                        </m:e>
                        <m:sup>
                          <m:f>
                            <m:fPr>
                              <m:ctrlPr>
                                <a:rPr lang="ar-AE" i="1">
                                  <a:solidFill>
                                    <a:schemeClr val="tx1"/>
                                  </a:solidFill>
                                  <a:latin typeface="Cambria Math" panose="02040503050406030204" pitchFamily="18" charset="0"/>
                                </a:rPr>
                              </m:ctrlPr>
                            </m:fPr>
                            <m:num>
                              <m:r>
                                <a:rPr lang="ar-AE" i="1" smtClean="0">
                                  <a:solidFill>
                                    <a:schemeClr val="tx1"/>
                                  </a:solidFill>
                                  <a:latin typeface="Cambria Math" panose="02040503050406030204" pitchFamily="18" charset="0"/>
                                </a:rPr>
                                <m:t>1</m:t>
                              </m:r>
                            </m:num>
                            <m:den>
                              <m:r>
                                <a:rPr lang="ar-AE" i="1" smtClean="0">
                                  <a:solidFill>
                                    <a:schemeClr val="tx1"/>
                                  </a:solidFill>
                                  <a:latin typeface="Cambria Math" panose="02040503050406030204" pitchFamily="18" charset="0"/>
                                </a:rPr>
                                <m:t>𝑝</m:t>
                              </m:r>
                            </m:den>
                          </m:f>
                        </m:sup>
                      </m:sSup>
                    </m:oMath>
                  </m:oMathPara>
                </a14:m>
                <a:endParaRPr lang="ar-AE" b="0" i="1" dirty="0">
                  <a:solidFill>
                    <a:schemeClr val="tx1"/>
                  </a:solidFill>
                  <a:effectLst/>
                  <a:latin typeface="Nunito" pitchFamily="2" charset="0"/>
                </a:endParaRPr>
              </a:p>
              <a:p>
                <a:pPr algn="l" rtl="0" fontAlgn="base">
                  <a:spcAft>
                    <a:spcPts val="750"/>
                  </a:spcAft>
                  <a:buNone/>
                </a:pPr>
                <a:r>
                  <a:rPr lang="en-IN" b="0" i="1" dirty="0">
                    <a:solidFill>
                      <a:schemeClr val="tx1"/>
                    </a:solidFill>
                    <a:effectLst/>
                    <a:latin typeface="Nunito" pitchFamily="2" charset="0"/>
                  </a:rPr>
                  <a:t>From the formula above, when p=2, it becomes the same as the Euclidean distance formula and when p=1, it turns into the Manhattan distance formula. Minkowski distance is essentially a flexible formula that can represent either Euclidean or Manhattan distance depending on the value of p.</a:t>
                </a:r>
              </a:p>
            </p:txBody>
          </p:sp>
        </mc:Choice>
        <mc:Fallback xmlns="">
          <p:sp>
            <p:nvSpPr>
              <p:cNvPr id="3" name="TextBox 2">
                <a:extLst>
                  <a:ext uri="{FF2B5EF4-FFF2-40B4-BE49-F238E27FC236}">
                    <a16:creationId xmlns:a16="http://schemas.microsoft.com/office/drawing/2014/main" id="{744DFAD5-8151-9691-26D6-FE587E939B20}"/>
                  </a:ext>
                </a:extLst>
              </p:cNvPr>
              <p:cNvSpPr txBox="1">
                <a:spLocks noRot="1" noChangeAspect="1" noMove="1" noResize="1" noEditPoints="1" noAdjustHandles="1" noChangeArrowheads="1" noChangeShapeType="1" noTextEdit="1"/>
              </p:cNvSpPr>
              <p:nvPr/>
            </p:nvSpPr>
            <p:spPr>
              <a:xfrm>
                <a:off x="0" y="471459"/>
                <a:ext cx="11372222" cy="2680542"/>
              </a:xfrm>
              <a:prstGeom prst="rect">
                <a:avLst/>
              </a:prstGeom>
              <a:blipFill>
                <a:blip r:embed="rId2"/>
                <a:stretch>
                  <a:fillRect l="-429" t="-1364" r="-536" b="-2727"/>
                </a:stretch>
              </a:blipFill>
            </p:spPr>
            <p:txBody>
              <a:bodyPr/>
              <a:lstStyle/>
              <a:p>
                <a:r>
                  <a:rPr lang="en-IN">
                    <a:noFill/>
                  </a:rPr>
                  <a:t> </a:t>
                </a:r>
              </a:p>
            </p:txBody>
          </p:sp>
        </mc:Fallback>
      </mc:AlternateContent>
    </p:spTree>
    <p:extLst>
      <p:ext uri="{BB962C8B-B14F-4D97-AF65-F5344CB8AC3E}">
        <p14:creationId xmlns:p14="http://schemas.microsoft.com/office/powerpoint/2010/main" val="2334906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FFD7AE-440F-E933-B231-3A163469457C}"/>
              </a:ext>
            </a:extLst>
          </p:cNvPr>
          <p:cNvPicPr>
            <a:picLocks noChangeAspect="1"/>
          </p:cNvPicPr>
          <p:nvPr/>
        </p:nvPicPr>
        <p:blipFill>
          <a:blip r:embed="rId2"/>
          <a:stretch>
            <a:fillRect/>
          </a:stretch>
        </p:blipFill>
        <p:spPr>
          <a:xfrm>
            <a:off x="4765912" y="446857"/>
            <a:ext cx="6970563" cy="969962"/>
          </a:xfrm>
          <a:prstGeom prst="rect">
            <a:avLst/>
          </a:prstGeom>
        </p:spPr>
      </p:pic>
      <p:grpSp>
        <p:nvGrpSpPr>
          <p:cNvPr id="21" name="Group 20">
            <a:extLst>
              <a:ext uri="{FF2B5EF4-FFF2-40B4-BE49-F238E27FC236}">
                <a16:creationId xmlns:a16="http://schemas.microsoft.com/office/drawing/2014/main" id="{994FC8C3-33A7-AF57-5A27-8622D66BC876}"/>
              </a:ext>
            </a:extLst>
          </p:cNvPr>
          <p:cNvGrpSpPr/>
          <p:nvPr/>
        </p:nvGrpSpPr>
        <p:grpSpPr>
          <a:xfrm>
            <a:off x="-125525" y="128508"/>
            <a:ext cx="4797720" cy="1671512"/>
            <a:chOff x="-125525" y="128508"/>
            <a:chExt cx="4797720" cy="1671512"/>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0ED07E3-ED5A-C39B-1539-E6B0C1683914}"/>
                    </a:ext>
                  </a:extLst>
                </p14:cNvPr>
                <p14:cNvContentPartPr/>
                <p14:nvPr/>
              </p14:nvContentPartPr>
              <p14:xfrm>
                <a:off x="527515" y="727548"/>
                <a:ext cx="140400" cy="403920"/>
              </p14:xfrm>
            </p:contentPart>
          </mc:Choice>
          <mc:Fallback xmlns="">
            <p:pic>
              <p:nvPicPr>
                <p:cNvPr id="3" name="Ink 2">
                  <a:extLst>
                    <a:ext uri="{FF2B5EF4-FFF2-40B4-BE49-F238E27FC236}">
                      <a16:creationId xmlns:a16="http://schemas.microsoft.com/office/drawing/2014/main" id="{D0ED07E3-ED5A-C39B-1539-E6B0C1683914}"/>
                    </a:ext>
                  </a:extLst>
                </p:cNvPr>
                <p:cNvPicPr/>
                <p:nvPr/>
              </p:nvPicPr>
              <p:blipFill>
                <a:blip r:embed="rId4"/>
                <a:stretch>
                  <a:fillRect/>
                </a:stretch>
              </p:blipFill>
              <p:spPr>
                <a:xfrm>
                  <a:off x="521395" y="721428"/>
                  <a:ext cx="15264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1C7A2FBA-5808-6C70-DA4A-4C31658F499F}"/>
                    </a:ext>
                  </a:extLst>
                </p14:cNvPr>
                <p14:cNvContentPartPr/>
                <p14:nvPr/>
              </p14:nvContentPartPr>
              <p14:xfrm>
                <a:off x="-125525" y="361788"/>
                <a:ext cx="1492560" cy="1343880"/>
              </p14:xfrm>
            </p:contentPart>
          </mc:Choice>
          <mc:Fallback xmlns="">
            <p:pic>
              <p:nvPicPr>
                <p:cNvPr id="4" name="Ink 3">
                  <a:extLst>
                    <a:ext uri="{FF2B5EF4-FFF2-40B4-BE49-F238E27FC236}">
                      <a16:creationId xmlns:a16="http://schemas.microsoft.com/office/drawing/2014/main" id="{1C7A2FBA-5808-6C70-DA4A-4C31658F499F}"/>
                    </a:ext>
                  </a:extLst>
                </p:cNvPr>
                <p:cNvPicPr/>
                <p:nvPr/>
              </p:nvPicPr>
              <p:blipFill>
                <a:blip r:embed="rId6"/>
                <a:stretch>
                  <a:fillRect/>
                </a:stretch>
              </p:blipFill>
              <p:spPr>
                <a:xfrm>
                  <a:off x="-131645" y="355668"/>
                  <a:ext cx="1504800" cy="1356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8C8984A0-89C9-B923-3595-2B15FD161680}"/>
                    </a:ext>
                  </a:extLst>
                </p14:cNvPr>
                <p14:cNvContentPartPr/>
                <p14:nvPr/>
              </p14:nvContentPartPr>
              <p14:xfrm>
                <a:off x="1623355" y="234708"/>
                <a:ext cx="410400" cy="1032480"/>
              </p14:xfrm>
            </p:contentPart>
          </mc:Choice>
          <mc:Fallback xmlns="">
            <p:pic>
              <p:nvPicPr>
                <p:cNvPr id="6" name="Ink 5">
                  <a:extLst>
                    <a:ext uri="{FF2B5EF4-FFF2-40B4-BE49-F238E27FC236}">
                      <a16:creationId xmlns:a16="http://schemas.microsoft.com/office/drawing/2014/main" id="{8C8984A0-89C9-B923-3595-2B15FD161680}"/>
                    </a:ext>
                  </a:extLst>
                </p:cNvPr>
                <p:cNvPicPr/>
                <p:nvPr/>
              </p:nvPicPr>
              <p:blipFill>
                <a:blip r:embed="rId8"/>
                <a:stretch>
                  <a:fillRect/>
                </a:stretch>
              </p:blipFill>
              <p:spPr>
                <a:xfrm>
                  <a:off x="1617235" y="228588"/>
                  <a:ext cx="422640" cy="1044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4F574423-F7AE-0B78-5FB1-0066A187372F}"/>
                    </a:ext>
                  </a:extLst>
                </p14:cNvPr>
                <p14:cNvContentPartPr/>
                <p14:nvPr/>
              </p14:nvContentPartPr>
              <p14:xfrm>
                <a:off x="2111875" y="128508"/>
                <a:ext cx="181080" cy="158760"/>
              </p14:xfrm>
            </p:contentPart>
          </mc:Choice>
          <mc:Fallback xmlns="">
            <p:pic>
              <p:nvPicPr>
                <p:cNvPr id="7" name="Ink 6">
                  <a:extLst>
                    <a:ext uri="{FF2B5EF4-FFF2-40B4-BE49-F238E27FC236}">
                      <a16:creationId xmlns:a16="http://schemas.microsoft.com/office/drawing/2014/main" id="{4F574423-F7AE-0B78-5FB1-0066A187372F}"/>
                    </a:ext>
                  </a:extLst>
                </p:cNvPr>
                <p:cNvPicPr/>
                <p:nvPr/>
              </p:nvPicPr>
              <p:blipFill>
                <a:blip r:embed="rId10"/>
                <a:stretch>
                  <a:fillRect/>
                </a:stretch>
              </p:blipFill>
              <p:spPr>
                <a:xfrm>
                  <a:off x="2105755" y="122388"/>
                  <a:ext cx="1933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4BB3C8B1-0749-5577-82C5-F7D519BC9F8C}"/>
                    </a:ext>
                  </a:extLst>
                </p14:cNvPr>
                <p14:cNvContentPartPr/>
                <p14:nvPr/>
              </p14:nvContentPartPr>
              <p14:xfrm>
                <a:off x="1656115" y="790548"/>
                <a:ext cx="363240" cy="79560"/>
              </p14:xfrm>
            </p:contentPart>
          </mc:Choice>
          <mc:Fallback xmlns="">
            <p:pic>
              <p:nvPicPr>
                <p:cNvPr id="8" name="Ink 7">
                  <a:extLst>
                    <a:ext uri="{FF2B5EF4-FFF2-40B4-BE49-F238E27FC236}">
                      <a16:creationId xmlns:a16="http://schemas.microsoft.com/office/drawing/2014/main" id="{4BB3C8B1-0749-5577-82C5-F7D519BC9F8C}"/>
                    </a:ext>
                  </a:extLst>
                </p:cNvPr>
                <p:cNvPicPr/>
                <p:nvPr/>
              </p:nvPicPr>
              <p:blipFill>
                <a:blip r:embed="rId12"/>
                <a:stretch>
                  <a:fillRect/>
                </a:stretch>
              </p:blipFill>
              <p:spPr>
                <a:xfrm>
                  <a:off x="1649995" y="784428"/>
                  <a:ext cx="3754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063EC631-C9AF-4D3C-3EA9-BC40BE60E0B0}"/>
                    </a:ext>
                  </a:extLst>
                </p14:cNvPr>
                <p14:cNvContentPartPr/>
                <p14:nvPr/>
              </p14:nvContentPartPr>
              <p14:xfrm>
                <a:off x="2274595" y="610908"/>
                <a:ext cx="194040" cy="389520"/>
              </p14:xfrm>
            </p:contentPart>
          </mc:Choice>
          <mc:Fallback xmlns="">
            <p:pic>
              <p:nvPicPr>
                <p:cNvPr id="9" name="Ink 8">
                  <a:extLst>
                    <a:ext uri="{FF2B5EF4-FFF2-40B4-BE49-F238E27FC236}">
                      <a16:creationId xmlns:a16="http://schemas.microsoft.com/office/drawing/2014/main" id="{063EC631-C9AF-4D3C-3EA9-BC40BE60E0B0}"/>
                    </a:ext>
                  </a:extLst>
                </p:cNvPr>
                <p:cNvPicPr/>
                <p:nvPr/>
              </p:nvPicPr>
              <p:blipFill>
                <a:blip r:embed="rId14"/>
                <a:stretch>
                  <a:fillRect/>
                </a:stretch>
              </p:blipFill>
              <p:spPr>
                <a:xfrm>
                  <a:off x="2268475" y="604788"/>
                  <a:ext cx="20628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6CE853C0-0622-7D3E-0E93-479DA524D706}"/>
                    </a:ext>
                  </a:extLst>
                </p14:cNvPr>
                <p14:cNvContentPartPr/>
                <p14:nvPr/>
              </p14:nvContentPartPr>
              <p14:xfrm>
                <a:off x="2866795" y="658100"/>
                <a:ext cx="5040" cy="11160"/>
              </p14:xfrm>
            </p:contentPart>
          </mc:Choice>
          <mc:Fallback xmlns="">
            <p:pic>
              <p:nvPicPr>
                <p:cNvPr id="12" name="Ink 11">
                  <a:extLst>
                    <a:ext uri="{FF2B5EF4-FFF2-40B4-BE49-F238E27FC236}">
                      <a16:creationId xmlns:a16="http://schemas.microsoft.com/office/drawing/2014/main" id="{6CE853C0-0622-7D3E-0E93-479DA524D706}"/>
                    </a:ext>
                  </a:extLst>
                </p:cNvPr>
                <p:cNvPicPr/>
                <p:nvPr/>
              </p:nvPicPr>
              <p:blipFill>
                <a:blip r:embed="rId16"/>
                <a:stretch>
                  <a:fillRect/>
                </a:stretch>
              </p:blipFill>
              <p:spPr>
                <a:xfrm>
                  <a:off x="2860675" y="651980"/>
                  <a:ext cx="1728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8870772A-03E9-2C19-FA12-EF8A226B7CE9}"/>
                    </a:ext>
                  </a:extLst>
                </p14:cNvPr>
                <p14:cNvContentPartPr/>
                <p14:nvPr/>
              </p14:nvContentPartPr>
              <p14:xfrm>
                <a:off x="2616235" y="570980"/>
                <a:ext cx="451080" cy="568440"/>
              </p14:xfrm>
            </p:contentPart>
          </mc:Choice>
          <mc:Fallback xmlns="">
            <p:pic>
              <p:nvPicPr>
                <p:cNvPr id="13" name="Ink 12">
                  <a:extLst>
                    <a:ext uri="{FF2B5EF4-FFF2-40B4-BE49-F238E27FC236}">
                      <a16:creationId xmlns:a16="http://schemas.microsoft.com/office/drawing/2014/main" id="{8870772A-03E9-2C19-FA12-EF8A226B7CE9}"/>
                    </a:ext>
                  </a:extLst>
                </p:cNvPr>
                <p:cNvPicPr/>
                <p:nvPr/>
              </p:nvPicPr>
              <p:blipFill>
                <a:blip r:embed="rId18"/>
                <a:stretch>
                  <a:fillRect/>
                </a:stretch>
              </p:blipFill>
              <p:spPr>
                <a:xfrm>
                  <a:off x="2610115" y="564860"/>
                  <a:ext cx="463320" cy="5806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31A540E4-237A-72AF-9349-3F970A59A881}"/>
                    </a:ext>
                  </a:extLst>
                </p14:cNvPr>
                <p14:cNvContentPartPr/>
                <p14:nvPr/>
              </p14:nvContentPartPr>
              <p14:xfrm>
                <a:off x="3132115" y="437420"/>
                <a:ext cx="48600" cy="511920"/>
              </p14:xfrm>
            </p:contentPart>
          </mc:Choice>
          <mc:Fallback xmlns="">
            <p:pic>
              <p:nvPicPr>
                <p:cNvPr id="14" name="Ink 13">
                  <a:extLst>
                    <a:ext uri="{FF2B5EF4-FFF2-40B4-BE49-F238E27FC236}">
                      <a16:creationId xmlns:a16="http://schemas.microsoft.com/office/drawing/2014/main" id="{31A540E4-237A-72AF-9349-3F970A59A881}"/>
                    </a:ext>
                  </a:extLst>
                </p:cNvPr>
                <p:cNvPicPr/>
                <p:nvPr/>
              </p:nvPicPr>
              <p:blipFill>
                <a:blip r:embed="rId20"/>
                <a:stretch>
                  <a:fillRect/>
                </a:stretch>
              </p:blipFill>
              <p:spPr>
                <a:xfrm>
                  <a:off x="3125995" y="431300"/>
                  <a:ext cx="60840" cy="5241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7DAF62E9-02C3-2F46-E3E2-9E70A87F01E1}"/>
                    </a:ext>
                  </a:extLst>
                </p14:cNvPr>
                <p14:cNvContentPartPr/>
                <p14:nvPr/>
              </p14:nvContentPartPr>
              <p14:xfrm>
                <a:off x="3349195" y="712460"/>
                <a:ext cx="49680" cy="283680"/>
              </p14:xfrm>
            </p:contentPart>
          </mc:Choice>
          <mc:Fallback xmlns="">
            <p:pic>
              <p:nvPicPr>
                <p:cNvPr id="15" name="Ink 14">
                  <a:extLst>
                    <a:ext uri="{FF2B5EF4-FFF2-40B4-BE49-F238E27FC236}">
                      <a16:creationId xmlns:a16="http://schemas.microsoft.com/office/drawing/2014/main" id="{7DAF62E9-02C3-2F46-E3E2-9E70A87F01E1}"/>
                    </a:ext>
                  </a:extLst>
                </p:cNvPr>
                <p:cNvPicPr/>
                <p:nvPr/>
              </p:nvPicPr>
              <p:blipFill>
                <a:blip r:embed="rId22"/>
                <a:stretch>
                  <a:fillRect/>
                </a:stretch>
              </p:blipFill>
              <p:spPr>
                <a:xfrm>
                  <a:off x="3343075" y="706340"/>
                  <a:ext cx="6192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1B7B5177-E996-D706-7D4E-F94A84977CFD}"/>
                    </a:ext>
                  </a:extLst>
                </p14:cNvPr>
                <p14:cNvContentPartPr/>
                <p14:nvPr/>
              </p14:nvContentPartPr>
              <p14:xfrm>
                <a:off x="3560155" y="515900"/>
                <a:ext cx="10080" cy="36000"/>
              </p14:xfrm>
            </p:contentPart>
          </mc:Choice>
          <mc:Fallback xmlns="">
            <p:pic>
              <p:nvPicPr>
                <p:cNvPr id="16" name="Ink 15">
                  <a:extLst>
                    <a:ext uri="{FF2B5EF4-FFF2-40B4-BE49-F238E27FC236}">
                      <a16:creationId xmlns:a16="http://schemas.microsoft.com/office/drawing/2014/main" id="{1B7B5177-E996-D706-7D4E-F94A84977CFD}"/>
                    </a:ext>
                  </a:extLst>
                </p:cNvPr>
                <p:cNvPicPr/>
                <p:nvPr/>
              </p:nvPicPr>
              <p:blipFill>
                <a:blip r:embed="rId24"/>
                <a:stretch>
                  <a:fillRect/>
                </a:stretch>
              </p:blipFill>
              <p:spPr>
                <a:xfrm>
                  <a:off x="3554035" y="509780"/>
                  <a:ext cx="2232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A59E2379-3AA9-C0E3-5842-B32F43093218}"/>
                    </a:ext>
                  </a:extLst>
                </p14:cNvPr>
                <p14:cNvContentPartPr/>
                <p14:nvPr/>
              </p14:nvContentPartPr>
              <p14:xfrm>
                <a:off x="3602995" y="367220"/>
                <a:ext cx="1042920" cy="569160"/>
              </p14:xfrm>
            </p:contentPart>
          </mc:Choice>
          <mc:Fallback xmlns="">
            <p:pic>
              <p:nvPicPr>
                <p:cNvPr id="17" name="Ink 16">
                  <a:extLst>
                    <a:ext uri="{FF2B5EF4-FFF2-40B4-BE49-F238E27FC236}">
                      <a16:creationId xmlns:a16="http://schemas.microsoft.com/office/drawing/2014/main" id="{A59E2379-3AA9-C0E3-5842-B32F43093218}"/>
                    </a:ext>
                  </a:extLst>
                </p:cNvPr>
                <p:cNvPicPr/>
                <p:nvPr/>
              </p:nvPicPr>
              <p:blipFill>
                <a:blip r:embed="rId26"/>
                <a:stretch>
                  <a:fillRect/>
                </a:stretch>
              </p:blipFill>
              <p:spPr>
                <a:xfrm>
                  <a:off x="3596875" y="361100"/>
                  <a:ext cx="1055160" cy="5814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2298C558-CA8B-9297-6ADB-C57847352F4B}"/>
                    </a:ext>
                  </a:extLst>
                </p14:cNvPr>
                <p14:cNvContentPartPr/>
                <p14:nvPr/>
              </p14:nvContentPartPr>
              <p14:xfrm>
                <a:off x="4651315" y="606260"/>
                <a:ext cx="20880" cy="24120"/>
              </p14:xfrm>
            </p:contentPart>
          </mc:Choice>
          <mc:Fallback xmlns="">
            <p:pic>
              <p:nvPicPr>
                <p:cNvPr id="18" name="Ink 17">
                  <a:extLst>
                    <a:ext uri="{FF2B5EF4-FFF2-40B4-BE49-F238E27FC236}">
                      <a16:creationId xmlns:a16="http://schemas.microsoft.com/office/drawing/2014/main" id="{2298C558-CA8B-9297-6ADB-C57847352F4B}"/>
                    </a:ext>
                  </a:extLst>
                </p:cNvPr>
                <p:cNvPicPr/>
                <p:nvPr/>
              </p:nvPicPr>
              <p:blipFill>
                <a:blip r:embed="rId28"/>
                <a:stretch>
                  <a:fillRect/>
                </a:stretch>
              </p:blipFill>
              <p:spPr>
                <a:xfrm>
                  <a:off x="4645195" y="600140"/>
                  <a:ext cx="331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61365A40-FB33-4C7B-2E87-97241BB29489}"/>
                    </a:ext>
                  </a:extLst>
                </p14:cNvPr>
                <p14:cNvContentPartPr/>
                <p14:nvPr/>
              </p14:nvContentPartPr>
              <p14:xfrm>
                <a:off x="1929715" y="1105580"/>
                <a:ext cx="848880" cy="694440"/>
              </p14:xfrm>
            </p:contentPart>
          </mc:Choice>
          <mc:Fallback xmlns="">
            <p:pic>
              <p:nvPicPr>
                <p:cNvPr id="19" name="Ink 18">
                  <a:extLst>
                    <a:ext uri="{FF2B5EF4-FFF2-40B4-BE49-F238E27FC236}">
                      <a16:creationId xmlns:a16="http://schemas.microsoft.com/office/drawing/2014/main" id="{61365A40-FB33-4C7B-2E87-97241BB29489}"/>
                    </a:ext>
                  </a:extLst>
                </p:cNvPr>
                <p:cNvPicPr/>
                <p:nvPr/>
              </p:nvPicPr>
              <p:blipFill>
                <a:blip r:embed="rId30"/>
                <a:stretch>
                  <a:fillRect/>
                </a:stretch>
              </p:blipFill>
              <p:spPr>
                <a:xfrm>
                  <a:off x="1923595" y="1099460"/>
                  <a:ext cx="861120" cy="7066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21829A47-3ACF-3183-A0BE-4AF6A6D081F2}"/>
                    </a:ext>
                  </a:extLst>
                </p14:cNvPr>
                <p14:cNvContentPartPr/>
                <p14:nvPr/>
              </p14:nvContentPartPr>
              <p14:xfrm>
                <a:off x="3018715" y="1463420"/>
                <a:ext cx="170280" cy="168480"/>
              </p14:xfrm>
            </p:contentPart>
          </mc:Choice>
          <mc:Fallback xmlns="">
            <p:pic>
              <p:nvPicPr>
                <p:cNvPr id="20" name="Ink 19">
                  <a:extLst>
                    <a:ext uri="{FF2B5EF4-FFF2-40B4-BE49-F238E27FC236}">
                      <a16:creationId xmlns:a16="http://schemas.microsoft.com/office/drawing/2014/main" id="{21829A47-3ACF-3183-A0BE-4AF6A6D081F2}"/>
                    </a:ext>
                  </a:extLst>
                </p:cNvPr>
                <p:cNvPicPr/>
                <p:nvPr/>
              </p:nvPicPr>
              <p:blipFill>
                <a:blip r:embed="rId32"/>
                <a:stretch>
                  <a:fillRect/>
                </a:stretch>
              </p:blipFill>
              <p:spPr>
                <a:xfrm>
                  <a:off x="3012595" y="1457300"/>
                  <a:ext cx="182520" cy="180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C6973F8A-DAD9-BC37-C058-1A5BFBF725A2}"/>
                  </a:ext>
                </a:extLst>
              </p14:cNvPr>
              <p14:cNvContentPartPr/>
              <p14:nvPr/>
            </p14:nvContentPartPr>
            <p14:xfrm>
              <a:off x="7324675" y="2802620"/>
              <a:ext cx="41400" cy="45000"/>
            </p14:xfrm>
          </p:contentPart>
        </mc:Choice>
        <mc:Fallback xmlns="">
          <p:pic>
            <p:nvPicPr>
              <p:cNvPr id="22" name="Ink 21">
                <a:extLst>
                  <a:ext uri="{FF2B5EF4-FFF2-40B4-BE49-F238E27FC236}">
                    <a16:creationId xmlns:a16="http://schemas.microsoft.com/office/drawing/2014/main" id="{C6973F8A-DAD9-BC37-C058-1A5BFBF725A2}"/>
                  </a:ext>
                </a:extLst>
              </p:cNvPr>
              <p:cNvPicPr/>
              <p:nvPr/>
            </p:nvPicPr>
            <p:blipFill>
              <a:blip r:embed="rId34"/>
              <a:stretch>
                <a:fillRect/>
              </a:stretch>
            </p:blipFill>
            <p:spPr>
              <a:xfrm>
                <a:off x="7318555" y="2796500"/>
                <a:ext cx="5364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40D3330A-6907-96B6-CB2A-0B70E9C670F3}"/>
                  </a:ext>
                </a:extLst>
              </p14:cNvPr>
              <p14:cNvContentPartPr/>
              <p14:nvPr/>
            </p14:nvContentPartPr>
            <p14:xfrm>
              <a:off x="5944075" y="4063700"/>
              <a:ext cx="69120" cy="103320"/>
            </p14:xfrm>
          </p:contentPart>
        </mc:Choice>
        <mc:Fallback xmlns="">
          <p:pic>
            <p:nvPicPr>
              <p:cNvPr id="23" name="Ink 22">
                <a:extLst>
                  <a:ext uri="{FF2B5EF4-FFF2-40B4-BE49-F238E27FC236}">
                    <a16:creationId xmlns:a16="http://schemas.microsoft.com/office/drawing/2014/main" id="{40D3330A-6907-96B6-CB2A-0B70E9C670F3}"/>
                  </a:ext>
                </a:extLst>
              </p:cNvPr>
              <p:cNvPicPr/>
              <p:nvPr/>
            </p:nvPicPr>
            <p:blipFill>
              <a:blip r:embed="rId36"/>
              <a:stretch>
                <a:fillRect/>
              </a:stretch>
            </p:blipFill>
            <p:spPr>
              <a:xfrm>
                <a:off x="5937955" y="4057580"/>
                <a:ext cx="8136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FF9E173A-9E8C-ED6A-11DB-E9D3A3E0B14C}"/>
                  </a:ext>
                </a:extLst>
              </p14:cNvPr>
              <p14:cNvContentPartPr/>
              <p14:nvPr/>
            </p14:nvContentPartPr>
            <p14:xfrm>
              <a:off x="7320355" y="2766260"/>
              <a:ext cx="105480" cy="81000"/>
            </p14:xfrm>
          </p:contentPart>
        </mc:Choice>
        <mc:Fallback xmlns="">
          <p:pic>
            <p:nvPicPr>
              <p:cNvPr id="24" name="Ink 23">
                <a:extLst>
                  <a:ext uri="{FF2B5EF4-FFF2-40B4-BE49-F238E27FC236}">
                    <a16:creationId xmlns:a16="http://schemas.microsoft.com/office/drawing/2014/main" id="{FF9E173A-9E8C-ED6A-11DB-E9D3A3E0B14C}"/>
                  </a:ext>
                </a:extLst>
              </p:cNvPr>
              <p:cNvPicPr/>
              <p:nvPr/>
            </p:nvPicPr>
            <p:blipFill>
              <a:blip r:embed="rId38"/>
              <a:stretch>
                <a:fillRect/>
              </a:stretch>
            </p:blipFill>
            <p:spPr>
              <a:xfrm>
                <a:off x="7314235" y="2760140"/>
                <a:ext cx="11772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590323C6-00A6-AC81-E208-86DC7D1CFAAF}"/>
                  </a:ext>
                </a:extLst>
              </p14:cNvPr>
              <p14:cNvContentPartPr/>
              <p14:nvPr/>
            </p14:nvContentPartPr>
            <p14:xfrm>
              <a:off x="6072955" y="2767340"/>
              <a:ext cx="1284480" cy="1284480"/>
            </p14:xfrm>
          </p:contentPart>
        </mc:Choice>
        <mc:Fallback xmlns="">
          <p:pic>
            <p:nvPicPr>
              <p:cNvPr id="26" name="Ink 25">
                <a:extLst>
                  <a:ext uri="{FF2B5EF4-FFF2-40B4-BE49-F238E27FC236}">
                    <a16:creationId xmlns:a16="http://schemas.microsoft.com/office/drawing/2014/main" id="{590323C6-00A6-AC81-E208-86DC7D1CFAAF}"/>
                  </a:ext>
                </a:extLst>
              </p:cNvPr>
              <p:cNvPicPr/>
              <p:nvPr/>
            </p:nvPicPr>
            <p:blipFill>
              <a:blip r:embed="rId40"/>
              <a:stretch>
                <a:fillRect/>
              </a:stretch>
            </p:blipFill>
            <p:spPr>
              <a:xfrm>
                <a:off x="6063955" y="2758340"/>
                <a:ext cx="1302120" cy="13021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1112E634-0F32-B028-1441-799F426023E6}"/>
                  </a:ext>
                </a:extLst>
              </p14:cNvPr>
              <p14:cNvContentPartPr/>
              <p14:nvPr/>
            </p14:nvContentPartPr>
            <p14:xfrm>
              <a:off x="6026875" y="4103300"/>
              <a:ext cx="1951560" cy="72360"/>
            </p14:xfrm>
          </p:contentPart>
        </mc:Choice>
        <mc:Fallback xmlns="">
          <p:pic>
            <p:nvPicPr>
              <p:cNvPr id="30" name="Ink 29">
                <a:extLst>
                  <a:ext uri="{FF2B5EF4-FFF2-40B4-BE49-F238E27FC236}">
                    <a16:creationId xmlns:a16="http://schemas.microsoft.com/office/drawing/2014/main" id="{1112E634-0F32-B028-1441-799F426023E6}"/>
                  </a:ext>
                </a:extLst>
              </p:cNvPr>
              <p:cNvPicPr/>
              <p:nvPr/>
            </p:nvPicPr>
            <p:blipFill>
              <a:blip r:embed="rId42"/>
              <a:stretch>
                <a:fillRect/>
              </a:stretch>
            </p:blipFill>
            <p:spPr>
              <a:xfrm>
                <a:off x="6018235" y="4094660"/>
                <a:ext cx="196920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F731045A-1DA5-C5F2-6285-054E80F314D0}"/>
                  </a:ext>
                </a:extLst>
              </p14:cNvPr>
              <p14:cNvContentPartPr/>
              <p14:nvPr/>
            </p14:nvContentPartPr>
            <p14:xfrm>
              <a:off x="7372915" y="2774180"/>
              <a:ext cx="720" cy="1365840"/>
            </p14:xfrm>
          </p:contentPart>
        </mc:Choice>
        <mc:Fallback xmlns="">
          <p:pic>
            <p:nvPicPr>
              <p:cNvPr id="33" name="Ink 32">
                <a:extLst>
                  <a:ext uri="{FF2B5EF4-FFF2-40B4-BE49-F238E27FC236}">
                    <a16:creationId xmlns:a16="http://schemas.microsoft.com/office/drawing/2014/main" id="{F731045A-1DA5-C5F2-6285-054E80F314D0}"/>
                  </a:ext>
                </a:extLst>
              </p:cNvPr>
              <p:cNvPicPr/>
              <p:nvPr/>
            </p:nvPicPr>
            <p:blipFill>
              <a:blip r:embed="rId44"/>
              <a:stretch>
                <a:fillRect/>
              </a:stretch>
            </p:blipFill>
            <p:spPr>
              <a:xfrm>
                <a:off x="7354915" y="2765540"/>
                <a:ext cx="36000" cy="1383480"/>
              </a:xfrm>
              <a:prstGeom prst="rect">
                <a:avLst/>
              </a:prstGeom>
            </p:spPr>
          </p:pic>
        </mc:Fallback>
      </mc:AlternateContent>
      <p:grpSp>
        <p:nvGrpSpPr>
          <p:cNvPr id="56" name="Group 55">
            <a:extLst>
              <a:ext uri="{FF2B5EF4-FFF2-40B4-BE49-F238E27FC236}">
                <a16:creationId xmlns:a16="http://schemas.microsoft.com/office/drawing/2014/main" id="{34FCC134-7E2A-2B67-6115-1C6881A06AD8}"/>
              </a:ext>
            </a:extLst>
          </p:cNvPr>
          <p:cNvGrpSpPr/>
          <p:nvPr/>
        </p:nvGrpSpPr>
        <p:grpSpPr>
          <a:xfrm>
            <a:off x="8612395" y="1486100"/>
            <a:ext cx="1905840" cy="1265760"/>
            <a:chOff x="8612395" y="1486100"/>
            <a:chExt cx="1905840" cy="1265760"/>
          </a:xfrm>
        </p:grpSpPr>
        <mc:AlternateContent xmlns:mc="http://schemas.openxmlformats.org/markup-compatibility/2006" xmlns:p14="http://schemas.microsoft.com/office/powerpoint/2010/main">
          <mc:Choice Requires="p14">
            <p:contentPart p14:bwMode="auto" r:id="rId45">
              <p14:nvContentPartPr>
                <p14:cNvPr id="50" name="Ink 49">
                  <a:extLst>
                    <a:ext uri="{FF2B5EF4-FFF2-40B4-BE49-F238E27FC236}">
                      <a16:creationId xmlns:a16="http://schemas.microsoft.com/office/drawing/2014/main" id="{FBBF5A20-0E4C-A43F-4741-4F909D3C871C}"/>
                    </a:ext>
                  </a:extLst>
                </p14:cNvPr>
                <p14:cNvContentPartPr/>
                <p14:nvPr/>
              </p14:nvContentPartPr>
              <p14:xfrm>
                <a:off x="8612395" y="2404460"/>
                <a:ext cx="356040" cy="245520"/>
              </p14:xfrm>
            </p:contentPart>
          </mc:Choice>
          <mc:Fallback xmlns="">
            <p:pic>
              <p:nvPicPr>
                <p:cNvPr id="50" name="Ink 49">
                  <a:extLst>
                    <a:ext uri="{FF2B5EF4-FFF2-40B4-BE49-F238E27FC236}">
                      <a16:creationId xmlns:a16="http://schemas.microsoft.com/office/drawing/2014/main" id="{FBBF5A20-0E4C-A43F-4741-4F909D3C871C}"/>
                    </a:ext>
                  </a:extLst>
                </p:cNvPr>
                <p:cNvPicPr/>
                <p:nvPr/>
              </p:nvPicPr>
              <p:blipFill>
                <a:blip r:embed="rId46"/>
                <a:stretch>
                  <a:fillRect/>
                </a:stretch>
              </p:blipFill>
              <p:spPr>
                <a:xfrm>
                  <a:off x="8603755" y="2395820"/>
                  <a:ext cx="3736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1" name="Ink 50">
                  <a:extLst>
                    <a:ext uri="{FF2B5EF4-FFF2-40B4-BE49-F238E27FC236}">
                      <a16:creationId xmlns:a16="http://schemas.microsoft.com/office/drawing/2014/main" id="{826B1D4E-B3FB-BE74-F9B3-376CD3028FC4}"/>
                    </a:ext>
                  </a:extLst>
                </p14:cNvPr>
                <p14:cNvContentPartPr/>
                <p14:nvPr/>
              </p14:nvContentPartPr>
              <p14:xfrm>
                <a:off x="9190915" y="2128700"/>
                <a:ext cx="341640" cy="623160"/>
              </p14:xfrm>
            </p:contentPart>
          </mc:Choice>
          <mc:Fallback xmlns="">
            <p:pic>
              <p:nvPicPr>
                <p:cNvPr id="51" name="Ink 50">
                  <a:extLst>
                    <a:ext uri="{FF2B5EF4-FFF2-40B4-BE49-F238E27FC236}">
                      <a16:creationId xmlns:a16="http://schemas.microsoft.com/office/drawing/2014/main" id="{826B1D4E-B3FB-BE74-F9B3-376CD3028FC4}"/>
                    </a:ext>
                  </a:extLst>
                </p:cNvPr>
                <p:cNvPicPr/>
                <p:nvPr/>
              </p:nvPicPr>
              <p:blipFill>
                <a:blip r:embed="rId48"/>
                <a:stretch>
                  <a:fillRect/>
                </a:stretch>
              </p:blipFill>
              <p:spPr>
                <a:xfrm>
                  <a:off x="9182275" y="2120060"/>
                  <a:ext cx="359280" cy="6408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2" name="Ink 51">
                  <a:extLst>
                    <a:ext uri="{FF2B5EF4-FFF2-40B4-BE49-F238E27FC236}">
                      <a16:creationId xmlns:a16="http://schemas.microsoft.com/office/drawing/2014/main" id="{10969A2B-1B58-A06C-09E4-8B7E1C6F194E}"/>
                    </a:ext>
                  </a:extLst>
                </p14:cNvPr>
                <p14:cNvContentPartPr/>
                <p14:nvPr/>
              </p14:nvContentPartPr>
              <p14:xfrm>
                <a:off x="9782035" y="2232020"/>
                <a:ext cx="254880" cy="240840"/>
              </p14:xfrm>
            </p:contentPart>
          </mc:Choice>
          <mc:Fallback xmlns="">
            <p:pic>
              <p:nvPicPr>
                <p:cNvPr id="52" name="Ink 51">
                  <a:extLst>
                    <a:ext uri="{FF2B5EF4-FFF2-40B4-BE49-F238E27FC236}">
                      <a16:creationId xmlns:a16="http://schemas.microsoft.com/office/drawing/2014/main" id="{10969A2B-1B58-A06C-09E4-8B7E1C6F194E}"/>
                    </a:ext>
                  </a:extLst>
                </p:cNvPr>
                <p:cNvPicPr/>
                <p:nvPr/>
              </p:nvPicPr>
              <p:blipFill>
                <a:blip r:embed="rId50"/>
                <a:stretch>
                  <a:fillRect/>
                </a:stretch>
              </p:blipFill>
              <p:spPr>
                <a:xfrm>
                  <a:off x="9773395" y="2223380"/>
                  <a:ext cx="27252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4" name="Ink 53">
                  <a:extLst>
                    <a:ext uri="{FF2B5EF4-FFF2-40B4-BE49-F238E27FC236}">
                      <a16:creationId xmlns:a16="http://schemas.microsoft.com/office/drawing/2014/main" id="{7ECFE977-1F77-EAD4-5CCC-F807105DA097}"/>
                    </a:ext>
                  </a:extLst>
                </p14:cNvPr>
                <p14:cNvContentPartPr/>
                <p14:nvPr/>
              </p14:nvContentPartPr>
              <p14:xfrm>
                <a:off x="9035755" y="2475020"/>
                <a:ext cx="47160" cy="143640"/>
              </p14:xfrm>
            </p:contentPart>
          </mc:Choice>
          <mc:Fallback xmlns="">
            <p:pic>
              <p:nvPicPr>
                <p:cNvPr id="54" name="Ink 53">
                  <a:extLst>
                    <a:ext uri="{FF2B5EF4-FFF2-40B4-BE49-F238E27FC236}">
                      <a16:creationId xmlns:a16="http://schemas.microsoft.com/office/drawing/2014/main" id="{7ECFE977-1F77-EAD4-5CCC-F807105DA097}"/>
                    </a:ext>
                  </a:extLst>
                </p:cNvPr>
                <p:cNvPicPr/>
                <p:nvPr/>
              </p:nvPicPr>
              <p:blipFill>
                <a:blip r:embed="rId52"/>
                <a:stretch>
                  <a:fillRect/>
                </a:stretch>
              </p:blipFill>
              <p:spPr>
                <a:xfrm>
                  <a:off x="9026755" y="2466020"/>
                  <a:ext cx="648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5" name="Ink 54">
                  <a:extLst>
                    <a:ext uri="{FF2B5EF4-FFF2-40B4-BE49-F238E27FC236}">
                      <a16:creationId xmlns:a16="http://schemas.microsoft.com/office/drawing/2014/main" id="{193AB0BE-31D0-429D-0003-44D83FF4E6B3}"/>
                    </a:ext>
                  </a:extLst>
                </p14:cNvPr>
                <p14:cNvContentPartPr/>
                <p14:nvPr/>
              </p14:nvContentPartPr>
              <p14:xfrm>
                <a:off x="10047355" y="1486100"/>
                <a:ext cx="470880" cy="1202760"/>
              </p14:xfrm>
            </p:contentPart>
          </mc:Choice>
          <mc:Fallback xmlns="">
            <p:pic>
              <p:nvPicPr>
                <p:cNvPr id="55" name="Ink 54">
                  <a:extLst>
                    <a:ext uri="{FF2B5EF4-FFF2-40B4-BE49-F238E27FC236}">
                      <a16:creationId xmlns:a16="http://schemas.microsoft.com/office/drawing/2014/main" id="{193AB0BE-31D0-429D-0003-44D83FF4E6B3}"/>
                    </a:ext>
                  </a:extLst>
                </p:cNvPr>
                <p:cNvPicPr/>
                <p:nvPr/>
              </p:nvPicPr>
              <p:blipFill>
                <a:blip r:embed="rId54"/>
                <a:stretch>
                  <a:fillRect/>
                </a:stretch>
              </p:blipFill>
              <p:spPr>
                <a:xfrm>
                  <a:off x="10038715" y="1477460"/>
                  <a:ext cx="488520" cy="1220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
            <p14:nvContentPartPr>
              <p14:cNvPr id="57" name="Ink 56">
                <a:extLst>
                  <a:ext uri="{FF2B5EF4-FFF2-40B4-BE49-F238E27FC236}">
                    <a16:creationId xmlns:a16="http://schemas.microsoft.com/office/drawing/2014/main" id="{43B3D27F-9167-1DEE-78DA-7220BF6593AA}"/>
                  </a:ext>
                </a:extLst>
              </p14:cNvPr>
              <p14:cNvContentPartPr/>
              <p14:nvPr/>
            </p14:nvContentPartPr>
            <p14:xfrm>
              <a:off x="6076555" y="960860"/>
              <a:ext cx="5040" cy="3600"/>
            </p14:xfrm>
          </p:contentPart>
        </mc:Choice>
        <mc:Fallback xmlns="">
          <p:pic>
            <p:nvPicPr>
              <p:cNvPr id="57" name="Ink 56">
                <a:extLst>
                  <a:ext uri="{FF2B5EF4-FFF2-40B4-BE49-F238E27FC236}">
                    <a16:creationId xmlns:a16="http://schemas.microsoft.com/office/drawing/2014/main" id="{43B3D27F-9167-1DEE-78DA-7220BF6593AA}"/>
                  </a:ext>
                </a:extLst>
              </p:cNvPr>
              <p:cNvPicPr/>
              <p:nvPr/>
            </p:nvPicPr>
            <p:blipFill>
              <a:blip r:embed="rId56"/>
              <a:stretch>
                <a:fillRect/>
              </a:stretch>
            </p:blipFill>
            <p:spPr>
              <a:xfrm>
                <a:off x="6067915" y="952220"/>
                <a:ext cx="22680" cy="21240"/>
              </a:xfrm>
              <a:prstGeom prst="rect">
                <a:avLst/>
              </a:prstGeom>
            </p:spPr>
          </p:pic>
        </mc:Fallback>
      </mc:AlternateContent>
      <p:grpSp>
        <p:nvGrpSpPr>
          <p:cNvPr id="95" name="Group 94">
            <a:extLst>
              <a:ext uri="{FF2B5EF4-FFF2-40B4-BE49-F238E27FC236}">
                <a16:creationId xmlns:a16="http://schemas.microsoft.com/office/drawing/2014/main" id="{53D906E9-7D38-D5C9-4B5F-711B42512F81}"/>
              </a:ext>
            </a:extLst>
          </p:cNvPr>
          <p:cNvGrpSpPr/>
          <p:nvPr/>
        </p:nvGrpSpPr>
        <p:grpSpPr>
          <a:xfrm>
            <a:off x="597355" y="2145620"/>
            <a:ext cx="7657200" cy="2800440"/>
            <a:chOff x="597355" y="2145620"/>
            <a:chExt cx="7657200" cy="2800440"/>
          </a:xfrm>
        </p:grpSpPr>
        <mc:AlternateContent xmlns:mc="http://schemas.openxmlformats.org/markup-compatibility/2006" xmlns:p14="http://schemas.microsoft.com/office/powerpoint/2010/main">
          <mc:Choice Requires="p14">
            <p:contentPart p14:bwMode="auto" r:id="rId57">
              <p14:nvContentPartPr>
                <p14:cNvPr id="36" name="Ink 35">
                  <a:extLst>
                    <a:ext uri="{FF2B5EF4-FFF2-40B4-BE49-F238E27FC236}">
                      <a16:creationId xmlns:a16="http://schemas.microsoft.com/office/drawing/2014/main" id="{42EA708C-07E3-9AFB-39D6-FF98CC267E3A}"/>
                    </a:ext>
                  </a:extLst>
                </p14:cNvPr>
                <p14:cNvContentPartPr/>
                <p14:nvPr/>
              </p14:nvContentPartPr>
              <p14:xfrm>
                <a:off x="6065035" y="4400660"/>
                <a:ext cx="198720" cy="477720"/>
              </p14:xfrm>
            </p:contentPart>
          </mc:Choice>
          <mc:Fallback xmlns="">
            <p:pic>
              <p:nvPicPr>
                <p:cNvPr id="36" name="Ink 35">
                  <a:extLst>
                    <a:ext uri="{FF2B5EF4-FFF2-40B4-BE49-F238E27FC236}">
                      <a16:creationId xmlns:a16="http://schemas.microsoft.com/office/drawing/2014/main" id="{42EA708C-07E3-9AFB-39D6-FF98CC267E3A}"/>
                    </a:ext>
                  </a:extLst>
                </p:cNvPr>
                <p:cNvPicPr/>
                <p:nvPr/>
              </p:nvPicPr>
              <p:blipFill>
                <a:blip r:embed="rId58"/>
                <a:stretch>
                  <a:fillRect/>
                </a:stretch>
              </p:blipFill>
              <p:spPr>
                <a:xfrm>
                  <a:off x="6056035" y="4391660"/>
                  <a:ext cx="216360" cy="4953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7" name="Ink 36">
                  <a:extLst>
                    <a:ext uri="{FF2B5EF4-FFF2-40B4-BE49-F238E27FC236}">
                      <a16:creationId xmlns:a16="http://schemas.microsoft.com/office/drawing/2014/main" id="{1B82382A-E985-964C-23A3-949ECFC7D35F}"/>
                    </a:ext>
                  </a:extLst>
                </p14:cNvPr>
                <p14:cNvContentPartPr/>
                <p14:nvPr/>
              </p14:nvContentPartPr>
              <p14:xfrm>
                <a:off x="6419275" y="4464020"/>
                <a:ext cx="68040" cy="160920"/>
              </p14:xfrm>
            </p:contentPart>
          </mc:Choice>
          <mc:Fallback xmlns="">
            <p:pic>
              <p:nvPicPr>
                <p:cNvPr id="37" name="Ink 36">
                  <a:extLst>
                    <a:ext uri="{FF2B5EF4-FFF2-40B4-BE49-F238E27FC236}">
                      <a16:creationId xmlns:a16="http://schemas.microsoft.com/office/drawing/2014/main" id="{1B82382A-E985-964C-23A3-949ECFC7D35F}"/>
                    </a:ext>
                  </a:extLst>
                </p:cNvPr>
                <p:cNvPicPr/>
                <p:nvPr/>
              </p:nvPicPr>
              <p:blipFill>
                <a:blip r:embed="rId60"/>
                <a:stretch>
                  <a:fillRect/>
                </a:stretch>
              </p:blipFill>
              <p:spPr>
                <a:xfrm>
                  <a:off x="6410275" y="4455380"/>
                  <a:ext cx="856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78F24B18-67DB-8C44-D9FD-49140BFA64CF}"/>
                    </a:ext>
                  </a:extLst>
                </p14:cNvPr>
                <p14:cNvContentPartPr/>
                <p14:nvPr/>
              </p14:nvContentPartPr>
              <p14:xfrm>
                <a:off x="6376795" y="4243700"/>
                <a:ext cx="298080" cy="702360"/>
              </p14:xfrm>
            </p:contentPart>
          </mc:Choice>
          <mc:Fallback xmlns="">
            <p:pic>
              <p:nvPicPr>
                <p:cNvPr id="40" name="Ink 39">
                  <a:extLst>
                    <a:ext uri="{FF2B5EF4-FFF2-40B4-BE49-F238E27FC236}">
                      <a16:creationId xmlns:a16="http://schemas.microsoft.com/office/drawing/2014/main" id="{78F24B18-67DB-8C44-D9FD-49140BFA64CF}"/>
                    </a:ext>
                  </a:extLst>
                </p:cNvPr>
                <p:cNvPicPr/>
                <p:nvPr/>
              </p:nvPicPr>
              <p:blipFill>
                <a:blip r:embed="rId62"/>
                <a:stretch>
                  <a:fillRect/>
                </a:stretch>
              </p:blipFill>
              <p:spPr>
                <a:xfrm>
                  <a:off x="6368155" y="4235060"/>
                  <a:ext cx="315720" cy="72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4" name="Ink 33">
                  <a:extLst>
                    <a:ext uri="{FF2B5EF4-FFF2-40B4-BE49-F238E27FC236}">
                      <a16:creationId xmlns:a16="http://schemas.microsoft.com/office/drawing/2014/main" id="{1D3B4C0A-62FF-6010-6D24-2A28F0A159CF}"/>
                    </a:ext>
                  </a:extLst>
                </p14:cNvPr>
                <p14:cNvContentPartPr/>
                <p14:nvPr/>
              </p14:nvContentPartPr>
              <p14:xfrm>
                <a:off x="5482555" y="4364300"/>
                <a:ext cx="293040" cy="256320"/>
              </p14:xfrm>
            </p:contentPart>
          </mc:Choice>
          <mc:Fallback xmlns="">
            <p:pic>
              <p:nvPicPr>
                <p:cNvPr id="34" name="Ink 33">
                  <a:extLst>
                    <a:ext uri="{FF2B5EF4-FFF2-40B4-BE49-F238E27FC236}">
                      <a16:creationId xmlns:a16="http://schemas.microsoft.com/office/drawing/2014/main" id="{1D3B4C0A-62FF-6010-6D24-2A28F0A159CF}"/>
                    </a:ext>
                  </a:extLst>
                </p:cNvPr>
                <p:cNvPicPr/>
                <p:nvPr/>
              </p:nvPicPr>
              <p:blipFill>
                <a:blip r:embed="rId64"/>
                <a:stretch>
                  <a:fillRect/>
                </a:stretch>
              </p:blipFill>
              <p:spPr>
                <a:xfrm>
                  <a:off x="5473555" y="4355660"/>
                  <a:ext cx="31068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5" name="Ink 34">
                  <a:extLst>
                    <a:ext uri="{FF2B5EF4-FFF2-40B4-BE49-F238E27FC236}">
                      <a16:creationId xmlns:a16="http://schemas.microsoft.com/office/drawing/2014/main" id="{DD4ABDB0-E49D-75F3-FAC2-06E89A84A29F}"/>
                    </a:ext>
                  </a:extLst>
                </p14:cNvPr>
                <p14:cNvContentPartPr/>
                <p14:nvPr/>
              </p14:nvContentPartPr>
              <p14:xfrm>
                <a:off x="5752195" y="4552940"/>
                <a:ext cx="96840" cy="106560"/>
              </p14:xfrm>
            </p:contentPart>
          </mc:Choice>
          <mc:Fallback xmlns="">
            <p:pic>
              <p:nvPicPr>
                <p:cNvPr id="35" name="Ink 34">
                  <a:extLst>
                    <a:ext uri="{FF2B5EF4-FFF2-40B4-BE49-F238E27FC236}">
                      <a16:creationId xmlns:a16="http://schemas.microsoft.com/office/drawing/2014/main" id="{DD4ABDB0-E49D-75F3-FAC2-06E89A84A29F}"/>
                    </a:ext>
                  </a:extLst>
                </p:cNvPr>
                <p:cNvPicPr/>
                <p:nvPr/>
              </p:nvPicPr>
              <p:blipFill>
                <a:blip r:embed="rId66"/>
                <a:stretch>
                  <a:fillRect/>
                </a:stretch>
              </p:blipFill>
              <p:spPr>
                <a:xfrm>
                  <a:off x="5743555" y="4544300"/>
                  <a:ext cx="1144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1" name="Ink 40">
                  <a:extLst>
                    <a:ext uri="{FF2B5EF4-FFF2-40B4-BE49-F238E27FC236}">
                      <a16:creationId xmlns:a16="http://schemas.microsoft.com/office/drawing/2014/main" id="{57ABF561-2D35-E7D0-F196-F7BB72C45FC6}"/>
                    </a:ext>
                  </a:extLst>
                </p14:cNvPr>
                <p14:cNvContentPartPr/>
                <p14:nvPr/>
              </p14:nvContentPartPr>
              <p14:xfrm>
                <a:off x="5266915" y="4284020"/>
                <a:ext cx="289440" cy="609120"/>
              </p14:xfrm>
            </p:contentPart>
          </mc:Choice>
          <mc:Fallback xmlns="">
            <p:pic>
              <p:nvPicPr>
                <p:cNvPr id="41" name="Ink 40">
                  <a:extLst>
                    <a:ext uri="{FF2B5EF4-FFF2-40B4-BE49-F238E27FC236}">
                      <a16:creationId xmlns:a16="http://schemas.microsoft.com/office/drawing/2014/main" id="{57ABF561-2D35-E7D0-F196-F7BB72C45FC6}"/>
                    </a:ext>
                  </a:extLst>
                </p:cNvPr>
                <p:cNvPicPr/>
                <p:nvPr/>
              </p:nvPicPr>
              <p:blipFill>
                <a:blip r:embed="rId68"/>
                <a:stretch>
                  <a:fillRect/>
                </a:stretch>
              </p:blipFill>
              <p:spPr>
                <a:xfrm>
                  <a:off x="5257915" y="4275020"/>
                  <a:ext cx="307080" cy="6267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2" name="Ink 41">
                  <a:extLst>
                    <a:ext uri="{FF2B5EF4-FFF2-40B4-BE49-F238E27FC236}">
                      <a16:creationId xmlns:a16="http://schemas.microsoft.com/office/drawing/2014/main" id="{DCD1D0F4-1F59-B6E9-1AF9-3B37032E4AAF}"/>
                    </a:ext>
                  </a:extLst>
                </p14:cNvPr>
                <p14:cNvContentPartPr/>
                <p14:nvPr/>
              </p14:nvContentPartPr>
              <p14:xfrm>
                <a:off x="5707915" y="4504340"/>
                <a:ext cx="32760" cy="182520"/>
              </p14:xfrm>
            </p:contentPart>
          </mc:Choice>
          <mc:Fallback xmlns="">
            <p:pic>
              <p:nvPicPr>
                <p:cNvPr id="42" name="Ink 41">
                  <a:extLst>
                    <a:ext uri="{FF2B5EF4-FFF2-40B4-BE49-F238E27FC236}">
                      <a16:creationId xmlns:a16="http://schemas.microsoft.com/office/drawing/2014/main" id="{DCD1D0F4-1F59-B6E9-1AF9-3B37032E4AAF}"/>
                    </a:ext>
                  </a:extLst>
                </p:cNvPr>
                <p:cNvPicPr/>
                <p:nvPr/>
              </p:nvPicPr>
              <p:blipFill>
                <a:blip r:embed="rId70"/>
                <a:stretch>
                  <a:fillRect/>
                </a:stretch>
              </p:blipFill>
              <p:spPr>
                <a:xfrm>
                  <a:off x="5698915" y="4495340"/>
                  <a:ext cx="5040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5" name="Ink 44">
                  <a:extLst>
                    <a:ext uri="{FF2B5EF4-FFF2-40B4-BE49-F238E27FC236}">
                      <a16:creationId xmlns:a16="http://schemas.microsoft.com/office/drawing/2014/main" id="{FF275521-D56F-6CFF-66BD-ACBC0F82E14E}"/>
                    </a:ext>
                  </a:extLst>
                </p14:cNvPr>
                <p14:cNvContentPartPr/>
                <p14:nvPr/>
              </p14:nvContentPartPr>
              <p14:xfrm>
                <a:off x="7627075" y="2233820"/>
                <a:ext cx="292680" cy="521280"/>
              </p14:xfrm>
            </p:contentPart>
          </mc:Choice>
          <mc:Fallback xmlns="">
            <p:pic>
              <p:nvPicPr>
                <p:cNvPr id="45" name="Ink 44">
                  <a:extLst>
                    <a:ext uri="{FF2B5EF4-FFF2-40B4-BE49-F238E27FC236}">
                      <a16:creationId xmlns:a16="http://schemas.microsoft.com/office/drawing/2014/main" id="{FF275521-D56F-6CFF-66BD-ACBC0F82E14E}"/>
                    </a:ext>
                  </a:extLst>
                </p:cNvPr>
                <p:cNvPicPr/>
                <p:nvPr/>
              </p:nvPicPr>
              <p:blipFill>
                <a:blip r:embed="rId72"/>
                <a:stretch>
                  <a:fillRect/>
                </a:stretch>
              </p:blipFill>
              <p:spPr>
                <a:xfrm>
                  <a:off x="7618075" y="2225180"/>
                  <a:ext cx="310320" cy="5389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6" name="Ink 45">
                  <a:extLst>
                    <a:ext uri="{FF2B5EF4-FFF2-40B4-BE49-F238E27FC236}">
                      <a16:creationId xmlns:a16="http://schemas.microsoft.com/office/drawing/2014/main" id="{12B7A62E-68E1-91E2-47F2-D1375A9975F6}"/>
                    </a:ext>
                  </a:extLst>
                </p14:cNvPr>
                <p14:cNvContentPartPr/>
                <p14:nvPr/>
              </p14:nvContentPartPr>
              <p14:xfrm>
                <a:off x="7957555" y="2385380"/>
                <a:ext cx="297000" cy="228960"/>
              </p14:xfrm>
            </p:contentPart>
          </mc:Choice>
          <mc:Fallback xmlns="">
            <p:pic>
              <p:nvPicPr>
                <p:cNvPr id="46" name="Ink 45">
                  <a:extLst>
                    <a:ext uri="{FF2B5EF4-FFF2-40B4-BE49-F238E27FC236}">
                      <a16:creationId xmlns:a16="http://schemas.microsoft.com/office/drawing/2014/main" id="{12B7A62E-68E1-91E2-47F2-D1375A9975F6}"/>
                    </a:ext>
                  </a:extLst>
                </p:cNvPr>
                <p:cNvPicPr/>
                <p:nvPr/>
              </p:nvPicPr>
              <p:blipFill>
                <a:blip r:embed="rId74"/>
                <a:stretch>
                  <a:fillRect/>
                </a:stretch>
              </p:blipFill>
              <p:spPr>
                <a:xfrm>
                  <a:off x="7948915" y="2376380"/>
                  <a:ext cx="31464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7" name="Ink 46">
                  <a:extLst>
                    <a:ext uri="{FF2B5EF4-FFF2-40B4-BE49-F238E27FC236}">
                      <a16:creationId xmlns:a16="http://schemas.microsoft.com/office/drawing/2014/main" id="{32D7DA39-638D-F900-B384-131A050B02DA}"/>
                    </a:ext>
                  </a:extLst>
                </p14:cNvPr>
                <p14:cNvContentPartPr/>
                <p14:nvPr/>
              </p14:nvContentPartPr>
              <p14:xfrm>
                <a:off x="7308115" y="2762300"/>
                <a:ext cx="147240" cy="109080"/>
              </p14:xfrm>
            </p:contentPart>
          </mc:Choice>
          <mc:Fallback xmlns="">
            <p:pic>
              <p:nvPicPr>
                <p:cNvPr id="47" name="Ink 46">
                  <a:extLst>
                    <a:ext uri="{FF2B5EF4-FFF2-40B4-BE49-F238E27FC236}">
                      <a16:creationId xmlns:a16="http://schemas.microsoft.com/office/drawing/2014/main" id="{32D7DA39-638D-F900-B384-131A050B02DA}"/>
                    </a:ext>
                  </a:extLst>
                </p:cNvPr>
                <p:cNvPicPr/>
                <p:nvPr/>
              </p:nvPicPr>
              <p:blipFill>
                <a:blip r:embed="rId76"/>
                <a:stretch>
                  <a:fillRect/>
                </a:stretch>
              </p:blipFill>
              <p:spPr>
                <a:xfrm>
                  <a:off x="7299475" y="2753300"/>
                  <a:ext cx="16488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9" name="Ink 48">
                  <a:extLst>
                    <a:ext uri="{FF2B5EF4-FFF2-40B4-BE49-F238E27FC236}">
                      <a16:creationId xmlns:a16="http://schemas.microsoft.com/office/drawing/2014/main" id="{2E73C206-F968-2E9E-9B4A-C6D6C9554117}"/>
                    </a:ext>
                  </a:extLst>
                </p14:cNvPr>
                <p14:cNvContentPartPr/>
                <p14:nvPr/>
              </p14:nvContentPartPr>
              <p14:xfrm>
                <a:off x="5941915" y="4053980"/>
                <a:ext cx="159840" cy="197280"/>
              </p14:xfrm>
            </p:contentPart>
          </mc:Choice>
          <mc:Fallback xmlns="">
            <p:pic>
              <p:nvPicPr>
                <p:cNvPr id="49" name="Ink 48">
                  <a:extLst>
                    <a:ext uri="{FF2B5EF4-FFF2-40B4-BE49-F238E27FC236}">
                      <a16:creationId xmlns:a16="http://schemas.microsoft.com/office/drawing/2014/main" id="{2E73C206-F968-2E9E-9B4A-C6D6C9554117}"/>
                    </a:ext>
                  </a:extLst>
                </p:cNvPr>
                <p:cNvPicPr/>
                <p:nvPr/>
              </p:nvPicPr>
              <p:blipFill>
                <a:blip r:embed="rId78"/>
                <a:stretch>
                  <a:fillRect/>
                </a:stretch>
              </p:blipFill>
              <p:spPr>
                <a:xfrm>
                  <a:off x="5932915" y="4044980"/>
                  <a:ext cx="17748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8" name="Ink 57">
                  <a:extLst>
                    <a:ext uri="{FF2B5EF4-FFF2-40B4-BE49-F238E27FC236}">
                      <a16:creationId xmlns:a16="http://schemas.microsoft.com/office/drawing/2014/main" id="{2F27A41B-66A4-9810-4C22-CD4BB726DB01}"/>
                    </a:ext>
                  </a:extLst>
                </p14:cNvPr>
                <p14:cNvContentPartPr/>
                <p14:nvPr/>
              </p14:nvContentPartPr>
              <p14:xfrm>
                <a:off x="601315" y="2927540"/>
                <a:ext cx="102600" cy="275040"/>
              </p14:xfrm>
            </p:contentPart>
          </mc:Choice>
          <mc:Fallback xmlns="">
            <p:pic>
              <p:nvPicPr>
                <p:cNvPr id="58" name="Ink 57">
                  <a:extLst>
                    <a:ext uri="{FF2B5EF4-FFF2-40B4-BE49-F238E27FC236}">
                      <a16:creationId xmlns:a16="http://schemas.microsoft.com/office/drawing/2014/main" id="{2F27A41B-66A4-9810-4C22-CD4BB726DB01}"/>
                    </a:ext>
                  </a:extLst>
                </p:cNvPr>
                <p:cNvPicPr/>
                <p:nvPr/>
              </p:nvPicPr>
              <p:blipFill>
                <a:blip r:embed="rId80"/>
                <a:stretch>
                  <a:fillRect/>
                </a:stretch>
              </p:blipFill>
              <p:spPr>
                <a:xfrm>
                  <a:off x="592675" y="2918540"/>
                  <a:ext cx="12024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9" name="Ink 58">
                  <a:extLst>
                    <a:ext uri="{FF2B5EF4-FFF2-40B4-BE49-F238E27FC236}">
                      <a16:creationId xmlns:a16="http://schemas.microsoft.com/office/drawing/2014/main" id="{48708F84-2AAE-4AA1-ADBD-6DF2A6ACEB04}"/>
                    </a:ext>
                  </a:extLst>
                </p14:cNvPr>
                <p14:cNvContentPartPr/>
                <p14:nvPr/>
              </p14:nvContentPartPr>
              <p14:xfrm>
                <a:off x="597355" y="2657540"/>
                <a:ext cx="521640" cy="647640"/>
              </p14:xfrm>
            </p:contentPart>
          </mc:Choice>
          <mc:Fallback xmlns="">
            <p:pic>
              <p:nvPicPr>
                <p:cNvPr id="59" name="Ink 58">
                  <a:extLst>
                    <a:ext uri="{FF2B5EF4-FFF2-40B4-BE49-F238E27FC236}">
                      <a16:creationId xmlns:a16="http://schemas.microsoft.com/office/drawing/2014/main" id="{48708F84-2AAE-4AA1-ADBD-6DF2A6ACEB04}"/>
                    </a:ext>
                  </a:extLst>
                </p:cNvPr>
                <p:cNvPicPr/>
                <p:nvPr/>
              </p:nvPicPr>
              <p:blipFill>
                <a:blip r:embed="rId82"/>
                <a:stretch>
                  <a:fillRect/>
                </a:stretch>
              </p:blipFill>
              <p:spPr>
                <a:xfrm>
                  <a:off x="588355" y="2648540"/>
                  <a:ext cx="539280" cy="6652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0" name="Ink 59">
                  <a:extLst>
                    <a:ext uri="{FF2B5EF4-FFF2-40B4-BE49-F238E27FC236}">
                      <a16:creationId xmlns:a16="http://schemas.microsoft.com/office/drawing/2014/main" id="{7F323540-A01C-C0F6-DF32-C659F5A0B014}"/>
                    </a:ext>
                  </a:extLst>
                </p14:cNvPr>
                <p14:cNvContentPartPr/>
                <p14:nvPr/>
              </p14:nvContentPartPr>
              <p14:xfrm>
                <a:off x="1212595" y="2927540"/>
                <a:ext cx="270000" cy="248760"/>
              </p14:xfrm>
            </p:contentPart>
          </mc:Choice>
          <mc:Fallback xmlns="">
            <p:pic>
              <p:nvPicPr>
                <p:cNvPr id="60" name="Ink 59">
                  <a:extLst>
                    <a:ext uri="{FF2B5EF4-FFF2-40B4-BE49-F238E27FC236}">
                      <a16:creationId xmlns:a16="http://schemas.microsoft.com/office/drawing/2014/main" id="{7F323540-A01C-C0F6-DF32-C659F5A0B014}"/>
                    </a:ext>
                  </a:extLst>
                </p:cNvPr>
                <p:cNvPicPr/>
                <p:nvPr/>
              </p:nvPicPr>
              <p:blipFill>
                <a:blip r:embed="rId84"/>
                <a:stretch>
                  <a:fillRect/>
                </a:stretch>
              </p:blipFill>
              <p:spPr>
                <a:xfrm>
                  <a:off x="1203595" y="2918900"/>
                  <a:ext cx="28764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1" name="Ink 60">
                  <a:extLst>
                    <a:ext uri="{FF2B5EF4-FFF2-40B4-BE49-F238E27FC236}">
                      <a16:creationId xmlns:a16="http://schemas.microsoft.com/office/drawing/2014/main" id="{1BF1A185-0A15-8FE0-A898-019C997C023E}"/>
                    </a:ext>
                  </a:extLst>
                </p14:cNvPr>
                <p14:cNvContentPartPr/>
                <p14:nvPr/>
              </p14:nvContentPartPr>
              <p14:xfrm>
                <a:off x="1506715" y="2991260"/>
                <a:ext cx="438120" cy="98280"/>
              </p14:xfrm>
            </p:contentPart>
          </mc:Choice>
          <mc:Fallback xmlns="">
            <p:pic>
              <p:nvPicPr>
                <p:cNvPr id="61" name="Ink 60">
                  <a:extLst>
                    <a:ext uri="{FF2B5EF4-FFF2-40B4-BE49-F238E27FC236}">
                      <a16:creationId xmlns:a16="http://schemas.microsoft.com/office/drawing/2014/main" id="{1BF1A185-0A15-8FE0-A898-019C997C023E}"/>
                    </a:ext>
                  </a:extLst>
                </p:cNvPr>
                <p:cNvPicPr/>
                <p:nvPr/>
              </p:nvPicPr>
              <p:blipFill>
                <a:blip r:embed="rId86"/>
                <a:stretch>
                  <a:fillRect/>
                </a:stretch>
              </p:blipFill>
              <p:spPr>
                <a:xfrm>
                  <a:off x="1497715" y="2982620"/>
                  <a:ext cx="4557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2" name="Ink 61">
                  <a:extLst>
                    <a:ext uri="{FF2B5EF4-FFF2-40B4-BE49-F238E27FC236}">
                      <a16:creationId xmlns:a16="http://schemas.microsoft.com/office/drawing/2014/main" id="{5CF5F3B2-5BFB-4945-01CF-67E2BF989B2F}"/>
                    </a:ext>
                  </a:extLst>
                </p14:cNvPr>
                <p14:cNvContentPartPr/>
                <p14:nvPr/>
              </p14:nvContentPartPr>
              <p14:xfrm>
                <a:off x="2097115" y="2962820"/>
                <a:ext cx="110520" cy="69120"/>
              </p14:xfrm>
            </p:contentPart>
          </mc:Choice>
          <mc:Fallback xmlns="">
            <p:pic>
              <p:nvPicPr>
                <p:cNvPr id="62" name="Ink 61">
                  <a:extLst>
                    <a:ext uri="{FF2B5EF4-FFF2-40B4-BE49-F238E27FC236}">
                      <a16:creationId xmlns:a16="http://schemas.microsoft.com/office/drawing/2014/main" id="{5CF5F3B2-5BFB-4945-01CF-67E2BF989B2F}"/>
                    </a:ext>
                  </a:extLst>
                </p:cNvPr>
                <p:cNvPicPr/>
                <p:nvPr/>
              </p:nvPicPr>
              <p:blipFill>
                <a:blip r:embed="rId88"/>
                <a:stretch>
                  <a:fillRect/>
                </a:stretch>
              </p:blipFill>
              <p:spPr>
                <a:xfrm>
                  <a:off x="2088115" y="2953820"/>
                  <a:ext cx="12816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3" name="Ink 62">
                  <a:extLst>
                    <a:ext uri="{FF2B5EF4-FFF2-40B4-BE49-F238E27FC236}">
                      <a16:creationId xmlns:a16="http://schemas.microsoft.com/office/drawing/2014/main" id="{735B96D7-71CA-1E64-CD7D-2169D881BA78}"/>
                    </a:ext>
                  </a:extLst>
                </p14:cNvPr>
                <p14:cNvContentPartPr/>
                <p14:nvPr/>
              </p14:nvContentPartPr>
              <p14:xfrm>
                <a:off x="2119075" y="3138140"/>
                <a:ext cx="169200" cy="30600"/>
              </p14:xfrm>
            </p:contentPart>
          </mc:Choice>
          <mc:Fallback xmlns="">
            <p:pic>
              <p:nvPicPr>
                <p:cNvPr id="63" name="Ink 62">
                  <a:extLst>
                    <a:ext uri="{FF2B5EF4-FFF2-40B4-BE49-F238E27FC236}">
                      <a16:creationId xmlns:a16="http://schemas.microsoft.com/office/drawing/2014/main" id="{735B96D7-71CA-1E64-CD7D-2169D881BA78}"/>
                    </a:ext>
                  </a:extLst>
                </p:cNvPr>
                <p:cNvPicPr/>
                <p:nvPr/>
              </p:nvPicPr>
              <p:blipFill>
                <a:blip r:embed="rId90"/>
                <a:stretch>
                  <a:fillRect/>
                </a:stretch>
              </p:blipFill>
              <p:spPr>
                <a:xfrm>
                  <a:off x="2110435" y="3129140"/>
                  <a:ext cx="1868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5" name="Ink 64">
                  <a:extLst>
                    <a:ext uri="{FF2B5EF4-FFF2-40B4-BE49-F238E27FC236}">
                      <a16:creationId xmlns:a16="http://schemas.microsoft.com/office/drawing/2014/main" id="{E81BB8AB-3E69-56C4-0163-CABE1172F394}"/>
                    </a:ext>
                  </a:extLst>
                </p14:cNvPr>
                <p14:cNvContentPartPr/>
                <p14:nvPr/>
              </p14:nvContentPartPr>
              <p14:xfrm>
                <a:off x="2591755" y="2883980"/>
                <a:ext cx="482760" cy="288000"/>
              </p14:xfrm>
            </p:contentPart>
          </mc:Choice>
          <mc:Fallback xmlns="">
            <p:pic>
              <p:nvPicPr>
                <p:cNvPr id="65" name="Ink 64">
                  <a:extLst>
                    <a:ext uri="{FF2B5EF4-FFF2-40B4-BE49-F238E27FC236}">
                      <a16:creationId xmlns:a16="http://schemas.microsoft.com/office/drawing/2014/main" id="{E81BB8AB-3E69-56C4-0163-CABE1172F394}"/>
                    </a:ext>
                  </a:extLst>
                </p:cNvPr>
                <p:cNvPicPr/>
                <p:nvPr/>
              </p:nvPicPr>
              <p:blipFill>
                <a:blip r:embed="rId92"/>
                <a:stretch>
                  <a:fillRect/>
                </a:stretch>
              </p:blipFill>
              <p:spPr>
                <a:xfrm>
                  <a:off x="2583115" y="2875340"/>
                  <a:ext cx="50040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6" name="Ink 65">
                  <a:extLst>
                    <a:ext uri="{FF2B5EF4-FFF2-40B4-BE49-F238E27FC236}">
                      <a16:creationId xmlns:a16="http://schemas.microsoft.com/office/drawing/2014/main" id="{CA59120E-EFBD-F662-BF0C-6CFAF538A6B3}"/>
                    </a:ext>
                  </a:extLst>
                </p14:cNvPr>
                <p14:cNvContentPartPr/>
                <p14:nvPr/>
              </p14:nvContentPartPr>
              <p14:xfrm>
                <a:off x="2928355" y="2257940"/>
                <a:ext cx="293400" cy="1056240"/>
              </p14:xfrm>
            </p:contentPart>
          </mc:Choice>
          <mc:Fallback xmlns="">
            <p:pic>
              <p:nvPicPr>
                <p:cNvPr id="66" name="Ink 65">
                  <a:extLst>
                    <a:ext uri="{FF2B5EF4-FFF2-40B4-BE49-F238E27FC236}">
                      <a16:creationId xmlns:a16="http://schemas.microsoft.com/office/drawing/2014/main" id="{CA59120E-EFBD-F662-BF0C-6CFAF538A6B3}"/>
                    </a:ext>
                  </a:extLst>
                </p:cNvPr>
                <p:cNvPicPr/>
                <p:nvPr/>
              </p:nvPicPr>
              <p:blipFill>
                <a:blip r:embed="rId94"/>
                <a:stretch>
                  <a:fillRect/>
                </a:stretch>
              </p:blipFill>
              <p:spPr>
                <a:xfrm>
                  <a:off x="2919355" y="2248940"/>
                  <a:ext cx="311040" cy="10738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7" name="Ink 66">
                  <a:extLst>
                    <a:ext uri="{FF2B5EF4-FFF2-40B4-BE49-F238E27FC236}">
                      <a16:creationId xmlns:a16="http://schemas.microsoft.com/office/drawing/2014/main" id="{511AABDC-EDFE-443F-6A8A-0F39BCA923F8}"/>
                    </a:ext>
                  </a:extLst>
                </p14:cNvPr>
                <p14:cNvContentPartPr/>
                <p14:nvPr/>
              </p14:nvContentPartPr>
              <p14:xfrm>
                <a:off x="3340555" y="2145620"/>
                <a:ext cx="3877560" cy="74880"/>
              </p14:xfrm>
            </p:contentPart>
          </mc:Choice>
          <mc:Fallback xmlns="">
            <p:pic>
              <p:nvPicPr>
                <p:cNvPr id="67" name="Ink 66">
                  <a:extLst>
                    <a:ext uri="{FF2B5EF4-FFF2-40B4-BE49-F238E27FC236}">
                      <a16:creationId xmlns:a16="http://schemas.microsoft.com/office/drawing/2014/main" id="{511AABDC-EDFE-443F-6A8A-0F39BCA923F8}"/>
                    </a:ext>
                  </a:extLst>
                </p:cNvPr>
                <p:cNvPicPr/>
                <p:nvPr/>
              </p:nvPicPr>
              <p:blipFill>
                <a:blip r:embed="rId96"/>
                <a:stretch>
                  <a:fillRect/>
                </a:stretch>
              </p:blipFill>
              <p:spPr>
                <a:xfrm>
                  <a:off x="3331915" y="2136620"/>
                  <a:ext cx="38952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9" name="Ink 68">
                  <a:extLst>
                    <a:ext uri="{FF2B5EF4-FFF2-40B4-BE49-F238E27FC236}">
                      <a16:creationId xmlns:a16="http://schemas.microsoft.com/office/drawing/2014/main" id="{B6A27161-5307-C1B4-8CF2-8DC695B1B36D}"/>
                    </a:ext>
                  </a:extLst>
                </p14:cNvPr>
                <p14:cNvContentPartPr/>
                <p14:nvPr/>
              </p14:nvContentPartPr>
              <p14:xfrm>
                <a:off x="3408235" y="2672300"/>
                <a:ext cx="461880" cy="345600"/>
              </p14:xfrm>
            </p:contentPart>
          </mc:Choice>
          <mc:Fallback xmlns="">
            <p:pic>
              <p:nvPicPr>
                <p:cNvPr id="69" name="Ink 68">
                  <a:extLst>
                    <a:ext uri="{FF2B5EF4-FFF2-40B4-BE49-F238E27FC236}">
                      <a16:creationId xmlns:a16="http://schemas.microsoft.com/office/drawing/2014/main" id="{B6A27161-5307-C1B4-8CF2-8DC695B1B36D}"/>
                    </a:ext>
                  </a:extLst>
                </p:cNvPr>
                <p:cNvPicPr/>
                <p:nvPr/>
              </p:nvPicPr>
              <p:blipFill>
                <a:blip r:embed="rId98"/>
                <a:stretch>
                  <a:fillRect/>
                </a:stretch>
              </p:blipFill>
              <p:spPr>
                <a:xfrm>
                  <a:off x="3399595" y="2663660"/>
                  <a:ext cx="47952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70" name="Ink 69">
                  <a:extLst>
                    <a:ext uri="{FF2B5EF4-FFF2-40B4-BE49-F238E27FC236}">
                      <a16:creationId xmlns:a16="http://schemas.microsoft.com/office/drawing/2014/main" id="{F9E1497F-C7B9-70D0-F134-41A09D8E703E}"/>
                    </a:ext>
                  </a:extLst>
                </p14:cNvPr>
                <p14:cNvContentPartPr/>
                <p14:nvPr/>
              </p14:nvContentPartPr>
              <p14:xfrm>
                <a:off x="3915115" y="2481140"/>
                <a:ext cx="138600" cy="299520"/>
              </p14:xfrm>
            </p:contentPart>
          </mc:Choice>
          <mc:Fallback xmlns="">
            <p:pic>
              <p:nvPicPr>
                <p:cNvPr id="70" name="Ink 69">
                  <a:extLst>
                    <a:ext uri="{FF2B5EF4-FFF2-40B4-BE49-F238E27FC236}">
                      <a16:creationId xmlns:a16="http://schemas.microsoft.com/office/drawing/2014/main" id="{F9E1497F-C7B9-70D0-F134-41A09D8E703E}"/>
                    </a:ext>
                  </a:extLst>
                </p:cNvPr>
                <p:cNvPicPr/>
                <p:nvPr/>
              </p:nvPicPr>
              <p:blipFill>
                <a:blip r:embed="rId100"/>
                <a:stretch>
                  <a:fillRect/>
                </a:stretch>
              </p:blipFill>
              <p:spPr>
                <a:xfrm>
                  <a:off x="3906475" y="2472500"/>
                  <a:ext cx="15624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2" name="Ink 71">
                  <a:extLst>
                    <a:ext uri="{FF2B5EF4-FFF2-40B4-BE49-F238E27FC236}">
                      <a16:creationId xmlns:a16="http://schemas.microsoft.com/office/drawing/2014/main" id="{2D04FB4C-9175-7DA8-8EC8-DC4A6838FD14}"/>
                    </a:ext>
                  </a:extLst>
                </p14:cNvPr>
                <p14:cNvContentPartPr/>
                <p14:nvPr/>
              </p14:nvContentPartPr>
              <p14:xfrm>
                <a:off x="3791635" y="2913860"/>
                <a:ext cx="371880" cy="176400"/>
              </p14:xfrm>
            </p:contentPart>
          </mc:Choice>
          <mc:Fallback xmlns="">
            <p:pic>
              <p:nvPicPr>
                <p:cNvPr id="72" name="Ink 71">
                  <a:extLst>
                    <a:ext uri="{FF2B5EF4-FFF2-40B4-BE49-F238E27FC236}">
                      <a16:creationId xmlns:a16="http://schemas.microsoft.com/office/drawing/2014/main" id="{2D04FB4C-9175-7DA8-8EC8-DC4A6838FD14}"/>
                    </a:ext>
                  </a:extLst>
                </p:cNvPr>
                <p:cNvPicPr/>
                <p:nvPr/>
              </p:nvPicPr>
              <p:blipFill>
                <a:blip r:embed="rId102"/>
                <a:stretch>
                  <a:fillRect/>
                </a:stretch>
              </p:blipFill>
              <p:spPr>
                <a:xfrm>
                  <a:off x="3782635" y="2905220"/>
                  <a:ext cx="3895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3" name="Ink 72">
                  <a:extLst>
                    <a:ext uri="{FF2B5EF4-FFF2-40B4-BE49-F238E27FC236}">
                      <a16:creationId xmlns:a16="http://schemas.microsoft.com/office/drawing/2014/main" id="{CE7D5F3E-25FF-25C5-68CD-6D15FD954390}"/>
                    </a:ext>
                  </a:extLst>
                </p14:cNvPr>
                <p14:cNvContentPartPr/>
                <p14:nvPr/>
              </p14:nvContentPartPr>
              <p14:xfrm>
                <a:off x="3980275" y="2570060"/>
                <a:ext cx="59760" cy="108000"/>
              </p14:xfrm>
            </p:contentPart>
          </mc:Choice>
          <mc:Fallback xmlns="">
            <p:pic>
              <p:nvPicPr>
                <p:cNvPr id="73" name="Ink 72">
                  <a:extLst>
                    <a:ext uri="{FF2B5EF4-FFF2-40B4-BE49-F238E27FC236}">
                      <a16:creationId xmlns:a16="http://schemas.microsoft.com/office/drawing/2014/main" id="{CE7D5F3E-25FF-25C5-68CD-6D15FD954390}"/>
                    </a:ext>
                  </a:extLst>
                </p:cNvPr>
                <p:cNvPicPr/>
                <p:nvPr/>
              </p:nvPicPr>
              <p:blipFill>
                <a:blip r:embed="rId104"/>
                <a:stretch>
                  <a:fillRect/>
                </a:stretch>
              </p:blipFill>
              <p:spPr>
                <a:xfrm>
                  <a:off x="3971275" y="2561420"/>
                  <a:ext cx="774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5" name="Ink 74">
                  <a:extLst>
                    <a:ext uri="{FF2B5EF4-FFF2-40B4-BE49-F238E27FC236}">
                      <a16:creationId xmlns:a16="http://schemas.microsoft.com/office/drawing/2014/main" id="{B251745D-3E87-91C1-0B91-9A70D317ADD5}"/>
                    </a:ext>
                  </a:extLst>
                </p14:cNvPr>
                <p14:cNvContentPartPr/>
                <p14:nvPr/>
              </p14:nvContentPartPr>
              <p14:xfrm>
                <a:off x="4305355" y="2938340"/>
                <a:ext cx="196920" cy="68760"/>
              </p14:xfrm>
            </p:contentPart>
          </mc:Choice>
          <mc:Fallback xmlns="">
            <p:pic>
              <p:nvPicPr>
                <p:cNvPr id="75" name="Ink 74">
                  <a:extLst>
                    <a:ext uri="{FF2B5EF4-FFF2-40B4-BE49-F238E27FC236}">
                      <a16:creationId xmlns:a16="http://schemas.microsoft.com/office/drawing/2014/main" id="{B251745D-3E87-91C1-0B91-9A70D317ADD5}"/>
                    </a:ext>
                  </a:extLst>
                </p:cNvPr>
                <p:cNvPicPr/>
                <p:nvPr/>
              </p:nvPicPr>
              <p:blipFill>
                <a:blip r:embed="rId106"/>
                <a:stretch>
                  <a:fillRect/>
                </a:stretch>
              </p:blipFill>
              <p:spPr>
                <a:xfrm>
                  <a:off x="4296355" y="2929340"/>
                  <a:ext cx="21456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6" name="Ink 75">
                  <a:extLst>
                    <a:ext uri="{FF2B5EF4-FFF2-40B4-BE49-F238E27FC236}">
                      <a16:creationId xmlns:a16="http://schemas.microsoft.com/office/drawing/2014/main" id="{00491CC1-E544-D4F6-8691-8FA905534226}"/>
                    </a:ext>
                  </a:extLst>
                </p14:cNvPr>
                <p14:cNvContentPartPr/>
                <p14:nvPr/>
              </p14:nvContentPartPr>
              <p14:xfrm>
                <a:off x="4599115" y="2655020"/>
                <a:ext cx="346680" cy="291600"/>
              </p14:xfrm>
            </p:contentPart>
          </mc:Choice>
          <mc:Fallback xmlns="">
            <p:pic>
              <p:nvPicPr>
                <p:cNvPr id="76" name="Ink 75">
                  <a:extLst>
                    <a:ext uri="{FF2B5EF4-FFF2-40B4-BE49-F238E27FC236}">
                      <a16:creationId xmlns:a16="http://schemas.microsoft.com/office/drawing/2014/main" id="{00491CC1-E544-D4F6-8691-8FA905534226}"/>
                    </a:ext>
                  </a:extLst>
                </p:cNvPr>
                <p:cNvPicPr/>
                <p:nvPr/>
              </p:nvPicPr>
              <p:blipFill>
                <a:blip r:embed="rId108"/>
                <a:stretch>
                  <a:fillRect/>
                </a:stretch>
              </p:blipFill>
              <p:spPr>
                <a:xfrm>
                  <a:off x="4590475" y="2646020"/>
                  <a:ext cx="36432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7" name="Ink 76">
                  <a:extLst>
                    <a:ext uri="{FF2B5EF4-FFF2-40B4-BE49-F238E27FC236}">
                      <a16:creationId xmlns:a16="http://schemas.microsoft.com/office/drawing/2014/main" id="{18670B10-B8F1-A857-9174-995CE9F49267}"/>
                    </a:ext>
                  </a:extLst>
                </p14:cNvPr>
                <p14:cNvContentPartPr/>
                <p14:nvPr/>
              </p14:nvContentPartPr>
              <p14:xfrm>
                <a:off x="4987915" y="2575820"/>
                <a:ext cx="104040" cy="456120"/>
              </p14:xfrm>
            </p:contentPart>
          </mc:Choice>
          <mc:Fallback xmlns="">
            <p:pic>
              <p:nvPicPr>
                <p:cNvPr id="77" name="Ink 76">
                  <a:extLst>
                    <a:ext uri="{FF2B5EF4-FFF2-40B4-BE49-F238E27FC236}">
                      <a16:creationId xmlns:a16="http://schemas.microsoft.com/office/drawing/2014/main" id="{18670B10-B8F1-A857-9174-995CE9F49267}"/>
                    </a:ext>
                  </a:extLst>
                </p:cNvPr>
                <p:cNvPicPr/>
                <p:nvPr/>
              </p:nvPicPr>
              <p:blipFill>
                <a:blip r:embed="rId110"/>
                <a:stretch>
                  <a:fillRect/>
                </a:stretch>
              </p:blipFill>
              <p:spPr>
                <a:xfrm>
                  <a:off x="4978915" y="2566820"/>
                  <a:ext cx="121680" cy="4737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9" name="Ink 78">
                  <a:extLst>
                    <a:ext uri="{FF2B5EF4-FFF2-40B4-BE49-F238E27FC236}">
                      <a16:creationId xmlns:a16="http://schemas.microsoft.com/office/drawing/2014/main" id="{CDB0945B-DAD5-B21A-3D77-698431585297}"/>
                    </a:ext>
                  </a:extLst>
                </p14:cNvPr>
                <p14:cNvContentPartPr/>
                <p14:nvPr/>
              </p14:nvContentPartPr>
              <p14:xfrm>
                <a:off x="3340915" y="2344340"/>
                <a:ext cx="399240" cy="936000"/>
              </p14:xfrm>
            </p:contentPart>
          </mc:Choice>
          <mc:Fallback xmlns="">
            <p:pic>
              <p:nvPicPr>
                <p:cNvPr id="79" name="Ink 78">
                  <a:extLst>
                    <a:ext uri="{FF2B5EF4-FFF2-40B4-BE49-F238E27FC236}">
                      <a16:creationId xmlns:a16="http://schemas.microsoft.com/office/drawing/2014/main" id="{CDB0945B-DAD5-B21A-3D77-698431585297}"/>
                    </a:ext>
                  </a:extLst>
                </p:cNvPr>
                <p:cNvPicPr/>
                <p:nvPr/>
              </p:nvPicPr>
              <p:blipFill>
                <a:blip r:embed="rId112"/>
                <a:stretch>
                  <a:fillRect/>
                </a:stretch>
              </p:blipFill>
              <p:spPr>
                <a:xfrm>
                  <a:off x="3331915" y="2335700"/>
                  <a:ext cx="416880" cy="9536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80" name="Ink 79">
                  <a:extLst>
                    <a:ext uri="{FF2B5EF4-FFF2-40B4-BE49-F238E27FC236}">
                      <a16:creationId xmlns:a16="http://schemas.microsoft.com/office/drawing/2014/main" id="{7EA6DE7C-8420-C863-AAAF-89529D2E47B7}"/>
                    </a:ext>
                  </a:extLst>
                </p14:cNvPr>
                <p14:cNvContentPartPr/>
                <p14:nvPr/>
              </p14:nvContentPartPr>
              <p14:xfrm>
                <a:off x="4740595" y="2400140"/>
                <a:ext cx="409680" cy="864000"/>
              </p14:xfrm>
            </p:contentPart>
          </mc:Choice>
          <mc:Fallback xmlns="">
            <p:pic>
              <p:nvPicPr>
                <p:cNvPr id="80" name="Ink 79">
                  <a:extLst>
                    <a:ext uri="{FF2B5EF4-FFF2-40B4-BE49-F238E27FC236}">
                      <a16:creationId xmlns:a16="http://schemas.microsoft.com/office/drawing/2014/main" id="{7EA6DE7C-8420-C863-AAAF-89529D2E47B7}"/>
                    </a:ext>
                  </a:extLst>
                </p:cNvPr>
                <p:cNvPicPr/>
                <p:nvPr/>
              </p:nvPicPr>
              <p:blipFill>
                <a:blip r:embed="rId114"/>
                <a:stretch>
                  <a:fillRect/>
                </a:stretch>
              </p:blipFill>
              <p:spPr>
                <a:xfrm>
                  <a:off x="4731955" y="2391500"/>
                  <a:ext cx="427320" cy="8816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81" name="Ink 80">
                  <a:extLst>
                    <a:ext uri="{FF2B5EF4-FFF2-40B4-BE49-F238E27FC236}">
                      <a16:creationId xmlns:a16="http://schemas.microsoft.com/office/drawing/2014/main" id="{F6F0FE47-1C34-4519-616B-F5ADA363B2CF}"/>
                    </a:ext>
                  </a:extLst>
                </p14:cNvPr>
                <p14:cNvContentPartPr/>
                <p14:nvPr/>
              </p14:nvContentPartPr>
              <p14:xfrm>
                <a:off x="5068555" y="2219420"/>
                <a:ext cx="315000" cy="195120"/>
              </p14:xfrm>
            </p:contentPart>
          </mc:Choice>
          <mc:Fallback xmlns="">
            <p:pic>
              <p:nvPicPr>
                <p:cNvPr id="81" name="Ink 80">
                  <a:extLst>
                    <a:ext uri="{FF2B5EF4-FFF2-40B4-BE49-F238E27FC236}">
                      <a16:creationId xmlns:a16="http://schemas.microsoft.com/office/drawing/2014/main" id="{F6F0FE47-1C34-4519-616B-F5ADA363B2CF}"/>
                    </a:ext>
                  </a:extLst>
                </p:cNvPr>
                <p:cNvPicPr/>
                <p:nvPr/>
              </p:nvPicPr>
              <p:blipFill>
                <a:blip r:embed="rId116"/>
                <a:stretch>
                  <a:fillRect/>
                </a:stretch>
              </p:blipFill>
              <p:spPr>
                <a:xfrm>
                  <a:off x="5059915" y="2210420"/>
                  <a:ext cx="33264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3" name="Ink 82">
                  <a:extLst>
                    <a:ext uri="{FF2B5EF4-FFF2-40B4-BE49-F238E27FC236}">
                      <a16:creationId xmlns:a16="http://schemas.microsoft.com/office/drawing/2014/main" id="{9D796BE6-1D56-DDEA-B2C5-26EED083AC60}"/>
                    </a:ext>
                  </a:extLst>
                </p14:cNvPr>
                <p14:cNvContentPartPr/>
                <p14:nvPr/>
              </p14:nvContentPartPr>
              <p14:xfrm>
                <a:off x="5544835" y="2699660"/>
                <a:ext cx="28080" cy="99000"/>
              </p14:xfrm>
            </p:contentPart>
          </mc:Choice>
          <mc:Fallback xmlns="">
            <p:pic>
              <p:nvPicPr>
                <p:cNvPr id="83" name="Ink 82">
                  <a:extLst>
                    <a:ext uri="{FF2B5EF4-FFF2-40B4-BE49-F238E27FC236}">
                      <a16:creationId xmlns:a16="http://schemas.microsoft.com/office/drawing/2014/main" id="{9D796BE6-1D56-DDEA-B2C5-26EED083AC60}"/>
                    </a:ext>
                  </a:extLst>
                </p:cNvPr>
                <p:cNvPicPr/>
                <p:nvPr/>
              </p:nvPicPr>
              <p:blipFill>
                <a:blip r:embed="rId118"/>
                <a:stretch>
                  <a:fillRect/>
                </a:stretch>
              </p:blipFill>
              <p:spPr>
                <a:xfrm>
                  <a:off x="5536195" y="2690660"/>
                  <a:ext cx="4572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4" name="Ink 83">
                  <a:extLst>
                    <a:ext uri="{FF2B5EF4-FFF2-40B4-BE49-F238E27FC236}">
                      <a16:creationId xmlns:a16="http://schemas.microsoft.com/office/drawing/2014/main" id="{72AFA266-E82B-308F-E844-C334CCC3B57D}"/>
                    </a:ext>
                  </a:extLst>
                </p14:cNvPr>
                <p14:cNvContentPartPr/>
                <p14:nvPr/>
              </p14:nvContentPartPr>
              <p14:xfrm>
                <a:off x="5315875" y="2755100"/>
                <a:ext cx="545400" cy="67320"/>
              </p14:xfrm>
            </p:contentPart>
          </mc:Choice>
          <mc:Fallback xmlns="">
            <p:pic>
              <p:nvPicPr>
                <p:cNvPr id="84" name="Ink 83">
                  <a:extLst>
                    <a:ext uri="{FF2B5EF4-FFF2-40B4-BE49-F238E27FC236}">
                      <a16:creationId xmlns:a16="http://schemas.microsoft.com/office/drawing/2014/main" id="{72AFA266-E82B-308F-E844-C334CCC3B57D}"/>
                    </a:ext>
                  </a:extLst>
                </p:cNvPr>
                <p:cNvPicPr/>
                <p:nvPr/>
              </p:nvPicPr>
              <p:blipFill>
                <a:blip r:embed="rId120"/>
                <a:stretch>
                  <a:fillRect/>
                </a:stretch>
              </p:blipFill>
              <p:spPr>
                <a:xfrm>
                  <a:off x="5306875" y="2746460"/>
                  <a:ext cx="56304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5" name="Ink 84">
                  <a:extLst>
                    <a:ext uri="{FF2B5EF4-FFF2-40B4-BE49-F238E27FC236}">
                      <a16:creationId xmlns:a16="http://schemas.microsoft.com/office/drawing/2014/main" id="{F066A6FC-0D69-A27E-30DC-1D4EE527FB10}"/>
                    </a:ext>
                  </a:extLst>
                </p14:cNvPr>
                <p14:cNvContentPartPr/>
                <p14:nvPr/>
              </p14:nvContentPartPr>
              <p14:xfrm>
                <a:off x="5481115" y="2652140"/>
                <a:ext cx="105120" cy="389520"/>
              </p14:xfrm>
            </p:contentPart>
          </mc:Choice>
          <mc:Fallback xmlns="">
            <p:pic>
              <p:nvPicPr>
                <p:cNvPr id="85" name="Ink 84">
                  <a:extLst>
                    <a:ext uri="{FF2B5EF4-FFF2-40B4-BE49-F238E27FC236}">
                      <a16:creationId xmlns:a16="http://schemas.microsoft.com/office/drawing/2014/main" id="{F066A6FC-0D69-A27E-30DC-1D4EE527FB10}"/>
                    </a:ext>
                  </a:extLst>
                </p:cNvPr>
                <p:cNvPicPr/>
                <p:nvPr/>
              </p:nvPicPr>
              <p:blipFill>
                <a:blip r:embed="rId122"/>
                <a:stretch>
                  <a:fillRect/>
                </a:stretch>
              </p:blipFill>
              <p:spPr>
                <a:xfrm>
                  <a:off x="5472115" y="2643500"/>
                  <a:ext cx="122760" cy="4071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6" name="Ink 85">
                  <a:extLst>
                    <a:ext uri="{FF2B5EF4-FFF2-40B4-BE49-F238E27FC236}">
                      <a16:creationId xmlns:a16="http://schemas.microsoft.com/office/drawing/2014/main" id="{AC2DB810-296C-446F-BB33-D19DC49C719C}"/>
                    </a:ext>
                  </a:extLst>
                </p14:cNvPr>
                <p14:cNvContentPartPr/>
                <p14:nvPr/>
              </p14:nvContentPartPr>
              <p14:xfrm>
                <a:off x="2945275" y="3579500"/>
                <a:ext cx="288720" cy="506880"/>
              </p14:xfrm>
            </p:contentPart>
          </mc:Choice>
          <mc:Fallback xmlns="">
            <p:pic>
              <p:nvPicPr>
                <p:cNvPr id="86" name="Ink 85">
                  <a:extLst>
                    <a:ext uri="{FF2B5EF4-FFF2-40B4-BE49-F238E27FC236}">
                      <a16:creationId xmlns:a16="http://schemas.microsoft.com/office/drawing/2014/main" id="{AC2DB810-296C-446F-BB33-D19DC49C719C}"/>
                    </a:ext>
                  </a:extLst>
                </p:cNvPr>
                <p:cNvPicPr/>
                <p:nvPr/>
              </p:nvPicPr>
              <p:blipFill>
                <a:blip r:embed="rId124"/>
                <a:stretch>
                  <a:fillRect/>
                </a:stretch>
              </p:blipFill>
              <p:spPr>
                <a:xfrm>
                  <a:off x="2936275" y="3570860"/>
                  <a:ext cx="306360" cy="5245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7" name="Ink 86">
                  <a:extLst>
                    <a:ext uri="{FF2B5EF4-FFF2-40B4-BE49-F238E27FC236}">
                      <a16:creationId xmlns:a16="http://schemas.microsoft.com/office/drawing/2014/main" id="{93BB9E3D-272D-C92E-8BF4-BA569BEA28A1}"/>
                    </a:ext>
                  </a:extLst>
                </p14:cNvPr>
                <p14:cNvContentPartPr/>
                <p14:nvPr/>
              </p14:nvContentPartPr>
              <p14:xfrm>
                <a:off x="3297355" y="3578420"/>
                <a:ext cx="250920" cy="783720"/>
              </p14:xfrm>
            </p:contentPart>
          </mc:Choice>
          <mc:Fallback xmlns="">
            <p:pic>
              <p:nvPicPr>
                <p:cNvPr id="87" name="Ink 86">
                  <a:extLst>
                    <a:ext uri="{FF2B5EF4-FFF2-40B4-BE49-F238E27FC236}">
                      <a16:creationId xmlns:a16="http://schemas.microsoft.com/office/drawing/2014/main" id="{93BB9E3D-272D-C92E-8BF4-BA569BEA28A1}"/>
                    </a:ext>
                  </a:extLst>
                </p:cNvPr>
                <p:cNvPicPr/>
                <p:nvPr/>
              </p:nvPicPr>
              <p:blipFill>
                <a:blip r:embed="rId126"/>
                <a:stretch>
                  <a:fillRect/>
                </a:stretch>
              </p:blipFill>
              <p:spPr>
                <a:xfrm>
                  <a:off x="3288715" y="3569780"/>
                  <a:ext cx="268560" cy="8013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8" name="Ink 87">
                  <a:extLst>
                    <a:ext uri="{FF2B5EF4-FFF2-40B4-BE49-F238E27FC236}">
                      <a16:creationId xmlns:a16="http://schemas.microsoft.com/office/drawing/2014/main" id="{5B7F5F57-C919-F207-9805-C264F0EE24B9}"/>
                    </a:ext>
                  </a:extLst>
                </p14:cNvPr>
                <p14:cNvContentPartPr/>
                <p14:nvPr/>
              </p14:nvContentPartPr>
              <p14:xfrm>
                <a:off x="3627475" y="3811340"/>
                <a:ext cx="157320" cy="197640"/>
              </p14:xfrm>
            </p:contentPart>
          </mc:Choice>
          <mc:Fallback xmlns="">
            <p:pic>
              <p:nvPicPr>
                <p:cNvPr id="88" name="Ink 87">
                  <a:extLst>
                    <a:ext uri="{FF2B5EF4-FFF2-40B4-BE49-F238E27FC236}">
                      <a16:creationId xmlns:a16="http://schemas.microsoft.com/office/drawing/2014/main" id="{5B7F5F57-C919-F207-9805-C264F0EE24B9}"/>
                    </a:ext>
                  </a:extLst>
                </p:cNvPr>
                <p:cNvPicPr/>
                <p:nvPr/>
              </p:nvPicPr>
              <p:blipFill>
                <a:blip r:embed="rId128"/>
                <a:stretch>
                  <a:fillRect/>
                </a:stretch>
              </p:blipFill>
              <p:spPr>
                <a:xfrm>
                  <a:off x="3618835" y="3802340"/>
                  <a:ext cx="17496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9" name="Ink 88">
                  <a:extLst>
                    <a:ext uri="{FF2B5EF4-FFF2-40B4-BE49-F238E27FC236}">
                      <a16:creationId xmlns:a16="http://schemas.microsoft.com/office/drawing/2014/main" id="{DBF0FFE8-95A1-45D5-6E4A-58AF6D2282B1}"/>
                    </a:ext>
                  </a:extLst>
                </p14:cNvPr>
                <p14:cNvContentPartPr/>
                <p14:nvPr/>
              </p14:nvContentPartPr>
              <p14:xfrm>
                <a:off x="4005115" y="3779300"/>
                <a:ext cx="146160" cy="41760"/>
              </p14:xfrm>
            </p:contentPart>
          </mc:Choice>
          <mc:Fallback xmlns="">
            <p:pic>
              <p:nvPicPr>
                <p:cNvPr id="89" name="Ink 88">
                  <a:extLst>
                    <a:ext uri="{FF2B5EF4-FFF2-40B4-BE49-F238E27FC236}">
                      <a16:creationId xmlns:a16="http://schemas.microsoft.com/office/drawing/2014/main" id="{DBF0FFE8-95A1-45D5-6E4A-58AF6D2282B1}"/>
                    </a:ext>
                  </a:extLst>
                </p:cNvPr>
                <p:cNvPicPr/>
                <p:nvPr/>
              </p:nvPicPr>
              <p:blipFill>
                <a:blip r:embed="rId130"/>
                <a:stretch>
                  <a:fillRect/>
                </a:stretch>
              </p:blipFill>
              <p:spPr>
                <a:xfrm>
                  <a:off x="3996115" y="3770660"/>
                  <a:ext cx="16380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90" name="Ink 89">
                  <a:extLst>
                    <a:ext uri="{FF2B5EF4-FFF2-40B4-BE49-F238E27FC236}">
                      <a16:creationId xmlns:a16="http://schemas.microsoft.com/office/drawing/2014/main" id="{FB3FE4D1-2E3C-190A-9FB1-86AD6C42289B}"/>
                    </a:ext>
                  </a:extLst>
                </p14:cNvPr>
                <p14:cNvContentPartPr/>
                <p14:nvPr/>
              </p14:nvContentPartPr>
              <p14:xfrm>
                <a:off x="4214635" y="3563300"/>
                <a:ext cx="271800" cy="679320"/>
              </p14:xfrm>
            </p:contentPart>
          </mc:Choice>
          <mc:Fallback xmlns="">
            <p:pic>
              <p:nvPicPr>
                <p:cNvPr id="90" name="Ink 89">
                  <a:extLst>
                    <a:ext uri="{FF2B5EF4-FFF2-40B4-BE49-F238E27FC236}">
                      <a16:creationId xmlns:a16="http://schemas.microsoft.com/office/drawing/2014/main" id="{FB3FE4D1-2E3C-190A-9FB1-86AD6C42289B}"/>
                    </a:ext>
                  </a:extLst>
                </p:cNvPr>
                <p:cNvPicPr/>
                <p:nvPr/>
              </p:nvPicPr>
              <p:blipFill>
                <a:blip r:embed="rId132"/>
                <a:stretch>
                  <a:fillRect/>
                </a:stretch>
              </p:blipFill>
              <p:spPr>
                <a:xfrm>
                  <a:off x="4205635" y="3554660"/>
                  <a:ext cx="289440" cy="6969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1" name="Ink 90">
                  <a:extLst>
                    <a:ext uri="{FF2B5EF4-FFF2-40B4-BE49-F238E27FC236}">
                      <a16:creationId xmlns:a16="http://schemas.microsoft.com/office/drawing/2014/main" id="{5EB8F08D-2AAA-EB1C-9BFC-611E668C2578}"/>
                    </a:ext>
                  </a:extLst>
                </p14:cNvPr>
                <p14:cNvContentPartPr/>
                <p14:nvPr/>
              </p14:nvContentPartPr>
              <p14:xfrm>
                <a:off x="4571755" y="3799820"/>
                <a:ext cx="105120" cy="256320"/>
              </p14:xfrm>
            </p:contentPart>
          </mc:Choice>
          <mc:Fallback xmlns="">
            <p:pic>
              <p:nvPicPr>
                <p:cNvPr id="91" name="Ink 90">
                  <a:extLst>
                    <a:ext uri="{FF2B5EF4-FFF2-40B4-BE49-F238E27FC236}">
                      <a16:creationId xmlns:a16="http://schemas.microsoft.com/office/drawing/2014/main" id="{5EB8F08D-2AAA-EB1C-9BFC-611E668C2578}"/>
                    </a:ext>
                  </a:extLst>
                </p:cNvPr>
                <p:cNvPicPr/>
                <p:nvPr/>
              </p:nvPicPr>
              <p:blipFill>
                <a:blip r:embed="rId134"/>
                <a:stretch>
                  <a:fillRect/>
                </a:stretch>
              </p:blipFill>
              <p:spPr>
                <a:xfrm>
                  <a:off x="4563115" y="3791180"/>
                  <a:ext cx="12276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2" name="Ink 91">
                  <a:extLst>
                    <a:ext uri="{FF2B5EF4-FFF2-40B4-BE49-F238E27FC236}">
                      <a16:creationId xmlns:a16="http://schemas.microsoft.com/office/drawing/2014/main" id="{33390E24-9503-E507-CF89-88B2EFAEC347}"/>
                    </a:ext>
                  </a:extLst>
                </p14:cNvPr>
                <p14:cNvContentPartPr/>
                <p14:nvPr/>
              </p14:nvContentPartPr>
              <p14:xfrm>
                <a:off x="4447555" y="3336500"/>
                <a:ext cx="455760" cy="861840"/>
              </p14:xfrm>
            </p:contentPart>
          </mc:Choice>
          <mc:Fallback xmlns="">
            <p:pic>
              <p:nvPicPr>
                <p:cNvPr id="92" name="Ink 91">
                  <a:extLst>
                    <a:ext uri="{FF2B5EF4-FFF2-40B4-BE49-F238E27FC236}">
                      <a16:creationId xmlns:a16="http://schemas.microsoft.com/office/drawing/2014/main" id="{33390E24-9503-E507-CF89-88B2EFAEC347}"/>
                    </a:ext>
                  </a:extLst>
                </p:cNvPr>
                <p:cNvPicPr/>
                <p:nvPr/>
              </p:nvPicPr>
              <p:blipFill>
                <a:blip r:embed="rId136"/>
                <a:stretch>
                  <a:fillRect/>
                </a:stretch>
              </p:blipFill>
              <p:spPr>
                <a:xfrm>
                  <a:off x="4438915" y="3327860"/>
                  <a:ext cx="473400" cy="8794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3" name="Ink 92">
                  <a:extLst>
                    <a:ext uri="{FF2B5EF4-FFF2-40B4-BE49-F238E27FC236}">
                      <a16:creationId xmlns:a16="http://schemas.microsoft.com/office/drawing/2014/main" id="{E15B2203-BF81-FE75-008A-4D952238BC63}"/>
                    </a:ext>
                  </a:extLst>
                </p14:cNvPr>
                <p14:cNvContentPartPr/>
                <p14:nvPr/>
              </p14:nvContentPartPr>
              <p14:xfrm>
                <a:off x="4973515" y="3239300"/>
                <a:ext cx="271800" cy="167040"/>
              </p14:xfrm>
            </p:contentPart>
          </mc:Choice>
          <mc:Fallback xmlns="">
            <p:pic>
              <p:nvPicPr>
                <p:cNvPr id="93" name="Ink 92">
                  <a:extLst>
                    <a:ext uri="{FF2B5EF4-FFF2-40B4-BE49-F238E27FC236}">
                      <a16:creationId xmlns:a16="http://schemas.microsoft.com/office/drawing/2014/main" id="{E15B2203-BF81-FE75-008A-4D952238BC63}"/>
                    </a:ext>
                  </a:extLst>
                </p:cNvPr>
                <p:cNvPicPr/>
                <p:nvPr/>
              </p:nvPicPr>
              <p:blipFill>
                <a:blip r:embed="rId138"/>
                <a:stretch>
                  <a:fillRect/>
                </a:stretch>
              </p:blipFill>
              <p:spPr>
                <a:xfrm>
                  <a:off x="4964515" y="3230300"/>
                  <a:ext cx="28944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4" name="Ink 93">
                  <a:extLst>
                    <a:ext uri="{FF2B5EF4-FFF2-40B4-BE49-F238E27FC236}">
                      <a16:creationId xmlns:a16="http://schemas.microsoft.com/office/drawing/2014/main" id="{356696A7-4E04-10B3-7AFD-9BC76F6B6311}"/>
                    </a:ext>
                  </a:extLst>
                </p14:cNvPr>
                <p14:cNvContentPartPr/>
                <p14:nvPr/>
              </p14:nvContentPartPr>
              <p14:xfrm>
                <a:off x="5444755" y="3366020"/>
                <a:ext cx="58320" cy="10080"/>
              </p14:xfrm>
            </p:contentPart>
          </mc:Choice>
          <mc:Fallback xmlns="">
            <p:pic>
              <p:nvPicPr>
                <p:cNvPr id="94" name="Ink 93">
                  <a:extLst>
                    <a:ext uri="{FF2B5EF4-FFF2-40B4-BE49-F238E27FC236}">
                      <a16:creationId xmlns:a16="http://schemas.microsoft.com/office/drawing/2014/main" id="{356696A7-4E04-10B3-7AFD-9BC76F6B6311}"/>
                    </a:ext>
                  </a:extLst>
                </p:cNvPr>
                <p:cNvPicPr/>
                <p:nvPr/>
              </p:nvPicPr>
              <p:blipFill>
                <a:blip r:embed="rId140"/>
                <a:stretch>
                  <a:fillRect/>
                </a:stretch>
              </p:blipFill>
              <p:spPr>
                <a:xfrm>
                  <a:off x="5436115" y="3357020"/>
                  <a:ext cx="75960" cy="27720"/>
                </a:xfrm>
                <a:prstGeom prst="rect">
                  <a:avLst/>
                </a:prstGeom>
              </p:spPr>
            </p:pic>
          </mc:Fallback>
        </mc:AlternateContent>
      </p:grpSp>
      <p:grpSp>
        <p:nvGrpSpPr>
          <p:cNvPr id="99" name="Group 98">
            <a:extLst>
              <a:ext uri="{FF2B5EF4-FFF2-40B4-BE49-F238E27FC236}">
                <a16:creationId xmlns:a16="http://schemas.microsoft.com/office/drawing/2014/main" id="{AC97ED18-544C-3636-0C6D-D3CD29D40887}"/>
              </a:ext>
            </a:extLst>
          </p:cNvPr>
          <p:cNvGrpSpPr/>
          <p:nvPr/>
        </p:nvGrpSpPr>
        <p:grpSpPr>
          <a:xfrm>
            <a:off x="2163715" y="5549780"/>
            <a:ext cx="10014840" cy="1037520"/>
            <a:chOff x="2163715" y="5549780"/>
            <a:chExt cx="10014840" cy="1037520"/>
          </a:xfrm>
        </p:grpSpPr>
        <mc:AlternateContent xmlns:mc="http://schemas.openxmlformats.org/markup-compatibility/2006" xmlns:p14="http://schemas.microsoft.com/office/powerpoint/2010/main">
          <mc:Choice Requires="p14">
            <p:contentPart p14:bwMode="auto" r:id="rId141">
              <p14:nvContentPartPr>
                <p14:cNvPr id="96" name="Ink 95">
                  <a:extLst>
                    <a:ext uri="{FF2B5EF4-FFF2-40B4-BE49-F238E27FC236}">
                      <a16:creationId xmlns:a16="http://schemas.microsoft.com/office/drawing/2014/main" id="{760489C8-5E26-92CD-62D9-8DB50E0D60C6}"/>
                    </a:ext>
                  </a:extLst>
                </p14:cNvPr>
                <p14:cNvContentPartPr/>
                <p14:nvPr/>
              </p14:nvContentPartPr>
              <p14:xfrm>
                <a:off x="2163715" y="6086540"/>
                <a:ext cx="563400" cy="500760"/>
              </p14:xfrm>
            </p:contentPart>
          </mc:Choice>
          <mc:Fallback xmlns="">
            <p:pic>
              <p:nvPicPr>
                <p:cNvPr id="96" name="Ink 95">
                  <a:extLst>
                    <a:ext uri="{FF2B5EF4-FFF2-40B4-BE49-F238E27FC236}">
                      <a16:creationId xmlns:a16="http://schemas.microsoft.com/office/drawing/2014/main" id="{760489C8-5E26-92CD-62D9-8DB50E0D60C6}"/>
                    </a:ext>
                  </a:extLst>
                </p:cNvPr>
                <p:cNvPicPr/>
                <p:nvPr/>
              </p:nvPicPr>
              <p:blipFill>
                <a:blip r:embed="rId142"/>
                <a:stretch>
                  <a:fillRect/>
                </a:stretch>
              </p:blipFill>
              <p:spPr>
                <a:xfrm>
                  <a:off x="2155075" y="6077540"/>
                  <a:ext cx="581040"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7" name="Ink 96">
                  <a:extLst>
                    <a:ext uri="{FF2B5EF4-FFF2-40B4-BE49-F238E27FC236}">
                      <a16:creationId xmlns:a16="http://schemas.microsoft.com/office/drawing/2014/main" id="{93F96BF2-D2DA-D227-C668-D625A3B17429}"/>
                    </a:ext>
                  </a:extLst>
                </p14:cNvPr>
                <p14:cNvContentPartPr/>
                <p14:nvPr/>
              </p14:nvContentPartPr>
              <p14:xfrm>
                <a:off x="2806675" y="5579300"/>
                <a:ext cx="212760" cy="853920"/>
              </p14:xfrm>
            </p:contentPart>
          </mc:Choice>
          <mc:Fallback xmlns="">
            <p:pic>
              <p:nvPicPr>
                <p:cNvPr id="97" name="Ink 96">
                  <a:extLst>
                    <a:ext uri="{FF2B5EF4-FFF2-40B4-BE49-F238E27FC236}">
                      <a16:creationId xmlns:a16="http://schemas.microsoft.com/office/drawing/2014/main" id="{93F96BF2-D2DA-D227-C668-D625A3B17429}"/>
                    </a:ext>
                  </a:extLst>
                </p:cNvPr>
                <p:cNvPicPr/>
                <p:nvPr/>
              </p:nvPicPr>
              <p:blipFill>
                <a:blip r:embed="rId144"/>
                <a:stretch>
                  <a:fillRect/>
                </a:stretch>
              </p:blipFill>
              <p:spPr>
                <a:xfrm>
                  <a:off x="2797675" y="5570300"/>
                  <a:ext cx="230400" cy="8715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98" name="Ink 97">
                  <a:extLst>
                    <a:ext uri="{FF2B5EF4-FFF2-40B4-BE49-F238E27FC236}">
                      <a16:creationId xmlns:a16="http://schemas.microsoft.com/office/drawing/2014/main" id="{21C9BE44-CC11-D18C-19CE-058546622742}"/>
                    </a:ext>
                  </a:extLst>
                </p14:cNvPr>
                <p14:cNvContentPartPr/>
                <p14:nvPr/>
              </p14:nvContentPartPr>
              <p14:xfrm>
                <a:off x="3127435" y="5549780"/>
                <a:ext cx="9051120" cy="311040"/>
              </p14:xfrm>
            </p:contentPart>
          </mc:Choice>
          <mc:Fallback xmlns="">
            <p:pic>
              <p:nvPicPr>
                <p:cNvPr id="98" name="Ink 97">
                  <a:extLst>
                    <a:ext uri="{FF2B5EF4-FFF2-40B4-BE49-F238E27FC236}">
                      <a16:creationId xmlns:a16="http://schemas.microsoft.com/office/drawing/2014/main" id="{21C9BE44-CC11-D18C-19CE-058546622742}"/>
                    </a:ext>
                  </a:extLst>
                </p:cNvPr>
                <p:cNvPicPr/>
                <p:nvPr/>
              </p:nvPicPr>
              <p:blipFill>
                <a:blip r:embed="rId146"/>
                <a:stretch>
                  <a:fillRect/>
                </a:stretch>
              </p:blipFill>
              <p:spPr>
                <a:xfrm>
                  <a:off x="3118435" y="5540780"/>
                  <a:ext cx="9068760" cy="328680"/>
                </a:xfrm>
                <a:prstGeom prst="rect">
                  <a:avLst/>
                </a:prstGeom>
              </p:spPr>
            </p:pic>
          </mc:Fallback>
        </mc:AlternateContent>
      </p:grpSp>
    </p:spTree>
    <p:extLst>
      <p:ext uri="{BB962C8B-B14F-4D97-AF65-F5344CB8AC3E}">
        <p14:creationId xmlns:p14="http://schemas.microsoft.com/office/powerpoint/2010/main" val="1426255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D4E920-0406-1E82-69EC-E60F379FBB22}"/>
              </a:ext>
            </a:extLst>
          </p:cNvPr>
          <p:cNvGrpSpPr/>
          <p:nvPr/>
        </p:nvGrpSpPr>
        <p:grpSpPr>
          <a:xfrm>
            <a:off x="303595" y="221060"/>
            <a:ext cx="1196280" cy="1109160"/>
            <a:chOff x="303595" y="221060"/>
            <a:chExt cx="1196280" cy="110916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0BDB851-9391-4B7B-2CB4-79764937D89D}"/>
                    </a:ext>
                  </a:extLst>
                </p14:cNvPr>
                <p14:cNvContentPartPr/>
                <p14:nvPr/>
              </p14:nvContentPartPr>
              <p14:xfrm>
                <a:off x="851875" y="418340"/>
                <a:ext cx="558720" cy="547200"/>
              </p14:xfrm>
            </p:contentPart>
          </mc:Choice>
          <mc:Fallback xmlns="">
            <p:pic>
              <p:nvPicPr>
                <p:cNvPr id="2" name="Ink 1">
                  <a:extLst>
                    <a:ext uri="{FF2B5EF4-FFF2-40B4-BE49-F238E27FC236}">
                      <a16:creationId xmlns:a16="http://schemas.microsoft.com/office/drawing/2014/main" id="{60BDB851-9391-4B7B-2CB4-79764937D89D}"/>
                    </a:ext>
                  </a:extLst>
                </p:cNvPr>
                <p:cNvPicPr/>
                <p:nvPr/>
              </p:nvPicPr>
              <p:blipFill>
                <a:blip r:embed="rId3"/>
                <a:stretch>
                  <a:fillRect/>
                </a:stretch>
              </p:blipFill>
              <p:spPr>
                <a:xfrm>
                  <a:off x="842875" y="409700"/>
                  <a:ext cx="576360" cy="564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939E817-D37D-58BE-064A-B89E02E3FE24}"/>
                    </a:ext>
                  </a:extLst>
                </p14:cNvPr>
                <p14:cNvContentPartPr/>
                <p14:nvPr/>
              </p14:nvContentPartPr>
              <p14:xfrm>
                <a:off x="303595" y="221060"/>
                <a:ext cx="1196280" cy="1109160"/>
              </p14:xfrm>
            </p:contentPart>
          </mc:Choice>
          <mc:Fallback xmlns="">
            <p:pic>
              <p:nvPicPr>
                <p:cNvPr id="3" name="Ink 2">
                  <a:extLst>
                    <a:ext uri="{FF2B5EF4-FFF2-40B4-BE49-F238E27FC236}">
                      <a16:creationId xmlns:a16="http://schemas.microsoft.com/office/drawing/2014/main" id="{6939E817-D37D-58BE-064A-B89E02E3FE24}"/>
                    </a:ext>
                  </a:extLst>
                </p:cNvPr>
                <p:cNvPicPr/>
                <p:nvPr/>
              </p:nvPicPr>
              <p:blipFill>
                <a:blip r:embed="rId5"/>
                <a:stretch>
                  <a:fillRect/>
                </a:stretch>
              </p:blipFill>
              <p:spPr>
                <a:xfrm>
                  <a:off x="294955" y="212060"/>
                  <a:ext cx="1213920" cy="1126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86F1ED4A-2652-464D-19B5-A732BBB78189}"/>
                  </a:ext>
                </a:extLst>
              </p14:cNvPr>
              <p14:cNvContentPartPr/>
              <p14:nvPr/>
            </p14:nvContentPartPr>
            <p14:xfrm>
              <a:off x="3094675" y="800300"/>
              <a:ext cx="720" cy="3878640"/>
            </p14:xfrm>
          </p:contentPart>
        </mc:Choice>
        <mc:Fallback xmlns="">
          <p:pic>
            <p:nvPicPr>
              <p:cNvPr id="6" name="Ink 5">
                <a:extLst>
                  <a:ext uri="{FF2B5EF4-FFF2-40B4-BE49-F238E27FC236}">
                    <a16:creationId xmlns:a16="http://schemas.microsoft.com/office/drawing/2014/main" id="{86F1ED4A-2652-464D-19B5-A732BBB78189}"/>
                  </a:ext>
                </a:extLst>
              </p:cNvPr>
              <p:cNvPicPr/>
              <p:nvPr/>
            </p:nvPicPr>
            <p:blipFill>
              <a:blip r:embed="rId7"/>
              <a:stretch>
                <a:fillRect/>
              </a:stretch>
            </p:blipFill>
            <p:spPr>
              <a:xfrm>
                <a:off x="3076675" y="791300"/>
                <a:ext cx="36000" cy="3896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8D1C26F6-7F5A-4D32-ABD9-04C11F876AEC}"/>
                  </a:ext>
                </a:extLst>
              </p14:cNvPr>
              <p14:cNvContentPartPr/>
              <p14:nvPr/>
            </p14:nvContentPartPr>
            <p14:xfrm>
              <a:off x="3115195" y="4711340"/>
              <a:ext cx="4784760" cy="720"/>
            </p14:xfrm>
          </p:contentPart>
        </mc:Choice>
        <mc:Fallback xmlns="">
          <p:pic>
            <p:nvPicPr>
              <p:cNvPr id="8" name="Ink 7">
                <a:extLst>
                  <a:ext uri="{FF2B5EF4-FFF2-40B4-BE49-F238E27FC236}">
                    <a16:creationId xmlns:a16="http://schemas.microsoft.com/office/drawing/2014/main" id="{8D1C26F6-7F5A-4D32-ABD9-04C11F876AEC}"/>
                  </a:ext>
                </a:extLst>
              </p:cNvPr>
              <p:cNvPicPr/>
              <p:nvPr/>
            </p:nvPicPr>
            <p:blipFill>
              <a:blip r:embed="rId9"/>
              <a:stretch>
                <a:fillRect/>
              </a:stretch>
            </p:blipFill>
            <p:spPr>
              <a:xfrm>
                <a:off x="3106195" y="4693340"/>
                <a:ext cx="4802400" cy="36000"/>
              </a:xfrm>
              <a:prstGeom prst="rect">
                <a:avLst/>
              </a:prstGeom>
            </p:spPr>
          </p:pic>
        </mc:Fallback>
      </mc:AlternateContent>
      <p:grpSp>
        <p:nvGrpSpPr>
          <p:cNvPr id="18" name="Group 17">
            <a:extLst>
              <a:ext uri="{FF2B5EF4-FFF2-40B4-BE49-F238E27FC236}">
                <a16:creationId xmlns:a16="http://schemas.microsoft.com/office/drawing/2014/main" id="{0B3DD16D-24DC-7C25-65E6-7BD14A93229D}"/>
              </a:ext>
            </a:extLst>
          </p:cNvPr>
          <p:cNvGrpSpPr/>
          <p:nvPr/>
        </p:nvGrpSpPr>
        <p:grpSpPr>
          <a:xfrm>
            <a:off x="7631035" y="4394540"/>
            <a:ext cx="2331360" cy="1267920"/>
            <a:chOff x="7631035" y="4394540"/>
            <a:chExt cx="2331360" cy="1267920"/>
          </a:xfrm>
        </p:grpSpPr>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189DFF78-139A-BC8C-CFF4-0F88808AF0B2}"/>
                    </a:ext>
                  </a:extLst>
                </p14:cNvPr>
                <p14:cNvContentPartPr/>
                <p14:nvPr/>
              </p14:nvContentPartPr>
              <p14:xfrm>
                <a:off x="7631035" y="4394540"/>
                <a:ext cx="461160" cy="614520"/>
              </p14:xfrm>
            </p:contentPart>
          </mc:Choice>
          <mc:Fallback xmlns="">
            <p:pic>
              <p:nvPicPr>
                <p:cNvPr id="9" name="Ink 8">
                  <a:extLst>
                    <a:ext uri="{FF2B5EF4-FFF2-40B4-BE49-F238E27FC236}">
                      <a16:creationId xmlns:a16="http://schemas.microsoft.com/office/drawing/2014/main" id="{189DFF78-139A-BC8C-CFF4-0F88808AF0B2}"/>
                    </a:ext>
                  </a:extLst>
                </p:cNvPr>
                <p:cNvPicPr/>
                <p:nvPr/>
              </p:nvPicPr>
              <p:blipFill>
                <a:blip r:embed="rId11"/>
                <a:stretch>
                  <a:fillRect/>
                </a:stretch>
              </p:blipFill>
              <p:spPr>
                <a:xfrm>
                  <a:off x="7622035" y="4385900"/>
                  <a:ext cx="478800" cy="632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37F23E68-8979-68FF-5BCD-389EA66A6582}"/>
                    </a:ext>
                  </a:extLst>
                </p14:cNvPr>
                <p14:cNvContentPartPr/>
                <p14:nvPr/>
              </p14:nvContentPartPr>
              <p14:xfrm>
                <a:off x="7939915" y="5003660"/>
                <a:ext cx="504720" cy="658800"/>
              </p14:xfrm>
            </p:contentPart>
          </mc:Choice>
          <mc:Fallback xmlns="">
            <p:pic>
              <p:nvPicPr>
                <p:cNvPr id="10" name="Ink 9">
                  <a:extLst>
                    <a:ext uri="{FF2B5EF4-FFF2-40B4-BE49-F238E27FC236}">
                      <a16:creationId xmlns:a16="http://schemas.microsoft.com/office/drawing/2014/main" id="{37F23E68-8979-68FF-5BCD-389EA66A6582}"/>
                    </a:ext>
                  </a:extLst>
                </p:cNvPr>
                <p:cNvPicPr/>
                <p:nvPr/>
              </p:nvPicPr>
              <p:blipFill>
                <a:blip r:embed="rId13"/>
                <a:stretch>
                  <a:fillRect/>
                </a:stretch>
              </p:blipFill>
              <p:spPr>
                <a:xfrm>
                  <a:off x="7930915" y="4994660"/>
                  <a:ext cx="522360" cy="676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09C604DE-9E99-55F1-7450-2D3BCB982837}"/>
                    </a:ext>
                  </a:extLst>
                </p14:cNvPr>
                <p14:cNvContentPartPr/>
                <p14:nvPr/>
              </p14:nvContentPartPr>
              <p14:xfrm>
                <a:off x="8722195" y="5154140"/>
                <a:ext cx="49680" cy="63360"/>
              </p14:xfrm>
            </p:contentPart>
          </mc:Choice>
          <mc:Fallback xmlns="">
            <p:pic>
              <p:nvPicPr>
                <p:cNvPr id="11" name="Ink 10">
                  <a:extLst>
                    <a:ext uri="{FF2B5EF4-FFF2-40B4-BE49-F238E27FC236}">
                      <a16:creationId xmlns:a16="http://schemas.microsoft.com/office/drawing/2014/main" id="{09C604DE-9E99-55F1-7450-2D3BCB982837}"/>
                    </a:ext>
                  </a:extLst>
                </p:cNvPr>
                <p:cNvPicPr/>
                <p:nvPr/>
              </p:nvPicPr>
              <p:blipFill>
                <a:blip r:embed="rId15"/>
                <a:stretch>
                  <a:fillRect/>
                </a:stretch>
              </p:blipFill>
              <p:spPr>
                <a:xfrm>
                  <a:off x="8713195" y="5145500"/>
                  <a:ext cx="6732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DA64F282-4E32-9C6D-24CB-A7BABC790B05}"/>
                    </a:ext>
                  </a:extLst>
                </p14:cNvPr>
                <p14:cNvContentPartPr/>
                <p14:nvPr/>
              </p14:nvContentPartPr>
              <p14:xfrm>
                <a:off x="8857195" y="5268260"/>
                <a:ext cx="662400" cy="362880"/>
              </p14:xfrm>
            </p:contentPart>
          </mc:Choice>
          <mc:Fallback xmlns="">
            <p:pic>
              <p:nvPicPr>
                <p:cNvPr id="12" name="Ink 11">
                  <a:extLst>
                    <a:ext uri="{FF2B5EF4-FFF2-40B4-BE49-F238E27FC236}">
                      <a16:creationId xmlns:a16="http://schemas.microsoft.com/office/drawing/2014/main" id="{DA64F282-4E32-9C6D-24CB-A7BABC790B05}"/>
                    </a:ext>
                  </a:extLst>
                </p:cNvPr>
                <p:cNvPicPr/>
                <p:nvPr/>
              </p:nvPicPr>
              <p:blipFill>
                <a:blip r:embed="rId17"/>
                <a:stretch>
                  <a:fillRect/>
                </a:stretch>
              </p:blipFill>
              <p:spPr>
                <a:xfrm>
                  <a:off x="8848555" y="5259260"/>
                  <a:ext cx="680040" cy="380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E27A3AE4-2C03-6208-862C-17BCD3EE28D9}"/>
                    </a:ext>
                  </a:extLst>
                </p14:cNvPr>
                <p14:cNvContentPartPr/>
                <p14:nvPr/>
              </p14:nvContentPartPr>
              <p14:xfrm>
                <a:off x="9894355" y="5380940"/>
                <a:ext cx="68040" cy="86040"/>
              </p14:xfrm>
            </p:contentPart>
          </mc:Choice>
          <mc:Fallback xmlns="">
            <p:pic>
              <p:nvPicPr>
                <p:cNvPr id="13" name="Ink 12">
                  <a:extLst>
                    <a:ext uri="{FF2B5EF4-FFF2-40B4-BE49-F238E27FC236}">
                      <a16:creationId xmlns:a16="http://schemas.microsoft.com/office/drawing/2014/main" id="{E27A3AE4-2C03-6208-862C-17BCD3EE28D9}"/>
                    </a:ext>
                  </a:extLst>
                </p:cNvPr>
                <p:cNvPicPr/>
                <p:nvPr/>
              </p:nvPicPr>
              <p:blipFill>
                <a:blip r:embed="rId19"/>
                <a:stretch>
                  <a:fillRect/>
                </a:stretch>
              </p:blipFill>
              <p:spPr>
                <a:xfrm>
                  <a:off x="9885355" y="5372300"/>
                  <a:ext cx="85680" cy="103680"/>
                </a:xfrm>
                <a:prstGeom prst="rect">
                  <a:avLst/>
                </a:prstGeom>
              </p:spPr>
            </p:pic>
          </mc:Fallback>
        </mc:AlternateContent>
      </p:grpSp>
      <p:grpSp>
        <p:nvGrpSpPr>
          <p:cNvPr id="21" name="Group 20">
            <a:extLst>
              <a:ext uri="{FF2B5EF4-FFF2-40B4-BE49-F238E27FC236}">
                <a16:creationId xmlns:a16="http://schemas.microsoft.com/office/drawing/2014/main" id="{A024ED79-B338-1780-C451-32DA76C2878C}"/>
              </a:ext>
            </a:extLst>
          </p:cNvPr>
          <p:cNvGrpSpPr/>
          <p:nvPr/>
        </p:nvGrpSpPr>
        <p:grpSpPr>
          <a:xfrm>
            <a:off x="2916115" y="718580"/>
            <a:ext cx="771120" cy="366480"/>
            <a:chOff x="2916115" y="718580"/>
            <a:chExt cx="771120" cy="366480"/>
          </a:xfrm>
        </p:grpSpPr>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68E593CE-DDFB-B60C-EF95-BF212B1265AF}"/>
                    </a:ext>
                  </a:extLst>
                </p14:cNvPr>
                <p14:cNvContentPartPr/>
                <p14:nvPr/>
              </p14:nvContentPartPr>
              <p14:xfrm>
                <a:off x="2916115" y="718580"/>
                <a:ext cx="303480" cy="170280"/>
              </p14:xfrm>
            </p:contentPart>
          </mc:Choice>
          <mc:Fallback xmlns="">
            <p:pic>
              <p:nvPicPr>
                <p:cNvPr id="19" name="Ink 18">
                  <a:extLst>
                    <a:ext uri="{FF2B5EF4-FFF2-40B4-BE49-F238E27FC236}">
                      <a16:creationId xmlns:a16="http://schemas.microsoft.com/office/drawing/2014/main" id="{68E593CE-DDFB-B60C-EF95-BF212B1265AF}"/>
                    </a:ext>
                  </a:extLst>
                </p:cNvPr>
                <p:cNvPicPr/>
                <p:nvPr/>
              </p:nvPicPr>
              <p:blipFill>
                <a:blip r:embed="rId21"/>
                <a:stretch>
                  <a:fillRect/>
                </a:stretch>
              </p:blipFill>
              <p:spPr>
                <a:xfrm>
                  <a:off x="2907475" y="709580"/>
                  <a:ext cx="32112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DD048967-FBCA-7008-01F8-E702F168B178}"/>
                    </a:ext>
                  </a:extLst>
                </p14:cNvPr>
                <p14:cNvContentPartPr/>
                <p14:nvPr/>
              </p14:nvContentPartPr>
              <p14:xfrm>
                <a:off x="3366115" y="814340"/>
                <a:ext cx="321120" cy="270720"/>
              </p14:xfrm>
            </p:contentPart>
          </mc:Choice>
          <mc:Fallback xmlns="">
            <p:pic>
              <p:nvPicPr>
                <p:cNvPr id="20" name="Ink 19">
                  <a:extLst>
                    <a:ext uri="{FF2B5EF4-FFF2-40B4-BE49-F238E27FC236}">
                      <a16:creationId xmlns:a16="http://schemas.microsoft.com/office/drawing/2014/main" id="{DD048967-FBCA-7008-01F8-E702F168B178}"/>
                    </a:ext>
                  </a:extLst>
                </p:cNvPr>
                <p:cNvPicPr/>
                <p:nvPr/>
              </p:nvPicPr>
              <p:blipFill>
                <a:blip r:embed="rId23"/>
                <a:stretch>
                  <a:fillRect/>
                </a:stretch>
              </p:blipFill>
              <p:spPr>
                <a:xfrm>
                  <a:off x="3357115" y="805700"/>
                  <a:ext cx="338760" cy="288360"/>
                </a:xfrm>
                <a:prstGeom prst="rect">
                  <a:avLst/>
                </a:prstGeom>
              </p:spPr>
            </p:pic>
          </mc:Fallback>
        </mc:AlternateContent>
      </p:grpSp>
      <p:grpSp>
        <p:nvGrpSpPr>
          <p:cNvPr id="34" name="Group 33">
            <a:extLst>
              <a:ext uri="{FF2B5EF4-FFF2-40B4-BE49-F238E27FC236}">
                <a16:creationId xmlns:a16="http://schemas.microsoft.com/office/drawing/2014/main" id="{28EF911E-4C42-F3E5-E1C6-70C06A416732}"/>
              </a:ext>
            </a:extLst>
          </p:cNvPr>
          <p:cNvGrpSpPr/>
          <p:nvPr/>
        </p:nvGrpSpPr>
        <p:grpSpPr>
          <a:xfrm>
            <a:off x="10740715" y="4858580"/>
            <a:ext cx="1328400" cy="996840"/>
            <a:chOff x="10740715" y="4858580"/>
            <a:chExt cx="1328400" cy="996840"/>
          </a:xfrm>
        </p:grpSpPr>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DB926F2D-6376-4FBD-8DB3-C8CA9F9A40EE}"/>
                    </a:ext>
                  </a:extLst>
                </p14:cNvPr>
                <p14:cNvContentPartPr/>
                <p14:nvPr/>
              </p14:nvContentPartPr>
              <p14:xfrm>
                <a:off x="10740715" y="4858580"/>
                <a:ext cx="463320" cy="996840"/>
              </p14:xfrm>
            </p:contentPart>
          </mc:Choice>
          <mc:Fallback xmlns="">
            <p:pic>
              <p:nvPicPr>
                <p:cNvPr id="14" name="Ink 13">
                  <a:extLst>
                    <a:ext uri="{FF2B5EF4-FFF2-40B4-BE49-F238E27FC236}">
                      <a16:creationId xmlns:a16="http://schemas.microsoft.com/office/drawing/2014/main" id="{DB926F2D-6376-4FBD-8DB3-C8CA9F9A40EE}"/>
                    </a:ext>
                  </a:extLst>
                </p:cNvPr>
                <p:cNvPicPr/>
                <p:nvPr/>
              </p:nvPicPr>
              <p:blipFill>
                <a:blip r:embed="rId25"/>
                <a:stretch>
                  <a:fillRect/>
                </a:stretch>
              </p:blipFill>
              <p:spPr>
                <a:xfrm>
                  <a:off x="10732075" y="4849580"/>
                  <a:ext cx="480960" cy="1014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940F794C-DE5E-C86E-57A1-01F7977132F4}"/>
                    </a:ext>
                  </a:extLst>
                </p14:cNvPr>
                <p14:cNvContentPartPr/>
                <p14:nvPr/>
              </p14:nvContentPartPr>
              <p14:xfrm>
                <a:off x="11453875" y="5131460"/>
                <a:ext cx="359640" cy="437400"/>
              </p14:xfrm>
            </p:contentPart>
          </mc:Choice>
          <mc:Fallback xmlns="">
            <p:pic>
              <p:nvPicPr>
                <p:cNvPr id="15" name="Ink 14">
                  <a:extLst>
                    <a:ext uri="{FF2B5EF4-FFF2-40B4-BE49-F238E27FC236}">
                      <a16:creationId xmlns:a16="http://schemas.microsoft.com/office/drawing/2014/main" id="{940F794C-DE5E-C86E-57A1-01F7977132F4}"/>
                    </a:ext>
                  </a:extLst>
                </p:cNvPr>
                <p:cNvPicPr/>
                <p:nvPr/>
              </p:nvPicPr>
              <p:blipFill>
                <a:blip r:embed="rId27"/>
                <a:stretch>
                  <a:fillRect/>
                </a:stretch>
              </p:blipFill>
              <p:spPr>
                <a:xfrm>
                  <a:off x="11445235" y="5122820"/>
                  <a:ext cx="377280" cy="455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1B15F7F1-C0EC-CB44-7998-957A92E7D183}"/>
                    </a:ext>
                  </a:extLst>
                </p14:cNvPr>
                <p14:cNvContentPartPr/>
                <p14:nvPr/>
              </p14:nvContentPartPr>
              <p14:xfrm>
                <a:off x="11858515" y="5384180"/>
                <a:ext cx="210600" cy="192600"/>
              </p14:xfrm>
            </p:contentPart>
          </mc:Choice>
          <mc:Fallback xmlns="">
            <p:pic>
              <p:nvPicPr>
                <p:cNvPr id="16" name="Ink 15">
                  <a:extLst>
                    <a:ext uri="{FF2B5EF4-FFF2-40B4-BE49-F238E27FC236}">
                      <a16:creationId xmlns:a16="http://schemas.microsoft.com/office/drawing/2014/main" id="{1B15F7F1-C0EC-CB44-7998-957A92E7D183}"/>
                    </a:ext>
                  </a:extLst>
                </p:cNvPr>
                <p:cNvPicPr/>
                <p:nvPr/>
              </p:nvPicPr>
              <p:blipFill>
                <a:blip r:embed="rId29"/>
                <a:stretch>
                  <a:fillRect/>
                </a:stretch>
              </p:blipFill>
              <p:spPr>
                <a:xfrm>
                  <a:off x="11849515" y="5375540"/>
                  <a:ext cx="22824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3" name="Ink 32">
                  <a:extLst>
                    <a:ext uri="{FF2B5EF4-FFF2-40B4-BE49-F238E27FC236}">
                      <a16:creationId xmlns:a16="http://schemas.microsoft.com/office/drawing/2014/main" id="{94121ACF-4421-0403-3B47-ADD10FA5AE5D}"/>
                    </a:ext>
                  </a:extLst>
                </p14:cNvPr>
                <p14:cNvContentPartPr/>
                <p14:nvPr/>
              </p14:nvContentPartPr>
              <p14:xfrm>
                <a:off x="11835475" y="5333420"/>
                <a:ext cx="230040" cy="275040"/>
              </p14:xfrm>
            </p:contentPart>
          </mc:Choice>
          <mc:Fallback xmlns="">
            <p:pic>
              <p:nvPicPr>
                <p:cNvPr id="33" name="Ink 32">
                  <a:extLst>
                    <a:ext uri="{FF2B5EF4-FFF2-40B4-BE49-F238E27FC236}">
                      <a16:creationId xmlns:a16="http://schemas.microsoft.com/office/drawing/2014/main" id="{94121ACF-4421-0403-3B47-ADD10FA5AE5D}"/>
                    </a:ext>
                  </a:extLst>
                </p:cNvPr>
                <p:cNvPicPr/>
                <p:nvPr/>
              </p:nvPicPr>
              <p:blipFill>
                <a:blip r:embed="rId31"/>
                <a:stretch>
                  <a:fillRect/>
                </a:stretch>
              </p:blipFill>
              <p:spPr>
                <a:xfrm>
                  <a:off x="11826835" y="5324420"/>
                  <a:ext cx="247680" cy="292680"/>
                </a:xfrm>
                <a:prstGeom prst="rect">
                  <a:avLst/>
                </a:prstGeom>
              </p:spPr>
            </p:pic>
          </mc:Fallback>
        </mc:AlternateContent>
      </p:grpSp>
      <p:grpSp>
        <p:nvGrpSpPr>
          <p:cNvPr id="38" name="Group 37">
            <a:extLst>
              <a:ext uri="{FF2B5EF4-FFF2-40B4-BE49-F238E27FC236}">
                <a16:creationId xmlns:a16="http://schemas.microsoft.com/office/drawing/2014/main" id="{C1871BC8-BFC8-C807-3320-8EE6E80BF998}"/>
              </a:ext>
            </a:extLst>
          </p:cNvPr>
          <p:cNvGrpSpPr/>
          <p:nvPr/>
        </p:nvGrpSpPr>
        <p:grpSpPr>
          <a:xfrm>
            <a:off x="686635" y="1447580"/>
            <a:ext cx="2407320" cy="1700280"/>
            <a:chOff x="686635" y="1447580"/>
            <a:chExt cx="2407320" cy="1700280"/>
          </a:xfrm>
        </p:grpSpPr>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F351882A-05AC-B07E-64AF-E87444D0CF0A}"/>
                    </a:ext>
                  </a:extLst>
                </p14:cNvPr>
                <p14:cNvContentPartPr/>
                <p14:nvPr/>
              </p14:nvContentPartPr>
              <p14:xfrm>
                <a:off x="686635" y="1593740"/>
                <a:ext cx="97920" cy="532080"/>
              </p14:xfrm>
            </p:contentPart>
          </mc:Choice>
          <mc:Fallback xmlns="">
            <p:pic>
              <p:nvPicPr>
                <p:cNvPr id="22" name="Ink 21">
                  <a:extLst>
                    <a:ext uri="{FF2B5EF4-FFF2-40B4-BE49-F238E27FC236}">
                      <a16:creationId xmlns:a16="http://schemas.microsoft.com/office/drawing/2014/main" id="{F351882A-05AC-B07E-64AF-E87444D0CF0A}"/>
                    </a:ext>
                  </a:extLst>
                </p:cNvPr>
                <p:cNvPicPr/>
                <p:nvPr/>
              </p:nvPicPr>
              <p:blipFill>
                <a:blip r:embed="rId33"/>
                <a:stretch>
                  <a:fillRect/>
                </a:stretch>
              </p:blipFill>
              <p:spPr>
                <a:xfrm>
                  <a:off x="677995" y="1584740"/>
                  <a:ext cx="115560" cy="549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8FC7EAFC-C7B2-0D31-7941-02E8AE66EC83}"/>
                    </a:ext>
                  </a:extLst>
                </p14:cNvPr>
                <p14:cNvContentPartPr/>
                <p14:nvPr/>
              </p14:nvContentPartPr>
              <p14:xfrm>
                <a:off x="867715" y="1634060"/>
                <a:ext cx="295560" cy="472320"/>
              </p14:xfrm>
            </p:contentPart>
          </mc:Choice>
          <mc:Fallback xmlns="">
            <p:pic>
              <p:nvPicPr>
                <p:cNvPr id="23" name="Ink 22">
                  <a:extLst>
                    <a:ext uri="{FF2B5EF4-FFF2-40B4-BE49-F238E27FC236}">
                      <a16:creationId xmlns:a16="http://schemas.microsoft.com/office/drawing/2014/main" id="{8FC7EAFC-C7B2-0D31-7941-02E8AE66EC83}"/>
                    </a:ext>
                  </a:extLst>
                </p:cNvPr>
                <p:cNvPicPr/>
                <p:nvPr/>
              </p:nvPicPr>
              <p:blipFill>
                <a:blip r:embed="rId35"/>
                <a:stretch>
                  <a:fillRect/>
                </a:stretch>
              </p:blipFill>
              <p:spPr>
                <a:xfrm>
                  <a:off x="858715" y="1625060"/>
                  <a:ext cx="313200"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1F05EA81-540B-AC31-1C5F-8EBCCB464A26}"/>
                    </a:ext>
                  </a:extLst>
                </p14:cNvPr>
                <p14:cNvContentPartPr/>
                <p14:nvPr/>
              </p14:nvContentPartPr>
              <p14:xfrm>
                <a:off x="1423915" y="1682300"/>
                <a:ext cx="225720" cy="314280"/>
              </p14:xfrm>
            </p:contentPart>
          </mc:Choice>
          <mc:Fallback xmlns="">
            <p:pic>
              <p:nvPicPr>
                <p:cNvPr id="25" name="Ink 24">
                  <a:extLst>
                    <a:ext uri="{FF2B5EF4-FFF2-40B4-BE49-F238E27FC236}">
                      <a16:creationId xmlns:a16="http://schemas.microsoft.com/office/drawing/2014/main" id="{1F05EA81-540B-AC31-1C5F-8EBCCB464A26}"/>
                    </a:ext>
                  </a:extLst>
                </p:cNvPr>
                <p:cNvPicPr/>
                <p:nvPr/>
              </p:nvPicPr>
              <p:blipFill>
                <a:blip r:embed="rId37"/>
                <a:stretch>
                  <a:fillRect/>
                </a:stretch>
              </p:blipFill>
              <p:spPr>
                <a:xfrm>
                  <a:off x="1415275" y="1673660"/>
                  <a:ext cx="24336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21ABECE1-75E0-6E27-89B4-AA96E67043C1}"/>
                    </a:ext>
                  </a:extLst>
                </p14:cNvPr>
                <p14:cNvContentPartPr/>
                <p14:nvPr/>
              </p14:nvContentPartPr>
              <p14:xfrm>
                <a:off x="1754755" y="1447580"/>
                <a:ext cx="830160" cy="401400"/>
              </p14:xfrm>
            </p:contentPart>
          </mc:Choice>
          <mc:Fallback xmlns="">
            <p:pic>
              <p:nvPicPr>
                <p:cNvPr id="26" name="Ink 25">
                  <a:extLst>
                    <a:ext uri="{FF2B5EF4-FFF2-40B4-BE49-F238E27FC236}">
                      <a16:creationId xmlns:a16="http://schemas.microsoft.com/office/drawing/2014/main" id="{21ABECE1-75E0-6E27-89B4-AA96E67043C1}"/>
                    </a:ext>
                  </a:extLst>
                </p:cNvPr>
                <p:cNvPicPr/>
                <p:nvPr/>
              </p:nvPicPr>
              <p:blipFill>
                <a:blip r:embed="rId39"/>
                <a:stretch>
                  <a:fillRect/>
                </a:stretch>
              </p:blipFill>
              <p:spPr>
                <a:xfrm>
                  <a:off x="1746115" y="1438580"/>
                  <a:ext cx="847800" cy="419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58E85B4B-6327-47D3-583E-24AA662F6073}"/>
                    </a:ext>
                  </a:extLst>
                </p14:cNvPr>
                <p14:cNvContentPartPr/>
                <p14:nvPr/>
              </p14:nvContentPartPr>
              <p14:xfrm>
                <a:off x="1373155" y="2325980"/>
                <a:ext cx="105120" cy="821880"/>
              </p14:xfrm>
            </p:contentPart>
          </mc:Choice>
          <mc:Fallback xmlns="">
            <p:pic>
              <p:nvPicPr>
                <p:cNvPr id="27" name="Ink 26">
                  <a:extLst>
                    <a:ext uri="{FF2B5EF4-FFF2-40B4-BE49-F238E27FC236}">
                      <a16:creationId xmlns:a16="http://schemas.microsoft.com/office/drawing/2014/main" id="{58E85B4B-6327-47D3-583E-24AA662F6073}"/>
                    </a:ext>
                  </a:extLst>
                </p:cNvPr>
                <p:cNvPicPr/>
                <p:nvPr/>
              </p:nvPicPr>
              <p:blipFill>
                <a:blip r:embed="rId41"/>
                <a:stretch>
                  <a:fillRect/>
                </a:stretch>
              </p:blipFill>
              <p:spPr>
                <a:xfrm>
                  <a:off x="1364155" y="2317340"/>
                  <a:ext cx="122760" cy="839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97FCDAD7-001B-15FE-AB8B-05424896D9CB}"/>
                    </a:ext>
                  </a:extLst>
                </p14:cNvPr>
                <p14:cNvContentPartPr/>
                <p14:nvPr/>
              </p14:nvContentPartPr>
              <p14:xfrm>
                <a:off x="1403395" y="2128700"/>
                <a:ext cx="229320" cy="402480"/>
              </p14:xfrm>
            </p:contentPart>
          </mc:Choice>
          <mc:Fallback xmlns="">
            <p:pic>
              <p:nvPicPr>
                <p:cNvPr id="28" name="Ink 27">
                  <a:extLst>
                    <a:ext uri="{FF2B5EF4-FFF2-40B4-BE49-F238E27FC236}">
                      <a16:creationId xmlns:a16="http://schemas.microsoft.com/office/drawing/2014/main" id="{97FCDAD7-001B-15FE-AB8B-05424896D9CB}"/>
                    </a:ext>
                  </a:extLst>
                </p:cNvPr>
                <p:cNvPicPr/>
                <p:nvPr/>
              </p:nvPicPr>
              <p:blipFill>
                <a:blip r:embed="rId43"/>
                <a:stretch>
                  <a:fillRect/>
                </a:stretch>
              </p:blipFill>
              <p:spPr>
                <a:xfrm>
                  <a:off x="1394395" y="2120060"/>
                  <a:ext cx="246960" cy="420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BD6E544E-9822-A884-A2D9-FA2ECAA7CD77}"/>
                    </a:ext>
                  </a:extLst>
                </p14:cNvPr>
                <p14:cNvContentPartPr/>
                <p14:nvPr/>
              </p14:nvContentPartPr>
              <p14:xfrm>
                <a:off x="1835755" y="2522180"/>
                <a:ext cx="213840" cy="216720"/>
              </p14:xfrm>
            </p:contentPart>
          </mc:Choice>
          <mc:Fallback xmlns="">
            <p:pic>
              <p:nvPicPr>
                <p:cNvPr id="29" name="Ink 28">
                  <a:extLst>
                    <a:ext uri="{FF2B5EF4-FFF2-40B4-BE49-F238E27FC236}">
                      <a16:creationId xmlns:a16="http://schemas.microsoft.com/office/drawing/2014/main" id="{BD6E544E-9822-A884-A2D9-FA2ECAA7CD77}"/>
                    </a:ext>
                  </a:extLst>
                </p:cNvPr>
                <p:cNvPicPr/>
                <p:nvPr/>
              </p:nvPicPr>
              <p:blipFill>
                <a:blip r:embed="rId45"/>
                <a:stretch>
                  <a:fillRect/>
                </a:stretch>
              </p:blipFill>
              <p:spPr>
                <a:xfrm>
                  <a:off x="1827115" y="2513180"/>
                  <a:ext cx="23148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4A46C662-604C-3A71-3D51-8EF4EC796FA2}"/>
                    </a:ext>
                  </a:extLst>
                </p14:cNvPr>
                <p14:cNvContentPartPr/>
                <p14:nvPr/>
              </p14:nvContentPartPr>
              <p14:xfrm>
                <a:off x="2157955" y="2276300"/>
                <a:ext cx="11160" cy="4680"/>
              </p14:xfrm>
            </p:contentPart>
          </mc:Choice>
          <mc:Fallback xmlns="">
            <p:pic>
              <p:nvPicPr>
                <p:cNvPr id="30" name="Ink 29">
                  <a:extLst>
                    <a:ext uri="{FF2B5EF4-FFF2-40B4-BE49-F238E27FC236}">
                      <a16:creationId xmlns:a16="http://schemas.microsoft.com/office/drawing/2014/main" id="{4A46C662-604C-3A71-3D51-8EF4EC796FA2}"/>
                    </a:ext>
                  </a:extLst>
                </p:cNvPr>
                <p:cNvPicPr/>
                <p:nvPr/>
              </p:nvPicPr>
              <p:blipFill>
                <a:blip r:embed="rId47"/>
                <a:stretch>
                  <a:fillRect/>
                </a:stretch>
              </p:blipFill>
              <p:spPr>
                <a:xfrm>
                  <a:off x="2148955" y="2267300"/>
                  <a:ext cx="2880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727B3FE5-01F0-2F85-D44D-696F6FE1DC82}"/>
                    </a:ext>
                  </a:extLst>
                </p14:cNvPr>
                <p14:cNvContentPartPr/>
                <p14:nvPr/>
              </p14:nvContentPartPr>
              <p14:xfrm>
                <a:off x="2249035" y="2322740"/>
                <a:ext cx="274320" cy="183960"/>
              </p14:xfrm>
            </p:contentPart>
          </mc:Choice>
          <mc:Fallback xmlns="">
            <p:pic>
              <p:nvPicPr>
                <p:cNvPr id="31" name="Ink 30">
                  <a:extLst>
                    <a:ext uri="{FF2B5EF4-FFF2-40B4-BE49-F238E27FC236}">
                      <a16:creationId xmlns:a16="http://schemas.microsoft.com/office/drawing/2014/main" id="{727B3FE5-01F0-2F85-D44D-696F6FE1DC82}"/>
                    </a:ext>
                  </a:extLst>
                </p:cNvPr>
                <p:cNvPicPr/>
                <p:nvPr/>
              </p:nvPicPr>
              <p:blipFill>
                <a:blip r:embed="rId49"/>
                <a:stretch>
                  <a:fillRect/>
                </a:stretch>
              </p:blipFill>
              <p:spPr>
                <a:xfrm>
                  <a:off x="2240035" y="2314100"/>
                  <a:ext cx="29196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8045D825-AE0F-E934-CC91-5358D23E8361}"/>
                    </a:ext>
                  </a:extLst>
                </p14:cNvPr>
                <p14:cNvContentPartPr/>
                <p14:nvPr/>
              </p14:nvContentPartPr>
              <p14:xfrm>
                <a:off x="2326795" y="2334980"/>
                <a:ext cx="546480" cy="322560"/>
              </p14:xfrm>
            </p:contentPart>
          </mc:Choice>
          <mc:Fallback xmlns="">
            <p:pic>
              <p:nvPicPr>
                <p:cNvPr id="35" name="Ink 34">
                  <a:extLst>
                    <a:ext uri="{FF2B5EF4-FFF2-40B4-BE49-F238E27FC236}">
                      <a16:creationId xmlns:a16="http://schemas.microsoft.com/office/drawing/2014/main" id="{8045D825-AE0F-E934-CC91-5358D23E8361}"/>
                    </a:ext>
                  </a:extLst>
                </p:cNvPr>
                <p:cNvPicPr/>
                <p:nvPr/>
              </p:nvPicPr>
              <p:blipFill>
                <a:blip r:embed="rId51"/>
                <a:stretch>
                  <a:fillRect/>
                </a:stretch>
              </p:blipFill>
              <p:spPr>
                <a:xfrm>
                  <a:off x="2317795" y="2325980"/>
                  <a:ext cx="564120" cy="3402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B9F1BB38-DC97-FEA1-DC77-5E28C19A4DD2}"/>
                    </a:ext>
                  </a:extLst>
                </p14:cNvPr>
                <p14:cNvContentPartPr/>
                <p14:nvPr/>
              </p14:nvContentPartPr>
              <p14:xfrm>
                <a:off x="2886235" y="2064620"/>
                <a:ext cx="71640" cy="285840"/>
              </p14:xfrm>
            </p:contentPart>
          </mc:Choice>
          <mc:Fallback xmlns="">
            <p:pic>
              <p:nvPicPr>
                <p:cNvPr id="36" name="Ink 35">
                  <a:extLst>
                    <a:ext uri="{FF2B5EF4-FFF2-40B4-BE49-F238E27FC236}">
                      <a16:creationId xmlns:a16="http://schemas.microsoft.com/office/drawing/2014/main" id="{B9F1BB38-DC97-FEA1-DC77-5E28C19A4DD2}"/>
                    </a:ext>
                  </a:extLst>
                </p:cNvPr>
                <p:cNvPicPr/>
                <p:nvPr/>
              </p:nvPicPr>
              <p:blipFill>
                <a:blip r:embed="rId53"/>
                <a:stretch>
                  <a:fillRect/>
                </a:stretch>
              </p:blipFill>
              <p:spPr>
                <a:xfrm>
                  <a:off x="2877235" y="2055980"/>
                  <a:ext cx="8928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84119D27-2A49-7EA0-426D-374027BF4691}"/>
                    </a:ext>
                  </a:extLst>
                </p14:cNvPr>
                <p14:cNvContentPartPr/>
                <p14:nvPr/>
              </p14:nvContentPartPr>
              <p14:xfrm>
                <a:off x="3048955" y="2045180"/>
                <a:ext cx="45000" cy="14400"/>
              </p14:xfrm>
            </p:contentPart>
          </mc:Choice>
          <mc:Fallback xmlns="">
            <p:pic>
              <p:nvPicPr>
                <p:cNvPr id="37" name="Ink 36">
                  <a:extLst>
                    <a:ext uri="{FF2B5EF4-FFF2-40B4-BE49-F238E27FC236}">
                      <a16:creationId xmlns:a16="http://schemas.microsoft.com/office/drawing/2014/main" id="{84119D27-2A49-7EA0-426D-374027BF4691}"/>
                    </a:ext>
                  </a:extLst>
                </p:cNvPr>
                <p:cNvPicPr/>
                <p:nvPr/>
              </p:nvPicPr>
              <p:blipFill>
                <a:blip r:embed="rId55"/>
                <a:stretch>
                  <a:fillRect/>
                </a:stretch>
              </p:blipFill>
              <p:spPr>
                <a:xfrm>
                  <a:off x="3039955" y="2036180"/>
                  <a:ext cx="62640" cy="32040"/>
                </a:xfrm>
                <a:prstGeom prst="rect">
                  <a:avLst/>
                </a:prstGeom>
              </p:spPr>
            </p:pic>
          </mc:Fallback>
        </mc:AlternateContent>
      </p:grpSp>
      <p:grpSp>
        <p:nvGrpSpPr>
          <p:cNvPr id="58" name="Group 57">
            <a:extLst>
              <a:ext uri="{FF2B5EF4-FFF2-40B4-BE49-F238E27FC236}">
                <a16:creationId xmlns:a16="http://schemas.microsoft.com/office/drawing/2014/main" id="{9C45CF81-A885-7FA9-C3E3-258CC45C00BA}"/>
              </a:ext>
            </a:extLst>
          </p:cNvPr>
          <p:cNvGrpSpPr/>
          <p:nvPr/>
        </p:nvGrpSpPr>
        <p:grpSpPr>
          <a:xfrm>
            <a:off x="3600475" y="4003220"/>
            <a:ext cx="239760" cy="194040"/>
            <a:chOff x="3600475" y="4003220"/>
            <a:chExt cx="239760" cy="194040"/>
          </a:xfrm>
        </p:grpSpPr>
        <mc:AlternateContent xmlns:mc="http://schemas.openxmlformats.org/markup-compatibility/2006" xmlns:p14="http://schemas.microsoft.com/office/powerpoint/2010/main">
          <mc:Choice Requires="p14">
            <p:contentPart p14:bwMode="auto" r:id="rId56">
              <p14:nvContentPartPr>
                <p14:cNvPr id="39" name="Ink 38">
                  <a:extLst>
                    <a:ext uri="{FF2B5EF4-FFF2-40B4-BE49-F238E27FC236}">
                      <a16:creationId xmlns:a16="http://schemas.microsoft.com/office/drawing/2014/main" id="{7A27B3FA-0B35-EDA2-047C-E6B34430806B}"/>
                    </a:ext>
                  </a:extLst>
                </p14:cNvPr>
                <p14:cNvContentPartPr/>
                <p14:nvPr/>
              </p14:nvContentPartPr>
              <p14:xfrm>
                <a:off x="3600475" y="4094660"/>
                <a:ext cx="239760" cy="78840"/>
              </p14:xfrm>
            </p:contentPart>
          </mc:Choice>
          <mc:Fallback xmlns="">
            <p:pic>
              <p:nvPicPr>
                <p:cNvPr id="39" name="Ink 38">
                  <a:extLst>
                    <a:ext uri="{FF2B5EF4-FFF2-40B4-BE49-F238E27FC236}">
                      <a16:creationId xmlns:a16="http://schemas.microsoft.com/office/drawing/2014/main" id="{7A27B3FA-0B35-EDA2-047C-E6B34430806B}"/>
                    </a:ext>
                  </a:extLst>
                </p:cNvPr>
                <p:cNvPicPr/>
                <p:nvPr/>
              </p:nvPicPr>
              <p:blipFill>
                <a:blip r:embed="rId57"/>
                <a:stretch>
                  <a:fillRect/>
                </a:stretch>
              </p:blipFill>
              <p:spPr>
                <a:xfrm>
                  <a:off x="3591835" y="4086020"/>
                  <a:ext cx="25740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0" name="Ink 39">
                  <a:extLst>
                    <a:ext uri="{FF2B5EF4-FFF2-40B4-BE49-F238E27FC236}">
                      <a16:creationId xmlns:a16="http://schemas.microsoft.com/office/drawing/2014/main" id="{046DA91E-D7C2-2FEE-C6DC-0925F2F716EA}"/>
                    </a:ext>
                  </a:extLst>
                </p14:cNvPr>
                <p14:cNvContentPartPr/>
                <p14:nvPr/>
              </p14:nvContentPartPr>
              <p14:xfrm>
                <a:off x="3626035" y="4003220"/>
                <a:ext cx="139320" cy="194040"/>
              </p14:xfrm>
            </p:contentPart>
          </mc:Choice>
          <mc:Fallback xmlns="">
            <p:pic>
              <p:nvPicPr>
                <p:cNvPr id="40" name="Ink 39">
                  <a:extLst>
                    <a:ext uri="{FF2B5EF4-FFF2-40B4-BE49-F238E27FC236}">
                      <a16:creationId xmlns:a16="http://schemas.microsoft.com/office/drawing/2014/main" id="{046DA91E-D7C2-2FEE-C6DC-0925F2F716EA}"/>
                    </a:ext>
                  </a:extLst>
                </p:cNvPr>
                <p:cNvPicPr/>
                <p:nvPr/>
              </p:nvPicPr>
              <p:blipFill>
                <a:blip r:embed="rId59"/>
                <a:stretch>
                  <a:fillRect/>
                </a:stretch>
              </p:blipFill>
              <p:spPr>
                <a:xfrm>
                  <a:off x="3617395" y="3994580"/>
                  <a:ext cx="156960" cy="211680"/>
                </a:xfrm>
                <a:prstGeom prst="rect">
                  <a:avLst/>
                </a:prstGeom>
              </p:spPr>
            </p:pic>
          </mc:Fallback>
        </mc:AlternateContent>
      </p:grpSp>
      <p:grpSp>
        <p:nvGrpSpPr>
          <p:cNvPr id="57" name="Group 56">
            <a:extLst>
              <a:ext uri="{FF2B5EF4-FFF2-40B4-BE49-F238E27FC236}">
                <a16:creationId xmlns:a16="http://schemas.microsoft.com/office/drawing/2014/main" id="{CC99368D-CC2F-2AE0-921B-8933255F66A5}"/>
              </a:ext>
            </a:extLst>
          </p:cNvPr>
          <p:cNvGrpSpPr/>
          <p:nvPr/>
        </p:nvGrpSpPr>
        <p:grpSpPr>
          <a:xfrm>
            <a:off x="3745915" y="3507860"/>
            <a:ext cx="239040" cy="177120"/>
            <a:chOff x="3745915" y="3507860"/>
            <a:chExt cx="239040" cy="177120"/>
          </a:xfrm>
        </p:grpSpPr>
        <mc:AlternateContent xmlns:mc="http://schemas.openxmlformats.org/markup-compatibility/2006" xmlns:p14="http://schemas.microsoft.com/office/powerpoint/2010/main">
          <mc:Choice Requires="p14">
            <p:contentPart p14:bwMode="auto" r:id="rId60">
              <p14:nvContentPartPr>
                <p14:cNvPr id="41" name="Ink 40">
                  <a:extLst>
                    <a:ext uri="{FF2B5EF4-FFF2-40B4-BE49-F238E27FC236}">
                      <a16:creationId xmlns:a16="http://schemas.microsoft.com/office/drawing/2014/main" id="{39054CD1-E2F1-2CDD-3C31-D9BDD698928F}"/>
                    </a:ext>
                  </a:extLst>
                </p14:cNvPr>
                <p14:cNvContentPartPr/>
                <p14:nvPr/>
              </p14:nvContentPartPr>
              <p14:xfrm>
                <a:off x="3745915" y="3592820"/>
                <a:ext cx="239040" cy="45000"/>
              </p14:xfrm>
            </p:contentPart>
          </mc:Choice>
          <mc:Fallback xmlns="">
            <p:pic>
              <p:nvPicPr>
                <p:cNvPr id="41" name="Ink 40">
                  <a:extLst>
                    <a:ext uri="{FF2B5EF4-FFF2-40B4-BE49-F238E27FC236}">
                      <a16:creationId xmlns:a16="http://schemas.microsoft.com/office/drawing/2014/main" id="{39054CD1-E2F1-2CDD-3C31-D9BDD698928F}"/>
                    </a:ext>
                  </a:extLst>
                </p:cNvPr>
                <p:cNvPicPr/>
                <p:nvPr/>
              </p:nvPicPr>
              <p:blipFill>
                <a:blip r:embed="rId61"/>
                <a:stretch>
                  <a:fillRect/>
                </a:stretch>
              </p:blipFill>
              <p:spPr>
                <a:xfrm>
                  <a:off x="3736915" y="3583820"/>
                  <a:ext cx="25668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2" name="Ink 41">
                  <a:extLst>
                    <a:ext uri="{FF2B5EF4-FFF2-40B4-BE49-F238E27FC236}">
                      <a16:creationId xmlns:a16="http://schemas.microsoft.com/office/drawing/2014/main" id="{B95ED1EA-408E-0573-2D29-0B53C71499C7}"/>
                    </a:ext>
                  </a:extLst>
                </p14:cNvPr>
                <p14:cNvContentPartPr/>
                <p14:nvPr/>
              </p14:nvContentPartPr>
              <p14:xfrm>
                <a:off x="3862915" y="3507860"/>
                <a:ext cx="71640" cy="177120"/>
              </p14:xfrm>
            </p:contentPart>
          </mc:Choice>
          <mc:Fallback xmlns="">
            <p:pic>
              <p:nvPicPr>
                <p:cNvPr id="42" name="Ink 41">
                  <a:extLst>
                    <a:ext uri="{FF2B5EF4-FFF2-40B4-BE49-F238E27FC236}">
                      <a16:creationId xmlns:a16="http://schemas.microsoft.com/office/drawing/2014/main" id="{B95ED1EA-408E-0573-2D29-0B53C71499C7}"/>
                    </a:ext>
                  </a:extLst>
                </p:cNvPr>
                <p:cNvPicPr/>
                <p:nvPr/>
              </p:nvPicPr>
              <p:blipFill>
                <a:blip r:embed="rId63"/>
                <a:stretch>
                  <a:fillRect/>
                </a:stretch>
              </p:blipFill>
              <p:spPr>
                <a:xfrm>
                  <a:off x="3853915" y="3499220"/>
                  <a:ext cx="89280" cy="194760"/>
                </a:xfrm>
                <a:prstGeom prst="rect">
                  <a:avLst/>
                </a:prstGeom>
              </p:spPr>
            </p:pic>
          </mc:Fallback>
        </mc:AlternateContent>
      </p:grpSp>
      <p:grpSp>
        <p:nvGrpSpPr>
          <p:cNvPr id="56" name="Group 55">
            <a:extLst>
              <a:ext uri="{FF2B5EF4-FFF2-40B4-BE49-F238E27FC236}">
                <a16:creationId xmlns:a16="http://schemas.microsoft.com/office/drawing/2014/main" id="{955F402F-5E37-4BEE-8D07-0D347C877A26}"/>
              </a:ext>
            </a:extLst>
          </p:cNvPr>
          <p:cNvGrpSpPr/>
          <p:nvPr/>
        </p:nvGrpSpPr>
        <p:grpSpPr>
          <a:xfrm>
            <a:off x="4319755" y="3821780"/>
            <a:ext cx="328320" cy="138240"/>
            <a:chOff x="4319755" y="3821780"/>
            <a:chExt cx="328320" cy="138240"/>
          </a:xfrm>
        </p:grpSpPr>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7A81FBCD-38F9-D114-FF8C-B5723F47A7AA}"/>
                    </a:ext>
                  </a:extLst>
                </p14:cNvPr>
                <p14:cNvContentPartPr/>
                <p14:nvPr/>
              </p14:nvContentPartPr>
              <p14:xfrm>
                <a:off x="4319755" y="3821780"/>
                <a:ext cx="292320" cy="45000"/>
              </p14:xfrm>
            </p:contentPart>
          </mc:Choice>
          <mc:Fallback xmlns="">
            <p:pic>
              <p:nvPicPr>
                <p:cNvPr id="43" name="Ink 42">
                  <a:extLst>
                    <a:ext uri="{FF2B5EF4-FFF2-40B4-BE49-F238E27FC236}">
                      <a16:creationId xmlns:a16="http://schemas.microsoft.com/office/drawing/2014/main" id="{7A81FBCD-38F9-D114-FF8C-B5723F47A7AA}"/>
                    </a:ext>
                  </a:extLst>
                </p:cNvPr>
                <p:cNvPicPr/>
                <p:nvPr/>
              </p:nvPicPr>
              <p:blipFill>
                <a:blip r:embed="rId65"/>
                <a:stretch>
                  <a:fillRect/>
                </a:stretch>
              </p:blipFill>
              <p:spPr>
                <a:xfrm>
                  <a:off x="4311115" y="3812780"/>
                  <a:ext cx="30996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701CD49B-B681-B676-6E5E-6CAEABC40C5C}"/>
                    </a:ext>
                  </a:extLst>
                </p14:cNvPr>
                <p14:cNvContentPartPr/>
                <p14:nvPr/>
              </p14:nvContentPartPr>
              <p14:xfrm>
                <a:off x="4554835" y="3844460"/>
                <a:ext cx="93240" cy="115560"/>
              </p14:xfrm>
            </p:contentPart>
          </mc:Choice>
          <mc:Fallback xmlns="">
            <p:pic>
              <p:nvPicPr>
                <p:cNvPr id="44" name="Ink 43">
                  <a:extLst>
                    <a:ext uri="{FF2B5EF4-FFF2-40B4-BE49-F238E27FC236}">
                      <a16:creationId xmlns:a16="http://schemas.microsoft.com/office/drawing/2014/main" id="{701CD49B-B681-B676-6E5E-6CAEABC40C5C}"/>
                    </a:ext>
                  </a:extLst>
                </p:cNvPr>
                <p:cNvPicPr/>
                <p:nvPr/>
              </p:nvPicPr>
              <p:blipFill>
                <a:blip r:embed="rId67"/>
                <a:stretch>
                  <a:fillRect/>
                </a:stretch>
              </p:blipFill>
              <p:spPr>
                <a:xfrm>
                  <a:off x="4546195" y="3835460"/>
                  <a:ext cx="110880" cy="133200"/>
                </a:xfrm>
                <a:prstGeom prst="rect">
                  <a:avLst/>
                </a:prstGeom>
              </p:spPr>
            </p:pic>
          </mc:Fallback>
        </mc:AlternateContent>
      </p:grpSp>
      <p:grpSp>
        <p:nvGrpSpPr>
          <p:cNvPr id="55" name="Group 54">
            <a:extLst>
              <a:ext uri="{FF2B5EF4-FFF2-40B4-BE49-F238E27FC236}">
                <a16:creationId xmlns:a16="http://schemas.microsoft.com/office/drawing/2014/main" id="{00EBC8ED-226C-CE32-77B2-564B7F09398C}"/>
              </a:ext>
            </a:extLst>
          </p:cNvPr>
          <p:cNvGrpSpPr/>
          <p:nvPr/>
        </p:nvGrpSpPr>
        <p:grpSpPr>
          <a:xfrm>
            <a:off x="4316155" y="2915660"/>
            <a:ext cx="843120" cy="678600"/>
            <a:chOff x="4316155" y="2915660"/>
            <a:chExt cx="843120" cy="678600"/>
          </a:xfrm>
        </p:grpSpPr>
        <mc:AlternateContent xmlns:mc="http://schemas.openxmlformats.org/markup-compatibility/2006" xmlns:p14="http://schemas.microsoft.com/office/powerpoint/2010/main">
          <mc:Choice Requires="p14">
            <p:contentPart p14:bwMode="auto" r:id="rId68">
              <p14:nvContentPartPr>
                <p14:cNvPr id="45" name="Ink 44">
                  <a:extLst>
                    <a:ext uri="{FF2B5EF4-FFF2-40B4-BE49-F238E27FC236}">
                      <a16:creationId xmlns:a16="http://schemas.microsoft.com/office/drawing/2014/main" id="{D9597C3F-161E-6BCD-C784-228A7AB6B375}"/>
                    </a:ext>
                  </a:extLst>
                </p14:cNvPr>
                <p14:cNvContentPartPr/>
                <p14:nvPr/>
              </p14:nvContentPartPr>
              <p14:xfrm>
                <a:off x="4926355" y="3500300"/>
                <a:ext cx="232920" cy="46080"/>
              </p14:xfrm>
            </p:contentPart>
          </mc:Choice>
          <mc:Fallback xmlns="">
            <p:pic>
              <p:nvPicPr>
                <p:cNvPr id="45" name="Ink 44">
                  <a:extLst>
                    <a:ext uri="{FF2B5EF4-FFF2-40B4-BE49-F238E27FC236}">
                      <a16:creationId xmlns:a16="http://schemas.microsoft.com/office/drawing/2014/main" id="{D9597C3F-161E-6BCD-C784-228A7AB6B375}"/>
                    </a:ext>
                  </a:extLst>
                </p:cNvPr>
                <p:cNvPicPr/>
                <p:nvPr/>
              </p:nvPicPr>
              <p:blipFill>
                <a:blip r:embed="rId69"/>
                <a:stretch>
                  <a:fillRect/>
                </a:stretch>
              </p:blipFill>
              <p:spPr>
                <a:xfrm>
                  <a:off x="4917355" y="3491660"/>
                  <a:ext cx="25056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B3F25A15-6BF6-C11F-809F-8D36F02B05FD}"/>
                    </a:ext>
                  </a:extLst>
                </p14:cNvPr>
                <p14:cNvContentPartPr/>
                <p14:nvPr/>
              </p14:nvContentPartPr>
              <p14:xfrm>
                <a:off x="4850395" y="3470060"/>
                <a:ext cx="225720" cy="124200"/>
              </p14:xfrm>
            </p:contentPart>
          </mc:Choice>
          <mc:Fallback xmlns="">
            <p:pic>
              <p:nvPicPr>
                <p:cNvPr id="46" name="Ink 45">
                  <a:extLst>
                    <a:ext uri="{FF2B5EF4-FFF2-40B4-BE49-F238E27FC236}">
                      <a16:creationId xmlns:a16="http://schemas.microsoft.com/office/drawing/2014/main" id="{B3F25A15-6BF6-C11F-809F-8D36F02B05FD}"/>
                    </a:ext>
                  </a:extLst>
                </p:cNvPr>
                <p:cNvPicPr/>
                <p:nvPr/>
              </p:nvPicPr>
              <p:blipFill>
                <a:blip r:embed="rId71"/>
                <a:stretch>
                  <a:fillRect/>
                </a:stretch>
              </p:blipFill>
              <p:spPr>
                <a:xfrm>
                  <a:off x="4841395" y="3461060"/>
                  <a:ext cx="2433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8E7BFA3C-8066-CF94-C824-9C773A921D3D}"/>
                    </a:ext>
                  </a:extLst>
                </p14:cNvPr>
                <p14:cNvContentPartPr/>
                <p14:nvPr/>
              </p14:nvContentPartPr>
              <p14:xfrm>
                <a:off x="4649155" y="3090260"/>
                <a:ext cx="171720" cy="18720"/>
              </p14:xfrm>
            </p:contentPart>
          </mc:Choice>
          <mc:Fallback xmlns="">
            <p:pic>
              <p:nvPicPr>
                <p:cNvPr id="47" name="Ink 46">
                  <a:extLst>
                    <a:ext uri="{FF2B5EF4-FFF2-40B4-BE49-F238E27FC236}">
                      <a16:creationId xmlns:a16="http://schemas.microsoft.com/office/drawing/2014/main" id="{8E7BFA3C-8066-CF94-C824-9C773A921D3D}"/>
                    </a:ext>
                  </a:extLst>
                </p:cNvPr>
                <p:cNvPicPr/>
                <p:nvPr/>
              </p:nvPicPr>
              <p:blipFill>
                <a:blip r:embed="rId73"/>
                <a:stretch>
                  <a:fillRect/>
                </a:stretch>
              </p:blipFill>
              <p:spPr>
                <a:xfrm>
                  <a:off x="4640155" y="3081260"/>
                  <a:ext cx="18936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94DB3F8D-87EF-BA36-FD15-90E446CE06FE}"/>
                    </a:ext>
                  </a:extLst>
                </p14:cNvPr>
                <p14:cNvContentPartPr/>
                <p14:nvPr/>
              </p14:nvContentPartPr>
              <p14:xfrm>
                <a:off x="4556275" y="2915660"/>
                <a:ext cx="184680" cy="146880"/>
              </p14:xfrm>
            </p:contentPart>
          </mc:Choice>
          <mc:Fallback xmlns="">
            <p:pic>
              <p:nvPicPr>
                <p:cNvPr id="48" name="Ink 47">
                  <a:extLst>
                    <a:ext uri="{FF2B5EF4-FFF2-40B4-BE49-F238E27FC236}">
                      <a16:creationId xmlns:a16="http://schemas.microsoft.com/office/drawing/2014/main" id="{94DB3F8D-87EF-BA36-FD15-90E446CE06FE}"/>
                    </a:ext>
                  </a:extLst>
                </p:cNvPr>
                <p:cNvPicPr/>
                <p:nvPr/>
              </p:nvPicPr>
              <p:blipFill>
                <a:blip r:embed="rId75"/>
                <a:stretch>
                  <a:fillRect/>
                </a:stretch>
              </p:blipFill>
              <p:spPr>
                <a:xfrm>
                  <a:off x="4547275" y="2906660"/>
                  <a:ext cx="20232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1562193F-DA60-06EE-BBED-6C62AB38279D}"/>
                    </a:ext>
                  </a:extLst>
                </p14:cNvPr>
                <p14:cNvContentPartPr/>
                <p14:nvPr/>
              </p14:nvContentPartPr>
              <p14:xfrm>
                <a:off x="4354675" y="2930780"/>
                <a:ext cx="313920" cy="16560"/>
              </p14:xfrm>
            </p:contentPart>
          </mc:Choice>
          <mc:Fallback xmlns="">
            <p:pic>
              <p:nvPicPr>
                <p:cNvPr id="49" name="Ink 48">
                  <a:extLst>
                    <a:ext uri="{FF2B5EF4-FFF2-40B4-BE49-F238E27FC236}">
                      <a16:creationId xmlns:a16="http://schemas.microsoft.com/office/drawing/2014/main" id="{1562193F-DA60-06EE-BBED-6C62AB38279D}"/>
                    </a:ext>
                  </a:extLst>
                </p:cNvPr>
                <p:cNvPicPr/>
                <p:nvPr/>
              </p:nvPicPr>
              <p:blipFill>
                <a:blip r:embed="rId77"/>
                <a:stretch>
                  <a:fillRect/>
                </a:stretch>
              </p:blipFill>
              <p:spPr>
                <a:xfrm>
                  <a:off x="4346035" y="2921780"/>
                  <a:ext cx="33156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2534F4AF-8253-8367-6FE4-B8570218ADD9}"/>
                    </a:ext>
                  </a:extLst>
                </p14:cNvPr>
                <p14:cNvContentPartPr/>
                <p14:nvPr/>
              </p14:nvContentPartPr>
              <p14:xfrm>
                <a:off x="4492195" y="2993780"/>
                <a:ext cx="72720" cy="92520"/>
              </p14:xfrm>
            </p:contentPart>
          </mc:Choice>
          <mc:Fallback xmlns="">
            <p:pic>
              <p:nvPicPr>
                <p:cNvPr id="50" name="Ink 49">
                  <a:extLst>
                    <a:ext uri="{FF2B5EF4-FFF2-40B4-BE49-F238E27FC236}">
                      <a16:creationId xmlns:a16="http://schemas.microsoft.com/office/drawing/2014/main" id="{2534F4AF-8253-8367-6FE4-B8570218ADD9}"/>
                    </a:ext>
                  </a:extLst>
                </p:cNvPr>
                <p:cNvPicPr/>
                <p:nvPr/>
              </p:nvPicPr>
              <p:blipFill>
                <a:blip r:embed="rId79"/>
                <a:stretch>
                  <a:fillRect/>
                </a:stretch>
              </p:blipFill>
              <p:spPr>
                <a:xfrm>
                  <a:off x="4483555" y="2984780"/>
                  <a:ext cx="9036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Ink 50">
                  <a:extLst>
                    <a:ext uri="{FF2B5EF4-FFF2-40B4-BE49-F238E27FC236}">
                      <a16:creationId xmlns:a16="http://schemas.microsoft.com/office/drawing/2014/main" id="{841E21C3-9DDF-70D2-5583-1BE86F7C6936}"/>
                    </a:ext>
                  </a:extLst>
                </p14:cNvPr>
                <p14:cNvContentPartPr/>
                <p14:nvPr/>
              </p14:nvContentPartPr>
              <p14:xfrm>
                <a:off x="4316155" y="3336500"/>
                <a:ext cx="252360" cy="30240"/>
              </p14:xfrm>
            </p:contentPart>
          </mc:Choice>
          <mc:Fallback xmlns="">
            <p:pic>
              <p:nvPicPr>
                <p:cNvPr id="51" name="Ink 50">
                  <a:extLst>
                    <a:ext uri="{FF2B5EF4-FFF2-40B4-BE49-F238E27FC236}">
                      <a16:creationId xmlns:a16="http://schemas.microsoft.com/office/drawing/2014/main" id="{841E21C3-9DDF-70D2-5583-1BE86F7C6936}"/>
                    </a:ext>
                  </a:extLst>
                </p:cNvPr>
                <p:cNvPicPr/>
                <p:nvPr/>
              </p:nvPicPr>
              <p:blipFill>
                <a:blip r:embed="rId81"/>
                <a:stretch>
                  <a:fillRect/>
                </a:stretch>
              </p:blipFill>
              <p:spPr>
                <a:xfrm>
                  <a:off x="4307515" y="3327860"/>
                  <a:ext cx="2700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1ECD099E-0BD6-54A1-DFCC-27ADF4C01873}"/>
                    </a:ext>
                  </a:extLst>
                </p14:cNvPr>
                <p14:cNvContentPartPr/>
                <p14:nvPr/>
              </p14:nvContentPartPr>
              <p14:xfrm>
                <a:off x="4424875" y="3232460"/>
                <a:ext cx="152280" cy="199080"/>
              </p14:xfrm>
            </p:contentPart>
          </mc:Choice>
          <mc:Fallback xmlns="">
            <p:pic>
              <p:nvPicPr>
                <p:cNvPr id="52" name="Ink 51">
                  <a:extLst>
                    <a:ext uri="{FF2B5EF4-FFF2-40B4-BE49-F238E27FC236}">
                      <a16:creationId xmlns:a16="http://schemas.microsoft.com/office/drawing/2014/main" id="{1ECD099E-0BD6-54A1-DFCC-27ADF4C01873}"/>
                    </a:ext>
                  </a:extLst>
                </p:cNvPr>
                <p:cNvPicPr/>
                <p:nvPr/>
              </p:nvPicPr>
              <p:blipFill>
                <a:blip r:embed="rId83"/>
                <a:stretch>
                  <a:fillRect/>
                </a:stretch>
              </p:blipFill>
              <p:spPr>
                <a:xfrm>
                  <a:off x="4415875" y="3223460"/>
                  <a:ext cx="169920" cy="216720"/>
                </a:xfrm>
                <a:prstGeom prst="rect">
                  <a:avLst/>
                </a:prstGeom>
              </p:spPr>
            </p:pic>
          </mc:Fallback>
        </mc:AlternateContent>
      </p:grpSp>
      <p:grpSp>
        <p:nvGrpSpPr>
          <p:cNvPr id="79" name="Group 78">
            <a:extLst>
              <a:ext uri="{FF2B5EF4-FFF2-40B4-BE49-F238E27FC236}">
                <a16:creationId xmlns:a16="http://schemas.microsoft.com/office/drawing/2014/main" id="{26E65CE4-F1C7-2FC7-FFC0-22EBD8479EF1}"/>
              </a:ext>
            </a:extLst>
          </p:cNvPr>
          <p:cNvGrpSpPr/>
          <p:nvPr/>
        </p:nvGrpSpPr>
        <p:grpSpPr>
          <a:xfrm>
            <a:off x="6270955" y="2422820"/>
            <a:ext cx="318600" cy="181440"/>
            <a:chOff x="6270955" y="2422820"/>
            <a:chExt cx="318600" cy="181440"/>
          </a:xfrm>
        </p:grpSpPr>
        <mc:AlternateContent xmlns:mc="http://schemas.openxmlformats.org/markup-compatibility/2006" xmlns:p14="http://schemas.microsoft.com/office/powerpoint/2010/main">
          <mc:Choice Requires="p14">
            <p:contentPart p14:bwMode="auto" r:id="rId84">
              <p14:nvContentPartPr>
                <p14:cNvPr id="59" name="Ink 58">
                  <a:extLst>
                    <a:ext uri="{FF2B5EF4-FFF2-40B4-BE49-F238E27FC236}">
                      <a16:creationId xmlns:a16="http://schemas.microsoft.com/office/drawing/2014/main" id="{001F60F9-04C6-4EC7-3113-71CE62E2D0FA}"/>
                    </a:ext>
                  </a:extLst>
                </p14:cNvPr>
                <p14:cNvContentPartPr/>
                <p14:nvPr/>
              </p14:nvContentPartPr>
              <p14:xfrm>
                <a:off x="6357715" y="2422820"/>
                <a:ext cx="231840" cy="140400"/>
              </p14:xfrm>
            </p:contentPart>
          </mc:Choice>
          <mc:Fallback xmlns="">
            <p:pic>
              <p:nvPicPr>
                <p:cNvPr id="59" name="Ink 58">
                  <a:extLst>
                    <a:ext uri="{FF2B5EF4-FFF2-40B4-BE49-F238E27FC236}">
                      <a16:creationId xmlns:a16="http://schemas.microsoft.com/office/drawing/2014/main" id="{001F60F9-04C6-4EC7-3113-71CE62E2D0FA}"/>
                    </a:ext>
                  </a:extLst>
                </p:cNvPr>
                <p:cNvPicPr/>
                <p:nvPr/>
              </p:nvPicPr>
              <p:blipFill>
                <a:blip r:embed="rId85"/>
                <a:stretch>
                  <a:fillRect/>
                </a:stretch>
              </p:blipFill>
              <p:spPr>
                <a:xfrm>
                  <a:off x="6348715" y="2413820"/>
                  <a:ext cx="2494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0" name="Ink 59">
                  <a:extLst>
                    <a:ext uri="{FF2B5EF4-FFF2-40B4-BE49-F238E27FC236}">
                      <a16:creationId xmlns:a16="http://schemas.microsoft.com/office/drawing/2014/main" id="{7B42CE1F-2F2C-B8C6-B22F-B0BCFEF74501}"/>
                    </a:ext>
                  </a:extLst>
                </p14:cNvPr>
                <p14:cNvContentPartPr/>
                <p14:nvPr/>
              </p14:nvContentPartPr>
              <p14:xfrm>
                <a:off x="6270955" y="2454140"/>
                <a:ext cx="260640" cy="150120"/>
              </p14:xfrm>
            </p:contentPart>
          </mc:Choice>
          <mc:Fallback xmlns="">
            <p:pic>
              <p:nvPicPr>
                <p:cNvPr id="60" name="Ink 59">
                  <a:extLst>
                    <a:ext uri="{FF2B5EF4-FFF2-40B4-BE49-F238E27FC236}">
                      <a16:creationId xmlns:a16="http://schemas.microsoft.com/office/drawing/2014/main" id="{7B42CE1F-2F2C-B8C6-B22F-B0BCFEF74501}"/>
                    </a:ext>
                  </a:extLst>
                </p:cNvPr>
                <p:cNvPicPr/>
                <p:nvPr/>
              </p:nvPicPr>
              <p:blipFill>
                <a:blip r:embed="rId87"/>
                <a:stretch>
                  <a:fillRect/>
                </a:stretch>
              </p:blipFill>
              <p:spPr>
                <a:xfrm>
                  <a:off x="6261955" y="2445500"/>
                  <a:ext cx="278280" cy="167760"/>
                </a:xfrm>
                <a:prstGeom prst="rect">
                  <a:avLst/>
                </a:prstGeom>
              </p:spPr>
            </p:pic>
          </mc:Fallback>
        </mc:AlternateContent>
      </p:grpSp>
      <p:grpSp>
        <p:nvGrpSpPr>
          <p:cNvPr id="78" name="Group 77">
            <a:extLst>
              <a:ext uri="{FF2B5EF4-FFF2-40B4-BE49-F238E27FC236}">
                <a16:creationId xmlns:a16="http://schemas.microsoft.com/office/drawing/2014/main" id="{5C72EA7F-AA6E-27CC-A806-E139706C3C43}"/>
              </a:ext>
            </a:extLst>
          </p:cNvPr>
          <p:cNvGrpSpPr/>
          <p:nvPr/>
        </p:nvGrpSpPr>
        <p:grpSpPr>
          <a:xfrm>
            <a:off x="6129475" y="1604180"/>
            <a:ext cx="266040" cy="205920"/>
            <a:chOff x="6129475" y="1604180"/>
            <a:chExt cx="266040" cy="205920"/>
          </a:xfrm>
        </p:grpSpPr>
        <mc:AlternateContent xmlns:mc="http://schemas.openxmlformats.org/markup-compatibility/2006" xmlns:p14="http://schemas.microsoft.com/office/powerpoint/2010/main">
          <mc:Choice Requires="p14">
            <p:contentPart p14:bwMode="auto" r:id="rId88">
              <p14:nvContentPartPr>
                <p14:cNvPr id="61" name="Ink 60">
                  <a:extLst>
                    <a:ext uri="{FF2B5EF4-FFF2-40B4-BE49-F238E27FC236}">
                      <a16:creationId xmlns:a16="http://schemas.microsoft.com/office/drawing/2014/main" id="{BE77E851-E9F9-2946-9D7F-FCFA21E3F452}"/>
                    </a:ext>
                  </a:extLst>
                </p14:cNvPr>
                <p14:cNvContentPartPr/>
                <p14:nvPr/>
              </p14:nvContentPartPr>
              <p14:xfrm>
                <a:off x="6129475" y="1604180"/>
                <a:ext cx="266040" cy="205920"/>
              </p14:xfrm>
            </p:contentPart>
          </mc:Choice>
          <mc:Fallback xmlns="">
            <p:pic>
              <p:nvPicPr>
                <p:cNvPr id="61" name="Ink 60">
                  <a:extLst>
                    <a:ext uri="{FF2B5EF4-FFF2-40B4-BE49-F238E27FC236}">
                      <a16:creationId xmlns:a16="http://schemas.microsoft.com/office/drawing/2014/main" id="{BE77E851-E9F9-2946-9D7F-FCFA21E3F452}"/>
                    </a:ext>
                  </a:extLst>
                </p:cNvPr>
                <p:cNvPicPr/>
                <p:nvPr/>
              </p:nvPicPr>
              <p:blipFill>
                <a:blip r:embed="rId89"/>
                <a:stretch>
                  <a:fillRect/>
                </a:stretch>
              </p:blipFill>
              <p:spPr>
                <a:xfrm>
                  <a:off x="6120475" y="1595540"/>
                  <a:ext cx="28368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2" name="Ink 61">
                  <a:extLst>
                    <a:ext uri="{FF2B5EF4-FFF2-40B4-BE49-F238E27FC236}">
                      <a16:creationId xmlns:a16="http://schemas.microsoft.com/office/drawing/2014/main" id="{98274555-34A4-FFFC-F5EA-3D04BF05D3CB}"/>
                    </a:ext>
                  </a:extLst>
                </p14:cNvPr>
                <p14:cNvContentPartPr/>
                <p14:nvPr/>
              </p14:nvContentPartPr>
              <p14:xfrm>
                <a:off x="6187435" y="1632620"/>
                <a:ext cx="131760" cy="116640"/>
              </p14:xfrm>
            </p:contentPart>
          </mc:Choice>
          <mc:Fallback xmlns="">
            <p:pic>
              <p:nvPicPr>
                <p:cNvPr id="62" name="Ink 61">
                  <a:extLst>
                    <a:ext uri="{FF2B5EF4-FFF2-40B4-BE49-F238E27FC236}">
                      <a16:creationId xmlns:a16="http://schemas.microsoft.com/office/drawing/2014/main" id="{98274555-34A4-FFFC-F5EA-3D04BF05D3CB}"/>
                    </a:ext>
                  </a:extLst>
                </p:cNvPr>
                <p:cNvPicPr/>
                <p:nvPr/>
              </p:nvPicPr>
              <p:blipFill>
                <a:blip r:embed="rId91"/>
                <a:stretch>
                  <a:fillRect/>
                </a:stretch>
              </p:blipFill>
              <p:spPr>
                <a:xfrm>
                  <a:off x="6178795" y="1623980"/>
                  <a:ext cx="149400" cy="134280"/>
                </a:xfrm>
                <a:prstGeom prst="rect">
                  <a:avLst/>
                </a:prstGeom>
              </p:spPr>
            </p:pic>
          </mc:Fallback>
        </mc:AlternateContent>
      </p:grpSp>
      <p:grpSp>
        <p:nvGrpSpPr>
          <p:cNvPr id="77" name="Group 76">
            <a:extLst>
              <a:ext uri="{FF2B5EF4-FFF2-40B4-BE49-F238E27FC236}">
                <a16:creationId xmlns:a16="http://schemas.microsoft.com/office/drawing/2014/main" id="{6ABAD64A-A0DD-2D7A-ACCD-74868C4C360D}"/>
              </a:ext>
            </a:extLst>
          </p:cNvPr>
          <p:cNvGrpSpPr/>
          <p:nvPr/>
        </p:nvGrpSpPr>
        <p:grpSpPr>
          <a:xfrm>
            <a:off x="6996715" y="1230140"/>
            <a:ext cx="259560" cy="160920"/>
            <a:chOff x="6996715" y="1230140"/>
            <a:chExt cx="259560" cy="160920"/>
          </a:xfrm>
        </p:grpSpPr>
        <mc:AlternateContent xmlns:mc="http://schemas.openxmlformats.org/markup-compatibility/2006" xmlns:p14="http://schemas.microsoft.com/office/powerpoint/2010/main">
          <mc:Choice Requires="p14">
            <p:contentPart p14:bwMode="auto" r:id="rId92">
              <p14:nvContentPartPr>
                <p14:cNvPr id="63" name="Ink 62">
                  <a:extLst>
                    <a:ext uri="{FF2B5EF4-FFF2-40B4-BE49-F238E27FC236}">
                      <a16:creationId xmlns:a16="http://schemas.microsoft.com/office/drawing/2014/main" id="{D103C273-CCC8-3BEF-EAEC-3D138D73937E}"/>
                    </a:ext>
                  </a:extLst>
                </p14:cNvPr>
                <p14:cNvContentPartPr/>
                <p14:nvPr/>
              </p14:nvContentPartPr>
              <p14:xfrm>
                <a:off x="6996715" y="1230140"/>
                <a:ext cx="259560" cy="160200"/>
              </p14:xfrm>
            </p:contentPart>
          </mc:Choice>
          <mc:Fallback xmlns="">
            <p:pic>
              <p:nvPicPr>
                <p:cNvPr id="63" name="Ink 62">
                  <a:extLst>
                    <a:ext uri="{FF2B5EF4-FFF2-40B4-BE49-F238E27FC236}">
                      <a16:creationId xmlns:a16="http://schemas.microsoft.com/office/drawing/2014/main" id="{D103C273-CCC8-3BEF-EAEC-3D138D73937E}"/>
                    </a:ext>
                  </a:extLst>
                </p:cNvPr>
                <p:cNvPicPr/>
                <p:nvPr/>
              </p:nvPicPr>
              <p:blipFill>
                <a:blip r:embed="rId93"/>
                <a:stretch>
                  <a:fillRect/>
                </a:stretch>
              </p:blipFill>
              <p:spPr>
                <a:xfrm>
                  <a:off x="6988075" y="1221500"/>
                  <a:ext cx="27720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4" name="Ink 63">
                  <a:extLst>
                    <a:ext uri="{FF2B5EF4-FFF2-40B4-BE49-F238E27FC236}">
                      <a16:creationId xmlns:a16="http://schemas.microsoft.com/office/drawing/2014/main" id="{26DCD32D-A63E-7146-38FE-16B8390DD366}"/>
                    </a:ext>
                  </a:extLst>
                </p14:cNvPr>
                <p14:cNvContentPartPr/>
                <p14:nvPr/>
              </p14:nvContentPartPr>
              <p14:xfrm>
                <a:off x="7034155" y="1231220"/>
                <a:ext cx="169200" cy="159840"/>
              </p14:xfrm>
            </p:contentPart>
          </mc:Choice>
          <mc:Fallback xmlns="">
            <p:pic>
              <p:nvPicPr>
                <p:cNvPr id="64" name="Ink 63">
                  <a:extLst>
                    <a:ext uri="{FF2B5EF4-FFF2-40B4-BE49-F238E27FC236}">
                      <a16:creationId xmlns:a16="http://schemas.microsoft.com/office/drawing/2014/main" id="{26DCD32D-A63E-7146-38FE-16B8390DD366}"/>
                    </a:ext>
                  </a:extLst>
                </p:cNvPr>
                <p:cNvPicPr/>
                <p:nvPr/>
              </p:nvPicPr>
              <p:blipFill>
                <a:blip r:embed="rId95"/>
                <a:stretch>
                  <a:fillRect/>
                </a:stretch>
              </p:blipFill>
              <p:spPr>
                <a:xfrm>
                  <a:off x="7025155" y="1222580"/>
                  <a:ext cx="186840" cy="177480"/>
                </a:xfrm>
                <a:prstGeom prst="rect">
                  <a:avLst/>
                </a:prstGeom>
              </p:spPr>
            </p:pic>
          </mc:Fallback>
        </mc:AlternateContent>
      </p:grpSp>
      <p:grpSp>
        <p:nvGrpSpPr>
          <p:cNvPr id="76" name="Group 75">
            <a:extLst>
              <a:ext uri="{FF2B5EF4-FFF2-40B4-BE49-F238E27FC236}">
                <a16:creationId xmlns:a16="http://schemas.microsoft.com/office/drawing/2014/main" id="{4617E589-B814-209C-57C5-7F32D5B8D03C}"/>
              </a:ext>
            </a:extLst>
          </p:cNvPr>
          <p:cNvGrpSpPr/>
          <p:nvPr/>
        </p:nvGrpSpPr>
        <p:grpSpPr>
          <a:xfrm>
            <a:off x="7885555" y="970940"/>
            <a:ext cx="336600" cy="267480"/>
            <a:chOff x="7885555" y="970940"/>
            <a:chExt cx="336600" cy="267480"/>
          </a:xfrm>
        </p:grpSpPr>
        <mc:AlternateContent xmlns:mc="http://schemas.openxmlformats.org/markup-compatibility/2006" xmlns:p14="http://schemas.microsoft.com/office/powerpoint/2010/main">
          <mc:Choice Requires="p14">
            <p:contentPart p14:bwMode="auto" r:id="rId96">
              <p14:nvContentPartPr>
                <p14:cNvPr id="65" name="Ink 64">
                  <a:extLst>
                    <a:ext uri="{FF2B5EF4-FFF2-40B4-BE49-F238E27FC236}">
                      <a16:creationId xmlns:a16="http://schemas.microsoft.com/office/drawing/2014/main" id="{CE813446-DB54-7EC9-A6FD-A74CC4A192BD}"/>
                    </a:ext>
                  </a:extLst>
                </p14:cNvPr>
                <p14:cNvContentPartPr/>
                <p14:nvPr/>
              </p14:nvContentPartPr>
              <p14:xfrm>
                <a:off x="7885555" y="1036100"/>
                <a:ext cx="336600" cy="103320"/>
              </p14:xfrm>
            </p:contentPart>
          </mc:Choice>
          <mc:Fallback xmlns="">
            <p:pic>
              <p:nvPicPr>
                <p:cNvPr id="65" name="Ink 64">
                  <a:extLst>
                    <a:ext uri="{FF2B5EF4-FFF2-40B4-BE49-F238E27FC236}">
                      <a16:creationId xmlns:a16="http://schemas.microsoft.com/office/drawing/2014/main" id="{CE813446-DB54-7EC9-A6FD-A74CC4A192BD}"/>
                    </a:ext>
                  </a:extLst>
                </p:cNvPr>
                <p:cNvPicPr/>
                <p:nvPr/>
              </p:nvPicPr>
              <p:blipFill>
                <a:blip r:embed="rId97"/>
                <a:stretch>
                  <a:fillRect/>
                </a:stretch>
              </p:blipFill>
              <p:spPr>
                <a:xfrm>
                  <a:off x="7876555" y="1027100"/>
                  <a:ext cx="35424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6" name="Ink 65">
                  <a:extLst>
                    <a:ext uri="{FF2B5EF4-FFF2-40B4-BE49-F238E27FC236}">
                      <a16:creationId xmlns:a16="http://schemas.microsoft.com/office/drawing/2014/main" id="{9F90EC41-5DDE-E208-9191-8D878AF247CB}"/>
                    </a:ext>
                  </a:extLst>
                </p14:cNvPr>
                <p14:cNvContentPartPr/>
                <p14:nvPr/>
              </p14:nvContentPartPr>
              <p14:xfrm>
                <a:off x="7933435" y="970940"/>
                <a:ext cx="231840" cy="267480"/>
              </p14:xfrm>
            </p:contentPart>
          </mc:Choice>
          <mc:Fallback xmlns="">
            <p:pic>
              <p:nvPicPr>
                <p:cNvPr id="66" name="Ink 65">
                  <a:extLst>
                    <a:ext uri="{FF2B5EF4-FFF2-40B4-BE49-F238E27FC236}">
                      <a16:creationId xmlns:a16="http://schemas.microsoft.com/office/drawing/2014/main" id="{9F90EC41-5DDE-E208-9191-8D878AF247CB}"/>
                    </a:ext>
                  </a:extLst>
                </p:cNvPr>
                <p:cNvPicPr/>
                <p:nvPr/>
              </p:nvPicPr>
              <p:blipFill>
                <a:blip r:embed="rId99"/>
                <a:stretch>
                  <a:fillRect/>
                </a:stretch>
              </p:blipFill>
              <p:spPr>
                <a:xfrm>
                  <a:off x="7924795" y="961940"/>
                  <a:ext cx="249480" cy="285120"/>
                </a:xfrm>
                <a:prstGeom prst="rect">
                  <a:avLst/>
                </a:prstGeom>
              </p:spPr>
            </p:pic>
          </mc:Fallback>
        </mc:AlternateContent>
      </p:grpSp>
      <p:grpSp>
        <p:nvGrpSpPr>
          <p:cNvPr id="75" name="Group 74">
            <a:extLst>
              <a:ext uri="{FF2B5EF4-FFF2-40B4-BE49-F238E27FC236}">
                <a16:creationId xmlns:a16="http://schemas.microsoft.com/office/drawing/2014/main" id="{47AD8CDF-FEBC-138C-BE35-D6186043760E}"/>
              </a:ext>
            </a:extLst>
          </p:cNvPr>
          <p:cNvGrpSpPr/>
          <p:nvPr/>
        </p:nvGrpSpPr>
        <p:grpSpPr>
          <a:xfrm>
            <a:off x="8148355" y="1447220"/>
            <a:ext cx="297000" cy="192600"/>
            <a:chOff x="8148355" y="1447220"/>
            <a:chExt cx="297000" cy="192600"/>
          </a:xfrm>
        </p:grpSpPr>
        <mc:AlternateContent xmlns:mc="http://schemas.openxmlformats.org/markup-compatibility/2006" xmlns:p14="http://schemas.microsoft.com/office/powerpoint/2010/main">
          <mc:Choice Requires="p14">
            <p:contentPart p14:bwMode="auto" r:id="rId100">
              <p14:nvContentPartPr>
                <p14:cNvPr id="67" name="Ink 66">
                  <a:extLst>
                    <a:ext uri="{FF2B5EF4-FFF2-40B4-BE49-F238E27FC236}">
                      <a16:creationId xmlns:a16="http://schemas.microsoft.com/office/drawing/2014/main" id="{A3775AAA-4572-A286-817C-5DD665FEBD21}"/>
                    </a:ext>
                  </a:extLst>
                </p14:cNvPr>
                <p14:cNvContentPartPr/>
                <p14:nvPr/>
              </p14:nvContentPartPr>
              <p14:xfrm>
                <a:off x="8187235" y="1509500"/>
                <a:ext cx="258120" cy="84240"/>
              </p14:xfrm>
            </p:contentPart>
          </mc:Choice>
          <mc:Fallback xmlns="">
            <p:pic>
              <p:nvPicPr>
                <p:cNvPr id="67" name="Ink 66">
                  <a:extLst>
                    <a:ext uri="{FF2B5EF4-FFF2-40B4-BE49-F238E27FC236}">
                      <a16:creationId xmlns:a16="http://schemas.microsoft.com/office/drawing/2014/main" id="{A3775AAA-4572-A286-817C-5DD665FEBD21}"/>
                    </a:ext>
                  </a:extLst>
                </p:cNvPr>
                <p:cNvPicPr/>
                <p:nvPr/>
              </p:nvPicPr>
              <p:blipFill>
                <a:blip r:embed="rId101"/>
                <a:stretch>
                  <a:fillRect/>
                </a:stretch>
              </p:blipFill>
              <p:spPr>
                <a:xfrm>
                  <a:off x="8178235" y="1500860"/>
                  <a:ext cx="27576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8" name="Ink 67">
                  <a:extLst>
                    <a:ext uri="{FF2B5EF4-FFF2-40B4-BE49-F238E27FC236}">
                      <a16:creationId xmlns:a16="http://schemas.microsoft.com/office/drawing/2014/main" id="{F5AB4ECE-8C74-BBA0-E0B9-B80188A71AFB}"/>
                    </a:ext>
                  </a:extLst>
                </p14:cNvPr>
                <p14:cNvContentPartPr/>
                <p14:nvPr/>
              </p14:nvContentPartPr>
              <p14:xfrm>
                <a:off x="8148355" y="1447220"/>
                <a:ext cx="221040" cy="192600"/>
              </p14:xfrm>
            </p:contentPart>
          </mc:Choice>
          <mc:Fallback xmlns="">
            <p:pic>
              <p:nvPicPr>
                <p:cNvPr id="68" name="Ink 67">
                  <a:extLst>
                    <a:ext uri="{FF2B5EF4-FFF2-40B4-BE49-F238E27FC236}">
                      <a16:creationId xmlns:a16="http://schemas.microsoft.com/office/drawing/2014/main" id="{F5AB4ECE-8C74-BBA0-E0B9-B80188A71AFB}"/>
                    </a:ext>
                  </a:extLst>
                </p:cNvPr>
                <p:cNvPicPr/>
                <p:nvPr/>
              </p:nvPicPr>
              <p:blipFill>
                <a:blip r:embed="rId103"/>
                <a:stretch>
                  <a:fillRect/>
                </a:stretch>
              </p:blipFill>
              <p:spPr>
                <a:xfrm>
                  <a:off x="8139355" y="1438220"/>
                  <a:ext cx="238680" cy="210240"/>
                </a:xfrm>
                <a:prstGeom prst="rect">
                  <a:avLst/>
                </a:prstGeom>
              </p:spPr>
            </p:pic>
          </mc:Fallback>
        </mc:AlternateContent>
      </p:grpSp>
      <p:grpSp>
        <p:nvGrpSpPr>
          <p:cNvPr id="74" name="Group 73">
            <a:extLst>
              <a:ext uri="{FF2B5EF4-FFF2-40B4-BE49-F238E27FC236}">
                <a16:creationId xmlns:a16="http://schemas.microsoft.com/office/drawing/2014/main" id="{B6567E14-A4D5-CBBF-1DFF-9B9618BD831A}"/>
              </a:ext>
            </a:extLst>
          </p:cNvPr>
          <p:cNvGrpSpPr/>
          <p:nvPr/>
        </p:nvGrpSpPr>
        <p:grpSpPr>
          <a:xfrm>
            <a:off x="7862515" y="2271980"/>
            <a:ext cx="293400" cy="286920"/>
            <a:chOff x="7862515" y="2271980"/>
            <a:chExt cx="293400" cy="286920"/>
          </a:xfrm>
        </p:grpSpPr>
        <mc:AlternateContent xmlns:mc="http://schemas.openxmlformats.org/markup-compatibility/2006" xmlns:p14="http://schemas.microsoft.com/office/powerpoint/2010/main">
          <mc:Choice Requires="p14">
            <p:contentPart p14:bwMode="auto" r:id="rId104">
              <p14:nvContentPartPr>
                <p14:cNvPr id="69" name="Ink 68">
                  <a:extLst>
                    <a:ext uri="{FF2B5EF4-FFF2-40B4-BE49-F238E27FC236}">
                      <a16:creationId xmlns:a16="http://schemas.microsoft.com/office/drawing/2014/main" id="{AE6BF647-51C2-F787-A780-313BA7CDCE50}"/>
                    </a:ext>
                  </a:extLst>
                </p14:cNvPr>
                <p14:cNvContentPartPr/>
                <p14:nvPr/>
              </p14:nvContentPartPr>
              <p14:xfrm>
                <a:off x="7947115" y="2271980"/>
                <a:ext cx="208800" cy="173880"/>
              </p14:xfrm>
            </p:contentPart>
          </mc:Choice>
          <mc:Fallback xmlns="">
            <p:pic>
              <p:nvPicPr>
                <p:cNvPr id="69" name="Ink 68">
                  <a:extLst>
                    <a:ext uri="{FF2B5EF4-FFF2-40B4-BE49-F238E27FC236}">
                      <a16:creationId xmlns:a16="http://schemas.microsoft.com/office/drawing/2014/main" id="{AE6BF647-51C2-F787-A780-313BA7CDCE50}"/>
                    </a:ext>
                  </a:extLst>
                </p:cNvPr>
                <p:cNvPicPr/>
                <p:nvPr/>
              </p:nvPicPr>
              <p:blipFill>
                <a:blip r:embed="rId105"/>
                <a:stretch>
                  <a:fillRect/>
                </a:stretch>
              </p:blipFill>
              <p:spPr>
                <a:xfrm>
                  <a:off x="7938115" y="2262980"/>
                  <a:ext cx="22644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0" name="Ink 69">
                  <a:extLst>
                    <a:ext uri="{FF2B5EF4-FFF2-40B4-BE49-F238E27FC236}">
                      <a16:creationId xmlns:a16="http://schemas.microsoft.com/office/drawing/2014/main" id="{60F374DA-C8F5-8E07-B979-459C575F37B5}"/>
                    </a:ext>
                  </a:extLst>
                </p14:cNvPr>
                <p14:cNvContentPartPr/>
                <p14:nvPr/>
              </p14:nvContentPartPr>
              <p14:xfrm>
                <a:off x="7862515" y="2331740"/>
                <a:ext cx="236520" cy="227160"/>
              </p14:xfrm>
            </p:contentPart>
          </mc:Choice>
          <mc:Fallback xmlns="">
            <p:pic>
              <p:nvPicPr>
                <p:cNvPr id="70" name="Ink 69">
                  <a:extLst>
                    <a:ext uri="{FF2B5EF4-FFF2-40B4-BE49-F238E27FC236}">
                      <a16:creationId xmlns:a16="http://schemas.microsoft.com/office/drawing/2014/main" id="{60F374DA-C8F5-8E07-B979-459C575F37B5}"/>
                    </a:ext>
                  </a:extLst>
                </p:cNvPr>
                <p:cNvPicPr/>
                <p:nvPr/>
              </p:nvPicPr>
              <p:blipFill>
                <a:blip r:embed="rId107"/>
                <a:stretch>
                  <a:fillRect/>
                </a:stretch>
              </p:blipFill>
              <p:spPr>
                <a:xfrm>
                  <a:off x="7853515" y="2322740"/>
                  <a:ext cx="254160" cy="244800"/>
                </a:xfrm>
                <a:prstGeom prst="rect">
                  <a:avLst/>
                </a:prstGeom>
              </p:spPr>
            </p:pic>
          </mc:Fallback>
        </mc:AlternateContent>
      </p:grpSp>
      <p:grpSp>
        <p:nvGrpSpPr>
          <p:cNvPr id="73" name="Group 72">
            <a:extLst>
              <a:ext uri="{FF2B5EF4-FFF2-40B4-BE49-F238E27FC236}">
                <a16:creationId xmlns:a16="http://schemas.microsoft.com/office/drawing/2014/main" id="{2C0DCD5A-1D30-A13B-E7C1-A14BD303C49D}"/>
              </a:ext>
            </a:extLst>
          </p:cNvPr>
          <p:cNvGrpSpPr/>
          <p:nvPr/>
        </p:nvGrpSpPr>
        <p:grpSpPr>
          <a:xfrm>
            <a:off x="6968995" y="2534420"/>
            <a:ext cx="441360" cy="155520"/>
            <a:chOff x="6968995" y="2534420"/>
            <a:chExt cx="441360" cy="155520"/>
          </a:xfrm>
        </p:grpSpPr>
        <mc:AlternateContent xmlns:mc="http://schemas.openxmlformats.org/markup-compatibility/2006" xmlns:p14="http://schemas.microsoft.com/office/powerpoint/2010/main">
          <mc:Choice Requires="p14">
            <p:contentPart p14:bwMode="auto" r:id="rId108">
              <p14:nvContentPartPr>
                <p14:cNvPr id="71" name="Ink 70">
                  <a:extLst>
                    <a:ext uri="{FF2B5EF4-FFF2-40B4-BE49-F238E27FC236}">
                      <a16:creationId xmlns:a16="http://schemas.microsoft.com/office/drawing/2014/main" id="{22D94EE4-E89E-CF53-C541-3C62C30D5526}"/>
                    </a:ext>
                  </a:extLst>
                </p14:cNvPr>
                <p14:cNvContentPartPr/>
                <p14:nvPr/>
              </p14:nvContentPartPr>
              <p14:xfrm>
                <a:off x="6968995" y="2534420"/>
                <a:ext cx="441360" cy="155520"/>
              </p14:xfrm>
            </p:contentPart>
          </mc:Choice>
          <mc:Fallback xmlns="">
            <p:pic>
              <p:nvPicPr>
                <p:cNvPr id="71" name="Ink 70">
                  <a:extLst>
                    <a:ext uri="{FF2B5EF4-FFF2-40B4-BE49-F238E27FC236}">
                      <a16:creationId xmlns:a16="http://schemas.microsoft.com/office/drawing/2014/main" id="{22D94EE4-E89E-CF53-C541-3C62C30D5526}"/>
                    </a:ext>
                  </a:extLst>
                </p:cNvPr>
                <p:cNvPicPr/>
                <p:nvPr/>
              </p:nvPicPr>
              <p:blipFill>
                <a:blip r:embed="rId109"/>
                <a:stretch>
                  <a:fillRect/>
                </a:stretch>
              </p:blipFill>
              <p:spPr>
                <a:xfrm>
                  <a:off x="6960355" y="2525780"/>
                  <a:ext cx="45900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2" name="Ink 71">
                  <a:extLst>
                    <a:ext uri="{FF2B5EF4-FFF2-40B4-BE49-F238E27FC236}">
                      <a16:creationId xmlns:a16="http://schemas.microsoft.com/office/drawing/2014/main" id="{1EEE7C9D-195D-3D70-3CE4-51A0190EE4F8}"/>
                    </a:ext>
                  </a:extLst>
                </p14:cNvPr>
                <p14:cNvContentPartPr/>
                <p14:nvPr/>
              </p14:nvContentPartPr>
              <p14:xfrm>
                <a:off x="7100395" y="2538740"/>
                <a:ext cx="252360" cy="149040"/>
              </p14:xfrm>
            </p:contentPart>
          </mc:Choice>
          <mc:Fallback xmlns="">
            <p:pic>
              <p:nvPicPr>
                <p:cNvPr id="72" name="Ink 71">
                  <a:extLst>
                    <a:ext uri="{FF2B5EF4-FFF2-40B4-BE49-F238E27FC236}">
                      <a16:creationId xmlns:a16="http://schemas.microsoft.com/office/drawing/2014/main" id="{1EEE7C9D-195D-3D70-3CE4-51A0190EE4F8}"/>
                    </a:ext>
                  </a:extLst>
                </p:cNvPr>
                <p:cNvPicPr/>
                <p:nvPr/>
              </p:nvPicPr>
              <p:blipFill>
                <a:blip r:embed="rId111"/>
                <a:stretch>
                  <a:fillRect/>
                </a:stretch>
              </p:blipFill>
              <p:spPr>
                <a:xfrm>
                  <a:off x="7091395" y="2530100"/>
                  <a:ext cx="270000" cy="166680"/>
                </a:xfrm>
                <a:prstGeom prst="rect">
                  <a:avLst/>
                </a:prstGeom>
              </p:spPr>
            </p:pic>
          </mc:Fallback>
        </mc:AlternateContent>
      </p:grpSp>
      <p:grpSp>
        <p:nvGrpSpPr>
          <p:cNvPr id="91" name="Group 90">
            <a:extLst>
              <a:ext uri="{FF2B5EF4-FFF2-40B4-BE49-F238E27FC236}">
                <a16:creationId xmlns:a16="http://schemas.microsoft.com/office/drawing/2014/main" id="{0EDF98C4-4EAA-DCDF-2191-CCFD5827B3B2}"/>
              </a:ext>
            </a:extLst>
          </p:cNvPr>
          <p:cNvGrpSpPr/>
          <p:nvPr/>
        </p:nvGrpSpPr>
        <p:grpSpPr>
          <a:xfrm>
            <a:off x="7024435" y="1606700"/>
            <a:ext cx="419040" cy="486000"/>
            <a:chOff x="7024435" y="1606700"/>
            <a:chExt cx="419040" cy="486000"/>
          </a:xfrm>
        </p:grpSpPr>
        <mc:AlternateContent xmlns:mc="http://schemas.openxmlformats.org/markup-compatibility/2006" xmlns:p14="http://schemas.microsoft.com/office/powerpoint/2010/main">
          <mc:Choice Requires="p14">
            <p:contentPart p14:bwMode="auto" r:id="rId112">
              <p14:nvContentPartPr>
                <p14:cNvPr id="80" name="Ink 79">
                  <a:extLst>
                    <a:ext uri="{FF2B5EF4-FFF2-40B4-BE49-F238E27FC236}">
                      <a16:creationId xmlns:a16="http://schemas.microsoft.com/office/drawing/2014/main" id="{3621FE45-D658-8DCB-9F37-EF811ED19943}"/>
                    </a:ext>
                  </a:extLst>
                </p14:cNvPr>
                <p14:cNvContentPartPr/>
                <p14:nvPr/>
              </p14:nvContentPartPr>
              <p14:xfrm>
                <a:off x="7143955" y="1751060"/>
                <a:ext cx="54720" cy="180360"/>
              </p14:xfrm>
            </p:contentPart>
          </mc:Choice>
          <mc:Fallback xmlns="">
            <p:pic>
              <p:nvPicPr>
                <p:cNvPr id="80" name="Ink 79">
                  <a:extLst>
                    <a:ext uri="{FF2B5EF4-FFF2-40B4-BE49-F238E27FC236}">
                      <a16:creationId xmlns:a16="http://schemas.microsoft.com/office/drawing/2014/main" id="{3621FE45-D658-8DCB-9F37-EF811ED19943}"/>
                    </a:ext>
                  </a:extLst>
                </p:cNvPr>
                <p:cNvPicPr/>
                <p:nvPr/>
              </p:nvPicPr>
              <p:blipFill>
                <a:blip r:embed="rId113"/>
                <a:stretch>
                  <a:fillRect/>
                </a:stretch>
              </p:blipFill>
              <p:spPr>
                <a:xfrm>
                  <a:off x="7137835" y="1744940"/>
                  <a:ext cx="669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1" name="Ink 80">
                  <a:extLst>
                    <a:ext uri="{FF2B5EF4-FFF2-40B4-BE49-F238E27FC236}">
                      <a16:creationId xmlns:a16="http://schemas.microsoft.com/office/drawing/2014/main" id="{53338062-082D-6A3F-2D59-A735BEFE7353}"/>
                    </a:ext>
                  </a:extLst>
                </p14:cNvPr>
                <p14:cNvContentPartPr/>
                <p14:nvPr/>
              </p14:nvContentPartPr>
              <p14:xfrm>
                <a:off x="7149715" y="1660340"/>
                <a:ext cx="244800" cy="264600"/>
              </p14:xfrm>
            </p:contentPart>
          </mc:Choice>
          <mc:Fallback xmlns="">
            <p:pic>
              <p:nvPicPr>
                <p:cNvPr id="81" name="Ink 80">
                  <a:extLst>
                    <a:ext uri="{FF2B5EF4-FFF2-40B4-BE49-F238E27FC236}">
                      <a16:creationId xmlns:a16="http://schemas.microsoft.com/office/drawing/2014/main" id="{53338062-082D-6A3F-2D59-A735BEFE7353}"/>
                    </a:ext>
                  </a:extLst>
                </p:cNvPr>
                <p:cNvPicPr/>
                <p:nvPr/>
              </p:nvPicPr>
              <p:blipFill>
                <a:blip r:embed="rId115"/>
                <a:stretch>
                  <a:fillRect/>
                </a:stretch>
              </p:blipFill>
              <p:spPr>
                <a:xfrm>
                  <a:off x="7143595" y="1654220"/>
                  <a:ext cx="25704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2" name="Ink 81">
                  <a:extLst>
                    <a:ext uri="{FF2B5EF4-FFF2-40B4-BE49-F238E27FC236}">
                      <a16:creationId xmlns:a16="http://schemas.microsoft.com/office/drawing/2014/main" id="{F4BAE24A-9222-51B3-CF87-2EB2E1CCA006}"/>
                    </a:ext>
                  </a:extLst>
                </p14:cNvPr>
                <p14:cNvContentPartPr/>
                <p14:nvPr/>
              </p14:nvContentPartPr>
              <p14:xfrm>
                <a:off x="7182475" y="1788140"/>
                <a:ext cx="164520" cy="108000"/>
              </p14:xfrm>
            </p:contentPart>
          </mc:Choice>
          <mc:Fallback xmlns="">
            <p:pic>
              <p:nvPicPr>
                <p:cNvPr id="82" name="Ink 81">
                  <a:extLst>
                    <a:ext uri="{FF2B5EF4-FFF2-40B4-BE49-F238E27FC236}">
                      <a16:creationId xmlns:a16="http://schemas.microsoft.com/office/drawing/2014/main" id="{F4BAE24A-9222-51B3-CF87-2EB2E1CCA006}"/>
                    </a:ext>
                  </a:extLst>
                </p:cNvPr>
                <p:cNvPicPr/>
                <p:nvPr/>
              </p:nvPicPr>
              <p:blipFill>
                <a:blip r:embed="rId117"/>
                <a:stretch>
                  <a:fillRect/>
                </a:stretch>
              </p:blipFill>
              <p:spPr>
                <a:xfrm>
                  <a:off x="7176355" y="1782020"/>
                  <a:ext cx="1767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3" name="Ink 82">
                  <a:extLst>
                    <a:ext uri="{FF2B5EF4-FFF2-40B4-BE49-F238E27FC236}">
                      <a16:creationId xmlns:a16="http://schemas.microsoft.com/office/drawing/2014/main" id="{2E4719A4-5CE6-5BF2-241A-DC6FAB19802A}"/>
                    </a:ext>
                  </a:extLst>
                </p14:cNvPr>
                <p14:cNvContentPartPr/>
                <p14:nvPr/>
              </p14:nvContentPartPr>
              <p14:xfrm>
                <a:off x="7176355" y="1713980"/>
                <a:ext cx="198000" cy="167760"/>
              </p14:xfrm>
            </p:contentPart>
          </mc:Choice>
          <mc:Fallback xmlns="">
            <p:pic>
              <p:nvPicPr>
                <p:cNvPr id="83" name="Ink 82">
                  <a:extLst>
                    <a:ext uri="{FF2B5EF4-FFF2-40B4-BE49-F238E27FC236}">
                      <a16:creationId xmlns:a16="http://schemas.microsoft.com/office/drawing/2014/main" id="{2E4719A4-5CE6-5BF2-241A-DC6FAB19802A}"/>
                    </a:ext>
                  </a:extLst>
                </p:cNvPr>
                <p:cNvPicPr/>
                <p:nvPr/>
              </p:nvPicPr>
              <p:blipFill>
                <a:blip r:embed="rId119"/>
                <a:stretch>
                  <a:fillRect/>
                </a:stretch>
              </p:blipFill>
              <p:spPr>
                <a:xfrm>
                  <a:off x="7170235" y="1707860"/>
                  <a:ext cx="21024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4" name="Ink 83">
                  <a:extLst>
                    <a:ext uri="{FF2B5EF4-FFF2-40B4-BE49-F238E27FC236}">
                      <a16:creationId xmlns:a16="http://schemas.microsoft.com/office/drawing/2014/main" id="{2BB2085D-10F4-3C71-F2BC-1967D4891F65}"/>
                    </a:ext>
                  </a:extLst>
                </p14:cNvPr>
                <p14:cNvContentPartPr/>
                <p14:nvPr/>
              </p14:nvContentPartPr>
              <p14:xfrm>
                <a:off x="7258435" y="1708580"/>
                <a:ext cx="23040" cy="300960"/>
              </p14:xfrm>
            </p:contentPart>
          </mc:Choice>
          <mc:Fallback xmlns="">
            <p:pic>
              <p:nvPicPr>
                <p:cNvPr id="84" name="Ink 83">
                  <a:extLst>
                    <a:ext uri="{FF2B5EF4-FFF2-40B4-BE49-F238E27FC236}">
                      <a16:creationId xmlns:a16="http://schemas.microsoft.com/office/drawing/2014/main" id="{2BB2085D-10F4-3C71-F2BC-1967D4891F65}"/>
                    </a:ext>
                  </a:extLst>
                </p:cNvPr>
                <p:cNvPicPr/>
                <p:nvPr/>
              </p:nvPicPr>
              <p:blipFill>
                <a:blip r:embed="rId121"/>
                <a:stretch>
                  <a:fillRect/>
                </a:stretch>
              </p:blipFill>
              <p:spPr>
                <a:xfrm>
                  <a:off x="7252315" y="1702460"/>
                  <a:ext cx="3528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5" name="Ink 84">
                  <a:extLst>
                    <a:ext uri="{FF2B5EF4-FFF2-40B4-BE49-F238E27FC236}">
                      <a16:creationId xmlns:a16="http://schemas.microsoft.com/office/drawing/2014/main" id="{9409B82E-B914-80FE-EA55-5B55A9BB76B9}"/>
                    </a:ext>
                  </a:extLst>
                </p14:cNvPr>
                <p14:cNvContentPartPr/>
                <p14:nvPr/>
              </p14:nvContentPartPr>
              <p14:xfrm>
                <a:off x="7132075" y="1606700"/>
                <a:ext cx="307080" cy="486000"/>
              </p14:xfrm>
            </p:contentPart>
          </mc:Choice>
          <mc:Fallback xmlns="">
            <p:pic>
              <p:nvPicPr>
                <p:cNvPr id="85" name="Ink 84">
                  <a:extLst>
                    <a:ext uri="{FF2B5EF4-FFF2-40B4-BE49-F238E27FC236}">
                      <a16:creationId xmlns:a16="http://schemas.microsoft.com/office/drawing/2014/main" id="{9409B82E-B914-80FE-EA55-5B55A9BB76B9}"/>
                    </a:ext>
                  </a:extLst>
                </p:cNvPr>
                <p:cNvPicPr/>
                <p:nvPr/>
              </p:nvPicPr>
              <p:blipFill>
                <a:blip r:embed="rId123"/>
                <a:stretch>
                  <a:fillRect/>
                </a:stretch>
              </p:blipFill>
              <p:spPr>
                <a:xfrm>
                  <a:off x="7125955" y="1600580"/>
                  <a:ext cx="319320" cy="4982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7" name="Ink 86">
                  <a:extLst>
                    <a:ext uri="{FF2B5EF4-FFF2-40B4-BE49-F238E27FC236}">
                      <a16:creationId xmlns:a16="http://schemas.microsoft.com/office/drawing/2014/main" id="{29689210-83E0-2101-B33A-DF8B6B67AADB}"/>
                    </a:ext>
                  </a:extLst>
                </p14:cNvPr>
                <p14:cNvContentPartPr/>
                <p14:nvPr/>
              </p14:nvContentPartPr>
              <p14:xfrm>
                <a:off x="7052155" y="1690220"/>
                <a:ext cx="311400" cy="285840"/>
              </p14:xfrm>
            </p:contentPart>
          </mc:Choice>
          <mc:Fallback xmlns="">
            <p:pic>
              <p:nvPicPr>
                <p:cNvPr id="87" name="Ink 86">
                  <a:extLst>
                    <a:ext uri="{FF2B5EF4-FFF2-40B4-BE49-F238E27FC236}">
                      <a16:creationId xmlns:a16="http://schemas.microsoft.com/office/drawing/2014/main" id="{29689210-83E0-2101-B33A-DF8B6B67AADB}"/>
                    </a:ext>
                  </a:extLst>
                </p:cNvPr>
                <p:cNvPicPr/>
                <p:nvPr/>
              </p:nvPicPr>
              <p:blipFill>
                <a:blip r:embed="rId125"/>
                <a:stretch>
                  <a:fillRect/>
                </a:stretch>
              </p:blipFill>
              <p:spPr>
                <a:xfrm>
                  <a:off x="7046035" y="1684100"/>
                  <a:ext cx="32364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8" name="Ink 87">
                  <a:extLst>
                    <a:ext uri="{FF2B5EF4-FFF2-40B4-BE49-F238E27FC236}">
                      <a16:creationId xmlns:a16="http://schemas.microsoft.com/office/drawing/2014/main" id="{0B5095CD-BE03-83C1-108F-511598FA6102}"/>
                    </a:ext>
                  </a:extLst>
                </p14:cNvPr>
                <p14:cNvContentPartPr/>
                <p14:nvPr/>
              </p14:nvContentPartPr>
              <p14:xfrm>
                <a:off x="7092115" y="1721540"/>
                <a:ext cx="351360" cy="223920"/>
              </p14:xfrm>
            </p:contentPart>
          </mc:Choice>
          <mc:Fallback xmlns="">
            <p:pic>
              <p:nvPicPr>
                <p:cNvPr id="88" name="Ink 87">
                  <a:extLst>
                    <a:ext uri="{FF2B5EF4-FFF2-40B4-BE49-F238E27FC236}">
                      <a16:creationId xmlns:a16="http://schemas.microsoft.com/office/drawing/2014/main" id="{0B5095CD-BE03-83C1-108F-511598FA6102}"/>
                    </a:ext>
                  </a:extLst>
                </p:cNvPr>
                <p:cNvPicPr/>
                <p:nvPr/>
              </p:nvPicPr>
              <p:blipFill>
                <a:blip r:embed="rId127"/>
                <a:stretch>
                  <a:fillRect/>
                </a:stretch>
              </p:blipFill>
              <p:spPr>
                <a:xfrm>
                  <a:off x="7085995" y="1715420"/>
                  <a:ext cx="3636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9" name="Ink 88">
                  <a:extLst>
                    <a:ext uri="{FF2B5EF4-FFF2-40B4-BE49-F238E27FC236}">
                      <a16:creationId xmlns:a16="http://schemas.microsoft.com/office/drawing/2014/main" id="{26E30A37-C23D-8F9B-F3C6-4514517F1F63}"/>
                    </a:ext>
                  </a:extLst>
                </p14:cNvPr>
                <p14:cNvContentPartPr/>
                <p14:nvPr/>
              </p14:nvContentPartPr>
              <p14:xfrm>
                <a:off x="7154755" y="1618220"/>
                <a:ext cx="143280" cy="473760"/>
              </p14:xfrm>
            </p:contentPart>
          </mc:Choice>
          <mc:Fallback xmlns="">
            <p:pic>
              <p:nvPicPr>
                <p:cNvPr id="89" name="Ink 88">
                  <a:extLst>
                    <a:ext uri="{FF2B5EF4-FFF2-40B4-BE49-F238E27FC236}">
                      <a16:creationId xmlns:a16="http://schemas.microsoft.com/office/drawing/2014/main" id="{26E30A37-C23D-8F9B-F3C6-4514517F1F63}"/>
                    </a:ext>
                  </a:extLst>
                </p:cNvPr>
                <p:cNvPicPr/>
                <p:nvPr/>
              </p:nvPicPr>
              <p:blipFill>
                <a:blip r:embed="rId129"/>
                <a:stretch>
                  <a:fillRect/>
                </a:stretch>
              </p:blipFill>
              <p:spPr>
                <a:xfrm>
                  <a:off x="7148635" y="1612100"/>
                  <a:ext cx="155520" cy="486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0" name="Ink 89">
                  <a:extLst>
                    <a:ext uri="{FF2B5EF4-FFF2-40B4-BE49-F238E27FC236}">
                      <a16:creationId xmlns:a16="http://schemas.microsoft.com/office/drawing/2014/main" id="{2DA769CB-66D8-FE48-6455-00A2C1C3DA21}"/>
                    </a:ext>
                  </a:extLst>
                </p14:cNvPr>
                <p14:cNvContentPartPr/>
                <p14:nvPr/>
              </p14:nvContentPartPr>
              <p14:xfrm>
                <a:off x="7024435" y="1740260"/>
                <a:ext cx="307800" cy="36000"/>
              </p14:xfrm>
            </p:contentPart>
          </mc:Choice>
          <mc:Fallback xmlns="">
            <p:pic>
              <p:nvPicPr>
                <p:cNvPr id="90" name="Ink 89">
                  <a:extLst>
                    <a:ext uri="{FF2B5EF4-FFF2-40B4-BE49-F238E27FC236}">
                      <a16:creationId xmlns:a16="http://schemas.microsoft.com/office/drawing/2014/main" id="{2DA769CB-66D8-FE48-6455-00A2C1C3DA21}"/>
                    </a:ext>
                  </a:extLst>
                </p:cNvPr>
                <p:cNvPicPr/>
                <p:nvPr/>
              </p:nvPicPr>
              <p:blipFill>
                <a:blip r:embed="rId131"/>
                <a:stretch>
                  <a:fillRect/>
                </a:stretch>
              </p:blipFill>
              <p:spPr>
                <a:xfrm>
                  <a:off x="7018315" y="1734140"/>
                  <a:ext cx="320040" cy="48240"/>
                </a:xfrm>
                <a:prstGeom prst="rect">
                  <a:avLst/>
                </a:prstGeom>
              </p:spPr>
            </p:pic>
          </mc:Fallback>
        </mc:AlternateContent>
      </p:grpSp>
      <p:grpSp>
        <p:nvGrpSpPr>
          <p:cNvPr id="104" name="Group 103">
            <a:extLst>
              <a:ext uri="{FF2B5EF4-FFF2-40B4-BE49-F238E27FC236}">
                <a16:creationId xmlns:a16="http://schemas.microsoft.com/office/drawing/2014/main" id="{58B43921-F8AE-B485-6A67-2E677E7AE138}"/>
              </a:ext>
            </a:extLst>
          </p:cNvPr>
          <p:cNvGrpSpPr/>
          <p:nvPr/>
        </p:nvGrpSpPr>
        <p:grpSpPr>
          <a:xfrm>
            <a:off x="6376795" y="1995140"/>
            <a:ext cx="1639440" cy="694080"/>
            <a:chOff x="6376795" y="1995140"/>
            <a:chExt cx="1639440" cy="694080"/>
          </a:xfrm>
        </p:grpSpPr>
        <mc:AlternateContent xmlns:mc="http://schemas.openxmlformats.org/markup-compatibility/2006" xmlns:p14="http://schemas.microsoft.com/office/powerpoint/2010/main">
          <mc:Choice Requires="p14">
            <p:contentPart p14:bwMode="auto" r:id="rId132">
              <p14:nvContentPartPr>
                <p14:cNvPr id="93" name="Ink 92">
                  <a:extLst>
                    <a:ext uri="{FF2B5EF4-FFF2-40B4-BE49-F238E27FC236}">
                      <a16:creationId xmlns:a16="http://schemas.microsoft.com/office/drawing/2014/main" id="{7FEBBBDC-32BD-59C8-482D-D9C2994F0D1D}"/>
                    </a:ext>
                  </a:extLst>
                </p14:cNvPr>
                <p14:cNvContentPartPr/>
                <p14:nvPr/>
              </p14:nvContentPartPr>
              <p14:xfrm>
                <a:off x="7104355" y="2061740"/>
                <a:ext cx="173520" cy="545760"/>
              </p14:xfrm>
            </p:contentPart>
          </mc:Choice>
          <mc:Fallback xmlns="">
            <p:pic>
              <p:nvPicPr>
                <p:cNvPr id="93" name="Ink 92">
                  <a:extLst>
                    <a:ext uri="{FF2B5EF4-FFF2-40B4-BE49-F238E27FC236}">
                      <a16:creationId xmlns:a16="http://schemas.microsoft.com/office/drawing/2014/main" id="{7FEBBBDC-32BD-59C8-482D-D9C2994F0D1D}"/>
                    </a:ext>
                  </a:extLst>
                </p:cNvPr>
                <p:cNvPicPr/>
                <p:nvPr/>
              </p:nvPicPr>
              <p:blipFill>
                <a:blip r:embed="rId133"/>
                <a:stretch>
                  <a:fillRect/>
                </a:stretch>
              </p:blipFill>
              <p:spPr>
                <a:xfrm>
                  <a:off x="7095715" y="2053100"/>
                  <a:ext cx="191160" cy="5634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4" name="Ink 93">
                  <a:extLst>
                    <a:ext uri="{FF2B5EF4-FFF2-40B4-BE49-F238E27FC236}">
                      <a16:creationId xmlns:a16="http://schemas.microsoft.com/office/drawing/2014/main" id="{A2D9693F-4AA7-1322-944C-8097E22498CF}"/>
                    </a:ext>
                  </a:extLst>
                </p14:cNvPr>
                <p14:cNvContentPartPr/>
                <p14:nvPr/>
              </p14:nvContentPartPr>
              <p14:xfrm>
                <a:off x="7044235" y="2491220"/>
                <a:ext cx="248400" cy="198000"/>
              </p14:xfrm>
            </p:contentPart>
          </mc:Choice>
          <mc:Fallback xmlns="">
            <p:pic>
              <p:nvPicPr>
                <p:cNvPr id="94" name="Ink 93">
                  <a:extLst>
                    <a:ext uri="{FF2B5EF4-FFF2-40B4-BE49-F238E27FC236}">
                      <a16:creationId xmlns:a16="http://schemas.microsoft.com/office/drawing/2014/main" id="{A2D9693F-4AA7-1322-944C-8097E22498CF}"/>
                    </a:ext>
                  </a:extLst>
                </p:cNvPr>
                <p:cNvPicPr/>
                <p:nvPr/>
              </p:nvPicPr>
              <p:blipFill>
                <a:blip r:embed="rId135"/>
                <a:stretch>
                  <a:fillRect/>
                </a:stretch>
              </p:blipFill>
              <p:spPr>
                <a:xfrm>
                  <a:off x="7035235" y="2482220"/>
                  <a:ext cx="26604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6" name="Ink 95">
                  <a:extLst>
                    <a:ext uri="{FF2B5EF4-FFF2-40B4-BE49-F238E27FC236}">
                      <a16:creationId xmlns:a16="http://schemas.microsoft.com/office/drawing/2014/main" id="{D76D56AF-1E19-56D0-7652-A75B82E10B3A}"/>
                    </a:ext>
                  </a:extLst>
                </p14:cNvPr>
                <p14:cNvContentPartPr/>
                <p14:nvPr/>
              </p14:nvContentPartPr>
              <p14:xfrm>
                <a:off x="7403515" y="2086220"/>
                <a:ext cx="612720" cy="307440"/>
              </p14:xfrm>
            </p:contentPart>
          </mc:Choice>
          <mc:Fallback xmlns="">
            <p:pic>
              <p:nvPicPr>
                <p:cNvPr id="96" name="Ink 95">
                  <a:extLst>
                    <a:ext uri="{FF2B5EF4-FFF2-40B4-BE49-F238E27FC236}">
                      <a16:creationId xmlns:a16="http://schemas.microsoft.com/office/drawing/2014/main" id="{D76D56AF-1E19-56D0-7652-A75B82E10B3A}"/>
                    </a:ext>
                  </a:extLst>
                </p:cNvPr>
                <p:cNvPicPr/>
                <p:nvPr/>
              </p:nvPicPr>
              <p:blipFill>
                <a:blip r:embed="rId137"/>
                <a:stretch>
                  <a:fillRect/>
                </a:stretch>
              </p:blipFill>
              <p:spPr>
                <a:xfrm>
                  <a:off x="7394875" y="2077580"/>
                  <a:ext cx="63036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7" name="Ink 96">
                  <a:extLst>
                    <a:ext uri="{FF2B5EF4-FFF2-40B4-BE49-F238E27FC236}">
                      <a16:creationId xmlns:a16="http://schemas.microsoft.com/office/drawing/2014/main" id="{E5899D9A-59A7-E280-6371-1873803DF63C}"/>
                    </a:ext>
                  </a:extLst>
                </p14:cNvPr>
                <p14:cNvContentPartPr/>
                <p14:nvPr/>
              </p14:nvContentPartPr>
              <p14:xfrm>
                <a:off x="7784035" y="2241740"/>
                <a:ext cx="230760" cy="200160"/>
              </p14:xfrm>
            </p:contentPart>
          </mc:Choice>
          <mc:Fallback xmlns="">
            <p:pic>
              <p:nvPicPr>
                <p:cNvPr id="97" name="Ink 96">
                  <a:extLst>
                    <a:ext uri="{FF2B5EF4-FFF2-40B4-BE49-F238E27FC236}">
                      <a16:creationId xmlns:a16="http://schemas.microsoft.com/office/drawing/2014/main" id="{E5899D9A-59A7-E280-6371-1873803DF63C}"/>
                    </a:ext>
                  </a:extLst>
                </p:cNvPr>
                <p:cNvPicPr/>
                <p:nvPr/>
              </p:nvPicPr>
              <p:blipFill>
                <a:blip r:embed="rId139"/>
                <a:stretch>
                  <a:fillRect/>
                </a:stretch>
              </p:blipFill>
              <p:spPr>
                <a:xfrm>
                  <a:off x="7775395" y="2232740"/>
                  <a:ext cx="24840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2" name="Ink 101">
                  <a:extLst>
                    <a:ext uri="{FF2B5EF4-FFF2-40B4-BE49-F238E27FC236}">
                      <a16:creationId xmlns:a16="http://schemas.microsoft.com/office/drawing/2014/main" id="{3B0F81EF-69D4-B5C8-4C5F-A334E375C00E}"/>
                    </a:ext>
                  </a:extLst>
                </p14:cNvPr>
                <p14:cNvContentPartPr/>
                <p14:nvPr/>
              </p14:nvContentPartPr>
              <p14:xfrm>
                <a:off x="6509635" y="1995140"/>
                <a:ext cx="663480" cy="483120"/>
              </p14:xfrm>
            </p:contentPart>
          </mc:Choice>
          <mc:Fallback xmlns="">
            <p:pic>
              <p:nvPicPr>
                <p:cNvPr id="102" name="Ink 101">
                  <a:extLst>
                    <a:ext uri="{FF2B5EF4-FFF2-40B4-BE49-F238E27FC236}">
                      <a16:creationId xmlns:a16="http://schemas.microsoft.com/office/drawing/2014/main" id="{3B0F81EF-69D4-B5C8-4C5F-A334E375C00E}"/>
                    </a:ext>
                  </a:extLst>
                </p:cNvPr>
                <p:cNvPicPr/>
                <p:nvPr/>
              </p:nvPicPr>
              <p:blipFill>
                <a:blip r:embed="rId141"/>
                <a:stretch>
                  <a:fillRect/>
                </a:stretch>
              </p:blipFill>
              <p:spPr>
                <a:xfrm>
                  <a:off x="6500635" y="1986500"/>
                  <a:ext cx="681120" cy="5007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3" name="Ink 102">
                  <a:extLst>
                    <a:ext uri="{FF2B5EF4-FFF2-40B4-BE49-F238E27FC236}">
                      <a16:creationId xmlns:a16="http://schemas.microsoft.com/office/drawing/2014/main" id="{3C99E99E-3EE9-8144-FE6C-F6F3ADD0D959}"/>
                    </a:ext>
                  </a:extLst>
                </p14:cNvPr>
                <p14:cNvContentPartPr/>
                <p14:nvPr/>
              </p14:nvContentPartPr>
              <p14:xfrm>
                <a:off x="6376795" y="2334980"/>
                <a:ext cx="190800" cy="237960"/>
              </p14:xfrm>
            </p:contentPart>
          </mc:Choice>
          <mc:Fallback xmlns="">
            <p:pic>
              <p:nvPicPr>
                <p:cNvPr id="103" name="Ink 102">
                  <a:extLst>
                    <a:ext uri="{FF2B5EF4-FFF2-40B4-BE49-F238E27FC236}">
                      <a16:creationId xmlns:a16="http://schemas.microsoft.com/office/drawing/2014/main" id="{3C99E99E-3EE9-8144-FE6C-F6F3ADD0D959}"/>
                    </a:ext>
                  </a:extLst>
                </p:cNvPr>
                <p:cNvPicPr/>
                <p:nvPr/>
              </p:nvPicPr>
              <p:blipFill>
                <a:blip r:embed="rId143"/>
                <a:stretch>
                  <a:fillRect/>
                </a:stretch>
              </p:blipFill>
              <p:spPr>
                <a:xfrm>
                  <a:off x="6368155" y="2325980"/>
                  <a:ext cx="208440" cy="255600"/>
                </a:xfrm>
                <a:prstGeom prst="rect">
                  <a:avLst/>
                </a:prstGeom>
              </p:spPr>
            </p:pic>
          </mc:Fallback>
        </mc:AlternateContent>
      </p:grpSp>
      <p:grpSp>
        <p:nvGrpSpPr>
          <p:cNvPr id="120" name="Group 119">
            <a:extLst>
              <a:ext uri="{FF2B5EF4-FFF2-40B4-BE49-F238E27FC236}">
                <a16:creationId xmlns:a16="http://schemas.microsoft.com/office/drawing/2014/main" id="{C4CE1BB1-5EA7-EB33-2C41-16F22E5B3913}"/>
              </a:ext>
            </a:extLst>
          </p:cNvPr>
          <p:cNvGrpSpPr/>
          <p:nvPr/>
        </p:nvGrpSpPr>
        <p:grpSpPr>
          <a:xfrm>
            <a:off x="6210475" y="264980"/>
            <a:ext cx="4197960" cy="1602720"/>
            <a:chOff x="6210475" y="264980"/>
            <a:chExt cx="4197960" cy="1602720"/>
          </a:xfrm>
        </p:grpSpPr>
        <mc:AlternateContent xmlns:mc="http://schemas.openxmlformats.org/markup-compatibility/2006" xmlns:p14="http://schemas.microsoft.com/office/powerpoint/2010/main">
          <mc:Choice Requires="p14">
            <p:contentPart p14:bwMode="auto" r:id="rId144">
              <p14:nvContentPartPr>
                <p14:cNvPr id="99" name="Ink 98">
                  <a:extLst>
                    <a:ext uri="{FF2B5EF4-FFF2-40B4-BE49-F238E27FC236}">
                      <a16:creationId xmlns:a16="http://schemas.microsoft.com/office/drawing/2014/main" id="{E5B09EBA-C1AA-E1DC-4D5C-C4DC3C9CD786}"/>
                    </a:ext>
                  </a:extLst>
                </p14:cNvPr>
                <p14:cNvContentPartPr/>
                <p14:nvPr/>
              </p14:nvContentPartPr>
              <p14:xfrm>
                <a:off x="6292195" y="1659260"/>
                <a:ext cx="861840" cy="208440"/>
              </p14:xfrm>
            </p:contentPart>
          </mc:Choice>
          <mc:Fallback xmlns="">
            <p:pic>
              <p:nvPicPr>
                <p:cNvPr id="99" name="Ink 98">
                  <a:extLst>
                    <a:ext uri="{FF2B5EF4-FFF2-40B4-BE49-F238E27FC236}">
                      <a16:creationId xmlns:a16="http://schemas.microsoft.com/office/drawing/2014/main" id="{E5B09EBA-C1AA-E1DC-4D5C-C4DC3C9CD786}"/>
                    </a:ext>
                  </a:extLst>
                </p:cNvPr>
                <p:cNvPicPr/>
                <p:nvPr/>
              </p:nvPicPr>
              <p:blipFill>
                <a:blip r:embed="rId145"/>
                <a:stretch>
                  <a:fillRect/>
                </a:stretch>
              </p:blipFill>
              <p:spPr>
                <a:xfrm>
                  <a:off x="6283195" y="1650260"/>
                  <a:ext cx="8794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0" name="Ink 99">
                  <a:extLst>
                    <a:ext uri="{FF2B5EF4-FFF2-40B4-BE49-F238E27FC236}">
                      <a16:creationId xmlns:a16="http://schemas.microsoft.com/office/drawing/2014/main" id="{4A96F21B-5F63-5F44-FB5A-40A90C373E53}"/>
                    </a:ext>
                  </a:extLst>
                </p14:cNvPr>
                <p14:cNvContentPartPr/>
                <p14:nvPr/>
              </p14:nvContentPartPr>
              <p14:xfrm>
                <a:off x="6210475" y="1598060"/>
                <a:ext cx="194400" cy="174960"/>
              </p14:xfrm>
            </p:contentPart>
          </mc:Choice>
          <mc:Fallback xmlns="">
            <p:pic>
              <p:nvPicPr>
                <p:cNvPr id="100" name="Ink 99">
                  <a:extLst>
                    <a:ext uri="{FF2B5EF4-FFF2-40B4-BE49-F238E27FC236}">
                      <a16:creationId xmlns:a16="http://schemas.microsoft.com/office/drawing/2014/main" id="{4A96F21B-5F63-5F44-FB5A-40A90C373E53}"/>
                    </a:ext>
                  </a:extLst>
                </p:cNvPr>
                <p:cNvPicPr/>
                <p:nvPr/>
              </p:nvPicPr>
              <p:blipFill>
                <a:blip r:embed="rId147"/>
                <a:stretch>
                  <a:fillRect/>
                </a:stretch>
              </p:blipFill>
              <p:spPr>
                <a:xfrm>
                  <a:off x="6201835" y="1589420"/>
                  <a:ext cx="21204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5" name="Ink 104">
                  <a:extLst>
                    <a:ext uri="{FF2B5EF4-FFF2-40B4-BE49-F238E27FC236}">
                      <a16:creationId xmlns:a16="http://schemas.microsoft.com/office/drawing/2014/main" id="{DD89900F-D1A2-3CD7-75E0-7913458159E8}"/>
                    </a:ext>
                  </a:extLst>
                </p14:cNvPr>
                <p14:cNvContentPartPr/>
                <p14:nvPr/>
              </p14:nvContentPartPr>
              <p14:xfrm>
                <a:off x="7453555" y="1598780"/>
                <a:ext cx="1011960" cy="240840"/>
              </p14:xfrm>
            </p:contentPart>
          </mc:Choice>
          <mc:Fallback xmlns="">
            <p:pic>
              <p:nvPicPr>
                <p:cNvPr id="105" name="Ink 104">
                  <a:extLst>
                    <a:ext uri="{FF2B5EF4-FFF2-40B4-BE49-F238E27FC236}">
                      <a16:creationId xmlns:a16="http://schemas.microsoft.com/office/drawing/2014/main" id="{DD89900F-D1A2-3CD7-75E0-7913458159E8}"/>
                    </a:ext>
                  </a:extLst>
                </p:cNvPr>
                <p:cNvPicPr/>
                <p:nvPr/>
              </p:nvPicPr>
              <p:blipFill>
                <a:blip r:embed="rId149"/>
                <a:stretch>
                  <a:fillRect/>
                </a:stretch>
              </p:blipFill>
              <p:spPr>
                <a:xfrm>
                  <a:off x="7444915" y="1589780"/>
                  <a:ext cx="102960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6" name="Ink 105">
                  <a:extLst>
                    <a:ext uri="{FF2B5EF4-FFF2-40B4-BE49-F238E27FC236}">
                      <a16:creationId xmlns:a16="http://schemas.microsoft.com/office/drawing/2014/main" id="{EB5DBECD-2D4F-DA56-597A-A40DD47B851E}"/>
                    </a:ext>
                  </a:extLst>
                </p14:cNvPr>
                <p14:cNvContentPartPr/>
                <p14:nvPr/>
              </p14:nvContentPartPr>
              <p14:xfrm>
                <a:off x="8122795" y="1546940"/>
                <a:ext cx="122040" cy="213120"/>
              </p14:xfrm>
            </p:contentPart>
          </mc:Choice>
          <mc:Fallback xmlns="">
            <p:pic>
              <p:nvPicPr>
                <p:cNvPr id="106" name="Ink 105">
                  <a:extLst>
                    <a:ext uri="{FF2B5EF4-FFF2-40B4-BE49-F238E27FC236}">
                      <a16:creationId xmlns:a16="http://schemas.microsoft.com/office/drawing/2014/main" id="{EB5DBECD-2D4F-DA56-597A-A40DD47B851E}"/>
                    </a:ext>
                  </a:extLst>
                </p:cNvPr>
                <p:cNvPicPr/>
                <p:nvPr/>
              </p:nvPicPr>
              <p:blipFill>
                <a:blip r:embed="rId151"/>
                <a:stretch>
                  <a:fillRect/>
                </a:stretch>
              </p:blipFill>
              <p:spPr>
                <a:xfrm>
                  <a:off x="8114155" y="1537940"/>
                  <a:ext cx="13968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7" name="Ink 106">
                  <a:extLst>
                    <a:ext uri="{FF2B5EF4-FFF2-40B4-BE49-F238E27FC236}">
                      <a16:creationId xmlns:a16="http://schemas.microsoft.com/office/drawing/2014/main" id="{6A968AEE-A026-AA2A-7983-FD16B91EC95F}"/>
                    </a:ext>
                  </a:extLst>
                </p14:cNvPr>
                <p14:cNvContentPartPr/>
                <p14:nvPr/>
              </p14:nvContentPartPr>
              <p14:xfrm>
                <a:off x="7379035" y="1137980"/>
                <a:ext cx="863640" cy="613440"/>
              </p14:xfrm>
            </p:contentPart>
          </mc:Choice>
          <mc:Fallback xmlns="">
            <p:pic>
              <p:nvPicPr>
                <p:cNvPr id="107" name="Ink 106">
                  <a:extLst>
                    <a:ext uri="{FF2B5EF4-FFF2-40B4-BE49-F238E27FC236}">
                      <a16:creationId xmlns:a16="http://schemas.microsoft.com/office/drawing/2014/main" id="{6A968AEE-A026-AA2A-7983-FD16B91EC95F}"/>
                    </a:ext>
                  </a:extLst>
                </p:cNvPr>
                <p:cNvPicPr/>
                <p:nvPr/>
              </p:nvPicPr>
              <p:blipFill>
                <a:blip r:embed="rId153"/>
                <a:stretch>
                  <a:fillRect/>
                </a:stretch>
              </p:blipFill>
              <p:spPr>
                <a:xfrm>
                  <a:off x="7370035" y="1128980"/>
                  <a:ext cx="881280" cy="6310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8" name="Ink 107">
                  <a:extLst>
                    <a:ext uri="{FF2B5EF4-FFF2-40B4-BE49-F238E27FC236}">
                      <a16:creationId xmlns:a16="http://schemas.microsoft.com/office/drawing/2014/main" id="{2C01161B-2BEA-D27A-D3F5-048088E69442}"/>
                    </a:ext>
                  </a:extLst>
                </p14:cNvPr>
                <p14:cNvContentPartPr/>
                <p14:nvPr/>
              </p14:nvContentPartPr>
              <p14:xfrm>
                <a:off x="8091475" y="1128980"/>
                <a:ext cx="101520" cy="220680"/>
              </p14:xfrm>
            </p:contentPart>
          </mc:Choice>
          <mc:Fallback xmlns="">
            <p:pic>
              <p:nvPicPr>
                <p:cNvPr id="108" name="Ink 107">
                  <a:extLst>
                    <a:ext uri="{FF2B5EF4-FFF2-40B4-BE49-F238E27FC236}">
                      <a16:creationId xmlns:a16="http://schemas.microsoft.com/office/drawing/2014/main" id="{2C01161B-2BEA-D27A-D3F5-048088E69442}"/>
                    </a:ext>
                  </a:extLst>
                </p:cNvPr>
                <p:cNvPicPr/>
                <p:nvPr/>
              </p:nvPicPr>
              <p:blipFill>
                <a:blip r:embed="rId155"/>
                <a:stretch>
                  <a:fillRect/>
                </a:stretch>
              </p:blipFill>
              <p:spPr>
                <a:xfrm>
                  <a:off x="8082835" y="1120340"/>
                  <a:ext cx="11916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9" name="Ink 108">
                  <a:extLst>
                    <a:ext uri="{FF2B5EF4-FFF2-40B4-BE49-F238E27FC236}">
                      <a16:creationId xmlns:a16="http://schemas.microsoft.com/office/drawing/2014/main" id="{18973470-1DB7-C991-40B9-4EB2047C95F4}"/>
                    </a:ext>
                  </a:extLst>
                </p14:cNvPr>
                <p14:cNvContentPartPr/>
                <p14:nvPr/>
              </p14:nvContentPartPr>
              <p14:xfrm>
                <a:off x="7300555" y="1424540"/>
                <a:ext cx="42480" cy="382320"/>
              </p14:xfrm>
            </p:contentPart>
          </mc:Choice>
          <mc:Fallback xmlns="">
            <p:pic>
              <p:nvPicPr>
                <p:cNvPr id="109" name="Ink 108">
                  <a:extLst>
                    <a:ext uri="{FF2B5EF4-FFF2-40B4-BE49-F238E27FC236}">
                      <a16:creationId xmlns:a16="http://schemas.microsoft.com/office/drawing/2014/main" id="{18973470-1DB7-C991-40B9-4EB2047C95F4}"/>
                    </a:ext>
                  </a:extLst>
                </p:cNvPr>
                <p:cNvPicPr/>
                <p:nvPr/>
              </p:nvPicPr>
              <p:blipFill>
                <a:blip r:embed="rId157"/>
                <a:stretch>
                  <a:fillRect/>
                </a:stretch>
              </p:blipFill>
              <p:spPr>
                <a:xfrm>
                  <a:off x="7291555" y="1415540"/>
                  <a:ext cx="6012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0" name="Ink 109">
                  <a:extLst>
                    <a:ext uri="{FF2B5EF4-FFF2-40B4-BE49-F238E27FC236}">
                      <a16:creationId xmlns:a16="http://schemas.microsoft.com/office/drawing/2014/main" id="{68EB4159-2456-AACE-C15F-093ACE4E0509}"/>
                    </a:ext>
                  </a:extLst>
                </p14:cNvPr>
                <p14:cNvContentPartPr/>
                <p14:nvPr/>
              </p14:nvContentPartPr>
              <p14:xfrm>
                <a:off x="7181035" y="1402580"/>
                <a:ext cx="142560" cy="73080"/>
              </p14:xfrm>
            </p:contentPart>
          </mc:Choice>
          <mc:Fallback xmlns="">
            <p:pic>
              <p:nvPicPr>
                <p:cNvPr id="110" name="Ink 109">
                  <a:extLst>
                    <a:ext uri="{FF2B5EF4-FFF2-40B4-BE49-F238E27FC236}">
                      <a16:creationId xmlns:a16="http://schemas.microsoft.com/office/drawing/2014/main" id="{68EB4159-2456-AACE-C15F-093ACE4E0509}"/>
                    </a:ext>
                  </a:extLst>
                </p:cNvPr>
                <p:cNvPicPr/>
                <p:nvPr/>
              </p:nvPicPr>
              <p:blipFill>
                <a:blip r:embed="rId159"/>
                <a:stretch>
                  <a:fillRect/>
                </a:stretch>
              </p:blipFill>
              <p:spPr>
                <a:xfrm>
                  <a:off x="7172395" y="1393940"/>
                  <a:ext cx="1602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1" name="Ink 110">
                  <a:extLst>
                    <a:ext uri="{FF2B5EF4-FFF2-40B4-BE49-F238E27FC236}">
                      <a16:creationId xmlns:a16="http://schemas.microsoft.com/office/drawing/2014/main" id="{7FD46CD5-E608-56B4-6B20-38A9D2FF4A01}"/>
                    </a:ext>
                  </a:extLst>
                </p14:cNvPr>
                <p14:cNvContentPartPr/>
                <p14:nvPr/>
              </p14:nvContentPartPr>
              <p14:xfrm>
                <a:off x="7294435" y="1390700"/>
                <a:ext cx="105120" cy="56880"/>
              </p14:xfrm>
            </p:contentPart>
          </mc:Choice>
          <mc:Fallback xmlns="">
            <p:pic>
              <p:nvPicPr>
                <p:cNvPr id="111" name="Ink 110">
                  <a:extLst>
                    <a:ext uri="{FF2B5EF4-FFF2-40B4-BE49-F238E27FC236}">
                      <a16:creationId xmlns:a16="http://schemas.microsoft.com/office/drawing/2014/main" id="{7FD46CD5-E608-56B4-6B20-38A9D2FF4A01}"/>
                    </a:ext>
                  </a:extLst>
                </p:cNvPr>
                <p:cNvPicPr/>
                <p:nvPr/>
              </p:nvPicPr>
              <p:blipFill>
                <a:blip r:embed="rId161"/>
                <a:stretch>
                  <a:fillRect/>
                </a:stretch>
              </p:blipFill>
              <p:spPr>
                <a:xfrm>
                  <a:off x="7285795" y="1382060"/>
                  <a:ext cx="12276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13" name="Ink 112">
                  <a:extLst>
                    <a:ext uri="{FF2B5EF4-FFF2-40B4-BE49-F238E27FC236}">
                      <a16:creationId xmlns:a16="http://schemas.microsoft.com/office/drawing/2014/main" id="{E1C5CF2D-806B-E99E-9941-A1513D85C4A5}"/>
                    </a:ext>
                  </a:extLst>
                </p14:cNvPr>
                <p14:cNvContentPartPr/>
                <p14:nvPr/>
              </p14:nvContentPartPr>
              <p14:xfrm>
                <a:off x="6723475" y="969140"/>
                <a:ext cx="709920" cy="644760"/>
              </p14:xfrm>
            </p:contentPart>
          </mc:Choice>
          <mc:Fallback xmlns="">
            <p:pic>
              <p:nvPicPr>
                <p:cNvPr id="113" name="Ink 112">
                  <a:extLst>
                    <a:ext uri="{FF2B5EF4-FFF2-40B4-BE49-F238E27FC236}">
                      <a16:creationId xmlns:a16="http://schemas.microsoft.com/office/drawing/2014/main" id="{E1C5CF2D-806B-E99E-9941-A1513D85C4A5}"/>
                    </a:ext>
                  </a:extLst>
                </p:cNvPr>
                <p:cNvPicPr/>
                <p:nvPr/>
              </p:nvPicPr>
              <p:blipFill>
                <a:blip r:embed="rId163"/>
                <a:stretch>
                  <a:fillRect/>
                </a:stretch>
              </p:blipFill>
              <p:spPr>
                <a:xfrm>
                  <a:off x="6714835" y="960140"/>
                  <a:ext cx="727560" cy="6624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14" name="Ink 113">
                  <a:extLst>
                    <a:ext uri="{FF2B5EF4-FFF2-40B4-BE49-F238E27FC236}">
                      <a16:creationId xmlns:a16="http://schemas.microsoft.com/office/drawing/2014/main" id="{17FB9069-47B4-1595-27BE-0F3617CDCB33}"/>
                    </a:ext>
                  </a:extLst>
                </p14:cNvPr>
                <p14:cNvContentPartPr/>
                <p14:nvPr/>
              </p14:nvContentPartPr>
              <p14:xfrm>
                <a:off x="7266715" y="851420"/>
                <a:ext cx="450000" cy="192600"/>
              </p14:xfrm>
            </p:contentPart>
          </mc:Choice>
          <mc:Fallback xmlns="">
            <p:pic>
              <p:nvPicPr>
                <p:cNvPr id="114" name="Ink 113">
                  <a:extLst>
                    <a:ext uri="{FF2B5EF4-FFF2-40B4-BE49-F238E27FC236}">
                      <a16:creationId xmlns:a16="http://schemas.microsoft.com/office/drawing/2014/main" id="{17FB9069-47B4-1595-27BE-0F3617CDCB33}"/>
                    </a:ext>
                  </a:extLst>
                </p:cNvPr>
                <p:cNvPicPr/>
                <p:nvPr/>
              </p:nvPicPr>
              <p:blipFill>
                <a:blip r:embed="rId165"/>
                <a:stretch>
                  <a:fillRect/>
                </a:stretch>
              </p:blipFill>
              <p:spPr>
                <a:xfrm>
                  <a:off x="7258075" y="842420"/>
                  <a:ext cx="46764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5" name="Ink 114">
                  <a:extLst>
                    <a:ext uri="{FF2B5EF4-FFF2-40B4-BE49-F238E27FC236}">
                      <a16:creationId xmlns:a16="http://schemas.microsoft.com/office/drawing/2014/main" id="{F700EDFC-64D5-5A48-7671-F828D111CCB2}"/>
                    </a:ext>
                  </a:extLst>
                </p14:cNvPr>
                <p14:cNvContentPartPr/>
                <p14:nvPr/>
              </p14:nvContentPartPr>
              <p14:xfrm>
                <a:off x="8034955" y="264980"/>
                <a:ext cx="1304280" cy="478080"/>
              </p14:xfrm>
            </p:contentPart>
          </mc:Choice>
          <mc:Fallback xmlns="">
            <p:pic>
              <p:nvPicPr>
                <p:cNvPr id="115" name="Ink 114">
                  <a:extLst>
                    <a:ext uri="{FF2B5EF4-FFF2-40B4-BE49-F238E27FC236}">
                      <a16:creationId xmlns:a16="http://schemas.microsoft.com/office/drawing/2014/main" id="{F700EDFC-64D5-5A48-7671-F828D111CCB2}"/>
                    </a:ext>
                  </a:extLst>
                </p:cNvPr>
                <p:cNvPicPr/>
                <p:nvPr/>
              </p:nvPicPr>
              <p:blipFill>
                <a:blip r:embed="rId167"/>
                <a:stretch>
                  <a:fillRect/>
                </a:stretch>
              </p:blipFill>
              <p:spPr>
                <a:xfrm>
                  <a:off x="8025955" y="255980"/>
                  <a:ext cx="1321920" cy="4957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6" name="Ink 115">
                  <a:extLst>
                    <a:ext uri="{FF2B5EF4-FFF2-40B4-BE49-F238E27FC236}">
                      <a16:creationId xmlns:a16="http://schemas.microsoft.com/office/drawing/2014/main" id="{051B5006-E5E1-E420-F482-0F35B9BF1F46}"/>
                    </a:ext>
                  </a:extLst>
                </p14:cNvPr>
                <p14:cNvContentPartPr/>
                <p14:nvPr/>
              </p14:nvContentPartPr>
              <p14:xfrm>
                <a:off x="9479275" y="421580"/>
                <a:ext cx="360" cy="360"/>
              </p14:xfrm>
            </p:contentPart>
          </mc:Choice>
          <mc:Fallback xmlns="">
            <p:pic>
              <p:nvPicPr>
                <p:cNvPr id="116" name="Ink 115">
                  <a:extLst>
                    <a:ext uri="{FF2B5EF4-FFF2-40B4-BE49-F238E27FC236}">
                      <a16:creationId xmlns:a16="http://schemas.microsoft.com/office/drawing/2014/main" id="{051B5006-E5E1-E420-F482-0F35B9BF1F46}"/>
                    </a:ext>
                  </a:extLst>
                </p:cNvPr>
                <p:cNvPicPr/>
                <p:nvPr/>
              </p:nvPicPr>
              <p:blipFill>
                <a:blip r:embed="rId169"/>
                <a:stretch>
                  <a:fillRect/>
                </a:stretch>
              </p:blipFill>
              <p:spPr>
                <a:xfrm>
                  <a:off x="9470635" y="4129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7" name="Ink 116">
                  <a:extLst>
                    <a:ext uri="{FF2B5EF4-FFF2-40B4-BE49-F238E27FC236}">
                      <a16:creationId xmlns:a16="http://schemas.microsoft.com/office/drawing/2014/main" id="{68767DBC-1ADE-995D-ADE6-69D1642C1C25}"/>
                    </a:ext>
                  </a:extLst>
                </p14:cNvPr>
                <p14:cNvContentPartPr/>
                <p14:nvPr/>
              </p14:nvContentPartPr>
              <p14:xfrm>
                <a:off x="9413035" y="271820"/>
                <a:ext cx="732240" cy="312120"/>
              </p14:xfrm>
            </p:contentPart>
          </mc:Choice>
          <mc:Fallback xmlns="">
            <p:pic>
              <p:nvPicPr>
                <p:cNvPr id="117" name="Ink 116">
                  <a:extLst>
                    <a:ext uri="{FF2B5EF4-FFF2-40B4-BE49-F238E27FC236}">
                      <a16:creationId xmlns:a16="http://schemas.microsoft.com/office/drawing/2014/main" id="{68767DBC-1ADE-995D-ADE6-69D1642C1C25}"/>
                    </a:ext>
                  </a:extLst>
                </p:cNvPr>
                <p:cNvPicPr/>
                <p:nvPr/>
              </p:nvPicPr>
              <p:blipFill>
                <a:blip r:embed="rId171"/>
                <a:stretch>
                  <a:fillRect/>
                </a:stretch>
              </p:blipFill>
              <p:spPr>
                <a:xfrm>
                  <a:off x="9404395" y="263180"/>
                  <a:ext cx="74988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8" name="Ink 117">
                  <a:extLst>
                    <a:ext uri="{FF2B5EF4-FFF2-40B4-BE49-F238E27FC236}">
                      <a16:creationId xmlns:a16="http://schemas.microsoft.com/office/drawing/2014/main" id="{93186302-F534-3205-7444-2F0D80360EE5}"/>
                    </a:ext>
                  </a:extLst>
                </p14:cNvPr>
                <p14:cNvContentPartPr/>
                <p14:nvPr/>
              </p14:nvContentPartPr>
              <p14:xfrm>
                <a:off x="9735235" y="332660"/>
                <a:ext cx="447840" cy="251640"/>
              </p14:xfrm>
            </p:contentPart>
          </mc:Choice>
          <mc:Fallback xmlns="">
            <p:pic>
              <p:nvPicPr>
                <p:cNvPr id="118" name="Ink 117">
                  <a:extLst>
                    <a:ext uri="{FF2B5EF4-FFF2-40B4-BE49-F238E27FC236}">
                      <a16:creationId xmlns:a16="http://schemas.microsoft.com/office/drawing/2014/main" id="{93186302-F534-3205-7444-2F0D80360EE5}"/>
                    </a:ext>
                  </a:extLst>
                </p:cNvPr>
                <p:cNvPicPr/>
                <p:nvPr/>
              </p:nvPicPr>
              <p:blipFill>
                <a:blip r:embed="rId173"/>
                <a:stretch>
                  <a:fillRect/>
                </a:stretch>
              </p:blipFill>
              <p:spPr>
                <a:xfrm>
                  <a:off x="9726235" y="324020"/>
                  <a:ext cx="46548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9" name="Ink 118">
                  <a:extLst>
                    <a:ext uri="{FF2B5EF4-FFF2-40B4-BE49-F238E27FC236}">
                      <a16:creationId xmlns:a16="http://schemas.microsoft.com/office/drawing/2014/main" id="{DD400FFB-F2EB-7A0E-F439-8162FAD40C02}"/>
                    </a:ext>
                  </a:extLst>
                </p14:cNvPr>
                <p14:cNvContentPartPr/>
                <p14:nvPr/>
              </p14:nvContentPartPr>
              <p14:xfrm>
                <a:off x="10364515" y="484580"/>
                <a:ext cx="43920" cy="38520"/>
              </p14:xfrm>
            </p:contentPart>
          </mc:Choice>
          <mc:Fallback xmlns="">
            <p:pic>
              <p:nvPicPr>
                <p:cNvPr id="119" name="Ink 118">
                  <a:extLst>
                    <a:ext uri="{FF2B5EF4-FFF2-40B4-BE49-F238E27FC236}">
                      <a16:creationId xmlns:a16="http://schemas.microsoft.com/office/drawing/2014/main" id="{DD400FFB-F2EB-7A0E-F439-8162FAD40C02}"/>
                    </a:ext>
                  </a:extLst>
                </p:cNvPr>
                <p:cNvPicPr/>
                <p:nvPr/>
              </p:nvPicPr>
              <p:blipFill>
                <a:blip r:embed="rId175"/>
                <a:stretch>
                  <a:fillRect/>
                </a:stretch>
              </p:blipFill>
              <p:spPr>
                <a:xfrm>
                  <a:off x="10355515" y="475940"/>
                  <a:ext cx="61560" cy="56160"/>
                </a:xfrm>
                <a:prstGeom prst="rect">
                  <a:avLst/>
                </a:prstGeom>
              </p:spPr>
            </p:pic>
          </mc:Fallback>
        </mc:AlternateContent>
      </p:grpSp>
      <p:grpSp>
        <p:nvGrpSpPr>
          <p:cNvPr id="145" name="Group 144">
            <a:extLst>
              <a:ext uri="{FF2B5EF4-FFF2-40B4-BE49-F238E27FC236}">
                <a16:creationId xmlns:a16="http://schemas.microsoft.com/office/drawing/2014/main" id="{59C2172C-758C-6630-FEBA-BA64D92AA8A0}"/>
              </a:ext>
            </a:extLst>
          </p:cNvPr>
          <p:cNvGrpSpPr/>
          <p:nvPr/>
        </p:nvGrpSpPr>
        <p:grpSpPr>
          <a:xfrm>
            <a:off x="9157795" y="1528940"/>
            <a:ext cx="2769840" cy="3427200"/>
            <a:chOff x="9157795" y="1528940"/>
            <a:chExt cx="2769840" cy="3427200"/>
          </a:xfrm>
        </p:grpSpPr>
        <mc:AlternateContent xmlns:mc="http://schemas.openxmlformats.org/markup-compatibility/2006" xmlns:p14="http://schemas.microsoft.com/office/powerpoint/2010/main">
          <mc:Choice Requires="p14">
            <p:contentPart p14:bwMode="auto" r:id="rId176">
              <p14:nvContentPartPr>
                <p14:cNvPr id="121" name="Ink 120">
                  <a:extLst>
                    <a:ext uri="{FF2B5EF4-FFF2-40B4-BE49-F238E27FC236}">
                      <a16:creationId xmlns:a16="http://schemas.microsoft.com/office/drawing/2014/main" id="{8B773B99-7538-605B-C990-E2AFCE2ED25A}"/>
                    </a:ext>
                  </a:extLst>
                </p14:cNvPr>
                <p14:cNvContentPartPr/>
                <p14:nvPr/>
              </p14:nvContentPartPr>
              <p14:xfrm>
                <a:off x="9236275" y="1816220"/>
                <a:ext cx="125280" cy="160920"/>
              </p14:xfrm>
            </p:contentPart>
          </mc:Choice>
          <mc:Fallback xmlns="">
            <p:pic>
              <p:nvPicPr>
                <p:cNvPr id="121" name="Ink 120">
                  <a:extLst>
                    <a:ext uri="{FF2B5EF4-FFF2-40B4-BE49-F238E27FC236}">
                      <a16:creationId xmlns:a16="http://schemas.microsoft.com/office/drawing/2014/main" id="{8B773B99-7538-605B-C990-E2AFCE2ED25A}"/>
                    </a:ext>
                  </a:extLst>
                </p:cNvPr>
                <p:cNvPicPr/>
                <p:nvPr/>
              </p:nvPicPr>
              <p:blipFill>
                <a:blip r:embed="rId177"/>
                <a:stretch>
                  <a:fillRect/>
                </a:stretch>
              </p:blipFill>
              <p:spPr>
                <a:xfrm>
                  <a:off x="9227275" y="1807220"/>
                  <a:ext cx="14292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22" name="Ink 121">
                  <a:extLst>
                    <a:ext uri="{FF2B5EF4-FFF2-40B4-BE49-F238E27FC236}">
                      <a16:creationId xmlns:a16="http://schemas.microsoft.com/office/drawing/2014/main" id="{87356177-3831-ADAD-4704-5A2111735EDB}"/>
                    </a:ext>
                  </a:extLst>
                </p14:cNvPr>
                <p14:cNvContentPartPr/>
                <p14:nvPr/>
              </p14:nvContentPartPr>
              <p14:xfrm>
                <a:off x="9157795" y="1528940"/>
                <a:ext cx="476280" cy="791280"/>
              </p14:xfrm>
            </p:contentPart>
          </mc:Choice>
          <mc:Fallback xmlns="">
            <p:pic>
              <p:nvPicPr>
                <p:cNvPr id="122" name="Ink 121">
                  <a:extLst>
                    <a:ext uri="{FF2B5EF4-FFF2-40B4-BE49-F238E27FC236}">
                      <a16:creationId xmlns:a16="http://schemas.microsoft.com/office/drawing/2014/main" id="{87356177-3831-ADAD-4704-5A2111735EDB}"/>
                    </a:ext>
                  </a:extLst>
                </p:cNvPr>
                <p:cNvPicPr/>
                <p:nvPr/>
              </p:nvPicPr>
              <p:blipFill>
                <a:blip r:embed="rId179"/>
                <a:stretch>
                  <a:fillRect/>
                </a:stretch>
              </p:blipFill>
              <p:spPr>
                <a:xfrm>
                  <a:off x="9149155" y="1519940"/>
                  <a:ext cx="493920" cy="8089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23" name="Ink 122">
                  <a:extLst>
                    <a:ext uri="{FF2B5EF4-FFF2-40B4-BE49-F238E27FC236}">
                      <a16:creationId xmlns:a16="http://schemas.microsoft.com/office/drawing/2014/main" id="{659DE60B-2351-58E5-C5EA-9A8A676B6F90}"/>
                    </a:ext>
                  </a:extLst>
                </p14:cNvPr>
                <p14:cNvContentPartPr/>
                <p14:nvPr/>
              </p14:nvContentPartPr>
              <p14:xfrm>
                <a:off x="9379195" y="1837820"/>
                <a:ext cx="394560" cy="67680"/>
              </p14:xfrm>
            </p:contentPart>
          </mc:Choice>
          <mc:Fallback xmlns="">
            <p:pic>
              <p:nvPicPr>
                <p:cNvPr id="123" name="Ink 122">
                  <a:extLst>
                    <a:ext uri="{FF2B5EF4-FFF2-40B4-BE49-F238E27FC236}">
                      <a16:creationId xmlns:a16="http://schemas.microsoft.com/office/drawing/2014/main" id="{659DE60B-2351-58E5-C5EA-9A8A676B6F90}"/>
                    </a:ext>
                  </a:extLst>
                </p:cNvPr>
                <p:cNvPicPr/>
                <p:nvPr/>
              </p:nvPicPr>
              <p:blipFill>
                <a:blip r:embed="rId181"/>
                <a:stretch>
                  <a:fillRect/>
                </a:stretch>
              </p:blipFill>
              <p:spPr>
                <a:xfrm>
                  <a:off x="9370555" y="1829180"/>
                  <a:ext cx="4122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4" name="Ink 123">
                  <a:extLst>
                    <a:ext uri="{FF2B5EF4-FFF2-40B4-BE49-F238E27FC236}">
                      <a16:creationId xmlns:a16="http://schemas.microsoft.com/office/drawing/2014/main" id="{53C37D36-3925-D990-937D-9923D8416971}"/>
                    </a:ext>
                  </a:extLst>
                </p14:cNvPr>
                <p14:cNvContentPartPr/>
                <p14:nvPr/>
              </p14:nvContentPartPr>
              <p14:xfrm>
                <a:off x="9887875" y="1744580"/>
                <a:ext cx="189720" cy="333000"/>
              </p14:xfrm>
            </p:contentPart>
          </mc:Choice>
          <mc:Fallback xmlns="">
            <p:pic>
              <p:nvPicPr>
                <p:cNvPr id="124" name="Ink 123">
                  <a:extLst>
                    <a:ext uri="{FF2B5EF4-FFF2-40B4-BE49-F238E27FC236}">
                      <a16:creationId xmlns:a16="http://schemas.microsoft.com/office/drawing/2014/main" id="{53C37D36-3925-D990-937D-9923D8416971}"/>
                    </a:ext>
                  </a:extLst>
                </p:cNvPr>
                <p:cNvPicPr/>
                <p:nvPr/>
              </p:nvPicPr>
              <p:blipFill>
                <a:blip r:embed="rId183"/>
                <a:stretch>
                  <a:fillRect/>
                </a:stretch>
              </p:blipFill>
              <p:spPr>
                <a:xfrm>
                  <a:off x="9879235" y="1735580"/>
                  <a:ext cx="207360" cy="3506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5" name="Ink 124">
                  <a:extLst>
                    <a:ext uri="{FF2B5EF4-FFF2-40B4-BE49-F238E27FC236}">
                      <a16:creationId xmlns:a16="http://schemas.microsoft.com/office/drawing/2014/main" id="{AF8CE48B-6354-2823-F7C4-73E433488EF2}"/>
                    </a:ext>
                  </a:extLst>
                </p14:cNvPr>
                <p14:cNvContentPartPr/>
                <p14:nvPr/>
              </p14:nvContentPartPr>
              <p14:xfrm>
                <a:off x="10282435" y="1659980"/>
                <a:ext cx="1103760" cy="370440"/>
              </p14:xfrm>
            </p:contentPart>
          </mc:Choice>
          <mc:Fallback xmlns="">
            <p:pic>
              <p:nvPicPr>
                <p:cNvPr id="125" name="Ink 124">
                  <a:extLst>
                    <a:ext uri="{FF2B5EF4-FFF2-40B4-BE49-F238E27FC236}">
                      <a16:creationId xmlns:a16="http://schemas.microsoft.com/office/drawing/2014/main" id="{AF8CE48B-6354-2823-F7C4-73E433488EF2}"/>
                    </a:ext>
                  </a:extLst>
                </p:cNvPr>
                <p:cNvPicPr/>
                <p:nvPr/>
              </p:nvPicPr>
              <p:blipFill>
                <a:blip r:embed="rId185"/>
                <a:stretch>
                  <a:fillRect/>
                </a:stretch>
              </p:blipFill>
              <p:spPr>
                <a:xfrm>
                  <a:off x="10273795" y="1650980"/>
                  <a:ext cx="112140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6" name="Ink 125">
                  <a:extLst>
                    <a:ext uri="{FF2B5EF4-FFF2-40B4-BE49-F238E27FC236}">
                      <a16:creationId xmlns:a16="http://schemas.microsoft.com/office/drawing/2014/main" id="{6F50973B-CEAE-236C-E2D5-31FA2F1F2239}"/>
                    </a:ext>
                  </a:extLst>
                </p14:cNvPr>
                <p14:cNvContentPartPr/>
                <p14:nvPr/>
              </p14:nvContentPartPr>
              <p14:xfrm>
                <a:off x="9286315" y="2405900"/>
                <a:ext cx="523800" cy="1027800"/>
              </p14:xfrm>
            </p:contentPart>
          </mc:Choice>
          <mc:Fallback xmlns="">
            <p:pic>
              <p:nvPicPr>
                <p:cNvPr id="126" name="Ink 125">
                  <a:extLst>
                    <a:ext uri="{FF2B5EF4-FFF2-40B4-BE49-F238E27FC236}">
                      <a16:creationId xmlns:a16="http://schemas.microsoft.com/office/drawing/2014/main" id="{6F50973B-CEAE-236C-E2D5-31FA2F1F2239}"/>
                    </a:ext>
                  </a:extLst>
                </p:cNvPr>
                <p:cNvPicPr/>
                <p:nvPr/>
              </p:nvPicPr>
              <p:blipFill>
                <a:blip r:embed="rId187"/>
                <a:stretch>
                  <a:fillRect/>
                </a:stretch>
              </p:blipFill>
              <p:spPr>
                <a:xfrm>
                  <a:off x="9277675" y="2397260"/>
                  <a:ext cx="541440" cy="10454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7" name="Ink 126">
                  <a:extLst>
                    <a:ext uri="{FF2B5EF4-FFF2-40B4-BE49-F238E27FC236}">
                      <a16:creationId xmlns:a16="http://schemas.microsoft.com/office/drawing/2014/main" id="{B4367071-5F3A-4700-BACA-09D31F18CA5F}"/>
                    </a:ext>
                  </a:extLst>
                </p14:cNvPr>
                <p14:cNvContentPartPr/>
                <p14:nvPr/>
              </p14:nvContentPartPr>
              <p14:xfrm>
                <a:off x="10135555" y="2362700"/>
                <a:ext cx="804600" cy="492840"/>
              </p14:xfrm>
            </p:contentPart>
          </mc:Choice>
          <mc:Fallback xmlns="">
            <p:pic>
              <p:nvPicPr>
                <p:cNvPr id="127" name="Ink 126">
                  <a:extLst>
                    <a:ext uri="{FF2B5EF4-FFF2-40B4-BE49-F238E27FC236}">
                      <a16:creationId xmlns:a16="http://schemas.microsoft.com/office/drawing/2014/main" id="{B4367071-5F3A-4700-BACA-09D31F18CA5F}"/>
                    </a:ext>
                  </a:extLst>
                </p:cNvPr>
                <p:cNvPicPr/>
                <p:nvPr/>
              </p:nvPicPr>
              <p:blipFill>
                <a:blip r:embed="rId189"/>
                <a:stretch>
                  <a:fillRect/>
                </a:stretch>
              </p:blipFill>
              <p:spPr>
                <a:xfrm>
                  <a:off x="10126555" y="2353700"/>
                  <a:ext cx="822240" cy="5104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8" name="Ink 127">
                  <a:extLst>
                    <a:ext uri="{FF2B5EF4-FFF2-40B4-BE49-F238E27FC236}">
                      <a16:creationId xmlns:a16="http://schemas.microsoft.com/office/drawing/2014/main" id="{7CBA4EC8-DCA1-2560-F64F-14C1023C9A30}"/>
                    </a:ext>
                  </a:extLst>
                </p14:cNvPr>
                <p14:cNvContentPartPr/>
                <p14:nvPr/>
              </p14:nvContentPartPr>
              <p14:xfrm>
                <a:off x="10351555" y="3293300"/>
                <a:ext cx="612360" cy="388800"/>
              </p14:xfrm>
            </p:contentPart>
          </mc:Choice>
          <mc:Fallback xmlns="">
            <p:pic>
              <p:nvPicPr>
                <p:cNvPr id="128" name="Ink 127">
                  <a:extLst>
                    <a:ext uri="{FF2B5EF4-FFF2-40B4-BE49-F238E27FC236}">
                      <a16:creationId xmlns:a16="http://schemas.microsoft.com/office/drawing/2014/main" id="{7CBA4EC8-DCA1-2560-F64F-14C1023C9A30}"/>
                    </a:ext>
                  </a:extLst>
                </p:cNvPr>
                <p:cNvPicPr/>
                <p:nvPr/>
              </p:nvPicPr>
              <p:blipFill>
                <a:blip r:embed="rId191"/>
                <a:stretch>
                  <a:fillRect/>
                </a:stretch>
              </p:blipFill>
              <p:spPr>
                <a:xfrm>
                  <a:off x="10342915" y="3284300"/>
                  <a:ext cx="630000"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9" name="Ink 128">
                  <a:extLst>
                    <a:ext uri="{FF2B5EF4-FFF2-40B4-BE49-F238E27FC236}">
                      <a16:creationId xmlns:a16="http://schemas.microsoft.com/office/drawing/2014/main" id="{B61CAA0D-9409-990F-2441-5374498EBC4D}"/>
                    </a:ext>
                  </a:extLst>
                </p14:cNvPr>
                <p14:cNvContentPartPr/>
                <p14:nvPr/>
              </p14:nvContentPartPr>
              <p14:xfrm>
                <a:off x="11172355" y="3204020"/>
                <a:ext cx="249840" cy="355320"/>
              </p14:xfrm>
            </p:contentPart>
          </mc:Choice>
          <mc:Fallback xmlns="">
            <p:pic>
              <p:nvPicPr>
                <p:cNvPr id="129" name="Ink 128">
                  <a:extLst>
                    <a:ext uri="{FF2B5EF4-FFF2-40B4-BE49-F238E27FC236}">
                      <a16:creationId xmlns:a16="http://schemas.microsoft.com/office/drawing/2014/main" id="{B61CAA0D-9409-990F-2441-5374498EBC4D}"/>
                    </a:ext>
                  </a:extLst>
                </p:cNvPr>
                <p:cNvPicPr/>
                <p:nvPr/>
              </p:nvPicPr>
              <p:blipFill>
                <a:blip r:embed="rId193"/>
                <a:stretch>
                  <a:fillRect/>
                </a:stretch>
              </p:blipFill>
              <p:spPr>
                <a:xfrm>
                  <a:off x="11163715" y="3195020"/>
                  <a:ext cx="267480" cy="3729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30" name="Ink 129">
                  <a:extLst>
                    <a:ext uri="{FF2B5EF4-FFF2-40B4-BE49-F238E27FC236}">
                      <a16:creationId xmlns:a16="http://schemas.microsoft.com/office/drawing/2014/main" id="{6FC90A22-3EAA-E8FA-3513-47D26417A8F6}"/>
                    </a:ext>
                  </a:extLst>
                </p14:cNvPr>
                <p14:cNvContentPartPr/>
                <p14:nvPr/>
              </p14:nvContentPartPr>
              <p14:xfrm>
                <a:off x="11369995" y="3308420"/>
                <a:ext cx="235440" cy="122040"/>
              </p14:xfrm>
            </p:contentPart>
          </mc:Choice>
          <mc:Fallback xmlns="">
            <p:pic>
              <p:nvPicPr>
                <p:cNvPr id="130" name="Ink 129">
                  <a:extLst>
                    <a:ext uri="{FF2B5EF4-FFF2-40B4-BE49-F238E27FC236}">
                      <a16:creationId xmlns:a16="http://schemas.microsoft.com/office/drawing/2014/main" id="{6FC90A22-3EAA-E8FA-3513-47D26417A8F6}"/>
                    </a:ext>
                  </a:extLst>
                </p:cNvPr>
                <p:cNvPicPr/>
                <p:nvPr/>
              </p:nvPicPr>
              <p:blipFill>
                <a:blip r:embed="rId195"/>
                <a:stretch>
                  <a:fillRect/>
                </a:stretch>
              </p:blipFill>
              <p:spPr>
                <a:xfrm>
                  <a:off x="11361355" y="3299420"/>
                  <a:ext cx="25308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1" name="Ink 130">
                  <a:extLst>
                    <a:ext uri="{FF2B5EF4-FFF2-40B4-BE49-F238E27FC236}">
                      <a16:creationId xmlns:a16="http://schemas.microsoft.com/office/drawing/2014/main" id="{F74BE719-7A46-C666-F5F9-E00C58442F4C}"/>
                    </a:ext>
                  </a:extLst>
                </p14:cNvPr>
                <p14:cNvContentPartPr/>
                <p14:nvPr/>
              </p14:nvContentPartPr>
              <p14:xfrm>
                <a:off x="11777515" y="3296540"/>
                <a:ext cx="132120" cy="453960"/>
              </p14:xfrm>
            </p:contentPart>
          </mc:Choice>
          <mc:Fallback xmlns="">
            <p:pic>
              <p:nvPicPr>
                <p:cNvPr id="131" name="Ink 130">
                  <a:extLst>
                    <a:ext uri="{FF2B5EF4-FFF2-40B4-BE49-F238E27FC236}">
                      <a16:creationId xmlns:a16="http://schemas.microsoft.com/office/drawing/2014/main" id="{F74BE719-7A46-C666-F5F9-E00C58442F4C}"/>
                    </a:ext>
                  </a:extLst>
                </p:cNvPr>
                <p:cNvPicPr/>
                <p:nvPr/>
              </p:nvPicPr>
              <p:blipFill>
                <a:blip r:embed="rId197"/>
                <a:stretch>
                  <a:fillRect/>
                </a:stretch>
              </p:blipFill>
              <p:spPr>
                <a:xfrm>
                  <a:off x="11768875" y="3287540"/>
                  <a:ext cx="149760" cy="4716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32" name="Ink 131">
                  <a:extLst>
                    <a:ext uri="{FF2B5EF4-FFF2-40B4-BE49-F238E27FC236}">
                      <a16:creationId xmlns:a16="http://schemas.microsoft.com/office/drawing/2014/main" id="{9E7FC587-BAD9-89AB-9927-CB980D7C7190}"/>
                    </a:ext>
                  </a:extLst>
                </p14:cNvPr>
                <p14:cNvContentPartPr/>
                <p14:nvPr/>
              </p14:nvContentPartPr>
              <p14:xfrm>
                <a:off x="9532555" y="3806300"/>
                <a:ext cx="159120" cy="489960"/>
              </p14:xfrm>
            </p:contentPart>
          </mc:Choice>
          <mc:Fallback xmlns="">
            <p:pic>
              <p:nvPicPr>
                <p:cNvPr id="132" name="Ink 131">
                  <a:extLst>
                    <a:ext uri="{FF2B5EF4-FFF2-40B4-BE49-F238E27FC236}">
                      <a16:creationId xmlns:a16="http://schemas.microsoft.com/office/drawing/2014/main" id="{9E7FC587-BAD9-89AB-9927-CB980D7C7190}"/>
                    </a:ext>
                  </a:extLst>
                </p:cNvPr>
                <p:cNvPicPr/>
                <p:nvPr/>
              </p:nvPicPr>
              <p:blipFill>
                <a:blip r:embed="rId199"/>
                <a:stretch>
                  <a:fillRect/>
                </a:stretch>
              </p:blipFill>
              <p:spPr>
                <a:xfrm>
                  <a:off x="9523555" y="3797660"/>
                  <a:ext cx="176760" cy="5076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3" name="Ink 132">
                  <a:extLst>
                    <a:ext uri="{FF2B5EF4-FFF2-40B4-BE49-F238E27FC236}">
                      <a16:creationId xmlns:a16="http://schemas.microsoft.com/office/drawing/2014/main" id="{3F4E16F9-9286-4302-2DEE-CCD9EC53F024}"/>
                    </a:ext>
                  </a:extLst>
                </p14:cNvPr>
                <p14:cNvContentPartPr/>
                <p14:nvPr/>
              </p14:nvContentPartPr>
              <p14:xfrm>
                <a:off x="9545875" y="4017980"/>
                <a:ext cx="214920" cy="307440"/>
              </p14:xfrm>
            </p:contentPart>
          </mc:Choice>
          <mc:Fallback xmlns="">
            <p:pic>
              <p:nvPicPr>
                <p:cNvPr id="133" name="Ink 132">
                  <a:extLst>
                    <a:ext uri="{FF2B5EF4-FFF2-40B4-BE49-F238E27FC236}">
                      <a16:creationId xmlns:a16="http://schemas.microsoft.com/office/drawing/2014/main" id="{3F4E16F9-9286-4302-2DEE-CCD9EC53F024}"/>
                    </a:ext>
                  </a:extLst>
                </p:cNvPr>
                <p:cNvPicPr/>
                <p:nvPr/>
              </p:nvPicPr>
              <p:blipFill>
                <a:blip r:embed="rId201"/>
                <a:stretch>
                  <a:fillRect/>
                </a:stretch>
              </p:blipFill>
              <p:spPr>
                <a:xfrm>
                  <a:off x="9536875" y="4009340"/>
                  <a:ext cx="23256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4" name="Ink 133">
                  <a:extLst>
                    <a:ext uri="{FF2B5EF4-FFF2-40B4-BE49-F238E27FC236}">
                      <a16:creationId xmlns:a16="http://schemas.microsoft.com/office/drawing/2014/main" id="{62A0741F-BEED-105C-2217-EFC79A06276C}"/>
                    </a:ext>
                  </a:extLst>
                </p14:cNvPr>
                <p14:cNvContentPartPr/>
                <p14:nvPr/>
              </p14:nvContentPartPr>
              <p14:xfrm>
                <a:off x="10046995" y="3881180"/>
                <a:ext cx="349200" cy="627120"/>
              </p14:xfrm>
            </p:contentPart>
          </mc:Choice>
          <mc:Fallback xmlns="">
            <p:pic>
              <p:nvPicPr>
                <p:cNvPr id="134" name="Ink 133">
                  <a:extLst>
                    <a:ext uri="{FF2B5EF4-FFF2-40B4-BE49-F238E27FC236}">
                      <a16:creationId xmlns:a16="http://schemas.microsoft.com/office/drawing/2014/main" id="{62A0741F-BEED-105C-2217-EFC79A06276C}"/>
                    </a:ext>
                  </a:extLst>
                </p:cNvPr>
                <p:cNvPicPr/>
                <p:nvPr/>
              </p:nvPicPr>
              <p:blipFill>
                <a:blip r:embed="rId203"/>
                <a:stretch>
                  <a:fillRect/>
                </a:stretch>
              </p:blipFill>
              <p:spPr>
                <a:xfrm>
                  <a:off x="10038355" y="3872180"/>
                  <a:ext cx="366840" cy="6447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5" name="Ink 134">
                  <a:extLst>
                    <a:ext uri="{FF2B5EF4-FFF2-40B4-BE49-F238E27FC236}">
                      <a16:creationId xmlns:a16="http://schemas.microsoft.com/office/drawing/2014/main" id="{AC83F449-6B65-6AA6-59F7-AC0DA0563083}"/>
                    </a:ext>
                  </a:extLst>
                </p14:cNvPr>
                <p14:cNvContentPartPr/>
                <p14:nvPr/>
              </p14:nvContentPartPr>
              <p14:xfrm>
                <a:off x="10609315" y="4025540"/>
                <a:ext cx="41400" cy="14400"/>
              </p14:xfrm>
            </p:contentPart>
          </mc:Choice>
          <mc:Fallback xmlns="">
            <p:pic>
              <p:nvPicPr>
                <p:cNvPr id="135" name="Ink 134">
                  <a:extLst>
                    <a:ext uri="{FF2B5EF4-FFF2-40B4-BE49-F238E27FC236}">
                      <a16:creationId xmlns:a16="http://schemas.microsoft.com/office/drawing/2014/main" id="{AC83F449-6B65-6AA6-59F7-AC0DA0563083}"/>
                    </a:ext>
                  </a:extLst>
                </p:cNvPr>
                <p:cNvPicPr/>
                <p:nvPr/>
              </p:nvPicPr>
              <p:blipFill>
                <a:blip r:embed="rId205"/>
                <a:stretch>
                  <a:fillRect/>
                </a:stretch>
              </p:blipFill>
              <p:spPr>
                <a:xfrm>
                  <a:off x="10600315" y="4016900"/>
                  <a:ext cx="5904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6" name="Ink 135">
                  <a:extLst>
                    <a:ext uri="{FF2B5EF4-FFF2-40B4-BE49-F238E27FC236}">
                      <a16:creationId xmlns:a16="http://schemas.microsoft.com/office/drawing/2014/main" id="{20AA6341-BC19-66BD-F605-E7782D610300}"/>
                    </a:ext>
                  </a:extLst>
                </p14:cNvPr>
                <p14:cNvContentPartPr/>
                <p14:nvPr/>
              </p14:nvContentPartPr>
              <p14:xfrm>
                <a:off x="10689955" y="3929060"/>
                <a:ext cx="294120" cy="272880"/>
              </p14:xfrm>
            </p:contentPart>
          </mc:Choice>
          <mc:Fallback xmlns="">
            <p:pic>
              <p:nvPicPr>
                <p:cNvPr id="136" name="Ink 135">
                  <a:extLst>
                    <a:ext uri="{FF2B5EF4-FFF2-40B4-BE49-F238E27FC236}">
                      <a16:creationId xmlns:a16="http://schemas.microsoft.com/office/drawing/2014/main" id="{20AA6341-BC19-66BD-F605-E7782D610300}"/>
                    </a:ext>
                  </a:extLst>
                </p:cNvPr>
                <p:cNvPicPr/>
                <p:nvPr/>
              </p:nvPicPr>
              <p:blipFill>
                <a:blip r:embed="rId207"/>
                <a:stretch>
                  <a:fillRect/>
                </a:stretch>
              </p:blipFill>
              <p:spPr>
                <a:xfrm>
                  <a:off x="10681315" y="3920060"/>
                  <a:ext cx="31176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7" name="Ink 136">
                  <a:extLst>
                    <a:ext uri="{FF2B5EF4-FFF2-40B4-BE49-F238E27FC236}">
                      <a16:creationId xmlns:a16="http://schemas.microsoft.com/office/drawing/2014/main" id="{9F247D96-AFBA-0606-E018-52F47E1CE50C}"/>
                    </a:ext>
                  </a:extLst>
                </p14:cNvPr>
                <p14:cNvContentPartPr/>
                <p14:nvPr/>
              </p14:nvContentPartPr>
              <p14:xfrm>
                <a:off x="11317075" y="3898820"/>
                <a:ext cx="88560" cy="362880"/>
              </p14:xfrm>
            </p:contentPart>
          </mc:Choice>
          <mc:Fallback xmlns="">
            <p:pic>
              <p:nvPicPr>
                <p:cNvPr id="137" name="Ink 136">
                  <a:extLst>
                    <a:ext uri="{FF2B5EF4-FFF2-40B4-BE49-F238E27FC236}">
                      <a16:creationId xmlns:a16="http://schemas.microsoft.com/office/drawing/2014/main" id="{9F247D96-AFBA-0606-E018-52F47E1CE50C}"/>
                    </a:ext>
                  </a:extLst>
                </p:cNvPr>
                <p:cNvPicPr/>
                <p:nvPr/>
              </p:nvPicPr>
              <p:blipFill>
                <a:blip r:embed="rId209"/>
                <a:stretch>
                  <a:fillRect/>
                </a:stretch>
              </p:blipFill>
              <p:spPr>
                <a:xfrm>
                  <a:off x="11308435" y="3889820"/>
                  <a:ext cx="106200" cy="3805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8" name="Ink 137">
                  <a:extLst>
                    <a:ext uri="{FF2B5EF4-FFF2-40B4-BE49-F238E27FC236}">
                      <a16:creationId xmlns:a16="http://schemas.microsoft.com/office/drawing/2014/main" id="{A98913E4-9DBA-1566-9DBB-07508E14F31F}"/>
                    </a:ext>
                  </a:extLst>
                </p14:cNvPr>
                <p14:cNvContentPartPr/>
                <p14:nvPr/>
              </p14:nvContentPartPr>
              <p14:xfrm>
                <a:off x="11318155" y="4045700"/>
                <a:ext cx="401760" cy="253800"/>
              </p14:xfrm>
            </p:contentPart>
          </mc:Choice>
          <mc:Fallback xmlns="">
            <p:pic>
              <p:nvPicPr>
                <p:cNvPr id="138" name="Ink 137">
                  <a:extLst>
                    <a:ext uri="{FF2B5EF4-FFF2-40B4-BE49-F238E27FC236}">
                      <a16:creationId xmlns:a16="http://schemas.microsoft.com/office/drawing/2014/main" id="{A98913E4-9DBA-1566-9DBB-07508E14F31F}"/>
                    </a:ext>
                  </a:extLst>
                </p:cNvPr>
                <p:cNvPicPr/>
                <p:nvPr/>
              </p:nvPicPr>
              <p:blipFill>
                <a:blip r:embed="rId211"/>
                <a:stretch>
                  <a:fillRect/>
                </a:stretch>
              </p:blipFill>
              <p:spPr>
                <a:xfrm>
                  <a:off x="11309515" y="4037060"/>
                  <a:ext cx="41940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0" name="Ink 139">
                  <a:extLst>
                    <a:ext uri="{FF2B5EF4-FFF2-40B4-BE49-F238E27FC236}">
                      <a16:creationId xmlns:a16="http://schemas.microsoft.com/office/drawing/2014/main" id="{FCC0612E-C409-F0BF-7644-BB5037F0EC17}"/>
                    </a:ext>
                  </a:extLst>
                </p14:cNvPr>
                <p14:cNvContentPartPr/>
                <p14:nvPr/>
              </p14:nvContentPartPr>
              <p14:xfrm>
                <a:off x="11192515" y="4368620"/>
                <a:ext cx="203400" cy="307080"/>
              </p14:xfrm>
            </p:contentPart>
          </mc:Choice>
          <mc:Fallback xmlns="">
            <p:pic>
              <p:nvPicPr>
                <p:cNvPr id="140" name="Ink 139">
                  <a:extLst>
                    <a:ext uri="{FF2B5EF4-FFF2-40B4-BE49-F238E27FC236}">
                      <a16:creationId xmlns:a16="http://schemas.microsoft.com/office/drawing/2014/main" id="{FCC0612E-C409-F0BF-7644-BB5037F0EC17}"/>
                    </a:ext>
                  </a:extLst>
                </p:cNvPr>
                <p:cNvPicPr/>
                <p:nvPr/>
              </p:nvPicPr>
              <p:blipFill>
                <a:blip r:embed="rId213"/>
                <a:stretch>
                  <a:fillRect/>
                </a:stretch>
              </p:blipFill>
              <p:spPr>
                <a:xfrm>
                  <a:off x="11183515" y="4359620"/>
                  <a:ext cx="22104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1" name="Ink 140">
                  <a:extLst>
                    <a:ext uri="{FF2B5EF4-FFF2-40B4-BE49-F238E27FC236}">
                      <a16:creationId xmlns:a16="http://schemas.microsoft.com/office/drawing/2014/main" id="{91BB2485-7382-3F6C-C4FC-F1F783CADDF5}"/>
                    </a:ext>
                  </a:extLst>
                </p14:cNvPr>
                <p14:cNvContentPartPr/>
                <p14:nvPr/>
              </p14:nvContentPartPr>
              <p14:xfrm>
                <a:off x="11357395" y="4265660"/>
                <a:ext cx="299160" cy="690480"/>
              </p14:xfrm>
            </p:contentPart>
          </mc:Choice>
          <mc:Fallback xmlns="">
            <p:pic>
              <p:nvPicPr>
                <p:cNvPr id="141" name="Ink 140">
                  <a:extLst>
                    <a:ext uri="{FF2B5EF4-FFF2-40B4-BE49-F238E27FC236}">
                      <a16:creationId xmlns:a16="http://schemas.microsoft.com/office/drawing/2014/main" id="{91BB2485-7382-3F6C-C4FC-F1F783CADDF5}"/>
                    </a:ext>
                  </a:extLst>
                </p:cNvPr>
                <p:cNvPicPr/>
                <p:nvPr/>
              </p:nvPicPr>
              <p:blipFill>
                <a:blip r:embed="rId215"/>
                <a:stretch>
                  <a:fillRect/>
                </a:stretch>
              </p:blipFill>
              <p:spPr>
                <a:xfrm>
                  <a:off x="11348395" y="4257020"/>
                  <a:ext cx="316800" cy="7081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2" name="Ink 141">
                  <a:extLst>
                    <a:ext uri="{FF2B5EF4-FFF2-40B4-BE49-F238E27FC236}">
                      <a16:creationId xmlns:a16="http://schemas.microsoft.com/office/drawing/2014/main" id="{308AD643-01C3-5D85-E183-C6D272624A26}"/>
                    </a:ext>
                  </a:extLst>
                </p14:cNvPr>
                <p14:cNvContentPartPr/>
                <p14:nvPr/>
              </p14:nvContentPartPr>
              <p14:xfrm>
                <a:off x="11587795" y="4536740"/>
                <a:ext cx="133560" cy="358560"/>
              </p14:xfrm>
            </p:contentPart>
          </mc:Choice>
          <mc:Fallback xmlns="">
            <p:pic>
              <p:nvPicPr>
                <p:cNvPr id="142" name="Ink 141">
                  <a:extLst>
                    <a:ext uri="{FF2B5EF4-FFF2-40B4-BE49-F238E27FC236}">
                      <a16:creationId xmlns:a16="http://schemas.microsoft.com/office/drawing/2014/main" id="{308AD643-01C3-5D85-E183-C6D272624A26}"/>
                    </a:ext>
                  </a:extLst>
                </p:cNvPr>
                <p:cNvPicPr/>
                <p:nvPr/>
              </p:nvPicPr>
              <p:blipFill>
                <a:blip r:embed="rId217"/>
                <a:stretch>
                  <a:fillRect/>
                </a:stretch>
              </p:blipFill>
              <p:spPr>
                <a:xfrm>
                  <a:off x="11578795" y="4528100"/>
                  <a:ext cx="15120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3" name="Ink 142">
                  <a:extLst>
                    <a:ext uri="{FF2B5EF4-FFF2-40B4-BE49-F238E27FC236}">
                      <a16:creationId xmlns:a16="http://schemas.microsoft.com/office/drawing/2014/main" id="{8E5817D5-9BDB-6AA4-706A-ACC974F7847B}"/>
                    </a:ext>
                  </a:extLst>
                </p14:cNvPr>
                <p14:cNvContentPartPr/>
                <p14:nvPr/>
              </p14:nvContentPartPr>
              <p14:xfrm>
                <a:off x="11637835" y="4574180"/>
                <a:ext cx="235440" cy="163800"/>
              </p14:xfrm>
            </p:contentPart>
          </mc:Choice>
          <mc:Fallback xmlns="">
            <p:pic>
              <p:nvPicPr>
                <p:cNvPr id="143" name="Ink 142">
                  <a:extLst>
                    <a:ext uri="{FF2B5EF4-FFF2-40B4-BE49-F238E27FC236}">
                      <a16:creationId xmlns:a16="http://schemas.microsoft.com/office/drawing/2014/main" id="{8E5817D5-9BDB-6AA4-706A-ACC974F7847B}"/>
                    </a:ext>
                  </a:extLst>
                </p:cNvPr>
                <p:cNvPicPr/>
                <p:nvPr/>
              </p:nvPicPr>
              <p:blipFill>
                <a:blip r:embed="rId219"/>
                <a:stretch>
                  <a:fillRect/>
                </a:stretch>
              </p:blipFill>
              <p:spPr>
                <a:xfrm>
                  <a:off x="11628835" y="4565540"/>
                  <a:ext cx="2530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4" name="Ink 143">
                  <a:extLst>
                    <a:ext uri="{FF2B5EF4-FFF2-40B4-BE49-F238E27FC236}">
                      <a16:creationId xmlns:a16="http://schemas.microsoft.com/office/drawing/2014/main" id="{FC90FF88-0ED9-8849-158E-B13C04969BA9}"/>
                    </a:ext>
                  </a:extLst>
                </p14:cNvPr>
                <p14:cNvContentPartPr/>
                <p14:nvPr/>
              </p14:nvContentPartPr>
              <p14:xfrm>
                <a:off x="11905675" y="4711700"/>
                <a:ext cx="21960" cy="39600"/>
              </p14:xfrm>
            </p:contentPart>
          </mc:Choice>
          <mc:Fallback xmlns="">
            <p:pic>
              <p:nvPicPr>
                <p:cNvPr id="144" name="Ink 143">
                  <a:extLst>
                    <a:ext uri="{FF2B5EF4-FFF2-40B4-BE49-F238E27FC236}">
                      <a16:creationId xmlns:a16="http://schemas.microsoft.com/office/drawing/2014/main" id="{FC90FF88-0ED9-8849-158E-B13C04969BA9}"/>
                    </a:ext>
                  </a:extLst>
                </p:cNvPr>
                <p:cNvPicPr/>
                <p:nvPr/>
              </p:nvPicPr>
              <p:blipFill>
                <a:blip r:embed="rId221"/>
                <a:stretch>
                  <a:fillRect/>
                </a:stretch>
              </p:blipFill>
              <p:spPr>
                <a:xfrm>
                  <a:off x="11896675" y="4702700"/>
                  <a:ext cx="39600" cy="57240"/>
                </a:xfrm>
                <a:prstGeom prst="rect">
                  <a:avLst/>
                </a:prstGeom>
              </p:spPr>
            </p:pic>
          </mc:Fallback>
        </mc:AlternateContent>
      </p:grpSp>
    </p:spTree>
    <p:extLst>
      <p:ext uri="{BB962C8B-B14F-4D97-AF65-F5344CB8AC3E}">
        <p14:creationId xmlns:p14="http://schemas.microsoft.com/office/powerpoint/2010/main" val="3537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D2E859BB-0361-C838-7BBB-EE45B8C5250A}"/>
                  </a:ext>
                </a:extLst>
              </p14:cNvPr>
              <p14:cNvContentPartPr/>
              <p14:nvPr/>
            </p14:nvContentPartPr>
            <p14:xfrm>
              <a:off x="1932235" y="663500"/>
              <a:ext cx="720" cy="3466440"/>
            </p14:xfrm>
          </p:contentPart>
        </mc:Choice>
        <mc:Fallback xmlns="">
          <p:pic>
            <p:nvPicPr>
              <p:cNvPr id="3" name="Ink 2">
                <a:extLst>
                  <a:ext uri="{FF2B5EF4-FFF2-40B4-BE49-F238E27FC236}">
                    <a16:creationId xmlns:a16="http://schemas.microsoft.com/office/drawing/2014/main" id="{D2E859BB-0361-C838-7BBB-EE45B8C5250A}"/>
                  </a:ext>
                </a:extLst>
              </p:cNvPr>
              <p:cNvPicPr/>
              <p:nvPr/>
            </p:nvPicPr>
            <p:blipFill>
              <a:blip r:embed="rId3"/>
              <a:stretch>
                <a:fillRect/>
              </a:stretch>
            </p:blipFill>
            <p:spPr>
              <a:xfrm>
                <a:off x="1914235" y="654500"/>
                <a:ext cx="36000" cy="3484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2DEFC072-869E-C70B-A6EC-5C92F151964F}"/>
                  </a:ext>
                </a:extLst>
              </p14:cNvPr>
              <p14:cNvContentPartPr/>
              <p14:nvPr/>
            </p14:nvContentPartPr>
            <p14:xfrm>
              <a:off x="1992355" y="4178540"/>
              <a:ext cx="4662360" cy="720"/>
            </p14:xfrm>
          </p:contentPart>
        </mc:Choice>
        <mc:Fallback xmlns="">
          <p:pic>
            <p:nvPicPr>
              <p:cNvPr id="5" name="Ink 4">
                <a:extLst>
                  <a:ext uri="{FF2B5EF4-FFF2-40B4-BE49-F238E27FC236}">
                    <a16:creationId xmlns:a16="http://schemas.microsoft.com/office/drawing/2014/main" id="{2DEFC072-869E-C70B-A6EC-5C92F151964F}"/>
                  </a:ext>
                </a:extLst>
              </p:cNvPr>
              <p:cNvPicPr/>
              <p:nvPr/>
            </p:nvPicPr>
            <p:blipFill>
              <a:blip r:embed="rId5"/>
              <a:stretch>
                <a:fillRect/>
              </a:stretch>
            </p:blipFill>
            <p:spPr>
              <a:xfrm>
                <a:off x="1983715" y="4160540"/>
                <a:ext cx="4680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7B2D1E61-7836-818F-C57B-875BE4D7A856}"/>
                  </a:ext>
                </a:extLst>
              </p14:cNvPr>
              <p14:cNvContentPartPr/>
              <p14:nvPr/>
            </p14:nvContentPartPr>
            <p14:xfrm>
              <a:off x="6493795" y="4000700"/>
              <a:ext cx="302040" cy="374760"/>
            </p14:xfrm>
          </p:contentPart>
        </mc:Choice>
        <mc:Fallback xmlns="">
          <p:pic>
            <p:nvPicPr>
              <p:cNvPr id="6" name="Ink 5">
                <a:extLst>
                  <a:ext uri="{FF2B5EF4-FFF2-40B4-BE49-F238E27FC236}">
                    <a16:creationId xmlns:a16="http://schemas.microsoft.com/office/drawing/2014/main" id="{7B2D1E61-7836-818F-C57B-875BE4D7A856}"/>
                  </a:ext>
                </a:extLst>
              </p:cNvPr>
              <p:cNvPicPr/>
              <p:nvPr/>
            </p:nvPicPr>
            <p:blipFill>
              <a:blip r:embed="rId7"/>
              <a:stretch>
                <a:fillRect/>
              </a:stretch>
            </p:blipFill>
            <p:spPr>
              <a:xfrm>
                <a:off x="6485155" y="3992060"/>
                <a:ext cx="319680" cy="392400"/>
              </a:xfrm>
              <a:prstGeom prst="rect">
                <a:avLst/>
              </a:prstGeom>
            </p:spPr>
          </p:pic>
        </mc:Fallback>
      </mc:AlternateContent>
      <p:grpSp>
        <p:nvGrpSpPr>
          <p:cNvPr id="9" name="Group 8">
            <a:extLst>
              <a:ext uri="{FF2B5EF4-FFF2-40B4-BE49-F238E27FC236}">
                <a16:creationId xmlns:a16="http://schemas.microsoft.com/office/drawing/2014/main" id="{AE62EE11-6D71-1106-948C-1A1E3F72A94B}"/>
              </a:ext>
            </a:extLst>
          </p:cNvPr>
          <p:cNvGrpSpPr/>
          <p:nvPr/>
        </p:nvGrpSpPr>
        <p:grpSpPr>
          <a:xfrm>
            <a:off x="1685275" y="669260"/>
            <a:ext cx="446400" cy="205200"/>
            <a:chOff x="1685275" y="669260"/>
            <a:chExt cx="446400" cy="205200"/>
          </a:xfrm>
        </p:grpSpPr>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27BDF467-1078-21F8-44D3-956C01E81934}"/>
                    </a:ext>
                  </a:extLst>
                </p14:cNvPr>
                <p14:cNvContentPartPr/>
                <p14:nvPr/>
              </p14:nvContentPartPr>
              <p14:xfrm>
                <a:off x="1685275" y="669260"/>
                <a:ext cx="213840" cy="160920"/>
              </p14:xfrm>
            </p:contentPart>
          </mc:Choice>
          <mc:Fallback xmlns="">
            <p:pic>
              <p:nvPicPr>
                <p:cNvPr id="7" name="Ink 6">
                  <a:extLst>
                    <a:ext uri="{FF2B5EF4-FFF2-40B4-BE49-F238E27FC236}">
                      <a16:creationId xmlns:a16="http://schemas.microsoft.com/office/drawing/2014/main" id="{27BDF467-1078-21F8-44D3-956C01E81934}"/>
                    </a:ext>
                  </a:extLst>
                </p:cNvPr>
                <p:cNvPicPr/>
                <p:nvPr/>
              </p:nvPicPr>
              <p:blipFill>
                <a:blip r:embed="rId9"/>
                <a:stretch>
                  <a:fillRect/>
                </a:stretch>
              </p:blipFill>
              <p:spPr>
                <a:xfrm>
                  <a:off x="1676275" y="660260"/>
                  <a:ext cx="2314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D2EBC777-23BE-2FDF-56BF-F2C5C215D4CA}"/>
                    </a:ext>
                  </a:extLst>
                </p14:cNvPr>
                <p14:cNvContentPartPr/>
                <p14:nvPr/>
              </p14:nvContentPartPr>
              <p14:xfrm>
                <a:off x="2023675" y="671420"/>
                <a:ext cx="108000" cy="203040"/>
              </p14:xfrm>
            </p:contentPart>
          </mc:Choice>
          <mc:Fallback xmlns="">
            <p:pic>
              <p:nvPicPr>
                <p:cNvPr id="8" name="Ink 7">
                  <a:extLst>
                    <a:ext uri="{FF2B5EF4-FFF2-40B4-BE49-F238E27FC236}">
                      <a16:creationId xmlns:a16="http://schemas.microsoft.com/office/drawing/2014/main" id="{D2EBC777-23BE-2FDF-56BF-F2C5C215D4CA}"/>
                    </a:ext>
                  </a:extLst>
                </p:cNvPr>
                <p:cNvPicPr/>
                <p:nvPr/>
              </p:nvPicPr>
              <p:blipFill>
                <a:blip r:embed="rId11"/>
                <a:stretch>
                  <a:fillRect/>
                </a:stretch>
              </p:blipFill>
              <p:spPr>
                <a:xfrm>
                  <a:off x="2014675" y="662780"/>
                  <a:ext cx="125640" cy="220680"/>
                </a:xfrm>
                <a:prstGeom prst="rect">
                  <a:avLst/>
                </a:prstGeom>
              </p:spPr>
            </p:pic>
          </mc:Fallback>
        </mc:AlternateContent>
      </p:grpSp>
      <p:grpSp>
        <p:nvGrpSpPr>
          <p:cNvPr id="61" name="Group 60">
            <a:extLst>
              <a:ext uri="{FF2B5EF4-FFF2-40B4-BE49-F238E27FC236}">
                <a16:creationId xmlns:a16="http://schemas.microsoft.com/office/drawing/2014/main" id="{3959B377-EC8A-745D-F67F-B82FB2E90380}"/>
              </a:ext>
            </a:extLst>
          </p:cNvPr>
          <p:cNvGrpSpPr/>
          <p:nvPr/>
        </p:nvGrpSpPr>
        <p:grpSpPr>
          <a:xfrm>
            <a:off x="3189355" y="2301140"/>
            <a:ext cx="2551320" cy="1494720"/>
            <a:chOff x="3189355" y="2301140"/>
            <a:chExt cx="2551320" cy="1494720"/>
          </a:xfrm>
        </p:grpSpPr>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EB303633-7C16-A97A-4FFE-B9A602FD8023}"/>
                    </a:ext>
                  </a:extLst>
                </p14:cNvPr>
                <p14:cNvContentPartPr/>
                <p14:nvPr/>
              </p14:nvContentPartPr>
              <p14:xfrm>
                <a:off x="3189355" y="3173780"/>
                <a:ext cx="226440" cy="185040"/>
              </p14:xfrm>
            </p:contentPart>
          </mc:Choice>
          <mc:Fallback xmlns="">
            <p:pic>
              <p:nvPicPr>
                <p:cNvPr id="10" name="Ink 9">
                  <a:extLst>
                    <a:ext uri="{FF2B5EF4-FFF2-40B4-BE49-F238E27FC236}">
                      <a16:creationId xmlns:a16="http://schemas.microsoft.com/office/drawing/2014/main" id="{EB303633-7C16-A97A-4FFE-B9A602FD8023}"/>
                    </a:ext>
                  </a:extLst>
                </p:cNvPr>
                <p:cNvPicPr/>
                <p:nvPr/>
              </p:nvPicPr>
              <p:blipFill>
                <a:blip r:embed="rId13"/>
                <a:stretch>
                  <a:fillRect/>
                </a:stretch>
              </p:blipFill>
              <p:spPr>
                <a:xfrm>
                  <a:off x="3180715" y="3164780"/>
                  <a:ext cx="2440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F70B82C2-4661-E34C-56E4-DD54A6DD21E9}"/>
                    </a:ext>
                  </a:extLst>
                </p14:cNvPr>
                <p14:cNvContentPartPr/>
                <p14:nvPr/>
              </p14:nvContentPartPr>
              <p14:xfrm>
                <a:off x="3235795" y="3189980"/>
                <a:ext cx="160560" cy="151200"/>
              </p14:xfrm>
            </p:contentPart>
          </mc:Choice>
          <mc:Fallback xmlns="">
            <p:pic>
              <p:nvPicPr>
                <p:cNvPr id="11" name="Ink 10">
                  <a:extLst>
                    <a:ext uri="{FF2B5EF4-FFF2-40B4-BE49-F238E27FC236}">
                      <a16:creationId xmlns:a16="http://schemas.microsoft.com/office/drawing/2014/main" id="{F70B82C2-4661-E34C-56E4-DD54A6DD21E9}"/>
                    </a:ext>
                  </a:extLst>
                </p:cNvPr>
                <p:cNvPicPr/>
                <p:nvPr/>
              </p:nvPicPr>
              <p:blipFill>
                <a:blip r:embed="rId15"/>
                <a:stretch>
                  <a:fillRect/>
                </a:stretch>
              </p:blipFill>
              <p:spPr>
                <a:xfrm>
                  <a:off x="3226795" y="3181340"/>
                  <a:ext cx="1782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1D1C2AAB-03F0-D8FE-24DD-4FF3913AF331}"/>
                    </a:ext>
                  </a:extLst>
                </p14:cNvPr>
                <p14:cNvContentPartPr/>
                <p14:nvPr/>
              </p14:nvContentPartPr>
              <p14:xfrm>
                <a:off x="3496075" y="3151100"/>
                <a:ext cx="181080" cy="104760"/>
              </p14:xfrm>
            </p:contentPart>
          </mc:Choice>
          <mc:Fallback xmlns="">
            <p:pic>
              <p:nvPicPr>
                <p:cNvPr id="12" name="Ink 11">
                  <a:extLst>
                    <a:ext uri="{FF2B5EF4-FFF2-40B4-BE49-F238E27FC236}">
                      <a16:creationId xmlns:a16="http://schemas.microsoft.com/office/drawing/2014/main" id="{1D1C2AAB-03F0-D8FE-24DD-4FF3913AF331}"/>
                    </a:ext>
                  </a:extLst>
                </p:cNvPr>
                <p:cNvPicPr/>
                <p:nvPr/>
              </p:nvPicPr>
              <p:blipFill>
                <a:blip r:embed="rId17"/>
                <a:stretch>
                  <a:fillRect/>
                </a:stretch>
              </p:blipFill>
              <p:spPr>
                <a:xfrm>
                  <a:off x="3487435" y="3142100"/>
                  <a:ext cx="1987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E9C8739B-D11F-6B42-218B-03AE58C8E8AC}"/>
                    </a:ext>
                  </a:extLst>
                </p14:cNvPr>
                <p14:cNvContentPartPr/>
                <p14:nvPr/>
              </p14:nvContentPartPr>
              <p14:xfrm>
                <a:off x="3540715" y="3161540"/>
                <a:ext cx="177480" cy="133920"/>
              </p14:xfrm>
            </p:contentPart>
          </mc:Choice>
          <mc:Fallback xmlns="">
            <p:pic>
              <p:nvPicPr>
                <p:cNvPr id="13" name="Ink 12">
                  <a:extLst>
                    <a:ext uri="{FF2B5EF4-FFF2-40B4-BE49-F238E27FC236}">
                      <a16:creationId xmlns:a16="http://schemas.microsoft.com/office/drawing/2014/main" id="{E9C8739B-D11F-6B42-218B-03AE58C8E8AC}"/>
                    </a:ext>
                  </a:extLst>
                </p:cNvPr>
                <p:cNvPicPr/>
                <p:nvPr/>
              </p:nvPicPr>
              <p:blipFill>
                <a:blip r:embed="rId19"/>
                <a:stretch>
                  <a:fillRect/>
                </a:stretch>
              </p:blipFill>
              <p:spPr>
                <a:xfrm>
                  <a:off x="3532075" y="3152900"/>
                  <a:ext cx="1951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67E3D82C-F105-4874-345A-E582208D46FC}"/>
                    </a:ext>
                  </a:extLst>
                </p14:cNvPr>
                <p14:cNvContentPartPr/>
                <p14:nvPr/>
              </p14:nvContentPartPr>
              <p14:xfrm>
                <a:off x="3879835" y="3006740"/>
                <a:ext cx="164160" cy="42480"/>
              </p14:xfrm>
            </p:contentPart>
          </mc:Choice>
          <mc:Fallback xmlns="">
            <p:pic>
              <p:nvPicPr>
                <p:cNvPr id="14" name="Ink 13">
                  <a:extLst>
                    <a:ext uri="{FF2B5EF4-FFF2-40B4-BE49-F238E27FC236}">
                      <a16:creationId xmlns:a16="http://schemas.microsoft.com/office/drawing/2014/main" id="{67E3D82C-F105-4874-345A-E582208D46FC}"/>
                    </a:ext>
                  </a:extLst>
                </p:cNvPr>
                <p:cNvPicPr/>
                <p:nvPr/>
              </p:nvPicPr>
              <p:blipFill>
                <a:blip r:embed="rId21"/>
                <a:stretch>
                  <a:fillRect/>
                </a:stretch>
              </p:blipFill>
              <p:spPr>
                <a:xfrm>
                  <a:off x="3870835" y="2998100"/>
                  <a:ext cx="1818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6CD0243F-100B-3C8B-4C37-34F973530C05}"/>
                    </a:ext>
                  </a:extLst>
                </p14:cNvPr>
                <p14:cNvContentPartPr/>
                <p14:nvPr/>
              </p14:nvContentPartPr>
              <p14:xfrm>
                <a:off x="3932755" y="2941580"/>
                <a:ext cx="153360" cy="127440"/>
              </p14:xfrm>
            </p:contentPart>
          </mc:Choice>
          <mc:Fallback xmlns="">
            <p:pic>
              <p:nvPicPr>
                <p:cNvPr id="15" name="Ink 14">
                  <a:extLst>
                    <a:ext uri="{FF2B5EF4-FFF2-40B4-BE49-F238E27FC236}">
                      <a16:creationId xmlns:a16="http://schemas.microsoft.com/office/drawing/2014/main" id="{6CD0243F-100B-3C8B-4C37-34F973530C05}"/>
                    </a:ext>
                  </a:extLst>
                </p:cNvPr>
                <p:cNvPicPr/>
                <p:nvPr/>
              </p:nvPicPr>
              <p:blipFill>
                <a:blip r:embed="rId23"/>
                <a:stretch>
                  <a:fillRect/>
                </a:stretch>
              </p:blipFill>
              <p:spPr>
                <a:xfrm>
                  <a:off x="3923755" y="2932580"/>
                  <a:ext cx="1710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9CA76ACC-6DC7-DFD9-2A99-0872E6870C49}"/>
                    </a:ext>
                  </a:extLst>
                </p14:cNvPr>
                <p14:cNvContentPartPr/>
                <p14:nvPr/>
              </p14:nvContentPartPr>
              <p14:xfrm>
                <a:off x="4261795" y="2837180"/>
                <a:ext cx="113760" cy="87120"/>
              </p14:xfrm>
            </p:contentPart>
          </mc:Choice>
          <mc:Fallback xmlns="">
            <p:pic>
              <p:nvPicPr>
                <p:cNvPr id="16" name="Ink 15">
                  <a:extLst>
                    <a:ext uri="{FF2B5EF4-FFF2-40B4-BE49-F238E27FC236}">
                      <a16:creationId xmlns:a16="http://schemas.microsoft.com/office/drawing/2014/main" id="{9CA76ACC-6DC7-DFD9-2A99-0872E6870C49}"/>
                    </a:ext>
                  </a:extLst>
                </p:cNvPr>
                <p:cNvPicPr/>
                <p:nvPr/>
              </p:nvPicPr>
              <p:blipFill>
                <a:blip r:embed="rId25"/>
                <a:stretch>
                  <a:fillRect/>
                </a:stretch>
              </p:blipFill>
              <p:spPr>
                <a:xfrm>
                  <a:off x="4253155" y="2828540"/>
                  <a:ext cx="13140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27BA42E2-DF5C-AA56-F00B-7E6CF15EF974}"/>
                    </a:ext>
                  </a:extLst>
                </p14:cNvPr>
                <p14:cNvContentPartPr/>
                <p14:nvPr/>
              </p14:nvContentPartPr>
              <p14:xfrm>
                <a:off x="4189435" y="2800460"/>
                <a:ext cx="210240" cy="188280"/>
              </p14:xfrm>
            </p:contentPart>
          </mc:Choice>
          <mc:Fallback xmlns="">
            <p:pic>
              <p:nvPicPr>
                <p:cNvPr id="17" name="Ink 16">
                  <a:extLst>
                    <a:ext uri="{FF2B5EF4-FFF2-40B4-BE49-F238E27FC236}">
                      <a16:creationId xmlns:a16="http://schemas.microsoft.com/office/drawing/2014/main" id="{27BA42E2-DF5C-AA56-F00B-7E6CF15EF974}"/>
                    </a:ext>
                  </a:extLst>
                </p:cNvPr>
                <p:cNvPicPr/>
                <p:nvPr/>
              </p:nvPicPr>
              <p:blipFill>
                <a:blip r:embed="rId27"/>
                <a:stretch>
                  <a:fillRect/>
                </a:stretch>
              </p:blipFill>
              <p:spPr>
                <a:xfrm>
                  <a:off x="4180795" y="2791460"/>
                  <a:ext cx="22788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E596123F-1FD9-DA47-BDA5-E67BC17CA540}"/>
                    </a:ext>
                  </a:extLst>
                </p14:cNvPr>
                <p14:cNvContentPartPr/>
                <p14:nvPr/>
              </p14:nvContentPartPr>
              <p14:xfrm>
                <a:off x="4502995" y="2724140"/>
                <a:ext cx="231840" cy="51840"/>
              </p14:xfrm>
            </p:contentPart>
          </mc:Choice>
          <mc:Fallback xmlns="">
            <p:pic>
              <p:nvPicPr>
                <p:cNvPr id="18" name="Ink 17">
                  <a:extLst>
                    <a:ext uri="{FF2B5EF4-FFF2-40B4-BE49-F238E27FC236}">
                      <a16:creationId xmlns:a16="http://schemas.microsoft.com/office/drawing/2014/main" id="{E596123F-1FD9-DA47-BDA5-E67BC17CA540}"/>
                    </a:ext>
                  </a:extLst>
                </p:cNvPr>
                <p:cNvPicPr/>
                <p:nvPr/>
              </p:nvPicPr>
              <p:blipFill>
                <a:blip r:embed="rId29"/>
                <a:stretch>
                  <a:fillRect/>
                </a:stretch>
              </p:blipFill>
              <p:spPr>
                <a:xfrm>
                  <a:off x="4494355" y="2715500"/>
                  <a:ext cx="249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D3309DCC-581E-B9AD-F2A1-52AF32E12517}"/>
                    </a:ext>
                  </a:extLst>
                </p14:cNvPr>
                <p14:cNvContentPartPr/>
                <p14:nvPr/>
              </p14:nvContentPartPr>
              <p14:xfrm>
                <a:off x="4569235" y="2660420"/>
                <a:ext cx="183600" cy="202320"/>
              </p14:xfrm>
            </p:contentPart>
          </mc:Choice>
          <mc:Fallback xmlns="">
            <p:pic>
              <p:nvPicPr>
                <p:cNvPr id="19" name="Ink 18">
                  <a:extLst>
                    <a:ext uri="{FF2B5EF4-FFF2-40B4-BE49-F238E27FC236}">
                      <a16:creationId xmlns:a16="http://schemas.microsoft.com/office/drawing/2014/main" id="{D3309DCC-581E-B9AD-F2A1-52AF32E12517}"/>
                    </a:ext>
                  </a:extLst>
                </p:cNvPr>
                <p:cNvPicPr/>
                <p:nvPr/>
              </p:nvPicPr>
              <p:blipFill>
                <a:blip r:embed="rId31"/>
                <a:stretch>
                  <a:fillRect/>
                </a:stretch>
              </p:blipFill>
              <p:spPr>
                <a:xfrm>
                  <a:off x="4560595" y="2651780"/>
                  <a:ext cx="20124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09100063-2865-C63D-649F-DF1585EEF9C2}"/>
                    </a:ext>
                  </a:extLst>
                </p14:cNvPr>
                <p14:cNvContentPartPr/>
                <p14:nvPr/>
              </p14:nvContentPartPr>
              <p14:xfrm>
                <a:off x="3543595" y="3432980"/>
                <a:ext cx="216000" cy="188280"/>
              </p14:xfrm>
            </p:contentPart>
          </mc:Choice>
          <mc:Fallback xmlns="">
            <p:pic>
              <p:nvPicPr>
                <p:cNvPr id="21" name="Ink 20">
                  <a:extLst>
                    <a:ext uri="{FF2B5EF4-FFF2-40B4-BE49-F238E27FC236}">
                      <a16:creationId xmlns:a16="http://schemas.microsoft.com/office/drawing/2014/main" id="{09100063-2865-C63D-649F-DF1585EEF9C2}"/>
                    </a:ext>
                  </a:extLst>
                </p:cNvPr>
                <p:cNvPicPr/>
                <p:nvPr/>
              </p:nvPicPr>
              <p:blipFill>
                <a:blip r:embed="rId33"/>
                <a:stretch>
                  <a:fillRect/>
                </a:stretch>
              </p:blipFill>
              <p:spPr>
                <a:xfrm>
                  <a:off x="3534595" y="3423980"/>
                  <a:ext cx="23364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C8DF95F5-EB92-F902-558F-CEEF9E265946}"/>
                    </a:ext>
                  </a:extLst>
                </p14:cNvPr>
                <p14:cNvContentPartPr/>
                <p14:nvPr/>
              </p14:nvContentPartPr>
              <p14:xfrm>
                <a:off x="3521635" y="3425420"/>
                <a:ext cx="160560" cy="144720"/>
              </p14:xfrm>
            </p:contentPart>
          </mc:Choice>
          <mc:Fallback xmlns="">
            <p:pic>
              <p:nvPicPr>
                <p:cNvPr id="22" name="Ink 21">
                  <a:extLst>
                    <a:ext uri="{FF2B5EF4-FFF2-40B4-BE49-F238E27FC236}">
                      <a16:creationId xmlns:a16="http://schemas.microsoft.com/office/drawing/2014/main" id="{C8DF95F5-EB92-F902-558F-CEEF9E265946}"/>
                    </a:ext>
                  </a:extLst>
                </p:cNvPr>
                <p:cNvPicPr/>
                <p:nvPr/>
              </p:nvPicPr>
              <p:blipFill>
                <a:blip r:embed="rId35"/>
                <a:stretch>
                  <a:fillRect/>
                </a:stretch>
              </p:blipFill>
              <p:spPr>
                <a:xfrm>
                  <a:off x="3512635" y="3416780"/>
                  <a:ext cx="1782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3BE507BC-1E57-B10C-270B-CB0922DD61F5}"/>
                    </a:ext>
                  </a:extLst>
                </p14:cNvPr>
                <p14:cNvContentPartPr/>
                <p14:nvPr/>
              </p14:nvContentPartPr>
              <p14:xfrm>
                <a:off x="3862915" y="3434060"/>
                <a:ext cx="182520" cy="82800"/>
              </p14:xfrm>
            </p:contentPart>
          </mc:Choice>
          <mc:Fallback xmlns="">
            <p:pic>
              <p:nvPicPr>
                <p:cNvPr id="23" name="Ink 22">
                  <a:extLst>
                    <a:ext uri="{FF2B5EF4-FFF2-40B4-BE49-F238E27FC236}">
                      <a16:creationId xmlns:a16="http://schemas.microsoft.com/office/drawing/2014/main" id="{3BE507BC-1E57-B10C-270B-CB0922DD61F5}"/>
                    </a:ext>
                  </a:extLst>
                </p:cNvPr>
                <p:cNvPicPr/>
                <p:nvPr/>
              </p:nvPicPr>
              <p:blipFill>
                <a:blip r:embed="rId37"/>
                <a:stretch>
                  <a:fillRect/>
                </a:stretch>
              </p:blipFill>
              <p:spPr>
                <a:xfrm>
                  <a:off x="3853915" y="3425420"/>
                  <a:ext cx="20016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D17D0D66-2263-155F-5125-E05C90B93A27}"/>
                    </a:ext>
                  </a:extLst>
                </p14:cNvPr>
                <p14:cNvContentPartPr/>
                <p14:nvPr/>
              </p14:nvContentPartPr>
              <p14:xfrm>
                <a:off x="3895315" y="3395180"/>
                <a:ext cx="186120" cy="143640"/>
              </p14:xfrm>
            </p:contentPart>
          </mc:Choice>
          <mc:Fallback xmlns="">
            <p:pic>
              <p:nvPicPr>
                <p:cNvPr id="24" name="Ink 23">
                  <a:extLst>
                    <a:ext uri="{FF2B5EF4-FFF2-40B4-BE49-F238E27FC236}">
                      <a16:creationId xmlns:a16="http://schemas.microsoft.com/office/drawing/2014/main" id="{D17D0D66-2263-155F-5125-E05C90B93A27}"/>
                    </a:ext>
                  </a:extLst>
                </p:cNvPr>
                <p:cNvPicPr/>
                <p:nvPr/>
              </p:nvPicPr>
              <p:blipFill>
                <a:blip r:embed="rId39"/>
                <a:stretch>
                  <a:fillRect/>
                </a:stretch>
              </p:blipFill>
              <p:spPr>
                <a:xfrm>
                  <a:off x="3886675" y="3386180"/>
                  <a:ext cx="20376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B8B23774-B9C7-BE80-D7B9-BA864C947552}"/>
                    </a:ext>
                  </a:extLst>
                </p14:cNvPr>
                <p14:cNvContentPartPr/>
                <p14:nvPr/>
              </p14:nvContentPartPr>
              <p14:xfrm>
                <a:off x="4194475" y="3279980"/>
                <a:ext cx="169200" cy="110880"/>
              </p14:xfrm>
            </p:contentPart>
          </mc:Choice>
          <mc:Fallback xmlns="">
            <p:pic>
              <p:nvPicPr>
                <p:cNvPr id="25" name="Ink 24">
                  <a:extLst>
                    <a:ext uri="{FF2B5EF4-FFF2-40B4-BE49-F238E27FC236}">
                      <a16:creationId xmlns:a16="http://schemas.microsoft.com/office/drawing/2014/main" id="{B8B23774-B9C7-BE80-D7B9-BA864C947552}"/>
                    </a:ext>
                  </a:extLst>
                </p:cNvPr>
                <p:cNvPicPr/>
                <p:nvPr/>
              </p:nvPicPr>
              <p:blipFill>
                <a:blip r:embed="rId41"/>
                <a:stretch>
                  <a:fillRect/>
                </a:stretch>
              </p:blipFill>
              <p:spPr>
                <a:xfrm>
                  <a:off x="4185475" y="3271340"/>
                  <a:ext cx="1868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DB2F9422-5231-31C6-C9A9-82C7D33C4FA4}"/>
                    </a:ext>
                  </a:extLst>
                </p14:cNvPr>
                <p14:cNvContentPartPr/>
                <p14:nvPr/>
              </p14:nvContentPartPr>
              <p14:xfrm>
                <a:off x="4152355" y="3297620"/>
                <a:ext cx="152280" cy="150120"/>
              </p14:xfrm>
            </p:contentPart>
          </mc:Choice>
          <mc:Fallback xmlns="">
            <p:pic>
              <p:nvPicPr>
                <p:cNvPr id="26" name="Ink 25">
                  <a:extLst>
                    <a:ext uri="{FF2B5EF4-FFF2-40B4-BE49-F238E27FC236}">
                      <a16:creationId xmlns:a16="http://schemas.microsoft.com/office/drawing/2014/main" id="{DB2F9422-5231-31C6-C9A9-82C7D33C4FA4}"/>
                    </a:ext>
                  </a:extLst>
                </p:cNvPr>
                <p:cNvPicPr/>
                <p:nvPr/>
              </p:nvPicPr>
              <p:blipFill>
                <a:blip r:embed="rId43"/>
                <a:stretch>
                  <a:fillRect/>
                </a:stretch>
              </p:blipFill>
              <p:spPr>
                <a:xfrm>
                  <a:off x="4143355" y="3288620"/>
                  <a:ext cx="16992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AA2227E0-6C8C-208B-12DA-AA36F9BB1881}"/>
                    </a:ext>
                  </a:extLst>
                </p14:cNvPr>
                <p14:cNvContentPartPr/>
                <p14:nvPr/>
              </p14:nvContentPartPr>
              <p14:xfrm>
                <a:off x="4460875" y="3125900"/>
                <a:ext cx="173880" cy="131760"/>
              </p14:xfrm>
            </p:contentPart>
          </mc:Choice>
          <mc:Fallback xmlns="">
            <p:pic>
              <p:nvPicPr>
                <p:cNvPr id="27" name="Ink 26">
                  <a:extLst>
                    <a:ext uri="{FF2B5EF4-FFF2-40B4-BE49-F238E27FC236}">
                      <a16:creationId xmlns:a16="http://schemas.microsoft.com/office/drawing/2014/main" id="{AA2227E0-6C8C-208B-12DA-AA36F9BB1881}"/>
                    </a:ext>
                  </a:extLst>
                </p:cNvPr>
                <p:cNvPicPr/>
                <p:nvPr/>
              </p:nvPicPr>
              <p:blipFill>
                <a:blip r:embed="rId45"/>
                <a:stretch>
                  <a:fillRect/>
                </a:stretch>
              </p:blipFill>
              <p:spPr>
                <a:xfrm>
                  <a:off x="4452235" y="3117260"/>
                  <a:ext cx="1915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79108E66-D278-E948-9DD6-527321A6BE18}"/>
                    </a:ext>
                  </a:extLst>
                </p14:cNvPr>
                <p14:cNvContentPartPr/>
                <p14:nvPr/>
              </p14:nvContentPartPr>
              <p14:xfrm>
                <a:off x="4453675" y="3134540"/>
                <a:ext cx="184680" cy="155520"/>
              </p14:xfrm>
            </p:contentPart>
          </mc:Choice>
          <mc:Fallback xmlns="">
            <p:pic>
              <p:nvPicPr>
                <p:cNvPr id="28" name="Ink 27">
                  <a:extLst>
                    <a:ext uri="{FF2B5EF4-FFF2-40B4-BE49-F238E27FC236}">
                      <a16:creationId xmlns:a16="http://schemas.microsoft.com/office/drawing/2014/main" id="{79108E66-D278-E948-9DD6-527321A6BE18}"/>
                    </a:ext>
                  </a:extLst>
                </p:cNvPr>
                <p:cNvPicPr/>
                <p:nvPr/>
              </p:nvPicPr>
              <p:blipFill>
                <a:blip r:embed="rId47"/>
                <a:stretch>
                  <a:fillRect/>
                </a:stretch>
              </p:blipFill>
              <p:spPr>
                <a:xfrm>
                  <a:off x="4444675" y="3125900"/>
                  <a:ext cx="2023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E1AABE10-6CB9-633D-E0EB-60B50A499AEE}"/>
                    </a:ext>
                  </a:extLst>
                </p14:cNvPr>
                <p14:cNvContentPartPr/>
                <p14:nvPr/>
              </p14:nvContentPartPr>
              <p14:xfrm>
                <a:off x="4893595" y="3014300"/>
                <a:ext cx="78840" cy="83880"/>
              </p14:xfrm>
            </p:contentPart>
          </mc:Choice>
          <mc:Fallback xmlns="">
            <p:pic>
              <p:nvPicPr>
                <p:cNvPr id="29" name="Ink 28">
                  <a:extLst>
                    <a:ext uri="{FF2B5EF4-FFF2-40B4-BE49-F238E27FC236}">
                      <a16:creationId xmlns:a16="http://schemas.microsoft.com/office/drawing/2014/main" id="{E1AABE10-6CB9-633D-E0EB-60B50A499AEE}"/>
                    </a:ext>
                  </a:extLst>
                </p:cNvPr>
                <p:cNvPicPr/>
                <p:nvPr/>
              </p:nvPicPr>
              <p:blipFill>
                <a:blip r:embed="rId49"/>
                <a:stretch>
                  <a:fillRect/>
                </a:stretch>
              </p:blipFill>
              <p:spPr>
                <a:xfrm>
                  <a:off x="4884955" y="3005300"/>
                  <a:ext cx="9648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10D98A26-6D64-CB7B-5914-57A9566DA1B9}"/>
                    </a:ext>
                  </a:extLst>
                </p14:cNvPr>
                <p14:cNvContentPartPr/>
                <p14:nvPr/>
              </p14:nvContentPartPr>
              <p14:xfrm>
                <a:off x="4757515" y="2910980"/>
                <a:ext cx="192240" cy="220680"/>
              </p14:xfrm>
            </p:contentPart>
          </mc:Choice>
          <mc:Fallback xmlns="">
            <p:pic>
              <p:nvPicPr>
                <p:cNvPr id="30" name="Ink 29">
                  <a:extLst>
                    <a:ext uri="{FF2B5EF4-FFF2-40B4-BE49-F238E27FC236}">
                      <a16:creationId xmlns:a16="http://schemas.microsoft.com/office/drawing/2014/main" id="{10D98A26-6D64-CB7B-5914-57A9566DA1B9}"/>
                    </a:ext>
                  </a:extLst>
                </p:cNvPr>
                <p:cNvPicPr/>
                <p:nvPr/>
              </p:nvPicPr>
              <p:blipFill>
                <a:blip r:embed="rId51"/>
                <a:stretch>
                  <a:fillRect/>
                </a:stretch>
              </p:blipFill>
              <p:spPr>
                <a:xfrm>
                  <a:off x="4748515" y="2902340"/>
                  <a:ext cx="20988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353A6778-8E38-0BE2-10E0-B767B92119B5}"/>
                    </a:ext>
                  </a:extLst>
                </p14:cNvPr>
                <p14:cNvContentPartPr/>
                <p14:nvPr/>
              </p14:nvContentPartPr>
              <p14:xfrm>
                <a:off x="5122915" y="2696420"/>
                <a:ext cx="224640" cy="163080"/>
              </p14:xfrm>
            </p:contentPart>
          </mc:Choice>
          <mc:Fallback xmlns="">
            <p:pic>
              <p:nvPicPr>
                <p:cNvPr id="31" name="Ink 30">
                  <a:extLst>
                    <a:ext uri="{FF2B5EF4-FFF2-40B4-BE49-F238E27FC236}">
                      <a16:creationId xmlns:a16="http://schemas.microsoft.com/office/drawing/2014/main" id="{353A6778-8E38-0BE2-10E0-B767B92119B5}"/>
                    </a:ext>
                  </a:extLst>
                </p:cNvPr>
                <p:cNvPicPr/>
                <p:nvPr/>
              </p:nvPicPr>
              <p:blipFill>
                <a:blip r:embed="rId53"/>
                <a:stretch>
                  <a:fillRect/>
                </a:stretch>
              </p:blipFill>
              <p:spPr>
                <a:xfrm>
                  <a:off x="5113915" y="2687420"/>
                  <a:ext cx="24228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Ink 31">
                  <a:extLst>
                    <a:ext uri="{FF2B5EF4-FFF2-40B4-BE49-F238E27FC236}">
                      <a16:creationId xmlns:a16="http://schemas.microsoft.com/office/drawing/2014/main" id="{BB96922E-56BE-326A-CA4C-FFEAB76CA08F}"/>
                    </a:ext>
                  </a:extLst>
                </p14:cNvPr>
                <p14:cNvContentPartPr/>
                <p14:nvPr/>
              </p14:nvContentPartPr>
              <p14:xfrm>
                <a:off x="5112115" y="2660420"/>
                <a:ext cx="229320" cy="204480"/>
              </p14:xfrm>
            </p:contentPart>
          </mc:Choice>
          <mc:Fallback xmlns="">
            <p:pic>
              <p:nvPicPr>
                <p:cNvPr id="32" name="Ink 31">
                  <a:extLst>
                    <a:ext uri="{FF2B5EF4-FFF2-40B4-BE49-F238E27FC236}">
                      <a16:creationId xmlns:a16="http://schemas.microsoft.com/office/drawing/2014/main" id="{BB96922E-56BE-326A-CA4C-FFEAB76CA08F}"/>
                    </a:ext>
                  </a:extLst>
                </p:cNvPr>
                <p:cNvPicPr/>
                <p:nvPr/>
              </p:nvPicPr>
              <p:blipFill>
                <a:blip r:embed="rId55"/>
                <a:stretch>
                  <a:fillRect/>
                </a:stretch>
              </p:blipFill>
              <p:spPr>
                <a:xfrm>
                  <a:off x="5103115" y="2651780"/>
                  <a:ext cx="24696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Ink 32">
                  <a:extLst>
                    <a:ext uri="{FF2B5EF4-FFF2-40B4-BE49-F238E27FC236}">
                      <a16:creationId xmlns:a16="http://schemas.microsoft.com/office/drawing/2014/main" id="{289DCD06-53E7-CAB5-05CF-7D8DF6CBD8FD}"/>
                    </a:ext>
                  </a:extLst>
                </p14:cNvPr>
                <p14:cNvContentPartPr/>
                <p14:nvPr/>
              </p14:nvContentPartPr>
              <p14:xfrm>
                <a:off x="4794955" y="2851580"/>
                <a:ext cx="270360" cy="220680"/>
              </p14:xfrm>
            </p:contentPart>
          </mc:Choice>
          <mc:Fallback xmlns="">
            <p:pic>
              <p:nvPicPr>
                <p:cNvPr id="33" name="Ink 32">
                  <a:extLst>
                    <a:ext uri="{FF2B5EF4-FFF2-40B4-BE49-F238E27FC236}">
                      <a16:creationId xmlns:a16="http://schemas.microsoft.com/office/drawing/2014/main" id="{289DCD06-53E7-CAB5-05CF-7D8DF6CBD8FD}"/>
                    </a:ext>
                  </a:extLst>
                </p:cNvPr>
                <p:cNvPicPr/>
                <p:nvPr/>
              </p:nvPicPr>
              <p:blipFill>
                <a:blip r:embed="rId57"/>
                <a:stretch>
                  <a:fillRect/>
                </a:stretch>
              </p:blipFill>
              <p:spPr>
                <a:xfrm>
                  <a:off x="4785955" y="2842580"/>
                  <a:ext cx="28800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C06ADD02-DFCD-0E03-BCCB-52F22DD02404}"/>
                    </a:ext>
                  </a:extLst>
                </p14:cNvPr>
                <p14:cNvContentPartPr/>
                <p14:nvPr/>
              </p14:nvContentPartPr>
              <p14:xfrm>
                <a:off x="5503795" y="2873180"/>
                <a:ext cx="204120" cy="196920"/>
              </p14:xfrm>
            </p:contentPart>
          </mc:Choice>
          <mc:Fallback xmlns="">
            <p:pic>
              <p:nvPicPr>
                <p:cNvPr id="35" name="Ink 34">
                  <a:extLst>
                    <a:ext uri="{FF2B5EF4-FFF2-40B4-BE49-F238E27FC236}">
                      <a16:creationId xmlns:a16="http://schemas.microsoft.com/office/drawing/2014/main" id="{C06ADD02-DFCD-0E03-BCCB-52F22DD02404}"/>
                    </a:ext>
                  </a:extLst>
                </p:cNvPr>
                <p:cNvPicPr/>
                <p:nvPr/>
              </p:nvPicPr>
              <p:blipFill>
                <a:blip r:embed="rId59"/>
                <a:stretch>
                  <a:fillRect/>
                </a:stretch>
              </p:blipFill>
              <p:spPr>
                <a:xfrm>
                  <a:off x="5495155" y="2864180"/>
                  <a:ext cx="22176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A0B7B6A1-36E3-C625-BDC1-9BF4BD609F60}"/>
                    </a:ext>
                  </a:extLst>
                </p14:cNvPr>
                <p14:cNvContentPartPr/>
                <p14:nvPr/>
              </p14:nvContentPartPr>
              <p14:xfrm>
                <a:off x="5540155" y="2867780"/>
                <a:ext cx="165600" cy="193680"/>
              </p14:xfrm>
            </p:contentPart>
          </mc:Choice>
          <mc:Fallback xmlns="">
            <p:pic>
              <p:nvPicPr>
                <p:cNvPr id="36" name="Ink 35">
                  <a:extLst>
                    <a:ext uri="{FF2B5EF4-FFF2-40B4-BE49-F238E27FC236}">
                      <a16:creationId xmlns:a16="http://schemas.microsoft.com/office/drawing/2014/main" id="{A0B7B6A1-36E3-C625-BDC1-9BF4BD609F60}"/>
                    </a:ext>
                  </a:extLst>
                </p:cNvPr>
                <p:cNvPicPr/>
                <p:nvPr/>
              </p:nvPicPr>
              <p:blipFill>
                <a:blip r:embed="rId61"/>
                <a:stretch>
                  <a:fillRect/>
                </a:stretch>
              </p:blipFill>
              <p:spPr>
                <a:xfrm>
                  <a:off x="5531155" y="2858780"/>
                  <a:ext cx="18324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8099F712-1B59-FBB7-9BDE-A87413774D8B}"/>
                    </a:ext>
                  </a:extLst>
                </p14:cNvPr>
                <p14:cNvContentPartPr/>
                <p14:nvPr/>
              </p14:nvContentPartPr>
              <p14:xfrm>
                <a:off x="5412355" y="3138860"/>
                <a:ext cx="207720" cy="108000"/>
              </p14:xfrm>
            </p:contentPart>
          </mc:Choice>
          <mc:Fallback xmlns="">
            <p:pic>
              <p:nvPicPr>
                <p:cNvPr id="37" name="Ink 36">
                  <a:extLst>
                    <a:ext uri="{FF2B5EF4-FFF2-40B4-BE49-F238E27FC236}">
                      <a16:creationId xmlns:a16="http://schemas.microsoft.com/office/drawing/2014/main" id="{8099F712-1B59-FBB7-9BDE-A87413774D8B}"/>
                    </a:ext>
                  </a:extLst>
                </p:cNvPr>
                <p:cNvPicPr/>
                <p:nvPr/>
              </p:nvPicPr>
              <p:blipFill>
                <a:blip r:embed="rId63"/>
                <a:stretch>
                  <a:fillRect/>
                </a:stretch>
              </p:blipFill>
              <p:spPr>
                <a:xfrm>
                  <a:off x="5403355" y="3130220"/>
                  <a:ext cx="22536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AFCB389C-18BE-1DD7-FE30-577A4C745FCD}"/>
                    </a:ext>
                  </a:extLst>
                </p14:cNvPr>
                <p14:cNvContentPartPr/>
                <p14:nvPr/>
              </p14:nvContentPartPr>
              <p14:xfrm>
                <a:off x="5395435" y="3129140"/>
                <a:ext cx="210240" cy="137160"/>
              </p14:xfrm>
            </p:contentPart>
          </mc:Choice>
          <mc:Fallback xmlns="">
            <p:pic>
              <p:nvPicPr>
                <p:cNvPr id="38" name="Ink 37">
                  <a:extLst>
                    <a:ext uri="{FF2B5EF4-FFF2-40B4-BE49-F238E27FC236}">
                      <a16:creationId xmlns:a16="http://schemas.microsoft.com/office/drawing/2014/main" id="{AFCB389C-18BE-1DD7-FE30-577A4C745FCD}"/>
                    </a:ext>
                  </a:extLst>
                </p:cNvPr>
                <p:cNvPicPr/>
                <p:nvPr/>
              </p:nvPicPr>
              <p:blipFill>
                <a:blip r:embed="rId65"/>
                <a:stretch>
                  <a:fillRect/>
                </a:stretch>
              </p:blipFill>
              <p:spPr>
                <a:xfrm>
                  <a:off x="5386435" y="3120500"/>
                  <a:ext cx="22788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a:extLst>
                    <a:ext uri="{FF2B5EF4-FFF2-40B4-BE49-F238E27FC236}">
                      <a16:creationId xmlns:a16="http://schemas.microsoft.com/office/drawing/2014/main" id="{C874B3F0-36CD-FDE4-DBB8-27F0E910BF9E}"/>
                    </a:ext>
                  </a:extLst>
                </p14:cNvPr>
                <p14:cNvContentPartPr/>
                <p14:nvPr/>
              </p14:nvContentPartPr>
              <p14:xfrm>
                <a:off x="5141995" y="3092420"/>
                <a:ext cx="286200" cy="198000"/>
              </p14:xfrm>
            </p:contentPart>
          </mc:Choice>
          <mc:Fallback xmlns="">
            <p:pic>
              <p:nvPicPr>
                <p:cNvPr id="39" name="Ink 38">
                  <a:extLst>
                    <a:ext uri="{FF2B5EF4-FFF2-40B4-BE49-F238E27FC236}">
                      <a16:creationId xmlns:a16="http://schemas.microsoft.com/office/drawing/2014/main" id="{C874B3F0-36CD-FDE4-DBB8-27F0E910BF9E}"/>
                    </a:ext>
                  </a:extLst>
                </p:cNvPr>
                <p:cNvPicPr/>
                <p:nvPr/>
              </p:nvPicPr>
              <p:blipFill>
                <a:blip r:embed="rId67"/>
                <a:stretch>
                  <a:fillRect/>
                </a:stretch>
              </p:blipFill>
              <p:spPr>
                <a:xfrm>
                  <a:off x="5133355" y="3083420"/>
                  <a:ext cx="30384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0" name="Ink 39">
                  <a:extLst>
                    <a:ext uri="{FF2B5EF4-FFF2-40B4-BE49-F238E27FC236}">
                      <a16:creationId xmlns:a16="http://schemas.microsoft.com/office/drawing/2014/main" id="{D824DDE0-D46B-1024-FE23-6FB75376E7C2}"/>
                    </a:ext>
                  </a:extLst>
                </p14:cNvPr>
                <p14:cNvContentPartPr/>
                <p14:nvPr/>
              </p14:nvContentPartPr>
              <p14:xfrm>
                <a:off x="5132635" y="3126980"/>
                <a:ext cx="279000" cy="93600"/>
              </p14:xfrm>
            </p:contentPart>
          </mc:Choice>
          <mc:Fallback xmlns="">
            <p:pic>
              <p:nvPicPr>
                <p:cNvPr id="40" name="Ink 39">
                  <a:extLst>
                    <a:ext uri="{FF2B5EF4-FFF2-40B4-BE49-F238E27FC236}">
                      <a16:creationId xmlns:a16="http://schemas.microsoft.com/office/drawing/2014/main" id="{D824DDE0-D46B-1024-FE23-6FB75376E7C2}"/>
                    </a:ext>
                  </a:extLst>
                </p:cNvPr>
                <p:cNvPicPr/>
                <p:nvPr/>
              </p:nvPicPr>
              <p:blipFill>
                <a:blip r:embed="rId69"/>
                <a:stretch>
                  <a:fillRect/>
                </a:stretch>
              </p:blipFill>
              <p:spPr>
                <a:xfrm>
                  <a:off x="5123635" y="3118340"/>
                  <a:ext cx="29664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1" name="Ink 40">
                  <a:extLst>
                    <a:ext uri="{FF2B5EF4-FFF2-40B4-BE49-F238E27FC236}">
                      <a16:creationId xmlns:a16="http://schemas.microsoft.com/office/drawing/2014/main" id="{21DDE398-2FE4-D107-D215-552C2ECCD914}"/>
                    </a:ext>
                  </a:extLst>
                </p14:cNvPr>
                <p14:cNvContentPartPr/>
                <p14:nvPr/>
              </p14:nvContentPartPr>
              <p14:xfrm>
                <a:off x="4927075" y="3355580"/>
                <a:ext cx="192600" cy="54000"/>
              </p14:xfrm>
            </p:contentPart>
          </mc:Choice>
          <mc:Fallback xmlns="">
            <p:pic>
              <p:nvPicPr>
                <p:cNvPr id="41" name="Ink 40">
                  <a:extLst>
                    <a:ext uri="{FF2B5EF4-FFF2-40B4-BE49-F238E27FC236}">
                      <a16:creationId xmlns:a16="http://schemas.microsoft.com/office/drawing/2014/main" id="{21DDE398-2FE4-D107-D215-552C2ECCD914}"/>
                    </a:ext>
                  </a:extLst>
                </p:cNvPr>
                <p:cNvPicPr/>
                <p:nvPr/>
              </p:nvPicPr>
              <p:blipFill>
                <a:blip r:embed="rId71"/>
                <a:stretch>
                  <a:fillRect/>
                </a:stretch>
              </p:blipFill>
              <p:spPr>
                <a:xfrm>
                  <a:off x="4918435" y="3346940"/>
                  <a:ext cx="21024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2" name="Ink 41">
                  <a:extLst>
                    <a:ext uri="{FF2B5EF4-FFF2-40B4-BE49-F238E27FC236}">
                      <a16:creationId xmlns:a16="http://schemas.microsoft.com/office/drawing/2014/main" id="{AA83765B-6A6A-7D28-D804-4BD4F1E7CD87}"/>
                    </a:ext>
                  </a:extLst>
                </p14:cNvPr>
                <p14:cNvContentPartPr/>
                <p14:nvPr/>
              </p14:nvContentPartPr>
              <p14:xfrm>
                <a:off x="4964875" y="3287900"/>
                <a:ext cx="151200" cy="102240"/>
              </p14:xfrm>
            </p:contentPart>
          </mc:Choice>
          <mc:Fallback xmlns="">
            <p:pic>
              <p:nvPicPr>
                <p:cNvPr id="42" name="Ink 41">
                  <a:extLst>
                    <a:ext uri="{FF2B5EF4-FFF2-40B4-BE49-F238E27FC236}">
                      <a16:creationId xmlns:a16="http://schemas.microsoft.com/office/drawing/2014/main" id="{AA83765B-6A6A-7D28-D804-4BD4F1E7CD87}"/>
                    </a:ext>
                  </a:extLst>
                </p:cNvPr>
                <p:cNvPicPr/>
                <p:nvPr/>
              </p:nvPicPr>
              <p:blipFill>
                <a:blip r:embed="rId73"/>
                <a:stretch>
                  <a:fillRect/>
                </a:stretch>
              </p:blipFill>
              <p:spPr>
                <a:xfrm>
                  <a:off x="4956235" y="3278900"/>
                  <a:ext cx="16884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3" name="Ink 42">
                  <a:extLst>
                    <a:ext uri="{FF2B5EF4-FFF2-40B4-BE49-F238E27FC236}">
                      <a16:creationId xmlns:a16="http://schemas.microsoft.com/office/drawing/2014/main" id="{06A0F9E7-AF65-9E2B-6977-6B79C314DEE4}"/>
                    </a:ext>
                  </a:extLst>
                </p14:cNvPr>
                <p14:cNvContentPartPr/>
                <p14:nvPr/>
              </p14:nvContentPartPr>
              <p14:xfrm>
                <a:off x="4728715" y="3300140"/>
                <a:ext cx="240480" cy="149760"/>
              </p14:xfrm>
            </p:contentPart>
          </mc:Choice>
          <mc:Fallback xmlns="">
            <p:pic>
              <p:nvPicPr>
                <p:cNvPr id="43" name="Ink 42">
                  <a:extLst>
                    <a:ext uri="{FF2B5EF4-FFF2-40B4-BE49-F238E27FC236}">
                      <a16:creationId xmlns:a16="http://schemas.microsoft.com/office/drawing/2014/main" id="{06A0F9E7-AF65-9E2B-6977-6B79C314DEE4}"/>
                    </a:ext>
                  </a:extLst>
                </p:cNvPr>
                <p:cNvPicPr/>
                <p:nvPr/>
              </p:nvPicPr>
              <p:blipFill>
                <a:blip r:embed="rId75"/>
                <a:stretch>
                  <a:fillRect/>
                </a:stretch>
              </p:blipFill>
              <p:spPr>
                <a:xfrm>
                  <a:off x="4719715" y="3291140"/>
                  <a:ext cx="25812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4" name="Ink 43">
                  <a:extLst>
                    <a:ext uri="{FF2B5EF4-FFF2-40B4-BE49-F238E27FC236}">
                      <a16:creationId xmlns:a16="http://schemas.microsoft.com/office/drawing/2014/main" id="{162E3A13-1F6C-A574-C335-7953C5B59230}"/>
                    </a:ext>
                  </a:extLst>
                </p14:cNvPr>
                <p14:cNvContentPartPr/>
                <p14:nvPr/>
              </p14:nvContentPartPr>
              <p14:xfrm>
                <a:off x="4788835" y="3353780"/>
                <a:ext cx="210240" cy="94680"/>
              </p14:xfrm>
            </p:contentPart>
          </mc:Choice>
          <mc:Fallback xmlns="">
            <p:pic>
              <p:nvPicPr>
                <p:cNvPr id="44" name="Ink 43">
                  <a:extLst>
                    <a:ext uri="{FF2B5EF4-FFF2-40B4-BE49-F238E27FC236}">
                      <a16:creationId xmlns:a16="http://schemas.microsoft.com/office/drawing/2014/main" id="{162E3A13-1F6C-A574-C335-7953C5B59230}"/>
                    </a:ext>
                  </a:extLst>
                </p:cNvPr>
                <p:cNvPicPr/>
                <p:nvPr/>
              </p:nvPicPr>
              <p:blipFill>
                <a:blip r:embed="rId77"/>
                <a:stretch>
                  <a:fillRect/>
                </a:stretch>
              </p:blipFill>
              <p:spPr>
                <a:xfrm>
                  <a:off x="4780195" y="3345140"/>
                  <a:ext cx="2278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 name="Ink 44">
                  <a:extLst>
                    <a:ext uri="{FF2B5EF4-FFF2-40B4-BE49-F238E27FC236}">
                      <a16:creationId xmlns:a16="http://schemas.microsoft.com/office/drawing/2014/main" id="{EB3FF981-A64E-6647-114B-8FC1E1543B67}"/>
                    </a:ext>
                  </a:extLst>
                </p14:cNvPr>
                <p14:cNvContentPartPr/>
                <p14:nvPr/>
              </p14:nvContentPartPr>
              <p14:xfrm>
                <a:off x="4393195" y="3511100"/>
                <a:ext cx="273960" cy="97560"/>
              </p14:xfrm>
            </p:contentPart>
          </mc:Choice>
          <mc:Fallback xmlns="">
            <p:pic>
              <p:nvPicPr>
                <p:cNvPr id="45" name="Ink 44">
                  <a:extLst>
                    <a:ext uri="{FF2B5EF4-FFF2-40B4-BE49-F238E27FC236}">
                      <a16:creationId xmlns:a16="http://schemas.microsoft.com/office/drawing/2014/main" id="{EB3FF981-A64E-6647-114B-8FC1E1543B67}"/>
                    </a:ext>
                  </a:extLst>
                </p:cNvPr>
                <p:cNvPicPr/>
                <p:nvPr/>
              </p:nvPicPr>
              <p:blipFill>
                <a:blip r:embed="rId79"/>
                <a:stretch>
                  <a:fillRect/>
                </a:stretch>
              </p:blipFill>
              <p:spPr>
                <a:xfrm>
                  <a:off x="4384555" y="3502460"/>
                  <a:ext cx="29160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Ink 45">
                  <a:extLst>
                    <a:ext uri="{FF2B5EF4-FFF2-40B4-BE49-F238E27FC236}">
                      <a16:creationId xmlns:a16="http://schemas.microsoft.com/office/drawing/2014/main" id="{D15E7272-5F6D-001F-38E4-684E60FDC6F4}"/>
                    </a:ext>
                  </a:extLst>
                </p14:cNvPr>
                <p14:cNvContentPartPr/>
                <p14:nvPr/>
              </p14:nvContentPartPr>
              <p14:xfrm>
                <a:off x="4508035" y="3458180"/>
                <a:ext cx="229320" cy="143640"/>
              </p14:xfrm>
            </p:contentPart>
          </mc:Choice>
          <mc:Fallback xmlns="">
            <p:pic>
              <p:nvPicPr>
                <p:cNvPr id="46" name="Ink 45">
                  <a:extLst>
                    <a:ext uri="{FF2B5EF4-FFF2-40B4-BE49-F238E27FC236}">
                      <a16:creationId xmlns:a16="http://schemas.microsoft.com/office/drawing/2014/main" id="{D15E7272-5F6D-001F-38E4-684E60FDC6F4}"/>
                    </a:ext>
                  </a:extLst>
                </p:cNvPr>
                <p:cNvPicPr/>
                <p:nvPr/>
              </p:nvPicPr>
              <p:blipFill>
                <a:blip r:embed="rId81"/>
                <a:stretch>
                  <a:fillRect/>
                </a:stretch>
              </p:blipFill>
              <p:spPr>
                <a:xfrm>
                  <a:off x="4499035" y="3449180"/>
                  <a:ext cx="24696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Ink 46">
                  <a:extLst>
                    <a:ext uri="{FF2B5EF4-FFF2-40B4-BE49-F238E27FC236}">
                      <a16:creationId xmlns:a16="http://schemas.microsoft.com/office/drawing/2014/main" id="{B3661178-85C1-BA0E-6B74-B6090DA9A20B}"/>
                    </a:ext>
                  </a:extLst>
                </p14:cNvPr>
                <p14:cNvContentPartPr/>
                <p14:nvPr/>
              </p14:nvContentPartPr>
              <p14:xfrm>
                <a:off x="4207795" y="3627380"/>
                <a:ext cx="193320" cy="123120"/>
              </p14:xfrm>
            </p:contentPart>
          </mc:Choice>
          <mc:Fallback xmlns="">
            <p:pic>
              <p:nvPicPr>
                <p:cNvPr id="47" name="Ink 46">
                  <a:extLst>
                    <a:ext uri="{FF2B5EF4-FFF2-40B4-BE49-F238E27FC236}">
                      <a16:creationId xmlns:a16="http://schemas.microsoft.com/office/drawing/2014/main" id="{B3661178-85C1-BA0E-6B74-B6090DA9A20B}"/>
                    </a:ext>
                  </a:extLst>
                </p:cNvPr>
                <p:cNvPicPr/>
                <p:nvPr/>
              </p:nvPicPr>
              <p:blipFill>
                <a:blip r:embed="rId83"/>
                <a:stretch>
                  <a:fillRect/>
                </a:stretch>
              </p:blipFill>
              <p:spPr>
                <a:xfrm>
                  <a:off x="4198795" y="3618740"/>
                  <a:ext cx="2109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8" name="Ink 47">
                  <a:extLst>
                    <a:ext uri="{FF2B5EF4-FFF2-40B4-BE49-F238E27FC236}">
                      <a16:creationId xmlns:a16="http://schemas.microsoft.com/office/drawing/2014/main" id="{84D2B662-09BE-67D7-B9E2-5381EAE64A7C}"/>
                    </a:ext>
                  </a:extLst>
                </p14:cNvPr>
                <p14:cNvContentPartPr/>
                <p14:nvPr/>
              </p14:nvContentPartPr>
              <p14:xfrm>
                <a:off x="4199155" y="3660860"/>
                <a:ext cx="235440" cy="120960"/>
              </p14:xfrm>
            </p:contentPart>
          </mc:Choice>
          <mc:Fallback xmlns="">
            <p:pic>
              <p:nvPicPr>
                <p:cNvPr id="48" name="Ink 47">
                  <a:extLst>
                    <a:ext uri="{FF2B5EF4-FFF2-40B4-BE49-F238E27FC236}">
                      <a16:creationId xmlns:a16="http://schemas.microsoft.com/office/drawing/2014/main" id="{84D2B662-09BE-67D7-B9E2-5381EAE64A7C}"/>
                    </a:ext>
                  </a:extLst>
                </p:cNvPr>
                <p:cNvPicPr/>
                <p:nvPr/>
              </p:nvPicPr>
              <p:blipFill>
                <a:blip r:embed="rId85"/>
                <a:stretch>
                  <a:fillRect/>
                </a:stretch>
              </p:blipFill>
              <p:spPr>
                <a:xfrm>
                  <a:off x="4190515" y="3652220"/>
                  <a:ext cx="25308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9" name="Ink 48">
                  <a:extLst>
                    <a:ext uri="{FF2B5EF4-FFF2-40B4-BE49-F238E27FC236}">
                      <a16:creationId xmlns:a16="http://schemas.microsoft.com/office/drawing/2014/main" id="{81146391-5720-C302-497D-6902C49541F1}"/>
                    </a:ext>
                  </a:extLst>
                </p14:cNvPr>
                <p14:cNvContentPartPr/>
                <p14:nvPr/>
              </p14:nvContentPartPr>
              <p14:xfrm>
                <a:off x="4054435" y="3652220"/>
                <a:ext cx="168120" cy="51480"/>
              </p14:xfrm>
            </p:contentPart>
          </mc:Choice>
          <mc:Fallback xmlns="">
            <p:pic>
              <p:nvPicPr>
                <p:cNvPr id="49" name="Ink 48">
                  <a:extLst>
                    <a:ext uri="{FF2B5EF4-FFF2-40B4-BE49-F238E27FC236}">
                      <a16:creationId xmlns:a16="http://schemas.microsoft.com/office/drawing/2014/main" id="{81146391-5720-C302-497D-6902C49541F1}"/>
                    </a:ext>
                  </a:extLst>
                </p:cNvPr>
                <p:cNvPicPr/>
                <p:nvPr/>
              </p:nvPicPr>
              <p:blipFill>
                <a:blip r:embed="rId87"/>
                <a:stretch>
                  <a:fillRect/>
                </a:stretch>
              </p:blipFill>
              <p:spPr>
                <a:xfrm>
                  <a:off x="4045435" y="3643580"/>
                  <a:ext cx="1857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0" name="Ink 49">
                  <a:extLst>
                    <a:ext uri="{FF2B5EF4-FFF2-40B4-BE49-F238E27FC236}">
                      <a16:creationId xmlns:a16="http://schemas.microsoft.com/office/drawing/2014/main" id="{DB209968-CF9A-0BE0-D332-81B76AD50FAA}"/>
                    </a:ext>
                  </a:extLst>
                </p14:cNvPr>
                <p14:cNvContentPartPr/>
                <p14:nvPr/>
              </p14:nvContentPartPr>
              <p14:xfrm>
                <a:off x="4071355" y="3646820"/>
                <a:ext cx="145080" cy="149040"/>
              </p14:xfrm>
            </p:contentPart>
          </mc:Choice>
          <mc:Fallback xmlns="">
            <p:pic>
              <p:nvPicPr>
                <p:cNvPr id="50" name="Ink 49">
                  <a:extLst>
                    <a:ext uri="{FF2B5EF4-FFF2-40B4-BE49-F238E27FC236}">
                      <a16:creationId xmlns:a16="http://schemas.microsoft.com/office/drawing/2014/main" id="{DB209968-CF9A-0BE0-D332-81B76AD50FAA}"/>
                    </a:ext>
                  </a:extLst>
                </p:cNvPr>
                <p:cNvPicPr/>
                <p:nvPr/>
              </p:nvPicPr>
              <p:blipFill>
                <a:blip r:embed="rId89"/>
                <a:stretch>
                  <a:fillRect/>
                </a:stretch>
              </p:blipFill>
              <p:spPr>
                <a:xfrm>
                  <a:off x="4062715" y="3638180"/>
                  <a:ext cx="16272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1" name="Ink 50">
                  <a:extLst>
                    <a:ext uri="{FF2B5EF4-FFF2-40B4-BE49-F238E27FC236}">
                      <a16:creationId xmlns:a16="http://schemas.microsoft.com/office/drawing/2014/main" id="{9B041884-56D6-B6F8-DFDF-D291C9E0085F}"/>
                    </a:ext>
                  </a:extLst>
                </p14:cNvPr>
                <p14:cNvContentPartPr/>
                <p14:nvPr/>
              </p14:nvContentPartPr>
              <p14:xfrm>
                <a:off x="3736195" y="3680660"/>
                <a:ext cx="298080" cy="89280"/>
              </p14:xfrm>
            </p:contentPart>
          </mc:Choice>
          <mc:Fallback xmlns="">
            <p:pic>
              <p:nvPicPr>
                <p:cNvPr id="51" name="Ink 50">
                  <a:extLst>
                    <a:ext uri="{FF2B5EF4-FFF2-40B4-BE49-F238E27FC236}">
                      <a16:creationId xmlns:a16="http://schemas.microsoft.com/office/drawing/2014/main" id="{9B041884-56D6-B6F8-DFDF-D291C9E0085F}"/>
                    </a:ext>
                  </a:extLst>
                </p:cNvPr>
                <p:cNvPicPr/>
                <p:nvPr/>
              </p:nvPicPr>
              <p:blipFill>
                <a:blip r:embed="rId91"/>
                <a:stretch>
                  <a:fillRect/>
                </a:stretch>
              </p:blipFill>
              <p:spPr>
                <a:xfrm>
                  <a:off x="3727555" y="3671660"/>
                  <a:ext cx="315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2" name="Ink 51">
                  <a:extLst>
                    <a:ext uri="{FF2B5EF4-FFF2-40B4-BE49-F238E27FC236}">
                      <a16:creationId xmlns:a16="http://schemas.microsoft.com/office/drawing/2014/main" id="{024FE9C6-6027-09AF-DA1D-EAE0F4EDBB66}"/>
                    </a:ext>
                  </a:extLst>
                </p14:cNvPr>
                <p14:cNvContentPartPr/>
                <p14:nvPr/>
              </p14:nvContentPartPr>
              <p14:xfrm>
                <a:off x="3873715" y="3603620"/>
                <a:ext cx="177480" cy="182520"/>
              </p14:xfrm>
            </p:contentPart>
          </mc:Choice>
          <mc:Fallback xmlns="">
            <p:pic>
              <p:nvPicPr>
                <p:cNvPr id="52" name="Ink 51">
                  <a:extLst>
                    <a:ext uri="{FF2B5EF4-FFF2-40B4-BE49-F238E27FC236}">
                      <a16:creationId xmlns:a16="http://schemas.microsoft.com/office/drawing/2014/main" id="{024FE9C6-6027-09AF-DA1D-EAE0F4EDBB66}"/>
                    </a:ext>
                  </a:extLst>
                </p:cNvPr>
                <p:cNvPicPr/>
                <p:nvPr/>
              </p:nvPicPr>
              <p:blipFill>
                <a:blip r:embed="rId93"/>
                <a:stretch>
                  <a:fillRect/>
                </a:stretch>
              </p:blipFill>
              <p:spPr>
                <a:xfrm>
                  <a:off x="3864715" y="3594620"/>
                  <a:ext cx="19512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4" name="Ink 53">
                  <a:extLst>
                    <a:ext uri="{FF2B5EF4-FFF2-40B4-BE49-F238E27FC236}">
                      <a16:creationId xmlns:a16="http://schemas.microsoft.com/office/drawing/2014/main" id="{7143C960-9E5C-27B7-1C00-457A3F1F97D0}"/>
                    </a:ext>
                  </a:extLst>
                </p14:cNvPr>
                <p14:cNvContentPartPr/>
                <p14:nvPr/>
              </p14:nvContentPartPr>
              <p14:xfrm>
                <a:off x="4805755" y="2516060"/>
                <a:ext cx="124560" cy="103320"/>
              </p14:xfrm>
            </p:contentPart>
          </mc:Choice>
          <mc:Fallback xmlns="">
            <p:pic>
              <p:nvPicPr>
                <p:cNvPr id="54" name="Ink 53">
                  <a:extLst>
                    <a:ext uri="{FF2B5EF4-FFF2-40B4-BE49-F238E27FC236}">
                      <a16:creationId xmlns:a16="http://schemas.microsoft.com/office/drawing/2014/main" id="{7143C960-9E5C-27B7-1C00-457A3F1F97D0}"/>
                    </a:ext>
                  </a:extLst>
                </p:cNvPr>
                <p:cNvPicPr/>
                <p:nvPr/>
              </p:nvPicPr>
              <p:blipFill>
                <a:blip r:embed="rId95"/>
                <a:stretch>
                  <a:fillRect/>
                </a:stretch>
              </p:blipFill>
              <p:spPr>
                <a:xfrm>
                  <a:off x="4796755" y="2507420"/>
                  <a:ext cx="14220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5" name="Ink 54">
                  <a:extLst>
                    <a:ext uri="{FF2B5EF4-FFF2-40B4-BE49-F238E27FC236}">
                      <a16:creationId xmlns:a16="http://schemas.microsoft.com/office/drawing/2014/main" id="{3E13AD58-1554-F7B1-7B54-D3438AB59E07}"/>
                    </a:ext>
                  </a:extLst>
                </p14:cNvPr>
                <p14:cNvContentPartPr/>
                <p14:nvPr/>
              </p14:nvContentPartPr>
              <p14:xfrm>
                <a:off x="4874515" y="2446580"/>
                <a:ext cx="168120" cy="177120"/>
              </p14:xfrm>
            </p:contentPart>
          </mc:Choice>
          <mc:Fallback xmlns="">
            <p:pic>
              <p:nvPicPr>
                <p:cNvPr id="55" name="Ink 54">
                  <a:extLst>
                    <a:ext uri="{FF2B5EF4-FFF2-40B4-BE49-F238E27FC236}">
                      <a16:creationId xmlns:a16="http://schemas.microsoft.com/office/drawing/2014/main" id="{3E13AD58-1554-F7B1-7B54-D3438AB59E07}"/>
                    </a:ext>
                  </a:extLst>
                </p:cNvPr>
                <p:cNvPicPr/>
                <p:nvPr/>
              </p:nvPicPr>
              <p:blipFill>
                <a:blip r:embed="rId97"/>
                <a:stretch>
                  <a:fillRect/>
                </a:stretch>
              </p:blipFill>
              <p:spPr>
                <a:xfrm>
                  <a:off x="4865515" y="2437940"/>
                  <a:ext cx="18576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6" name="Ink 55">
                  <a:extLst>
                    <a:ext uri="{FF2B5EF4-FFF2-40B4-BE49-F238E27FC236}">
                      <a16:creationId xmlns:a16="http://schemas.microsoft.com/office/drawing/2014/main" id="{B4A0CF8A-B1BB-42C2-BA40-A747B9CC8154}"/>
                    </a:ext>
                  </a:extLst>
                </p14:cNvPr>
                <p14:cNvContentPartPr/>
                <p14:nvPr/>
              </p14:nvContentPartPr>
              <p14:xfrm>
                <a:off x="5397235" y="2638820"/>
                <a:ext cx="278280" cy="221760"/>
              </p14:xfrm>
            </p:contentPart>
          </mc:Choice>
          <mc:Fallback xmlns="">
            <p:pic>
              <p:nvPicPr>
                <p:cNvPr id="56" name="Ink 55">
                  <a:extLst>
                    <a:ext uri="{FF2B5EF4-FFF2-40B4-BE49-F238E27FC236}">
                      <a16:creationId xmlns:a16="http://schemas.microsoft.com/office/drawing/2014/main" id="{B4A0CF8A-B1BB-42C2-BA40-A747B9CC8154}"/>
                    </a:ext>
                  </a:extLst>
                </p:cNvPr>
                <p:cNvPicPr/>
                <p:nvPr/>
              </p:nvPicPr>
              <p:blipFill>
                <a:blip r:embed="rId99"/>
                <a:stretch>
                  <a:fillRect/>
                </a:stretch>
              </p:blipFill>
              <p:spPr>
                <a:xfrm>
                  <a:off x="5388595" y="2629820"/>
                  <a:ext cx="29592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7" name="Ink 56">
                  <a:extLst>
                    <a:ext uri="{FF2B5EF4-FFF2-40B4-BE49-F238E27FC236}">
                      <a16:creationId xmlns:a16="http://schemas.microsoft.com/office/drawing/2014/main" id="{19FBB355-F76A-BF09-F9FC-6B76A8B6F768}"/>
                    </a:ext>
                  </a:extLst>
                </p14:cNvPr>
                <p14:cNvContentPartPr/>
                <p14:nvPr/>
              </p14:nvContentPartPr>
              <p14:xfrm>
                <a:off x="5532955" y="2697860"/>
                <a:ext cx="207720" cy="147240"/>
              </p14:xfrm>
            </p:contentPart>
          </mc:Choice>
          <mc:Fallback xmlns="">
            <p:pic>
              <p:nvPicPr>
                <p:cNvPr id="57" name="Ink 56">
                  <a:extLst>
                    <a:ext uri="{FF2B5EF4-FFF2-40B4-BE49-F238E27FC236}">
                      <a16:creationId xmlns:a16="http://schemas.microsoft.com/office/drawing/2014/main" id="{19FBB355-F76A-BF09-F9FC-6B76A8B6F768}"/>
                    </a:ext>
                  </a:extLst>
                </p:cNvPr>
                <p:cNvPicPr/>
                <p:nvPr/>
              </p:nvPicPr>
              <p:blipFill>
                <a:blip r:embed="rId101"/>
                <a:stretch>
                  <a:fillRect/>
                </a:stretch>
              </p:blipFill>
              <p:spPr>
                <a:xfrm>
                  <a:off x="5523955" y="2689220"/>
                  <a:ext cx="22536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8" name="Ink 57">
                  <a:extLst>
                    <a:ext uri="{FF2B5EF4-FFF2-40B4-BE49-F238E27FC236}">
                      <a16:creationId xmlns:a16="http://schemas.microsoft.com/office/drawing/2014/main" id="{3AD648F0-A1C9-8DEE-73C9-DFC3CBD3C0FD}"/>
                    </a:ext>
                  </a:extLst>
                </p14:cNvPr>
                <p14:cNvContentPartPr/>
                <p14:nvPr/>
              </p14:nvContentPartPr>
              <p14:xfrm>
                <a:off x="5257915" y="2396900"/>
                <a:ext cx="172800" cy="52200"/>
              </p14:xfrm>
            </p:contentPart>
          </mc:Choice>
          <mc:Fallback xmlns="">
            <p:pic>
              <p:nvPicPr>
                <p:cNvPr id="58" name="Ink 57">
                  <a:extLst>
                    <a:ext uri="{FF2B5EF4-FFF2-40B4-BE49-F238E27FC236}">
                      <a16:creationId xmlns:a16="http://schemas.microsoft.com/office/drawing/2014/main" id="{3AD648F0-A1C9-8DEE-73C9-DFC3CBD3C0FD}"/>
                    </a:ext>
                  </a:extLst>
                </p:cNvPr>
                <p:cNvPicPr/>
                <p:nvPr/>
              </p:nvPicPr>
              <p:blipFill>
                <a:blip r:embed="rId103"/>
                <a:stretch>
                  <a:fillRect/>
                </a:stretch>
              </p:blipFill>
              <p:spPr>
                <a:xfrm>
                  <a:off x="5248915" y="2388260"/>
                  <a:ext cx="19044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9" name="Ink 58">
                  <a:extLst>
                    <a:ext uri="{FF2B5EF4-FFF2-40B4-BE49-F238E27FC236}">
                      <a16:creationId xmlns:a16="http://schemas.microsoft.com/office/drawing/2014/main" id="{7B4D9673-F917-EE82-FC87-860DD52DA987}"/>
                    </a:ext>
                  </a:extLst>
                </p14:cNvPr>
                <p14:cNvContentPartPr/>
                <p14:nvPr/>
              </p14:nvContentPartPr>
              <p14:xfrm>
                <a:off x="5397955" y="2301140"/>
                <a:ext cx="114840" cy="191520"/>
              </p14:xfrm>
            </p:contentPart>
          </mc:Choice>
          <mc:Fallback xmlns="">
            <p:pic>
              <p:nvPicPr>
                <p:cNvPr id="59" name="Ink 58">
                  <a:extLst>
                    <a:ext uri="{FF2B5EF4-FFF2-40B4-BE49-F238E27FC236}">
                      <a16:creationId xmlns:a16="http://schemas.microsoft.com/office/drawing/2014/main" id="{7B4D9673-F917-EE82-FC87-860DD52DA987}"/>
                    </a:ext>
                  </a:extLst>
                </p:cNvPr>
                <p:cNvPicPr/>
                <p:nvPr/>
              </p:nvPicPr>
              <p:blipFill>
                <a:blip r:embed="rId105"/>
                <a:stretch>
                  <a:fillRect/>
                </a:stretch>
              </p:blipFill>
              <p:spPr>
                <a:xfrm>
                  <a:off x="5388955" y="2292500"/>
                  <a:ext cx="132480" cy="209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6">
            <p14:nvContentPartPr>
              <p14:cNvPr id="106" name="Ink 105">
                <a:extLst>
                  <a:ext uri="{FF2B5EF4-FFF2-40B4-BE49-F238E27FC236}">
                    <a16:creationId xmlns:a16="http://schemas.microsoft.com/office/drawing/2014/main" id="{49E9C826-2F77-6A62-B24F-1B33A6D491C1}"/>
                  </a:ext>
                </a:extLst>
              </p14:cNvPr>
              <p14:cNvContentPartPr/>
              <p14:nvPr/>
            </p14:nvContentPartPr>
            <p14:xfrm>
              <a:off x="7522315" y="1911620"/>
              <a:ext cx="66600" cy="55800"/>
            </p14:xfrm>
          </p:contentPart>
        </mc:Choice>
        <mc:Fallback xmlns="">
          <p:pic>
            <p:nvPicPr>
              <p:cNvPr id="106" name="Ink 105">
                <a:extLst>
                  <a:ext uri="{FF2B5EF4-FFF2-40B4-BE49-F238E27FC236}">
                    <a16:creationId xmlns:a16="http://schemas.microsoft.com/office/drawing/2014/main" id="{49E9C826-2F77-6A62-B24F-1B33A6D491C1}"/>
                  </a:ext>
                </a:extLst>
              </p:cNvPr>
              <p:cNvPicPr/>
              <p:nvPr/>
            </p:nvPicPr>
            <p:blipFill>
              <a:blip r:embed="rId107"/>
              <a:stretch>
                <a:fillRect/>
              </a:stretch>
            </p:blipFill>
            <p:spPr>
              <a:xfrm>
                <a:off x="7513675" y="1902980"/>
                <a:ext cx="84240" cy="73440"/>
              </a:xfrm>
              <a:prstGeom prst="rect">
                <a:avLst/>
              </a:prstGeom>
            </p:spPr>
          </p:pic>
        </mc:Fallback>
      </mc:AlternateContent>
      <p:grpSp>
        <p:nvGrpSpPr>
          <p:cNvPr id="114" name="Group 113">
            <a:extLst>
              <a:ext uri="{FF2B5EF4-FFF2-40B4-BE49-F238E27FC236}">
                <a16:creationId xmlns:a16="http://schemas.microsoft.com/office/drawing/2014/main" id="{63561198-1280-F583-FDE2-759A91419917}"/>
              </a:ext>
            </a:extLst>
          </p:cNvPr>
          <p:cNvGrpSpPr/>
          <p:nvPr/>
        </p:nvGrpSpPr>
        <p:grpSpPr>
          <a:xfrm>
            <a:off x="2771395" y="1331660"/>
            <a:ext cx="3863880" cy="1268640"/>
            <a:chOff x="2771395" y="1331660"/>
            <a:chExt cx="3863880" cy="1268640"/>
          </a:xfrm>
        </p:grpSpPr>
        <mc:AlternateContent xmlns:mc="http://schemas.openxmlformats.org/markup-compatibility/2006" xmlns:p14="http://schemas.microsoft.com/office/powerpoint/2010/main">
          <mc:Choice Requires="p14">
            <p:contentPart p14:bwMode="auto" r:id="rId108">
              <p14:nvContentPartPr>
                <p14:cNvPr id="62" name="Ink 61">
                  <a:extLst>
                    <a:ext uri="{FF2B5EF4-FFF2-40B4-BE49-F238E27FC236}">
                      <a16:creationId xmlns:a16="http://schemas.microsoft.com/office/drawing/2014/main" id="{C0B0B020-FB40-47C2-C273-3C8A8AD245F8}"/>
                    </a:ext>
                  </a:extLst>
                </p14:cNvPr>
                <p14:cNvContentPartPr/>
                <p14:nvPr/>
              </p14:nvContentPartPr>
              <p14:xfrm>
                <a:off x="2771395" y="1611380"/>
                <a:ext cx="370440" cy="147600"/>
              </p14:xfrm>
            </p:contentPart>
          </mc:Choice>
          <mc:Fallback xmlns="">
            <p:pic>
              <p:nvPicPr>
                <p:cNvPr id="62" name="Ink 61">
                  <a:extLst>
                    <a:ext uri="{FF2B5EF4-FFF2-40B4-BE49-F238E27FC236}">
                      <a16:creationId xmlns:a16="http://schemas.microsoft.com/office/drawing/2014/main" id="{C0B0B020-FB40-47C2-C273-3C8A8AD245F8}"/>
                    </a:ext>
                  </a:extLst>
                </p:cNvPr>
                <p:cNvPicPr/>
                <p:nvPr/>
              </p:nvPicPr>
              <p:blipFill>
                <a:blip r:embed="rId109"/>
                <a:stretch>
                  <a:fillRect/>
                </a:stretch>
              </p:blipFill>
              <p:spPr>
                <a:xfrm>
                  <a:off x="2762755" y="1602740"/>
                  <a:ext cx="38808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3" name="Ink 62">
                  <a:extLst>
                    <a:ext uri="{FF2B5EF4-FFF2-40B4-BE49-F238E27FC236}">
                      <a16:creationId xmlns:a16="http://schemas.microsoft.com/office/drawing/2014/main" id="{7C73BEAC-D458-7472-BEF8-238FFAB64209}"/>
                    </a:ext>
                  </a:extLst>
                </p14:cNvPr>
                <p14:cNvContentPartPr/>
                <p14:nvPr/>
              </p14:nvContentPartPr>
              <p14:xfrm>
                <a:off x="2903155" y="1560980"/>
                <a:ext cx="255960" cy="241560"/>
              </p14:xfrm>
            </p:contentPart>
          </mc:Choice>
          <mc:Fallback xmlns="">
            <p:pic>
              <p:nvPicPr>
                <p:cNvPr id="63" name="Ink 62">
                  <a:extLst>
                    <a:ext uri="{FF2B5EF4-FFF2-40B4-BE49-F238E27FC236}">
                      <a16:creationId xmlns:a16="http://schemas.microsoft.com/office/drawing/2014/main" id="{7C73BEAC-D458-7472-BEF8-238FFAB64209}"/>
                    </a:ext>
                  </a:extLst>
                </p:cNvPr>
                <p:cNvPicPr/>
                <p:nvPr/>
              </p:nvPicPr>
              <p:blipFill>
                <a:blip r:embed="rId111"/>
                <a:stretch>
                  <a:fillRect/>
                </a:stretch>
              </p:blipFill>
              <p:spPr>
                <a:xfrm>
                  <a:off x="2894155" y="1551980"/>
                  <a:ext cx="27360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4" name="Ink 63">
                  <a:extLst>
                    <a:ext uri="{FF2B5EF4-FFF2-40B4-BE49-F238E27FC236}">
                      <a16:creationId xmlns:a16="http://schemas.microsoft.com/office/drawing/2014/main" id="{BE73E8DB-A38A-A2CF-D7D9-9A2BB191C250}"/>
                    </a:ext>
                  </a:extLst>
                </p14:cNvPr>
                <p14:cNvContentPartPr/>
                <p14:nvPr/>
              </p14:nvContentPartPr>
              <p14:xfrm>
                <a:off x="3266035" y="1544060"/>
                <a:ext cx="239040" cy="115200"/>
              </p14:xfrm>
            </p:contentPart>
          </mc:Choice>
          <mc:Fallback xmlns="">
            <p:pic>
              <p:nvPicPr>
                <p:cNvPr id="64" name="Ink 63">
                  <a:extLst>
                    <a:ext uri="{FF2B5EF4-FFF2-40B4-BE49-F238E27FC236}">
                      <a16:creationId xmlns:a16="http://schemas.microsoft.com/office/drawing/2014/main" id="{BE73E8DB-A38A-A2CF-D7D9-9A2BB191C250}"/>
                    </a:ext>
                  </a:extLst>
                </p:cNvPr>
                <p:cNvPicPr/>
                <p:nvPr/>
              </p:nvPicPr>
              <p:blipFill>
                <a:blip r:embed="rId113"/>
                <a:stretch>
                  <a:fillRect/>
                </a:stretch>
              </p:blipFill>
              <p:spPr>
                <a:xfrm>
                  <a:off x="3257035" y="1535060"/>
                  <a:ext cx="2566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5" name="Ink 64">
                  <a:extLst>
                    <a:ext uri="{FF2B5EF4-FFF2-40B4-BE49-F238E27FC236}">
                      <a16:creationId xmlns:a16="http://schemas.microsoft.com/office/drawing/2014/main" id="{3F4A1C18-3BDF-36FF-8A30-EA19BD5DB394}"/>
                    </a:ext>
                  </a:extLst>
                </p14:cNvPr>
                <p14:cNvContentPartPr/>
                <p14:nvPr/>
              </p14:nvContentPartPr>
              <p14:xfrm>
                <a:off x="3279355" y="1525340"/>
                <a:ext cx="224640" cy="143640"/>
              </p14:xfrm>
            </p:contentPart>
          </mc:Choice>
          <mc:Fallback xmlns="">
            <p:pic>
              <p:nvPicPr>
                <p:cNvPr id="65" name="Ink 64">
                  <a:extLst>
                    <a:ext uri="{FF2B5EF4-FFF2-40B4-BE49-F238E27FC236}">
                      <a16:creationId xmlns:a16="http://schemas.microsoft.com/office/drawing/2014/main" id="{3F4A1C18-3BDF-36FF-8A30-EA19BD5DB394}"/>
                    </a:ext>
                  </a:extLst>
                </p:cNvPr>
                <p:cNvPicPr/>
                <p:nvPr/>
              </p:nvPicPr>
              <p:blipFill>
                <a:blip r:embed="rId115"/>
                <a:stretch>
                  <a:fillRect/>
                </a:stretch>
              </p:blipFill>
              <p:spPr>
                <a:xfrm>
                  <a:off x="3270355" y="1516340"/>
                  <a:ext cx="24228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6" name="Ink 65">
                  <a:extLst>
                    <a:ext uri="{FF2B5EF4-FFF2-40B4-BE49-F238E27FC236}">
                      <a16:creationId xmlns:a16="http://schemas.microsoft.com/office/drawing/2014/main" id="{FBD82F82-70F6-6A4E-4C68-F71C2208D577}"/>
                    </a:ext>
                  </a:extLst>
                </p14:cNvPr>
                <p14:cNvContentPartPr/>
                <p14:nvPr/>
              </p14:nvContentPartPr>
              <p14:xfrm>
                <a:off x="3736195" y="1435340"/>
                <a:ext cx="283680" cy="151200"/>
              </p14:xfrm>
            </p:contentPart>
          </mc:Choice>
          <mc:Fallback xmlns="">
            <p:pic>
              <p:nvPicPr>
                <p:cNvPr id="66" name="Ink 65">
                  <a:extLst>
                    <a:ext uri="{FF2B5EF4-FFF2-40B4-BE49-F238E27FC236}">
                      <a16:creationId xmlns:a16="http://schemas.microsoft.com/office/drawing/2014/main" id="{FBD82F82-70F6-6A4E-4C68-F71C2208D577}"/>
                    </a:ext>
                  </a:extLst>
                </p:cNvPr>
                <p:cNvPicPr/>
                <p:nvPr/>
              </p:nvPicPr>
              <p:blipFill>
                <a:blip r:embed="rId117"/>
                <a:stretch>
                  <a:fillRect/>
                </a:stretch>
              </p:blipFill>
              <p:spPr>
                <a:xfrm>
                  <a:off x="3727555" y="1426340"/>
                  <a:ext cx="30132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7" name="Ink 66">
                  <a:extLst>
                    <a:ext uri="{FF2B5EF4-FFF2-40B4-BE49-F238E27FC236}">
                      <a16:creationId xmlns:a16="http://schemas.microsoft.com/office/drawing/2014/main" id="{44258B78-4854-1841-580D-03DAED214880}"/>
                    </a:ext>
                  </a:extLst>
                </p14:cNvPr>
                <p14:cNvContentPartPr/>
                <p14:nvPr/>
              </p14:nvContentPartPr>
              <p14:xfrm>
                <a:off x="3795235" y="1481780"/>
                <a:ext cx="210240" cy="159840"/>
              </p14:xfrm>
            </p:contentPart>
          </mc:Choice>
          <mc:Fallback xmlns="">
            <p:pic>
              <p:nvPicPr>
                <p:cNvPr id="67" name="Ink 66">
                  <a:extLst>
                    <a:ext uri="{FF2B5EF4-FFF2-40B4-BE49-F238E27FC236}">
                      <a16:creationId xmlns:a16="http://schemas.microsoft.com/office/drawing/2014/main" id="{44258B78-4854-1841-580D-03DAED214880}"/>
                    </a:ext>
                  </a:extLst>
                </p:cNvPr>
                <p:cNvPicPr/>
                <p:nvPr/>
              </p:nvPicPr>
              <p:blipFill>
                <a:blip r:embed="rId119"/>
                <a:stretch>
                  <a:fillRect/>
                </a:stretch>
              </p:blipFill>
              <p:spPr>
                <a:xfrm>
                  <a:off x="3786595" y="1473140"/>
                  <a:ext cx="2278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8" name="Ink 67">
                  <a:extLst>
                    <a:ext uri="{FF2B5EF4-FFF2-40B4-BE49-F238E27FC236}">
                      <a16:creationId xmlns:a16="http://schemas.microsoft.com/office/drawing/2014/main" id="{47377E61-9399-5FCB-C001-F9330C452241}"/>
                    </a:ext>
                  </a:extLst>
                </p14:cNvPr>
                <p14:cNvContentPartPr/>
                <p14:nvPr/>
              </p14:nvContentPartPr>
              <p14:xfrm>
                <a:off x="4248835" y="1416620"/>
                <a:ext cx="309960" cy="184680"/>
              </p14:xfrm>
            </p:contentPart>
          </mc:Choice>
          <mc:Fallback xmlns="">
            <p:pic>
              <p:nvPicPr>
                <p:cNvPr id="68" name="Ink 67">
                  <a:extLst>
                    <a:ext uri="{FF2B5EF4-FFF2-40B4-BE49-F238E27FC236}">
                      <a16:creationId xmlns:a16="http://schemas.microsoft.com/office/drawing/2014/main" id="{47377E61-9399-5FCB-C001-F9330C452241}"/>
                    </a:ext>
                  </a:extLst>
                </p:cNvPr>
                <p:cNvPicPr/>
                <p:nvPr/>
              </p:nvPicPr>
              <p:blipFill>
                <a:blip r:embed="rId121"/>
                <a:stretch>
                  <a:fillRect/>
                </a:stretch>
              </p:blipFill>
              <p:spPr>
                <a:xfrm>
                  <a:off x="4239835" y="1407980"/>
                  <a:ext cx="32760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9" name="Ink 68">
                  <a:extLst>
                    <a:ext uri="{FF2B5EF4-FFF2-40B4-BE49-F238E27FC236}">
                      <a16:creationId xmlns:a16="http://schemas.microsoft.com/office/drawing/2014/main" id="{2E29771A-E42A-C4E0-D54C-971118CB439C}"/>
                    </a:ext>
                  </a:extLst>
                </p14:cNvPr>
                <p14:cNvContentPartPr/>
                <p14:nvPr/>
              </p14:nvContentPartPr>
              <p14:xfrm>
                <a:off x="3200875" y="1804700"/>
                <a:ext cx="445320" cy="170280"/>
              </p14:xfrm>
            </p:contentPart>
          </mc:Choice>
          <mc:Fallback xmlns="">
            <p:pic>
              <p:nvPicPr>
                <p:cNvPr id="69" name="Ink 68">
                  <a:extLst>
                    <a:ext uri="{FF2B5EF4-FFF2-40B4-BE49-F238E27FC236}">
                      <a16:creationId xmlns:a16="http://schemas.microsoft.com/office/drawing/2014/main" id="{2E29771A-E42A-C4E0-D54C-971118CB439C}"/>
                    </a:ext>
                  </a:extLst>
                </p:cNvPr>
                <p:cNvPicPr/>
                <p:nvPr/>
              </p:nvPicPr>
              <p:blipFill>
                <a:blip r:embed="rId123"/>
                <a:stretch>
                  <a:fillRect/>
                </a:stretch>
              </p:blipFill>
              <p:spPr>
                <a:xfrm>
                  <a:off x="3191875" y="1795700"/>
                  <a:ext cx="46296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0" name="Ink 69">
                  <a:extLst>
                    <a:ext uri="{FF2B5EF4-FFF2-40B4-BE49-F238E27FC236}">
                      <a16:creationId xmlns:a16="http://schemas.microsoft.com/office/drawing/2014/main" id="{16A32FC8-A4E2-998D-084E-C8AD82A8C7C2}"/>
                    </a:ext>
                  </a:extLst>
                </p14:cNvPr>
                <p14:cNvContentPartPr/>
                <p14:nvPr/>
              </p14:nvContentPartPr>
              <p14:xfrm>
                <a:off x="3445675" y="1820540"/>
                <a:ext cx="227160" cy="139320"/>
              </p14:xfrm>
            </p:contentPart>
          </mc:Choice>
          <mc:Fallback xmlns="">
            <p:pic>
              <p:nvPicPr>
                <p:cNvPr id="70" name="Ink 69">
                  <a:extLst>
                    <a:ext uri="{FF2B5EF4-FFF2-40B4-BE49-F238E27FC236}">
                      <a16:creationId xmlns:a16="http://schemas.microsoft.com/office/drawing/2014/main" id="{16A32FC8-A4E2-998D-084E-C8AD82A8C7C2}"/>
                    </a:ext>
                  </a:extLst>
                </p:cNvPr>
                <p:cNvPicPr/>
                <p:nvPr/>
              </p:nvPicPr>
              <p:blipFill>
                <a:blip r:embed="rId125"/>
                <a:stretch>
                  <a:fillRect/>
                </a:stretch>
              </p:blipFill>
              <p:spPr>
                <a:xfrm>
                  <a:off x="3436675" y="1811540"/>
                  <a:ext cx="24480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1" name="Ink 70">
                  <a:extLst>
                    <a:ext uri="{FF2B5EF4-FFF2-40B4-BE49-F238E27FC236}">
                      <a16:creationId xmlns:a16="http://schemas.microsoft.com/office/drawing/2014/main" id="{C29A8468-5D92-05BF-838B-12BDAA07A7E7}"/>
                    </a:ext>
                  </a:extLst>
                </p14:cNvPr>
                <p14:cNvContentPartPr/>
                <p14:nvPr/>
              </p14:nvContentPartPr>
              <p14:xfrm>
                <a:off x="3816835" y="1760780"/>
                <a:ext cx="277560" cy="124200"/>
              </p14:xfrm>
            </p:contentPart>
          </mc:Choice>
          <mc:Fallback xmlns="">
            <p:pic>
              <p:nvPicPr>
                <p:cNvPr id="71" name="Ink 70">
                  <a:extLst>
                    <a:ext uri="{FF2B5EF4-FFF2-40B4-BE49-F238E27FC236}">
                      <a16:creationId xmlns:a16="http://schemas.microsoft.com/office/drawing/2014/main" id="{C29A8468-5D92-05BF-838B-12BDAA07A7E7}"/>
                    </a:ext>
                  </a:extLst>
                </p:cNvPr>
                <p:cNvPicPr/>
                <p:nvPr/>
              </p:nvPicPr>
              <p:blipFill>
                <a:blip r:embed="rId127"/>
                <a:stretch>
                  <a:fillRect/>
                </a:stretch>
              </p:blipFill>
              <p:spPr>
                <a:xfrm>
                  <a:off x="3808195" y="1751780"/>
                  <a:ext cx="2952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2" name="Ink 71">
                  <a:extLst>
                    <a:ext uri="{FF2B5EF4-FFF2-40B4-BE49-F238E27FC236}">
                      <a16:creationId xmlns:a16="http://schemas.microsoft.com/office/drawing/2014/main" id="{F034BC16-591F-7BA0-1798-5E838BA4D5FF}"/>
                    </a:ext>
                  </a:extLst>
                </p14:cNvPr>
                <p14:cNvContentPartPr/>
                <p14:nvPr/>
              </p14:nvContentPartPr>
              <p14:xfrm>
                <a:off x="3884515" y="1782380"/>
                <a:ext cx="194400" cy="114480"/>
              </p14:xfrm>
            </p:contentPart>
          </mc:Choice>
          <mc:Fallback xmlns="">
            <p:pic>
              <p:nvPicPr>
                <p:cNvPr id="72" name="Ink 71">
                  <a:extLst>
                    <a:ext uri="{FF2B5EF4-FFF2-40B4-BE49-F238E27FC236}">
                      <a16:creationId xmlns:a16="http://schemas.microsoft.com/office/drawing/2014/main" id="{F034BC16-591F-7BA0-1798-5E838BA4D5FF}"/>
                    </a:ext>
                  </a:extLst>
                </p:cNvPr>
                <p:cNvPicPr/>
                <p:nvPr/>
              </p:nvPicPr>
              <p:blipFill>
                <a:blip r:embed="rId129"/>
                <a:stretch>
                  <a:fillRect/>
                </a:stretch>
              </p:blipFill>
              <p:spPr>
                <a:xfrm>
                  <a:off x="3875515" y="1773740"/>
                  <a:ext cx="2120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3" name="Ink 72">
                  <a:extLst>
                    <a:ext uri="{FF2B5EF4-FFF2-40B4-BE49-F238E27FC236}">
                      <a16:creationId xmlns:a16="http://schemas.microsoft.com/office/drawing/2014/main" id="{50EA1405-B848-A93E-5851-8209C078D96D}"/>
                    </a:ext>
                  </a:extLst>
                </p14:cNvPr>
                <p14:cNvContentPartPr/>
                <p14:nvPr/>
              </p14:nvContentPartPr>
              <p14:xfrm>
                <a:off x="4184755" y="1754300"/>
                <a:ext cx="221040" cy="114480"/>
              </p14:xfrm>
            </p:contentPart>
          </mc:Choice>
          <mc:Fallback xmlns="">
            <p:pic>
              <p:nvPicPr>
                <p:cNvPr id="73" name="Ink 72">
                  <a:extLst>
                    <a:ext uri="{FF2B5EF4-FFF2-40B4-BE49-F238E27FC236}">
                      <a16:creationId xmlns:a16="http://schemas.microsoft.com/office/drawing/2014/main" id="{50EA1405-B848-A93E-5851-8209C078D96D}"/>
                    </a:ext>
                  </a:extLst>
                </p:cNvPr>
                <p:cNvPicPr/>
                <p:nvPr/>
              </p:nvPicPr>
              <p:blipFill>
                <a:blip r:embed="rId131"/>
                <a:stretch>
                  <a:fillRect/>
                </a:stretch>
              </p:blipFill>
              <p:spPr>
                <a:xfrm>
                  <a:off x="4176115" y="1745660"/>
                  <a:ext cx="23868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4" name="Ink 73">
                  <a:extLst>
                    <a:ext uri="{FF2B5EF4-FFF2-40B4-BE49-F238E27FC236}">
                      <a16:creationId xmlns:a16="http://schemas.microsoft.com/office/drawing/2014/main" id="{63B36155-2F51-6CF9-EF3D-760E3DB46D9D}"/>
                    </a:ext>
                  </a:extLst>
                </p14:cNvPr>
                <p14:cNvContentPartPr/>
                <p14:nvPr/>
              </p14:nvContentPartPr>
              <p14:xfrm>
                <a:off x="4337755" y="1729460"/>
                <a:ext cx="173880" cy="131760"/>
              </p14:xfrm>
            </p:contentPart>
          </mc:Choice>
          <mc:Fallback xmlns="">
            <p:pic>
              <p:nvPicPr>
                <p:cNvPr id="74" name="Ink 73">
                  <a:extLst>
                    <a:ext uri="{FF2B5EF4-FFF2-40B4-BE49-F238E27FC236}">
                      <a16:creationId xmlns:a16="http://schemas.microsoft.com/office/drawing/2014/main" id="{63B36155-2F51-6CF9-EF3D-760E3DB46D9D}"/>
                    </a:ext>
                  </a:extLst>
                </p:cNvPr>
                <p:cNvPicPr/>
                <p:nvPr/>
              </p:nvPicPr>
              <p:blipFill>
                <a:blip r:embed="rId133"/>
                <a:stretch>
                  <a:fillRect/>
                </a:stretch>
              </p:blipFill>
              <p:spPr>
                <a:xfrm>
                  <a:off x="4329115" y="1720460"/>
                  <a:ext cx="1915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5" name="Ink 74">
                  <a:extLst>
                    <a:ext uri="{FF2B5EF4-FFF2-40B4-BE49-F238E27FC236}">
                      <a16:creationId xmlns:a16="http://schemas.microsoft.com/office/drawing/2014/main" id="{267E24A7-F2C9-2408-93A0-D47A36A9CE0D}"/>
                    </a:ext>
                  </a:extLst>
                </p14:cNvPr>
                <p14:cNvContentPartPr/>
                <p14:nvPr/>
              </p14:nvContentPartPr>
              <p14:xfrm>
                <a:off x="4687675" y="1662140"/>
                <a:ext cx="188640" cy="167400"/>
              </p14:xfrm>
            </p:contentPart>
          </mc:Choice>
          <mc:Fallback xmlns="">
            <p:pic>
              <p:nvPicPr>
                <p:cNvPr id="75" name="Ink 74">
                  <a:extLst>
                    <a:ext uri="{FF2B5EF4-FFF2-40B4-BE49-F238E27FC236}">
                      <a16:creationId xmlns:a16="http://schemas.microsoft.com/office/drawing/2014/main" id="{267E24A7-F2C9-2408-93A0-D47A36A9CE0D}"/>
                    </a:ext>
                  </a:extLst>
                </p:cNvPr>
                <p:cNvPicPr/>
                <p:nvPr/>
              </p:nvPicPr>
              <p:blipFill>
                <a:blip r:embed="rId135"/>
                <a:stretch>
                  <a:fillRect/>
                </a:stretch>
              </p:blipFill>
              <p:spPr>
                <a:xfrm>
                  <a:off x="4678675" y="1653140"/>
                  <a:ext cx="20628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6" name="Ink 75">
                  <a:extLst>
                    <a:ext uri="{FF2B5EF4-FFF2-40B4-BE49-F238E27FC236}">
                      <a16:creationId xmlns:a16="http://schemas.microsoft.com/office/drawing/2014/main" id="{F68D94FE-6B48-5044-A10E-1F5A4C45998E}"/>
                    </a:ext>
                  </a:extLst>
                </p14:cNvPr>
                <p14:cNvContentPartPr/>
                <p14:nvPr/>
              </p14:nvContentPartPr>
              <p14:xfrm>
                <a:off x="4713955" y="1677260"/>
                <a:ext cx="155880" cy="142560"/>
              </p14:xfrm>
            </p:contentPart>
          </mc:Choice>
          <mc:Fallback xmlns="">
            <p:pic>
              <p:nvPicPr>
                <p:cNvPr id="76" name="Ink 75">
                  <a:extLst>
                    <a:ext uri="{FF2B5EF4-FFF2-40B4-BE49-F238E27FC236}">
                      <a16:creationId xmlns:a16="http://schemas.microsoft.com/office/drawing/2014/main" id="{F68D94FE-6B48-5044-A10E-1F5A4C45998E}"/>
                    </a:ext>
                  </a:extLst>
                </p:cNvPr>
                <p:cNvPicPr/>
                <p:nvPr/>
              </p:nvPicPr>
              <p:blipFill>
                <a:blip r:embed="rId137"/>
                <a:stretch>
                  <a:fillRect/>
                </a:stretch>
              </p:blipFill>
              <p:spPr>
                <a:xfrm>
                  <a:off x="4705315" y="1668260"/>
                  <a:ext cx="17352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7" name="Ink 76">
                  <a:extLst>
                    <a:ext uri="{FF2B5EF4-FFF2-40B4-BE49-F238E27FC236}">
                      <a16:creationId xmlns:a16="http://schemas.microsoft.com/office/drawing/2014/main" id="{1F70FC83-EA69-AF7B-D7F7-183DFD5E0046}"/>
                    </a:ext>
                  </a:extLst>
                </p14:cNvPr>
                <p14:cNvContentPartPr/>
                <p14:nvPr/>
              </p14:nvContentPartPr>
              <p14:xfrm>
                <a:off x="4935715" y="1659980"/>
                <a:ext cx="282600" cy="185760"/>
              </p14:xfrm>
            </p:contentPart>
          </mc:Choice>
          <mc:Fallback xmlns="">
            <p:pic>
              <p:nvPicPr>
                <p:cNvPr id="77" name="Ink 76">
                  <a:extLst>
                    <a:ext uri="{FF2B5EF4-FFF2-40B4-BE49-F238E27FC236}">
                      <a16:creationId xmlns:a16="http://schemas.microsoft.com/office/drawing/2014/main" id="{1F70FC83-EA69-AF7B-D7F7-183DFD5E0046}"/>
                    </a:ext>
                  </a:extLst>
                </p:cNvPr>
                <p:cNvPicPr/>
                <p:nvPr/>
              </p:nvPicPr>
              <p:blipFill>
                <a:blip r:embed="rId139"/>
                <a:stretch>
                  <a:fillRect/>
                </a:stretch>
              </p:blipFill>
              <p:spPr>
                <a:xfrm>
                  <a:off x="4927075" y="1650980"/>
                  <a:ext cx="3002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8" name="Ink 77">
                  <a:extLst>
                    <a:ext uri="{FF2B5EF4-FFF2-40B4-BE49-F238E27FC236}">
                      <a16:creationId xmlns:a16="http://schemas.microsoft.com/office/drawing/2014/main" id="{F1FD48EE-4226-15C6-FAB1-65D84E38BE51}"/>
                    </a:ext>
                  </a:extLst>
                </p14:cNvPr>
                <p14:cNvContentPartPr/>
                <p14:nvPr/>
              </p14:nvContentPartPr>
              <p14:xfrm>
                <a:off x="4939675" y="1651340"/>
                <a:ext cx="232920" cy="191520"/>
              </p14:xfrm>
            </p:contentPart>
          </mc:Choice>
          <mc:Fallback xmlns="">
            <p:pic>
              <p:nvPicPr>
                <p:cNvPr id="78" name="Ink 77">
                  <a:extLst>
                    <a:ext uri="{FF2B5EF4-FFF2-40B4-BE49-F238E27FC236}">
                      <a16:creationId xmlns:a16="http://schemas.microsoft.com/office/drawing/2014/main" id="{F1FD48EE-4226-15C6-FAB1-65D84E38BE51}"/>
                    </a:ext>
                  </a:extLst>
                </p:cNvPr>
                <p:cNvPicPr/>
                <p:nvPr/>
              </p:nvPicPr>
              <p:blipFill>
                <a:blip r:embed="rId141"/>
                <a:stretch>
                  <a:fillRect/>
                </a:stretch>
              </p:blipFill>
              <p:spPr>
                <a:xfrm>
                  <a:off x="4930675" y="1642340"/>
                  <a:ext cx="2505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9" name="Ink 78">
                  <a:extLst>
                    <a:ext uri="{FF2B5EF4-FFF2-40B4-BE49-F238E27FC236}">
                      <a16:creationId xmlns:a16="http://schemas.microsoft.com/office/drawing/2014/main" id="{F412D3B5-6E64-71A7-41E8-EE60DE20078C}"/>
                    </a:ext>
                  </a:extLst>
                </p14:cNvPr>
                <p14:cNvContentPartPr/>
                <p14:nvPr/>
              </p14:nvContentPartPr>
              <p14:xfrm>
                <a:off x="4155955" y="1673660"/>
                <a:ext cx="390960" cy="262080"/>
              </p14:xfrm>
            </p:contentPart>
          </mc:Choice>
          <mc:Fallback xmlns="">
            <p:pic>
              <p:nvPicPr>
                <p:cNvPr id="79" name="Ink 78">
                  <a:extLst>
                    <a:ext uri="{FF2B5EF4-FFF2-40B4-BE49-F238E27FC236}">
                      <a16:creationId xmlns:a16="http://schemas.microsoft.com/office/drawing/2014/main" id="{F412D3B5-6E64-71A7-41E8-EE60DE20078C}"/>
                    </a:ext>
                  </a:extLst>
                </p:cNvPr>
                <p:cNvPicPr/>
                <p:nvPr/>
              </p:nvPicPr>
              <p:blipFill>
                <a:blip r:embed="rId143"/>
                <a:stretch>
                  <a:fillRect/>
                </a:stretch>
              </p:blipFill>
              <p:spPr>
                <a:xfrm>
                  <a:off x="4146955" y="1665020"/>
                  <a:ext cx="4086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0" name="Ink 79">
                  <a:extLst>
                    <a:ext uri="{FF2B5EF4-FFF2-40B4-BE49-F238E27FC236}">
                      <a16:creationId xmlns:a16="http://schemas.microsoft.com/office/drawing/2014/main" id="{F8372844-29CF-542D-93DE-1B614BDFE485}"/>
                    </a:ext>
                  </a:extLst>
                </p14:cNvPr>
                <p14:cNvContentPartPr/>
                <p14:nvPr/>
              </p14:nvContentPartPr>
              <p14:xfrm>
                <a:off x="4247395" y="1675100"/>
                <a:ext cx="341640" cy="296640"/>
              </p14:xfrm>
            </p:contentPart>
          </mc:Choice>
          <mc:Fallback xmlns="">
            <p:pic>
              <p:nvPicPr>
                <p:cNvPr id="80" name="Ink 79">
                  <a:extLst>
                    <a:ext uri="{FF2B5EF4-FFF2-40B4-BE49-F238E27FC236}">
                      <a16:creationId xmlns:a16="http://schemas.microsoft.com/office/drawing/2014/main" id="{F8372844-29CF-542D-93DE-1B614BDFE485}"/>
                    </a:ext>
                  </a:extLst>
                </p:cNvPr>
                <p:cNvPicPr/>
                <p:nvPr/>
              </p:nvPicPr>
              <p:blipFill>
                <a:blip r:embed="rId145"/>
                <a:stretch>
                  <a:fillRect/>
                </a:stretch>
              </p:blipFill>
              <p:spPr>
                <a:xfrm>
                  <a:off x="4238755" y="1666100"/>
                  <a:ext cx="35928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2" name="Ink 81">
                  <a:extLst>
                    <a:ext uri="{FF2B5EF4-FFF2-40B4-BE49-F238E27FC236}">
                      <a16:creationId xmlns:a16="http://schemas.microsoft.com/office/drawing/2014/main" id="{BD8A4989-B081-84E6-55AE-243D10E53BBC}"/>
                    </a:ext>
                  </a:extLst>
                </p14:cNvPr>
                <p14:cNvContentPartPr/>
                <p14:nvPr/>
              </p14:nvContentPartPr>
              <p14:xfrm>
                <a:off x="3562315" y="2022140"/>
                <a:ext cx="226440" cy="125280"/>
              </p14:xfrm>
            </p:contentPart>
          </mc:Choice>
          <mc:Fallback xmlns="">
            <p:pic>
              <p:nvPicPr>
                <p:cNvPr id="82" name="Ink 81">
                  <a:extLst>
                    <a:ext uri="{FF2B5EF4-FFF2-40B4-BE49-F238E27FC236}">
                      <a16:creationId xmlns:a16="http://schemas.microsoft.com/office/drawing/2014/main" id="{BD8A4989-B081-84E6-55AE-243D10E53BBC}"/>
                    </a:ext>
                  </a:extLst>
                </p:cNvPr>
                <p:cNvPicPr/>
                <p:nvPr/>
              </p:nvPicPr>
              <p:blipFill>
                <a:blip r:embed="rId147"/>
                <a:stretch>
                  <a:fillRect/>
                </a:stretch>
              </p:blipFill>
              <p:spPr>
                <a:xfrm>
                  <a:off x="3553675" y="2013500"/>
                  <a:ext cx="24408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3" name="Ink 82">
                  <a:extLst>
                    <a:ext uri="{FF2B5EF4-FFF2-40B4-BE49-F238E27FC236}">
                      <a16:creationId xmlns:a16="http://schemas.microsoft.com/office/drawing/2014/main" id="{0AF38DEE-C908-AB2A-AF21-22D4233DAE5E}"/>
                    </a:ext>
                  </a:extLst>
                </p14:cNvPr>
                <p14:cNvContentPartPr/>
                <p14:nvPr/>
              </p14:nvContentPartPr>
              <p14:xfrm>
                <a:off x="3520195" y="1974620"/>
                <a:ext cx="182520" cy="168480"/>
              </p14:xfrm>
            </p:contentPart>
          </mc:Choice>
          <mc:Fallback xmlns="">
            <p:pic>
              <p:nvPicPr>
                <p:cNvPr id="83" name="Ink 82">
                  <a:extLst>
                    <a:ext uri="{FF2B5EF4-FFF2-40B4-BE49-F238E27FC236}">
                      <a16:creationId xmlns:a16="http://schemas.microsoft.com/office/drawing/2014/main" id="{0AF38DEE-C908-AB2A-AF21-22D4233DAE5E}"/>
                    </a:ext>
                  </a:extLst>
                </p:cNvPr>
                <p:cNvPicPr/>
                <p:nvPr/>
              </p:nvPicPr>
              <p:blipFill>
                <a:blip r:embed="rId149"/>
                <a:stretch>
                  <a:fillRect/>
                </a:stretch>
              </p:blipFill>
              <p:spPr>
                <a:xfrm>
                  <a:off x="3511555" y="1965620"/>
                  <a:ext cx="2001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4" name="Ink 83">
                  <a:extLst>
                    <a:ext uri="{FF2B5EF4-FFF2-40B4-BE49-F238E27FC236}">
                      <a16:creationId xmlns:a16="http://schemas.microsoft.com/office/drawing/2014/main" id="{48E730EF-EE53-A55A-45CD-72E70621BB72}"/>
                    </a:ext>
                  </a:extLst>
                </p14:cNvPr>
                <p14:cNvContentPartPr/>
                <p14:nvPr/>
              </p14:nvContentPartPr>
              <p14:xfrm>
                <a:off x="3920515" y="1987580"/>
                <a:ext cx="237960" cy="140040"/>
              </p14:xfrm>
            </p:contentPart>
          </mc:Choice>
          <mc:Fallback xmlns="">
            <p:pic>
              <p:nvPicPr>
                <p:cNvPr id="84" name="Ink 83">
                  <a:extLst>
                    <a:ext uri="{FF2B5EF4-FFF2-40B4-BE49-F238E27FC236}">
                      <a16:creationId xmlns:a16="http://schemas.microsoft.com/office/drawing/2014/main" id="{48E730EF-EE53-A55A-45CD-72E70621BB72}"/>
                    </a:ext>
                  </a:extLst>
                </p:cNvPr>
                <p:cNvPicPr/>
                <p:nvPr/>
              </p:nvPicPr>
              <p:blipFill>
                <a:blip r:embed="rId151"/>
                <a:stretch>
                  <a:fillRect/>
                </a:stretch>
              </p:blipFill>
              <p:spPr>
                <a:xfrm>
                  <a:off x="3911875" y="1978940"/>
                  <a:ext cx="25560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5" name="Ink 84">
                  <a:extLst>
                    <a:ext uri="{FF2B5EF4-FFF2-40B4-BE49-F238E27FC236}">
                      <a16:creationId xmlns:a16="http://schemas.microsoft.com/office/drawing/2014/main" id="{0E4FCA13-C233-AD1C-7307-870B781A72DF}"/>
                    </a:ext>
                  </a:extLst>
                </p14:cNvPr>
                <p14:cNvContentPartPr/>
                <p14:nvPr/>
              </p14:nvContentPartPr>
              <p14:xfrm>
                <a:off x="4031755" y="2002700"/>
                <a:ext cx="152280" cy="118800"/>
              </p14:xfrm>
            </p:contentPart>
          </mc:Choice>
          <mc:Fallback xmlns="">
            <p:pic>
              <p:nvPicPr>
                <p:cNvPr id="85" name="Ink 84">
                  <a:extLst>
                    <a:ext uri="{FF2B5EF4-FFF2-40B4-BE49-F238E27FC236}">
                      <a16:creationId xmlns:a16="http://schemas.microsoft.com/office/drawing/2014/main" id="{0E4FCA13-C233-AD1C-7307-870B781A72DF}"/>
                    </a:ext>
                  </a:extLst>
                </p:cNvPr>
                <p:cNvPicPr/>
                <p:nvPr/>
              </p:nvPicPr>
              <p:blipFill>
                <a:blip r:embed="rId153"/>
                <a:stretch>
                  <a:fillRect/>
                </a:stretch>
              </p:blipFill>
              <p:spPr>
                <a:xfrm>
                  <a:off x="4022755" y="1994060"/>
                  <a:ext cx="16992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6" name="Ink 85">
                  <a:extLst>
                    <a:ext uri="{FF2B5EF4-FFF2-40B4-BE49-F238E27FC236}">
                      <a16:creationId xmlns:a16="http://schemas.microsoft.com/office/drawing/2014/main" id="{0CE46D1C-470D-C357-4876-F69178082F33}"/>
                    </a:ext>
                  </a:extLst>
                </p14:cNvPr>
                <p14:cNvContentPartPr/>
                <p14:nvPr/>
              </p14:nvContentPartPr>
              <p14:xfrm>
                <a:off x="4266115" y="1923500"/>
                <a:ext cx="284400" cy="239040"/>
              </p14:xfrm>
            </p:contentPart>
          </mc:Choice>
          <mc:Fallback xmlns="">
            <p:pic>
              <p:nvPicPr>
                <p:cNvPr id="86" name="Ink 85">
                  <a:extLst>
                    <a:ext uri="{FF2B5EF4-FFF2-40B4-BE49-F238E27FC236}">
                      <a16:creationId xmlns:a16="http://schemas.microsoft.com/office/drawing/2014/main" id="{0CE46D1C-470D-C357-4876-F69178082F33}"/>
                    </a:ext>
                  </a:extLst>
                </p:cNvPr>
                <p:cNvPicPr/>
                <p:nvPr/>
              </p:nvPicPr>
              <p:blipFill>
                <a:blip r:embed="rId155"/>
                <a:stretch>
                  <a:fillRect/>
                </a:stretch>
              </p:blipFill>
              <p:spPr>
                <a:xfrm>
                  <a:off x="4257115" y="1914860"/>
                  <a:ext cx="30204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7" name="Ink 86">
                  <a:extLst>
                    <a:ext uri="{FF2B5EF4-FFF2-40B4-BE49-F238E27FC236}">
                      <a16:creationId xmlns:a16="http://schemas.microsoft.com/office/drawing/2014/main" id="{A62B5B75-0E2F-8328-E0A5-930EBE9128A9}"/>
                    </a:ext>
                  </a:extLst>
                </p14:cNvPr>
                <p14:cNvContentPartPr/>
                <p14:nvPr/>
              </p14:nvContentPartPr>
              <p14:xfrm>
                <a:off x="4361875" y="2018180"/>
                <a:ext cx="180000" cy="123120"/>
              </p14:xfrm>
            </p:contentPart>
          </mc:Choice>
          <mc:Fallback xmlns="">
            <p:pic>
              <p:nvPicPr>
                <p:cNvPr id="87" name="Ink 86">
                  <a:extLst>
                    <a:ext uri="{FF2B5EF4-FFF2-40B4-BE49-F238E27FC236}">
                      <a16:creationId xmlns:a16="http://schemas.microsoft.com/office/drawing/2014/main" id="{A62B5B75-0E2F-8328-E0A5-930EBE9128A9}"/>
                    </a:ext>
                  </a:extLst>
                </p:cNvPr>
                <p:cNvPicPr/>
                <p:nvPr/>
              </p:nvPicPr>
              <p:blipFill>
                <a:blip r:embed="rId157"/>
                <a:stretch>
                  <a:fillRect/>
                </a:stretch>
              </p:blipFill>
              <p:spPr>
                <a:xfrm>
                  <a:off x="4353235" y="2009180"/>
                  <a:ext cx="1976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8" name="Ink 87">
                  <a:extLst>
                    <a:ext uri="{FF2B5EF4-FFF2-40B4-BE49-F238E27FC236}">
                      <a16:creationId xmlns:a16="http://schemas.microsoft.com/office/drawing/2014/main" id="{FC92AD60-3322-DAC3-133E-16218737FBEC}"/>
                    </a:ext>
                  </a:extLst>
                </p14:cNvPr>
                <p14:cNvContentPartPr/>
                <p14:nvPr/>
              </p14:nvContentPartPr>
              <p14:xfrm>
                <a:off x="4605595" y="2005940"/>
                <a:ext cx="173880" cy="123120"/>
              </p14:xfrm>
            </p:contentPart>
          </mc:Choice>
          <mc:Fallback xmlns="">
            <p:pic>
              <p:nvPicPr>
                <p:cNvPr id="88" name="Ink 87">
                  <a:extLst>
                    <a:ext uri="{FF2B5EF4-FFF2-40B4-BE49-F238E27FC236}">
                      <a16:creationId xmlns:a16="http://schemas.microsoft.com/office/drawing/2014/main" id="{FC92AD60-3322-DAC3-133E-16218737FBEC}"/>
                    </a:ext>
                  </a:extLst>
                </p:cNvPr>
                <p:cNvPicPr/>
                <p:nvPr/>
              </p:nvPicPr>
              <p:blipFill>
                <a:blip r:embed="rId159"/>
                <a:stretch>
                  <a:fillRect/>
                </a:stretch>
              </p:blipFill>
              <p:spPr>
                <a:xfrm>
                  <a:off x="4596595" y="1997300"/>
                  <a:ext cx="1915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9" name="Ink 88">
                  <a:extLst>
                    <a:ext uri="{FF2B5EF4-FFF2-40B4-BE49-F238E27FC236}">
                      <a16:creationId xmlns:a16="http://schemas.microsoft.com/office/drawing/2014/main" id="{AD78A526-79D1-209A-5C01-8EA578C79EA5}"/>
                    </a:ext>
                  </a:extLst>
                </p14:cNvPr>
                <p14:cNvContentPartPr/>
                <p14:nvPr/>
              </p14:nvContentPartPr>
              <p14:xfrm>
                <a:off x="4627195" y="1990820"/>
                <a:ext cx="252360" cy="153360"/>
              </p14:xfrm>
            </p:contentPart>
          </mc:Choice>
          <mc:Fallback xmlns="">
            <p:pic>
              <p:nvPicPr>
                <p:cNvPr id="89" name="Ink 88">
                  <a:extLst>
                    <a:ext uri="{FF2B5EF4-FFF2-40B4-BE49-F238E27FC236}">
                      <a16:creationId xmlns:a16="http://schemas.microsoft.com/office/drawing/2014/main" id="{AD78A526-79D1-209A-5C01-8EA578C79EA5}"/>
                    </a:ext>
                  </a:extLst>
                </p:cNvPr>
                <p:cNvPicPr/>
                <p:nvPr/>
              </p:nvPicPr>
              <p:blipFill>
                <a:blip r:embed="rId161"/>
                <a:stretch>
                  <a:fillRect/>
                </a:stretch>
              </p:blipFill>
              <p:spPr>
                <a:xfrm>
                  <a:off x="4618555" y="1982180"/>
                  <a:ext cx="2700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0" name="Ink 89">
                  <a:extLst>
                    <a:ext uri="{FF2B5EF4-FFF2-40B4-BE49-F238E27FC236}">
                      <a16:creationId xmlns:a16="http://schemas.microsoft.com/office/drawing/2014/main" id="{FCB06763-5131-8E02-A333-F020E9BE962E}"/>
                    </a:ext>
                  </a:extLst>
                </p14:cNvPr>
                <p14:cNvContentPartPr/>
                <p14:nvPr/>
              </p14:nvContentPartPr>
              <p14:xfrm>
                <a:off x="5073955" y="1918100"/>
                <a:ext cx="131040" cy="178200"/>
              </p14:xfrm>
            </p:contentPart>
          </mc:Choice>
          <mc:Fallback xmlns="">
            <p:pic>
              <p:nvPicPr>
                <p:cNvPr id="90" name="Ink 89">
                  <a:extLst>
                    <a:ext uri="{FF2B5EF4-FFF2-40B4-BE49-F238E27FC236}">
                      <a16:creationId xmlns:a16="http://schemas.microsoft.com/office/drawing/2014/main" id="{FCB06763-5131-8E02-A333-F020E9BE962E}"/>
                    </a:ext>
                  </a:extLst>
                </p:cNvPr>
                <p:cNvPicPr/>
                <p:nvPr/>
              </p:nvPicPr>
              <p:blipFill>
                <a:blip r:embed="rId163"/>
                <a:stretch>
                  <a:fillRect/>
                </a:stretch>
              </p:blipFill>
              <p:spPr>
                <a:xfrm>
                  <a:off x="5065315" y="1909460"/>
                  <a:ext cx="14868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1" name="Ink 90">
                  <a:extLst>
                    <a:ext uri="{FF2B5EF4-FFF2-40B4-BE49-F238E27FC236}">
                      <a16:creationId xmlns:a16="http://schemas.microsoft.com/office/drawing/2014/main" id="{31F2CEDE-F451-7679-359E-FD46A78B3EC1}"/>
                    </a:ext>
                  </a:extLst>
                </p14:cNvPr>
                <p14:cNvContentPartPr/>
                <p14:nvPr/>
              </p14:nvContentPartPr>
              <p14:xfrm>
                <a:off x="4981795" y="1972460"/>
                <a:ext cx="207720" cy="143640"/>
              </p14:xfrm>
            </p:contentPart>
          </mc:Choice>
          <mc:Fallback xmlns="">
            <p:pic>
              <p:nvPicPr>
                <p:cNvPr id="91" name="Ink 90">
                  <a:extLst>
                    <a:ext uri="{FF2B5EF4-FFF2-40B4-BE49-F238E27FC236}">
                      <a16:creationId xmlns:a16="http://schemas.microsoft.com/office/drawing/2014/main" id="{31F2CEDE-F451-7679-359E-FD46A78B3EC1}"/>
                    </a:ext>
                  </a:extLst>
                </p:cNvPr>
                <p:cNvPicPr/>
                <p:nvPr/>
              </p:nvPicPr>
              <p:blipFill>
                <a:blip r:embed="rId165"/>
                <a:stretch>
                  <a:fillRect/>
                </a:stretch>
              </p:blipFill>
              <p:spPr>
                <a:xfrm>
                  <a:off x="4972795" y="1963460"/>
                  <a:ext cx="22536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2" name="Ink 91">
                  <a:extLst>
                    <a:ext uri="{FF2B5EF4-FFF2-40B4-BE49-F238E27FC236}">
                      <a16:creationId xmlns:a16="http://schemas.microsoft.com/office/drawing/2014/main" id="{58F02D1D-240F-0E77-C202-95776F181CA6}"/>
                    </a:ext>
                  </a:extLst>
                </p14:cNvPr>
                <p14:cNvContentPartPr/>
                <p14:nvPr/>
              </p14:nvContentPartPr>
              <p14:xfrm>
                <a:off x="5184475" y="1999460"/>
                <a:ext cx="3960" cy="14400"/>
              </p14:xfrm>
            </p:contentPart>
          </mc:Choice>
          <mc:Fallback xmlns="">
            <p:pic>
              <p:nvPicPr>
                <p:cNvPr id="92" name="Ink 91">
                  <a:extLst>
                    <a:ext uri="{FF2B5EF4-FFF2-40B4-BE49-F238E27FC236}">
                      <a16:creationId xmlns:a16="http://schemas.microsoft.com/office/drawing/2014/main" id="{58F02D1D-240F-0E77-C202-95776F181CA6}"/>
                    </a:ext>
                  </a:extLst>
                </p:cNvPr>
                <p:cNvPicPr/>
                <p:nvPr/>
              </p:nvPicPr>
              <p:blipFill>
                <a:blip r:embed="rId167"/>
                <a:stretch>
                  <a:fillRect/>
                </a:stretch>
              </p:blipFill>
              <p:spPr>
                <a:xfrm>
                  <a:off x="5175475" y="1990820"/>
                  <a:ext cx="216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4" name="Ink 93">
                  <a:extLst>
                    <a:ext uri="{FF2B5EF4-FFF2-40B4-BE49-F238E27FC236}">
                      <a16:creationId xmlns:a16="http://schemas.microsoft.com/office/drawing/2014/main" id="{40EC6C89-92AD-DB1D-85BB-2CA5368CAA2F}"/>
                    </a:ext>
                  </a:extLst>
                </p14:cNvPr>
                <p14:cNvContentPartPr/>
                <p14:nvPr/>
              </p14:nvContentPartPr>
              <p14:xfrm>
                <a:off x="6050275" y="1672940"/>
                <a:ext cx="218520" cy="79560"/>
              </p14:xfrm>
            </p:contentPart>
          </mc:Choice>
          <mc:Fallback xmlns="">
            <p:pic>
              <p:nvPicPr>
                <p:cNvPr id="94" name="Ink 93">
                  <a:extLst>
                    <a:ext uri="{FF2B5EF4-FFF2-40B4-BE49-F238E27FC236}">
                      <a16:creationId xmlns:a16="http://schemas.microsoft.com/office/drawing/2014/main" id="{40EC6C89-92AD-DB1D-85BB-2CA5368CAA2F}"/>
                    </a:ext>
                  </a:extLst>
                </p:cNvPr>
                <p:cNvPicPr/>
                <p:nvPr/>
              </p:nvPicPr>
              <p:blipFill>
                <a:blip r:embed="rId169"/>
                <a:stretch>
                  <a:fillRect/>
                </a:stretch>
              </p:blipFill>
              <p:spPr>
                <a:xfrm>
                  <a:off x="6041275" y="1663940"/>
                  <a:ext cx="2361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5" name="Ink 94">
                  <a:extLst>
                    <a:ext uri="{FF2B5EF4-FFF2-40B4-BE49-F238E27FC236}">
                      <a16:creationId xmlns:a16="http://schemas.microsoft.com/office/drawing/2014/main" id="{85EA6E52-5EB0-B902-E3FD-7273F7C553D8}"/>
                    </a:ext>
                  </a:extLst>
                </p14:cNvPr>
                <p14:cNvContentPartPr/>
                <p14:nvPr/>
              </p14:nvContentPartPr>
              <p14:xfrm>
                <a:off x="6058555" y="1610300"/>
                <a:ext cx="225720" cy="173880"/>
              </p14:xfrm>
            </p:contentPart>
          </mc:Choice>
          <mc:Fallback xmlns="">
            <p:pic>
              <p:nvPicPr>
                <p:cNvPr id="95" name="Ink 94">
                  <a:extLst>
                    <a:ext uri="{FF2B5EF4-FFF2-40B4-BE49-F238E27FC236}">
                      <a16:creationId xmlns:a16="http://schemas.microsoft.com/office/drawing/2014/main" id="{85EA6E52-5EB0-B902-E3FD-7273F7C553D8}"/>
                    </a:ext>
                  </a:extLst>
                </p:cNvPr>
                <p:cNvPicPr/>
                <p:nvPr/>
              </p:nvPicPr>
              <p:blipFill>
                <a:blip r:embed="rId171"/>
                <a:stretch>
                  <a:fillRect/>
                </a:stretch>
              </p:blipFill>
              <p:spPr>
                <a:xfrm>
                  <a:off x="6049915" y="1601300"/>
                  <a:ext cx="24336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96" name="Ink 95">
                  <a:extLst>
                    <a:ext uri="{FF2B5EF4-FFF2-40B4-BE49-F238E27FC236}">
                      <a16:creationId xmlns:a16="http://schemas.microsoft.com/office/drawing/2014/main" id="{4B5DDDAA-9D90-92DB-3203-D19F8F0A63DA}"/>
                    </a:ext>
                  </a:extLst>
                </p14:cNvPr>
                <p14:cNvContentPartPr/>
                <p14:nvPr/>
              </p14:nvContentPartPr>
              <p14:xfrm>
                <a:off x="6053875" y="1645940"/>
                <a:ext cx="305280" cy="113400"/>
              </p14:xfrm>
            </p:contentPart>
          </mc:Choice>
          <mc:Fallback xmlns="">
            <p:pic>
              <p:nvPicPr>
                <p:cNvPr id="96" name="Ink 95">
                  <a:extLst>
                    <a:ext uri="{FF2B5EF4-FFF2-40B4-BE49-F238E27FC236}">
                      <a16:creationId xmlns:a16="http://schemas.microsoft.com/office/drawing/2014/main" id="{4B5DDDAA-9D90-92DB-3203-D19F8F0A63DA}"/>
                    </a:ext>
                  </a:extLst>
                </p:cNvPr>
                <p:cNvPicPr/>
                <p:nvPr/>
              </p:nvPicPr>
              <p:blipFill>
                <a:blip r:embed="rId173"/>
                <a:stretch>
                  <a:fillRect/>
                </a:stretch>
              </p:blipFill>
              <p:spPr>
                <a:xfrm>
                  <a:off x="6044875" y="1636940"/>
                  <a:ext cx="32292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7" name="Ink 96">
                  <a:extLst>
                    <a:ext uri="{FF2B5EF4-FFF2-40B4-BE49-F238E27FC236}">
                      <a16:creationId xmlns:a16="http://schemas.microsoft.com/office/drawing/2014/main" id="{90D21260-A2BE-A5AF-96A9-FAD05A4E5E0F}"/>
                    </a:ext>
                  </a:extLst>
                </p14:cNvPr>
                <p14:cNvContentPartPr/>
                <p14:nvPr/>
              </p14:nvContentPartPr>
              <p14:xfrm>
                <a:off x="6158635" y="1520660"/>
                <a:ext cx="68760" cy="286200"/>
              </p14:xfrm>
            </p:contentPart>
          </mc:Choice>
          <mc:Fallback xmlns="">
            <p:pic>
              <p:nvPicPr>
                <p:cNvPr id="97" name="Ink 96">
                  <a:extLst>
                    <a:ext uri="{FF2B5EF4-FFF2-40B4-BE49-F238E27FC236}">
                      <a16:creationId xmlns:a16="http://schemas.microsoft.com/office/drawing/2014/main" id="{90D21260-A2BE-A5AF-96A9-FAD05A4E5E0F}"/>
                    </a:ext>
                  </a:extLst>
                </p:cNvPr>
                <p:cNvPicPr/>
                <p:nvPr/>
              </p:nvPicPr>
              <p:blipFill>
                <a:blip r:embed="rId175"/>
                <a:stretch>
                  <a:fillRect/>
                </a:stretch>
              </p:blipFill>
              <p:spPr>
                <a:xfrm>
                  <a:off x="6149635" y="1512020"/>
                  <a:ext cx="8640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9" name="Ink 98">
                  <a:extLst>
                    <a:ext uri="{FF2B5EF4-FFF2-40B4-BE49-F238E27FC236}">
                      <a16:creationId xmlns:a16="http://schemas.microsoft.com/office/drawing/2014/main" id="{514080BC-6698-558B-DC10-72F0B865512B}"/>
                    </a:ext>
                  </a:extLst>
                </p14:cNvPr>
                <p14:cNvContentPartPr/>
                <p14:nvPr/>
              </p14:nvContentPartPr>
              <p14:xfrm>
                <a:off x="5914915" y="1534700"/>
                <a:ext cx="147240" cy="232920"/>
              </p14:xfrm>
            </p:contentPart>
          </mc:Choice>
          <mc:Fallback xmlns="">
            <p:pic>
              <p:nvPicPr>
                <p:cNvPr id="99" name="Ink 98">
                  <a:extLst>
                    <a:ext uri="{FF2B5EF4-FFF2-40B4-BE49-F238E27FC236}">
                      <a16:creationId xmlns:a16="http://schemas.microsoft.com/office/drawing/2014/main" id="{514080BC-6698-558B-DC10-72F0B865512B}"/>
                    </a:ext>
                  </a:extLst>
                </p:cNvPr>
                <p:cNvPicPr/>
                <p:nvPr/>
              </p:nvPicPr>
              <p:blipFill>
                <a:blip r:embed="rId177"/>
                <a:stretch>
                  <a:fillRect/>
                </a:stretch>
              </p:blipFill>
              <p:spPr>
                <a:xfrm>
                  <a:off x="5906275" y="1526060"/>
                  <a:ext cx="1648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0" name="Ink 99">
                  <a:extLst>
                    <a:ext uri="{FF2B5EF4-FFF2-40B4-BE49-F238E27FC236}">
                      <a16:creationId xmlns:a16="http://schemas.microsoft.com/office/drawing/2014/main" id="{3A93A7C2-E14C-C5AD-2808-187229F68AFE}"/>
                    </a:ext>
                  </a:extLst>
                </p14:cNvPr>
                <p14:cNvContentPartPr/>
                <p14:nvPr/>
              </p14:nvContentPartPr>
              <p14:xfrm>
                <a:off x="6071875" y="1331660"/>
                <a:ext cx="563400" cy="772200"/>
              </p14:xfrm>
            </p:contentPart>
          </mc:Choice>
          <mc:Fallback xmlns="">
            <p:pic>
              <p:nvPicPr>
                <p:cNvPr id="100" name="Ink 99">
                  <a:extLst>
                    <a:ext uri="{FF2B5EF4-FFF2-40B4-BE49-F238E27FC236}">
                      <a16:creationId xmlns:a16="http://schemas.microsoft.com/office/drawing/2014/main" id="{3A93A7C2-E14C-C5AD-2808-187229F68AFE}"/>
                    </a:ext>
                  </a:extLst>
                </p:cNvPr>
                <p:cNvPicPr/>
                <p:nvPr/>
              </p:nvPicPr>
              <p:blipFill>
                <a:blip r:embed="rId179"/>
                <a:stretch>
                  <a:fillRect/>
                </a:stretch>
              </p:blipFill>
              <p:spPr>
                <a:xfrm>
                  <a:off x="6062875" y="1323020"/>
                  <a:ext cx="581040" cy="7898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1" name="Ink 100">
                  <a:extLst>
                    <a:ext uri="{FF2B5EF4-FFF2-40B4-BE49-F238E27FC236}">
                      <a16:creationId xmlns:a16="http://schemas.microsoft.com/office/drawing/2014/main" id="{B5D59E9C-B524-7037-F0B5-1274F4D0B8C1}"/>
                    </a:ext>
                  </a:extLst>
                </p14:cNvPr>
                <p14:cNvContentPartPr/>
                <p14:nvPr/>
              </p14:nvContentPartPr>
              <p14:xfrm>
                <a:off x="5909875" y="1712900"/>
                <a:ext cx="134640" cy="458280"/>
              </p14:xfrm>
            </p:contentPart>
          </mc:Choice>
          <mc:Fallback xmlns="">
            <p:pic>
              <p:nvPicPr>
                <p:cNvPr id="101" name="Ink 100">
                  <a:extLst>
                    <a:ext uri="{FF2B5EF4-FFF2-40B4-BE49-F238E27FC236}">
                      <a16:creationId xmlns:a16="http://schemas.microsoft.com/office/drawing/2014/main" id="{B5D59E9C-B524-7037-F0B5-1274F4D0B8C1}"/>
                    </a:ext>
                  </a:extLst>
                </p:cNvPr>
                <p:cNvPicPr/>
                <p:nvPr/>
              </p:nvPicPr>
              <p:blipFill>
                <a:blip r:embed="rId181"/>
                <a:stretch>
                  <a:fillRect/>
                </a:stretch>
              </p:blipFill>
              <p:spPr>
                <a:xfrm>
                  <a:off x="5901235" y="1704260"/>
                  <a:ext cx="152280" cy="4759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2" name="Ink 101">
                  <a:extLst>
                    <a:ext uri="{FF2B5EF4-FFF2-40B4-BE49-F238E27FC236}">
                      <a16:creationId xmlns:a16="http://schemas.microsoft.com/office/drawing/2014/main" id="{7DCC6C23-ED1F-A598-F760-DE037C7D9059}"/>
                    </a:ext>
                  </a:extLst>
                </p14:cNvPr>
                <p14:cNvContentPartPr/>
                <p14:nvPr/>
              </p14:nvContentPartPr>
              <p14:xfrm>
                <a:off x="6085195" y="2112500"/>
                <a:ext cx="513720" cy="45000"/>
              </p14:xfrm>
            </p:contentPart>
          </mc:Choice>
          <mc:Fallback xmlns="">
            <p:pic>
              <p:nvPicPr>
                <p:cNvPr id="102" name="Ink 101">
                  <a:extLst>
                    <a:ext uri="{FF2B5EF4-FFF2-40B4-BE49-F238E27FC236}">
                      <a16:creationId xmlns:a16="http://schemas.microsoft.com/office/drawing/2014/main" id="{7DCC6C23-ED1F-A598-F760-DE037C7D9059}"/>
                    </a:ext>
                  </a:extLst>
                </p:cNvPr>
                <p:cNvPicPr/>
                <p:nvPr/>
              </p:nvPicPr>
              <p:blipFill>
                <a:blip r:embed="rId183"/>
                <a:stretch>
                  <a:fillRect/>
                </a:stretch>
              </p:blipFill>
              <p:spPr>
                <a:xfrm>
                  <a:off x="6076555" y="2103500"/>
                  <a:ext cx="53136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03" name="Ink 102">
                  <a:extLst>
                    <a:ext uri="{FF2B5EF4-FFF2-40B4-BE49-F238E27FC236}">
                      <a16:creationId xmlns:a16="http://schemas.microsoft.com/office/drawing/2014/main" id="{FEDD1306-5745-0C52-935A-1AAEF42DDE7D}"/>
                    </a:ext>
                  </a:extLst>
                </p14:cNvPr>
                <p14:cNvContentPartPr/>
                <p14:nvPr/>
              </p14:nvContentPartPr>
              <p14:xfrm>
                <a:off x="5103475" y="1656740"/>
                <a:ext cx="875880" cy="250920"/>
              </p14:xfrm>
            </p:contentPart>
          </mc:Choice>
          <mc:Fallback xmlns="">
            <p:pic>
              <p:nvPicPr>
                <p:cNvPr id="103" name="Ink 102">
                  <a:extLst>
                    <a:ext uri="{FF2B5EF4-FFF2-40B4-BE49-F238E27FC236}">
                      <a16:creationId xmlns:a16="http://schemas.microsoft.com/office/drawing/2014/main" id="{FEDD1306-5745-0C52-935A-1AAEF42DDE7D}"/>
                    </a:ext>
                  </a:extLst>
                </p:cNvPr>
                <p:cNvPicPr/>
                <p:nvPr/>
              </p:nvPicPr>
              <p:blipFill>
                <a:blip r:embed="rId185"/>
                <a:stretch>
                  <a:fillRect/>
                </a:stretch>
              </p:blipFill>
              <p:spPr>
                <a:xfrm>
                  <a:off x="5094835" y="1648100"/>
                  <a:ext cx="89352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04" name="Ink 103">
                  <a:extLst>
                    <a:ext uri="{FF2B5EF4-FFF2-40B4-BE49-F238E27FC236}">
                      <a16:creationId xmlns:a16="http://schemas.microsoft.com/office/drawing/2014/main" id="{A9E98BC2-C312-7908-92FB-55935E018C82}"/>
                    </a:ext>
                  </a:extLst>
                </p14:cNvPr>
                <p14:cNvContentPartPr/>
                <p14:nvPr/>
              </p14:nvContentPartPr>
              <p14:xfrm>
                <a:off x="5181955" y="1600220"/>
                <a:ext cx="240480" cy="132840"/>
              </p14:xfrm>
            </p:contentPart>
          </mc:Choice>
          <mc:Fallback xmlns="">
            <p:pic>
              <p:nvPicPr>
                <p:cNvPr id="104" name="Ink 103">
                  <a:extLst>
                    <a:ext uri="{FF2B5EF4-FFF2-40B4-BE49-F238E27FC236}">
                      <a16:creationId xmlns:a16="http://schemas.microsoft.com/office/drawing/2014/main" id="{A9E98BC2-C312-7908-92FB-55935E018C82}"/>
                    </a:ext>
                  </a:extLst>
                </p:cNvPr>
                <p:cNvPicPr/>
                <p:nvPr/>
              </p:nvPicPr>
              <p:blipFill>
                <a:blip r:embed="rId187"/>
                <a:stretch>
                  <a:fillRect/>
                </a:stretch>
              </p:blipFill>
              <p:spPr>
                <a:xfrm>
                  <a:off x="5173315" y="1591220"/>
                  <a:ext cx="25812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07" name="Ink 106">
                  <a:extLst>
                    <a:ext uri="{FF2B5EF4-FFF2-40B4-BE49-F238E27FC236}">
                      <a16:creationId xmlns:a16="http://schemas.microsoft.com/office/drawing/2014/main" id="{B0ACDB6F-79A0-88F6-C690-1B76ABB63FB3}"/>
                    </a:ext>
                  </a:extLst>
                </p14:cNvPr>
                <p14:cNvContentPartPr/>
                <p14:nvPr/>
              </p14:nvContentPartPr>
              <p14:xfrm>
                <a:off x="5441155" y="1999460"/>
                <a:ext cx="606960" cy="595080"/>
              </p14:xfrm>
            </p:contentPart>
          </mc:Choice>
          <mc:Fallback xmlns="">
            <p:pic>
              <p:nvPicPr>
                <p:cNvPr id="107" name="Ink 106">
                  <a:extLst>
                    <a:ext uri="{FF2B5EF4-FFF2-40B4-BE49-F238E27FC236}">
                      <a16:creationId xmlns:a16="http://schemas.microsoft.com/office/drawing/2014/main" id="{B0ACDB6F-79A0-88F6-C690-1B76ABB63FB3}"/>
                    </a:ext>
                  </a:extLst>
                </p:cNvPr>
                <p:cNvPicPr/>
                <p:nvPr/>
              </p:nvPicPr>
              <p:blipFill>
                <a:blip r:embed="rId189"/>
                <a:stretch>
                  <a:fillRect/>
                </a:stretch>
              </p:blipFill>
              <p:spPr>
                <a:xfrm>
                  <a:off x="5432515" y="1990820"/>
                  <a:ext cx="624600" cy="6127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08" name="Ink 107">
                  <a:extLst>
                    <a:ext uri="{FF2B5EF4-FFF2-40B4-BE49-F238E27FC236}">
                      <a16:creationId xmlns:a16="http://schemas.microsoft.com/office/drawing/2014/main" id="{F48810DD-8EA4-ADDF-E53C-03B22791E707}"/>
                    </a:ext>
                  </a:extLst>
                </p14:cNvPr>
                <p14:cNvContentPartPr/>
                <p14:nvPr/>
              </p14:nvContentPartPr>
              <p14:xfrm>
                <a:off x="5367715" y="2310860"/>
                <a:ext cx="518760" cy="289440"/>
              </p14:xfrm>
            </p:contentPart>
          </mc:Choice>
          <mc:Fallback xmlns="">
            <p:pic>
              <p:nvPicPr>
                <p:cNvPr id="108" name="Ink 107">
                  <a:extLst>
                    <a:ext uri="{FF2B5EF4-FFF2-40B4-BE49-F238E27FC236}">
                      <a16:creationId xmlns:a16="http://schemas.microsoft.com/office/drawing/2014/main" id="{F48810DD-8EA4-ADDF-E53C-03B22791E707}"/>
                    </a:ext>
                  </a:extLst>
                </p:cNvPr>
                <p:cNvPicPr/>
                <p:nvPr/>
              </p:nvPicPr>
              <p:blipFill>
                <a:blip r:embed="rId191"/>
                <a:stretch>
                  <a:fillRect/>
                </a:stretch>
              </p:blipFill>
              <p:spPr>
                <a:xfrm>
                  <a:off x="5358715" y="2302220"/>
                  <a:ext cx="53640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0" name="Ink 109">
                  <a:extLst>
                    <a:ext uri="{FF2B5EF4-FFF2-40B4-BE49-F238E27FC236}">
                      <a16:creationId xmlns:a16="http://schemas.microsoft.com/office/drawing/2014/main" id="{1AF73B3D-EBF1-3011-4BC4-B03715293584}"/>
                    </a:ext>
                  </a:extLst>
                </p14:cNvPr>
                <p14:cNvContentPartPr/>
                <p14:nvPr/>
              </p14:nvContentPartPr>
              <p14:xfrm>
                <a:off x="5518555" y="1813700"/>
                <a:ext cx="437040" cy="98280"/>
              </p14:xfrm>
            </p:contentPart>
          </mc:Choice>
          <mc:Fallback xmlns="">
            <p:pic>
              <p:nvPicPr>
                <p:cNvPr id="110" name="Ink 109">
                  <a:extLst>
                    <a:ext uri="{FF2B5EF4-FFF2-40B4-BE49-F238E27FC236}">
                      <a16:creationId xmlns:a16="http://schemas.microsoft.com/office/drawing/2014/main" id="{1AF73B3D-EBF1-3011-4BC4-B03715293584}"/>
                    </a:ext>
                  </a:extLst>
                </p:cNvPr>
                <p:cNvPicPr/>
                <p:nvPr/>
              </p:nvPicPr>
              <p:blipFill>
                <a:blip r:embed="rId193"/>
                <a:stretch>
                  <a:fillRect/>
                </a:stretch>
              </p:blipFill>
              <p:spPr>
                <a:xfrm>
                  <a:off x="5509555" y="1804700"/>
                  <a:ext cx="4546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1" name="Ink 110">
                  <a:extLst>
                    <a:ext uri="{FF2B5EF4-FFF2-40B4-BE49-F238E27FC236}">
                      <a16:creationId xmlns:a16="http://schemas.microsoft.com/office/drawing/2014/main" id="{0FC83E7C-154D-07F5-2950-19E2F4D70F52}"/>
                    </a:ext>
                  </a:extLst>
                </p14:cNvPr>
                <p14:cNvContentPartPr/>
                <p14:nvPr/>
              </p14:nvContentPartPr>
              <p14:xfrm>
                <a:off x="5363755" y="1798940"/>
                <a:ext cx="642240" cy="251640"/>
              </p14:xfrm>
            </p:contentPart>
          </mc:Choice>
          <mc:Fallback xmlns="">
            <p:pic>
              <p:nvPicPr>
                <p:cNvPr id="111" name="Ink 110">
                  <a:extLst>
                    <a:ext uri="{FF2B5EF4-FFF2-40B4-BE49-F238E27FC236}">
                      <a16:creationId xmlns:a16="http://schemas.microsoft.com/office/drawing/2014/main" id="{0FC83E7C-154D-07F5-2950-19E2F4D70F52}"/>
                    </a:ext>
                  </a:extLst>
                </p:cNvPr>
                <p:cNvPicPr/>
                <p:nvPr/>
              </p:nvPicPr>
              <p:blipFill>
                <a:blip r:embed="rId195"/>
                <a:stretch>
                  <a:fillRect/>
                </a:stretch>
              </p:blipFill>
              <p:spPr>
                <a:xfrm>
                  <a:off x="5354755" y="1789940"/>
                  <a:ext cx="65988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2" name="Ink 111">
                  <a:extLst>
                    <a:ext uri="{FF2B5EF4-FFF2-40B4-BE49-F238E27FC236}">
                      <a16:creationId xmlns:a16="http://schemas.microsoft.com/office/drawing/2014/main" id="{694A3410-460B-0958-D442-022C5B4B598F}"/>
                    </a:ext>
                  </a:extLst>
                </p14:cNvPr>
                <p14:cNvContentPartPr/>
                <p14:nvPr/>
              </p14:nvContentPartPr>
              <p14:xfrm>
                <a:off x="5184835" y="1845380"/>
                <a:ext cx="399240" cy="385560"/>
              </p14:xfrm>
            </p:contentPart>
          </mc:Choice>
          <mc:Fallback xmlns="">
            <p:pic>
              <p:nvPicPr>
                <p:cNvPr id="112" name="Ink 111">
                  <a:extLst>
                    <a:ext uri="{FF2B5EF4-FFF2-40B4-BE49-F238E27FC236}">
                      <a16:creationId xmlns:a16="http://schemas.microsoft.com/office/drawing/2014/main" id="{694A3410-460B-0958-D442-022C5B4B598F}"/>
                    </a:ext>
                  </a:extLst>
                </p:cNvPr>
                <p:cNvPicPr/>
                <p:nvPr/>
              </p:nvPicPr>
              <p:blipFill>
                <a:blip r:embed="rId197"/>
                <a:stretch>
                  <a:fillRect/>
                </a:stretch>
              </p:blipFill>
              <p:spPr>
                <a:xfrm>
                  <a:off x="5175835" y="1836740"/>
                  <a:ext cx="416880" cy="4032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3" name="Ink 112">
                  <a:extLst>
                    <a:ext uri="{FF2B5EF4-FFF2-40B4-BE49-F238E27FC236}">
                      <a16:creationId xmlns:a16="http://schemas.microsoft.com/office/drawing/2014/main" id="{4D42C54D-46F8-FF45-0E7D-5225D4484E5B}"/>
                    </a:ext>
                  </a:extLst>
                </p14:cNvPr>
                <p14:cNvContentPartPr/>
                <p14:nvPr/>
              </p14:nvContentPartPr>
              <p14:xfrm>
                <a:off x="5169355" y="1685540"/>
                <a:ext cx="201240" cy="116640"/>
              </p14:xfrm>
            </p:contentPart>
          </mc:Choice>
          <mc:Fallback xmlns="">
            <p:pic>
              <p:nvPicPr>
                <p:cNvPr id="113" name="Ink 112">
                  <a:extLst>
                    <a:ext uri="{FF2B5EF4-FFF2-40B4-BE49-F238E27FC236}">
                      <a16:creationId xmlns:a16="http://schemas.microsoft.com/office/drawing/2014/main" id="{4D42C54D-46F8-FF45-0E7D-5225D4484E5B}"/>
                    </a:ext>
                  </a:extLst>
                </p:cNvPr>
                <p:cNvPicPr/>
                <p:nvPr/>
              </p:nvPicPr>
              <p:blipFill>
                <a:blip r:embed="rId199"/>
                <a:stretch>
                  <a:fillRect/>
                </a:stretch>
              </p:blipFill>
              <p:spPr>
                <a:xfrm>
                  <a:off x="5160355" y="1676540"/>
                  <a:ext cx="218880" cy="134280"/>
                </a:xfrm>
                <a:prstGeom prst="rect">
                  <a:avLst/>
                </a:prstGeom>
              </p:spPr>
            </p:pic>
          </mc:Fallback>
        </mc:AlternateContent>
      </p:grpSp>
      <p:grpSp>
        <p:nvGrpSpPr>
          <p:cNvPr id="119" name="Group 118">
            <a:extLst>
              <a:ext uri="{FF2B5EF4-FFF2-40B4-BE49-F238E27FC236}">
                <a16:creationId xmlns:a16="http://schemas.microsoft.com/office/drawing/2014/main" id="{558BD7A4-1F20-F028-98E8-49FCDCA0AD93}"/>
              </a:ext>
            </a:extLst>
          </p:cNvPr>
          <p:cNvGrpSpPr/>
          <p:nvPr/>
        </p:nvGrpSpPr>
        <p:grpSpPr>
          <a:xfrm>
            <a:off x="5875315" y="1402580"/>
            <a:ext cx="987840" cy="778320"/>
            <a:chOff x="5875315" y="1402580"/>
            <a:chExt cx="987840" cy="778320"/>
          </a:xfrm>
        </p:grpSpPr>
        <mc:AlternateContent xmlns:mc="http://schemas.openxmlformats.org/markup-compatibility/2006" xmlns:p14="http://schemas.microsoft.com/office/powerpoint/2010/main">
          <mc:Choice Requires="p14">
            <p:contentPart p14:bwMode="auto" r:id="rId200">
              <p14:nvContentPartPr>
                <p14:cNvPr id="115" name="Ink 114">
                  <a:extLst>
                    <a:ext uri="{FF2B5EF4-FFF2-40B4-BE49-F238E27FC236}">
                      <a16:creationId xmlns:a16="http://schemas.microsoft.com/office/drawing/2014/main" id="{85411D9B-E780-07E6-BEBB-396B36C86473}"/>
                    </a:ext>
                  </a:extLst>
                </p14:cNvPr>
                <p14:cNvContentPartPr/>
                <p14:nvPr/>
              </p14:nvContentPartPr>
              <p14:xfrm>
                <a:off x="6047395" y="1556660"/>
                <a:ext cx="299880" cy="440640"/>
              </p14:xfrm>
            </p:contentPart>
          </mc:Choice>
          <mc:Fallback xmlns="">
            <p:pic>
              <p:nvPicPr>
                <p:cNvPr id="115" name="Ink 114">
                  <a:extLst>
                    <a:ext uri="{FF2B5EF4-FFF2-40B4-BE49-F238E27FC236}">
                      <a16:creationId xmlns:a16="http://schemas.microsoft.com/office/drawing/2014/main" id="{85411D9B-E780-07E6-BEBB-396B36C86473}"/>
                    </a:ext>
                  </a:extLst>
                </p:cNvPr>
                <p:cNvPicPr/>
                <p:nvPr/>
              </p:nvPicPr>
              <p:blipFill>
                <a:blip r:embed="rId201"/>
                <a:stretch>
                  <a:fillRect/>
                </a:stretch>
              </p:blipFill>
              <p:spPr>
                <a:xfrm>
                  <a:off x="6038395" y="1548020"/>
                  <a:ext cx="317520" cy="4582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6" name="Ink 115">
                  <a:extLst>
                    <a:ext uri="{FF2B5EF4-FFF2-40B4-BE49-F238E27FC236}">
                      <a16:creationId xmlns:a16="http://schemas.microsoft.com/office/drawing/2014/main" id="{59412C9B-0AB8-8A00-A208-9F706E29E6E8}"/>
                    </a:ext>
                  </a:extLst>
                </p14:cNvPr>
                <p14:cNvContentPartPr/>
                <p14:nvPr/>
              </p14:nvContentPartPr>
              <p14:xfrm>
                <a:off x="5875315" y="1580780"/>
                <a:ext cx="476640" cy="411480"/>
              </p14:xfrm>
            </p:contentPart>
          </mc:Choice>
          <mc:Fallback xmlns="">
            <p:pic>
              <p:nvPicPr>
                <p:cNvPr id="116" name="Ink 115">
                  <a:extLst>
                    <a:ext uri="{FF2B5EF4-FFF2-40B4-BE49-F238E27FC236}">
                      <a16:creationId xmlns:a16="http://schemas.microsoft.com/office/drawing/2014/main" id="{59412C9B-0AB8-8A00-A208-9F706E29E6E8}"/>
                    </a:ext>
                  </a:extLst>
                </p:cNvPr>
                <p:cNvPicPr/>
                <p:nvPr/>
              </p:nvPicPr>
              <p:blipFill>
                <a:blip r:embed="rId203"/>
                <a:stretch>
                  <a:fillRect/>
                </a:stretch>
              </p:blipFill>
              <p:spPr>
                <a:xfrm>
                  <a:off x="5866315" y="1572140"/>
                  <a:ext cx="494280" cy="4291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17" name="Ink 116">
                  <a:extLst>
                    <a:ext uri="{FF2B5EF4-FFF2-40B4-BE49-F238E27FC236}">
                      <a16:creationId xmlns:a16="http://schemas.microsoft.com/office/drawing/2014/main" id="{51CEDB2E-63DB-6429-6C97-2A0DA824E34B}"/>
                    </a:ext>
                  </a:extLst>
                </p14:cNvPr>
                <p14:cNvContentPartPr/>
                <p14:nvPr/>
              </p14:nvContentPartPr>
              <p14:xfrm>
                <a:off x="6061435" y="1402580"/>
                <a:ext cx="180720" cy="778320"/>
              </p14:xfrm>
            </p:contentPart>
          </mc:Choice>
          <mc:Fallback xmlns="">
            <p:pic>
              <p:nvPicPr>
                <p:cNvPr id="117" name="Ink 116">
                  <a:extLst>
                    <a:ext uri="{FF2B5EF4-FFF2-40B4-BE49-F238E27FC236}">
                      <a16:creationId xmlns:a16="http://schemas.microsoft.com/office/drawing/2014/main" id="{51CEDB2E-63DB-6429-6C97-2A0DA824E34B}"/>
                    </a:ext>
                  </a:extLst>
                </p:cNvPr>
                <p:cNvPicPr/>
                <p:nvPr/>
              </p:nvPicPr>
              <p:blipFill>
                <a:blip r:embed="rId205"/>
                <a:stretch>
                  <a:fillRect/>
                </a:stretch>
              </p:blipFill>
              <p:spPr>
                <a:xfrm>
                  <a:off x="6052795" y="1393940"/>
                  <a:ext cx="198360" cy="7959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18" name="Ink 117">
                  <a:extLst>
                    <a:ext uri="{FF2B5EF4-FFF2-40B4-BE49-F238E27FC236}">
                      <a16:creationId xmlns:a16="http://schemas.microsoft.com/office/drawing/2014/main" id="{F80AC133-4F71-DB3B-2A82-42CE5AB9FF1E}"/>
                    </a:ext>
                  </a:extLst>
                </p14:cNvPr>
                <p14:cNvContentPartPr/>
                <p14:nvPr/>
              </p14:nvContentPartPr>
              <p14:xfrm>
                <a:off x="5971795" y="1620740"/>
                <a:ext cx="891360" cy="32040"/>
              </p14:xfrm>
            </p:contentPart>
          </mc:Choice>
          <mc:Fallback xmlns="">
            <p:pic>
              <p:nvPicPr>
                <p:cNvPr id="118" name="Ink 117">
                  <a:extLst>
                    <a:ext uri="{FF2B5EF4-FFF2-40B4-BE49-F238E27FC236}">
                      <a16:creationId xmlns:a16="http://schemas.microsoft.com/office/drawing/2014/main" id="{F80AC133-4F71-DB3B-2A82-42CE5AB9FF1E}"/>
                    </a:ext>
                  </a:extLst>
                </p:cNvPr>
                <p:cNvPicPr/>
                <p:nvPr/>
              </p:nvPicPr>
              <p:blipFill>
                <a:blip r:embed="rId207"/>
                <a:stretch>
                  <a:fillRect/>
                </a:stretch>
              </p:blipFill>
              <p:spPr>
                <a:xfrm>
                  <a:off x="5962795" y="1611740"/>
                  <a:ext cx="909000" cy="49680"/>
                </a:xfrm>
                <a:prstGeom prst="rect">
                  <a:avLst/>
                </a:prstGeom>
              </p:spPr>
            </p:pic>
          </mc:Fallback>
        </mc:AlternateContent>
      </p:grpSp>
      <p:grpSp>
        <p:nvGrpSpPr>
          <p:cNvPr id="126" name="Group 125">
            <a:extLst>
              <a:ext uri="{FF2B5EF4-FFF2-40B4-BE49-F238E27FC236}">
                <a16:creationId xmlns:a16="http://schemas.microsoft.com/office/drawing/2014/main" id="{CD6F729A-014D-E33B-55CA-8C8F48566E13}"/>
              </a:ext>
            </a:extLst>
          </p:cNvPr>
          <p:cNvGrpSpPr/>
          <p:nvPr/>
        </p:nvGrpSpPr>
        <p:grpSpPr>
          <a:xfrm>
            <a:off x="8235475" y="917660"/>
            <a:ext cx="1778400" cy="600480"/>
            <a:chOff x="8235475" y="917660"/>
            <a:chExt cx="1778400" cy="600480"/>
          </a:xfrm>
        </p:grpSpPr>
        <mc:AlternateContent xmlns:mc="http://schemas.openxmlformats.org/markup-compatibility/2006" xmlns:p14="http://schemas.microsoft.com/office/powerpoint/2010/main">
          <mc:Choice Requires="p14">
            <p:contentPart p14:bwMode="auto" r:id="rId208">
              <p14:nvContentPartPr>
                <p14:cNvPr id="120" name="Ink 119">
                  <a:extLst>
                    <a:ext uri="{FF2B5EF4-FFF2-40B4-BE49-F238E27FC236}">
                      <a16:creationId xmlns:a16="http://schemas.microsoft.com/office/drawing/2014/main" id="{3F5A325A-9771-8DF2-FECA-946B5B47E631}"/>
                    </a:ext>
                  </a:extLst>
                </p14:cNvPr>
                <p14:cNvContentPartPr/>
                <p14:nvPr/>
              </p14:nvContentPartPr>
              <p14:xfrm>
                <a:off x="8320795" y="925580"/>
                <a:ext cx="23400" cy="12960"/>
              </p14:xfrm>
            </p:contentPart>
          </mc:Choice>
          <mc:Fallback xmlns="">
            <p:pic>
              <p:nvPicPr>
                <p:cNvPr id="120" name="Ink 119">
                  <a:extLst>
                    <a:ext uri="{FF2B5EF4-FFF2-40B4-BE49-F238E27FC236}">
                      <a16:creationId xmlns:a16="http://schemas.microsoft.com/office/drawing/2014/main" id="{3F5A325A-9771-8DF2-FECA-946B5B47E631}"/>
                    </a:ext>
                  </a:extLst>
                </p:cNvPr>
                <p:cNvPicPr/>
                <p:nvPr/>
              </p:nvPicPr>
              <p:blipFill>
                <a:blip r:embed="rId209"/>
                <a:stretch>
                  <a:fillRect/>
                </a:stretch>
              </p:blipFill>
              <p:spPr>
                <a:xfrm>
                  <a:off x="8311795" y="916940"/>
                  <a:ext cx="4104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1" name="Ink 120">
                  <a:extLst>
                    <a:ext uri="{FF2B5EF4-FFF2-40B4-BE49-F238E27FC236}">
                      <a16:creationId xmlns:a16="http://schemas.microsoft.com/office/drawing/2014/main" id="{109257B0-4188-A595-9955-17632C57C001}"/>
                    </a:ext>
                  </a:extLst>
                </p14:cNvPr>
                <p14:cNvContentPartPr/>
                <p14:nvPr/>
              </p14:nvContentPartPr>
              <p14:xfrm>
                <a:off x="8235475" y="917660"/>
                <a:ext cx="1019880" cy="53640"/>
              </p14:xfrm>
            </p:contentPart>
          </mc:Choice>
          <mc:Fallback xmlns="">
            <p:pic>
              <p:nvPicPr>
                <p:cNvPr id="121" name="Ink 120">
                  <a:extLst>
                    <a:ext uri="{FF2B5EF4-FFF2-40B4-BE49-F238E27FC236}">
                      <a16:creationId xmlns:a16="http://schemas.microsoft.com/office/drawing/2014/main" id="{109257B0-4188-A595-9955-17632C57C001}"/>
                    </a:ext>
                  </a:extLst>
                </p:cNvPr>
                <p:cNvPicPr/>
                <p:nvPr/>
              </p:nvPicPr>
              <p:blipFill>
                <a:blip r:embed="rId211"/>
                <a:stretch>
                  <a:fillRect/>
                </a:stretch>
              </p:blipFill>
              <p:spPr>
                <a:xfrm>
                  <a:off x="8226475" y="908660"/>
                  <a:ext cx="103752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2" name="Ink 121">
                  <a:extLst>
                    <a:ext uri="{FF2B5EF4-FFF2-40B4-BE49-F238E27FC236}">
                      <a16:creationId xmlns:a16="http://schemas.microsoft.com/office/drawing/2014/main" id="{51ECB9C8-FD08-65D1-D580-7207045F57DA}"/>
                    </a:ext>
                  </a:extLst>
                </p14:cNvPr>
                <p14:cNvContentPartPr/>
                <p14:nvPr/>
              </p14:nvContentPartPr>
              <p14:xfrm>
                <a:off x="8628235" y="984980"/>
                <a:ext cx="30240" cy="431280"/>
              </p14:xfrm>
            </p:contentPart>
          </mc:Choice>
          <mc:Fallback xmlns="">
            <p:pic>
              <p:nvPicPr>
                <p:cNvPr id="122" name="Ink 121">
                  <a:extLst>
                    <a:ext uri="{FF2B5EF4-FFF2-40B4-BE49-F238E27FC236}">
                      <a16:creationId xmlns:a16="http://schemas.microsoft.com/office/drawing/2014/main" id="{51ECB9C8-FD08-65D1-D580-7207045F57DA}"/>
                    </a:ext>
                  </a:extLst>
                </p:cNvPr>
                <p:cNvPicPr/>
                <p:nvPr/>
              </p:nvPicPr>
              <p:blipFill>
                <a:blip r:embed="rId213"/>
                <a:stretch>
                  <a:fillRect/>
                </a:stretch>
              </p:blipFill>
              <p:spPr>
                <a:xfrm>
                  <a:off x="8619235" y="975980"/>
                  <a:ext cx="4788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23" name="Ink 122">
                  <a:extLst>
                    <a:ext uri="{FF2B5EF4-FFF2-40B4-BE49-F238E27FC236}">
                      <a16:creationId xmlns:a16="http://schemas.microsoft.com/office/drawing/2014/main" id="{6EE7904C-4D28-E300-42F3-F9B6832E75D3}"/>
                    </a:ext>
                  </a:extLst>
                </p14:cNvPr>
                <p14:cNvContentPartPr/>
                <p14:nvPr/>
              </p14:nvContentPartPr>
              <p14:xfrm>
                <a:off x="8905435" y="1344260"/>
                <a:ext cx="34200" cy="173880"/>
              </p14:xfrm>
            </p:contentPart>
          </mc:Choice>
          <mc:Fallback xmlns="">
            <p:pic>
              <p:nvPicPr>
                <p:cNvPr id="123" name="Ink 122">
                  <a:extLst>
                    <a:ext uri="{FF2B5EF4-FFF2-40B4-BE49-F238E27FC236}">
                      <a16:creationId xmlns:a16="http://schemas.microsoft.com/office/drawing/2014/main" id="{6EE7904C-4D28-E300-42F3-F9B6832E75D3}"/>
                    </a:ext>
                  </a:extLst>
                </p:cNvPr>
                <p:cNvPicPr/>
                <p:nvPr/>
              </p:nvPicPr>
              <p:blipFill>
                <a:blip r:embed="rId215"/>
                <a:stretch>
                  <a:fillRect/>
                </a:stretch>
              </p:blipFill>
              <p:spPr>
                <a:xfrm>
                  <a:off x="8896795" y="1335260"/>
                  <a:ext cx="5184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24" name="Ink 123">
                  <a:extLst>
                    <a:ext uri="{FF2B5EF4-FFF2-40B4-BE49-F238E27FC236}">
                      <a16:creationId xmlns:a16="http://schemas.microsoft.com/office/drawing/2014/main" id="{98D7C45C-B912-90E7-BEA7-6170EC1C3F38}"/>
                    </a:ext>
                  </a:extLst>
                </p14:cNvPr>
                <p14:cNvContentPartPr/>
                <p14:nvPr/>
              </p14:nvContentPartPr>
              <p14:xfrm>
                <a:off x="9008035" y="1276940"/>
                <a:ext cx="59400" cy="32760"/>
              </p14:xfrm>
            </p:contentPart>
          </mc:Choice>
          <mc:Fallback xmlns="">
            <p:pic>
              <p:nvPicPr>
                <p:cNvPr id="124" name="Ink 123">
                  <a:extLst>
                    <a:ext uri="{FF2B5EF4-FFF2-40B4-BE49-F238E27FC236}">
                      <a16:creationId xmlns:a16="http://schemas.microsoft.com/office/drawing/2014/main" id="{98D7C45C-B912-90E7-BEA7-6170EC1C3F38}"/>
                    </a:ext>
                  </a:extLst>
                </p:cNvPr>
                <p:cNvPicPr/>
                <p:nvPr/>
              </p:nvPicPr>
              <p:blipFill>
                <a:blip r:embed="rId217"/>
                <a:stretch>
                  <a:fillRect/>
                </a:stretch>
              </p:blipFill>
              <p:spPr>
                <a:xfrm>
                  <a:off x="8999035" y="1267940"/>
                  <a:ext cx="770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25" name="Ink 124">
                  <a:extLst>
                    <a:ext uri="{FF2B5EF4-FFF2-40B4-BE49-F238E27FC236}">
                      <a16:creationId xmlns:a16="http://schemas.microsoft.com/office/drawing/2014/main" id="{E3054D16-5B2D-13B5-7D53-A3EF1E68FC0E}"/>
                    </a:ext>
                  </a:extLst>
                </p14:cNvPr>
                <p14:cNvContentPartPr/>
                <p14:nvPr/>
              </p14:nvContentPartPr>
              <p14:xfrm>
                <a:off x="9118915" y="1321220"/>
                <a:ext cx="894960" cy="123840"/>
              </p14:xfrm>
            </p:contentPart>
          </mc:Choice>
          <mc:Fallback xmlns="">
            <p:pic>
              <p:nvPicPr>
                <p:cNvPr id="125" name="Ink 124">
                  <a:extLst>
                    <a:ext uri="{FF2B5EF4-FFF2-40B4-BE49-F238E27FC236}">
                      <a16:creationId xmlns:a16="http://schemas.microsoft.com/office/drawing/2014/main" id="{E3054D16-5B2D-13B5-7D53-A3EF1E68FC0E}"/>
                    </a:ext>
                  </a:extLst>
                </p:cNvPr>
                <p:cNvPicPr/>
                <p:nvPr/>
              </p:nvPicPr>
              <p:blipFill>
                <a:blip r:embed="rId219"/>
                <a:stretch>
                  <a:fillRect/>
                </a:stretch>
              </p:blipFill>
              <p:spPr>
                <a:xfrm>
                  <a:off x="9109915" y="1312580"/>
                  <a:ext cx="912600" cy="141480"/>
                </a:xfrm>
                <a:prstGeom prst="rect">
                  <a:avLst/>
                </a:prstGeom>
              </p:spPr>
            </p:pic>
          </mc:Fallback>
        </mc:AlternateContent>
      </p:grpSp>
      <p:grpSp>
        <p:nvGrpSpPr>
          <p:cNvPr id="134" name="Group 133">
            <a:extLst>
              <a:ext uri="{FF2B5EF4-FFF2-40B4-BE49-F238E27FC236}">
                <a16:creationId xmlns:a16="http://schemas.microsoft.com/office/drawing/2014/main" id="{C2A46F6D-3285-5631-404D-8DACFBE956FF}"/>
              </a:ext>
            </a:extLst>
          </p:cNvPr>
          <p:cNvGrpSpPr/>
          <p:nvPr/>
        </p:nvGrpSpPr>
        <p:grpSpPr>
          <a:xfrm>
            <a:off x="9005515" y="1715420"/>
            <a:ext cx="3071520" cy="763920"/>
            <a:chOff x="9005515" y="1715420"/>
            <a:chExt cx="3071520" cy="763920"/>
          </a:xfrm>
        </p:grpSpPr>
        <mc:AlternateContent xmlns:mc="http://schemas.openxmlformats.org/markup-compatibility/2006" xmlns:p14="http://schemas.microsoft.com/office/powerpoint/2010/main">
          <mc:Choice Requires="p14">
            <p:contentPart p14:bwMode="auto" r:id="rId220">
              <p14:nvContentPartPr>
                <p14:cNvPr id="127" name="Ink 126">
                  <a:extLst>
                    <a:ext uri="{FF2B5EF4-FFF2-40B4-BE49-F238E27FC236}">
                      <a16:creationId xmlns:a16="http://schemas.microsoft.com/office/drawing/2014/main" id="{8441E9D4-2983-94C9-7CAE-58B321A9E361}"/>
                    </a:ext>
                  </a:extLst>
                </p14:cNvPr>
                <p14:cNvContentPartPr/>
                <p14:nvPr/>
              </p14:nvContentPartPr>
              <p14:xfrm>
                <a:off x="9005515" y="1715420"/>
                <a:ext cx="1789920" cy="631080"/>
              </p14:xfrm>
            </p:contentPart>
          </mc:Choice>
          <mc:Fallback xmlns="">
            <p:pic>
              <p:nvPicPr>
                <p:cNvPr id="127" name="Ink 126">
                  <a:extLst>
                    <a:ext uri="{FF2B5EF4-FFF2-40B4-BE49-F238E27FC236}">
                      <a16:creationId xmlns:a16="http://schemas.microsoft.com/office/drawing/2014/main" id="{8441E9D4-2983-94C9-7CAE-58B321A9E361}"/>
                    </a:ext>
                  </a:extLst>
                </p:cNvPr>
                <p:cNvPicPr/>
                <p:nvPr/>
              </p:nvPicPr>
              <p:blipFill>
                <a:blip r:embed="rId221"/>
                <a:stretch>
                  <a:fillRect/>
                </a:stretch>
              </p:blipFill>
              <p:spPr>
                <a:xfrm>
                  <a:off x="8996515" y="1706420"/>
                  <a:ext cx="1807560" cy="6487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28" name="Ink 127">
                  <a:extLst>
                    <a:ext uri="{FF2B5EF4-FFF2-40B4-BE49-F238E27FC236}">
                      <a16:creationId xmlns:a16="http://schemas.microsoft.com/office/drawing/2014/main" id="{9E2970DC-18DF-49A6-A62E-8D4B55DF2DC5}"/>
                    </a:ext>
                  </a:extLst>
                </p14:cNvPr>
                <p14:cNvContentPartPr/>
                <p14:nvPr/>
              </p14:nvContentPartPr>
              <p14:xfrm>
                <a:off x="10895155" y="1936460"/>
                <a:ext cx="181080" cy="219600"/>
              </p14:xfrm>
            </p:contentPart>
          </mc:Choice>
          <mc:Fallback xmlns="">
            <p:pic>
              <p:nvPicPr>
                <p:cNvPr id="128" name="Ink 127">
                  <a:extLst>
                    <a:ext uri="{FF2B5EF4-FFF2-40B4-BE49-F238E27FC236}">
                      <a16:creationId xmlns:a16="http://schemas.microsoft.com/office/drawing/2014/main" id="{9E2970DC-18DF-49A6-A62E-8D4B55DF2DC5}"/>
                    </a:ext>
                  </a:extLst>
                </p:cNvPr>
                <p:cNvPicPr/>
                <p:nvPr/>
              </p:nvPicPr>
              <p:blipFill>
                <a:blip r:embed="rId223"/>
                <a:stretch>
                  <a:fillRect/>
                </a:stretch>
              </p:blipFill>
              <p:spPr>
                <a:xfrm>
                  <a:off x="10886155" y="1927820"/>
                  <a:ext cx="19872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29" name="Ink 128">
                  <a:extLst>
                    <a:ext uri="{FF2B5EF4-FFF2-40B4-BE49-F238E27FC236}">
                      <a16:creationId xmlns:a16="http://schemas.microsoft.com/office/drawing/2014/main" id="{2405FE6A-4EB5-C4FB-881D-C49B55E60F3C}"/>
                    </a:ext>
                  </a:extLst>
                </p14:cNvPr>
                <p14:cNvContentPartPr/>
                <p14:nvPr/>
              </p14:nvContentPartPr>
              <p14:xfrm>
                <a:off x="11159035" y="2047340"/>
                <a:ext cx="7560" cy="52560"/>
              </p14:xfrm>
            </p:contentPart>
          </mc:Choice>
          <mc:Fallback xmlns="">
            <p:pic>
              <p:nvPicPr>
                <p:cNvPr id="129" name="Ink 128">
                  <a:extLst>
                    <a:ext uri="{FF2B5EF4-FFF2-40B4-BE49-F238E27FC236}">
                      <a16:creationId xmlns:a16="http://schemas.microsoft.com/office/drawing/2014/main" id="{2405FE6A-4EB5-C4FB-881D-C49B55E60F3C}"/>
                    </a:ext>
                  </a:extLst>
                </p:cNvPr>
                <p:cNvPicPr/>
                <p:nvPr/>
              </p:nvPicPr>
              <p:blipFill>
                <a:blip r:embed="rId225"/>
                <a:stretch>
                  <a:fillRect/>
                </a:stretch>
              </p:blipFill>
              <p:spPr>
                <a:xfrm>
                  <a:off x="11150395" y="2038340"/>
                  <a:ext cx="2520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0" name="Ink 129">
                  <a:extLst>
                    <a:ext uri="{FF2B5EF4-FFF2-40B4-BE49-F238E27FC236}">
                      <a16:creationId xmlns:a16="http://schemas.microsoft.com/office/drawing/2014/main" id="{9B11C39D-7A7B-2419-EF84-15DAF91129A2}"/>
                    </a:ext>
                  </a:extLst>
                </p14:cNvPr>
                <p14:cNvContentPartPr/>
                <p14:nvPr/>
              </p14:nvContentPartPr>
              <p14:xfrm>
                <a:off x="11123035" y="1866260"/>
                <a:ext cx="61920" cy="95760"/>
              </p14:xfrm>
            </p:contentPart>
          </mc:Choice>
          <mc:Fallback xmlns="">
            <p:pic>
              <p:nvPicPr>
                <p:cNvPr id="130" name="Ink 129">
                  <a:extLst>
                    <a:ext uri="{FF2B5EF4-FFF2-40B4-BE49-F238E27FC236}">
                      <a16:creationId xmlns:a16="http://schemas.microsoft.com/office/drawing/2014/main" id="{9B11C39D-7A7B-2419-EF84-15DAF91129A2}"/>
                    </a:ext>
                  </a:extLst>
                </p:cNvPr>
                <p:cNvPicPr/>
                <p:nvPr/>
              </p:nvPicPr>
              <p:blipFill>
                <a:blip r:embed="rId227"/>
                <a:stretch>
                  <a:fillRect/>
                </a:stretch>
              </p:blipFill>
              <p:spPr>
                <a:xfrm>
                  <a:off x="11114035" y="1857260"/>
                  <a:ext cx="7956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1" name="Ink 130">
                  <a:extLst>
                    <a:ext uri="{FF2B5EF4-FFF2-40B4-BE49-F238E27FC236}">
                      <a16:creationId xmlns:a16="http://schemas.microsoft.com/office/drawing/2014/main" id="{C7F1C8D1-AE22-9B3E-3960-47022AD6E30F}"/>
                    </a:ext>
                  </a:extLst>
                </p14:cNvPr>
                <p14:cNvContentPartPr/>
                <p14:nvPr/>
              </p14:nvContentPartPr>
              <p14:xfrm>
                <a:off x="11337595" y="1827020"/>
                <a:ext cx="118440" cy="335520"/>
              </p14:xfrm>
            </p:contentPart>
          </mc:Choice>
          <mc:Fallback xmlns="">
            <p:pic>
              <p:nvPicPr>
                <p:cNvPr id="131" name="Ink 130">
                  <a:extLst>
                    <a:ext uri="{FF2B5EF4-FFF2-40B4-BE49-F238E27FC236}">
                      <a16:creationId xmlns:a16="http://schemas.microsoft.com/office/drawing/2014/main" id="{C7F1C8D1-AE22-9B3E-3960-47022AD6E30F}"/>
                    </a:ext>
                  </a:extLst>
                </p:cNvPr>
                <p:cNvPicPr/>
                <p:nvPr/>
              </p:nvPicPr>
              <p:blipFill>
                <a:blip r:embed="rId229"/>
                <a:stretch>
                  <a:fillRect/>
                </a:stretch>
              </p:blipFill>
              <p:spPr>
                <a:xfrm>
                  <a:off x="11328595" y="1818020"/>
                  <a:ext cx="13608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2" name="Ink 131">
                  <a:extLst>
                    <a:ext uri="{FF2B5EF4-FFF2-40B4-BE49-F238E27FC236}">
                      <a16:creationId xmlns:a16="http://schemas.microsoft.com/office/drawing/2014/main" id="{A3E44CED-0EEA-FFB1-E786-009337AB2BA0}"/>
                    </a:ext>
                  </a:extLst>
                </p14:cNvPr>
                <p14:cNvContentPartPr/>
                <p14:nvPr/>
              </p14:nvContentPartPr>
              <p14:xfrm>
                <a:off x="11405275" y="1983260"/>
                <a:ext cx="546480" cy="496080"/>
              </p14:xfrm>
            </p:contentPart>
          </mc:Choice>
          <mc:Fallback xmlns="">
            <p:pic>
              <p:nvPicPr>
                <p:cNvPr id="132" name="Ink 131">
                  <a:extLst>
                    <a:ext uri="{FF2B5EF4-FFF2-40B4-BE49-F238E27FC236}">
                      <a16:creationId xmlns:a16="http://schemas.microsoft.com/office/drawing/2014/main" id="{A3E44CED-0EEA-FFB1-E786-009337AB2BA0}"/>
                    </a:ext>
                  </a:extLst>
                </p:cNvPr>
                <p:cNvPicPr/>
                <p:nvPr/>
              </p:nvPicPr>
              <p:blipFill>
                <a:blip r:embed="rId231"/>
                <a:stretch>
                  <a:fillRect/>
                </a:stretch>
              </p:blipFill>
              <p:spPr>
                <a:xfrm>
                  <a:off x="11396275" y="1974620"/>
                  <a:ext cx="564120" cy="5137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3" name="Ink 132">
                  <a:extLst>
                    <a:ext uri="{FF2B5EF4-FFF2-40B4-BE49-F238E27FC236}">
                      <a16:creationId xmlns:a16="http://schemas.microsoft.com/office/drawing/2014/main" id="{DC94DB15-C1FF-7C1F-CB1F-F1CAE61292B2}"/>
                    </a:ext>
                  </a:extLst>
                </p14:cNvPr>
                <p14:cNvContentPartPr/>
                <p14:nvPr/>
              </p14:nvContentPartPr>
              <p14:xfrm>
                <a:off x="12027355" y="2068940"/>
                <a:ext cx="49680" cy="27360"/>
              </p14:xfrm>
            </p:contentPart>
          </mc:Choice>
          <mc:Fallback xmlns="">
            <p:pic>
              <p:nvPicPr>
                <p:cNvPr id="133" name="Ink 132">
                  <a:extLst>
                    <a:ext uri="{FF2B5EF4-FFF2-40B4-BE49-F238E27FC236}">
                      <a16:creationId xmlns:a16="http://schemas.microsoft.com/office/drawing/2014/main" id="{DC94DB15-C1FF-7C1F-CB1F-F1CAE61292B2}"/>
                    </a:ext>
                  </a:extLst>
                </p:cNvPr>
                <p:cNvPicPr/>
                <p:nvPr/>
              </p:nvPicPr>
              <p:blipFill>
                <a:blip r:embed="rId233"/>
                <a:stretch>
                  <a:fillRect/>
                </a:stretch>
              </p:blipFill>
              <p:spPr>
                <a:xfrm>
                  <a:off x="12018355" y="2060300"/>
                  <a:ext cx="67320" cy="45000"/>
                </a:xfrm>
                <a:prstGeom prst="rect">
                  <a:avLst/>
                </a:prstGeom>
              </p:spPr>
            </p:pic>
          </mc:Fallback>
        </mc:AlternateContent>
      </p:grpSp>
      <p:grpSp>
        <p:nvGrpSpPr>
          <p:cNvPr id="152" name="Group 151">
            <a:extLst>
              <a:ext uri="{FF2B5EF4-FFF2-40B4-BE49-F238E27FC236}">
                <a16:creationId xmlns:a16="http://schemas.microsoft.com/office/drawing/2014/main" id="{791D402A-0A4F-1293-9AC8-C45707E0C103}"/>
              </a:ext>
            </a:extLst>
          </p:cNvPr>
          <p:cNvGrpSpPr/>
          <p:nvPr/>
        </p:nvGrpSpPr>
        <p:grpSpPr>
          <a:xfrm>
            <a:off x="7870435" y="2456660"/>
            <a:ext cx="2123280" cy="1314360"/>
            <a:chOff x="7870435" y="2456660"/>
            <a:chExt cx="2123280" cy="1314360"/>
          </a:xfrm>
        </p:grpSpPr>
        <mc:AlternateContent xmlns:mc="http://schemas.openxmlformats.org/markup-compatibility/2006" xmlns:p14="http://schemas.microsoft.com/office/powerpoint/2010/main">
          <mc:Choice Requires="p14">
            <p:contentPart p14:bwMode="auto" r:id="rId234">
              <p14:nvContentPartPr>
                <p14:cNvPr id="135" name="Ink 134">
                  <a:extLst>
                    <a:ext uri="{FF2B5EF4-FFF2-40B4-BE49-F238E27FC236}">
                      <a16:creationId xmlns:a16="http://schemas.microsoft.com/office/drawing/2014/main" id="{4A402093-0AE0-C74B-1D17-6EFAF94E7BAF}"/>
                    </a:ext>
                  </a:extLst>
                </p14:cNvPr>
                <p14:cNvContentPartPr/>
                <p14:nvPr/>
              </p14:nvContentPartPr>
              <p14:xfrm>
                <a:off x="7870435" y="2456660"/>
                <a:ext cx="734760" cy="1314360"/>
              </p14:xfrm>
            </p:contentPart>
          </mc:Choice>
          <mc:Fallback xmlns="">
            <p:pic>
              <p:nvPicPr>
                <p:cNvPr id="135" name="Ink 134">
                  <a:extLst>
                    <a:ext uri="{FF2B5EF4-FFF2-40B4-BE49-F238E27FC236}">
                      <a16:creationId xmlns:a16="http://schemas.microsoft.com/office/drawing/2014/main" id="{4A402093-0AE0-C74B-1D17-6EFAF94E7BAF}"/>
                    </a:ext>
                  </a:extLst>
                </p:cNvPr>
                <p:cNvPicPr/>
                <p:nvPr/>
              </p:nvPicPr>
              <p:blipFill>
                <a:blip r:embed="rId235"/>
                <a:stretch>
                  <a:fillRect/>
                </a:stretch>
              </p:blipFill>
              <p:spPr>
                <a:xfrm>
                  <a:off x="7861435" y="2447660"/>
                  <a:ext cx="752400" cy="13320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6" name="Ink 135">
                  <a:extLst>
                    <a:ext uri="{FF2B5EF4-FFF2-40B4-BE49-F238E27FC236}">
                      <a16:creationId xmlns:a16="http://schemas.microsoft.com/office/drawing/2014/main" id="{2A2E60AA-F9A8-63D9-6104-AD53B6D673E9}"/>
                    </a:ext>
                  </a:extLst>
                </p14:cNvPr>
                <p14:cNvContentPartPr/>
                <p14:nvPr/>
              </p14:nvContentPartPr>
              <p14:xfrm>
                <a:off x="8874475" y="2772740"/>
                <a:ext cx="327960" cy="860400"/>
              </p14:xfrm>
            </p:contentPart>
          </mc:Choice>
          <mc:Fallback xmlns="">
            <p:pic>
              <p:nvPicPr>
                <p:cNvPr id="136" name="Ink 135">
                  <a:extLst>
                    <a:ext uri="{FF2B5EF4-FFF2-40B4-BE49-F238E27FC236}">
                      <a16:creationId xmlns:a16="http://schemas.microsoft.com/office/drawing/2014/main" id="{2A2E60AA-F9A8-63D9-6104-AD53B6D673E9}"/>
                    </a:ext>
                  </a:extLst>
                </p:cNvPr>
                <p:cNvPicPr/>
                <p:nvPr/>
              </p:nvPicPr>
              <p:blipFill>
                <a:blip r:embed="rId237"/>
                <a:stretch>
                  <a:fillRect/>
                </a:stretch>
              </p:blipFill>
              <p:spPr>
                <a:xfrm>
                  <a:off x="8865835" y="2763740"/>
                  <a:ext cx="345600" cy="8780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37" name="Ink 136">
                  <a:extLst>
                    <a:ext uri="{FF2B5EF4-FFF2-40B4-BE49-F238E27FC236}">
                      <a16:creationId xmlns:a16="http://schemas.microsoft.com/office/drawing/2014/main" id="{6336C64F-AAC6-BA39-6C77-9B0E621A283D}"/>
                    </a:ext>
                  </a:extLst>
                </p14:cNvPr>
                <p14:cNvContentPartPr/>
                <p14:nvPr/>
              </p14:nvContentPartPr>
              <p14:xfrm>
                <a:off x="9210715" y="3243260"/>
                <a:ext cx="318600" cy="255240"/>
              </p14:xfrm>
            </p:contentPart>
          </mc:Choice>
          <mc:Fallback xmlns="">
            <p:pic>
              <p:nvPicPr>
                <p:cNvPr id="137" name="Ink 136">
                  <a:extLst>
                    <a:ext uri="{FF2B5EF4-FFF2-40B4-BE49-F238E27FC236}">
                      <a16:creationId xmlns:a16="http://schemas.microsoft.com/office/drawing/2014/main" id="{6336C64F-AAC6-BA39-6C77-9B0E621A283D}"/>
                    </a:ext>
                  </a:extLst>
                </p:cNvPr>
                <p:cNvPicPr/>
                <p:nvPr/>
              </p:nvPicPr>
              <p:blipFill>
                <a:blip r:embed="rId239"/>
                <a:stretch>
                  <a:fillRect/>
                </a:stretch>
              </p:blipFill>
              <p:spPr>
                <a:xfrm>
                  <a:off x="9201715" y="3234620"/>
                  <a:ext cx="33624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38" name="Ink 137">
                  <a:extLst>
                    <a:ext uri="{FF2B5EF4-FFF2-40B4-BE49-F238E27FC236}">
                      <a16:creationId xmlns:a16="http://schemas.microsoft.com/office/drawing/2014/main" id="{83FFBC3D-0D87-520A-55B8-0A4BDA290422}"/>
                    </a:ext>
                  </a:extLst>
                </p14:cNvPr>
                <p14:cNvContentPartPr/>
                <p14:nvPr/>
              </p14:nvContentPartPr>
              <p14:xfrm>
                <a:off x="9531115" y="2712620"/>
                <a:ext cx="462600" cy="955440"/>
              </p14:xfrm>
            </p:contentPart>
          </mc:Choice>
          <mc:Fallback xmlns="">
            <p:pic>
              <p:nvPicPr>
                <p:cNvPr id="138" name="Ink 137">
                  <a:extLst>
                    <a:ext uri="{FF2B5EF4-FFF2-40B4-BE49-F238E27FC236}">
                      <a16:creationId xmlns:a16="http://schemas.microsoft.com/office/drawing/2014/main" id="{83FFBC3D-0D87-520A-55B8-0A4BDA290422}"/>
                    </a:ext>
                  </a:extLst>
                </p:cNvPr>
                <p:cNvPicPr/>
                <p:nvPr/>
              </p:nvPicPr>
              <p:blipFill>
                <a:blip r:embed="rId241"/>
                <a:stretch>
                  <a:fillRect/>
                </a:stretch>
              </p:blipFill>
              <p:spPr>
                <a:xfrm>
                  <a:off x="9522475" y="2703620"/>
                  <a:ext cx="480240" cy="973080"/>
                </a:xfrm>
                <a:prstGeom prst="rect">
                  <a:avLst/>
                </a:prstGeom>
              </p:spPr>
            </p:pic>
          </mc:Fallback>
        </mc:AlternateContent>
      </p:grpSp>
      <p:grpSp>
        <p:nvGrpSpPr>
          <p:cNvPr id="151" name="Group 150">
            <a:extLst>
              <a:ext uri="{FF2B5EF4-FFF2-40B4-BE49-F238E27FC236}">
                <a16:creationId xmlns:a16="http://schemas.microsoft.com/office/drawing/2014/main" id="{69237AFD-A6A9-834A-D2E3-433191722B66}"/>
              </a:ext>
            </a:extLst>
          </p:cNvPr>
          <p:cNvGrpSpPr/>
          <p:nvPr/>
        </p:nvGrpSpPr>
        <p:grpSpPr>
          <a:xfrm>
            <a:off x="10705795" y="2900180"/>
            <a:ext cx="647640" cy="1013040"/>
            <a:chOff x="10705795" y="2900180"/>
            <a:chExt cx="647640" cy="1013040"/>
          </a:xfrm>
        </p:grpSpPr>
        <mc:AlternateContent xmlns:mc="http://schemas.openxmlformats.org/markup-compatibility/2006" xmlns:p14="http://schemas.microsoft.com/office/powerpoint/2010/main">
          <mc:Choice Requires="p14">
            <p:contentPart p14:bwMode="auto" r:id="rId242">
              <p14:nvContentPartPr>
                <p14:cNvPr id="139" name="Ink 138">
                  <a:extLst>
                    <a:ext uri="{FF2B5EF4-FFF2-40B4-BE49-F238E27FC236}">
                      <a16:creationId xmlns:a16="http://schemas.microsoft.com/office/drawing/2014/main" id="{AB0AC5DF-630C-BDF0-50CE-835EC7F4BA83}"/>
                    </a:ext>
                  </a:extLst>
                </p14:cNvPr>
                <p14:cNvContentPartPr/>
                <p14:nvPr/>
              </p14:nvContentPartPr>
              <p14:xfrm>
                <a:off x="10757635" y="3217340"/>
                <a:ext cx="306720" cy="37080"/>
              </p14:xfrm>
            </p:contentPart>
          </mc:Choice>
          <mc:Fallback xmlns="">
            <p:pic>
              <p:nvPicPr>
                <p:cNvPr id="139" name="Ink 138">
                  <a:extLst>
                    <a:ext uri="{FF2B5EF4-FFF2-40B4-BE49-F238E27FC236}">
                      <a16:creationId xmlns:a16="http://schemas.microsoft.com/office/drawing/2014/main" id="{AB0AC5DF-630C-BDF0-50CE-835EC7F4BA83}"/>
                    </a:ext>
                  </a:extLst>
                </p:cNvPr>
                <p:cNvPicPr/>
                <p:nvPr/>
              </p:nvPicPr>
              <p:blipFill>
                <a:blip r:embed="rId243"/>
                <a:stretch>
                  <a:fillRect/>
                </a:stretch>
              </p:blipFill>
              <p:spPr>
                <a:xfrm>
                  <a:off x="10748635" y="3208340"/>
                  <a:ext cx="32436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0" name="Ink 139">
                  <a:extLst>
                    <a:ext uri="{FF2B5EF4-FFF2-40B4-BE49-F238E27FC236}">
                      <a16:creationId xmlns:a16="http://schemas.microsoft.com/office/drawing/2014/main" id="{4106D335-0488-8CF5-1335-4AD5BD4C2BA6}"/>
                    </a:ext>
                  </a:extLst>
                </p14:cNvPr>
                <p14:cNvContentPartPr/>
                <p14:nvPr/>
              </p14:nvContentPartPr>
              <p14:xfrm>
                <a:off x="10705795" y="3504620"/>
                <a:ext cx="272880" cy="87120"/>
              </p14:xfrm>
            </p:contentPart>
          </mc:Choice>
          <mc:Fallback xmlns="">
            <p:pic>
              <p:nvPicPr>
                <p:cNvPr id="140" name="Ink 139">
                  <a:extLst>
                    <a:ext uri="{FF2B5EF4-FFF2-40B4-BE49-F238E27FC236}">
                      <a16:creationId xmlns:a16="http://schemas.microsoft.com/office/drawing/2014/main" id="{4106D335-0488-8CF5-1335-4AD5BD4C2BA6}"/>
                    </a:ext>
                  </a:extLst>
                </p:cNvPr>
                <p:cNvPicPr/>
                <p:nvPr/>
              </p:nvPicPr>
              <p:blipFill>
                <a:blip r:embed="rId245"/>
                <a:stretch>
                  <a:fillRect/>
                </a:stretch>
              </p:blipFill>
              <p:spPr>
                <a:xfrm>
                  <a:off x="10696795" y="3495980"/>
                  <a:ext cx="29052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1" name="Ink 140">
                  <a:extLst>
                    <a:ext uri="{FF2B5EF4-FFF2-40B4-BE49-F238E27FC236}">
                      <a16:creationId xmlns:a16="http://schemas.microsoft.com/office/drawing/2014/main" id="{4408BF04-9C0E-0CC3-2C89-2D24BFD0FB4A}"/>
                    </a:ext>
                  </a:extLst>
                </p14:cNvPr>
                <p14:cNvContentPartPr/>
                <p14:nvPr/>
              </p14:nvContentPartPr>
              <p14:xfrm>
                <a:off x="10902355" y="2900180"/>
                <a:ext cx="451080" cy="1013040"/>
              </p14:xfrm>
            </p:contentPart>
          </mc:Choice>
          <mc:Fallback xmlns="">
            <p:pic>
              <p:nvPicPr>
                <p:cNvPr id="141" name="Ink 140">
                  <a:extLst>
                    <a:ext uri="{FF2B5EF4-FFF2-40B4-BE49-F238E27FC236}">
                      <a16:creationId xmlns:a16="http://schemas.microsoft.com/office/drawing/2014/main" id="{4408BF04-9C0E-0CC3-2C89-2D24BFD0FB4A}"/>
                    </a:ext>
                  </a:extLst>
                </p:cNvPr>
                <p:cNvPicPr/>
                <p:nvPr/>
              </p:nvPicPr>
              <p:blipFill>
                <a:blip r:embed="rId247"/>
                <a:stretch>
                  <a:fillRect/>
                </a:stretch>
              </p:blipFill>
              <p:spPr>
                <a:xfrm>
                  <a:off x="10893355" y="2891540"/>
                  <a:ext cx="468720" cy="1030680"/>
                </a:xfrm>
                <a:prstGeom prst="rect">
                  <a:avLst/>
                </a:prstGeom>
              </p:spPr>
            </p:pic>
          </mc:Fallback>
        </mc:AlternateContent>
      </p:grpSp>
      <p:grpSp>
        <p:nvGrpSpPr>
          <p:cNvPr id="150" name="Group 149">
            <a:extLst>
              <a:ext uri="{FF2B5EF4-FFF2-40B4-BE49-F238E27FC236}">
                <a16:creationId xmlns:a16="http://schemas.microsoft.com/office/drawing/2014/main" id="{3793F3BB-9923-116C-908D-B7496111AC1D}"/>
              </a:ext>
            </a:extLst>
          </p:cNvPr>
          <p:cNvGrpSpPr/>
          <p:nvPr/>
        </p:nvGrpSpPr>
        <p:grpSpPr>
          <a:xfrm>
            <a:off x="7984195" y="4619180"/>
            <a:ext cx="2489400" cy="594720"/>
            <a:chOff x="7984195" y="4619180"/>
            <a:chExt cx="2489400" cy="594720"/>
          </a:xfrm>
        </p:grpSpPr>
        <mc:AlternateContent xmlns:mc="http://schemas.openxmlformats.org/markup-compatibility/2006" xmlns:p14="http://schemas.microsoft.com/office/powerpoint/2010/main">
          <mc:Choice Requires="p14">
            <p:contentPart p14:bwMode="auto" r:id="rId248">
              <p14:nvContentPartPr>
                <p14:cNvPr id="142" name="Ink 141">
                  <a:extLst>
                    <a:ext uri="{FF2B5EF4-FFF2-40B4-BE49-F238E27FC236}">
                      <a16:creationId xmlns:a16="http://schemas.microsoft.com/office/drawing/2014/main" id="{51DA96C3-ECEE-50A3-FCF0-71F8A1A2B231}"/>
                    </a:ext>
                  </a:extLst>
                </p14:cNvPr>
                <p14:cNvContentPartPr/>
                <p14:nvPr/>
              </p14:nvContentPartPr>
              <p14:xfrm>
                <a:off x="7984195" y="4741940"/>
                <a:ext cx="146520" cy="430200"/>
              </p14:xfrm>
            </p:contentPart>
          </mc:Choice>
          <mc:Fallback xmlns="">
            <p:pic>
              <p:nvPicPr>
                <p:cNvPr id="142" name="Ink 141">
                  <a:extLst>
                    <a:ext uri="{FF2B5EF4-FFF2-40B4-BE49-F238E27FC236}">
                      <a16:creationId xmlns:a16="http://schemas.microsoft.com/office/drawing/2014/main" id="{51DA96C3-ECEE-50A3-FCF0-71F8A1A2B231}"/>
                    </a:ext>
                  </a:extLst>
                </p:cNvPr>
                <p:cNvPicPr/>
                <p:nvPr/>
              </p:nvPicPr>
              <p:blipFill>
                <a:blip r:embed="rId249"/>
                <a:stretch>
                  <a:fillRect/>
                </a:stretch>
              </p:blipFill>
              <p:spPr>
                <a:xfrm>
                  <a:off x="7975555" y="4732940"/>
                  <a:ext cx="164160" cy="4478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3" name="Ink 142">
                  <a:extLst>
                    <a:ext uri="{FF2B5EF4-FFF2-40B4-BE49-F238E27FC236}">
                      <a16:creationId xmlns:a16="http://schemas.microsoft.com/office/drawing/2014/main" id="{54F21CD0-2306-46CC-8362-0F2D4E6055E2}"/>
                    </a:ext>
                  </a:extLst>
                </p14:cNvPr>
                <p14:cNvContentPartPr/>
                <p14:nvPr/>
              </p14:nvContentPartPr>
              <p14:xfrm>
                <a:off x="8146915" y="4767860"/>
                <a:ext cx="744120" cy="375840"/>
              </p14:xfrm>
            </p:contentPart>
          </mc:Choice>
          <mc:Fallback xmlns="">
            <p:pic>
              <p:nvPicPr>
                <p:cNvPr id="143" name="Ink 142">
                  <a:extLst>
                    <a:ext uri="{FF2B5EF4-FFF2-40B4-BE49-F238E27FC236}">
                      <a16:creationId xmlns:a16="http://schemas.microsoft.com/office/drawing/2014/main" id="{54F21CD0-2306-46CC-8362-0F2D4E6055E2}"/>
                    </a:ext>
                  </a:extLst>
                </p:cNvPr>
                <p:cNvPicPr/>
                <p:nvPr/>
              </p:nvPicPr>
              <p:blipFill>
                <a:blip r:embed="rId251"/>
                <a:stretch>
                  <a:fillRect/>
                </a:stretch>
              </p:blipFill>
              <p:spPr>
                <a:xfrm>
                  <a:off x="8137915" y="4759220"/>
                  <a:ext cx="76176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44" name="Ink 143">
                  <a:extLst>
                    <a:ext uri="{FF2B5EF4-FFF2-40B4-BE49-F238E27FC236}">
                      <a16:creationId xmlns:a16="http://schemas.microsoft.com/office/drawing/2014/main" id="{D20F7DE5-9FF2-6E16-0D0D-245E1266BA31}"/>
                    </a:ext>
                  </a:extLst>
                </p14:cNvPr>
                <p14:cNvContentPartPr/>
                <p14:nvPr/>
              </p14:nvContentPartPr>
              <p14:xfrm>
                <a:off x="9014155" y="4619180"/>
                <a:ext cx="31680" cy="34920"/>
              </p14:xfrm>
            </p:contentPart>
          </mc:Choice>
          <mc:Fallback xmlns="">
            <p:pic>
              <p:nvPicPr>
                <p:cNvPr id="144" name="Ink 143">
                  <a:extLst>
                    <a:ext uri="{FF2B5EF4-FFF2-40B4-BE49-F238E27FC236}">
                      <a16:creationId xmlns:a16="http://schemas.microsoft.com/office/drawing/2014/main" id="{D20F7DE5-9FF2-6E16-0D0D-245E1266BA31}"/>
                    </a:ext>
                  </a:extLst>
                </p:cNvPr>
                <p:cNvPicPr/>
                <p:nvPr/>
              </p:nvPicPr>
              <p:blipFill>
                <a:blip r:embed="rId253"/>
                <a:stretch>
                  <a:fillRect/>
                </a:stretch>
              </p:blipFill>
              <p:spPr>
                <a:xfrm>
                  <a:off x="9005155" y="4610540"/>
                  <a:ext cx="493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45" name="Ink 144">
                  <a:extLst>
                    <a:ext uri="{FF2B5EF4-FFF2-40B4-BE49-F238E27FC236}">
                      <a16:creationId xmlns:a16="http://schemas.microsoft.com/office/drawing/2014/main" id="{99677326-8CE6-04E2-37E3-4F0C6C6CE6FD}"/>
                    </a:ext>
                  </a:extLst>
                </p14:cNvPr>
                <p14:cNvContentPartPr/>
                <p14:nvPr/>
              </p14:nvContentPartPr>
              <p14:xfrm>
                <a:off x="9166075" y="4649780"/>
                <a:ext cx="522360" cy="478440"/>
              </p14:xfrm>
            </p:contentPart>
          </mc:Choice>
          <mc:Fallback xmlns="">
            <p:pic>
              <p:nvPicPr>
                <p:cNvPr id="145" name="Ink 144">
                  <a:extLst>
                    <a:ext uri="{FF2B5EF4-FFF2-40B4-BE49-F238E27FC236}">
                      <a16:creationId xmlns:a16="http://schemas.microsoft.com/office/drawing/2014/main" id="{99677326-8CE6-04E2-37E3-4F0C6C6CE6FD}"/>
                    </a:ext>
                  </a:extLst>
                </p:cNvPr>
                <p:cNvPicPr/>
                <p:nvPr/>
              </p:nvPicPr>
              <p:blipFill>
                <a:blip r:embed="rId255"/>
                <a:stretch>
                  <a:fillRect/>
                </a:stretch>
              </p:blipFill>
              <p:spPr>
                <a:xfrm>
                  <a:off x="9157075" y="4640780"/>
                  <a:ext cx="540000" cy="4960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46" name="Ink 145">
                  <a:extLst>
                    <a:ext uri="{FF2B5EF4-FFF2-40B4-BE49-F238E27FC236}">
                      <a16:creationId xmlns:a16="http://schemas.microsoft.com/office/drawing/2014/main" id="{2F381325-43FD-E350-DF03-B2C612CBF6C2}"/>
                    </a:ext>
                  </a:extLst>
                </p14:cNvPr>
                <p14:cNvContentPartPr/>
                <p14:nvPr/>
              </p14:nvContentPartPr>
              <p14:xfrm>
                <a:off x="9811195" y="4691900"/>
                <a:ext cx="37800" cy="49320"/>
              </p14:xfrm>
            </p:contentPart>
          </mc:Choice>
          <mc:Fallback xmlns="">
            <p:pic>
              <p:nvPicPr>
                <p:cNvPr id="146" name="Ink 145">
                  <a:extLst>
                    <a:ext uri="{FF2B5EF4-FFF2-40B4-BE49-F238E27FC236}">
                      <a16:creationId xmlns:a16="http://schemas.microsoft.com/office/drawing/2014/main" id="{2F381325-43FD-E350-DF03-B2C612CBF6C2}"/>
                    </a:ext>
                  </a:extLst>
                </p:cNvPr>
                <p:cNvPicPr/>
                <p:nvPr/>
              </p:nvPicPr>
              <p:blipFill>
                <a:blip r:embed="rId257"/>
                <a:stretch>
                  <a:fillRect/>
                </a:stretch>
              </p:blipFill>
              <p:spPr>
                <a:xfrm>
                  <a:off x="9802195" y="4683260"/>
                  <a:ext cx="554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47" name="Ink 146">
                  <a:extLst>
                    <a:ext uri="{FF2B5EF4-FFF2-40B4-BE49-F238E27FC236}">
                      <a16:creationId xmlns:a16="http://schemas.microsoft.com/office/drawing/2014/main" id="{394BF0BF-8F9C-A4F5-8A13-2C93226F3568}"/>
                    </a:ext>
                  </a:extLst>
                </p14:cNvPr>
                <p14:cNvContentPartPr/>
                <p14:nvPr/>
              </p14:nvContentPartPr>
              <p14:xfrm>
                <a:off x="9928195" y="4988180"/>
                <a:ext cx="154800" cy="225720"/>
              </p14:xfrm>
            </p:contentPart>
          </mc:Choice>
          <mc:Fallback xmlns="">
            <p:pic>
              <p:nvPicPr>
                <p:cNvPr id="147" name="Ink 146">
                  <a:extLst>
                    <a:ext uri="{FF2B5EF4-FFF2-40B4-BE49-F238E27FC236}">
                      <a16:creationId xmlns:a16="http://schemas.microsoft.com/office/drawing/2014/main" id="{394BF0BF-8F9C-A4F5-8A13-2C93226F3568}"/>
                    </a:ext>
                  </a:extLst>
                </p:cNvPr>
                <p:cNvPicPr/>
                <p:nvPr/>
              </p:nvPicPr>
              <p:blipFill>
                <a:blip r:embed="rId259"/>
                <a:stretch>
                  <a:fillRect/>
                </a:stretch>
              </p:blipFill>
              <p:spPr>
                <a:xfrm>
                  <a:off x="9919555" y="4979540"/>
                  <a:ext cx="17244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48" name="Ink 147">
                  <a:extLst>
                    <a:ext uri="{FF2B5EF4-FFF2-40B4-BE49-F238E27FC236}">
                      <a16:creationId xmlns:a16="http://schemas.microsoft.com/office/drawing/2014/main" id="{3540DD71-FDF2-B17F-FDFD-AF47181915FE}"/>
                    </a:ext>
                  </a:extLst>
                </p14:cNvPr>
                <p14:cNvContentPartPr/>
                <p14:nvPr/>
              </p14:nvContentPartPr>
              <p14:xfrm>
                <a:off x="10214035" y="5003300"/>
                <a:ext cx="259560" cy="120240"/>
              </p14:xfrm>
            </p:contentPart>
          </mc:Choice>
          <mc:Fallback xmlns="">
            <p:pic>
              <p:nvPicPr>
                <p:cNvPr id="148" name="Ink 147">
                  <a:extLst>
                    <a:ext uri="{FF2B5EF4-FFF2-40B4-BE49-F238E27FC236}">
                      <a16:creationId xmlns:a16="http://schemas.microsoft.com/office/drawing/2014/main" id="{3540DD71-FDF2-B17F-FDFD-AF47181915FE}"/>
                    </a:ext>
                  </a:extLst>
                </p:cNvPr>
                <p:cNvPicPr/>
                <p:nvPr/>
              </p:nvPicPr>
              <p:blipFill>
                <a:blip r:embed="rId261"/>
                <a:stretch>
                  <a:fillRect/>
                </a:stretch>
              </p:blipFill>
              <p:spPr>
                <a:xfrm>
                  <a:off x="10205035" y="4994660"/>
                  <a:ext cx="277200" cy="137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2">
            <p14:nvContentPartPr>
              <p14:cNvPr id="149" name="Ink 148">
                <a:extLst>
                  <a:ext uri="{FF2B5EF4-FFF2-40B4-BE49-F238E27FC236}">
                    <a16:creationId xmlns:a16="http://schemas.microsoft.com/office/drawing/2014/main" id="{F0979924-9384-A734-BF4C-002AA5F14ACF}"/>
                  </a:ext>
                </a:extLst>
              </p14:cNvPr>
              <p14:cNvContentPartPr/>
              <p14:nvPr/>
            </p14:nvContentPartPr>
            <p14:xfrm>
              <a:off x="10928635" y="4606220"/>
              <a:ext cx="371880" cy="939240"/>
            </p14:xfrm>
          </p:contentPart>
        </mc:Choice>
        <mc:Fallback xmlns="">
          <p:pic>
            <p:nvPicPr>
              <p:cNvPr id="149" name="Ink 148">
                <a:extLst>
                  <a:ext uri="{FF2B5EF4-FFF2-40B4-BE49-F238E27FC236}">
                    <a16:creationId xmlns:a16="http://schemas.microsoft.com/office/drawing/2014/main" id="{F0979924-9384-A734-BF4C-002AA5F14ACF}"/>
                  </a:ext>
                </a:extLst>
              </p:cNvPr>
              <p:cNvPicPr/>
              <p:nvPr/>
            </p:nvPicPr>
            <p:blipFill>
              <a:blip r:embed="rId263"/>
              <a:stretch>
                <a:fillRect/>
              </a:stretch>
            </p:blipFill>
            <p:spPr>
              <a:xfrm>
                <a:off x="10919995" y="4597220"/>
                <a:ext cx="389520" cy="956880"/>
              </a:xfrm>
              <a:prstGeom prst="rect">
                <a:avLst/>
              </a:prstGeom>
            </p:spPr>
          </p:pic>
        </mc:Fallback>
      </mc:AlternateContent>
      <p:grpSp>
        <p:nvGrpSpPr>
          <p:cNvPr id="160" name="Group 159">
            <a:extLst>
              <a:ext uri="{FF2B5EF4-FFF2-40B4-BE49-F238E27FC236}">
                <a16:creationId xmlns:a16="http://schemas.microsoft.com/office/drawing/2014/main" id="{EEEABF90-C9B0-0607-0BEC-28A0A198ABEC}"/>
              </a:ext>
            </a:extLst>
          </p:cNvPr>
          <p:cNvGrpSpPr/>
          <p:nvPr/>
        </p:nvGrpSpPr>
        <p:grpSpPr>
          <a:xfrm>
            <a:off x="8577835" y="5540420"/>
            <a:ext cx="1882800" cy="1175040"/>
            <a:chOff x="8577835" y="5540420"/>
            <a:chExt cx="1882800" cy="1175040"/>
          </a:xfrm>
        </p:grpSpPr>
        <mc:AlternateContent xmlns:mc="http://schemas.openxmlformats.org/markup-compatibility/2006" xmlns:p14="http://schemas.microsoft.com/office/powerpoint/2010/main">
          <mc:Choice Requires="p14">
            <p:contentPart p14:bwMode="auto" r:id="rId264">
              <p14:nvContentPartPr>
                <p14:cNvPr id="153" name="Ink 152">
                  <a:extLst>
                    <a:ext uri="{FF2B5EF4-FFF2-40B4-BE49-F238E27FC236}">
                      <a16:creationId xmlns:a16="http://schemas.microsoft.com/office/drawing/2014/main" id="{AC11436D-C651-EDEC-4B6B-CF50BE6D5402}"/>
                    </a:ext>
                  </a:extLst>
                </p14:cNvPr>
                <p14:cNvContentPartPr/>
                <p14:nvPr/>
              </p14:nvContentPartPr>
              <p14:xfrm>
                <a:off x="8670355" y="5540420"/>
                <a:ext cx="342000" cy="494280"/>
              </p14:xfrm>
            </p:contentPart>
          </mc:Choice>
          <mc:Fallback xmlns="">
            <p:pic>
              <p:nvPicPr>
                <p:cNvPr id="153" name="Ink 152">
                  <a:extLst>
                    <a:ext uri="{FF2B5EF4-FFF2-40B4-BE49-F238E27FC236}">
                      <a16:creationId xmlns:a16="http://schemas.microsoft.com/office/drawing/2014/main" id="{AC11436D-C651-EDEC-4B6B-CF50BE6D5402}"/>
                    </a:ext>
                  </a:extLst>
                </p:cNvPr>
                <p:cNvPicPr/>
                <p:nvPr/>
              </p:nvPicPr>
              <p:blipFill>
                <a:blip r:embed="rId265"/>
                <a:stretch>
                  <a:fillRect/>
                </a:stretch>
              </p:blipFill>
              <p:spPr>
                <a:xfrm>
                  <a:off x="8661355" y="5531780"/>
                  <a:ext cx="359640" cy="51192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54" name="Ink 153">
                  <a:extLst>
                    <a:ext uri="{FF2B5EF4-FFF2-40B4-BE49-F238E27FC236}">
                      <a16:creationId xmlns:a16="http://schemas.microsoft.com/office/drawing/2014/main" id="{22393807-291B-A438-BBF4-9C94BAFC2E7E}"/>
                    </a:ext>
                  </a:extLst>
                </p14:cNvPr>
                <p14:cNvContentPartPr/>
                <p14:nvPr/>
              </p14:nvContentPartPr>
              <p14:xfrm>
                <a:off x="9261475" y="5796020"/>
                <a:ext cx="1166040" cy="278280"/>
              </p14:xfrm>
            </p:contentPart>
          </mc:Choice>
          <mc:Fallback xmlns="">
            <p:pic>
              <p:nvPicPr>
                <p:cNvPr id="154" name="Ink 153">
                  <a:extLst>
                    <a:ext uri="{FF2B5EF4-FFF2-40B4-BE49-F238E27FC236}">
                      <a16:creationId xmlns:a16="http://schemas.microsoft.com/office/drawing/2014/main" id="{22393807-291B-A438-BBF4-9C94BAFC2E7E}"/>
                    </a:ext>
                  </a:extLst>
                </p:cNvPr>
                <p:cNvPicPr/>
                <p:nvPr/>
              </p:nvPicPr>
              <p:blipFill>
                <a:blip r:embed="rId267"/>
                <a:stretch>
                  <a:fillRect/>
                </a:stretch>
              </p:blipFill>
              <p:spPr>
                <a:xfrm>
                  <a:off x="9252475" y="5787380"/>
                  <a:ext cx="118368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55" name="Ink 154">
                  <a:extLst>
                    <a:ext uri="{FF2B5EF4-FFF2-40B4-BE49-F238E27FC236}">
                      <a16:creationId xmlns:a16="http://schemas.microsoft.com/office/drawing/2014/main" id="{7A35B5F4-F6B6-66D6-FE66-204237ECF031}"/>
                    </a:ext>
                  </a:extLst>
                </p14:cNvPr>
                <p14:cNvContentPartPr/>
                <p14:nvPr/>
              </p14:nvContentPartPr>
              <p14:xfrm>
                <a:off x="8577835" y="6292820"/>
                <a:ext cx="127800" cy="422640"/>
              </p14:xfrm>
            </p:contentPart>
          </mc:Choice>
          <mc:Fallback xmlns="">
            <p:pic>
              <p:nvPicPr>
                <p:cNvPr id="155" name="Ink 154">
                  <a:extLst>
                    <a:ext uri="{FF2B5EF4-FFF2-40B4-BE49-F238E27FC236}">
                      <a16:creationId xmlns:a16="http://schemas.microsoft.com/office/drawing/2014/main" id="{7A35B5F4-F6B6-66D6-FE66-204237ECF031}"/>
                    </a:ext>
                  </a:extLst>
                </p:cNvPr>
                <p:cNvPicPr/>
                <p:nvPr/>
              </p:nvPicPr>
              <p:blipFill>
                <a:blip r:embed="rId269"/>
                <a:stretch>
                  <a:fillRect/>
                </a:stretch>
              </p:blipFill>
              <p:spPr>
                <a:xfrm>
                  <a:off x="8568835" y="6283820"/>
                  <a:ext cx="14544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56" name="Ink 155">
                  <a:extLst>
                    <a:ext uri="{FF2B5EF4-FFF2-40B4-BE49-F238E27FC236}">
                      <a16:creationId xmlns:a16="http://schemas.microsoft.com/office/drawing/2014/main" id="{A8252017-69D1-4C6D-59B5-8BC9E4A13BEB}"/>
                    </a:ext>
                  </a:extLst>
                </p14:cNvPr>
                <p14:cNvContentPartPr/>
                <p14:nvPr/>
              </p14:nvContentPartPr>
              <p14:xfrm>
                <a:off x="8698435" y="6209300"/>
                <a:ext cx="593280" cy="414000"/>
              </p14:xfrm>
            </p:contentPart>
          </mc:Choice>
          <mc:Fallback xmlns="">
            <p:pic>
              <p:nvPicPr>
                <p:cNvPr id="156" name="Ink 155">
                  <a:extLst>
                    <a:ext uri="{FF2B5EF4-FFF2-40B4-BE49-F238E27FC236}">
                      <a16:creationId xmlns:a16="http://schemas.microsoft.com/office/drawing/2014/main" id="{A8252017-69D1-4C6D-59B5-8BC9E4A13BEB}"/>
                    </a:ext>
                  </a:extLst>
                </p:cNvPr>
                <p:cNvPicPr/>
                <p:nvPr/>
              </p:nvPicPr>
              <p:blipFill>
                <a:blip r:embed="rId271"/>
                <a:stretch>
                  <a:fillRect/>
                </a:stretch>
              </p:blipFill>
              <p:spPr>
                <a:xfrm>
                  <a:off x="8689435" y="6200300"/>
                  <a:ext cx="61092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57" name="Ink 156">
                  <a:extLst>
                    <a:ext uri="{FF2B5EF4-FFF2-40B4-BE49-F238E27FC236}">
                      <a16:creationId xmlns:a16="http://schemas.microsoft.com/office/drawing/2014/main" id="{323768E3-C650-1E9B-3ACD-6E339425CBAF}"/>
                    </a:ext>
                  </a:extLst>
                </p14:cNvPr>
                <p14:cNvContentPartPr/>
                <p14:nvPr/>
              </p14:nvContentPartPr>
              <p14:xfrm>
                <a:off x="9522835" y="6294980"/>
                <a:ext cx="45000" cy="32760"/>
              </p14:xfrm>
            </p:contentPart>
          </mc:Choice>
          <mc:Fallback xmlns="">
            <p:pic>
              <p:nvPicPr>
                <p:cNvPr id="157" name="Ink 156">
                  <a:extLst>
                    <a:ext uri="{FF2B5EF4-FFF2-40B4-BE49-F238E27FC236}">
                      <a16:creationId xmlns:a16="http://schemas.microsoft.com/office/drawing/2014/main" id="{323768E3-C650-1E9B-3ACD-6E339425CBAF}"/>
                    </a:ext>
                  </a:extLst>
                </p:cNvPr>
                <p:cNvPicPr/>
                <p:nvPr/>
              </p:nvPicPr>
              <p:blipFill>
                <a:blip r:embed="rId273"/>
                <a:stretch>
                  <a:fillRect/>
                </a:stretch>
              </p:blipFill>
              <p:spPr>
                <a:xfrm>
                  <a:off x="9514195" y="6285980"/>
                  <a:ext cx="626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58" name="Ink 157">
                  <a:extLst>
                    <a:ext uri="{FF2B5EF4-FFF2-40B4-BE49-F238E27FC236}">
                      <a16:creationId xmlns:a16="http://schemas.microsoft.com/office/drawing/2014/main" id="{7FF8C331-31BE-D3F0-9047-42CD70D7AE67}"/>
                    </a:ext>
                  </a:extLst>
                </p14:cNvPr>
                <p14:cNvContentPartPr/>
                <p14:nvPr/>
              </p14:nvContentPartPr>
              <p14:xfrm>
                <a:off x="9663235" y="6409460"/>
                <a:ext cx="184320" cy="254520"/>
              </p14:xfrm>
            </p:contentPart>
          </mc:Choice>
          <mc:Fallback xmlns="">
            <p:pic>
              <p:nvPicPr>
                <p:cNvPr id="158" name="Ink 157">
                  <a:extLst>
                    <a:ext uri="{FF2B5EF4-FFF2-40B4-BE49-F238E27FC236}">
                      <a16:creationId xmlns:a16="http://schemas.microsoft.com/office/drawing/2014/main" id="{7FF8C331-31BE-D3F0-9047-42CD70D7AE67}"/>
                    </a:ext>
                  </a:extLst>
                </p:cNvPr>
                <p:cNvPicPr/>
                <p:nvPr/>
              </p:nvPicPr>
              <p:blipFill>
                <a:blip r:embed="rId275"/>
                <a:stretch>
                  <a:fillRect/>
                </a:stretch>
              </p:blipFill>
              <p:spPr>
                <a:xfrm>
                  <a:off x="9654595" y="6400820"/>
                  <a:ext cx="20196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59" name="Ink 158">
                  <a:extLst>
                    <a:ext uri="{FF2B5EF4-FFF2-40B4-BE49-F238E27FC236}">
                      <a16:creationId xmlns:a16="http://schemas.microsoft.com/office/drawing/2014/main" id="{AA1E3521-C928-96F9-E69D-B61836E4DA81}"/>
                    </a:ext>
                  </a:extLst>
                </p14:cNvPr>
                <p14:cNvContentPartPr/>
                <p14:nvPr/>
              </p14:nvContentPartPr>
              <p14:xfrm>
                <a:off x="9846115" y="6460220"/>
                <a:ext cx="614520" cy="124920"/>
              </p14:xfrm>
            </p:contentPart>
          </mc:Choice>
          <mc:Fallback xmlns="">
            <p:pic>
              <p:nvPicPr>
                <p:cNvPr id="159" name="Ink 158">
                  <a:extLst>
                    <a:ext uri="{FF2B5EF4-FFF2-40B4-BE49-F238E27FC236}">
                      <a16:creationId xmlns:a16="http://schemas.microsoft.com/office/drawing/2014/main" id="{AA1E3521-C928-96F9-E69D-B61836E4DA81}"/>
                    </a:ext>
                  </a:extLst>
                </p:cNvPr>
                <p:cNvPicPr/>
                <p:nvPr/>
              </p:nvPicPr>
              <p:blipFill>
                <a:blip r:embed="rId277"/>
                <a:stretch>
                  <a:fillRect/>
                </a:stretch>
              </p:blipFill>
              <p:spPr>
                <a:xfrm>
                  <a:off x="9837115" y="6451220"/>
                  <a:ext cx="632160" cy="142560"/>
                </a:xfrm>
                <a:prstGeom prst="rect">
                  <a:avLst/>
                </a:prstGeom>
              </p:spPr>
            </p:pic>
          </mc:Fallback>
        </mc:AlternateContent>
      </p:grpSp>
    </p:spTree>
    <p:extLst>
      <p:ext uri="{BB962C8B-B14F-4D97-AF65-F5344CB8AC3E}">
        <p14:creationId xmlns:p14="http://schemas.microsoft.com/office/powerpoint/2010/main" val="2099507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00C5BD-387C-70EE-E37A-D0B7A147DC4B}"/>
              </a:ext>
            </a:extLst>
          </p:cNvPr>
          <p:cNvSpPr txBox="1"/>
          <p:nvPr/>
        </p:nvSpPr>
        <p:spPr>
          <a:xfrm>
            <a:off x="143159" y="151951"/>
            <a:ext cx="11794283" cy="915635"/>
          </a:xfrm>
          <a:prstGeom prst="rect">
            <a:avLst/>
          </a:prstGeom>
          <a:noFill/>
        </p:spPr>
        <p:txBody>
          <a:bodyPr wrap="square">
            <a:spAutoFit/>
          </a:bodyPr>
          <a:lstStyle/>
          <a:p>
            <a:pPr algn="l" fontAlgn="base">
              <a:lnSpc>
                <a:spcPts val="2100"/>
              </a:lnSpc>
              <a:buNone/>
            </a:pPr>
            <a:r>
              <a:rPr lang="en-US" b="1" i="0" dirty="0">
                <a:effectLst/>
                <a:latin typeface="Nunito" pitchFamily="2" charset="0"/>
              </a:rPr>
              <a:t>Working of KNN algorithm</a:t>
            </a:r>
          </a:p>
          <a:p>
            <a:pPr algn="l" rtl="0" fontAlgn="base">
              <a:spcAft>
                <a:spcPts val="750"/>
              </a:spcAft>
              <a:buNone/>
            </a:pPr>
            <a:r>
              <a:rPr lang="en-US" b="0" i="0" dirty="0" err="1">
                <a:effectLst/>
                <a:latin typeface="Nunito" pitchFamily="2" charset="0"/>
              </a:rPr>
              <a:t>Thе</a:t>
            </a:r>
            <a:r>
              <a:rPr lang="en-US" b="0" i="0" dirty="0">
                <a:effectLst/>
                <a:latin typeface="Nunito" pitchFamily="2" charset="0"/>
              </a:rPr>
              <a:t> K-Nearest Neighbors (KNN) algorithm operates on the principle of similarity where it predicts the label or value of a new data point by considering the labels or values of its K nearest neighbors in the training dataset.</a:t>
            </a:r>
          </a:p>
        </p:txBody>
      </p:sp>
      <p:pic>
        <p:nvPicPr>
          <p:cNvPr id="7" name="Picture 6">
            <a:extLst>
              <a:ext uri="{FF2B5EF4-FFF2-40B4-BE49-F238E27FC236}">
                <a16:creationId xmlns:a16="http://schemas.microsoft.com/office/drawing/2014/main" id="{7FE4D9B7-B6D1-8821-CA22-26CF26B5B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295" y="1352076"/>
            <a:ext cx="10925796" cy="5239643"/>
          </a:xfrm>
          <a:prstGeom prst="rect">
            <a:avLst/>
          </a:prstGeom>
        </p:spPr>
      </p:pic>
    </p:spTree>
    <p:extLst>
      <p:ext uri="{BB962C8B-B14F-4D97-AF65-F5344CB8AC3E}">
        <p14:creationId xmlns:p14="http://schemas.microsoft.com/office/powerpoint/2010/main" val="3869140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AA2B0D-5C35-2EBE-5E46-E53FC0BA0F86}"/>
              </a:ext>
            </a:extLst>
          </p:cNvPr>
          <p:cNvSpPr txBox="1"/>
          <p:nvPr/>
        </p:nvSpPr>
        <p:spPr>
          <a:xfrm>
            <a:off x="313173" y="181225"/>
            <a:ext cx="11565653" cy="3624069"/>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FF0000"/>
                </a:solidFill>
                <a:effectLst/>
                <a:latin typeface="Nunito" pitchFamily="2" charset="0"/>
              </a:rPr>
              <a:t>Step 1: Selecting the optimal value of K</a:t>
            </a:r>
          </a:p>
          <a:p>
            <a:pPr algn="l" fontAlgn="base">
              <a:spcAft>
                <a:spcPts val="1800"/>
              </a:spcAft>
              <a:buFont typeface="Arial" panose="020B0604020202020204" pitchFamily="34" charset="0"/>
              <a:buChar char="•"/>
            </a:pPr>
            <a:r>
              <a:rPr lang="en-US" b="0" i="0" dirty="0">
                <a:solidFill>
                  <a:srgbClr val="FF0000"/>
                </a:solidFill>
                <a:effectLst/>
                <a:latin typeface="Nunito" pitchFamily="2" charset="0"/>
              </a:rPr>
              <a:t>K represents the number of nearest neighbors that needs to be considered while making prediction.</a:t>
            </a:r>
          </a:p>
          <a:p>
            <a:pPr algn="l" fontAlgn="base">
              <a:lnSpc>
                <a:spcPts val="2100"/>
              </a:lnSpc>
              <a:spcBef>
                <a:spcPts val="1800"/>
              </a:spcBef>
              <a:spcAft>
                <a:spcPts val="1800"/>
              </a:spcAft>
              <a:buNone/>
            </a:pPr>
            <a:r>
              <a:rPr lang="en-US" b="1" i="0" dirty="0">
                <a:solidFill>
                  <a:srgbClr val="FF0000"/>
                </a:solidFill>
                <a:effectLst/>
                <a:latin typeface="Nunito" pitchFamily="2" charset="0"/>
              </a:rPr>
              <a:t>Step 2: Calculating distance</a:t>
            </a:r>
          </a:p>
          <a:p>
            <a:pPr algn="l" fontAlgn="base">
              <a:spcAft>
                <a:spcPts val="1800"/>
              </a:spcAft>
              <a:buFont typeface="Arial" panose="020B0604020202020204" pitchFamily="34" charset="0"/>
              <a:buChar char="•"/>
            </a:pPr>
            <a:r>
              <a:rPr lang="en-US" b="0" i="0" dirty="0">
                <a:solidFill>
                  <a:srgbClr val="FF0000"/>
                </a:solidFill>
                <a:effectLst/>
                <a:latin typeface="Nunito" pitchFamily="2" charset="0"/>
              </a:rPr>
              <a:t>To measure the similarity between target and training data points Euclidean distance is widely used. Distance is calculated between data points in the dataset and target point.</a:t>
            </a:r>
          </a:p>
          <a:p>
            <a:pPr algn="l" fontAlgn="base">
              <a:lnSpc>
                <a:spcPts val="2100"/>
              </a:lnSpc>
              <a:spcBef>
                <a:spcPts val="1800"/>
              </a:spcBef>
              <a:spcAft>
                <a:spcPts val="1800"/>
              </a:spcAft>
              <a:buNone/>
            </a:pPr>
            <a:r>
              <a:rPr lang="en-US" b="1" i="0" dirty="0">
                <a:solidFill>
                  <a:srgbClr val="FF0000"/>
                </a:solidFill>
                <a:effectLst/>
                <a:latin typeface="Nunito" pitchFamily="2" charset="0"/>
              </a:rPr>
              <a:t>Step 3: Finding Nearest Neighbors</a:t>
            </a:r>
          </a:p>
          <a:p>
            <a:pPr algn="l" fontAlgn="base">
              <a:spcAft>
                <a:spcPts val="1800"/>
              </a:spcAft>
              <a:buFont typeface="Arial" panose="020B0604020202020204" pitchFamily="34" charset="0"/>
              <a:buChar char="•"/>
            </a:pPr>
            <a:r>
              <a:rPr lang="en-US" b="0" i="0" dirty="0">
                <a:solidFill>
                  <a:srgbClr val="FF0000"/>
                </a:solidFill>
                <a:effectLst/>
                <a:latin typeface="Nunito" pitchFamily="2" charset="0"/>
              </a:rPr>
              <a:t>The k data points with the smallest distances to the target point are nearest neighbors.</a:t>
            </a:r>
          </a:p>
        </p:txBody>
      </p:sp>
    </p:spTree>
    <p:extLst>
      <p:ext uri="{BB962C8B-B14F-4D97-AF65-F5344CB8AC3E}">
        <p14:creationId xmlns:p14="http://schemas.microsoft.com/office/powerpoint/2010/main" val="570632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EB8273-DFA5-FF37-F687-B10EE36D7B16}"/>
              </a:ext>
            </a:extLst>
          </p:cNvPr>
          <p:cNvSpPr txBox="1"/>
          <p:nvPr/>
        </p:nvSpPr>
        <p:spPr>
          <a:xfrm>
            <a:off x="272980" y="376977"/>
            <a:ext cx="11646039" cy="2485296"/>
          </a:xfrm>
          <a:prstGeom prst="rect">
            <a:avLst/>
          </a:prstGeom>
          <a:noFill/>
        </p:spPr>
        <p:txBody>
          <a:bodyPr wrap="square">
            <a:spAutoFit/>
          </a:bodyPr>
          <a:lstStyle/>
          <a:p>
            <a:pPr algn="l" fontAlgn="base">
              <a:lnSpc>
                <a:spcPts val="2100"/>
              </a:lnSpc>
              <a:spcBef>
                <a:spcPts val="1800"/>
              </a:spcBef>
              <a:spcAft>
                <a:spcPts val="1800"/>
              </a:spcAft>
              <a:buNone/>
            </a:pPr>
            <a:r>
              <a:rPr lang="en-US" b="1" i="0" dirty="0">
                <a:effectLst/>
                <a:latin typeface="Nunito" pitchFamily="2" charset="0"/>
              </a:rPr>
              <a:t>Step 4: Voting for Classification or Taking Average for Regression</a:t>
            </a:r>
          </a:p>
          <a:p>
            <a:pPr algn="l" fontAlgn="base">
              <a:spcAft>
                <a:spcPts val="1800"/>
              </a:spcAft>
              <a:buFont typeface="Arial" panose="020B0604020202020204" pitchFamily="34" charset="0"/>
              <a:buChar char="•"/>
            </a:pPr>
            <a:r>
              <a:rPr lang="en-US" b="0" i="0" dirty="0">
                <a:effectLst/>
                <a:latin typeface="Nunito" pitchFamily="2" charset="0"/>
              </a:rPr>
              <a:t>When you want to classify a data point into a category like spam or not spam, the KNN algorithm looks at the K closest points in the dataset. These closest points are called neighbors. The algorithm then looks at which category the neighbors belong to and picks the one that appears the most. This is called majority voting.</a:t>
            </a:r>
          </a:p>
          <a:p>
            <a:pPr algn="l" fontAlgn="base">
              <a:spcAft>
                <a:spcPts val="1800"/>
              </a:spcAft>
              <a:buFont typeface="Arial" panose="020B0604020202020204" pitchFamily="34" charset="0"/>
              <a:buChar char="•"/>
            </a:pPr>
            <a:r>
              <a:rPr lang="en-US" b="0" i="0" dirty="0">
                <a:effectLst/>
                <a:latin typeface="Nunito" pitchFamily="2" charset="0"/>
              </a:rPr>
              <a:t>In regression, the algorithm still looks for the K closest points. But instead of voting for a class in classification, it takes the average of the values of those K neighbors. This average is the predicted value for the new point for the algorithm.</a:t>
            </a:r>
          </a:p>
        </p:txBody>
      </p:sp>
      <p:sp>
        <p:nvSpPr>
          <p:cNvPr id="5" name="TextBox 4">
            <a:extLst>
              <a:ext uri="{FF2B5EF4-FFF2-40B4-BE49-F238E27FC236}">
                <a16:creationId xmlns:a16="http://schemas.microsoft.com/office/drawing/2014/main" id="{7C37EB0F-40F6-DD1D-4AB6-36057A615902}"/>
              </a:ext>
            </a:extLst>
          </p:cNvPr>
          <p:cNvSpPr txBox="1"/>
          <p:nvPr/>
        </p:nvSpPr>
        <p:spPr>
          <a:xfrm>
            <a:off x="272980" y="2967335"/>
            <a:ext cx="11555604" cy="923330"/>
          </a:xfrm>
          <a:prstGeom prst="rect">
            <a:avLst/>
          </a:prstGeom>
          <a:noFill/>
        </p:spPr>
        <p:txBody>
          <a:bodyPr wrap="square">
            <a:spAutoFit/>
          </a:bodyPr>
          <a:lstStyle/>
          <a:p>
            <a:r>
              <a:rPr lang="en-US" b="0" i="0" dirty="0">
                <a:solidFill>
                  <a:srgbClr val="FF0000"/>
                </a:solidFill>
                <a:effectLst/>
                <a:latin typeface="Nunito" pitchFamily="2" charset="0"/>
              </a:rPr>
              <a:t>It shows how a test point is classified based on its nearest neighbors. As the test point moves the algorithm identifies the closest 'k' data points i.e. 5 in this case and assigns test point the majority class label that is grey label class here.</a:t>
            </a:r>
            <a:endParaRPr lang="en-IN" dirty="0">
              <a:solidFill>
                <a:srgbClr val="FF0000"/>
              </a:solidFill>
            </a:endParaRPr>
          </a:p>
        </p:txBody>
      </p:sp>
      <p:sp>
        <p:nvSpPr>
          <p:cNvPr id="6" name="Rectangle 1">
            <a:extLst>
              <a:ext uri="{FF2B5EF4-FFF2-40B4-BE49-F238E27FC236}">
                <a16:creationId xmlns:a16="http://schemas.microsoft.com/office/drawing/2014/main" id="{E16BCF81-E381-1F32-D6F5-68D57CC6D94A}"/>
              </a:ext>
            </a:extLst>
          </p:cNvPr>
          <p:cNvSpPr>
            <a:spLocks noChangeArrowheads="1"/>
          </p:cNvSpPr>
          <p:nvPr/>
        </p:nvSpPr>
        <p:spPr bwMode="auto">
          <a:xfrm>
            <a:off x="472273" y="3995727"/>
            <a:ext cx="8450664" cy="2154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Inter"/>
              </a:rPr>
              <a:t>Feature Space and Similarity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Inter"/>
              </a:rPr>
              <a:t>The cornerstone of KNN is the concept of similarity or distance in feature space. Each data point is represented as a vector in a multi-dimensional space, where each dimension corresponds to a feature. The similarity between two data points is inversely related to the distance between them in this feature space—the closer two points are, the more similar they are considered to be.</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68801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2AED57F-D15D-9BE8-CC04-C6ADA7CA74E3}"/>
              </a:ext>
            </a:extLst>
          </p:cNvPr>
          <p:cNvGrpSpPr/>
          <p:nvPr/>
        </p:nvGrpSpPr>
        <p:grpSpPr>
          <a:xfrm>
            <a:off x="1498435" y="780828"/>
            <a:ext cx="4009320" cy="2431800"/>
            <a:chOff x="1498435" y="780828"/>
            <a:chExt cx="4009320" cy="243180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04802AB-BD9F-5702-0E82-B94310A649F2}"/>
                    </a:ext>
                  </a:extLst>
                </p14:cNvPr>
                <p14:cNvContentPartPr/>
                <p14:nvPr/>
              </p14:nvContentPartPr>
              <p14:xfrm>
                <a:off x="1627315" y="780828"/>
                <a:ext cx="126360" cy="1459080"/>
              </p14:xfrm>
            </p:contentPart>
          </mc:Choice>
          <mc:Fallback>
            <p:pic>
              <p:nvPicPr>
                <p:cNvPr id="2" name="Ink 1">
                  <a:extLst>
                    <a:ext uri="{FF2B5EF4-FFF2-40B4-BE49-F238E27FC236}">
                      <a16:creationId xmlns:a16="http://schemas.microsoft.com/office/drawing/2014/main" id="{104802AB-BD9F-5702-0E82-B94310A649F2}"/>
                    </a:ext>
                  </a:extLst>
                </p:cNvPr>
                <p:cNvPicPr/>
                <p:nvPr/>
              </p:nvPicPr>
              <p:blipFill>
                <a:blip r:embed="rId3"/>
                <a:stretch>
                  <a:fillRect/>
                </a:stretch>
              </p:blipFill>
              <p:spPr>
                <a:xfrm>
                  <a:off x="1622995" y="776508"/>
                  <a:ext cx="135000" cy="1467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283614FB-5800-6CF7-2455-EB2D70D103AD}"/>
                    </a:ext>
                  </a:extLst>
                </p14:cNvPr>
                <p14:cNvContentPartPr/>
                <p14:nvPr/>
              </p14:nvContentPartPr>
              <p14:xfrm>
                <a:off x="1498435" y="2139468"/>
                <a:ext cx="4009320" cy="1073160"/>
              </p14:xfrm>
            </p:contentPart>
          </mc:Choice>
          <mc:Fallback>
            <p:pic>
              <p:nvPicPr>
                <p:cNvPr id="3" name="Ink 2">
                  <a:extLst>
                    <a:ext uri="{FF2B5EF4-FFF2-40B4-BE49-F238E27FC236}">
                      <a16:creationId xmlns:a16="http://schemas.microsoft.com/office/drawing/2014/main" id="{283614FB-5800-6CF7-2455-EB2D70D103AD}"/>
                    </a:ext>
                  </a:extLst>
                </p:cNvPr>
                <p:cNvPicPr/>
                <p:nvPr/>
              </p:nvPicPr>
              <p:blipFill>
                <a:blip r:embed="rId5"/>
                <a:stretch>
                  <a:fillRect/>
                </a:stretch>
              </p:blipFill>
              <p:spPr>
                <a:xfrm>
                  <a:off x="1494115" y="2135148"/>
                  <a:ext cx="4017960" cy="1081800"/>
                </a:xfrm>
                <a:prstGeom prst="rect">
                  <a:avLst/>
                </a:prstGeom>
              </p:spPr>
            </p:pic>
          </mc:Fallback>
        </mc:AlternateContent>
      </p:grpSp>
      <p:grpSp>
        <p:nvGrpSpPr>
          <p:cNvPr id="25" name="Group 24">
            <a:extLst>
              <a:ext uri="{FF2B5EF4-FFF2-40B4-BE49-F238E27FC236}">
                <a16:creationId xmlns:a16="http://schemas.microsoft.com/office/drawing/2014/main" id="{863ED69E-0A57-77A6-65AF-11474BCBAC45}"/>
              </a:ext>
            </a:extLst>
          </p:cNvPr>
          <p:cNvGrpSpPr/>
          <p:nvPr/>
        </p:nvGrpSpPr>
        <p:grpSpPr>
          <a:xfrm>
            <a:off x="2189275" y="849228"/>
            <a:ext cx="2288880" cy="1153800"/>
            <a:chOff x="2189275" y="849228"/>
            <a:chExt cx="2288880" cy="1153800"/>
          </a:xfrm>
        </p:grpSpPr>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B9A03DA3-57A0-DF33-41CA-81FCA84A17B1}"/>
                    </a:ext>
                  </a:extLst>
                </p14:cNvPr>
                <p14:cNvContentPartPr/>
                <p14:nvPr/>
              </p14:nvContentPartPr>
              <p14:xfrm>
                <a:off x="2189275" y="1769388"/>
                <a:ext cx="405360" cy="163080"/>
              </p14:xfrm>
            </p:contentPart>
          </mc:Choice>
          <mc:Fallback>
            <p:pic>
              <p:nvPicPr>
                <p:cNvPr id="5" name="Ink 4">
                  <a:extLst>
                    <a:ext uri="{FF2B5EF4-FFF2-40B4-BE49-F238E27FC236}">
                      <a16:creationId xmlns:a16="http://schemas.microsoft.com/office/drawing/2014/main" id="{B9A03DA3-57A0-DF33-41CA-81FCA84A17B1}"/>
                    </a:ext>
                  </a:extLst>
                </p:cNvPr>
                <p:cNvPicPr/>
                <p:nvPr/>
              </p:nvPicPr>
              <p:blipFill>
                <a:blip r:embed="rId7"/>
                <a:stretch>
                  <a:fillRect/>
                </a:stretch>
              </p:blipFill>
              <p:spPr>
                <a:xfrm>
                  <a:off x="2180275" y="1760748"/>
                  <a:ext cx="42300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41D980AE-DC74-2CB6-04F7-E49EA84096E5}"/>
                    </a:ext>
                  </a:extLst>
                </p14:cNvPr>
                <p14:cNvContentPartPr/>
                <p14:nvPr/>
              </p14:nvContentPartPr>
              <p14:xfrm>
                <a:off x="2338675" y="1702068"/>
                <a:ext cx="210240" cy="300960"/>
              </p14:xfrm>
            </p:contentPart>
          </mc:Choice>
          <mc:Fallback>
            <p:pic>
              <p:nvPicPr>
                <p:cNvPr id="6" name="Ink 5">
                  <a:extLst>
                    <a:ext uri="{FF2B5EF4-FFF2-40B4-BE49-F238E27FC236}">
                      <a16:creationId xmlns:a16="http://schemas.microsoft.com/office/drawing/2014/main" id="{41D980AE-DC74-2CB6-04F7-E49EA84096E5}"/>
                    </a:ext>
                  </a:extLst>
                </p:cNvPr>
                <p:cNvPicPr/>
                <p:nvPr/>
              </p:nvPicPr>
              <p:blipFill>
                <a:blip r:embed="rId9"/>
                <a:stretch>
                  <a:fillRect/>
                </a:stretch>
              </p:blipFill>
              <p:spPr>
                <a:xfrm>
                  <a:off x="2329675" y="1693428"/>
                  <a:ext cx="227880" cy="3186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1EE6704D-7C47-A9C8-CA0C-56DC3E8596D6}"/>
                    </a:ext>
                  </a:extLst>
                </p14:cNvPr>
                <p14:cNvContentPartPr/>
                <p14:nvPr/>
              </p14:nvContentPartPr>
              <p14:xfrm>
                <a:off x="2800555" y="1706388"/>
                <a:ext cx="270360" cy="129600"/>
              </p14:xfrm>
            </p:contentPart>
          </mc:Choice>
          <mc:Fallback>
            <p:pic>
              <p:nvPicPr>
                <p:cNvPr id="7" name="Ink 6">
                  <a:extLst>
                    <a:ext uri="{FF2B5EF4-FFF2-40B4-BE49-F238E27FC236}">
                      <a16:creationId xmlns:a16="http://schemas.microsoft.com/office/drawing/2014/main" id="{1EE6704D-7C47-A9C8-CA0C-56DC3E8596D6}"/>
                    </a:ext>
                  </a:extLst>
                </p:cNvPr>
                <p:cNvPicPr/>
                <p:nvPr/>
              </p:nvPicPr>
              <p:blipFill>
                <a:blip r:embed="rId11"/>
                <a:stretch>
                  <a:fillRect/>
                </a:stretch>
              </p:blipFill>
              <p:spPr>
                <a:xfrm>
                  <a:off x="2791555" y="1697748"/>
                  <a:ext cx="28800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251352BE-6AE6-415F-EB14-FAB970EA0330}"/>
                    </a:ext>
                  </a:extLst>
                </p14:cNvPr>
                <p14:cNvContentPartPr/>
                <p14:nvPr/>
              </p14:nvContentPartPr>
              <p14:xfrm>
                <a:off x="3024835" y="1664268"/>
                <a:ext cx="180000" cy="223920"/>
              </p14:xfrm>
            </p:contentPart>
          </mc:Choice>
          <mc:Fallback>
            <p:pic>
              <p:nvPicPr>
                <p:cNvPr id="8" name="Ink 7">
                  <a:extLst>
                    <a:ext uri="{FF2B5EF4-FFF2-40B4-BE49-F238E27FC236}">
                      <a16:creationId xmlns:a16="http://schemas.microsoft.com/office/drawing/2014/main" id="{251352BE-6AE6-415F-EB14-FAB970EA0330}"/>
                    </a:ext>
                  </a:extLst>
                </p:cNvPr>
                <p:cNvPicPr/>
                <p:nvPr/>
              </p:nvPicPr>
              <p:blipFill>
                <a:blip r:embed="rId13"/>
                <a:stretch>
                  <a:fillRect/>
                </a:stretch>
              </p:blipFill>
              <p:spPr>
                <a:xfrm>
                  <a:off x="3015835" y="1655268"/>
                  <a:ext cx="19764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5AB7FA9B-3196-172E-C015-424DD0CA6A2B}"/>
                    </a:ext>
                  </a:extLst>
                </p14:cNvPr>
                <p14:cNvContentPartPr/>
                <p14:nvPr/>
              </p14:nvContentPartPr>
              <p14:xfrm>
                <a:off x="3390235" y="1669668"/>
                <a:ext cx="377640" cy="80640"/>
              </p14:xfrm>
            </p:contentPart>
          </mc:Choice>
          <mc:Fallback>
            <p:pic>
              <p:nvPicPr>
                <p:cNvPr id="9" name="Ink 8">
                  <a:extLst>
                    <a:ext uri="{FF2B5EF4-FFF2-40B4-BE49-F238E27FC236}">
                      <a16:creationId xmlns:a16="http://schemas.microsoft.com/office/drawing/2014/main" id="{5AB7FA9B-3196-172E-C015-424DD0CA6A2B}"/>
                    </a:ext>
                  </a:extLst>
                </p:cNvPr>
                <p:cNvPicPr/>
                <p:nvPr/>
              </p:nvPicPr>
              <p:blipFill>
                <a:blip r:embed="rId15"/>
                <a:stretch>
                  <a:fillRect/>
                </a:stretch>
              </p:blipFill>
              <p:spPr>
                <a:xfrm>
                  <a:off x="3381235" y="1660668"/>
                  <a:ext cx="39528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658C4DA2-4098-64DC-BD20-31A1E7388FD0}"/>
                    </a:ext>
                  </a:extLst>
                </p14:cNvPr>
                <p14:cNvContentPartPr/>
                <p14:nvPr/>
              </p14:nvContentPartPr>
              <p14:xfrm>
                <a:off x="3592555" y="1516668"/>
                <a:ext cx="237960" cy="213120"/>
              </p14:xfrm>
            </p:contentPart>
          </mc:Choice>
          <mc:Fallback>
            <p:pic>
              <p:nvPicPr>
                <p:cNvPr id="10" name="Ink 9">
                  <a:extLst>
                    <a:ext uri="{FF2B5EF4-FFF2-40B4-BE49-F238E27FC236}">
                      <a16:creationId xmlns:a16="http://schemas.microsoft.com/office/drawing/2014/main" id="{658C4DA2-4098-64DC-BD20-31A1E7388FD0}"/>
                    </a:ext>
                  </a:extLst>
                </p:cNvPr>
                <p:cNvPicPr/>
                <p:nvPr/>
              </p:nvPicPr>
              <p:blipFill>
                <a:blip r:embed="rId17"/>
                <a:stretch>
                  <a:fillRect/>
                </a:stretch>
              </p:blipFill>
              <p:spPr>
                <a:xfrm>
                  <a:off x="3583915" y="1507668"/>
                  <a:ext cx="25560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B3A4A2B7-8DE9-5B61-B013-3C470F8C4A72}"/>
                    </a:ext>
                  </a:extLst>
                </p14:cNvPr>
                <p14:cNvContentPartPr/>
                <p14:nvPr/>
              </p14:nvContentPartPr>
              <p14:xfrm>
                <a:off x="3930235" y="1281228"/>
                <a:ext cx="547920" cy="90360"/>
              </p14:xfrm>
            </p:contentPart>
          </mc:Choice>
          <mc:Fallback>
            <p:pic>
              <p:nvPicPr>
                <p:cNvPr id="11" name="Ink 10">
                  <a:extLst>
                    <a:ext uri="{FF2B5EF4-FFF2-40B4-BE49-F238E27FC236}">
                      <a16:creationId xmlns:a16="http://schemas.microsoft.com/office/drawing/2014/main" id="{B3A4A2B7-8DE9-5B61-B013-3C470F8C4A72}"/>
                    </a:ext>
                  </a:extLst>
                </p:cNvPr>
                <p:cNvPicPr/>
                <p:nvPr/>
              </p:nvPicPr>
              <p:blipFill>
                <a:blip r:embed="rId19"/>
                <a:stretch>
                  <a:fillRect/>
                </a:stretch>
              </p:blipFill>
              <p:spPr>
                <a:xfrm>
                  <a:off x="3921595" y="1272228"/>
                  <a:ext cx="56556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4DEFF112-5D62-B872-3B45-F3EF1D4D0A48}"/>
                    </a:ext>
                  </a:extLst>
                </p14:cNvPr>
                <p14:cNvContentPartPr/>
                <p14:nvPr/>
              </p14:nvContentPartPr>
              <p14:xfrm>
                <a:off x="4194475" y="969828"/>
                <a:ext cx="255960" cy="296640"/>
              </p14:xfrm>
            </p:contentPart>
          </mc:Choice>
          <mc:Fallback>
            <p:pic>
              <p:nvPicPr>
                <p:cNvPr id="12" name="Ink 11">
                  <a:extLst>
                    <a:ext uri="{FF2B5EF4-FFF2-40B4-BE49-F238E27FC236}">
                      <a16:creationId xmlns:a16="http://schemas.microsoft.com/office/drawing/2014/main" id="{4DEFF112-5D62-B872-3B45-F3EF1D4D0A48}"/>
                    </a:ext>
                  </a:extLst>
                </p:cNvPr>
                <p:cNvPicPr/>
                <p:nvPr/>
              </p:nvPicPr>
              <p:blipFill>
                <a:blip r:embed="rId21"/>
                <a:stretch>
                  <a:fillRect/>
                </a:stretch>
              </p:blipFill>
              <p:spPr>
                <a:xfrm>
                  <a:off x="4185475" y="960828"/>
                  <a:ext cx="273600" cy="3142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8825152A-6239-90E7-4563-2E99161AEA79}"/>
                    </a:ext>
                  </a:extLst>
                </p14:cNvPr>
                <p14:cNvContentPartPr/>
                <p14:nvPr/>
              </p14:nvContentPartPr>
              <p14:xfrm>
                <a:off x="4065235" y="1011948"/>
                <a:ext cx="335520" cy="136080"/>
              </p14:xfrm>
            </p:contentPart>
          </mc:Choice>
          <mc:Fallback>
            <p:pic>
              <p:nvPicPr>
                <p:cNvPr id="13" name="Ink 12">
                  <a:extLst>
                    <a:ext uri="{FF2B5EF4-FFF2-40B4-BE49-F238E27FC236}">
                      <a16:creationId xmlns:a16="http://schemas.microsoft.com/office/drawing/2014/main" id="{8825152A-6239-90E7-4563-2E99161AEA79}"/>
                    </a:ext>
                  </a:extLst>
                </p:cNvPr>
                <p:cNvPicPr/>
                <p:nvPr/>
              </p:nvPicPr>
              <p:blipFill>
                <a:blip r:embed="rId23"/>
                <a:stretch>
                  <a:fillRect/>
                </a:stretch>
              </p:blipFill>
              <p:spPr>
                <a:xfrm>
                  <a:off x="4056595" y="1003308"/>
                  <a:ext cx="35316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2B69E7EF-09C1-FDF9-9635-696121A9C16D}"/>
                    </a:ext>
                  </a:extLst>
                </p14:cNvPr>
                <p14:cNvContentPartPr/>
                <p14:nvPr/>
              </p14:nvContentPartPr>
              <p14:xfrm>
                <a:off x="3584995" y="849228"/>
                <a:ext cx="274680" cy="237960"/>
              </p14:xfrm>
            </p:contentPart>
          </mc:Choice>
          <mc:Fallback>
            <p:pic>
              <p:nvPicPr>
                <p:cNvPr id="14" name="Ink 13">
                  <a:extLst>
                    <a:ext uri="{FF2B5EF4-FFF2-40B4-BE49-F238E27FC236}">
                      <a16:creationId xmlns:a16="http://schemas.microsoft.com/office/drawing/2014/main" id="{2B69E7EF-09C1-FDF9-9635-696121A9C16D}"/>
                    </a:ext>
                  </a:extLst>
                </p:cNvPr>
                <p:cNvPicPr/>
                <p:nvPr/>
              </p:nvPicPr>
              <p:blipFill>
                <a:blip r:embed="rId25"/>
                <a:stretch>
                  <a:fillRect/>
                </a:stretch>
              </p:blipFill>
              <p:spPr>
                <a:xfrm>
                  <a:off x="3575995" y="840228"/>
                  <a:ext cx="29232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40AF3BCD-2177-5F13-8BDB-A87CFB27A089}"/>
                    </a:ext>
                  </a:extLst>
                </p14:cNvPr>
                <p14:cNvContentPartPr/>
                <p14:nvPr/>
              </p14:nvContentPartPr>
              <p14:xfrm>
                <a:off x="3173155" y="1009788"/>
                <a:ext cx="213840" cy="145800"/>
              </p14:xfrm>
            </p:contentPart>
          </mc:Choice>
          <mc:Fallback>
            <p:pic>
              <p:nvPicPr>
                <p:cNvPr id="15" name="Ink 14">
                  <a:extLst>
                    <a:ext uri="{FF2B5EF4-FFF2-40B4-BE49-F238E27FC236}">
                      <a16:creationId xmlns:a16="http://schemas.microsoft.com/office/drawing/2014/main" id="{40AF3BCD-2177-5F13-8BDB-A87CFB27A089}"/>
                    </a:ext>
                  </a:extLst>
                </p:cNvPr>
                <p:cNvPicPr/>
                <p:nvPr/>
              </p:nvPicPr>
              <p:blipFill>
                <a:blip r:embed="rId27"/>
                <a:stretch>
                  <a:fillRect/>
                </a:stretch>
              </p:blipFill>
              <p:spPr>
                <a:xfrm>
                  <a:off x="3164155" y="1001148"/>
                  <a:ext cx="23148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2B8B950B-24C4-FC89-663D-E716EE4EE67B}"/>
                    </a:ext>
                  </a:extLst>
                </p14:cNvPr>
                <p14:cNvContentPartPr/>
                <p14:nvPr/>
              </p14:nvContentPartPr>
              <p14:xfrm>
                <a:off x="3140395" y="1013028"/>
                <a:ext cx="679320" cy="169560"/>
              </p14:xfrm>
            </p:contentPart>
          </mc:Choice>
          <mc:Fallback>
            <p:pic>
              <p:nvPicPr>
                <p:cNvPr id="16" name="Ink 15">
                  <a:extLst>
                    <a:ext uri="{FF2B5EF4-FFF2-40B4-BE49-F238E27FC236}">
                      <a16:creationId xmlns:a16="http://schemas.microsoft.com/office/drawing/2014/main" id="{2B8B950B-24C4-FC89-663D-E716EE4EE67B}"/>
                    </a:ext>
                  </a:extLst>
                </p:cNvPr>
                <p:cNvPicPr/>
                <p:nvPr/>
              </p:nvPicPr>
              <p:blipFill>
                <a:blip r:embed="rId29"/>
                <a:stretch>
                  <a:fillRect/>
                </a:stretch>
              </p:blipFill>
              <p:spPr>
                <a:xfrm>
                  <a:off x="3131755" y="1004388"/>
                  <a:ext cx="69696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041CFAC7-83FA-CBBE-B229-60C3E0CA0CBC}"/>
                    </a:ext>
                  </a:extLst>
                </p14:cNvPr>
                <p14:cNvContentPartPr/>
                <p14:nvPr/>
              </p14:nvContentPartPr>
              <p14:xfrm>
                <a:off x="3158755" y="986028"/>
                <a:ext cx="345240" cy="129600"/>
              </p14:xfrm>
            </p:contentPart>
          </mc:Choice>
          <mc:Fallback>
            <p:pic>
              <p:nvPicPr>
                <p:cNvPr id="17" name="Ink 16">
                  <a:extLst>
                    <a:ext uri="{FF2B5EF4-FFF2-40B4-BE49-F238E27FC236}">
                      <a16:creationId xmlns:a16="http://schemas.microsoft.com/office/drawing/2014/main" id="{041CFAC7-83FA-CBBE-B229-60C3E0CA0CBC}"/>
                    </a:ext>
                  </a:extLst>
                </p:cNvPr>
                <p:cNvPicPr/>
                <p:nvPr/>
              </p:nvPicPr>
              <p:blipFill>
                <a:blip r:embed="rId31"/>
                <a:stretch>
                  <a:fillRect/>
                </a:stretch>
              </p:blipFill>
              <p:spPr>
                <a:xfrm>
                  <a:off x="3149755" y="977028"/>
                  <a:ext cx="36288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8" name="Ink 17">
                  <a:extLst>
                    <a:ext uri="{FF2B5EF4-FFF2-40B4-BE49-F238E27FC236}">
                      <a16:creationId xmlns:a16="http://schemas.microsoft.com/office/drawing/2014/main" id="{7920EEA4-1747-C770-EA0E-C80CBEB08860}"/>
                    </a:ext>
                  </a:extLst>
                </p14:cNvPr>
                <p14:cNvContentPartPr/>
                <p14:nvPr/>
              </p14:nvContentPartPr>
              <p14:xfrm>
                <a:off x="3140395" y="1218228"/>
                <a:ext cx="318600" cy="95760"/>
              </p14:xfrm>
            </p:contentPart>
          </mc:Choice>
          <mc:Fallback>
            <p:pic>
              <p:nvPicPr>
                <p:cNvPr id="18" name="Ink 17">
                  <a:extLst>
                    <a:ext uri="{FF2B5EF4-FFF2-40B4-BE49-F238E27FC236}">
                      <a16:creationId xmlns:a16="http://schemas.microsoft.com/office/drawing/2014/main" id="{7920EEA4-1747-C770-EA0E-C80CBEB08860}"/>
                    </a:ext>
                  </a:extLst>
                </p:cNvPr>
                <p:cNvPicPr/>
                <p:nvPr/>
              </p:nvPicPr>
              <p:blipFill>
                <a:blip r:embed="rId33"/>
                <a:stretch>
                  <a:fillRect/>
                </a:stretch>
              </p:blipFill>
              <p:spPr>
                <a:xfrm>
                  <a:off x="3131755" y="1209228"/>
                  <a:ext cx="33624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53D06BCF-E22D-B274-88A6-D60A86970A48}"/>
                    </a:ext>
                  </a:extLst>
                </p14:cNvPr>
                <p14:cNvContentPartPr/>
                <p14:nvPr/>
              </p14:nvContentPartPr>
              <p14:xfrm>
                <a:off x="2506435" y="1292028"/>
                <a:ext cx="321120" cy="220680"/>
              </p14:xfrm>
            </p:contentPart>
          </mc:Choice>
          <mc:Fallback>
            <p:pic>
              <p:nvPicPr>
                <p:cNvPr id="20" name="Ink 19">
                  <a:extLst>
                    <a:ext uri="{FF2B5EF4-FFF2-40B4-BE49-F238E27FC236}">
                      <a16:creationId xmlns:a16="http://schemas.microsoft.com/office/drawing/2014/main" id="{53D06BCF-E22D-B274-88A6-D60A86970A48}"/>
                    </a:ext>
                  </a:extLst>
                </p:cNvPr>
                <p:cNvPicPr/>
                <p:nvPr/>
              </p:nvPicPr>
              <p:blipFill>
                <a:blip r:embed="rId35"/>
                <a:stretch>
                  <a:fillRect/>
                </a:stretch>
              </p:blipFill>
              <p:spPr>
                <a:xfrm>
                  <a:off x="2497435" y="1283028"/>
                  <a:ext cx="33876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11C236D4-B70C-0DE3-4FAD-9F26D7FC61C6}"/>
                    </a:ext>
                  </a:extLst>
                </p14:cNvPr>
                <p14:cNvContentPartPr/>
                <p14:nvPr/>
              </p14:nvContentPartPr>
              <p14:xfrm>
                <a:off x="2389435" y="1225788"/>
                <a:ext cx="376560" cy="259560"/>
              </p14:xfrm>
            </p:contentPart>
          </mc:Choice>
          <mc:Fallback>
            <p:pic>
              <p:nvPicPr>
                <p:cNvPr id="21" name="Ink 20">
                  <a:extLst>
                    <a:ext uri="{FF2B5EF4-FFF2-40B4-BE49-F238E27FC236}">
                      <a16:creationId xmlns:a16="http://schemas.microsoft.com/office/drawing/2014/main" id="{11C236D4-B70C-0DE3-4FAD-9F26D7FC61C6}"/>
                    </a:ext>
                  </a:extLst>
                </p:cNvPr>
                <p:cNvPicPr/>
                <p:nvPr/>
              </p:nvPicPr>
              <p:blipFill>
                <a:blip r:embed="rId37"/>
                <a:stretch>
                  <a:fillRect/>
                </a:stretch>
              </p:blipFill>
              <p:spPr>
                <a:xfrm>
                  <a:off x="2380435" y="1217148"/>
                  <a:ext cx="39420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81D43DCD-67E0-0A19-B061-6ED1D07B4771}"/>
                    </a:ext>
                  </a:extLst>
                </p14:cNvPr>
                <p14:cNvContentPartPr/>
                <p14:nvPr/>
              </p14:nvContentPartPr>
              <p14:xfrm>
                <a:off x="2691835" y="1480668"/>
                <a:ext cx="282600" cy="7920"/>
              </p14:xfrm>
            </p:contentPart>
          </mc:Choice>
          <mc:Fallback>
            <p:pic>
              <p:nvPicPr>
                <p:cNvPr id="22" name="Ink 21">
                  <a:extLst>
                    <a:ext uri="{FF2B5EF4-FFF2-40B4-BE49-F238E27FC236}">
                      <a16:creationId xmlns:a16="http://schemas.microsoft.com/office/drawing/2014/main" id="{81D43DCD-67E0-0A19-B061-6ED1D07B4771}"/>
                    </a:ext>
                  </a:extLst>
                </p:cNvPr>
                <p:cNvPicPr/>
                <p:nvPr/>
              </p:nvPicPr>
              <p:blipFill>
                <a:blip r:embed="rId39"/>
                <a:stretch>
                  <a:fillRect/>
                </a:stretch>
              </p:blipFill>
              <p:spPr>
                <a:xfrm>
                  <a:off x="2683195" y="1472028"/>
                  <a:ext cx="30024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0D4536AA-8E70-EDDE-6A43-CC99D7425B06}"/>
                    </a:ext>
                  </a:extLst>
                </p14:cNvPr>
                <p14:cNvContentPartPr/>
                <p14:nvPr/>
              </p14:nvContentPartPr>
              <p14:xfrm>
                <a:off x="3169555" y="1486428"/>
                <a:ext cx="317520" cy="101160"/>
              </p14:xfrm>
            </p:contentPart>
          </mc:Choice>
          <mc:Fallback>
            <p:pic>
              <p:nvPicPr>
                <p:cNvPr id="23" name="Ink 22">
                  <a:extLst>
                    <a:ext uri="{FF2B5EF4-FFF2-40B4-BE49-F238E27FC236}">
                      <a16:creationId xmlns:a16="http://schemas.microsoft.com/office/drawing/2014/main" id="{0D4536AA-8E70-EDDE-6A43-CC99D7425B06}"/>
                    </a:ext>
                  </a:extLst>
                </p:cNvPr>
                <p:cNvPicPr/>
                <p:nvPr/>
              </p:nvPicPr>
              <p:blipFill>
                <a:blip r:embed="rId41"/>
                <a:stretch>
                  <a:fillRect/>
                </a:stretch>
              </p:blipFill>
              <p:spPr>
                <a:xfrm>
                  <a:off x="3160555" y="1477428"/>
                  <a:ext cx="33516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FAE92C65-FAC9-C9F5-B411-4DF32933F8EB}"/>
                    </a:ext>
                  </a:extLst>
                </p14:cNvPr>
                <p14:cNvContentPartPr/>
                <p14:nvPr/>
              </p14:nvContentPartPr>
              <p14:xfrm>
                <a:off x="3187555" y="1555548"/>
                <a:ext cx="81000" cy="42840"/>
              </p14:xfrm>
            </p:contentPart>
          </mc:Choice>
          <mc:Fallback>
            <p:pic>
              <p:nvPicPr>
                <p:cNvPr id="24" name="Ink 23">
                  <a:extLst>
                    <a:ext uri="{FF2B5EF4-FFF2-40B4-BE49-F238E27FC236}">
                      <a16:creationId xmlns:a16="http://schemas.microsoft.com/office/drawing/2014/main" id="{FAE92C65-FAC9-C9F5-B411-4DF32933F8EB}"/>
                    </a:ext>
                  </a:extLst>
                </p:cNvPr>
                <p:cNvPicPr/>
                <p:nvPr/>
              </p:nvPicPr>
              <p:blipFill>
                <a:blip r:embed="rId43"/>
                <a:stretch>
                  <a:fillRect/>
                </a:stretch>
              </p:blipFill>
              <p:spPr>
                <a:xfrm>
                  <a:off x="3178915" y="1546908"/>
                  <a:ext cx="98640" cy="60480"/>
                </a:xfrm>
                <a:prstGeom prst="rect">
                  <a:avLst/>
                </a:prstGeom>
              </p:spPr>
            </p:pic>
          </mc:Fallback>
        </mc:AlternateContent>
      </p:grpSp>
      <p:grpSp>
        <p:nvGrpSpPr>
          <p:cNvPr id="38" name="Group 37">
            <a:extLst>
              <a:ext uri="{FF2B5EF4-FFF2-40B4-BE49-F238E27FC236}">
                <a16:creationId xmlns:a16="http://schemas.microsoft.com/office/drawing/2014/main" id="{BF57D190-6BDE-B021-5AB8-8C2BD23B4C98}"/>
              </a:ext>
            </a:extLst>
          </p:cNvPr>
          <p:cNvGrpSpPr/>
          <p:nvPr/>
        </p:nvGrpSpPr>
        <p:grpSpPr>
          <a:xfrm>
            <a:off x="3410755" y="1617468"/>
            <a:ext cx="2460960" cy="1271520"/>
            <a:chOff x="3410755" y="1617468"/>
            <a:chExt cx="2460960" cy="1271520"/>
          </a:xfrm>
        </p:grpSpPr>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7A1B6438-0881-809F-FCF1-9DC6896D5E67}"/>
                    </a:ext>
                  </a:extLst>
                </p14:cNvPr>
                <p14:cNvContentPartPr/>
                <p14:nvPr/>
              </p14:nvContentPartPr>
              <p14:xfrm>
                <a:off x="3428755" y="2644908"/>
                <a:ext cx="354960" cy="231840"/>
              </p14:xfrm>
            </p:contentPart>
          </mc:Choice>
          <mc:Fallback>
            <p:pic>
              <p:nvPicPr>
                <p:cNvPr id="26" name="Ink 25">
                  <a:extLst>
                    <a:ext uri="{FF2B5EF4-FFF2-40B4-BE49-F238E27FC236}">
                      <a16:creationId xmlns:a16="http://schemas.microsoft.com/office/drawing/2014/main" id="{7A1B6438-0881-809F-FCF1-9DC6896D5E67}"/>
                    </a:ext>
                  </a:extLst>
                </p:cNvPr>
                <p:cNvPicPr/>
                <p:nvPr/>
              </p:nvPicPr>
              <p:blipFill>
                <a:blip r:embed="rId45"/>
                <a:stretch>
                  <a:fillRect/>
                </a:stretch>
              </p:blipFill>
              <p:spPr>
                <a:xfrm>
                  <a:off x="3419755" y="2636268"/>
                  <a:ext cx="37260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438C6EA3-E194-04FC-5075-C89703B5639B}"/>
                    </a:ext>
                  </a:extLst>
                </p14:cNvPr>
                <p14:cNvContentPartPr/>
                <p14:nvPr/>
              </p14:nvContentPartPr>
              <p14:xfrm>
                <a:off x="3410755" y="2540148"/>
                <a:ext cx="334440" cy="348840"/>
              </p14:xfrm>
            </p:contentPart>
          </mc:Choice>
          <mc:Fallback>
            <p:pic>
              <p:nvPicPr>
                <p:cNvPr id="27" name="Ink 26">
                  <a:extLst>
                    <a:ext uri="{FF2B5EF4-FFF2-40B4-BE49-F238E27FC236}">
                      <a16:creationId xmlns:a16="http://schemas.microsoft.com/office/drawing/2014/main" id="{438C6EA3-E194-04FC-5075-C89703B5639B}"/>
                    </a:ext>
                  </a:extLst>
                </p:cNvPr>
                <p:cNvPicPr/>
                <p:nvPr/>
              </p:nvPicPr>
              <p:blipFill>
                <a:blip r:embed="rId47"/>
                <a:stretch>
                  <a:fillRect/>
                </a:stretch>
              </p:blipFill>
              <p:spPr>
                <a:xfrm>
                  <a:off x="3401755" y="2531148"/>
                  <a:ext cx="352080" cy="3664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CCC86250-6604-6F10-874B-F24BD0E0AC18}"/>
                    </a:ext>
                  </a:extLst>
                </p14:cNvPr>
                <p14:cNvContentPartPr/>
                <p14:nvPr/>
              </p14:nvContentPartPr>
              <p14:xfrm>
                <a:off x="4020595" y="2491188"/>
                <a:ext cx="301680" cy="81720"/>
              </p14:xfrm>
            </p:contentPart>
          </mc:Choice>
          <mc:Fallback>
            <p:pic>
              <p:nvPicPr>
                <p:cNvPr id="28" name="Ink 27">
                  <a:extLst>
                    <a:ext uri="{FF2B5EF4-FFF2-40B4-BE49-F238E27FC236}">
                      <a16:creationId xmlns:a16="http://schemas.microsoft.com/office/drawing/2014/main" id="{CCC86250-6604-6F10-874B-F24BD0E0AC18}"/>
                    </a:ext>
                  </a:extLst>
                </p:cNvPr>
                <p:cNvPicPr/>
                <p:nvPr/>
              </p:nvPicPr>
              <p:blipFill>
                <a:blip r:embed="rId49"/>
                <a:stretch>
                  <a:fillRect/>
                </a:stretch>
              </p:blipFill>
              <p:spPr>
                <a:xfrm>
                  <a:off x="4011955" y="2482188"/>
                  <a:ext cx="31932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9" name="Ink 28">
                  <a:extLst>
                    <a:ext uri="{FF2B5EF4-FFF2-40B4-BE49-F238E27FC236}">
                      <a16:creationId xmlns:a16="http://schemas.microsoft.com/office/drawing/2014/main" id="{3B27E830-3F95-34D5-0AD0-2869C427A4C0}"/>
                    </a:ext>
                  </a:extLst>
                </p14:cNvPr>
                <p14:cNvContentPartPr/>
                <p14:nvPr/>
              </p14:nvContentPartPr>
              <p14:xfrm>
                <a:off x="4053355" y="2363028"/>
                <a:ext cx="366840" cy="264240"/>
              </p14:xfrm>
            </p:contentPart>
          </mc:Choice>
          <mc:Fallback>
            <p:pic>
              <p:nvPicPr>
                <p:cNvPr id="29" name="Ink 28">
                  <a:extLst>
                    <a:ext uri="{FF2B5EF4-FFF2-40B4-BE49-F238E27FC236}">
                      <a16:creationId xmlns:a16="http://schemas.microsoft.com/office/drawing/2014/main" id="{3B27E830-3F95-34D5-0AD0-2869C427A4C0}"/>
                    </a:ext>
                  </a:extLst>
                </p:cNvPr>
                <p:cNvPicPr/>
                <p:nvPr/>
              </p:nvPicPr>
              <p:blipFill>
                <a:blip r:embed="rId51"/>
                <a:stretch>
                  <a:fillRect/>
                </a:stretch>
              </p:blipFill>
              <p:spPr>
                <a:xfrm>
                  <a:off x="4044355" y="2354388"/>
                  <a:ext cx="38448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0" name="Ink 29">
                  <a:extLst>
                    <a:ext uri="{FF2B5EF4-FFF2-40B4-BE49-F238E27FC236}">
                      <a16:creationId xmlns:a16="http://schemas.microsoft.com/office/drawing/2014/main" id="{FE9631A3-EC71-9B33-8659-D92870AB863E}"/>
                    </a:ext>
                  </a:extLst>
                </p14:cNvPr>
                <p14:cNvContentPartPr/>
                <p14:nvPr/>
              </p14:nvContentPartPr>
              <p14:xfrm>
                <a:off x="4750315" y="2297868"/>
                <a:ext cx="282600" cy="129600"/>
              </p14:xfrm>
            </p:contentPart>
          </mc:Choice>
          <mc:Fallback>
            <p:pic>
              <p:nvPicPr>
                <p:cNvPr id="30" name="Ink 29">
                  <a:extLst>
                    <a:ext uri="{FF2B5EF4-FFF2-40B4-BE49-F238E27FC236}">
                      <a16:creationId xmlns:a16="http://schemas.microsoft.com/office/drawing/2014/main" id="{FE9631A3-EC71-9B33-8659-D92870AB863E}"/>
                    </a:ext>
                  </a:extLst>
                </p:cNvPr>
                <p:cNvPicPr/>
                <p:nvPr/>
              </p:nvPicPr>
              <p:blipFill>
                <a:blip r:embed="rId53"/>
                <a:stretch>
                  <a:fillRect/>
                </a:stretch>
              </p:blipFill>
              <p:spPr>
                <a:xfrm>
                  <a:off x="4741315" y="2289228"/>
                  <a:ext cx="30024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Ink 30">
                  <a:extLst>
                    <a:ext uri="{FF2B5EF4-FFF2-40B4-BE49-F238E27FC236}">
                      <a16:creationId xmlns:a16="http://schemas.microsoft.com/office/drawing/2014/main" id="{C5DDDE21-527A-835E-4C15-BE69EDDF20B2}"/>
                    </a:ext>
                  </a:extLst>
                </p14:cNvPr>
                <p14:cNvContentPartPr/>
                <p14:nvPr/>
              </p14:nvContentPartPr>
              <p14:xfrm>
                <a:off x="4853995" y="2191668"/>
                <a:ext cx="186120" cy="144720"/>
              </p14:xfrm>
            </p:contentPart>
          </mc:Choice>
          <mc:Fallback>
            <p:pic>
              <p:nvPicPr>
                <p:cNvPr id="31" name="Ink 30">
                  <a:extLst>
                    <a:ext uri="{FF2B5EF4-FFF2-40B4-BE49-F238E27FC236}">
                      <a16:creationId xmlns:a16="http://schemas.microsoft.com/office/drawing/2014/main" id="{C5DDDE21-527A-835E-4C15-BE69EDDF20B2}"/>
                    </a:ext>
                  </a:extLst>
                </p:cNvPr>
                <p:cNvPicPr/>
                <p:nvPr/>
              </p:nvPicPr>
              <p:blipFill>
                <a:blip r:embed="rId55"/>
                <a:stretch>
                  <a:fillRect/>
                </a:stretch>
              </p:blipFill>
              <p:spPr>
                <a:xfrm>
                  <a:off x="4844995" y="2182668"/>
                  <a:ext cx="20376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2" name="Ink 31">
                  <a:extLst>
                    <a:ext uri="{FF2B5EF4-FFF2-40B4-BE49-F238E27FC236}">
                      <a16:creationId xmlns:a16="http://schemas.microsoft.com/office/drawing/2014/main" id="{9772FA09-024F-BC45-6E08-619EF386CFB9}"/>
                    </a:ext>
                  </a:extLst>
                </p14:cNvPr>
                <p14:cNvContentPartPr/>
                <p14:nvPr/>
              </p14:nvContentPartPr>
              <p14:xfrm>
                <a:off x="5125435" y="2145948"/>
                <a:ext cx="432000" cy="101160"/>
              </p14:xfrm>
            </p:contentPart>
          </mc:Choice>
          <mc:Fallback>
            <p:pic>
              <p:nvPicPr>
                <p:cNvPr id="32" name="Ink 31">
                  <a:extLst>
                    <a:ext uri="{FF2B5EF4-FFF2-40B4-BE49-F238E27FC236}">
                      <a16:creationId xmlns:a16="http://schemas.microsoft.com/office/drawing/2014/main" id="{9772FA09-024F-BC45-6E08-619EF386CFB9}"/>
                    </a:ext>
                  </a:extLst>
                </p:cNvPr>
                <p:cNvPicPr/>
                <p:nvPr/>
              </p:nvPicPr>
              <p:blipFill>
                <a:blip r:embed="rId57"/>
                <a:stretch>
                  <a:fillRect/>
                </a:stretch>
              </p:blipFill>
              <p:spPr>
                <a:xfrm>
                  <a:off x="5116435" y="2137308"/>
                  <a:ext cx="44964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3" name="Ink 32">
                  <a:extLst>
                    <a:ext uri="{FF2B5EF4-FFF2-40B4-BE49-F238E27FC236}">
                      <a16:creationId xmlns:a16="http://schemas.microsoft.com/office/drawing/2014/main" id="{970B47FA-3D8E-8E96-DF9E-9EB88414A148}"/>
                    </a:ext>
                  </a:extLst>
                </p14:cNvPr>
                <p14:cNvContentPartPr/>
                <p14:nvPr/>
              </p14:nvContentPartPr>
              <p14:xfrm>
                <a:off x="5248195" y="2090868"/>
                <a:ext cx="293400" cy="54720"/>
              </p14:xfrm>
            </p:contentPart>
          </mc:Choice>
          <mc:Fallback>
            <p:pic>
              <p:nvPicPr>
                <p:cNvPr id="33" name="Ink 32">
                  <a:extLst>
                    <a:ext uri="{FF2B5EF4-FFF2-40B4-BE49-F238E27FC236}">
                      <a16:creationId xmlns:a16="http://schemas.microsoft.com/office/drawing/2014/main" id="{970B47FA-3D8E-8E96-DF9E-9EB88414A148}"/>
                    </a:ext>
                  </a:extLst>
                </p:cNvPr>
                <p:cNvPicPr/>
                <p:nvPr/>
              </p:nvPicPr>
              <p:blipFill>
                <a:blip r:embed="rId59"/>
                <a:stretch>
                  <a:fillRect/>
                </a:stretch>
              </p:blipFill>
              <p:spPr>
                <a:xfrm>
                  <a:off x="5239555" y="2081868"/>
                  <a:ext cx="31104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4" name="Ink 33">
                  <a:extLst>
                    <a:ext uri="{FF2B5EF4-FFF2-40B4-BE49-F238E27FC236}">
                      <a16:creationId xmlns:a16="http://schemas.microsoft.com/office/drawing/2014/main" id="{C3165C12-3A05-9CF6-2C5D-D099CF8BC7DD}"/>
                    </a:ext>
                  </a:extLst>
                </p14:cNvPr>
                <p14:cNvContentPartPr/>
                <p14:nvPr/>
              </p14:nvContentPartPr>
              <p14:xfrm>
                <a:off x="5399035" y="1900788"/>
                <a:ext cx="472680" cy="184680"/>
              </p14:xfrm>
            </p:contentPart>
          </mc:Choice>
          <mc:Fallback>
            <p:pic>
              <p:nvPicPr>
                <p:cNvPr id="34" name="Ink 33">
                  <a:extLst>
                    <a:ext uri="{FF2B5EF4-FFF2-40B4-BE49-F238E27FC236}">
                      <a16:creationId xmlns:a16="http://schemas.microsoft.com/office/drawing/2014/main" id="{C3165C12-3A05-9CF6-2C5D-D099CF8BC7DD}"/>
                    </a:ext>
                  </a:extLst>
                </p:cNvPr>
                <p:cNvPicPr/>
                <p:nvPr/>
              </p:nvPicPr>
              <p:blipFill>
                <a:blip r:embed="rId61"/>
                <a:stretch>
                  <a:fillRect/>
                </a:stretch>
              </p:blipFill>
              <p:spPr>
                <a:xfrm>
                  <a:off x="5390035" y="1892148"/>
                  <a:ext cx="49032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5" name="Ink 34">
                  <a:extLst>
                    <a:ext uri="{FF2B5EF4-FFF2-40B4-BE49-F238E27FC236}">
                      <a16:creationId xmlns:a16="http://schemas.microsoft.com/office/drawing/2014/main" id="{3FD9DE27-DBD8-ACFD-F112-3A07FC4CFAE0}"/>
                    </a:ext>
                  </a:extLst>
                </p14:cNvPr>
                <p14:cNvContentPartPr/>
                <p14:nvPr/>
              </p14:nvContentPartPr>
              <p14:xfrm>
                <a:off x="5271235" y="1814028"/>
                <a:ext cx="372960" cy="108720"/>
              </p14:xfrm>
            </p:contentPart>
          </mc:Choice>
          <mc:Fallback>
            <p:pic>
              <p:nvPicPr>
                <p:cNvPr id="35" name="Ink 34">
                  <a:extLst>
                    <a:ext uri="{FF2B5EF4-FFF2-40B4-BE49-F238E27FC236}">
                      <a16:creationId xmlns:a16="http://schemas.microsoft.com/office/drawing/2014/main" id="{3FD9DE27-DBD8-ACFD-F112-3A07FC4CFAE0}"/>
                    </a:ext>
                  </a:extLst>
                </p:cNvPr>
                <p:cNvPicPr/>
                <p:nvPr/>
              </p:nvPicPr>
              <p:blipFill>
                <a:blip r:embed="rId63"/>
                <a:stretch>
                  <a:fillRect/>
                </a:stretch>
              </p:blipFill>
              <p:spPr>
                <a:xfrm>
                  <a:off x="5262235" y="1805028"/>
                  <a:ext cx="39060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6" name="Ink 35">
                  <a:extLst>
                    <a:ext uri="{FF2B5EF4-FFF2-40B4-BE49-F238E27FC236}">
                      <a16:creationId xmlns:a16="http://schemas.microsoft.com/office/drawing/2014/main" id="{457B5F63-FA8C-E46F-1B8E-C949BEE99BF5}"/>
                    </a:ext>
                  </a:extLst>
                </p14:cNvPr>
                <p14:cNvContentPartPr/>
                <p14:nvPr/>
              </p14:nvContentPartPr>
              <p14:xfrm>
                <a:off x="5571475" y="1634748"/>
                <a:ext cx="293400" cy="150120"/>
              </p14:xfrm>
            </p:contentPart>
          </mc:Choice>
          <mc:Fallback>
            <p:pic>
              <p:nvPicPr>
                <p:cNvPr id="36" name="Ink 35">
                  <a:extLst>
                    <a:ext uri="{FF2B5EF4-FFF2-40B4-BE49-F238E27FC236}">
                      <a16:creationId xmlns:a16="http://schemas.microsoft.com/office/drawing/2014/main" id="{457B5F63-FA8C-E46F-1B8E-C949BEE99BF5}"/>
                    </a:ext>
                  </a:extLst>
                </p:cNvPr>
                <p:cNvPicPr/>
                <p:nvPr/>
              </p:nvPicPr>
              <p:blipFill>
                <a:blip r:embed="rId65"/>
                <a:stretch>
                  <a:fillRect/>
                </a:stretch>
              </p:blipFill>
              <p:spPr>
                <a:xfrm>
                  <a:off x="5562475" y="1626108"/>
                  <a:ext cx="31104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7" name="Ink 36">
                  <a:extLst>
                    <a:ext uri="{FF2B5EF4-FFF2-40B4-BE49-F238E27FC236}">
                      <a16:creationId xmlns:a16="http://schemas.microsoft.com/office/drawing/2014/main" id="{C97243C8-414A-6C80-B98A-18FEEB3786FB}"/>
                    </a:ext>
                  </a:extLst>
                </p14:cNvPr>
                <p14:cNvContentPartPr/>
                <p14:nvPr/>
              </p14:nvContentPartPr>
              <p14:xfrm>
                <a:off x="5325595" y="1617468"/>
                <a:ext cx="275400" cy="157680"/>
              </p14:xfrm>
            </p:contentPart>
          </mc:Choice>
          <mc:Fallback>
            <p:pic>
              <p:nvPicPr>
                <p:cNvPr id="37" name="Ink 36">
                  <a:extLst>
                    <a:ext uri="{FF2B5EF4-FFF2-40B4-BE49-F238E27FC236}">
                      <a16:creationId xmlns:a16="http://schemas.microsoft.com/office/drawing/2014/main" id="{C97243C8-414A-6C80-B98A-18FEEB3786FB}"/>
                    </a:ext>
                  </a:extLst>
                </p:cNvPr>
                <p:cNvPicPr/>
                <p:nvPr/>
              </p:nvPicPr>
              <p:blipFill>
                <a:blip r:embed="rId67"/>
                <a:stretch>
                  <a:fillRect/>
                </a:stretch>
              </p:blipFill>
              <p:spPr>
                <a:xfrm>
                  <a:off x="5316595" y="1608828"/>
                  <a:ext cx="293040" cy="175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8">
            <p14:nvContentPartPr>
              <p14:cNvPr id="56" name="Ink 55">
                <a:extLst>
                  <a:ext uri="{FF2B5EF4-FFF2-40B4-BE49-F238E27FC236}">
                    <a16:creationId xmlns:a16="http://schemas.microsoft.com/office/drawing/2014/main" id="{2E90965A-BC9E-5DD8-77CD-37918FDD0958}"/>
                  </a:ext>
                </a:extLst>
              </p14:cNvPr>
              <p14:cNvContentPartPr/>
              <p14:nvPr/>
            </p14:nvContentPartPr>
            <p14:xfrm>
              <a:off x="5151355" y="361068"/>
              <a:ext cx="58680" cy="61920"/>
            </p14:xfrm>
          </p:contentPart>
        </mc:Choice>
        <mc:Fallback>
          <p:pic>
            <p:nvPicPr>
              <p:cNvPr id="56" name="Ink 55">
                <a:extLst>
                  <a:ext uri="{FF2B5EF4-FFF2-40B4-BE49-F238E27FC236}">
                    <a16:creationId xmlns:a16="http://schemas.microsoft.com/office/drawing/2014/main" id="{2E90965A-BC9E-5DD8-77CD-37918FDD0958}"/>
                  </a:ext>
                </a:extLst>
              </p:cNvPr>
              <p:cNvPicPr/>
              <p:nvPr/>
            </p:nvPicPr>
            <p:blipFill>
              <a:blip r:embed="rId69"/>
              <a:stretch>
                <a:fillRect/>
              </a:stretch>
            </p:blipFill>
            <p:spPr>
              <a:xfrm>
                <a:off x="5142355" y="352068"/>
                <a:ext cx="76320" cy="79560"/>
              </a:xfrm>
              <a:prstGeom prst="rect">
                <a:avLst/>
              </a:prstGeom>
            </p:spPr>
          </p:pic>
        </mc:Fallback>
      </mc:AlternateContent>
      <p:grpSp>
        <p:nvGrpSpPr>
          <p:cNvPr id="72" name="Group 71">
            <a:extLst>
              <a:ext uri="{FF2B5EF4-FFF2-40B4-BE49-F238E27FC236}">
                <a16:creationId xmlns:a16="http://schemas.microsoft.com/office/drawing/2014/main" id="{A4118336-F8A6-C294-E013-33FF87353DD9}"/>
              </a:ext>
            </a:extLst>
          </p:cNvPr>
          <p:cNvGrpSpPr/>
          <p:nvPr/>
        </p:nvGrpSpPr>
        <p:grpSpPr>
          <a:xfrm>
            <a:off x="7161235" y="573468"/>
            <a:ext cx="1914480" cy="1148400"/>
            <a:chOff x="7161235" y="573468"/>
            <a:chExt cx="1914480" cy="1148400"/>
          </a:xfrm>
        </p:grpSpPr>
        <mc:AlternateContent xmlns:mc="http://schemas.openxmlformats.org/markup-compatibility/2006">
          <mc:Choice xmlns:p14="http://schemas.microsoft.com/office/powerpoint/2010/main" Requires="p14">
            <p:contentPart p14:bwMode="auto" r:id="rId70">
              <p14:nvContentPartPr>
                <p14:cNvPr id="65" name="Ink 64">
                  <a:extLst>
                    <a:ext uri="{FF2B5EF4-FFF2-40B4-BE49-F238E27FC236}">
                      <a16:creationId xmlns:a16="http://schemas.microsoft.com/office/drawing/2014/main" id="{194640D7-E164-0910-7A84-89A920F1B527}"/>
                    </a:ext>
                  </a:extLst>
                </p14:cNvPr>
                <p14:cNvContentPartPr/>
                <p14:nvPr/>
              </p14:nvContentPartPr>
              <p14:xfrm>
                <a:off x="7161235" y="635028"/>
                <a:ext cx="430200" cy="721800"/>
              </p14:xfrm>
            </p:contentPart>
          </mc:Choice>
          <mc:Fallback>
            <p:pic>
              <p:nvPicPr>
                <p:cNvPr id="65" name="Ink 64">
                  <a:extLst>
                    <a:ext uri="{FF2B5EF4-FFF2-40B4-BE49-F238E27FC236}">
                      <a16:creationId xmlns:a16="http://schemas.microsoft.com/office/drawing/2014/main" id="{194640D7-E164-0910-7A84-89A920F1B527}"/>
                    </a:ext>
                  </a:extLst>
                </p:cNvPr>
                <p:cNvPicPr/>
                <p:nvPr/>
              </p:nvPicPr>
              <p:blipFill>
                <a:blip r:embed="rId71"/>
                <a:stretch>
                  <a:fillRect/>
                </a:stretch>
              </p:blipFill>
              <p:spPr>
                <a:xfrm>
                  <a:off x="7152235" y="626028"/>
                  <a:ext cx="447840" cy="7394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6" name="Ink 65">
                  <a:extLst>
                    <a:ext uri="{FF2B5EF4-FFF2-40B4-BE49-F238E27FC236}">
                      <a16:creationId xmlns:a16="http://schemas.microsoft.com/office/drawing/2014/main" id="{EFA2F027-DF44-8912-4342-6817135F98F0}"/>
                    </a:ext>
                  </a:extLst>
                </p14:cNvPr>
                <p14:cNvContentPartPr/>
                <p14:nvPr/>
              </p14:nvContentPartPr>
              <p14:xfrm>
                <a:off x="7908595" y="947868"/>
                <a:ext cx="341640" cy="406080"/>
              </p14:xfrm>
            </p:contentPart>
          </mc:Choice>
          <mc:Fallback>
            <p:pic>
              <p:nvPicPr>
                <p:cNvPr id="66" name="Ink 65">
                  <a:extLst>
                    <a:ext uri="{FF2B5EF4-FFF2-40B4-BE49-F238E27FC236}">
                      <a16:creationId xmlns:a16="http://schemas.microsoft.com/office/drawing/2014/main" id="{EFA2F027-DF44-8912-4342-6817135F98F0}"/>
                    </a:ext>
                  </a:extLst>
                </p:cNvPr>
                <p:cNvPicPr/>
                <p:nvPr/>
              </p:nvPicPr>
              <p:blipFill>
                <a:blip r:embed="rId73"/>
                <a:stretch>
                  <a:fillRect/>
                </a:stretch>
              </p:blipFill>
              <p:spPr>
                <a:xfrm>
                  <a:off x="7899955" y="939228"/>
                  <a:ext cx="359280" cy="4237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7" name="Ink 66">
                  <a:extLst>
                    <a:ext uri="{FF2B5EF4-FFF2-40B4-BE49-F238E27FC236}">
                      <a16:creationId xmlns:a16="http://schemas.microsoft.com/office/drawing/2014/main" id="{113BE035-029F-D105-FF6D-7580F5E710AB}"/>
                    </a:ext>
                  </a:extLst>
                </p14:cNvPr>
                <p14:cNvContentPartPr/>
                <p14:nvPr/>
              </p14:nvContentPartPr>
              <p14:xfrm>
                <a:off x="7710955" y="647988"/>
                <a:ext cx="373680" cy="907560"/>
              </p14:xfrm>
            </p:contentPart>
          </mc:Choice>
          <mc:Fallback>
            <p:pic>
              <p:nvPicPr>
                <p:cNvPr id="67" name="Ink 66">
                  <a:extLst>
                    <a:ext uri="{FF2B5EF4-FFF2-40B4-BE49-F238E27FC236}">
                      <a16:creationId xmlns:a16="http://schemas.microsoft.com/office/drawing/2014/main" id="{113BE035-029F-D105-FF6D-7580F5E710AB}"/>
                    </a:ext>
                  </a:extLst>
                </p:cNvPr>
                <p:cNvPicPr/>
                <p:nvPr/>
              </p:nvPicPr>
              <p:blipFill>
                <a:blip r:embed="rId75"/>
                <a:stretch>
                  <a:fillRect/>
                </a:stretch>
              </p:blipFill>
              <p:spPr>
                <a:xfrm>
                  <a:off x="7701955" y="638988"/>
                  <a:ext cx="391320" cy="9252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8" name="Ink 67">
                  <a:extLst>
                    <a:ext uri="{FF2B5EF4-FFF2-40B4-BE49-F238E27FC236}">
                      <a16:creationId xmlns:a16="http://schemas.microsoft.com/office/drawing/2014/main" id="{3F6CA343-9A0E-4B24-39A5-7011499914FB}"/>
                    </a:ext>
                  </a:extLst>
                </p14:cNvPr>
                <p14:cNvContentPartPr/>
                <p14:nvPr/>
              </p14:nvContentPartPr>
              <p14:xfrm>
                <a:off x="7958995" y="573468"/>
                <a:ext cx="790560" cy="1148400"/>
              </p14:xfrm>
            </p:contentPart>
          </mc:Choice>
          <mc:Fallback>
            <p:pic>
              <p:nvPicPr>
                <p:cNvPr id="68" name="Ink 67">
                  <a:extLst>
                    <a:ext uri="{FF2B5EF4-FFF2-40B4-BE49-F238E27FC236}">
                      <a16:creationId xmlns:a16="http://schemas.microsoft.com/office/drawing/2014/main" id="{3F6CA343-9A0E-4B24-39A5-7011499914FB}"/>
                    </a:ext>
                  </a:extLst>
                </p:cNvPr>
                <p:cNvPicPr/>
                <p:nvPr/>
              </p:nvPicPr>
              <p:blipFill>
                <a:blip r:embed="rId77"/>
                <a:stretch>
                  <a:fillRect/>
                </a:stretch>
              </p:blipFill>
              <p:spPr>
                <a:xfrm>
                  <a:off x="7949995" y="564828"/>
                  <a:ext cx="808200" cy="11660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0" name="Ink 69">
                  <a:extLst>
                    <a:ext uri="{FF2B5EF4-FFF2-40B4-BE49-F238E27FC236}">
                      <a16:creationId xmlns:a16="http://schemas.microsoft.com/office/drawing/2014/main" id="{06411AF2-415F-D9B9-7B2E-508268A7A253}"/>
                    </a:ext>
                  </a:extLst>
                </p14:cNvPr>
                <p14:cNvContentPartPr/>
                <p14:nvPr/>
              </p14:nvContentPartPr>
              <p14:xfrm>
                <a:off x="8946475" y="904668"/>
                <a:ext cx="129240" cy="61200"/>
              </p14:xfrm>
            </p:contentPart>
          </mc:Choice>
          <mc:Fallback>
            <p:pic>
              <p:nvPicPr>
                <p:cNvPr id="70" name="Ink 69">
                  <a:extLst>
                    <a:ext uri="{FF2B5EF4-FFF2-40B4-BE49-F238E27FC236}">
                      <a16:creationId xmlns:a16="http://schemas.microsoft.com/office/drawing/2014/main" id="{06411AF2-415F-D9B9-7B2E-508268A7A253}"/>
                    </a:ext>
                  </a:extLst>
                </p:cNvPr>
                <p:cNvPicPr/>
                <p:nvPr/>
              </p:nvPicPr>
              <p:blipFill>
                <a:blip r:embed="rId79"/>
                <a:stretch>
                  <a:fillRect/>
                </a:stretch>
              </p:blipFill>
              <p:spPr>
                <a:xfrm>
                  <a:off x="8937475" y="895668"/>
                  <a:ext cx="14688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1" name="Ink 70">
                  <a:extLst>
                    <a:ext uri="{FF2B5EF4-FFF2-40B4-BE49-F238E27FC236}">
                      <a16:creationId xmlns:a16="http://schemas.microsoft.com/office/drawing/2014/main" id="{C9D8B3BF-61DF-9553-23E2-71595C53E36D}"/>
                    </a:ext>
                  </a:extLst>
                </p14:cNvPr>
                <p14:cNvContentPartPr/>
                <p14:nvPr/>
              </p14:nvContentPartPr>
              <p14:xfrm>
                <a:off x="8875195" y="1389588"/>
                <a:ext cx="83520" cy="32760"/>
              </p14:xfrm>
            </p:contentPart>
          </mc:Choice>
          <mc:Fallback>
            <p:pic>
              <p:nvPicPr>
                <p:cNvPr id="71" name="Ink 70">
                  <a:extLst>
                    <a:ext uri="{FF2B5EF4-FFF2-40B4-BE49-F238E27FC236}">
                      <a16:creationId xmlns:a16="http://schemas.microsoft.com/office/drawing/2014/main" id="{C9D8B3BF-61DF-9553-23E2-71595C53E36D}"/>
                    </a:ext>
                  </a:extLst>
                </p:cNvPr>
                <p:cNvPicPr/>
                <p:nvPr/>
              </p:nvPicPr>
              <p:blipFill>
                <a:blip r:embed="rId81"/>
                <a:stretch>
                  <a:fillRect/>
                </a:stretch>
              </p:blipFill>
              <p:spPr>
                <a:xfrm>
                  <a:off x="8866555" y="1380948"/>
                  <a:ext cx="101160" cy="50400"/>
                </a:xfrm>
                <a:prstGeom prst="rect">
                  <a:avLst/>
                </a:prstGeom>
              </p:spPr>
            </p:pic>
          </mc:Fallback>
        </mc:AlternateContent>
      </p:grpSp>
      <p:grpSp>
        <p:nvGrpSpPr>
          <p:cNvPr id="81" name="Group 80">
            <a:extLst>
              <a:ext uri="{FF2B5EF4-FFF2-40B4-BE49-F238E27FC236}">
                <a16:creationId xmlns:a16="http://schemas.microsoft.com/office/drawing/2014/main" id="{82A500EA-469F-B3D7-2325-56DDE92A8744}"/>
              </a:ext>
            </a:extLst>
          </p:cNvPr>
          <p:cNvGrpSpPr/>
          <p:nvPr/>
        </p:nvGrpSpPr>
        <p:grpSpPr>
          <a:xfrm>
            <a:off x="7006435" y="2175468"/>
            <a:ext cx="1685880" cy="838080"/>
            <a:chOff x="7006435" y="2175468"/>
            <a:chExt cx="1685880" cy="838080"/>
          </a:xfrm>
        </p:grpSpPr>
        <mc:AlternateContent xmlns:mc="http://schemas.openxmlformats.org/markup-compatibility/2006">
          <mc:Choice xmlns:p14="http://schemas.microsoft.com/office/powerpoint/2010/main" Requires="p14">
            <p:contentPart p14:bwMode="auto" r:id="rId82">
              <p14:nvContentPartPr>
                <p14:cNvPr id="73" name="Ink 72">
                  <a:extLst>
                    <a:ext uri="{FF2B5EF4-FFF2-40B4-BE49-F238E27FC236}">
                      <a16:creationId xmlns:a16="http://schemas.microsoft.com/office/drawing/2014/main" id="{7954EE4E-8CFA-D9DB-B747-FED04D4CF152}"/>
                    </a:ext>
                  </a:extLst>
                </p14:cNvPr>
                <p14:cNvContentPartPr/>
                <p14:nvPr/>
              </p14:nvContentPartPr>
              <p14:xfrm>
                <a:off x="7213795" y="2219388"/>
                <a:ext cx="142200" cy="762840"/>
              </p14:xfrm>
            </p:contentPart>
          </mc:Choice>
          <mc:Fallback>
            <p:pic>
              <p:nvPicPr>
                <p:cNvPr id="73" name="Ink 72">
                  <a:extLst>
                    <a:ext uri="{FF2B5EF4-FFF2-40B4-BE49-F238E27FC236}">
                      <a16:creationId xmlns:a16="http://schemas.microsoft.com/office/drawing/2014/main" id="{7954EE4E-8CFA-D9DB-B747-FED04D4CF152}"/>
                    </a:ext>
                  </a:extLst>
                </p:cNvPr>
                <p:cNvPicPr/>
                <p:nvPr/>
              </p:nvPicPr>
              <p:blipFill>
                <a:blip r:embed="rId83"/>
                <a:stretch>
                  <a:fillRect/>
                </a:stretch>
              </p:blipFill>
              <p:spPr>
                <a:xfrm>
                  <a:off x="7204795" y="2210388"/>
                  <a:ext cx="159840" cy="7804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74" name="Ink 73">
                  <a:extLst>
                    <a:ext uri="{FF2B5EF4-FFF2-40B4-BE49-F238E27FC236}">
                      <a16:creationId xmlns:a16="http://schemas.microsoft.com/office/drawing/2014/main" id="{D4DF7F71-604D-2D6B-34FB-4DC0FF06FAB9}"/>
                    </a:ext>
                  </a:extLst>
                </p14:cNvPr>
                <p14:cNvContentPartPr/>
                <p14:nvPr/>
              </p14:nvContentPartPr>
              <p14:xfrm>
                <a:off x="7006435" y="2231628"/>
                <a:ext cx="382680" cy="264240"/>
              </p14:xfrm>
            </p:contentPart>
          </mc:Choice>
          <mc:Fallback>
            <p:pic>
              <p:nvPicPr>
                <p:cNvPr id="74" name="Ink 73">
                  <a:extLst>
                    <a:ext uri="{FF2B5EF4-FFF2-40B4-BE49-F238E27FC236}">
                      <a16:creationId xmlns:a16="http://schemas.microsoft.com/office/drawing/2014/main" id="{D4DF7F71-604D-2D6B-34FB-4DC0FF06FAB9}"/>
                    </a:ext>
                  </a:extLst>
                </p:cNvPr>
                <p:cNvPicPr/>
                <p:nvPr/>
              </p:nvPicPr>
              <p:blipFill>
                <a:blip r:embed="rId85"/>
                <a:stretch>
                  <a:fillRect/>
                </a:stretch>
              </p:blipFill>
              <p:spPr>
                <a:xfrm>
                  <a:off x="6997435" y="2222988"/>
                  <a:ext cx="40032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75" name="Ink 74">
                  <a:extLst>
                    <a:ext uri="{FF2B5EF4-FFF2-40B4-BE49-F238E27FC236}">
                      <a16:creationId xmlns:a16="http://schemas.microsoft.com/office/drawing/2014/main" id="{D308AB71-C1F5-9894-759C-BE817002F4ED}"/>
                    </a:ext>
                  </a:extLst>
                </p14:cNvPr>
                <p14:cNvContentPartPr/>
                <p14:nvPr/>
              </p14:nvContentPartPr>
              <p14:xfrm>
                <a:off x="7372915" y="2175468"/>
                <a:ext cx="334440" cy="488880"/>
              </p14:xfrm>
            </p:contentPart>
          </mc:Choice>
          <mc:Fallback>
            <p:pic>
              <p:nvPicPr>
                <p:cNvPr id="75" name="Ink 74">
                  <a:extLst>
                    <a:ext uri="{FF2B5EF4-FFF2-40B4-BE49-F238E27FC236}">
                      <a16:creationId xmlns:a16="http://schemas.microsoft.com/office/drawing/2014/main" id="{D308AB71-C1F5-9894-759C-BE817002F4ED}"/>
                    </a:ext>
                  </a:extLst>
                </p:cNvPr>
                <p:cNvPicPr/>
                <p:nvPr/>
              </p:nvPicPr>
              <p:blipFill>
                <a:blip r:embed="rId87"/>
                <a:stretch>
                  <a:fillRect/>
                </a:stretch>
              </p:blipFill>
              <p:spPr>
                <a:xfrm>
                  <a:off x="7363915" y="2166468"/>
                  <a:ext cx="352080" cy="5065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76" name="Ink 75">
                  <a:extLst>
                    <a:ext uri="{FF2B5EF4-FFF2-40B4-BE49-F238E27FC236}">
                      <a16:creationId xmlns:a16="http://schemas.microsoft.com/office/drawing/2014/main" id="{32F3A935-BD15-CB8F-F39A-AFD7876D77D7}"/>
                    </a:ext>
                  </a:extLst>
                </p14:cNvPr>
                <p14:cNvContentPartPr/>
                <p14:nvPr/>
              </p14:nvContentPartPr>
              <p14:xfrm>
                <a:off x="7962955" y="2180508"/>
                <a:ext cx="187560" cy="833040"/>
              </p14:xfrm>
            </p:contentPart>
          </mc:Choice>
          <mc:Fallback>
            <p:pic>
              <p:nvPicPr>
                <p:cNvPr id="76" name="Ink 75">
                  <a:extLst>
                    <a:ext uri="{FF2B5EF4-FFF2-40B4-BE49-F238E27FC236}">
                      <a16:creationId xmlns:a16="http://schemas.microsoft.com/office/drawing/2014/main" id="{32F3A935-BD15-CB8F-F39A-AFD7876D77D7}"/>
                    </a:ext>
                  </a:extLst>
                </p:cNvPr>
                <p:cNvPicPr/>
                <p:nvPr/>
              </p:nvPicPr>
              <p:blipFill>
                <a:blip r:embed="rId89"/>
                <a:stretch>
                  <a:fillRect/>
                </a:stretch>
              </p:blipFill>
              <p:spPr>
                <a:xfrm>
                  <a:off x="7953955" y="2171508"/>
                  <a:ext cx="205200" cy="8506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7" name="Ink 76">
                  <a:extLst>
                    <a:ext uri="{FF2B5EF4-FFF2-40B4-BE49-F238E27FC236}">
                      <a16:creationId xmlns:a16="http://schemas.microsoft.com/office/drawing/2014/main" id="{30609ABD-5FD3-9F23-A076-84E63180F276}"/>
                    </a:ext>
                  </a:extLst>
                </p14:cNvPr>
                <p14:cNvContentPartPr/>
                <p14:nvPr/>
              </p14:nvContentPartPr>
              <p14:xfrm>
                <a:off x="7766035" y="2181588"/>
                <a:ext cx="394560" cy="276480"/>
              </p14:xfrm>
            </p:contentPart>
          </mc:Choice>
          <mc:Fallback>
            <p:pic>
              <p:nvPicPr>
                <p:cNvPr id="77" name="Ink 76">
                  <a:extLst>
                    <a:ext uri="{FF2B5EF4-FFF2-40B4-BE49-F238E27FC236}">
                      <a16:creationId xmlns:a16="http://schemas.microsoft.com/office/drawing/2014/main" id="{30609ABD-5FD3-9F23-A076-84E63180F276}"/>
                    </a:ext>
                  </a:extLst>
                </p:cNvPr>
                <p:cNvPicPr/>
                <p:nvPr/>
              </p:nvPicPr>
              <p:blipFill>
                <a:blip r:embed="rId91"/>
                <a:stretch>
                  <a:fillRect/>
                </a:stretch>
              </p:blipFill>
              <p:spPr>
                <a:xfrm>
                  <a:off x="7757035" y="2172588"/>
                  <a:ext cx="412200" cy="2941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78" name="Ink 77">
                  <a:extLst>
                    <a:ext uri="{FF2B5EF4-FFF2-40B4-BE49-F238E27FC236}">
                      <a16:creationId xmlns:a16="http://schemas.microsoft.com/office/drawing/2014/main" id="{A3191066-5AB9-D21B-E06E-AF874DCCD1B1}"/>
                    </a:ext>
                  </a:extLst>
                </p14:cNvPr>
                <p14:cNvContentPartPr/>
                <p14:nvPr/>
              </p14:nvContentPartPr>
              <p14:xfrm>
                <a:off x="8235115" y="2178708"/>
                <a:ext cx="268200" cy="365040"/>
              </p14:xfrm>
            </p:contentPart>
          </mc:Choice>
          <mc:Fallback>
            <p:pic>
              <p:nvPicPr>
                <p:cNvPr id="78" name="Ink 77">
                  <a:extLst>
                    <a:ext uri="{FF2B5EF4-FFF2-40B4-BE49-F238E27FC236}">
                      <a16:creationId xmlns:a16="http://schemas.microsoft.com/office/drawing/2014/main" id="{A3191066-5AB9-D21B-E06E-AF874DCCD1B1}"/>
                    </a:ext>
                  </a:extLst>
                </p:cNvPr>
                <p:cNvPicPr/>
                <p:nvPr/>
              </p:nvPicPr>
              <p:blipFill>
                <a:blip r:embed="rId93"/>
                <a:stretch>
                  <a:fillRect/>
                </a:stretch>
              </p:blipFill>
              <p:spPr>
                <a:xfrm>
                  <a:off x="8226115" y="2169708"/>
                  <a:ext cx="285840" cy="3826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79" name="Ink 78">
                  <a:extLst>
                    <a:ext uri="{FF2B5EF4-FFF2-40B4-BE49-F238E27FC236}">
                      <a16:creationId xmlns:a16="http://schemas.microsoft.com/office/drawing/2014/main" id="{111B4BB3-E332-F153-EDCD-3D711E49DEA5}"/>
                    </a:ext>
                  </a:extLst>
                </p14:cNvPr>
                <p14:cNvContentPartPr/>
                <p14:nvPr/>
              </p14:nvContentPartPr>
              <p14:xfrm>
                <a:off x="8646235" y="2569308"/>
                <a:ext cx="46080" cy="73080"/>
              </p14:xfrm>
            </p:contentPart>
          </mc:Choice>
          <mc:Fallback>
            <p:pic>
              <p:nvPicPr>
                <p:cNvPr id="79" name="Ink 78">
                  <a:extLst>
                    <a:ext uri="{FF2B5EF4-FFF2-40B4-BE49-F238E27FC236}">
                      <a16:creationId xmlns:a16="http://schemas.microsoft.com/office/drawing/2014/main" id="{111B4BB3-E332-F153-EDCD-3D711E49DEA5}"/>
                    </a:ext>
                  </a:extLst>
                </p:cNvPr>
                <p:cNvPicPr/>
                <p:nvPr/>
              </p:nvPicPr>
              <p:blipFill>
                <a:blip r:embed="rId95"/>
                <a:stretch>
                  <a:fillRect/>
                </a:stretch>
              </p:blipFill>
              <p:spPr>
                <a:xfrm>
                  <a:off x="8637235" y="2560308"/>
                  <a:ext cx="63720" cy="90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6">
            <p14:nvContentPartPr>
              <p14:cNvPr id="80" name="Ink 79">
                <a:extLst>
                  <a:ext uri="{FF2B5EF4-FFF2-40B4-BE49-F238E27FC236}">
                    <a16:creationId xmlns:a16="http://schemas.microsoft.com/office/drawing/2014/main" id="{B2E9C1E8-67C2-2223-EF5C-49E6A7DEC9DD}"/>
                  </a:ext>
                </a:extLst>
              </p14:cNvPr>
              <p14:cNvContentPartPr/>
              <p14:nvPr/>
            </p14:nvContentPartPr>
            <p14:xfrm>
              <a:off x="6739675" y="3250788"/>
              <a:ext cx="1778760" cy="201960"/>
            </p14:xfrm>
          </p:contentPart>
        </mc:Choice>
        <mc:Fallback>
          <p:pic>
            <p:nvPicPr>
              <p:cNvPr id="80" name="Ink 79">
                <a:extLst>
                  <a:ext uri="{FF2B5EF4-FFF2-40B4-BE49-F238E27FC236}">
                    <a16:creationId xmlns:a16="http://schemas.microsoft.com/office/drawing/2014/main" id="{B2E9C1E8-67C2-2223-EF5C-49E6A7DEC9DD}"/>
                  </a:ext>
                </a:extLst>
              </p:cNvPr>
              <p:cNvPicPr/>
              <p:nvPr/>
            </p:nvPicPr>
            <p:blipFill>
              <a:blip r:embed="rId97"/>
              <a:stretch>
                <a:fillRect/>
              </a:stretch>
            </p:blipFill>
            <p:spPr>
              <a:xfrm>
                <a:off x="6731035" y="3242148"/>
                <a:ext cx="1796400" cy="219600"/>
              </a:xfrm>
              <a:prstGeom prst="rect">
                <a:avLst/>
              </a:prstGeom>
            </p:spPr>
          </p:pic>
        </mc:Fallback>
      </mc:AlternateContent>
      <p:grpSp>
        <p:nvGrpSpPr>
          <p:cNvPr id="90" name="Group 89">
            <a:extLst>
              <a:ext uri="{FF2B5EF4-FFF2-40B4-BE49-F238E27FC236}">
                <a16:creationId xmlns:a16="http://schemas.microsoft.com/office/drawing/2014/main" id="{05ACB5E8-FA51-6B47-F746-256303F146D7}"/>
              </a:ext>
            </a:extLst>
          </p:cNvPr>
          <p:cNvGrpSpPr/>
          <p:nvPr/>
        </p:nvGrpSpPr>
        <p:grpSpPr>
          <a:xfrm>
            <a:off x="3165955" y="669228"/>
            <a:ext cx="2588040" cy="1900800"/>
            <a:chOff x="3165955" y="669228"/>
            <a:chExt cx="2588040" cy="1900800"/>
          </a:xfrm>
        </p:grpSpPr>
        <mc:AlternateContent xmlns:mc="http://schemas.openxmlformats.org/markup-compatibility/2006">
          <mc:Choice xmlns:p14="http://schemas.microsoft.com/office/powerpoint/2010/main" Requires="p14">
            <p:contentPart p14:bwMode="auto" r:id="rId98">
              <p14:nvContentPartPr>
                <p14:cNvPr id="39" name="Ink 38">
                  <a:extLst>
                    <a:ext uri="{FF2B5EF4-FFF2-40B4-BE49-F238E27FC236}">
                      <a16:creationId xmlns:a16="http://schemas.microsoft.com/office/drawing/2014/main" id="{32C9B260-C2F9-B214-BAF2-3B488D297213}"/>
                    </a:ext>
                  </a:extLst>
                </p14:cNvPr>
                <p14:cNvContentPartPr/>
                <p14:nvPr/>
              </p14:nvContentPartPr>
              <p14:xfrm>
                <a:off x="5314075" y="845988"/>
                <a:ext cx="278280" cy="216360"/>
              </p14:xfrm>
            </p:contentPart>
          </mc:Choice>
          <mc:Fallback>
            <p:pic>
              <p:nvPicPr>
                <p:cNvPr id="39" name="Ink 38">
                  <a:extLst>
                    <a:ext uri="{FF2B5EF4-FFF2-40B4-BE49-F238E27FC236}">
                      <a16:creationId xmlns:a16="http://schemas.microsoft.com/office/drawing/2014/main" id="{32C9B260-C2F9-B214-BAF2-3B488D297213}"/>
                    </a:ext>
                  </a:extLst>
                </p:cNvPr>
                <p:cNvPicPr/>
                <p:nvPr/>
              </p:nvPicPr>
              <p:blipFill>
                <a:blip r:embed="rId99"/>
                <a:stretch>
                  <a:fillRect/>
                </a:stretch>
              </p:blipFill>
              <p:spPr>
                <a:xfrm>
                  <a:off x="5305435" y="837348"/>
                  <a:ext cx="29592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40" name="Ink 39">
                  <a:extLst>
                    <a:ext uri="{FF2B5EF4-FFF2-40B4-BE49-F238E27FC236}">
                      <a16:creationId xmlns:a16="http://schemas.microsoft.com/office/drawing/2014/main" id="{C1289514-06FA-4EE4-CC27-672E4CD72088}"/>
                    </a:ext>
                  </a:extLst>
                </p14:cNvPr>
                <p14:cNvContentPartPr/>
                <p14:nvPr/>
              </p14:nvContentPartPr>
              <p14:xfrm>
                <a:off x="5330275" y="815748"/>
                <a:ext cx="305280" cy="249840"/>
              </p14:xfrm>
            </p:contentPart>
          </mc:Choice>
          <mc:Fallback>
            <p:pic>
              <p:nvPicPr>
                <p:cNvPr id="40" name="Ink 39">
                  <a:extLst>
                    <a:ext uri="{FF2B5EF4-FFF2-40B4-BE49-F238E27FC236}">
                      <a16:creationId xmlns:a16="http://schemas.microsoft.com/office/drawing/2014/main" id="{C1289514-06FA-4EE4-CC27-672E4CD72088}"/>
                    </a:ext>
                  </a:extLst>
                </p:cNvPr>
                <p:cNvPicPr/>
                <p:nvPr/>
              </p:nvPicPr>
              <p:blipFill>
                <a:blip r:embed="rId101"/>
                <a:stretch>
                  <a:fillRect/>
                </a:stretch>
              </p:blipFill>
              <p:spPr>
                <a:xfrm>
                  <a:off x="5321275" y="806748"/>
                  <a:ext cx="32292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41" name="Ink 40">
                  <a:extLst>
                    <a:ext uri="{FF2B5EF4-FFF2-40B4-BE49-F238E27FC236}">
                      <a16:creationId xmlns:a16="http://schemas.microsoft.com/office/drawing/2014/main" id="{FF393F4B-7BC4-5876-2F96-8BFEAC87679D}"/>
                    </a:ext>
                  </a:extLst>
                </p14:cNvPr>
                <p14:cNvContentPartPr/>
                <p14:nvPr/>
              </p14:nvContentPartPr>
              <p14:xfrm>
                <a:off x="5456995" y="724308"/>
                <a:ext cx="112320" cy="426960"/>
              </p14:xfrm>
            </p:contentPart>
          </mc:Choice>
          <mc:Fallback>
            <p:pic>
              <p:nvPicPr>
                <p:cNvPr id="41" name="Ink 40">
                  <a:extLst>
                    <a:ext uri="{FF2B5EF4-FFF2-40B4-BE49-F238E27FC236}">
                      <a16:creationId xmlns:a16="http://schemas.microsoft.com/office/drawing/2014/main" id="{FF393F4B-7BC4-5876-2F96-8BFEAC87679D}"/>
                    </a:ext>
                  </a:extLst>
                </p:cNvPr>
                <p:cNvPicPr/>
                <p:nvPr/>
              </p:nvPicPr>
              <p:blipFill>
                <a:blip r:embed="rId103"/>
                <a:stretch>
                  <a:fillRect/>
                </a:stretch>
              </p:blipFill>
              <p:spPr>
                <a:xfrm>
                  <a:off x="5447995" y="715668"/>
                  <a:ext cx="129960" cy="4446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42" name="Ink 41">
                  <a:extLst>
                    <a:ext uri="{FF2B5EF4-FFF2-40B4-BE49-F238E27FC236}">
                      <a16:creationId xmlns:a16="http://schemas.microsoft.com/office/drawing/2014/main" id="{F67805E1-028D-D6CB-B788-C9BA99289774}"/>
                    </a:ext>
                  </a:extLst>
                </p14:cNvPr>
                <p14:cNvContentPartPr/>
                <p14:nvPr/>
              </p14:nvContentPartPr>
              <p14:xfrm>
                <a:off x="5089075" y="897108"/>
                <a:ext cx="540720" cy="59040"/>
              </p14:xfrm>
            </p:contentPart>
          </mc:Choice>
          <mc:Fallback>
            <p:pic>
              <p:nvPicPr>
                <p:cNvPr id="42" name="Ink 41">
                  <a:extLst>
                    <a:ext uri="{FF2B5EF4-FFF2-40B4-BE49-F238E27FC236}">
                      <a16:creationId xmlns:a16="http://schemas.microsoft.com/office/drawing/2014/main" id="{F67805E1-028D-D6CB-B788-C9BA99289774}"/>
                    </a:ext>
                  </a:extLst>
                </p:cNvPr>
                <p:cNvPicPr/>
                <p:nvPr/>
              </p:nvPicPr>
              <p:blipFill>
                <a:blip r:embed="rId105"/>
                <a:stretch>
                  <a:fillRect/>
                </a:stretch>
              </p:blipFill>
              <p:spPr>
                <a:xfrm>
                  <a:off x="5080435" y="888108"/>
                  <a:ext cx="55836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44" name="Ink 43">
                  <a:extLst>
                    <a:ext uri="{FF2B5EF4-FFF2-40B4-BE49-F238E27FC236}">
                      <a16:creationId xmlns:a16="http://schemas.microsoft.com/office/drawing/2014/main" id="{2CFDE9C9-8B2E-5B34-CBA3-649795EFF4DE}"/>
                    </a:ext>
                  </a:extLst>
                </p14:cNvPr>
                <p14:cNvContentPartPr/>
                <p14:nvPr/>
              </p14:nvContentPartPr>
              <p14:xfrm>
                <a:off x="4384195" y="892428"/>
                <a:ext cx="1098360" cy="209160"/>
              </p14:xfrm>
            </p:contentPart>
          </mc:Choice>
          <mc:Fallback>
            <p:pic>
              <p:nvPicPr>
                <p:cNvPr id="44" name="Ink 43">
                  <a:extLst>
                    <a:ext uri="{FF2B5EF4-FFF2-40B4-BE49-F238E27FC236}">
                      <a16:creationId xmlns:a16="http://schemas.microsoft.com/office/drawing/2014/main" id="{2CFDE9C9-8B2E-5B34-CBA3-649795EFF4DE}"/>
                    </a:ext>
                  </a:extLst>
                </p:cNvPr>
                <p:cNvPicPr/>
                <p:nvPr/>
              </p:nvPicPr>
              <p:blipFill>
                <a:blip r:embed="rId107"/>
                <a:stretch>
                  <a:fillRect/>
                </a:stretch>
              </p:blipFill>
              <p:spPr>
                <a:xfrm>
                  <a:off x="4375195" y="883428"/>
                  <a:ext cx="111600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45" name="Ink 44">
                  <a:extLst>
                    <a:ext uri="{FF2B5EF4-FFF2-40B4-BE49-F238E27FC236}">
                      <a16:creationId xmlns:a16="http://schemas.microsoft.com/office/drawing/2014/main" id="{26B5DDD6-0D9B-E794-F6D6-FA222533109A}"/>
                    </a:ext>
                  </a:extLst>
                </p14:cNvPr>
                <p14:cNvContentPartPr/>
                <p14:nvPr/>
              </p14:nvContentPartPr>
              <p14:xfrm>
                <a:off x="4069915" y="835548"/>
                <a:ext cx="518760" cy="276480"/>
              </p14:xfrm>
            </p:contentPart>
          </mc:Choice>
          <mc:Fallback>
            <p:pic>
              <p:nvPicPr>
                <p:cNvPr id="45" name="Ink 44">
                  <a:extLst>
                    <a:ext uri="{FF2B5EF4-FFF2-40B4-BE49-F238E27FC236}">
                      <a16:creationId xmlns:a16="http://schemas.microsoft.com/office/drawing/2014/main" id="{26B5DDD6-0D9B-E794-F6D6-FA222533109A}"/>
                    </a:ext>
                  </a:extLst>
                </p:cNvPr>
                <p:cNvPicPr/>
                <p:nvPr/>
              </p:nvPicPr>
              <p:blipFill>
                <a:blip r:embed="rId109"/>
                <a:stretch>
                  <a:fillRect/>
                </a:stretch>
              </p:blipFill>
              <p:spPr>
                <a:xfrm>
                  <a:off x="4061275" y="826908"/>
                  <a:ext cx="536400" cy="2941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46" name="Ink 45">
                  <a:extLst>
                    <a:ext uri="{FF2B5EF4-FFF2-40B4-BE49-F238E27FC236}">
                      <a16:creationId xmlns:a16="http://schemas.microsoft.com/office/drawing/2014/main" id="{A443943E-9B52-AAF4-4BEA-AE21CE6F6FDE}"/>
                    </a:ext>
                  </a:extLst>
                </p14:cNvPr>
                <p14:cNvContentPartPr/>
                <p14:nvPr/>
              </p14:nvContentPartPr>
              <p14:xfrm>
                <a:off x="5344675" y="985668"/>
                <a:ext cx="199440" cy="695160"/>
              </p14:xfrm>
            </p:contentPart>
          </mc:Choice>
          <mc:Fallback>
            <p:pic>
              <p:nvPicPr>
                <p:cNvPr id="46" name="Ink 45">
                  <a:extLst>
                    <a:ext uri="{FF2B5EF4-FFF2-40B4-BE49-F238E27FC236}">
                      <a16:creationId xmlns:a16="http://schemas.microsoft.com/office/drawing/2014/main" id="{A443943E-9B52-AAF4-4BEA-AE21CE6F6FDE}"/>
                    </a:ext>
                  </a:extLst>
                </p:cNvPr>
                <p:cNvPicPr/>
                <p:nvPr/>
              </p:nvPicPr>
              <p:blipFill>
                <a:blip r:embed="rId111"/>
                <a:stretch>
                  <a:fillRect/>
                </a:stretch>
              </p:blipFill>
              <p:spPr>
                <a:xfrm>
                  <a:off x="5336035" y="977028"/>
                  <a:ext cx="217080" cy="7128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47" name="Ink 46">
                  <a:extLst>
                    <a:ext uri="{FF2B5EF4-FFF2-40B4-BE49-F238E27FC236}">
                      <a16:creationId xmlns:a16="http://schemas.microsoft.com/office/drawing/2014/main" id="{84A2A13D-C911-CB7F-A33A-F55E2929D614}"/>
                    </a:ext>
                  </a:extLst>
                </p14:cNvPr>
                <p14:cNvContentPartPr/>
                <p14:nvPr/>
              </p14:nvContentPartPr>
              <p14:xfrm>
                <a:off x="5218675" y="1571028"/>
                <a:ext cx="291600" cy="224280"/>
              </p14:xfrm>
            </p:contentPart>
          </mc:Choice>
          <mc:Fallback>
            <p:pic>
              <p:nvPicPr>
                <p:cNvPr id="47" name="Ink 46">
                  <a:extLst>
                    <a:ext uri="{FF2B5EF4-FFF2-40B4-BE49-F238E27FC236}">
                      <a16:creationId xmlns:a16="http://schemas.microsoft.com/office/drawing/2014/main" id="{84A2A13D-C911-CB7F-A33A-F55E2929D614}"/>
                    </a:ext>
                  </a:extLst>
                </p:cNvPr>
                <p:cNvPicPr/>
                <p:nvPr/>
              </p:nvPicPr>
              <p:blipFill>
                <a:blip r:embed="rId113"/>
                <a:stretch>
                  <a:fillRect/>
                </a:stretch>
              </p:blipFill>
              <p:spPr>
                <a:xfrm>
                  <a:off x="5210035" y="1562028"/>
                  <a:ext cx="3092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49" name="Ink 48">
                  <a:extLst>
                    <a:ext uri="{FF2B5EF4-FFF2-40B4-BE49-F238E27FC236}">
                      <a16:creationId xmlns:a16="http://schemas.microsoft.com/office/drawing/2014/main" id="{977BA6C9-87A6-1213-4F35-7B71A0E278E7}"/>
                    </a:ext>
                  </a:extLst>
                </p14:cNvPr>
                <p14:cNvContentPartPr/>
                <p14:nvPr/>
              </p14:nvContentPartPr>
              <p14:xfrm>
                <a:off x="4290595" y="1002228"/>
                <a:ext cx="1050840" cy="326160"/>
              </p14:xfrm>
            </p:contentPart>
          </mc:Choice>
          <mc:Fallback>
            <p:pic>
              <p:nvPicPr>
                <p:cNvPr id="49" name="Ink 48">
                  <a:extLst>
                    <a:ext uri="{FF2B5EF4-FFF2-40B4-BE49-F238E27FC236}">
                      <a16:creationId xmlns:a16="http://schemas.microsoft.com/office/drawing/2014/main" id="{977BA6C9-87A6-1213-4F35-7B71A0E278E7}"/>
                    </a:ext>
                  </a:extLst>
                </p:cNvPr>
                <p:cNvPicPr/>
                <p:nvPr/>
              </p:nvPicPr>
              <p:blipFill>
                <a:blip r:embed="rId115"/>
                <a:stretch>
                  <a:fillRect/>
                </a:stretch>
              </p:blipFill>
              <p:spPr>
                <a:xfrm>
                  <a:off x="4281955" y="993228"/>
                  <a:ext cx="1068480" cy="3438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0" name="Ink 49">
                  <a:extLst>
                    <a:ext uri="{FF2B5EF4-FFF2-40B4-BE49-F238E27FC236}">
                      <a16:creationId xmlns:a16="http://schemas.microsoft.com/office/drawing/2014/main" id="{580B4B2A-D6A8-6A23-7E09-0FBB48D94E7E}"/>
                    </a:ext>
                  </a:extLst>
                </p14:cNvPr>
                <p14:cNvContentPartPr/>
                <p14:nvPr/>
              </p14:nvContentPartPr>
              <p14:xfrm>
                <a:off x="4241995" y="1121748"/>
                <a:ext cx="325440" cy="319320"/>
              </p14:xfrm>
            </p:contentPart>
          </mc:Choice>
          <mc:Fallback>
            <p:pic>
              <p:nvPicPr>
                <p:cNvPr id="50" name="Ink 49">
                  <a:extLst>
                    <a:ext uri="{FF2B5EF4-FFF2-40B4-BE49-F238E27FC236}">
                      <a16:creationId xmlns:a16="http://schemas.microsoft.com/office/drawing/2014/main" id="{580B4B2A-D6A8-6A23-7E09-0FBB48D94E7E}"/>
                    </a:ext>
                  </a:extLst>
                </p:cNvPr>
                <p:cNvPicPr/>
                <p:nvPr/>
              </p:nvPicPr>
              <p:blipFill>
                <a:blip r:embed="rId117"/>
                <a:stretch>
                  <a:fillRect/>
                </a:stretch>
              </p:blipFill>
              <p:spPr>
                <a:xfrm>
                  <a:off x="4233355" y="1112748"/>
                  <a:ext cx="343080" cy="3369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1" name="Ink 50">
                  <a:extLst>
                    <a:ext uri="{FF2B5EF4-FFF2-40B4-BE49-F238E27FC236}">
                      <a16:creationId xmlns:a16="http://schemas.microsoft.com/office/drawing/2014/main" id="{6A9EA7E1-17BE-5F0C-CF63-66C36CB092E1}"/>
                    </a:ext>
                  </a:extLst>
                </p14:cNvPr>
                <p14:cNvContentPartPr/>
                <p14:nvPr/>
              </p14:nvContentPartPr>
              <p14:xfrm>
                <a:off x="4877035" y="1003308"/>
                <a:ext cx="560880" cy="1163160"/>
              </p14:xfrm>
            </p:contentPart>
          </mc:Choice>
          <mc:Fallback>
            <p:pic>
              <p:nvPicPr>
                <p:cNvPr id="51" name="Ink 50">
                  <a:extLst>
                    <a:ext uri="{FF2B5EF4-FFF2-40B4-BE49-F238E27FC236}">
                      <a16:creationId xmlns:a16="http://schemas.microsoft.com/office/drawing/2014/main" id="{6A9EA7E1-17BE-5F0C-CF63-66C36CB092E1}"/>
                    </a:ext>
                  </a:extLst>
                </p:cNvPr>
                <p:cNvPicPr/>
                <p:nvPr/>
              </p:nvPicPr>
              <p:blipFill>
                <a:blip r:embed="rId119"/>
                <a:stretch>
                  <a:fillRect/>
                </a:stretch>
              </p:blipFill>
              <p:spPr>
                <a:xfrm>
                  <a:off x="4868395" y="994668"/>
                  <a:ext cx="578520" cy="11808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2" name="Ink 51">
                  <a:extLst>
                    <a:ext uri="{FF2B5EF4-FFF2-40B4-BE49-F238E27FC236}">
                      <a16:creationId xmlns:a16="http://schemas.microsoft.com/office/drawing/2014/main" id="{89AA2F9E-DBCE-438B-8798-2F70EB368DF6}"/>
                    </a:ext>
                  </a:extLst>
                </p14:cNvPr>
                <p14:cNvContentPartPr/>
                <p14:nvPr/>
              </p14:nvContentPartPr>
              <p14:xfrm>
                <a:off x="4901155" y="1896468"/>
                <a:ext cx="376560" cy="293400"/>
              </p14:xfrm>
            </p:contentPart>
          </mc:Choice>
          <mc:Fallback>
            <p:pic>
              <p:nvPicPr>
                <p:cNvPr id="52" name="Ink 51">
                  <a:extLst>
                    <a:ext uri="{FF2B5EF4-FFF2-40B4-BE49-F238E27FC236}">
                      <a16:creationId xmlns:a16="http://schemas.microsoft.com/office/drawing/2014/main" id="{89AA2F9E-DBCE-438B-8798-2F70EB368DF6}"/>
                    </a:ext>
                  </a:extLst>
                </p:cNvPr>
                <p:cNvPicPr/>
                <p:nvPr/>
              </p:nvPicPr>
              <p:blipFill>
                <a:blip r:embed="rId121"/>
                <a:stretch>
                  <a:fillRect/>
                </a:stretch>
              </p:blipFill>
              <p:spPr>
                <a:xfrm>
                  <a:off x="4892155" y="1887468"/>
                  <a:ext cx="394200" cy="3110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4" name="Ink 53">
                  <a:extLst>
                    <a:ext uri="{FF2B5EF4-FFF2-40B4-BE49-F238E27FC236}">
                      <a16:creationId xmlns:a16="http://schemas.microsoft.com/office/drawing/2014/main" id="{05A24027-5E25-8EFF-0896-5CADC927E4BF}"/>
                    </a:ext>
                  </a:extLst>
                </p14:cNvPr>
                <p14:cNvContentPartPr/>
                <p14:nvPr/>
              </p14:nvContentPartPr>
              <p14:xfrm>
                <a:off x="5286715" y="795948"/>
                <a:ext cx="254160" cy="124200"/>
              </p14:xfrm>
            </p:contentPart>
          </mc:Choice>
          <mc:Fallback>
            <p:pic>
              <p:nvPicPr>
                <p:cNvPr id="54" name="Ink 53">
                  <a:extLst>
                    <a:ext uri="{FF2B5EF4-FFF2-40B4-BE49-F238E27FC236}">
                      <a16:creationId xmlns:a16="http://schemas.microsoft.com/office/drawing/2014/main" id="{05A24027-5E25-8EFF-0896-5CADC927E4BF}"/>
                    </a:ext>
                  </a:extLst>
                </p:cNvPr>
                <p:cNvPicPr/>
                <p:nvPr/>
              </p:nvPicPr>
              <p:blipFill>
                <a:blip r:embed="rId123"/>
                <a:stretch>
                  <a:fillRect/>
                </a:stretch>
              </p:blipFill>
              <p:spPr>
                <a:xfrm>
                  <a:off x="5278075" y="787308"/>
                  <a:ext cx="27180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57" name="Ink 56">
                  <a:extLst>
                    <a:ext uri="{FF2B5EF4-FFF2-40B4-BE49-F238E27FC236}">
                      <a16:creationId xmlns:a16="http://schemas.microsoft.com/office/drawing/2014/main" id="{7C404ABF-4D1C-7CB7-9AC2-E96291B65545}"/>
                    </a:ext>
                  </a:extLst>
                </p14:cNvPr>
                <p14:cNvContentPartPr/>
                <p14:nvPr/>
              </p14:nvContentPartPr>
              <p14:xfrm>
                <a:off x="3443155" y="802788"/>
                <a:ext cx="2088000" cy="340560"/>
              </p14:xfrm>
            </p:contentPart>
          </mc:Choice>
          <mc:Fallback>
            <p:pic>
              <p:nvPicPr>
                <p:cNvPr id="57" name="Ink 56">
                  <a:extLst>
                    <a:ext uri="{FF2B5EF4-FFF2-40B4-BE49-F238E27FC236}">
                      <a16:creationId xmlns:a16="http://schemas.microsoft.com/office/drawing/2014/main" id="{7C404ABF-4D1C-7CB7-9AC2-E96291B65545}"/>
                    </a:ext>
                  </a:extLst>
                </p:cNvPr>
                <p:cNvPicPr/>
                <p:nvPr/>
              </p:nvPicPr>
              <p:blipFill>
                <a:blip r:embed="rId125"/>
                <a:stretch>
                  <a:fillRect/>
                </a:stretch>
              </p:blipFill>
              <p:spPr>
                <a:xfrm>
                  <a:off x="3434515" y="794148"/>
                  <a:ext cx="2105640" cy="3582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58" name="Ink 57">
                  <a:extLst>
                    <a:ext uri="{FF2B5EF4-FFF2-40B4-BE49-F238E27FC236}">
                      <a16:creationId xmlns:a16="http://schemas.microsoft.com/office/drawing/2014/main" id="{BEF218AC-04E8-E1B9-1E84-BB54C8134014}"/>
                    </a:ext>
                  </a:extLst>
                </p14:cNvPr>
                <p14:cNvContentPartPr/>
                <p14:nvPr/>
              </p14:nvContentPartPr>
              <p14:xfrm>
                <a:off x="3368635" y="669228"/>
                <a:ext cx="873000" cy="363240"/>
              </p14:xfrm>
            </p:contentPart>
          </mc:Choice>
          <mc:Fallback>
            <p:pic>
              <p:nvPicPr>
                <p:cNvPr id="58" name="Ink 57">
                  <a:extLst>
                    <a:ext uri="{FF2B5EF4-FFF2-40B4-BE49-F238E27FC236}">
                      <a16:creationId xmlns:a16="http://schemas.microsoft.com/office/drawing/2014/main" id="{BEF218AC-04E8-E1B9-1E84-BB54C8134014}"/>
                    </a:ext>
                  </a:extLst>
                </p:cNvPr>
                <p:cNvPicPr/>
                <p:nvPr/>
              </p:nvPicPr>
              <p:blipFill>
                <a:blip r:embed="rId127"/>
                <a:stretch>
                  <a:fillRect/>
                </a:stretch>
              </p:blipFill>
              <p:spPr>
                <a:xfrm>
                  <a:off x="3359995" y="660228"/>
                  <a:ext cx="89064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60" name="Ink 59">
                  <a:extLst>
                    <a:ext uri="{FF2B5EF4-FFF2-40B4-BE49-F238E27FC236}">
                      <a16:creationId xmlns:a16="http://schemas.microsoft.com/office/drawing/2014/main" id="{460B25FB-E486-CF1A-D03E-E82218C2434F}"/>
                    </a:ext>
                  </a:extLst>
                </p14:cNvPr>
                <p14:cNvContentPartPr/>
                <p14:nvPr/>
              </p14:nvContentPartPr>
              <p14:xfrm>
                <a:off x="4900795" y="991788"/>
                <a:ext cx="666000" cy="1497960"/>
              </p14:xfrm>
            </p:contentPart>
          </mc:Choice>
          <mc:Fallback>
            <p:pic>
              <p:nvPicPr>
                <p:cNvPr id="60" name="Ink 59">
                  <a:extLst>
                    <a:ext uri="{FF2B5EF4-FFF2-40B4-BE49-F238E27FC236}">
                      <a16:creationId xmlns:a16="http://schemas.microsoft.com/office/drawing/2014/main" id="{460B25FB-E486-CF1A-D03E-E82218C2434F}"/>
                    </a:ext>
                  </a:extLst>
                </p:cNvPr>
                <p:cNvPicPr/>
                <p:nvPr/>
              </p:nvPicPr>
              <p:blipFill>
                <a:blip r:embed="rId129"/>
                <a:stretch>
                  <a:fillRect/>
                </a:stretch>
              </p:blipFill>
              <p:spPr>
                <a:xfrm>
                  <a:off x="4892155" y="983148"/>
                  <a:ext cx="683640" cy="15156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61" name="Ink 60">
                  <a:extLst>
                    <a:ext uri="{FF2B5EF4-FFF2-40B4-BE49-F238E27FC236}">
                      <a16:creationId xmlns:a16="http://schemas.microsoft.com/office/drawing/2014/main" id="{F6DA9B60-E045-A4BB-07D0-CB7AA5308F60}"/>
                    </a:ext>
                  </a:extLst>
                </p14:cNvPr>
                <p14:cNvContentPartPr/>
                <p14:nvPr/>
              </p14:nvContentPartPr>
              <p14:xfrm>
                <a:off x="4565995" y="2366268"/>
                <a:ext cx="580320" cy="203760"/>
              </p14:xfrm>
            </p:contentPart>
          </mc:Choice>
          <mc:Fallback>
            <p:pic>
              <p:nvPicPr>
                <p:cNvPr id="61" name="Ink 60">
                  <a:extLst>
                    <a:ext uri="{FF2B5EF4-FFF2-40B4-BE49-F238E27FC236}">
                      <a16:creationId xmlns:a16="http://schemas.microsoft.com/office/drawing/2014/main" id="{F6DA9B60-E045-A4BB-07D0-CB7AA5308F60}"/>
                    </a:ext>
                  </a:extLst>
                </p:cNvPr>
                <p:cNvPicPr/>
                <p:nvPr/>
              </p:nvPicPr>
              <p:blipFill>
                <a:blip r:embed="rId131"/>
                <a:stretch>
                  <a:fillRect/>
                </a:stretch>
              </p:blipFill>
              <p:spPr>
                <a:xfrm>
                  <a:off x="4557355" y="2357628"/>
                  <a:ext cx="59796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62" name="Ink 61">
                  <a:extLst>
                    <a:ext uri="{FF2B5EF4-FFF2-40B4-BE49-F238E27FC236}">
                      <a16:creationId xmlns:a16="http://schemas.microsoft.com/office/drawing/2014/main" id="{AF3269DA-5744-E37F-03B1-7845A958BD4D}"/>
                    </a:ext>
                  </a:extLst>
                </p14:cNvPr>
                <p14:cNvContentPartPr/>
                <p14:nvPr/>
              </p14:nvContentPartPr>
              <p14:xfrm>
                <a:off x="4166755" y="1006548"/>
                <a:ext cx="1313280" cy="1226880"/>
              </p14:xfrm>
            </p:contentPart>
          </mc:Choice>
          <mc:Fallback>
            <p:pic>
              <p:nvPicPr>
                <p:cNvPr id="62" name="Ink 61">
                  <a:extLst>
                    <a:ext uri="{FF2B5EF4-FFF2-40B4-BE49-F238E27FC236}">
                      <a16:creationId xmlns:a16="http://schemas.microsoft.com/office/drawing/2014/main" id="{AF3269DA-5744-E37F-03B1-7845A958BD4D}"/>
                    </a:ext>
                  </a:extLst>
                </p:cNvPr>
                <p:cNvPicPr/>
                <p:nvPr/>
              </p:nvPicPr>
              <p:blipFill>
                <a:blip r:embed="rId133"/>
                <a:stretch>
                  <a:fillRect/>
                </a:stretch>
              </p:blipFill>
              <p:spPr>
                <a:xfrm>
                  <a:off x="4158115" y="997908"/>
                  <a:ext cx="1330920" cy="12445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63" name="Ink 62">
                  <a:extLst>
                    <a:ext uri="{FF2B5EF4-FFF2-40B4-BE49-F238E27FC236}">
                      <a16:creationId xmlns:a16="http://schemas.microsoft.com/office/drawing/2014/main" id="{66808D2C-62D2-F35A-8C24-42EDFEE228D2}"/>
                    </a:ext>
                  </a:extLst>
                </p14:cNvPr>
                <p14:cNvContentPartPr/>
                <p14:nvPr/>
              </p14:nvContentPartPr>
              <p14:xfrm>
                <a:off x="4090795" y="2175468"/>
                <a:ext cx="375120" cy="162720"/>
              </p14:xfrm>
            </p:contentPart>
          </mc:Choice>
          <mc:Fallback>
            <p:pic>
              <p:nvPicPr>
                <p:cNvPr id="63" name="Ink 62">
                  <a:extLst>
                    <a:ext uri="{FF2B5EF4-FFF2-40B4-BE49-F238E27FC236}">
                      <a16:creationId xmlns:a16="http://schemas.microsoft.com/office/drawing/2014/main" id="{66808D2C-62D2-F35A-8C24-42EDFEE228D2}"/>
                    </a:ext>
                  </a:extLst>
                </p:cNvPr>
                <p:cNvPicPr/>
                <p:nvPr/>
              </p:nvPicPr>
              <p:blipFill>
                <a:blip r:embed="rId135"/>
                <a:stretch>
                  <a:fillRect/>
                </a:stretch>
              </p:blipFill>
              <p:spPr>
                <a:xfrm>
                  <a:off x="4082155" y="2166468"/>
                  <a:ext cx="39276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2" name="Ink 81">
                  <a:extLst>
                    <a:ext uri="{FF2B5EF4-FFF2-40B4-BE49-F238E27FC236}">
                      <a16:creationId xmlns:a16="http://schemas.microsoft.com/office/drawing/2014/main" id="{B5622F94-16C7-4984-7396-19687DA12663}"/>
                    </a:ext>
                  </a:extLst>
                </p14:cNvPr>
                <p14:cNvContentPartPr/>
                <p14:nvPr/>
              </p14:nvContentPartPr>
              <p14:xfrm>
                <a:off x="5384275" y="854628"/>
                <a:ext cx="172800" cy="230760"/>
              </p14:xfrm>
            </p:contentPart>
          </mc:Choice>
          <mc:Fallback>
            <p:pic>
              <p:nvPicPr>
                <p:cNvPr id="82" name="Ink 81">
                  <a:extLst>
                    <a:ext uri="{FF2B5EF4-FFF2-40B4-BE49-F238E27FC236}">
                      <a16:creationId xmlns:a16="http://schemas.microsoft.com/office/drawing/2014/main" id="{B5622F94-16C7-4984-7396-19687DA12663}"/>
                    </a:ext>
                  </a:extLst>
                </p:cNvPr>
                <p:cNvPicPr/>
                <p:nvPr/>
              </p:nvPicPr>
              <p:blipFill>
                <a:blip r:embed="rId137"/>
                <a:stretch>
                  <a:fillRect/>
                </a:stretch>
              </p:blipFill>
              <p:spPr>
                <a:xfrm>
                  <a:off x="5375635" y="845628"/>
                  <a:ext cx="19044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3" name="Ink 82">
                  <a:extLst>
                    <a:ext uri="{FF2B5EF4-FFF2-40B4-BE49-F238E27FC236}">
                      <a16:creationId xmlns:a16="http://schemas.microsoft.com/office/drawing/2014/main" id="{EF9FD276-2025-D594-20CB-9823F228E493}"/>
                    </a:ext>
                  </a:extLst>
                </p14:cNvPr>
                <p14:cNvContentPartPr/>
                <p14:nvPr/>
              </p14:nvContentPartPr>
              <p14:xfrm>
                <a:off x="5561755" y="924108"/>
                <a:ext cx="360" cy="360"/>
              </p14:xfrm>
            </p:contentPart>
          </mc:Choice>
          <mc:Fallback>
            <p:pic>
              <p:nvPicPr>
                <p:cNvPr id="83" name="Ink 82">
                  <a:extLst>
                    <a:ext uri="{FF2B5EF4-FFF2-40B4-BE49-F238E27FC236}">
                      <a16:creationId xmlns:a16="http://schemas.microsoft.com/office/drawing/2014/main" id="{EF9FD276-2025-D594-20CB-9823F228E493}"/>
                    </a:ext>
                  </a:extLst>
                </p:cNvPr>
                <p:cNvPicPr/>
                <p:nvPr/>
              </p:nvPicPr>
              <p:blipFill>
                <a:blip r:embed="rId139"/>
                <a:stretch>
                  <a:fillRect/>
                </a:stretch>
              </p:blipFill>
              <p:spPr>
                <a:xfrm>
                  <a:off x="5553115" y="91510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4" name="Ink 83">
                  <a:extLst>
                    <a:ext uri="{FF2B5EF4-FFF2-40B4-BE49-F238E27FC236}">
                      <a16:creationId xmlns:a16="http://schemas.microsoft.com/office/drawing/2014/main" id="{6A3B89FB-3E01-4922-FC0E-6BC35F8DC8EE}"/>
                    </a:ext>
                  </a:extLst>
                </p14:cNvPr>
                <p14:cNvContentPartPr/>
                <p14:nvPr/>
              </p14:nvContentPartPr>
              <p14:xfrm>
                <a:off x="4043635" y="1027788"/>
                <a:ext cx="90720" cy="123480"/>
              </p14:xfrm>
            </p:contentPart>
          </mc:Choice>
          <mc:Fallback>
            <p:pic>
              <p:nvPicPr>
                <p:cNvPr id="84" name="Ink 83">
                  <a:extLst>
                    <a:ext uri="{FF2B5EF4-FFF2-40B4-BE49-F238E27FC236}">
                      <a16:creationId xmlns:a16="http://schemas.microsoft.com/office/drawing/2014/main" id="{6A3B89FB-3E01-4922-FC0E-6BC35F8DC8EE}"/>
                    </a:ext>
                  </a:extLst>
                </p:cNvPr>
                <p:cNvPicPr/>
                <p:nvPr/>
              </p:nvPicPr>
              <p:blipFill>
                <a:blip r:embed="rId141"/>
                <a:stretch>
                  <a:fillRect/>
                </a:stretch>
              </p:blipFill>
              <p:spPr>
                <a:xfrm>
                  <a:off x="4034995" y="1018788"/>
                  <a:ext cx="10836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5" name="Ink 84">
                  <a:extLst>
                    <a:ext uri="{FF2B5EF4-FFF2-40B4-BE49-F238E27FC236}">
                      <a16:creationId xmlns:a16="http://schemas.microsoft.com/office/drawing/2014/main" id="{C722CE8A-4CDE-3AA3-51C9-D717E0B07086}"/>
                    </a:ext>
                  </a:extLst>
                </p14:cNvPr>
                <p14:cNvContentPartPr/>
                <p14:nvPr/>
              </p14:nvContentPartPr>
              <p14:xfrm>
                <a:off x="5685955" y="1245228"/>
                <a:ext cx="68040" cy="70920"/>
              </p14:xfrm>
            </p:contentPart>
          </mc:Choice>
          <mc:Fallback>
            <p:pic>
              <p:nvPicPr>
                <p:cNvPr id="85" name="Ink 84">
                  <a:extLst>
                    <a:ext uri="{FF2B5EF4-FFF2-40B4-BE49-F238E27FC236}">
                      <a16:creationId xmlns:a16="http://schemas.microsoft.com/office/drawing/2014/main" id="{C722CE8A-4CDE-3AA3-51C9-D717E0B07086}"/>
                    </a:ext>
                  </a:extLst>
                </p:cNvPr>
                <p:cNvPicPr/>
                <p:nvPr/>
              </p:nvPicPr>
              <p:blipFill>
                <a:blip r:embed="rId143"/>
                <a:stretch>
                  <a:fillRect/>
                </a:stretch>
              </p:blipFill>
              <p:spPr>
                <a:xfrm>
                  <a:off x="5677315" y="1236588"/>
                  <a:ext cx="8568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6" name="Ink 85">
                  <a:extLst>
                    <a:ext uri="{FF2B5EF4-FFF2-40B4-BE49-F238E27FC236}">
                      <a16:creationId xmlns:a16="http://schemas.microsoft.com/office/drawing/2014/main" id="{B12EF800-56AB-B815-6D93-2C2EEE8E0655}"/>
                    </a:ext>
                  </a:extLst>
                </p14:cNvPr>
                <p14:cNvContentPartPr/>
                <p14:nvPr/>
              </p14:nvContentPartPr>
              <p14:xfrm>
                <a:off x="3739795" y="1978908"/>
                <a:ext cx="127080" cy="266400"/>
              </p14:xfrm>
            </p:contentPart>
          </mc:Choice>
          <mc:Fallback>
            <p:pic>
              <p:nvPicPr>
                <p:cNvPr id="86" name="Ink 85">
                  <a:extLst>
                    <a:ext uri="{FF2B5EF4-FFF2-40B4-BE49-F238E27FC236}">
                      <a16:creationId xmlns:a16="http://schemas.microsoft.com/office/drawing/2014/main" id="{B12EF800-56AB-B815-6D93-2C2EEE8E0655}"/>
                    </a:ext>
                  </a:extLst>
                </p:cNvPr>
                <p:cNvPicPr/>
                <p:nvPr/>
              </p:nvPicPr>
              <p:blipFill>
                <a:blip r:embed="rId145"/>
                <a:stretch>
                  <a:fillRect/>
                </a:stretch>
              </p:blipFill>
              <p:spPr>
                <a:xfrm>
                  <a:off x="3731155" y="1970268"/>
                  <a:ext cx="14472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7" name="Ink 86">
                  <a:extLst>
                    <a:ext uri="{FF2B5EF4-FFF2-40B4-BE49-F238E27FC236}">
                      <a16:creationId xmlns:a16="http://schemas.microsoft.com/office/drawing/2014/main" id="{7F365827-C0D6-94F4-7291-DD5C595697CC}"/>
                    </a:ext>
                  </a:extLst>
                </p14:cNvPr>
                <p14:cNvContentPartPr/>
                <p14:nvPr/>
              </p14:nvContentPartPr>
              <p14:xfrm>
                <a:off x="4002595" y="1224708"/>
                <a:ext cx="47520" cy="111960"/>
              </p14:xfrm>
            </p:contentPart>
          </mc:Choice>
          <mc:Fallback>
            <p:pic>
              <p:nvPicPr>
                <p:cNvPr id="87" name="Ink 86">
                  <a:extLst>
                    <a:ext uri="{FF2B5EF4-FFF2-40B4-BE49-F238E27FC236}">
                      <a16:creationId xmlns:a16="http://schemas.microsoft.com/office/drawing/2014/main" id="{7F365827-C0D6-94F4-7291-DD5C595697CC}"/>
                    </a:ext>
                  </a:extLst>
                </p:cNvPr>
                <p:cNvPicPr/>
                <p:nvPr/>
              </p:nvPicPr>
              <p:blipFill>
                <a:blip r:embed="rId147"/>
                <a:stretch>
                  <a:fillRect/>
                </a:stretch>
              </p:blipFill>
              <p:spPr>
                <a:xfrm>
                  <a:off x="3993955" y="1216068"/>
                  <a:ext cx="6516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8" name="Ink 87">
                  <a:extLst>
                    <a:ext uri="{FF2B5EF4-FFF2-40B4-BE49-F238E27FC236}">
                      <a16:creationId xmlns:a16="http://schemas.microsoft.com/office/drawing/2014/main" id="{C7697099-1538-5646-4665-88D3DFD6A47A}"/>
                    </a:ext>
                  </a:extLst>
                </p14:cNvPr>
                <p14:cNvContentPartPr/>
                <p14:nvPr/>
              </p14:nvContentPartPr>
              <p14:xfrm>
                <a:off x="3854275" y="2400108"/>
                <a:ext cx="83520" cy="113400"/>
              </p14:xfrm>
            </p:contentPart>
          </mc:Choice>
          <mc:Fallback>
            <p:pic>
              <p:nvPicPr>
                <p:cNvPr id="88" name="Ink 87">
                  <a:extLst>
                    <a:ext uri="{FF2B5EF4-FFF2-40B4-BE49-F238E27FC236}">
                      <a16:creationId xmlns:a16="http://schemas.microsoft.com/office/drawing/2014/main" id="{C7697099-1538-5646-4665-88D3DFD6A47A}"/>
                    </a:ext>
                  </a:extLst>
                </p:cNvPr>
                <p:cNvPicPr/>
                <p:nvPr/>
              </p:nvPicPr>
              <p:blipFill>
                <a:blip r:embed="rId149"/>
                <a:stretch>
                  <a:fillRect/>
                </a:stretch>
              </p:blipFill>
              <p:spPr>
                <a:xfrm>
                  <a:off x="3845635" y="2391108"/>
                  <a:ext cx="10116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9" name="Ink 88">
                  <a:extLst>
                    <a:ext uri="{FF2B5EF4-FFF2-40B4-BE49-F238E27FC236}">
                      <a16:creationId xmlns:a16="http://schemas.microsoft.com/office/drawing/2014/main" id="{9FC0C12D-D010-83FD-CDAB-F987BB220147}"/>
                    </a:ext>
                  </a:extLst>
                </p14:cNvPr>
                <p14:cNvContentPartPr/>
                <p14:nvPr/>
              </p14:nvContentPartPr>
              <p14:xfrm>
                <a:off x="3165955" y="1093308"/>
                <a:ext cx="360" cy="360"/>
              </p14:xfrm>
            </p:contentPart>
          </mc:Choice>
          <mc:Fallback>
            <p:pic>
              <p:nvPicPr>
                <p:cNvPr id="89" name="Ink 88">
                  <a:extLst>
                    <a:ext uri="{FF2B5EF4-FFF2-40B4-BE49-F238E27FC236}">
                      <a16:creationId xmlns:a16="http://schemas.microsoft.com/office/drawing/2014/main" id="{9FC0C12D-D010-83FD-CDAB-F987BB220147}"/>
                    </a:ext>
                  </a:extLst>
                </p:cNvPr>
                <p:cNvPicPr/>
                <p:nvPr/>
              </p:nvPicPr>
              <p:blipFill>
                <a:blip r:embed="rId139"/>
                <a:stretch>
                  <a:fillRect/>
                </a:stretch>
              </p:blipFill>
              <p:spPr>
                <a:xfrm>
                  <a:off x="3156955" y="1084668"/>
                  <a:ext cx="18000" cy="18000"/>
                </a:xfrm>
                <a:prstGeom prst="rect">
                  <a:avLst/>
                </a:prstGeom>
              </p:spPr>
            </p:pic>
          </mc:Fallback>
        </mc:AlternateContent>
      </p:grpSp>
    </p:spTree>
    <p:extLst>
      <p:ext uri="{BB962C8B-B14F-4D97-AF65-F5344CB8AC3E}">
        <p14:creationId xmlns:p14="http://schemas.microsoft.com/office/powerpoint/2010/main" val="1018019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E884F0D0-9C78-BD91-31B3-DA46D7CF0721}"/>
              </a:ext>
            </a:extLst>
          </p:cNvPr>
          <p:cNvGrpSpPr/>
          <p:nvPr/>
        </p:nvGrpSpPr>
        <p:grpSpPr>
          <a:xfrm>
            <a:off x="9570224" y="326900"/>
            <a:ext cx="1026360" cy="1008000"/>
            <a:chOff x="9570224" y="326900"/>
            <a:chExt cx="1026360" cy="1008000"/>
          </a:xfrm>
        </p:grpSpPr>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84F72E7D-B3D9-A8B5-DD8B-2EA69DF67501}"/>
                    </a:ext>
                  </a:extLst>
                </p14:cNvPr>
                <p14:cNvContentPartPr/>
                <p14:nvPr/>
              </p14:nvContentPartPr>
              <p14:xfrm>
                <a:off x="9696944" y="326900"/>
                <a:ext cx="425520" cy="990720"/>
              </p14:xfrm>
            </p:contentPart>
          </mc:Choice>
          <mc:Fallback>
            <p:pic>
              <p:nvPicPr>
                <p:cNvPr id="8" name="Ink 7">
                  <a:extLst>
                    <a:ext uri="{FF2B5EF4-FFF2-40B4-BE49-F238E27FC236}">
                      <a16:creationId xmlns:a16="http://schemas.microsoft.com/office/drawing/2014/main" id="{84F72E7D-B3D9-A8B5-DD8B-2EA69DF67501}"/>
                    </a:ext>
                  </a:extLst>
                </p:cNvPr>
                <p:cNvPicPr/>
                <p:nvPr/>
              </p:nvPicPr>
              <p:blipFill>
                <a:blip r:embed="rId3"/>
                <a:stretch>
                  <a:fillRect/>
                </a:stretch>
              </p:blipFill>
              <p:spPr>
                <a:xfrm>
                  <a:off x="9688304" y="317900"/>
                  <a:ext cx="443160" cy="10083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CBDA3DB1-08CB-3EBB-CBA4-F0B2F07868DB}"/>
                    </a:ext>
                  </a:extLst>
                </p14:cNvPr>
                <p14:cNvContentPartPr/>
                <p14:nvPr/>
              </p14:nvContentPartPr>
              <p14:xfrm>
                <a:off x="9570224" y="798140"/>
                <a:ext cx="487440" cy="52560"/>
              </p14:xfrm>
            </p:contentPart>
          </mc:Choice>
          <mc:Fallback>
            <p:pic>
              <p:nvPicPr>
                <p:cNvPr id="9" name="Ink 8">
                  <a:extLst>
                    <a:ext uri="{FF2B5EF4-FFF2-40B4-BE49-F238E27FC236}">
                      <a16:creationId xmlns:a16="http://schemas.microsoft.com/office/drawing/2014/main" id="{CBDA3DB1-08CB-3EBB-CBA4-F0B2F07868DB}"/>
                    </a:ext>
                  </a:extLst>
                </p:cNvPr>
                <p:cNvPicPr/>
                <p:nvPr/>
              </p:nvPicPr>
              <p:blipFill>
                <a:blip r:embed="rId5"/>
                <a:stretch>
                  <a:fillRect/>
                </a:stretch>
              </p:blipFill>
              <p:spPr>
                <a:xfrm>
                  <a:off x="9561584" y="789500"/>
                  <a:ext cx="50508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478E4C80-78E3-7C16-3A9D-2944C3FE4DD0}"/>
                    </a:ext>
                  </a:extLst>
                </p14:cNvPr>
                <p14:cNvContentPartPr/>
                <p14:nvPr/>
              </p14:nvContentPartPr>
              <p14:xfrm>
                <a:off x="10135784" y="1008740"/>
                <a:ext cx="460800" cy="326160"/>
              </p14:xfrm>
            </p:contentPart>
          </mc:Choice>
          <mc:Fallback>
            <p:pic>
              <p:nvPicPr>
                <p:cNvPr id="10" name="Ink 9">
                  <a:extLst>
                    <a:ext uri="{FF2B5EF4-FFF2-40B4-BE49-F238E27FC236}">
                      <a16:creationId xmlns:a16="http://schemas.microsoft.com/office/drawing/2014/main" id="{478E4C80-78E3-7C16-3A9D-2944C3FE4DD0}"/>
                    </a:ext>
                  </a:extLst>
                </p:cNvPr>
                <p:cNvPicPr/>
                <p:nvPr/>
              </p:nvPicPr>
              <p:blipFill>
                <a:blip r:embed="rId7"/>
                <a:stretch>
                  <a:fillRect/>
                </a:stretch>
              </p:blipFill>
              <p:spPr>
                <a:xfrm>
                  <a:off x="10127144" y="999740"/>
                  <a:ext cx="478440" cy="343800"/>
                </a:xfrm>
                <a:prstGeom prst="rect">
                  <a:avLst/>
                </a:prstGeom>
              </p:spPr>
            </p:pic>
          </mc:Fallback>
        </mc:AlternateContent>
      </p:grpSp>
      <p:grpSp>
        <p:nvGrpSpPr>
          <p:cNvPr id="14" name="Group 13">
            <a:extLst>
              <a:ext uri="{FF2B5EF4-FFF2-40B4-BE49-F238E27FC236}">
                <a16:creationId xmlns:a16="http://schemas.microsoft.com/office/drawing/2014/main" id="{09BF48E1-AFFF-3558-0D7D-22A40C670067}"/>
              </a:ext>
            </a:extLst>
          </p:cNvPr>
          <p:cNvGrpSpPr/>
          <p:nvPr/>
        </p:nvGrpSpPr>
        <p:grpSpPr>
          <a:xfrm>
            <a:off x="8630264" y="369740"/>
            <a:ext cx="494640" cy="625320"/>
            <a:chOff x="8630264" y="369740"/>
            <a:chExt cx="494640" cy="625320"/>
          </a:xfrm>
        </p:grpSpPr>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03B55BAA-6A93-96B6-DE16-C73060AD6A5C}"/>
                    </a:ext>
                  </a:extLst>
                </p14:cNvPr>
                <p14:cNvContentPartPr/>
                <p14:nvPr/>
              </p14:nvContentPartPr>
              <p14:xfrm>
                <a:off x="8630264" y="509420"/>
                <a:ext cx="298800" cy="409320"/>
              </p14:xfrm>
            </p:contentPart>
          </mc:Choice>
          <mc:Fallback>
            <p:pic>
              <p:nvPicPr>
                <p:cNvPr id="4" name="Ink 3">
                  <a:extLst>
                    <a:ext uri="{FF2B5EF4-FFF2-40B4-BE49-F238E27FC236}">
                      <a16:creationId xmlns:a16="http://schemas.microsoft.com/office/drawing/2014/main" id="{03B55BAA-6A93-96B6-DE16-C73060AD6A5C}"/>
                    </a:ext>
                  </a:extLst>
                </p:cNvPr>
                <p:cNvPicPr/>
                <p:nvPr/>
              </p:nvPicPr>
              <p:blipFill>
                <a:blip r:embed="rId9"/>
                <a:stretch>
                  <a:fillRect/>
                </a:stretch>
              </p:blipFill>
              <p:spPr>
                <a:xfrm>
                  <a:off x="8621624" y="500780"/>
                  <a:ext cx="316440" cy="426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D1B26C77-9825-CAAA-E31E-9C2C0EFF1732}"/>
                    </a:ext>
                  </a:extLst>
                </p14:cNvPr>
                <p14:cNvContentPartPr/>
                <p14:nvPr/>
              </p14:nvContentPartPr>
              <p14:xfrm>
                <a:off x="8922584" y="821180"/>
                <a:ext cx="43920" cy="173880"/>
              </p14:xfrm>
            </p:contentPart>
          </mc:Choice>
          <mc:Fallback>
            <p:pic>
              <p:nvPicPr>
                <p:cNvPr id="5" name="Ink 4">
                  <a:extLst>
                    <a:ext uri="{FF2B5EF4-FFF2-40B4-BE49-F238E27FC236}">
                      <a16:creationId xmlns:a16="http://schemas.microsoft.com/office/drawing/2014/main" id="{D1B26C77-9825-CAAA-E31E-9C2C0EFF1732}"/>
                    </a:ext>
                  </a:extLst>
                </p:cNvPr>
                <p:cNvPicPr/>
                <p:nvPr/>
              </p:nvPicPr>
              <p:blipFill>
                <a:blip r:embed="rId11"/>
                <a:stretch>
                  <a:fillRect/>
                </a:stretch>
              </p:blipFill>
              <p:spPr>
                <a:xfrm>
                  <a:off x="8913944" y="812180"/>
                  <a:ext cx="6156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C10CB6ED-BADC-E1AB-4C3F-4C09E5337677}"/>
                    </a:ext>
                  </a:extLst>
                </p14:cNvPr>
                <p14:cNvContentPartPr/>
                <p14:nvPr/>
              </p14:nvContentPartPr>
              <p14:xfrm>
                <a:off x="8886584" y="369740"/>
                <a:ext cx="238320" cy="198720"/>
              </p14:xfrm>
            </p:contentPart>
          </mc:Choice>
          <mc:Fallback>
            <p:pic>
              <p:nvPicPr>
                <p:cNvPr id="7" name="Ink 6">
                  <a:extLst>
                    <a:ext uri="{FF2B5EF4-FFF2-40B4-BE49-F238E27FC236}">
                      <a16:creationId xmlns:a16="http://schemas.microsoft.com/office/drawing/2014/main" id="{C10CB6ED-BADC-E1AB-4C3F-4C09E5337677}"/>
                    </a:ext>
                  </a:extLst>
                </p:cNvPr>
                <p:cNvPicPr/>
                <p:nvPr/>
              </p:nvPicPr>
              <p:blipFill>
                <a:blip r:embed="rId13"/>
                <a:stretch>
                  <a:fillRect/>
                </a:stretch>
              </p:blipFill>
              <p:spPr>
                <a:xfrm>
                  <a:off x="8877944" y="360740"/>
                  <a:ext cx="25596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 name="Ink 12">
                  <a:extLst>
                    <a:ext uri="{FF2B5EF4-FFF2-40B4-BE49-F238E27FC236}">
                      <a16:creationId xmlns:a16="http://schemas.microsoft.com/office/drawing/2014/main" id="{744FB8FF-0441-2B50-0063-371069998E3D}"/>
                    </a:ext>
                  </a:extLst>
                </p14:cNvPr>
                <p14:cNvContentPartPr/>
                <p14:nvPr/>
              </p14:nvContentPartPr>
              <p14:xfrm>
                <a:off x="8762384" y="729740"/>
                <a:ext cx="176400" cy="15480"/>
              </p14:xfrm>
            </p:contentPart>
          </mc:Choice>
          <mc:Fallback>
            <p:pic>
              <p:nvPicPr>
                <p:cNvPr id="13" name="Ink 12">
                  <a:extLst>
                    <a:ext uri="{FF2B5EF4-FFF2-40B4-BE49-F238E27FC236}">
                      <a16:creationId xmlns:a16="http://schemas.microsoft.com/office/drawing/2014/main" id="{744FB8FF-0441-2B50-0063-371069998E3D}"/>
                    </a:ext>
                  </a:extLst>
                </p:cNvPr>
                <p:cNvPicPr/>
                <p:nvPr/>
              </p:nvPicPr>
              <p:blipFill>
                <a:blip r:embed="rId15"/>
                <a:stretch>
                  <a:fillRect/>
                </a:stretch>
              </p:blipFill>
              <p:spPr>
                <a:xfrm>
                  <a:off x="8753744" y="721100"/>
                  <a:ext cx="194040" cy="33120"/>
                </a:xfrm>
                <a:prstGeom prst="rect">
                  <a:avLst/>
                </a:prstGeom>
              </p:spPr>
            </p:pic>
          </mc:Fallback>
        </mc:AlternateContent>
      </p:grpSp>
      <p:grpSp>
        <p:nvGrpSpPr>
          <p:cNvPr id="20" name="Group 19">
            <a:extLst>
              <a:ext uri="{FF2B5EF4-FFF2-40B4-BE49-F238E27FC236}">
                <a16:creationId xmlns:a16="http://schemas.microsoft.com/office/drawing/2014/main" id="{B18A6299-9D26-0845-3DD1-52E2F3A7F387}"/>
              </a:ext>
            </a:extLst>
          </p:cNvPr>
          <p:cNvGrpSpPr/>
          <p:nvPr/>
        </p:nvGrpSpPr>
        <p:grpSpPr>
          <a:xfrm>
            <a:off x="8780384" y="1550540"/>
            <a:ext cx="270360" cy="394920"/>
            <a:chOff x="8780384" y="1550540"/>
            <a:chExt cx="270360" cy="394920"/>
          </a:xfrm>
        </p:grpSpPr>
        <mc:AlternateContent xmlns:mc="http://schemas.openxmlformats.org/markup-compatibility/2006">
          <mc:Choice xmlns:p14="http://schemas.microsoft.com/office/powerpoint/2010/main" Requires="p14">
            <p:contentPart p14:bwMode="auto" r:id="rId16">
              <p14:nvContentPartPr>
                <p14:cNvPr id="15" name="Ink 14">
                  <a:extLst>
                    <a:ext uri="{FF2B5EF4-FFF2-40B4-BE49-F238E27FC236}">
                      <a16:creationId xmlns:a16="http://schemas.microsoft.com/office/drawing/2014/main" id="{4B22F5B5-6725-AA4A-C7DD-8CC23F29D21F}"/>
                    </a:ext>
                  </a:extLst>
                </p14:cNvPr>
                <p14:cNvContentPartPr/>
                <p14:nvPr/>
              </p14:nvContentPartPr>
              <p14:xfrm>
                <a:off x="8780384" y="1550540"/>
                <a:ext cx="261720" cy="394920"/>
              </p14:xfrm>
            </p:contentPart>
          </mc:Choice>
          <mc:Fallback>
            <p:pic>
              <p:nvPicPr>
                <p:cNvPr id="15" name="Ink 14">
                  <a:extLst>
                    <a:ext uri="{FF2B5EF4-FFF2-40B4-BE49-F238E27FC236}">
                      <a16:creationId xmlns:a16="http://schemas.microsoft.com/office/drawing/2014/main" id="{4B22F5B5-6725-AA4A-C7DD-8CC23F29D21F}"/>
                    </a:ext>
                  </a:extLst>
                </p:cNvPr>
                <p:cNvPicPr/>
                <p:nvPr/>
              </p:nvPicPr>
              <p:blipFill>
                <a:blip r:embed="rId17"/>
                <a:stretch>
                  <a:fillRect/>
                </a:stretch>
              </p:blipFill>
              <p:spPr>
                <a:xfrm>
                  <a:off x="8771744" y="1541900"/>
                  <a:ext cx="279360" cy="4125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6" name="Ink 15">
                  <a:extLst>
                    <a:ext uri="{FF2B5EF4-FFF2-40B4-BE49-F238E27FC236}">
                      <a16:creationId xmlns:a16="http://schemas.microsoft.com/office/drawing/2014/main" id="{E45FA762-50B9-EBDD-103E-D2CBBF991E78}"/>
                    </a:ext>
                  </a:extLst>
                </p14:cNvPr>
                <p14:cNvContentPartPr/>
                <p14:nvPr/>
              </p14:nvContentPartPr>
              <p14:xfrm>
                <a:off x="8852744" y="1887860"/>
                <a:ext cx="198000" cy="26280"/>
              </p14:xfrm>
            </p:contentPart>
          </mc:Choice>
          <mc:Fallback>
            <p:pic>
              <p:nvPicPr>
                <p:cNvPr id="16" name="Ink 15">
                  <a:extLst>
                    <a:ext uri="{FF2B5EF4-FFF2-40B4-BE49-F238E27FC236}">
                      <a16:creationId xmlns:a16="http://schemas.microsoft.com/office/drawing/2014/main" id="{E45FA762-50B9-EBDD-103E-D2CBBF991E78}"/>
                    </a:ext>
                  </a:extLst>
                </p:cNvPr>
                <p:cNvPicPr/>
                <p:nvPr/>
              </p:nvPicPr>
              <p:blipFill>
                <a:blip r:embed="rId19"/>
                <a:stretch>
                  <a:fillRect/>
                </a:stretch>
              </p:blipFill>
              <p:spPr>
                <a:xfrm>
                  <a:off x="8844104" y="1878860"/>
                  <a:ext cx="215640" cy="43920"/>
                </a:xfrm>
                <a:prstGeom prst="rect">
                  <a:avLst/>
                </a:prstGeom>
              </p:spPr>
            </p:pic>
          </mc:Fallback>
        </mc:AlternateContent>
      </p:grpSp>
      <p:grpSp>
        <p:nvGrpSpPr>
          <p:cNvPr id="19" name="Group 18">
            <a:extLst>
              <a:ext uri="{FF2B5EF4-FFF2-40B4-BE49-F238E27FC236}">
                <a16:creationId xmlns:a16="http://schemas.microsoft.com/office/drawing/2014/main" id="{8C485919-48D7-AB6E-25D4-347B15FFC52F}"/>
              </a:ext>
            </a:extLst>
          </p:cNvPr>
          <p:cNvGrpSpPr/>
          <p:nvPr/>
        </p:nvGrpSpPr>
        <p:grpSpPr>
          <a:xfrm>
            <a:off x="8840864" y="2446580"/>
            <a:ext cx="396000" cy="514800"/>
            <a:chOff x="8840864" y="2446580"/>
            <a:chExt cx="396000" cy="514800"/>
          </a:xfrm>
        </p:grpSpPr>
        <mc:AlternateContent xmlns:mc="http://schemas.openxmlformats.org/markup-compatibility/2006">
          <mc:Choice xmlns:p14="http://schemas.microsoft.com/office/powerpoint/2010/main" Requires="p14">
            <p:contentPart p14:bwMode="auto" r:id="rId20">
              <p14:nvContentPartPr>
                <p14:cNvPr id="17" name="Ink 16">
                  <a:extLst>
                    <a:ext uri="{FF2B5EF4-FFF2-40B4-BE49-F238E27FC236}">
                      <a16:creationId xmlns:a16="http://schemas.microsoft.com/office/drawing/2014/main" id="{6C43FEED-131C-317E-817F-D54F7EB60013}"/>
                    </a:ext>
                  </a:extLst>
                </p14:cNvPr>
                <p14:cNvContentPartPr/>
                <p14:nvPr/>
              </p14:nvContentPartPr>
              <p14:xfrm>
                <a:off x="8840864" y="2446580"/>
                <a:ext cx="278640" cy="514800"/>
              </p14:xfrm>
            </p:contentPart>
          </mc:Choice>
          <mc:Fallback>
            <p:pic>
              <p:nvPicPr>
                <p:cNvPr id="17" name="Ink 16">
                  <a:extLst>
                    <a:ext uri="{FF2B5EF4-FFF2-40B4-BE49-F238E27FC236}">
                      <a16:creationId xmlns:a16="http://schemas.microsoft.com/office/drawing/2014/main" id="{6C43FEED-131C-317E-817F-D54F7EB60013}"/>
                    </a:ext>
                  </a:extLst>
                </p:cNvPr>
                <p:cNvPicPr/>
                <p:nvPr/>
              </p:nvPicPr>
              <p:blipFill>
                <a:blip r:embed="rId21"/>
                <a:stretch>
                  <a:fillRect/>
                </a:stretch>
              </p:blipFill>
              <p:spPr>
                <a:xfrm>
                  <a:off x="8831864" y="2437940"/>
                  <a:ext cx="296280" cy="5324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8" name="Ink 17">
                  <a:extLst>
                    <a:ext uri="{FF2B5EF4-FFF2-40B4-BE49-F238E27FC236}">
                      <a16:creationId xmlns:a16="http://schemas.microsoft.com/office/drawing/2014/main" id="{23D415F9-8EC3-79B6-77D9-80F08A5905BD}"/>
                    </a:ext>
                  </a:extLst>
                </p14:cNvPr>
                <p14:cNvContentPartPr/>
                <p14:nvPr/>
              </p14:nvContentPartPr>
              <p14:xfrm>
                <a:off x="9030224" y="2505260"/>
                <a:ext cx="206640" cy="26280"/>
              </p14:xfrm>
            </p:contentPart>
          </mc:Choice>
          <mc:Fallback>
            <p:pic>
              <p:nvPicPr>
                <p:cNvPr id="18" name="Ink 17">
                  <a:extLst>
                    <a:ext uri="{FF2B5EF4-FFF2-40B4-BE49-F238E27FC236}">
                      <a16:creationId xmlns:a16="http://schemas.microsoft.com/office/drawing/2014/main" id="{23D415F9-8EC3-79B6-77D9-80F08A5905BD}"/>
                    </a:ext>
                  </a:extLst>
                </p:cNvPr>
                <p:cNvPicPr/>
                <p:nvPr/>
              </p:nvPicPr>
              <p:blipFill>
                <a:blip r:embed="rId23"/>
                <a:stretch>
                  <a:fillRect/>
                </a:stretch>
              </p:blipFill>
              <p:spPr>
                <a:xfrm>
                  <a:off x="9021224" y="2496620"/>
                  <a:ext cx="224280" cy="43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
            <p14:nvContentPartPr>
              <p14:cNvPr id="21" name="Ink 20">
                <a:extLst>
                  <a:ext uri="{FF2B5EF4-FFF2-40B4-BE49-F238E27FC236}">
                    <a16:creationId xmlns:a16="http://schemas.microsoft.com/office/drawing/2014/main" id="{D153DF8F-C424-60CA-6654-EFD24140DBCA}"/>
                  </a:ext>
                </a:extLst>
              </p14:cNvPr>
              <p14:cNvContentPartPr/>
              <p14:nvPr/>
            </p14:nvContentPartPr>
            <p14:xfrm>
              <a:off x="8924744" y="3214820"/>
              <a:ext cx="299880" cy="468360"/>
            </p14:xfrm>
          </p:contentPart>
        </mc:Choice>
        <mc:Fallback>
          <p:pic>
            <p:nvPicPr>
              <p:cNvPr id="21" name="Ink 20">
                <a:extLst>
                  <a:ext uri="{FF2B5EF4-FFF2-40B4-BE49-F238E27FC236}">
                    <a16:creationId xmlns:a16="http://schemas.microsoft.com/office/drawing/2014/main" id="{D153DF8F-C424-60CA-6654-EFD24140DBCA}"/>
                  </a:ext>
                </a:extLst>
              </p:cNvPr>
              <p:cNvPicPr/>
              <p:nvPr/>
            </p:nvPicPr>
            <p:blipFill>
              <a:blip r:embed="rId25"/>
              <a:stretch>
                <a:fillRect/>
              </a:stretch>
            </p:blipFill>
            <p:spPr>
              <a:xfrm>
                <a:off x="8915744" y="3205820"/>
                <a:ext cx="317520" cy="486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2" name="Ink 21">
                <a:extLst>
                  <a:ext uri="{FF2B5EF4-FFF2-40B4-BE49-F238E27FC236}">
                    <a16:creationId xmlns:a16="http://schemas.microsoft.com/office/drawing/2014/main" id="{8FF99879-0B4A-5DD9-03A3-332E2303BEE4}"/>
                  </a:ext>
                </a:extLst>
              </p14:cNvPr>
              <p14:cNvContentPartPr/>
              <p14:nvPr/>
            </p14:nvContentPartPr>
            <p14:xfrm>
              <a:off x="9029504" y="4141100"/>
              <a:ext cx="333720" cy="258120"/>
            </p14:xfrm>
          </p:contentPart>
        </mc:Choice>
        <mc:Fallback>
          <p:pic>
            <p:nvPicPr>
              <p:cNvPr id="22" name="Ink 21">
                <a:extLst>
                  <a:ext uri="{FF2B5EF4-FFF2-40B4-BE49-F238E27FC236}">
                    <a16:creationId xmlns:a16="http://schemas.microsoft.com/office/drawing/2014/main" id="{8FF99879-0B4A-5DD9-03A3-332E2303BEE4}"/>
                  </a:ext>
                </a:extLst>
              </p:cNvPr>
              <p:cNvPicPr/>
              <p:nvPr/>
            </p:nvPicPr>
            <p:blipFill>
              <a:blip r:embed="rId27"/>
              <a:stretch>
                <a:fillRect/>
              </a:stretch>
            </p:blipFill>
            <p:spPr>
              <a:xfrm>
                <a:off x="9020504" y="4132460"/>
                <a:ext cx="35136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3" name="Ink 22">
                <a:extLst>
                  <a:ext uri="{FF2B5EF4-FFF2-40B4-BE49-F238E27FC236}">
                    <a16:creationId xmlns:a16="http://schemas.microsoft.com/office/drawing/2014/main" id="{B35221D0-119B-E840-8014-ABAF35BDE296}"/>
                  </a:ext>
                </a:extLst>
              </p14:cNvPr>
              <p14:cNvContentPartPr/>
              <p14:nvPr/>
            </p14:nvContentPartPr>
            <p14:xfrm>
              <a:off x="9396704" y="4691540"/>
              <a:ext cx="368280" cy="456480"/>
            </p14:xfrm>
          </p:contentPart>
        </mc:Choice>
        <mc:Fallback>
          <p:pic>
            <p:nvPicPr>
              <p:cNvPr id="23" name="Ink 22">
                <a:extLst>
                  <a:ext uri="{FF2B5EF4-FFF2-40B4-BE49-F238E27FC236}">
                    <a16:creationId xmlns:a16="http://schemas.microsoft.com/office/drawing/2014/main" id="{B35221D0-119B-E840-8014-ABAF35BDE296}"/>
                  </a:ext>
                </a:extLst>
              </p:cNvPr>
              <p:cNvPicPr/>
              <p:nvPr/>
            </p:nvPicPr>
            <p:blipFill>
              <a:blip r:embed="rId29"/>
              <a:stretch>
                <a:fillRect/>
              </a:stretch>
            </p:blipFill>
            <p:spPr>
              <a:xfrm>
                <a:off x="9387704" y="4682900"/>
                <a:ext cx="385920" cy="4741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4" name="Ink 23">
                <a:extLst>
                  <a:ext uri="{FF2B5EF4-FFF2-40B4-BE49-F238E27FC236}">
                    <a16:creationId xmlns:a16="http://schemas.microsoft.com/office/drawing/2014/main" id="{16A6A264-6093-1D44-99D0-1F96D37B7DA2}"/>
                  </a:ext>
                </a:extLst>
              </p14:cNvPr>
              <p14:cNvContentPartPr/>
              <p14:nvPr/>
            </p14:nvContentPartPr>
            <p14:xfrm>
              <a:off x="9131384" y="5441420"/>
              <a:ext cx="326880" cy="543960"/>
            </p14:xfrm>
          </p:contentPart>
        </mc:Choice>
        <mc:Fallback>
          <p:pic>
            <p:nvPicPr>
              <p:cNvPr id="24" name="Ink 23">
                <a:extLst>
                  <a:ext uri="{FF2B5EF4-FFF2-40B4-BE49-F238E27FC236}">
                    <a16:creationId xmlns:a16="http://schemas.microsoft.com/office/drawing/2014/main" id="{16A6A264-6093-1D44-99D0-1F96D37B7DA2}"/>
                  </a:ext>
                </a:extLst>
              </p:cNvPr>
              <p:cNvPicPr/>
              <p:nvPr/>
            </p:nvPicPr>
            <p:blipFill>
              <a:blip r:embed="rId31"/>
              <a:stretch>
                <a:fillRect/>
              </a:stretch>
            </p:blipFill>
            <p:spPr>
              <a:xfrm>
                <a:off x="9122744" y="5432420"/>
                <a:ext cx="344520" cy="561600"/>
              </a:xfrm>
              <a:prstGeom prst="rect">
                <a:avLst/>
              </a:prstGeom>
            </p:spPr>
          </p:pic>
        </mc:Fallback>
      </mc:AlternateContent>
      <p:grpSp>
        <p:nvGrpSpPr>
          <p:cNvPr id="28" name="Group 27">
            <a:extLst>
              <a:ext uri="{FF2B5EF4-FFF2-40B4-BE49-F238E27FC236}">
                <a16:creationId xmlns:a16="http://schemas.microsoft.com/office/drawing/2014/main" id="{10BD0F85-2A52-F654-A9B6-E43B9BE34E5F}"/>
              </a:ext>
            </a:extLst>
          </p:cNvPr>
          <p:cNvGrpSpPr/>
          <p:nvPr/>
        </p:nvGrpSpPr>
        <p:grpSpPr>
          <a:xfrm>
            <a:off x="10491464" y="1607780"/>
            <a:ext cx="506160" cy="1045440"/>
            <a:chOff x="10491464" y="1607780"/>
            <a:chExt cx="506160" cy="1045440"/>
          </a:xfrm>
        </p:grpSpPr>
        <mc:AlternateContent xmlns:mc="http://schemas.openxmlformats.org/markup-compatibility/2006">
          <mc:Choice xmlns:p14="http://schemas.microsoft.com/office/powerpoint/2010/main" Requires="p14">
            <p:contentPart p14:bwMode="auto" r:id="rId32">
              <p14:nvContentPartPr>
                <p14:cNvPr id="25" name="Ink 24">
                  <a:extLst>
                    <a:ext uri="{FF2B5EF4-FFF2-40B4-BE49-F238E27FC236}">
                      <a16:creationId xmlns:a16="http://schemas.microsoft.com/office/drawing/2014/main" id="{265616AD-4AEB-0440-949A-EA6431DC6DDC}"/>
                    </a:ext>
                  </a:extLst>
                </p14:cNvPr>
                <p14:cNvContentPartPr/>
                <p14:nvPr/>
              </p14:nvContentPartPr>
              <p14:xfrm>
                <a:off x="10491464" y="1607780"/>
                <a:ext cx="362160" cy="388080"/>
              </p14:xfrm>
            </p:contentPart>
          </mc:Choice>
          <mc:Fallback>
            <p:pic>
              <p:nvPicPr>
                <p:cNvPr id="25" name="Ink 24">
                  <a:extLst>
                    <a:ext uri="{FF2B5EF4-FFF2-40B4-BE49-F238E27FC236}">
                      <a16:creationId xmlns:a16="http://schemas.microsoft.com/office/drawing/2014/main" id="{265616AD-4AEB-0440-949A-EA6431DC6DDC}"/>
                    </a:ext>
                  </a:extLst>
                </p:cNvPr>
                <p:cNvPicPr/>
                <p:nvPr/>
              </p:nvPicPr>
              <p:blipFill>
                <a:blip r:embed="rId33"/>
                <a:stretch>
                  <a:fillRect/>
                </a:stretch>
              </p:blipFill>
              <p:spPr>
                <a:xfrm>
                  <a:off x="10482824" y="1599140"/>
                  <a:ext cx="379800" cy="4057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6" name="Ink 25">
                  <a:extLst>
                    <a:ext uri="{FF2B5EF4-FFF2-40B4-BE49-F238E27FC236}">
                      <a16:creationId xmlns:a16="http://schemas.microsoft.com/office/drawing/2014/main" id="{D1ED4861-AF61-42CD-C58A-E5F61D7949DD}"/>
                    </a:ext>
                  </a:extLst>
                </p14:cNvPr>
                <p14:cNvContentPartPr/>
                <p14:nvPr/>
              </p14:nvContentPartPr>
              <p14:xfrm>
                <a:off x="10599824" y="2178740"/>
                <a:ext cx="397800" cy="474480"/>
              </p14:xfrm>
            </p:contentPart>
          </mc:Choice>
          <mc:Fallback>
            <p:pic>
              <p:nvPicPr>
                <p:cNvPr id="26" name="Ink 25">
                  <a:extLst>
                    <a:ext uri="{FF2B5EF4-FFF2-40B4-BE49-F238E27FC236}">
                      <a16:creationId xmlns:a16="http://schemas.microsoft.com/office/drawing/2014/main" id="{D1ED4861-AF61-42CD-C58A-E5F61D7949DD}"/>
                    </a:ext>
                  </a:extLst>
                </p:cNvPr>
                <p:cNvPicPr/>
                <p:nvPr/>
              </p:nvPicPr>
              <p:blipFill>
                <a:blip r:embed="rId35"/>
                <a:stretch>
                  <a:fillRect/>
                </a:stretch>
              </p:blipFill>
              <p:spPr>
                <a:xfrm>
                  <a:off x="10590824" y="2169740"/>
                  <a:ext cx="415440" cy="492120"/>
                </a:xfrm>
                <a:prstGeom prst="rect">
                  <a:avLst/>
                </a:prstGeom>
              </p:spPr>
            </p:pic>
          </mc:Fallback>
        </mc:AlternateContent>
      </p:grpSp>
      <p:grpSp>
        <p:nvGrpSpPr>
          <p:cNvPr id="33" name="Group 32">
            <a:extLst>
              <a:ext uri="{FF2B5EF4-FFF2-40B4-BE49-F238E27FC236}">
                <a16:creationId xmlns:a16="http://schemas.microsoft.com/office/drawing/2014/main" id="{B89440A3-932D-CACD-64FF-83CFB061E02A}"/>
              </a:ext>
            </a:extLst>
          </p:cNvPr>
          <p:cNvGrpSpPr/>
          <p:nvPr/>
        </p:nvGrpSpPr>
        <p:grpSpPr>
          <a:xfrm>
            <a:off x="10697744" y="2986220"/>
            <a:ext cx="457560" cy="2020680"/>
            <a:chOff x="10697744" y="2986220"/>
            <a:chExt cx="457560" cy="2020680"/>
          </a:xfrm>
        </p:grpSpPr>
        <mc:AlternateContent xmlns:mc="http://schemas.openxmlformats.org/markup-compatibility/2006">
          <mc:Choice xmlns:p14="http://schemas.microsoft.com/office/powerpoint/2010/main" Requires="p14">
            <p:contentPart p14:bwMode="auto" r:id="rId36">
              <p14:nvContentPartPr>
                <p14:cNvPr id="27" name="Ink 26">
                  <a:extLst>
                    <a:ext uri="{FF2B5EF4-FFF2-40B4-BE49-F238E27FC236}">
                      <a16:creationId xmlns:a16="http://schemas.microsoft.com/office/drawing/2014/main" id="{86983A47-CF3B-FC5E-9A3B-206DD3EADF4A}"/>
                    </a:ext>
                  </a:extLst>
                </p14:cNvPr>
                <p14:cNvContentPartPr/>
                <p14:nvPr/>
              </p14:nvContentPartPr>
              <p14:xfrm>
                <a:off x="10697744" y="2986220"/>
                <a:ext cx="360720" cy="574200"/>
              </p14:xfrm>
            </p:contentPart>
          </mc:Choice>
          <mc:Fallback>
            <p:pic>
              <p:nvPicPr>
                <p:cNvPr id="27" name="Ink 26">
                  <a:extLst>
                    <a:ext uri="{FF2B5EF4-FFF2-40B4-BE49-F238E27FC236}">
                      <a16:creationId xmlns:a16="http://schemas.microsoft.com/office/drawing/2014/main" id="{86983A47-CF3B-FC5E-9A3B-206DD3EADF4A}"/>
                    </a:ext>
                  </a:extLst>
                </p:cNvPr>
                <p:cNvPicPr/>
                <p:nvPr/>
              </p:nvPicPr>
              <p:blipFill>
                <a:blip r:embed="rId37"/>
                <a:stretch>
                  <a:fillRect/>
                </a:stretch>
              </p:blipFill>
              <p:spPr>
                <a:xfrm>
                  <a:off x="10688744" y="2977580"/>
                  <a:ext cx="378360" cy="5918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9" name="Ink 28">
                  <a:extLst>
                    <a:ext uri="{FF2B5EF4-FFF2-40B4-BE49-F238E27FC236}">
                      <a16:creationId xmlns:a16="http://schemas.microsoft.com/office/drawing/2014/main" id="{651C8C59-A2E4-9506-9E67-5EB4013830CA}"/>
                    </a:ext>
                  </a:extLst>
                </p14:cNvPr>
                <p14:cNvContentPartPr/>
                <p14:nvPr/>
              </p14:nvContentPartPr>
              <p14:xfrm>
                <a:off x="10716824" y="3766340"/>
                <a:ext cx="438480" cy="615600"/>
              </p14:xfrm>
            </p:contentPart>
          </mc:Choice>
          <mc:Fallback>
            <p:pic>
              <p:nvPicPr>
                <p:cNvPr id="29" name="Ink 28">
                  <a:extLst>
                    <a:ext uri="{FF2B5EF4-FFF2-40B4-BE49-F238E27FC236}">
                      <a16:creationId xmlns:a16="http://schemas.microsoft.com/office/drawing/2014/main" id="{651C8C59-A2E4-9506-9E67-5EB4013830CA}"/>
                    </a:ext>
                  </a:extLst>
                </p:cNvPr>
                <p:cNvPicPr/>
                <p:nvPr/>
              </p:nvPicPr>
              <p:blipFill>
                <a:blip r:embed="rId39"/>
                <a:stretch>
                  <a:fillRect/>
                </a:stretch>
              </p:blipFill>
              <p:spPr>
                <a:xfrm>
                  <a:off x="10708184" y="3757700"/>
                  <a:ext cx="456120" cy="6332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0" name="Ink 29">
                  <a:extLst>
                    <a:ext uri="{FF2B5EF4-FFF2-40B4-BE49-F238E27FC236}">
                      <a16:creationId xmlns:a16="http://schemas.microsoft.com/office/drawing/2014/main" id="{B050E3FE-F165-A55E-501B-FBE15968767C}"/>
                    </a:ext>
                  </a:extLst>
                </p14:cNvPr>
                <p14:cNvContentPartPr/>
                <p14:nvPr/>
              </p14:nvContentPartPr>
              <p14:xfrm>
                <a:off x="10897904" y="4509380"/>
                <a:ext cx="99360" cy="497520"/>
              </p14:xfrm>
            </p:contentPart>
          </mc:Choice>
          <mc:Fallback>
            <p:pic>
              <p:nvPicPr>
                <p:cNvPr id="30" name="Ink 29">
                  <a:extLst>
                    <a:ext uri="{FF2B5EF4-FFF2-40B4-BE49-F238E27FC236}">
                      <a16:creationId xmlns:a16="http://schemas.microsoft.com/office/drawing/2014/main" id="{B050E3FE-F165-A55E-501B-FBE15968767C}"/>
                    </a:ext>
                  </a:extLst>
                </p:cNvPr>
                <p:cNvPicPr/>
                <p:nvPr/>
              </p:nvPicPr>
              <p:blipFill>
                <a:blip r:embed="rId41"/>
                <a:stretch>
                  <a:fillRect/>
                </a:stretch>
              </p:blipFill>
              <p:spPr>
                <a:xfrm>
                  <a:off x="10888904" y="4500740"/>
                  <a:ext cx="117000" cy="515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1" name="Ink 30">
                  <a:extLst>
                    <a:ext uri="{FF2B5EF4-FFF2-40B4-BE49-F238E27FC236}">
                      <a16:creationId xmlns:a16="http://schemas.microsoft.com/office/drawing/2014/main" id="{734C2EED-EAC4-CD30-143D-1D6375778F54}"/>
                    </a:ext>
                  </a:extLst>
                </p14:cNvPr>
                <p14:cNvContentPartPr/>
                <p14:nvPr/>
              </p14:nvContentPartPr>
              <p14:xfrm>
                <a:off x="10823024" y="4773260"/>
                <a:ext cx="276480" cy="16560"/>
              </p14:xfrm>
            </p:contentPart>
          </mc:Choice>
          <mc:Fallback>
            <p:pic>
              <p:nvPicPr>
                <p:cNvPr id="31" name="Ink 30">
                  <a:extLst>
                    <a:ext uri="{FF2B5EF4-FFF2-40B4-BE49-F238E27FC236}">
                      <a16:creationId xmlns:a16="http://schemas.microsoft.com/office/drawing/2014/main" id="{734C2EED-EAC4-CD30-143D-1D6375778F54}"/>
                    </a:ext>
                  </a:extLst>
                </p:cNvPr>
                <p:cNvPicPr/>
                <p:nvPr/>
              </p:nvPicPr>
              <p:blipFill>
                <a:blip r:embed="rId43"/>
                <a:stretch>
                  <a:fillRect/>
                </a:stretch>
              </p:blipFill>
              <p:spPr>
                <a:xfrm>
                  <a:off x="10814384" y="4764620"/>
                  <a:ext cx="294120" cy="34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4">
            <p14:nvContentPartPr>
              <p14:cNvPr id="32" name="Ink 31">
                <a:extLst>
                  <a:ext uri="{FF2B5EF4-FFF2-40B4-BE49-F238E27FC236}">
                    <a16:creationId xmlns:a16="http://schemas.microsoft.com/office/drawing/2014/main" id="{6AA7D315-3742-33C7-9AF7-1E3AFB3DBA7C}"/>
                  </a:ext>
                </a:extLst>
              </p14:cNvPr>
              <p14:cNvContentPartPr/>
              <p14:nvPr/>
            </p14:nvContentPartPr>
            <p14:xfrm>
              <a:off x="10708544" y="5311820"/>
              <a:ext cx="192240" cy="662400"/>
            </p14:xfrm>
          </p:contentPart>
        </mc:Choice>
        <mc:Fallback>
          <p:pic>
            <p:nvPicPr>
              <p:cNvPr id="32" name="Ink 31">
                <a:extLst>
                  <a:ext uri="{FF2B5EF4-FFF2-40B4-BE49-F238E27FC236}">
                    <a16:creationId xmlns:a16="http://schemas.microsoft.com/office/drawing/2014/main" id="{6AA7D315-3742-33C7-9AF7-1E3AFB3DBA7C}"/>
                  </a:ext>
                </a:extLst>
              </p:cNvPr>
              <p:cNvPicPr/>
              <p:nvPr/>
            </p:nvPicPr>
            <p:blipFill>
              <a:blip r:embed="rId45"/>
              <a:stretch>
                <a:fillRect/>
              </a:stretch>
            </p:blipFill>
            <p:spPr>
              <a:xfrm>
                <a:off x="10699904" y="5302820"/>
                <a:ext cx="209880" cy="680040"/>
              </a:xfrm>
              <a:prstGeom prst="rect">
                <a:avLst/>
              </a:prstGeom>
            </p:spPr>
          </p:pic>
        </mc:Fallback>
      </mc:AlternateContent>
      <p:grpSp>
        <p:nvGrpSpPr>
          <p:cNvPr id="76" name="Group 75">
            <a:extLst>
              <a:ext uri="{FF2B5EF4-FFF2-40B4-BE49-F238E27FC236}">
                <a16:creationId xmlns:a16="http://schemas.microsoft.com/office/drawing/2014/main" id="{D950DB43-1524-3373-6754-DD36AD24696A}"/>
              </a:ext>
            </a:extLst>
          </p:cNvPr>
          <p:cNvGrpSpPr/>
          <p:nvPr/>
        </p:nvGrpSpPr>
        <p:grpSpPr>
          <a:xfrm>
            <a:off x="368624" y="66260"/>
            <a:ext cx="253800" cy="141120"/>
            <a:chOff x="368624" y="66260"/>
            <a:chExt cx="253800" cy="141120"/>
          </a:xfrm>
        </p:grpSpPr>
        <mc:AlternateContent xmlns:mc="http://schemas.openxmlformats.org/markup-compatibility/2006">
          <mc:Choice xmlns:p14="http://schemas.microsoft.com/office/powerpoint/2010/main" Requires="p14">
            <p:contentPart p14:bwMode="auto" r:id="rId46">
              <p14:nvContentPartPr>
                <p14:cNvPr id="74" name="Ink 73">
                  <a:extLst>
                    <a:ext uri="{FF2B5EF4-FFF2-40B4-BE49-F238E27FC236}">
                      <a16:creationId xmlns:a16="http://schemas.microsoft.com/office/drawing/2014/main" id="{F0540E4A-CAC7-3294-C24B-E73DE9DE34FA}"/>
                    </a:ext>
                  </a:extLst>
                </p14:cNvPr>
                <p14:cNvContentPartPr/>
                <p14:nvPr/>
              </p14:nvContentPartPr>
              <p14:xfrm>
                <a:off x="368624" y="66260"/>
                <a:ext cx="227520" cy="141120"/>
              </p14:xfrm>
            </p:contentPart>
          </mc:Choice>
          <mc:Fallback>
            <p:pic>
              <p:nvPicPr>
                <p:cNvPr id="74" name="Ink 73">
                  <a:extLst>
                    <a:ext uri="{FF2B5EF4-FFF2-40B4-BE49-F238E27FC236}">
                      <a16:creationId xmlns:a16="http://schemas.microsoft.com/office/drawing/2014/main" id="{F0540E4A-CAC7-3294-C24B-E73DE9DE34FA}"/>
                    </a:ext>
                  </a:extLst>
                </p:cNvPr>
                <p:cNvPicPr/>
                <p:nvPr/>
              </p:nvPicPr>
              <p:blipFill>
                <a:blip r:embed="rId47"/>
                <a:stretch>
                  <a:fillRect/>
                </a:stretch>
              </p:blipFill>
              <p:spPr>
                <a:xfrm>
                  <a:off x="359984" y="57260"/>
                  <a:ext cx="24516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75" name="Ink 74">
                  <a:extLst>
                    <a:ext uri="{FF2B5EF4-FFF2-40B4-BE49-F238E27FC236}">
                      <a16:creationId xmlns:a16="http://schemas.microsoft.com/office/drawing/2014/main" id="{C1683A38-F780-F346-620C-8FCDABAC687D}"/>
                    </a:ext>
                  </a:extLst>
                </p14:cNvPr>
                <p14:cNvContentPartPr/>
                <p14:nvPr/>
              </p14:nvContentPartPr>
              <p14:xfrm>
                <a:off x="601544" y="175340"/>
                <a:ext cx="20880" cy="9000"/>
              </p14:xfrm>
            </p:contentPart>
          </mc:Choice>
          <mc:Fallback>
            <p:pic>
              <p:nvPicPr>
                <p:cNvPr id="75" name="Ink 74">
                  <a:extLst>
                    <a:ext uri="{FF2B5EF4-FFF2-40B4-BE49-F238E27FC236}">
                      <a16:creationId xmlns:a16="http://schemas.microsoft.com/office/drawing/2014/main" id="{C1683A38-F780-F346-620C-8FCDABAC687D}"/>
                    </a:ext>
                  </a:extLst>
                </p:cNvPr>
                <p:cNvPicPr/>
                <p:nvPr/>
              </p:nvPicPr>
              <p:blipFill>
                <a:blip r:embed="rId49"/>
                <a:stretch>
                  <a:fillRect/>
                </a:stretch>
              </p:blipFill>
              <p:spPr>
                <a:xfrm>
                  <a:off x="592544" y="166340"/>
                  <a:ext cx="38520" cy="26640"/>
                </a:xfrm>
                <a:prstGeom prst="rect">
                  <a:avLst/>
                </a:prstGeom>
              </p:spPr>
            </p:pic>
          </mc:Fallback>
        </mc:AlternateContent>
      </p:grpSp>
      <p:grpSp>
        <p:nvGrpSpPr>
          <p:cNvPr id="86" name="Group 85">
            <a:extLst>
              <a:ext uri="{FF2B5EF4-FFF2-40B4-BE49-F238E27FC236}">
                <a16:creationId xmlns:a16="http://schemas.microsoft.com/office/drawing/2014/main" id="{25811A04-AAC7-21B6-06A7-1F7AFA54C22E}"/>
              </a:ext>
            </a:extLst>
          </p:cNvPr>
          <p:cNvGrpSpPr/>
          <p:nvPr/>
        </p:nvGrpSpPr>
        <p:grpSpPr>
          <a:xfrm>
            <a:off x="339824" y="792740"/>
            <a:ext cx="1906920" cy="609120"/>
            <a:chOff x="339824" y="792740"/>
            <a:chExt cx="1906920" cy="609120"/>
          </a:xfrm>
        </p:grpSpPr>
        <mc:AlternateContent xmlns:mc="http://schemas.openxmlformats.org/markup-compatibility/2006">
          <mc:Choice xmlns:p14="http://schemas.microsoft.com/office/powerpoint/2010/main" Requires="p14">
            <p:contentPart p14:bwMode="auto" r:id="rId50">
              <p14:nvContentPartPr>
                <p14:cNvPr id="78" name="Ink 77">
                  <a:extLst>
                    <a:ext uri="{FF2B5EF4-FFF2-40B4-BE49-F238E27FC236}">
                      <a16:creationId xmlns:a16="http://schemas.microsoft.com/office/drawing/2014/main" id="{239F3990-0D7E-0D0F-2A77-328FDB4D6CA1}"/>
                    </a:ext>
                  </a:extLst>
                </p14:cNvPr>
                <p14:cNvContentPartPr/>
                <p14:nvPr/>
              </p14:nvContentPartPr>
              <p14:xfrm>
                <a:off x="339824" y="957620"/>
                <a:ext cx="25560" cy="444240"/>
              </p14:xfrm>
            </p:contentPart>
          </mc:Choice>
          <mc:Fallback>
            <p:pic>
              <p:nvPicPr>
                <p:cNvPr id="78" name="Ink 77">
                  <a:extLst>
                    <a:ext uri="{FF2B5EF4-FFF2-40B4-BE49-F238E27FC236}">
                      <a16:creationId xmlns:a16="http://schemas.microsoft.com/office/drawing/2014/main" id="{239F3990-0D7E-0D0F-2A77-328FDB4D6CA1}"/>
                    </a:ext>
                  </a:extLst>
                </p:cNvPr>
                <p:cNvPicPr/>
                <p:nvPr/>
              </p:nvPicPr>
              <p:blipFill>
                <a:blip r:embed="rId51"/>
                <a:stretch>
                  <a:fillRect/>
                </a:stretch>
              </p:blipFill>
              <p:spPr>
                <a:xfrm>
                  <a:off x="330824" y="948980"/>
                  <a:ext cx="43200" cy="4618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79" name="Ink 78">
                  <a:extLst>
                    <a:ext uri="{FF2B5EF4-FFF2-40B4-BE49-F238E27FC236}">
                      <a16:creationId xmlns:a16="http://schemas.microsoft.com/office/drawing/2014/main" id="{342FB26B-3D4B-87D0-12D0-FAAA6D9C5E1E}"/>
                    </a:ext>
                  </a:extLst>
                </p14:cNvPr>
                <p14:cNvContentPartPr/>
                <p14:nvPr/>
              </p14:nvContentPartPr>
              <p14:xfrm>
                <a:off x="343424" y="807860"/>
                <a:ext cx="382680" cy="588600"/>
              </p14:xfrm>
            </p:contentPart>
          </mc:Choice>
          <mc:Fallback>
            <p:pic>
              <p:nvPicPr>
                <p:cNvPr id="79" name="Ink 78">
                  <a:extLst>
                    <a:ext uri="{FF2B5EF4-FFF2-40B4-BE49-F238E27FC236}">
                      <a16:creationId xmlns:a16="http://schemas.microsoft.com/office/drawing/2014/main" id="{342FB26B-3D4B-87D0-12D0-FAAA6D9C5E1E}"/>
                    </a:ext>
                  </a:extLst>
                </p:cNvPr>
                <p:cNvPicPr/>
                <p:nvPr/>
              </p:nvPicPr>
              <p:blipFill>
                <a:blip r:embed="rId53"/>
                <a:stretch>
                  <a:fillRect/>
                </a:stretch>
              </p:blipFill>
              <p:spPr>
                <a:xfrm>
                  <a:off x="334784" y="799220"/>
                  <a:ext cx="400320" cy="606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80" name="Ink 79">
                  <a:extLst>
                    <a:ext uri="{FF2B5EF4-FFF2-40B4-BE49-F238E27FC236}">
                      <a16:creationId xmlns:a16="http://schemas.microsoft.com/office/drawing/2014/main" id="{5A85F8FF-277E-2CF7-18AF-FC2A686E95DA}"/>
                    </a:ext>
                  </a:extLst>
                </p14:cNvPr>
                <p14:cNvContentPartPr/>
                <p14:nvPr/>
              </p14:nvContentPartPr>
              <p14:xfrm>
                <a:off x="867224" y="798140"/>
                <a:ext cx="738360" cy="576360"/>
              </p14:xfrm>
            </p:contentPart>
          </mc:Choice>
          <mc:Fallback>
            <p:pic>
              <p:nvPicPr>
                <p:cNvPr id="80" name="Ink 79">
                  <a:extLst>
                    <a:ext uri="{FF2B5EF4-FFF2-40B4-BE49-F238E27FC236}">
                      <a16:creationId xmlns:a16="http://schemas.microsoft.com/office/drawing/2014/main" id="{5A85F8FF-277E-2CF7-18AF-FC2A686E95DA}"/>
                    </a:ext>
                  </a:extLst>
                </p:cNvPr>
                <p:cNvPicPr/>
                <p:nvPr/>
              </p:nvPicPr>
              <p:blipFill>
                <a:blip r:embed="rId55"/>
                <a:stretch>
                  <a:fillRect/>
                </a:stretch>
              </p:blipFill>
              <p:spPr>
                <a:xfrm>
                  <a:off x="858584" y="789500"/>
                  <a:ext cx="756000" cy="594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81" name="Ink 80">
                  <a:extLst>
                    <a:ext uri="{FF2B5EF4-FFF2-40B4-BE49-F238E27FC236}">
                      <a16:creationId xmlns:a16="http://schemas.microsoft.com/office/drawing/2014/main" id="{7CD4CD22-2827-8185-FCCC-B5AECAD0F2EF}"/>
                    </a:ext>
                  </a:extLst>
                </p14:cNvPr>
                <p14:cNvContentPartPr/>
                <p14:nvPr/>
              </p14:nvContentPartPr>
              <p14:xfrm>
                <a:off x="1671104" y="792740"/>
                <a:ext cx="75240" cy="100080"/>
              </p14:xfrm>
            </p:contentPart>
          </mc:Choice>
          <mc:Fallback>
            <p:pic>
              <p:nvPicPr>
                <p:cNvPr id="81" name="Ink 80">
                  <a:extLst>
                    <a:ext uri="{FF2B5EF4-FFF2-40B4-BE49-F238E27FC236}">
                      <a16:creationId xmlns:a16="http://schemas.microsoft.com/office/drawing/2014/main" id="{7CD4CD22-2827-8185-FCCC-B5AECAD0F2EF}"/>
                    </a:ext>
                  </a:extLst>
                </p:cNvPr>
                <p:cNvPicPr/>
                <p:nvPr/>
              </p:nvPicPr>
              <p:blipFill>
                <a:blip r:embed="rId57"/>
                <a:stretch>
                  <a:fillRect/>
                </a:stretch>
              </p:blipFill>
              <p:spPr>
                <a:xfrm>
                  <a:off x="1662104" y="784100"/>
                  <a:ext cx="9288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82" name="Ink 81">
                  <a:extLst>
                    <a:ext uri="{FF2B5EF4-FFF2-40B4-BE49-F238E27FC236}">
                      <a16:creationId xmlns:a16="http://schemas.microsoft.com/office/drawing/2014/main" id="{D954F760-0211-898E-77E2-319A64F5A6EE}"/>
                    </a:ext>
                  </a:extLst>
                </p14:cNvPr>
                <p14:cNvContentPartPr/>
                <p14:nvPr/>
              </p14:nvContentPartPr>
              <p14:xfrm>
                <a:off x="1786664" y="1034660"/>
                <a:ext cx="184680" cy="250920"/>
              </p14:xfrm>
            </p:contentPart>
          </mc:Choice>
          <mc:Fallback>
            <p:pic>
              <p:nvPicPr>
                <p:cNvPr id="82" name="Ink 81">
                  <a:extLst>
                    <a:ext uri="{FF2B5EF4-FFF2-40B4-BE49-F238E27FC236}">
                      <a16:creationId xmlns:a16="http://schemas.microsoft.com/office/drawing/2014/main" id="{D954F760-0211-898E-77E2-319A64F5A6EE}"/>
                    </a:ext>
                  </a:extLst>
                </p:cNvPr>
                <p:cNvPicPr/>
                <p:nvPr/>
              </p:nvPicPr>
              <p:blipFill>
                <a:blip r:embed="rId59"/>
                <a:stretch>
                  <a:fillRect/>
                </a:stretch>
              </p:blipFill>
              <p:spPr>
                <a:xfrm>
                  <a:off x="1778024" y="1026020"/>
                  <a:ext cx="202320" cy="2685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83" name="Ink 82">
                  <a:extLst>
                    <a:ext uri="{FF2B5EF4-FFF2-40B4-BE49-F238E27FC236}">
                      <a16:creationId xmlns:a16="http://schemas.microsoft.com/office/drawing/2014/main" id="{71F82CCC-F51C-7998-574E-FB52642A6236}"/>
                    </a:ext>
                  </a:extLst>
                </p14:cNvPr>
                <p14:cNvContentPartPr/>
                <p14:nvPr/>
              </p14:nvContentPartPr>
              <p14:xfrm>
                <a:off x="2050544" y="1062020"/>
                <a:ext cx="196200" cy="198000"/>
              </p14:xfrm>
            </p:contentPart>
          </mc:Choice>
          <mc:Fallback>
            <p:pic>
              <p:nvPicPr>
                <p:cNvPr id="83" name="Ink 82">
                  <a:extLst>
                    <a:ext uri="{FF2B5EF4-FFF2-40B4-BE49-F238E27FC236}">
                      <a16:creationId xmlns:a16="http://schemas.microsoft.com/office/drawing/2014/main" id="{71F82CCC-F51C-7998-574E-FB52642A6236}"/>
                    </a:ext>
                  </a:extLst>
                </p:cNvPr>
                <p:cNvPicPr/>
                <p:nvPr/>
              </p:nvPicPr>
              <p:blipFill>
                <a:blip r:embed="rId61"/>
                <a:stretch>
                  <a:fillRect/>
                </a:stretch>
              </p:blipFill>
              <p:spPr>
                <a:xfrm>
                  <a:off x="2041544" y="1053020"/>
                  <a:ext cx="213840" cy="215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2">
            <p14:nvContentPartPr>
              <p14:cNvPr id="84" name="Ink 83">
                <a:extLst>
                  <a:ext uri="{FF2B5EF4-FFF2-40B4-BE49-F238E27FC236}">
                    <a16:creationId xmlns:a16="http://schemas.microsoft.com/office/drawing/2014/main" id="{BFD1D0B6-DF7A-72DE-CE77-3FF30E570F65}"/>
                  </a:ext>
                </a:extLst>
              </p14:cNvPr>
              <p14:cNvContentPartPr/>
              <p14:nvPr/>
            </p14:nvContentPartPr>
            <p14:xfrm>
              <a:off x="2589824" y="939260"/>
              <a:ext cx="68040" cy="20880"/>
            </p14:xfrm>
          </p:contentPart>
        </mc:Choice>
        <mc:Fallback>
          <p:pic>
            <p:nvPicPr>
              <p:cNvPr id="84" name="Ink 83">
                <a:extLst>
                  <a:ext uri="{FF2B5EF4-FFF2-40B4-BE49-F238E27FC236}">
                    <a16:creationId xmlns:a16="http://schemas.microsoft.com/office/drawing/2014/main" id="{BFD1D0B6-DF7A-72DE-CE77-3FF30E570F65}"/>
                  </a:ext>
                </a:extLst>
              </p:cNvPr>
              <p:cNvPicPr/>
              <p:nvPr/>
            </p:nvPicPr>
            <p:blipFill>
              <a:blip r:embed="rId63"/>
              <a:stretch>
                <a:fillRect/>
              </a:stretch>
            </p:blipFill>
            <p:spPr>
              <a:xfrm>
                <a:off x="2581184" y="930620"/>
                <a:ext cx="8568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85" name="Ink 84">
                <a:extLst>
                  <a:ext uri="{FF2B5EF4-FFF2-40B4-BE49-F238E27FC236}">
                    <a16:creationId xmlns:a16="http://schemas.microsoft.com/office/drawing/2014/main" id="{D0823FDE-2F03-A5C6-C5FD-DDBA314D5F85}"/>
                  </a:ext>
                </a:extLst>
              </p14:cNvPr>
              <p14:cNvContentPartPr/>
              <p14:nvPr/>
            </p14:nvContentPartPr>
            <p14:xfrm>
              <a:off x="2631944" y="1152020"/>
              <a:ext cx="258480" cy="164160"/>
            </p14:xfrm>
          </p:contentPart>
        </mc:Choice>
        <mc:Fallback>
          <p:pic>
            <p:nvPicPr>
              <p:cNvPr id="85" name="Ink 84">
                <a:extLst>
                  <a:ext uri="{FF2B5EF4-FFF2-40B4-BE49-F238E27FC236}">
                    <a16:creationId xmlns:a16="http://schemas.microsoft.com/office/drawing/2014/main" id="{D0823FDE-2F03-A5C6-C5FD-DDBA314D5F85}"/>
                  </a:ext>
                </a:extLst>
              </p:cNvPr>
              <p:cNvPicPr/>
              <p:nvPr/>
            </p:nvPicPr>
            <p:blipFill>
              <a:blip r:embed="rId65"/>
              <a:stretch>
                <a:fillRect/>
              </a:stretch>
            </p:blipFill>
            <p:spPr>
              <a:xfrm>
                <a:off x="2623304" y="1143020"/>
                <a:ext cx="27612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95" name="Ink 94">
                <a:extLst>
                  <a:ext uri="{FF2B5EF4-FFF2-40B4-BE49-F238E27FC236}">
                    <a16:creationId xmlns:a16="http://schemas.microsoft.com/office/drawing/2014/main" id="{B626B9B4-669F-1A5B-5C4E-37B55906F2D6}"/>
                  </a:ext>
                </a:extLst>
              </p14:cNvPr>
              <p14:cNvContentPartPr/>
              <p14:nvPr/>
            </p14:nvContentPartPr>
            <p14:xfrm>
              <a:off x="8565824" y="6327380"/>
              <a:ext cx="78840" cy="305280"/>
            </p14:xfrm>
          </p:contentPart>
        </mc:Choice>
        <mc:Fallback>
          <p:pic>
            <p:nvPicPr>
              <p:cNvPr id="95" name="Ink 94">
                <a:extLst>
                  <a:ext uri="{FF2B5EF4-FFF2-40B4-BE49-F238E27FC236}">
                    <a16:creationId xmlns:a16="http://schemas.microsoft.com/office/drawing/2014/main" id="{B626B9B4-669F-1A5B-5C4E-37B55906F2D6}"/>
                  </a:ext>
                </a:extLst>
              </p:cNvPr>
              <p:cNvPicPr/>
              <p:nvPr/>
            </p:nvPicPr>
            <p:blipFill>
              <a:blip r:embed="rId67"/>
              <a:stretch>
                <a:fillRect/>
              </a:stretch>
            </p:blipFill>
            <p:spPr>
              <a:xfrm>
                <a:off x="8557184" y="6318740"/>
                <a:ext cx="96480" cy="322920"/>
              </a:xfrm>
              <a:prstGeom prst="rect">
                <a:avLst/>
              </a:prstGeom>
            </p:spPr>
          </p:pic>
        </mc:Fallback>
      </mc:AlternateContent>
      <p:grpSp>
        <p:nvGrpSpPr>
          <p:cNvPr id="104" name="Group 103">
            <a:extLst>
              <a:ext uri="{FF2B5EF4-FFF2-40B4-BE49-F238E27FC236}">
                <a16:creationId xmlns:a16="http://schemas.microsoft.com/office/drawing/2014/main" id="{57A56AF9-CDB6-690A-90C8-F0C838B36146}"/>
              </a:ext>
            </a:extLst>
          </p:cNvPr>
          <p:cNvGrpSpPr/>
          <p:nvPr/>
        </p:nvGrpSpPr>
        <p:grpSpPr>
          <a:xfrm>
            <a:off x="6788864" y="713540"/>
            <a:ext cx="771840" cy="559440"/>
            <a:chOff x="6788864" y="713540"/>
            <a:chExt cx="771840" cy="559440"/>
          </a:xfrm>
        </p:grpSpPr>
        <mc:AlternateContent xmlns:mc="http://schemas.openxmlformats.org/markup-compatibility/2006">
          <mc:Choice xmlns:p14="http://schemas.microsoft.com/office/powerpoint/2010/main" Requires="p14">
            <p:contentPart p14:bwMode="auto" r:id="rId68">
              <p14:nvContentPartPr>
                <p14:cNvPr id="102" name="Ink 101">
                  <a:extLst>
                    <a:ext uri="{FF2B5EF4-FFF2-40B4-BE49-F238E27FC236}">
                      <a16:creationId xmlns:a16="http://schemas.microsoft.com/office/drawing/2014/main" id="{C12835BA-2FAB-991E-0690-2EC94F69A1F8}"/>
                    </a:ext>
                  </a:extLst>
                </p14:cNvPr>
                <p14:cNvContentPartPr/>
                <p14:nvPr/>
              </p14:nvContentPartPr>
              <p14:xfrm>
                <a:off x="6788864" y="724340"/>
                <a:ext cx="254160" cy="477000"/>
              </p14:xfrm>
            </p:contentPart>
          </mc:Choice>
          <mc:Fallback>
            <p:pic>
              <p:nvPicPr>
                <p:cNvPr id="102" name="Ink 101">
                  <a:extLst>
                    <a:ext uri="{FF2B5EF4-FFF2-40B4-BE49-F238E27FC236}">
                      <a16:creationId xmlns:a16="http://schemas.microsoft.com/office/drawing/2014/main" id="{C12835BA-2FAB-991E-0690-2EC94F69A1F8}"/>
                    </a:ext>
                  </a:extLst>
                </p:cNvPr>
                <p:cNvPicPr/>
                <p:nvPr/>
              </p:nvPicPr>
              <p:blipFill>
                <a:blip r:embed="rId69"/>
                <a:stretch>
                  <a:fillRect/>
                </a:stretch>
              </p:blipFill>
              <p:spPr>
                <a:xfrm>
                  <a:off x="6780224" y="715700"/>
                  <a:ext cx="271800" cy="4946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03" name="Ink 102">
                  <a:extLst>
                    <a:ext uri="{FF2B5EF4-FFF2-40B4-BE49-F238E27FC236}">
                      <a16:creationId xmlns:a16="http://schemas.microsoft.com/office/drawing/2014/main" id="{0710769B-F05D-D9C0-2300-7450157DF781}"/>
                    </a:ext>
                  </a:extLst>
                </p14:cNvPr>
                <p14:cNvContentPartPr/>
                <p14:nvPr/>
              </p14:nvContentPartPr>
              <p14:xfrm>
                <a:off x="7236344" y="713540"/>
                <a:ext cx="324360" cy="559440"/>
              </p14:xfrm>
            </p:contentPart>
          </mc:Choice>
          <mc:Fallback>
            <p:pic>
              <p:nvPicPr>
                <p:cNvPr id="103" name="Ink 102">
                  <a:extLst>
                    <a:ext uri="{FF2B5EF4-FFF2-40B4-BE49-F238E27FC236}">
                      <a16:creationId xmlns:a16="http://schemas.microsoft.com/office/drawing/2014/main" id="{0710769B-F05D-D9C0-2300-7450157DF781}"/>
                    </a:ext>
                  </a:extLst>
                </p:cNvPr>
                <p:cNvPicPr/>
                <p:nvPr/>
              </p:nvPicPr>
              <p:blipFill>
                <a:blip r:embed="rId71"/>
                <a:stretch>
                  <a:fillRect/>
                </a:stretch>
              </p:blipFill>
              <p:spPr>
                <a:xfrm>
                  <a:off x="7227344" y="704540"/>
                  <a:ext cx="342000" cy="577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2">
            <p14:nvContentPartPr>
              <p14:cNvPr id="107" name="Ink 106">
                <a:extLst>
                  <a:ext uri="{FF2B5EF4-FFF2-40B4-BE49-F238E27FC236}">
                    <a16:creationId xmlns:a16="http://schemas.microsoft.com/office/drawing/2014/main" id="{4A992C37-90AD-E065-811A-A2F5400A250D}"/>
                  </a:ext>
                </a:extLst>
              </p14:cNvPr>
              <p14:cNvContentPartPr/>
              <p14:nvPr/>
            </p14:nvContentPartPr>
            <p14:xfrm>
              <a:off x="6951224" y="1500500"/>
              <a:ext cx="398160" cy="34920"/>
            </p14:xfrm>
          </p:contentPart>
        </mc:Choice>
        <mc:Fallback>
          <p:pic>
            <p:nvPicPr>
              <p:cNvPr id="107" name="Ink 106">
                <a:extLst>
                  <a:ext uri="{FF2B5EF4-FFF2-40B4-BE49-F238E27FC236}">
                    <a16:creationId xmlns:a16="http://schemas.microsoft.com/office/drawing/2014/main" id="{4A992C37-90AD-E065-811A-A2F5400A250D}"/>
                  </a:ext>
                </a:extLst>
              </p:cNvPr>
              <p:cNvPicPr/>
              <p:nvPr/>
            </p:nvPicPr>
            <p:blipFill>
              <a:blip r:embed="rId73"/>
              <a:stretch>
                <a:fillRect/>
              </a:stretch>
            </p:blipFill>
            <p:spPr>
              <a:xfrm>
                <a:off x="6942584" y="1491500"/>
                <a:ext cx="415800" cy="52560"/>
              </a:xfrm>
              <a:prstGeom prst="rect">
                <a:avLst/>
              </a:prstGeom>
            </p:spPr>
          </p:pic>
        </mc:Fallback>
      </mc:AlternateContent>
      <p:grpSp>
        <p:nvGrpSpPr>
          <p:cNvPr id="111" name="Group 110">
            <a:extLst>
              <a:ext uri="{FF2B5EF4-FFF2-40B4-BE49-F238E27FC236}">
                <a16:creationId xmlns:a16="http://schemas.microsoft.com/office/drawing/2014/main" id="{FB80FAD8-1E4B-1A1F-C36C-7FF747AD8635}"/>
              </a:ext>
            </a:extLst>
          </p:cNvPr>
          <p:cNvGrpSpPr/>
          <p:nvPr/>
        </p:nvGrpSpPr>
        <p:grpSpPr>
          <a:xfrm>
            <a:off x="3133064" y="670340"/>
            <a:ext cx="3121920" cy="1171080"/>
            <a:chOff x="3133064" y="670340"/>
            <a:chExt cx="3121920" cy="1171080"/>
          </a:xfrm>
        </p:grpSpPr>
        <mc:AlternateContent xmlns:mc="http://schemas.openxmlformats.org/markup-compatibility/2006">
          <mc:Choice xmlns:p14="http://schemas.microsoft.com/office/powerpoint/2010/main" Requires="p14">
            <p:contentPart p14:bwMode="auto" r:id="rId74">
              <p14:nvContentPartPr>
                <p14:cNvPr id="93" name="Ink 92">
                  <a:extLst>
                    <a:ext uri="{FF2B5EF4-FFF2-40B4-BE49-F238E27FC236}">
                      <a16:creationId xmlns:a16="http://schemas.microsoft.com/office/drawing/2014/main" id="{16888776-A50B-E0B7-4D1F-596E3C9D2E44}"/>
                    </a:ext>
                  </a:extLst>
                </p14:cNvPr>
                <p14:cNvContentPartPr/>
                <p14:nvPr/>
              </p14:nvContentPartPr>
              <p14:xfrm>
                <a:off x="4999304" y="945740"/>
                <a:ext cx="148320" cy="480240"/>
              </p14:xfrm>
            </p:contentPart>
          </mc:Choice>
          <mc:Fallback>
            <p:pic>
              <p:nvPicPr>
                <p:cNvPr id="93" name="Ink 92">
                  <a:extLst>
                    <a:ext uri="{FF2B5EF4-FFF2-40B4-BE49-F238E27FC236}">
                      <a16:creationId xmlns:a16="http://schemas.microsoft.com/office/drawing/2014/main" id="{16888776-A50B-E0B7-4D1F-596E3C9D2E44}"/>
                    </a:ext>
                  </a:extLst>
                </p:cNvPr>
                <p:cNvPicPr/>
                <p:nvPr/>
              </p:nvPicPr>
              <p:blipFill>
                <a:blip r:embed="rId75"/>
                <a:stretch>
                  <a:fillRect/>
                </a:stretch>
              </p:blipFill>
              <p:spPr>
                <a:xfrm>
                  <a:off x="4990664" y="937100"/>
                  <a:ext cx="165960" cy="4978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94" name="Ink 93">
                  <a:extLst>
                    <a:ext uri="{FF2B5EF4-FFF2-40B4-BE49-F238E27FC236}">
                      <a16:creationId xmlns:a16="http://schemas.microsoft.com/office/drawing/2014/main" id="{6D193C5B-7669-B593-FC0B-7C5F25244B1F}"/>
                    </a:ext>
                  </a:extLst>
                </p14:cNvPr>
                <p14:cNvContentPartPr/>
                <p14:nvPr/>
              </p14:nvContentPartPr>
              <p14:xfrm>
                <a:off x="5224664" y="777620"/>
                <a:ext cx="293400" cy="33840"/>
              </p14:xfrm>
            </p:contentPart>
          </mc:Choice>
          <mc:Fallback>
            <p:pic>
              <p:nvPicPr>
                <p:cNvPr id="94" name="Ink 93">
                  <a:extLst>
                    <a:ext uri="{FF2B5EF4-FFF2-40B4-BE49-F238E27FC236}">
                      <a16:creationId xmlns:a16="http://schemas.microsoft.com/office/drawing/2014/main" id="{6D193C5B-7669-B593-FC0B-7C5F25244B1F}"/>
                    </a:ext>
                  </a:extLst>
                </p:cNvPr>
                <p:cNvPicPr/>
                <p:nvPr/>
              </p:nvPicPr>
              <p:blipFill>
                <a:blip r:embed="rId77"/>
                <a:stretch>
                  <a:fillRect/>
                </a:stretch>
              </p:blipFill>
              <p:spPr>
                <a:xfrm>
                  <a:off x="5215664" y="768620"/>
                  <a:ext cx="311040" cy="514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98" name="Ink 97">
                  <a:extLst>
                    <a:ext uri="{FF2B5EF4-FFF2-40B4-BE49-F238E27FC236}">
                      <a16:creationId xmlns:a16="http://schemas.microsoft.com/office/drawing/2014/main" id="{AA0D8CF5-7B64-EA05-FAD6-DEB0FE25E6CE}"/>
                    </a:ext>
                  </a:extLst>
                </p14:cNvPr>
                <p14:cNvContentPartPr/>
                <p14:nvPr/>
              </p14:nvContentPartPr>
              <p14:xfrm>
                <a:off x="5229344" y="1221140"/>
                <a:ext cx="168120" cy="203400"/>
              </p14:xfrm>
            </p:contentPart>
          </mc:Choice>
          <mc:Fallback>
            <p:pic>
              <p:nvPicPr>
                <p:cNvPr id="98" name="Ink 97">
                  <a:extLst>
                    <a:ext uri="{FF2B5EF4-FFF2-40B4-BE49-F238E27FC236}">
                      <a16:creationId xmlns:a16="http://schemas.microsoft.com/office/drawing/2014/main" id="{AA0D8CF5-7B64-EA05-FAD6-DEB0FE25E6CE}"/>
                    </a:ext>
                  </a:extLst>
                </p:cNvPr>
                <p:cNvPicPr/>
                <p:nvPr/>
              </p:nvPicPr>
              <p:blipFill>
                <a:blip r:embed="rId79"/>
                <a:stretch>
                  <a:fillRect/>
                </a:stretch>
              </p:blipFill>
              <p:spPr>
                <a:xfrm>
                  <a:off x="5220704" y="1212500"/>
                  <a:ext cx="18576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99" name="Ink 98">
                  <a:extLst>
                    <a:ext uri="{FF2B5EF4-FFF2-40B4-BE49-F238E27FC236}">
                      <a16:creationId xmlns:a16="http://schemas.microsoft.com/office/drawing/2014/main" id="{71E4BC38-534E-2F17-9C5C-D67F0B1D632D}"/>
                    </a:ext>
                  </a:extLst>
                </p14:cNvPr>
                <p14:cNvContentPartPr/>
                <p14:nvPr/>
              </p14:nvContentPartPr>
              <p14:xfrm>
                <a:off x="5715344" y="879140"/>
                <a:ext cx="160920" cy="438120"/>
              </p14:xfrm>
            </p:contentPart>
          </mc:Choice>
          <mc:Fallback>
            <p:pic>
              <p:nvPicPr>
                <p:cNvPr id="99" name="Ink 98">
                  <a:extLst>
                    <a:ext uri="{FF2B5EF4-FFF2-40B4-BE49-F238E27FC236}">
                      <a16:creationId xmlns:a16="http://schemas.microsoft.com/office/drawing/2014/main" id="{71E4BC38-534E-2F17-9C5C-D67F0B1D632D}"/>
                    </a:ext>
                  </a:extLst>
                </p:cNvPr>
                <p:cNvPicPr/>
                <p:nvPr/>
              </p:nvPicPr>
              <p:blipFill>
                <a:blip r:embed="rId81"/>
                <a:stretch>
                  <a:fillRect/>
                </a:stretch>
              </p:blipFill>
              <p:spPr>
                <a:xfrm>
                  <a:off x="5706344" y="870140"/>
                  <a:ext cx="178560" cy="4557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00" name="Ink 99">
                  <a:extLst>
                    <a:ext uri="{FF2B5EF4-FFF2-40B4-BE49-F238E27FC236}">
                      <a16:creationId xmlns:a16="http://schemas.microsoft.com/office/drawing/2014/main" id="{839BBF72-DD0A-0CEB-BB77-39AC80E5EDA4}"/>
                    </a:ext>
                  </a:extLst>
                </p14:cNvPr>
                <p14:cNvContentPartPr/>
                <p14:nvPr/>
              </p14:nvContentPartPr>
              <p14:xfrm>
                <a:off x="5699504" y="1143380"/>
                <a:ext cx="279000" cy="21960"/>
              </p14:xfrm>
            </p:contentPart>
          </mc:Choice>
          <mc:Fallback>
            <p:pic>
              <p:nvPicPr>
                <p:cNvPr id="100" name="Ink 99">
                  <a:extLst>
                    <a:ext uri="{FF2B5EF4-FFF2-40B4-BE49-F238E27FC236}">
                      <a16:creationId xmlns:a16="http://schemas.microsoft.com/office/drawing/2014/main" id="{839BBF72-DD0A-0CEB-BB77-39AC80E5EDA4}"/>
                    </a:ext>
                  </a:extLst>
                </p:cNvPr>
                <p:cNvPicPr/>
                <p:nvPr/>
              </p:nvPicPr>
              <p:blipFill>
                <a:blip r:embed="rId83"/>
                <a:stretch>
                  <a:fillRect/>
                </a:stretch>
              </p:blipFill>
              <p:spPr>
                <a:xfrm>
                  <a:off x="5690864" y="1134380"/>
                  <a:ext cx="29664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01" name="Ink 100">
                  <a:extLst>
                    <a:ext uri="{FF2B5EF4-FFF2-40B4-BE49-F238E27FC236}">
                      <a16:creationId xmlns:a16="http://schemas.microsoft.com/office/drawing/2014/main" id="{E02D5214-CB88-7586-EAE6-D613CA7D4D35}"/>
                    </a:ext>
                  </a:extLst>
                </p14:cNvPr>
                <p14:cNvContentPartPr/>
                <p14:nvPr/>
              </p14:nvContentPartPr>
              <p14:xfrm>
                <a:off x="6186944" y="1131500"/>
                <a:ext cx="68040" cy="167400"/>
              </p14:xfrm>
            </p:contentPart>
          </mc:Choice>
          <mc:Fallback>
            <p:pic>
              <p:nvPicPr>
                <p:cNvPr id="101" name="Ink 100">
                  <a:extLst>
                    <a:ext uri="{FF2B5EF4-FFF2-40B4-BE49-F238E27FC236}">
                      <a16:creationId xmlns:a16="http://schemas.microsoft.com/office/drawing/2014/main" id="{E02D5214-CB88-7586-EAE6-D613CA7D4D35}"/>
                    </a:ext>
                  </a:extLst>
                </p:cNvPr>
                <p:cNvPicPr/>
                <p:nvPr/>
              </p:nvPicPr>
              <p:blipFill>
                <a:blip r:embed="rId85"/>
                <a:stretch>
                  <a:fillRect/>
                </a:stretch>
              </p:blipFill>
              <p:spPr>
                <a:xfrm>
                  <a:off x="6177944" y="1122500"/>
                  <a:ext cx="8568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87" name="Ink 86">
                  <a:extLst>
                    <a:ext uri="{FF2B5EF4-FFF2-40B4-BE49-F238E27FC236}">
                      <a16:creationId xmlns:a16="http://schemas.microsoft.com/office/drawing/2014/main" id="{67A23B9F-7105-7BEB-B563-E607D9818A6D}"/>
                    </a:ext>
                  </a:extLst>
                </p14:cNvPr>
                <p14:cNvContentPartPr/>
                <p14:nvPr/>
              </p14:nvContentPartPr>
              <p14:xfrm>
                <a:off x="3133064" y="930260"/>
                <a:ext cx="457920" cy="418680"/>
              </p14:xfrm>
            </p:contentPart>
          </mc:Choice>
          <mc:Fallback>
            <p:pic>
              <p:nvPicPr>
                <p:cNvPr id="87" name="Ink 86">
                  <a:extLst>
                    <a:ext uri="{FF2B5EF4-FFF2-40B4-BE49-F238E27FC236}">
                      <a16:creationId xmlns:a16="http://schemas.microsoft.com/office/drawing/2014/main" id="{67A23B9F-7105-7BEB-B563-E607D9818A6D}"/>
                    </a:ext>
                  </a:extLst>
                </p:cNvPr>
                <p:cNvPicPr/>
                <p:nvPr/>
              </p:nvPicPr>
              <p:blipFill>
                <a:blip r:embed="rId87"/>
                <a:stretch>
                  <a:fillRect/>
                </a:stretch>
              </p:blipFill>
              <p:spPr>
                <a:xfrm>
                  <a:off x="3124064" y="921260"/>
                  <a:ext cx="475560" cy="4363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88" name="Ink 87">
                  <a:extLst>
                    <a:ext uri="{FF2B5EF4-FFF2-40B4-BE49-F238E27FC236}">
                      <a16:creationId xmlns:a16="http://schemas.microsoft.com/office/drawing/2014/main" id="{008AF097-CFF0-DBE0-2191-FDC63029262F}"/>
                    </a:ext>
                  </a:extLst>
                </p14:cNvPr>
                <p14:cNvContentPartPr/>
                <p14:nvPr/>
              </p14:nvContentPartPr>
              <p14:xfrm>
                <a:off x="3597824" y="1293140"/>
                <a:ext cx="175320" cy="264240"/>
              </p14:xfrm>
            </p:contentPart>
          </mc:Choice>
          <mc:Fallback>
            <p:pic>
              <p:nvPicPr>
                <p:cNvPr id="88" name="Ink 87">
                  <a:extLst>
                    <a:ext uri="{FF2B5EF4-FFF2-40B4-BE49-F238E27FC236}">
                      <a16:creationId xmlns:a16="http://schemas.microsoft.com/office/drawing/2014/main" id="{008AF097-CFF0-DBE0-2191-FDC63029262F}"/>
                    </a:ext>
                  </a:extLst>
                </p:cNvPr>
                <p:cNvPicPr/>
                <p:nvPr/>
              </p:nvPicPr>
              <p:blipFill>
                <a:blip r:embed="rId89"/>
                <a:stretch>
                  <a:fillRect/>
                </a:stretch>
              </p:blipFill>
              <p:spPr>
                <a:xfrm>
                  <a:off x="3589184" y="1284140"/>
                  <a:ext cx="19296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90" name="Ink 89">
                  <a:extLst>
                    <a:ext uri="{FF2B5EF4-FFF2-40B4-BE49-F238E27FC236}">
                      <a16:creationId xmlns:a16="http://schemas.microsoft.com/office/drawing/2014/main" id="{1FE8A895-7ECB-7420-0367-9B16410C04B4}"/>
                    </a:ext>
                  </a:extLst>
                </p14:cNvPr>
                <p14:cNvContentPartPr/>
                <p14:nvPr/>
              </p14:nvContentPartPr>
              <p14:xfrm>
                <a:off x="4042064" y="937460"/>
                <a:ext cx="189000" cy="395640"/>
              </p14:xfrm>
            </p:contentPart>
          </mc:Choice>
          <mc:Fallback>
            <p:pic>
              <p:nvPicPr>
                <p:cNvPr id="90" name="Ink 89">
                  <a:extLst>
                    <a:ext uri="{FF2B5EF4-FFF2-40B4-BE49-F238E27FC236}">
                      <a16:creationId xmlns:a16="http://schemas.microsoft.com/office/drawing/2014/main" id="{1FE8A895-7ECB-7420-0367-9B16410C04B4}"/>
                    </a:ext>
                  </a:extLst>
                </p:cNvPr>
                <p:cNvPicPr/>
                <p:nvPr/>
              </p:nvPicPr>
              <p:blipFill>
                <a:blip r:embed="rId91"/>
                <a:stretch>
                  <a:fillRect/>
                </a:stretch>
              </p:blipFill>
              <p:spPr>
                <a:xfrm>
                  <a:off x="4033424" y="928820"/>
                  <a:ext cx="206640" cy="4132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91" name="Ink 90">
                  <a:extLst>
                    <a:ext uri="{FF2B5EF4-FFF2-40B4-BE49-F238E27FC236}">
                      <a16:creationId xmlns:a16="http://schemas.microsoft.com/office/drawing/2014/main" id="{FA48703A-B80E-2459-9CB8-AEDE2B5ED350}"/>
                    </a:ext>
                  </a:extLst>
                </p14:cNvPr>
                <p14:cNvContentPartPr/>
                <p14:nvPr/>
              </p14:nvContentPartPr>
              <p14:xfrm>
                <a:off x="3968624" y="942140"/>
                <a:ext cx="417240" cy="636480"/>
              </p14:xfrm>
            </p:contentPart>
          </mc:Choice>
          <mc:Fallback>
            <p:pic>
              <p:nvPicPr>
                <p:cNvPr id="91" name="Ink 90">
                  <a:extLst>
                    <a:ext uri="{FF2B5EF4-FFF2-40B4-BE49-F238E27FC236}">
                      <a16:creationId xmlns:a16="http://schemas.microsoft.com/office/drawing/2014/main" id="{FA48703A-B80E-2459-9CB8-AEDE2B5ED350}"/>
                    </a:ext>
                  </a:extLst>
                </p:cNvPr>
                <p:cNvPicPr/>
                <p:nvPr/>
              </p:nvPicPr>
              <p:blipFill>
                <a:blip r:embed="rId93"/>
                <a:stretch>
                  <a:fillRect/>
                </a:stretch>
              </p:blipFill>
              <p:spPr>
                <a:xfrm>
                  <a:off x="3959624" y="933500"/>
                  <a:ext cx="434880" cy="6541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92" name="Ink 91">
                  <a:extLst>
                    <a:ext uri="{FF2B5EF4-FFF2-40B4-BE49-F238E27FC236}">
                      <a16:creationId xmlns:a16="http://schemas.microsoft.com/office/drawing/2014/main" id="{CA7BDDC3-0004-3934-75FB-70E15A761B0D}"/>
                    </a:ext>
                  </a:extLst>
                </p14:cNvPr>
                <p14:cNvContentPartPr/>
                <p14:nvPr/>
              </p14:nvContentPartPr>
              <p14:xfrm>
                <a:off x="4498544" y="1422380"/>
                <a:ext cx="164520" cy="218520"/>
              </p14:xfrm>
            </p:contentPart>
          </mc:Choice>
          <mc:Fallback>
            <p:pic>
              <p:nvPicPr>
                <p:cNvPr id="92" name="Ink 91">
                  <a:extLst>
                    <a:ext uri="{FF2B5EF4-FFF2-40B4-BE49-F238E27FC236}">
                      <a16:creationId xmlns:a16="http://schemas.microsoft.com/office/drawing/2014/main" id="{CA7BDDC3-0004-3934-75FB-70E15A761B0D}"/>
                    </a:ext>
                  </a:extLst>
                </p:cNvPr>
                <p:cNvPicPr/>
                <p:nvPr/>
              </p:nvPicPr>
              <p:blipFill>
                <a:blip r:embed="rId95"/>
                <a:stretch>
                  <a:fillRect/>
                </a:stretch>
              </p:blipFill>
              <p:spPr>
                <a:xfrm>
                  <a:off x="4489904" y="1413380"/>
                  <a:ext cx="18216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08" name="Ink 107">
                  <a:extLst>
                    <a:ext uri="{FF2B5EF4-FFF2-40B4-BE49-F238E27FC236}">
                      <a16:creationId xmlns:a16="http://schemas.microsoft.com/office/drawing/2014/main" id="{E5E48E68-0EAE-FF0B-7E68-F01D294CD9EA}"/>
                    </a:ext>
                  </a:extLst>
                </p14:cNvPr>
                <p14:cNvContentPartPr/>
                <p14:nvPr/>
              </p14:nvContentPartPr>
              <p14:xfrm>
                <a:off x="4633904" y="868700"/>
                <a:ext cx="65520" cy="608040"/>
              </p14:xfrm>
            </p:contentPart>
          </mc:Choice>
          <mc:Fallback>
            <p:pic>
              <p:nvPicPr>
                <p:cNvPr id="108" name="Ink 107">
                  <a:extLst>
                    <a:ext uri="{FF2B5EF4-FFF2-40B4-BE49-F238E27FC236}">
                      <a16:creationId xmlns:a16="http://schemas.microsoft.com/office/drawing/2014/main" id="{E5E48E68-0EAE-FF0B-7E68-F01D294CD9EA}"/>
                    </a:ext>
                  </a:extLst>
                </p:cNvPr>
                <p:cNvPicPr/>
                <p:nvPr/>
              </p:nvPicPr>
              <p:blipFill>
                <a:blip r:embed="rId97"/>
                <a:stretch>
                  <a:fillRect/>
                </a:stretch>
              </p:blipFill>
              <p:spPr>
                <a:xfrm>
                  <a:off x="4624904" y="860060"/>
                  <a:ext cx="83160" cy="6256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10" name="Ink 109">
                  <a:extLst>
                    <a:ext uri="{FF2B5EF4-FFF2-40B4-BE49-F238E27FC236}">
                      <a16:creationId xmlns:a16="http://schemas.microsoft.com/office/drawing/2014/main" id="{147DA153-6C02-1B1C-A9A7-00F7E4E3120F}"/>
                    </a:ext>
                  </a:extLst>
                </p14:cNvPr>
                <p14:cNvContentPartPr/>
                <p14:nvPr/>
              </p14:nvContentPartPr>
              <p14:xfrm>
                <a:off x="4429784" y="670340"/>
                <a:ext cx="1594440" cy="1171080"/>
              </p14:xfrm>
            </p:contentPart>
          </mc:Choice>
          <mc:Fallback>
            <p:pic>
              <p:nvPicPr>
                <p:cNvPr id="110" name="Ink 109">
                  <a:extLst>
                    <a:ext uri="{FF2B5EF4-FFF2-40B4-BE49-F238E27FC236}">
                      <a16:creationId xmlns:a16="http://schemas.microsoft.com/office/drawing/2014/main" id="{147DA153-6C02-1B1C-A9A7-00F7E4E3120F}"/>
                    </a:ext>
                  </a:extLst>
                </p:cNvPr>
                <p:cNvPicPr/>
                <p:nvPr/>
              </p:nvPicPr>
              <p:blipFill>
                <a:blip r:embed="rId99"/>
                <a:stretch>
                  <a:fillRect/>
                </a:stretch>
              </p:blipFill>
              <p:spPr>
                <a:xfrm>
                  <a:off x="4421144" y="661700"/>
                  <a:ext cx="1612080" cy="1188720"/>
                </a:xfrm>
                <a:prstGeom prst="rect">
                  <a:avLst/>
                </a:prstGeom>
              </p:spPr>
            </p:pic>
          </mc:Fallback>
        </mc:AlternateContent>
      </p:grpSp>
      <p:grpSp>
        <p:nvGrpSpPr>
          <p:cNvPr id="117" name="Group 116">
            <a:extLst>
              <a:ext uri="{FF2B5EF4-FFF2-40B4-BE49-F238E27FC236}">
                <a16:creationId xmlns:a16="http://schemas.microsoft.com/office/drawing/2014/main" id="{455451E5-E72F-F4E5-CE29-67C87069E4C7}"/>
              </a:ext>
            </a:extLst>
          </p:cNvPr>
          <p:cNvGrpSpPr/>
          <p:nvPr/>
        </p:nvGrpSpPr>
        <p:grpSpPr>
          <a:xfrm>
            <a:off x="1577144" y="2163620"/>
            <a:ext cx="1145520" cy="486000"/>
            <a:chOff x="1577144" y="2163620"/>
            <a:chExt cx="1145520" cy="486000"/>
          </a:xfrm>
        </p:grpSpPr>
        <mc:AlternateContent xmlns:mc="http://schemas.openxmlformats.org/markup-compatibility/2006">
          <mc:Choice xmlns:p14="http://schemas.microsoft.com/office/powerpoint/2010/main" Requires="p14">
            <p:contentPart p14:bwMode="auto" r:id="rId100">
              <p14:nvContentPartPr>
                <p14:cNvPr id="112" name="Ink 111">
                  <a:extLst>
                    <a:ext uri="{FF2B5EF4-FFF2-40B4-BE49-F238E27FC236}">
                      <a16:creationId xmlns:a16="http://schemas.microsoft.com/office/drawing/2014/main" id="{21BF0394-4A97-A74C-F4A9-CF5A22FB95B3}"/>
                    </a:ext>
                  </a:extLst>
                </p14:cNvPr>
                <p14:cNvContentPartPr/>
                <p14:nvPr/>
              </p14:nvContentPartPr>
              <p14:xfrm>
                <a:off x="1577144" y="2206820"/>
                <a:ext cx="169560" cy="442800"/>
              </p14:xfrm>
            </p:contentPart>
          </mc:Choice>
          <mc:Fallback>
            <p:pic>
              <p:nvPicPr>
                <p:cNvPr id="112" name="Ink 111">
                  <a:extLst>
                    <a:ext uri="{FF2B5EF4-FFF2-40B4-BE49-F238E27FC236}">
                      <a16:creationId xmlns:a16="http://schemas.microsoft.com/office/drawing/2014/main" id="{21BF0394-4A97-A74C-F4A9-CF5A22FB95B3}"/>
                    </a:ext>
                  </a:extLst>
                </p:cNvPr>
                <p:cNvPicPr/>
                <p:nvPr/>
              </p:nvPicPr>
              <p:blipFill>
                <a:blip r:embed="rId101"/>
                <a:stretch>
                  <a:fillRect/>
                </a:stretch>
              </p:blipFill>
              <p:spPr>
                <a:xfrm>
                  <a:off x="1568144" y="2198180"/>
                  <a:ext cx="187200" cy="4604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13" name="Ink 112">
                  <a:extLst>
                    <a:ext uri="{FF2B5EF4-FFF2-40B4-BE49-F238E27FC236}">
                      <a16:creationId xmlns:a16="http://schemas.microsoft.com/office/drawing/2014/main" id="{12CD5C16-56BF-2AAF-27AF-45D5298C59C2}"/>
                    </a:ext>
                  </a:extLst>
                </p14:cNvPr>
                <p14:cNvContentPartPr/>
                <p14:nvPr/>
              </p14:nvContentPartPr>
              <p14:xfrm>
                <a:off x="1990424" y="2237060"/>
                <a:ext cx="14400" cy="265320"/>
              </p14:xfrm>
            </p:contentPart>
          </mc:Choice>
          <mc:Fallback>
            <p:pic>
              <p:nvPicPr>
                <p:cNvPr id="113" name="Ink 112">
                  <a:extLst>
                    <a:ext uri="{FF2B5EF4-FFF2-40B4-BE49-F238E27FC236}">
                      <a16:creationId xmlns:a16="http://schemas.microsoft.com/office/drawing/2014/main" id="{12CD5C16-56BF-2AAF-27AF-45D5298C59C2}"/>
                    </a:ext>
                  </a:extLst>
                </p:cNvPr>
                <p:cNvPicPr/>
                <p:nvPr/>
              </p:nvPicPr>
              <p:blipFill>
                <a:blip r:embed="rId103"/>
                <a:stretch>
                  <a:fillRect/>
                </a:stretch>
              </p:blipFill>
              <p:spPr>
                <a:xfrm>
                  <a:off x="1981784" y="2228420"/>
                  <a:ext cx="3204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14" name="Ink 113">
                  <a:extLst>
                    <a:ext uri="{FF2B5EF4-FFF2-40B4-BE49-F238E27FC236}">
                      <a16:creationId xmlns:a16="http://schemas.microsoft.com/office/drawing/2014/main" id="{968A2C54-2F7D-010D-39FE-31B8AD6B1A99}"/>
                    </a:ext>
                  </a:extLst>
                </p14:cNvPr>
                <p14:cNvContentPartPr/>
                <p14:nvPr/>
              </p14:nvContentPartPr>
              <p14:xfrm>
                <a:off x="1999064" y="2379260"/>
                <a:ext cx="105120" cy="15480"/>
              </p14:xfrm>
            </p:contentPart>
          </mc:Choice>
          <mc:Fallback>
            <p:pic>
              <p:nvPicPr>
                <p:cNvPr id="114" name="Ink 113">
                  <a:extLst>
                    <a:ext uri="{FF2B5EF4-FFF2-40B4-BE49-F238E27FC236}">
                      <a16:creationId xmlns:a16="http://schemas.microsoft.com/office/drawing/2014/main" id="{968A2C54-2F7D-010D-39FE-31B8AD6B1A99}"/>
                    </a:ext>
                  </a:extLst>
                </p:cNvPr>
                <p:cNvPicPr/>
                <p:nvPr/>
              </p:nvPicPr>
              <p:blipFill>
                <a:blip r:embed="rId105"/>
                <a:stretch>
                  <a:fillRect/>
                </a:stretch>
              </p:blipFill>
              <p:spPr>
                <a:xfrm>
                  <a:off x="1990064" y="2370620"/>
                  <a:ext cx="12276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15" name="Ink 114">
                  <a:extLst>
                    <a:ext uri="{FF2B5EF4-FFF2-40B4-BE49-F238E27FC236}">
                      <a16:creationId xmlns:a16="http://schemas.microsoft.com/office/drawing/2014/main" id="{0A5973D6-24B2-6FD2-036D-A71322008645}"/>
                    </a:ext>
                  </a:extLst>
                </p14:cNvPr>
                <p14:cNvContentPartPr/>
                <p14:nvPr/>
              </p14:nvContentPartPr>
              <p14:xfrm>
                <a:off x="2341424" y="2163620"/>
                <a:ext cx="246600" cy="380160"/>
              </p14:xfrm>
            </p:contentPart>
          </mc:Choice>
          <mc:Fallback>
            <p:pic>
              <p:nvPicPr>
                <p:cNvPr id="115" name="Ink 114">
                  <a:extLst>
                    <a:ext uri="{FF2B5EF4-FFF2-40B4-BE49-F238E27FC236}">
                      <a16:creationId xmlns:a16="http://schemas.microsoft.com/office/drawing/2014/main" id="{0A5973D6-24B2-6FD2-036D-A71322008645}"/>
                    </a:ext>
                  </a:extLst>
                </p:cNvPr>
                <p:cNvPicPr/>
                <p:nvPr/>
              </p:nvPicPr>
              <p:blipFill>
                <a:blip r:embed="rId107"/>
                <a:stretch>
                  <a:fillRect/>
                </a:stretch>
              </p:blipFill>
              <p:spPr>
                <a:xfrm>
                  <a:off x="2332784" y="2154620"/>
                  <a:ext cx="264240" cy="3978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16" name="Ink 115">
                  <a:extLst>
                    <a:ext uri="{FF2B5EF4-FFF2-40B4-BE49-F238E27FC236}">
                      <a16:creationId xmlns:a16="http://schemas.microsoft.com/office/drawing/2014/main" id="{CB85AE62-15EC-3545-517A-DD21C5448AFF}"/>
                    </a:ext>
                  </a:extLst>
                </p14:cNvPr>
                <p14:cNvContentPartPr/>
                <p14:nvPr/>
              </p14:nvContentPartPr>
              <p14:xfrm>
                <a:off x="2537984" y="2363060"/>
                <a:ext cx="184680" cy="31680"/>
              </p14:xfrm>
            </p:contentPart>
          </mc:Choice>
          <mc:Fallback>
            <p:pic>
              <p:nvPicPr>
                <p:cNvPr id="116" name="Ink 115">
                  <a:extLst>
                    <a:ext uri="{FF2B5EF4-FFF2-40B4-BE49-F238E27FC236}">
                      <a16:creationId xmlns:a16="http://schemas.microsoft.com/office/drawing/2014/main" id="{CB85AE62-15EC-3545-517A-DD21C5448AFF}"/>
                    </a:ext>
                  </a:extLst>
                </p:cNvPr>
                <p:cNvPicPr/>
                <p:nvPr/>
              </p:nvPicPr>
              <p:blipFill>
                <a:blip r:embed="rId109"/>
                <a:stretch>
                  <a:fillRect/>
                </a:stretch>
              </p:blipFill>
              <p:spPr>
                <a:xfrm>
                  <a:off x="2529344" y="2354420"/>
                  <a:ext cx="202320" cy="49320"/>
                </a:xfrm>
                <a:prstGeom prst="rect">
                  <a:avLst/>
                </a:prstGeom>
              </p:spPr>
            </p:pic>
          </mc:Fallback>
        </mc:AlternateContent>
      </p:grpSp>
      <p:grpSp>
        <p:nvGrpSpPr>
          <p:cNvPr id="131" name="Group 130">
            <a:extLst>
              <a:ext uri="{FF2B5EF4-FFF2-40B4-BE49-F238E27FC236}">
                <a16:creationId xmlns:a16="http://schemas.microsoft.com/office/drawing/2014/main" id="{4C71C672-7019-027C-27AB-D34E96C442BE}"/>
              </a:ext>
            </a:extLst>
          </p:cNvPr>
          <p:cNvGrpSpPr/>
          <p:nvPr/>
        </p:nvGrpSpPr>
        <p:grpSpPr>
          <a:xfrm>
            <a:off x="1727624" y="2817740"/>
            <a:ext cx="1165320" cy="583200"/>
            <a:chOff x="1727624" y="2817740"/>
            <a:chExt cx="1165320" cy="583200"/>
          </a:xfrm>
        </p:grpSpPr>
        <mc:AlternateContent xmlns:mc="http://schemas.openxmlformats.org/markup-compatibility/2006">
          <mc:Choice xmlns:p14="http://schemas.microsoft.com/office/powerpoint/2010/main" Requires="p14">
            <p:contentPart p14:bwMode="auto" r:id="rId110">
              <p14:nvContentPartPr>
                <p14:cNvPr id="118" name="Ink 117">
                  <a:extLst>
                    <a:ext uri="{FF2B5EF4-FFF2-40B4-BE49-F238E27FC236}">
                      <a16:creationId xmlns:a16="http://schemas.microsoft.com/office/drawing/2014/main" id="{FC278328-F059-26F3-296A-AB8E04DF8A45}"/>
                    </a:ext>
                  </a:extLst>
                </p14:cNvPr>
                <p14:cNvContentPartPr/>
                <p14:nvPr/>
              </p14:nvContentPartPr>
              <p14:xfrm>
                <a:off x="1727624" y="2817740"/>
                <a:ext cx="1165320" cy="153360"/>
              </p14:xfrm>
            </p:contentPart>
          </mc:Choice>
          <mc:Fallback>
            <p:pic>
              <p:nvPicPr>
                <p:cNvPr id="118" name="Ink 117">
                  <a:extLst>
                    <a:ext uri="{FF2B5EF4-FFF2-40B4-BE49-F238E27FC236}">
                      <a16:creationId xmlns:a16="http://schemas.microsoft.com/office/drawing/2014/main" id="{FC278328-F059-26F3-296A-AB8E04DF8A45}"/>
                    </a:ext>
                  </a:extLst>
                </p:cNvPr>
                <p:cNvPicPr/>
                <p:nvPr/>
              </p:nvPicPr>
              <p:blipFill>
                <a:blip r:embed="rId111"/>
                <a:stretch>
                  <a:fillRect/>
                </a:stretch>
              </p:blipFill>
              <p:spPr>
                <a:xfrm>
                  <a:off x="1718984" y="2809100"/>
                  <a:ext cx="118296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19" name="Ink 118">
                  <a:extLst>
                    <a:ext uri="{FF2B5EF4-FFF2-40B4-BE49-F238E27FC236}">
                      <a16:creationId xmlns:a16="http://schemas.microsoft.com/office/drawing/2014/main" id="{25EFBDB3-7E75-B797-5E50-C0161FEACED7}"/>
                    </a:ext>
                  </a:extLst>
                </p14:cNvPr>
                <p14:cNvContentPartPr/>
                <p14:nvPr/>
              </p14:nvContentPartPr>
              <p14:xfrm>
                <a:off x="2346464" y="3015380"/>
                <a:ext cx="260640" cy="385560"/>
              </p14:xfrm>
            </p:contentPart>
          </mc:Choice>
          <mc:Fallback>
            <p:pic>
              <p:nvPicPr>
                <p:cNvPr id="119" name="Ink 118">
                  <a:extLst>
                    <a:ext uri="{FF2B5EF4-FFF2-40B4-BE49-F238E27FC236}">
                      <a16:creationId xmlns:a16="http://schemas.microsoft.com/office/drawing/2014/main" id="{25EFBDB3-7E75-B797-5E50-C0161FEACED7}"/>
                    </a:ext>
                  </a:extLst>
                </p:cNvPr>
                <p:cNvPicPr/>
                <p:nvPr/>
              </p:nvPicPr>
              <p:blipFill>
                <a:blip r:embed="rId113"/>
                <a:stretch>
                  <a:fillRect/>
                </a:stretch>
              </p:blipFill>
              <p:spPr>
                <a:xfrm>
                  <a:off x="2337464" y="3006380"/>
                  <a:ext cx="278280" cy="403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4">
            <p14:nvContentPartPr>
              <p14:cNvPr id="120" name="Ink 119">
                <a:extLst>
                  <a:ext uri="{FF2B5EF4-FFF2-40B4-BE49-F238E27FC236}">
                    <a16:creationId xmlns:a16="http://schemas.microsoft.com/office/drawing/2014/main" id="{475969C4-6FB9-33CA-72F1-1A6879483A39}"/>
                  </a:ext>
                </a:extLst>
              </p14:cNvPr>
              <p14:cNvContentPartPr/>
              <p14:nvPr/>
            </p14:nvContentPartPr>
            <p14:xfrm>
              <a:off x="3332504" y="2618300"/>
              <a:ext cx="148680" cy="32760"/>
            </p14:xfrm>
          </p:contentPart>
        </mc:Choice>
        <mc:Fallback>
          <p:pic>
            <p:nvPicPr>
              <p:cNvPr id="120" name="Ink 119">
                <a:extLst>
                  <a:ext uri="{FF2B5EF4-FFF2-40B4-BE49-F238E27FC236}">
                    <a16:creationId xmlns:a16="http://schemas.microsoft.com/office/drawing/2014/main" id="{475969C4-6FB9-33CA-72F1-1A6879483A39}"/>
                  </a:ext>
                </a:extLst>
              </p:cNvPr>
              <p:cNvPicPr/>
              <p:nvPr/>
            </p:nvPicPr>
            <p:blipFill>
              <a:blip r:embed="rId115"/>
              <a:stretch>
                <a:fillRect/>
              </a:stretch>
            </p:blipFill>
            <p:spPr>
              <a:xfrm>
                <a:off x="3323864" y="2609300"/>
                <a:ext cx="16632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21" name="Ink 120">
                <a:extLst>
                  <a:ext uri="{FF2B5EF4-FFF2-40B4-BE49-F238E27FC236}">
                    <a16:creationId xmlns:a16="http://schemas.microsoft.com/office/drawing/2014/main" id="{B36C8DF1-B4CF-A57A-5CA3-1CCEE869D097}"/>
                  </a:ext>
                </a:extLst>
              </p14:cNvPr>
              <p14:cNvContentPartPr/>
              <p14:nvPr/>
            </p14:nvContentPartPr>
            <p14:xfrm>
              <a:off x="3356624" y="2817740"/>
              <a:ext cx="235440" cy="109800"/>
            </p14:xfrm>
          </p:contentPart>
        </mc:Choice>
        <mc:Fallback>
          <p:pic>
            <p:nvPicPr>
              <p:cNvPr id="121" name="Ink 120">
                <a:extLst>
                  <a:ext uri="{FF2B5EF4-FFF2-40B4-BE49-F238E27FC236}">
                    <a16:creationId xmlns:a16="http://schemas.microsoft.com/office/drawing/2014/main" id="{B36C8DF1-B4CF-A57A-5CA3-1CCEE869D097}"/>
                  </a:ext>
                </a:extLst>
              </p:cNvPr>
              <p:cNvPicPr/>
              <p:nvPr/>
            </p:nvPicPr>
            <p:blipFill>
              <a:blip r:embed="rId117"/>
              <a:stretch>
                <a:fillRect/>
              </a:stretch>
            </p:blipFill>
            <p:spPr>
              <a:xfrm>
                <a:off x="3347984" y="2809100"/>
                <a:ext cx="253080" cy="127440"/>
              </a:xfrm>
              <a:prstGeom prst="rect">
                <a:avLst/>
              </a:prstGeom>
            </p:spPr>
          </p:pic>
        </mc:Fallback>
      </mc:AlternateContent>
      <p:grpSp>
        <p:nvGrpSpPr>
          <p:cNvPr id="130" name="Group 129">
            <a:extLst>
              <a:ext uri="{FF2B5EF4-FFF2-40B4-BE49-F238E27FC236}">
                <a16:creationId xmlns:a16="http://schemas.microsoft.com/office/drawing/2014/main" id="{5DEDF6A1-34CB-51ED-162B-C90B876F5966}"/>
              </a:ext>
            </a:extLst>
          </p:cNvPr>
          <p:cNvGrpSpPr/>
          <p:nvPr/>
        </p:nvGrpSpPr>
        <p:grpSpPr>
          <a:xfrm>
            <a:off x="4453904" y="2244980"/>
            <a:ext cx="487800" cy="296280"/>
            <a:chOff x="4453904" y="2244980"/>
            <a:chExt cx="487800" cy="296280"/>
          </a:xfrm>
        </p:grpSpPr>
        <mc:AlternateContent xmlns:mc="http://schemas.openxmlformats.org/markup-compatibility/2006">
          <mc:Choice xmlns:p14="http://schemas.microsoft.com/office/powerpoint/2010/main" Requires="p14">
            <p:contentPart p14:bwMode="auto" r:id="rId118">
              <p14:nvContentPartPr>
                <p14:cNvPr id="122" name="Ink 121">
                  <a:extLst>
                    <a:ext uri="{FF2B5EF4-FFF2-40B4-BE49-F238E27FC236}">
                      <a16:creationId xmlns:a16="http://schemas.microsoft.com/office/drawing/2014/main" id="{C244F4DF-60EE-4129-DEA2-F95C978D23F6}"/>
                    </a:ext>
                  </a:extLst>
                </p14:cNvPr>
                <p14:cNvContentPartPr/>
                <p14:nvPr/>
              </p14:nvContentPartPr>
              <p14:xfrm>
                <a:off x="4453904" y="2300060"/>
                <a:ext cx="36360" cy="196920"/>
              </p14:xfrm>
            </p:contentPart>
          </mc:Choice>
          <mc:Fallback>
            <p:pic>
              <p:nvPicPr>
                <p:cNvPr id="122" name="Ink 121">
                  <a:extLst>
                    <a:ext uri="{FF2B5EF4-FFF2-40B4-BE49-F238E27FC236}">
                      <a16:creationId xmlns:a16="http://schemas.microsoft.com/office/drawing/2014/main" id="{C244F4DF-60EE-4129-DEA2-F95C978D23F6}"/>
                    </a:ext>
                  </a:extLst>
                </p:cNvPr>
                <p:cNvPicPr/>
                <p:nvPr/>
              </p:nvPicPr>
              <p:blipFill>
                <a:blip r:embed="rId119"/>
                <a:stretch>
                  <a:fillRect/>
                </a:stretch>
              </p:blipFill>
              <p:spPr>
                <a:xfrm>
                  <a:off x="4445264" y="2291420"/>
                  <a:ext cx="5400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23" name="Ink 122">
                  <a:extLst>
                    <a:ext uri="{FF2B5EF4-FFF2-40B4-BE49-F238E27FC236}">
                      <a16:creationId xmlns:a16="http://schemas.microsoft.com/office/drawing/2014/main" id="{F869F4E0-7947-3C2C-26DC-DB20C0A40167}"/>
                    </a:ext>
                  </a:extLst>
                </p14:cNvPr>
                <p14:cNvContentPartPr/>
                <p14:nvPr/>
              </p14:nvContentPartPr>
              <p14:xfrm>
                <a:off x="4645064" y="2244980"/>
                <a:ext cx="296640" cy="296280"/>
              </p14:xfrm>
            </p:contentPart>
          </mc:Choice>
          <mc:Fallback>
            <p:pic>
              <p:nvPicPr>
                <p:cNvPr id="123" name="Ink 122">
                  <a:extLst>
                    <a:ext uri="{FF2B5EF4-FFF2-40B4-BE49-F238E27FC236}">
                      <a16:creationId xmlns:a16="http://schemas.microsoft.com/office/drawing/2014/main" id="{F869F4E0-7947-3C2C-26DC-DB20C0A40167}"/>
                    </a:ext>
                  </a:extLst>
                </p:cNvPr>
                <p:cNvPicPr/>
                <p:nvPr/>
              </p:nvPicPr>
              <p:blipFill>
                <a:blip r:embed="rId121"/>
                <a:stretch>
                  <a:fillRect/>
                </a:stretch>
              </p:blipFill>
              <p:spPr>
                <a:xfrm>
                  <a:off x="4636064" y="2235980"/>
                  <a:ext cx="314280" cy="313920"/>
                </a:xfrm>
                <a:prstGeom prst="rect">
                  <a:avLst/>
                </a:prstGeom>
              </p:spPr>
            </p:pic>
          </mc:Fallback>
        </mc:AlternateContent>
      </p:grpSp>
      <p:grpSp>
        <p:nvGrpSpPr>
          <p:cNvPr id="129" name="Group 128">
            <a:extLst>
              <a:ext uri="{FF2B5EF4-FFF2-40B4-BE49-F238E27FC236}">
                <a16:creationId xmlns:a16="http://schemas.microsoft.com/office/drawing/2014/main" id="{5989FC97-CE5A-F971-4BB9-0B68427D5175}"/>
              </a:ext>
            </a:extLst>
          </p:cNvPr>
          <p:cNvGrpSpPr/>
          <p:nvPr/>
        </p:nvGrpSpPr>
        <p:grpSpPr>
          <a:xfrm>
            <a:off x="4087424" y="2797220"/>
            <a:ext cx="1061640" cy="543960"/>
            <a:chOff x="4087424" y="2797220"/>
            <a:chExt cx="1061640" cy="543960"/>
          </a:xfrm>
        </p:grpSpPr>
        <mc:AlternateContent xmlns:mc="http://schemas.openxmlformats.org/markup-compatibility/2006">
          <mc:Choice xmlns:p14="http://schemas.microsoft.com/office/powerpoint/2010/main" Requires="p14">
            <p:contentPart p14:bwMode="auto" r:id="rId122">
              <p14:nvContentPartPr>
                <p14:cNvPr id="124" name="Ink 123">
                  <a:extLst>
                    <a:ext uri="{FF2B5EF4-FFF2-40B4-BE49-F238E27FC236}">
                      <a16:creationId xmlns:a16="http://schemas.microsoft.com/office/drawing/2014/main" id="{8232224C-B6B8-394B-0FBF-8CC3BFBB57A9}"/>
                    </a:ext>
                  </a:extLst>
                </p14:cNvPr>
                <p14:cNvContentPartPr/>
                <p14:nvPr/>
              </p14:nvContentPartPr>
              <p14:xfrm>
                <a:off x="4087424" y="2797220"/>
                <a:ext cx="1061640" cy="148320"/>
              </p14:xfrm>
            </p:contentPart>
          </mc:Choice>
          <mc:Fallback>
            <p:pic>
              <p:nvPicPr>
                <p:cNvPr id="124" name="Ink 123">
                  <a:extLst>
                    <a:ext uri="{FF2B5EF4-FFF2-40B4-BE49-F238E27FC236}">
                      <a16:creationId xmlns:a16="http://schemas.microsoft.com/office/drawing/2014/main" id="{8232224C-B6B8-394B-0FBF-8CC3BFBB57A9}"/>
                    </a:ext>
                  </a:extLst>
                </p:cNvPr>
                <p:cNvPicPr/>
                <p:nvPr/>
              </p:nvPicPr>
              <p:blipFill>
                <a:blip r:embed="rId123"/>
                <a:stretch>
                  <a:fillRect/>
                </a:stretch>
              </p:blipFill>
              <p:spPr>
                <a:xfrm>
                  <a:off x="4078784" y="2788220"/>
                  <a:ext cx="107928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25" name="Ink 124">
                  <a:extLst>
                    <a:ext uri="{FF2B5EF4-FFF2-40B4-BE49-F238E27FC236}">
                      <a16:creationId xmlns:a16="http://schemas.microsoft.com/office/drawing/2014/main" id="{E83EABDD-FC99-F83C-977A-63F13A730716}"/>
                    </a:ext>
                  </a:extLst>
                </p14:cNvPr>
                <p14:cNvContentPartPr/>
                <p14:nvPr/>
              </p14:nvContentPartPr>
              <p14:xfrm>
                <a:off x="4573784" y="2956700"/>
                <a:ext cx="322200" cy="295920"/>
              </p14:xfrm>
            </p:contentPart>
          </mc:Choice>
          <mc:Fallback>
            <p:pic>
              <p:nvPicPr>
                <p:cNvPr id="125" name="Ink 124">
                  <a:extLst>
                    <a:ext uri="{FF2B5EF4-FFF2-40B4-BE49-F238E27FC236}">
                      <a16:creationId xmlns:a16="http://schemas.microsoft.com/office/drawing/2014/main" id="{E83EABDD-FC99-F83C-977A-63F13A730716}"/>
                    </a:ext>
                  </a:extLst>
                </p:cNvPr>
                <p:cNvPicPr/>
                <p:nvPr/>
              </p:nvPicPr>
              <p:blipFill>
                <a:blip r:embed="rId125"/>
                <a:stretch>
                  <a:fillRect/>
                </a:stretch>
              </p:blipFill>
              <p:spPr>
                <a:xfrm>
                  <a:off x="4565144" y="2948060"/>
                  <a:ext cx="339840" cy="3135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26" name="Ink 125">
                  <a:extLst>
                    <a:ext uri="{FF2B5EF4-FFF2-40B4-BE49-F238E27FC236}">
                      <a16:creationId xmlns:a16="http://schemas.microsoft.com/office/drawing/2014/main" id="{0393651C-6288-A238-8CB8-30B925B13E6F}"/>
                    </a:ext>
                  </a:extLst>
                </p14:cNvPr>
                <p14:cNvContentPartPr/>
                <p14:nvPr/>
              </p14:nvContentPartPr>
              <p14:xfrm>
                <a:off x="4490624" y="3047420"/>
                <a:ext cx="500400" cy="293760"/>
              </p14:xfrm>
            </p:contentPart>
          </mc:Choice>
          <mc:Fallback>
            <p:pic>
              <p:nvPicPr>
                <p:cNvPr id="126" name="Ink 125">
                  <a:extLst>
                    <a:ext uri="{FF2B5EF4-FFF2-40B4-BE49-F238E27FC236}">
                      <a16:creationId xmlns:a16="http://schemas.microsoft.com/office/drawing/2014/main" id="{0393651C-6288-A238-8CB8-30B925B13E6F}"/>
                    </a:ext>
                  </a:extLst>
                </p:cNvPr>
                <p:cNvPicPr/>
                <p:nvPr/>
              </p:nvPicPr>
              <p:blipFill>
                <a:blip r:embed="rId127"/>
                <a:stretch>
                  <a:fillRect/>
                </a:stretch>
              </p:blipFill>
              <p:spPr>
                <a:xfrm>
                  <a:off x="4481624" y="3038780"/>
                  <a:ext cx="518040" cy="311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8">
            <p14:nvContentPartPr>
              <p14:cNvPr id="127" name="Ink 126">
                <a:extLst>
                  <a:ext uri="{FF2B5EF4-FFF2-40B4-BE49-F238E27FC236}">
                    <a16:creationId xmlns:a16="http://schemas.microsoft.com/office/drawing/2014/main" id="{E85108EF-C4A7-94E8-82C8-8CFFF4A4F762}"/>
                  </a:ext>
                </a:extLst>
              </p14:cNvPr>
              <p14:cNvContentPartPr/>
              <p14:nvPr/>
            </p14:nvContentPartPr>
            <p14:xfrm>
              <a:off x="5542904" y="2473940"/>
              <a:ext cx="187200" cy="51480"/>
            </p14:xfrm>
          </p:contentPart>
        </mc:Choice>
        <mc:Fallback>
          <p:pic>
            <p:nvPicPr>
              <p:cNvPr id="127" name="Ink 126">
                <a:extLst>
                  <a:ext uri="{FF2B5EF4-FFF2-40B4-BE49-F238E27FC236}">
                    <a16:creationId xmlns:a16="http://schemas.microsoft.com/office/drawing/2014/main" id="{E85108EF-C4A7-94E8-82C8-8CFFF4A4F762}"/>
                  </a:ext>
                </a:extLst>
              </p:cNvPr>
              <p:cNvPicPr/>
              <p:nvPr/>
            </p:nvPicPr>
            <p:blipFill>
              <a:blip r:embed="rId129"/>
              <a:stretch>
                <a:fillRect/>
              </a:stretch>
            </p:blipFill>
            <p:spPr>
              <a:xfrm>
                <a:off x="5533904" y="2464940"/>
                <a:ext cx="20484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28" name="Ink 127">
                <a:extLst>
                  <a:ext uri="{FF2B5EF4-FFF2-40B4-BE49-F238E27FC236}">
                    <a16:creationId xmlns:a16="http://schemas.microsoft.com/office/drawing/2014/main" id="{962CD708-A434-E3FA-8E53-F96E70197899}"/>
                  </a:ext>
                </a:extLst>
              </p14:cNvPr>
              <p14:cNvContentPartPr/>
              <p14:nvPr/>
            </p14:nvContentPartPr>
            <p14:xfrm>
              <a:off x="5651264" y="2755820"/>
              <a:ext cx="270360" cy="116640"/>
            </p14:xfrm>
          </p:contentPart>
        </mc:Choice>
        <mc:Fallback>
          <p:pic>
            <p:nvPicPr>
              <p:cNvPr id="128" name="Ink 127">
                <a:extLst>
                  <a:ext uri="{FF2B5EF4-FFF2-40B4-BE49-F238E27FC236}">
                    <a16:creationId xmlns:a16="http://schemas.microsoft.com/office/drawing/2014/main" id="{962CD708-A434-E3FA-8E53-F96E70197899}"/>
                  </a:ext>
                </a:extLst>
              </p:cNvPr>
              <p:cNvPicPr/>
              <p:nvPr/>
            </p:nvPicPr>
            <p:blipFill>
              <a:blip r:embed="rId131"/>
              <a:stretch>
                <a:fillRect/>
              </a:stretch>
            </p:blipFill>
            <p:spPr>
              <a:xfrm>
                <a:off x="5642624" y="2747180"/>
                <a:ext cx="288000" cy="134280"/>
              </a:xfrm>
              <a:prstGeom prst="rect">
                <a:avLst/>
              </a:prstGeom>
            </p:spPr>
          </p:pic>
        </mc:Fallback>
      </mc:AlternateContent>
      <p:grpSp>
        <p:nvGrpSpPr>
          <p:cNvPr id="138" name="Group 137">
            <a:extLst>
              <a:ext uri="{FF2B5EF4-FFF2-40B4-BE49-F238E27FC236}">
                <a16:creationId xmlns:a16="http://schemas.microsoft.com/office/drawing/2014/main" id="{0A8AD8B0-ED87-0933-0F2C-12C0E226DF32}"/>
              </a:ext>
            </a:extLst>
          </p:cNvPr>
          <p:cNvGrpSpPr/>
          <p:nvPr/>
        </p:nvGrpSpPr>
        <p:grpSpPr>
          <a:xfrm>
            <a:off x="6405464" y="1989740"/>
            <a:ext cx="1009080" cy="563040"/>
            <a:chOff x="6405464" y="1989740"/>
            <a:chExt cx="1009080" cy="563040"/>
          </a:xfrm>
        </p:grpSpPr>
        <mc:AlternateContent xmlns:mc="http://schemas.openxmlformats.org/markup-compatibility/2006">
          <mc:Choice xmlns:p14="http://schemas.microsoft.com/office/powerpoint/2010/main" Requires="p14">
            <p:contentPart p14:bwMode="auto" r:id="rId132">
              <p14:nvContentPartPr>
                <p14:cNvPr id="132" name="Ink 131">
                  <a:extLst>
                    <a:ext uri="{FF2B5EF4-FFF2-40B4-BE49-F238E27FC236}">
                      <a16:creationId xmlns:a16="http://schemas.microsoft.com/office/drawing/2014/main" id="{17084E62-B4A2-B9F4-F183-4035D7FFD639}"/>
                    </a:ext>
                  </a:extLst>
                </p14:cNvPr>
                <p14:cNvContentPartPr/>
                <p14:nvPr/>
              </p14:nvContentPartPr>
              <p14:xfrm>
                <a:off x="6405464" y="2167940"/>
                <a:ext cx="246600" cy="373320"/>
              </p14:xfrm>
            </p:contentPart>
          </mc:Choice>
          <mc:Fallback>
            <p:pic>
              <p:nvPicPr>
                <p:cNvPr id="132" name="Ink 131">
                  <a:extLst>
                    <a:ext uri="{FF2B5EF4-FFF2-40B4-BE49-F238E27FC236}">
                      <a16:creationId xmlns:a16="http://schemas.microsoft.com/office/drawing/2014/main" id="{17084E62-B4A2-B9F4-F183-4035D7FFD639}"/>
                    </a:ext>
                  </a:extLst>
                </p:cNvPr>
                <p:cNvPicPr/>
                <p:nvPr/>
              </p:nvPicPr>
              <p:blipFill>
                <a:blip r:embed="rId133"/>
                <a:stretch>
                  <a:fillRect/>
                </a:stretch>
              </p:blipFill>
              <p:spPr>
                <a:xfrm>
                  <a:off x="6396464" y="2158940"/>
                  <a:ext cx="264240" cy="3909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33" name="Ink 132">
                  <a:extLst>
                    <a:ext uri="{FF2B5EF4-FFF2-40B4-BE49-F238E27FC236}">
                      <a16:creationId xmlns:a16="http://schemas.microsoft.com/office/drawing/2014/main" id="{B34AA8E1-C42F-A496-9EB1-2CB02F4A4AE0}"/>
                    </a:ext>
                  </a:extLst>
                </p14:cNvPr>
                <p14:cNvContentPartPr/>
                <p14:nvPr/>
              </p14:nvContentPartPr>
              <p14:xfrm>
                <a:off x="6837824" y="2460620"/>
                <a:ext cx="21960" cy="15480"/>
              </p14:xfrm>
            </p:contentPart>
          </mc:Choice>
          <mc:Fallback>
            <p:pic>
              <p:nvPicPr>
                <p:cNvPr id="133" name="Ink 132">
                  <a:extLst>
                    <a:ext uri="{FF2B5EF4-FFF2-40B4-BE49-F238E27FC236}">
                      <a16:creationId xmlns:a16="http://schemas.microsoft.com/office/drawing/2014/main" id="{B34AA8E1-C42F-A496-9EB1-2CB02F4A4AE0}"/>
                    </a:ext>
                  </a:extLst>
                </p:cNvPr>
                <p:cNvPicPr/>
                <p:nvPr/>
              </p:nvPicPr>
              <p:blipFill>
                <a:blip r:embed="rId135"/>
                <a:stretch>
                  <a:fillRect/>
                </a:stretch>
              </p:blipFill>
              <p:spPr>
                <a:xfrm>
                  <a:off x="6829184" y="2451980"/>
                  <a:ext cx="396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35" name="Ink 134">
                  <a:extLst>
                    <a:ext uri="{FF2B5EF4-FFF2-40B4-BE49-F238E27FC236}">
                      <a16:creationId xmlns:a16="http://schemas.microsoft.com/office/drawing/2014/main" id="{5AA65311-A282-F820-8741-7E54EE96832B}"/>
                    </a:ext>
                  </a:extLst>
                </p14:cNvPr>
                <p14:cNvContentPartPr/>
                <p14:nvPr/>
              </p14:nvContentPartPr>
              <p14:xfrm>
                <a:off x="6956264" y="2079020"/>
                <a:ext cx="306000" cy="473760"/>
              </p14:xfrm>
            </p:contentPart>
          </mc:Choice>
          <mc:Fallback>
            <p:pic>
              <p:nvPicPr>
                <p:cNvPr id="135" name="Ink 134">
                  <a:extLst>
                    <a:ext uri="{FF2B5EF4-FFF2-40B4-BE49-F238E27FC236}">
                      <a16:creationId xmlns:a16="http://schemas.microsoft.com/office/drawing/2014/main" id="{5AA65311-A282-F820-8741-7E54EE96832B}"/>
                    </a:ext>
                  </a:extLst>
                </p:cNvPr>
                <p:cNvPicPr/>
                <p:nvPr/>
              </p:nvPicPr>
              <p:blipFill>
                <a:blip r:embed="rId137"/>
                <a:stretch>
                  <a:fillRect/>
                </a:stretch>
              </p:blipFill>
              <p:spPr>
                <a:xfrm>
                  <a:off x="6947264" y="2070020"/>
                  <a:ext cx="323640" cy="4914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36" name="Ink 135">
                  <a:extLst>
                    <a:ext uri="{FF2B5EF4-FFF2-40B4-BE49-F238E27FC236}">
                      <a16:creationId xmlns:a16="http://schemas.microsoft.com/office/drawing/2014/main" id="{18363DD1-F0C5-4FA1-960D-A99A964C5589}"/>
                    </a:ext>
                  </a:extLst>
                </p14:cNvPr>
                <p14:cNvContentPartPr/>
                <p14:nvPr/>
              </p14:nvContentPartPr>
              <p14:xfrm>
                <a:off x="7227344" y="1989740"/>
                <a:ext cx="86040" cy="116640"/>
              </p14:xfrm>
            </p:contentPart>
          </mc:Choice>
          <mc:Fallback>
            <p:pic>
              <p:nvPicPr>
                <p:cNvPr id="136" name="Ink 135">
                  <a:extLst>
                    <a:ext uri="{FF2B5EF4-FFF2-40B4-BE49-F238E27FC236}">
                      <a16:creationId xmlns:a16="http://schemas.microsoft.com/office/drawing/2014/main" id="{18363DD1-F0C5-4FA1-960D-A99A964C5589}"/>
                    </a:ext>
                  </a:extLst>
                </p:cNvPr>
                <p:cNvPicPr/>
                <p:nvPr/>
              </p:nvPicPr>
              <p:blipFill>
                <a:blip r:embed="rId139"/>
                <a:stretch>
                  <a:fillRect/>
                </a:stretch>
              </p:blipFill>
              <p:spPr>
                <a:xfrm>
                  <a:off x="7218704" y="1981100"/>
                  <a:ext cx="10368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37" name="Ink 136">
                  <a:extLst>
                    <a:ext uri="{FF2B5EF4-FFF2-40B4-BE49-F238E27FC236}">
                      <a16:creationId xmlns:a16="http://schemas.microsoft.com/office/drawing/2014/main" id="{B82C76E5-D693-5450-3EDB-A7EF95140D7A}"/>
                    </a:ext>
                  </a:extLst>
                </p14:cNvPr>
                <p14:cNvContentPartPr/>
                <p14:nvPr/>
              </p14:nvContentPartPr>
              <p14:xfrm>
                <a:off x="7414184" y="1998380"/>
                <a:ext cx="360" cy="360"/>
              </p14:xfrm>
            </p:contentPart>
          </mc:Choice>
          <mc:Fallback>
            <p:pic>
              <p:nvPicPr>
                <p:cNvPr id="137" name="Ink 136">
                  <a:extLst>
                    <a:ext uri="{FF2B5EF4-FFF2-40B4-BE49-F238E27FC236}">
                      <a16:creationId xmlns:a16="http://schemas.microsoft.com/office/drawing/2014/main" id="{B82C76E5-D693-5450-3EDB-A7EF95140D7A}"/>
                    </a:ext>
                  </a:extLst>
                </p:cNvPr>
                <p:cNvPicPr/>
                <p:nvPr/>
              </p:nvPicPr>
              <p:blipFill>
                <a:blip r:embed="rId141"/>
                <a:stretch>
                  <a:fillRect/>
                </a:stretch>
              </p:blipFill>
              <p:spPr>
                <a:xfrm>
                  <a:off x="7405544" y="1989740"/>
                  <a:ext cx="18000" cy="18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2">
            <p14:nvContentPartPr>
              <p14:cNvPr id="139" name="Ink 138">
                <a:extLst>
                  <a:ext uri="{FF2B5EF4-FFF2-40B4-BE49-F238E27FC236}">
                    <a16:creationId xmlns:a16="http://schemas.microsoft.com/office/drawing/2014/main" id="{3605D087-BA19-DC38-1D90-971F924A8721}"/>
                  </a:ext>
                </a:extLst>
              </p14:cNvPr>
              <p14:cNvContentPartPr/>
              <p14:nvPr/>
            </p14:nvContentPartPr>
            <p14:xfrm>
              <a:off x="6499064" y="2737460"/>
              <a:ext cx="644400" cy="129600"/>
            </p14:xfrm>
          </p:contentPart>
        </mc:Choice>
        <mc:Fallback>
          <p:pic>
            <p:nvPicPr>
              <p:cNvPr id="139" name="Ink 138">
                <a:extLst>
                  <a:ext uri="{FF2B5EF4-FFF2-40B4-BE49-F238E27FC236}">
                    <a16:creationId xmlns:a16="http://schemas.microsoft.com/office/drawing/2014/main" id="{3605D087-BA19-DC38-1D90-971F924A8721}"/>
                  </a:ext>
                </a:extLst>
              </p:cNvPr>
              <p:cNvPicPr/>
              <p:nvPr/>
            </p:nvPicPr>
            <p:blipFill>
              <a:blip r:embed="rId143"/>
              <a:stretch>
                <a:fillRect/>
              </a:stretch>
            </p:blipFill>
            <p:spPr>
              <a:xfrm>
                <a:off x="6490424" y="2728820"/>
                <a:ext cx="662040" cy="147240"/>
              </a:xfrm>
              <a:prstGeom prst="rect">
                <a:avLst/>
              </a:prstGeom>
            </p:spPr>
          </p:pic>
        </mc:Fallback>
      </mc:AlternateContent>
      <p:grpSp>
        <p:nvGrpSpPr>
          <p:cNvPr id="153" name="Group 152">
            <a:extLst>
              <a:ext uri="{FF2B5EF4-FFF2-40B4-BE49-F238E27FC236}">
                <a16:creationId xmlns:a16="http://schemas.microsoft.com/office/drawing/2014/main" id="{D954B98D-465C-6EA9-479B-A24D33180F28}"/>
              </a:ext>
            </a:extLst>
          </p:cNvPr>
          <p:cNvGrpSpPr/>
          <p:nvPr/>
        </p:nvGrpSpPr>
        <p:grpSpPr>
          <a:xfrm>
            <a:off x="682184" y="4126700"/>
            <a:ext cx="2179440" cy="857520"/>
            <a:chOff x="682184" y="4126700"/>
            <a:chExt cx="2179440" cy="857520"/>
          </a:xfrm>
        </p:grpSpPr>
        <mc:AlternateContent xmlns:mc="http://schemas.openxmlformats.org/markup-compatibility/2006">
          <mc:Choice xmlns:p14="http://schemas.microsoft.com/office/powerpoint/2010/main" Requires="p14">
            <p:contentPart p14:bwMode="auto" r:id="rId144">
              <p14:nvContentPartPr>
                <p14:cNvPr id="140" name="Ink 139">
                  <a:extLst>
                    <a:ext uri="{FF2B5EF4-FFF2-40B4-BE49-F238E27FC236}">
                      <a16:creationId xmlns:a16="http://schemas.microsoft.com/office/drawing/2014/main" id="{DA2C428E-1666-B40A-0FF2-89C1A7862AC4}"/>
                    </a:ext>
                  </a:extLst>
                </p14:cNvPr>
                <p14:cNvContentPartPr/>
                <p14:nvPr/>
              </p14:nvContentPartPr>
              <p14:xfrm>
                <a:off x="682184" y="4410740"/>
                <a:ext cx="629640" cy="573480"/>
              </p14:xfrm>
            </p:contentPart>
          </mc:Choice>
          <mc:Fallback>
            <p:pic>
              <p:nvPicPr>
                <p:cNvPr id="140" name="Ink 139">
                  <a:extLst>
                    <a:ext uri="{FF2B5EF4-FFF2-40B4-BE49-F238E27FC236}">
                      <a16:creationId xmlns:a16="http://schemas.microsoft.com/office/drawing/2014/main" id="{DA2C428E-1666-B40A-0FF2-89C1A7862AC4}"/>
                    </a:ext>
                  </a:extLst>
                </p:cNvPr>
                <p:cNvPicPr/>
                <p:nvPr/>
              </p:nvPicPr>
              <p:blipFill>
                <a:blip r:embed="rId145"/>
                <a:stretch>
                  <a:fillRect/>
                </a:stretch>
              </p:blipFill>
              <p:spPr>
                <a:xfrm>
                  <a:off x="673544" y="4402100"/>
                  <a:ext cx="647280" cy="5911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41" name="Ink 140">
                  <a:extLst>
                    <a:ext uri="{FF2B5EF4-FFF2-40B4-BE49-F238E27FC236}">
                      <a16:creationId xmlns:a16="http://schemas.microsoft.com/office/drawing/2014/main" id="{F9D0679B-DC95-4175-F4B5-9368C0D0FFAD}"/>
                    </a:ext>
                  </a:extLst>
                </p14:cNvPr>
                <p14:cNvContentPartPr/>
                <p14:nvPr/>
              </p14:nvContentPartPr>
              <p14:xfrm>
                <a:off x="1384184" y="4241180"/>
                <a:ext cx="733680" cy="498960"/>
              </p14:xfrm>
            </p:contentPart>
          </mc:Choice>
          <mc:Fallback>
            <p:pic>
              <p:nvPicPr>
                <p:cNvPr id="141" name="Ink 140">
                  <a:extLst>
                    <a:ext uri="{FF2B5EF4-FFF2-40B4-BE49-F238E27FC236}">
                      <a16:creationId xmlns:a16="http://schemas.microsoft.com/office/drawing/2014/main" id="{F9D0679B-DC95-4175-F4B5-9368C0D0FFAD}"/>
                    </a:ext>
                  </a:extLst>
                </p:cNvPr>
                <p:cNvPicPr/>
                <p:nvPr/>
              </p:nvPicPr>
              <p:blipFill>
                <a:blip r:embed="rId147"/>
                <a:stretch>
                  <a:fillRect/>
                </a:stretch>
              </p:blipFill>
              <p:spPr>
                <a:xfrm>
                  <a:off x="1375184" y="4232180"/>
                  <a:ext cx="751320" cy="5166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42" name="Ink 141">
                  <a:extLst>
                    <a:ext uri="{FF2B5EF4-FFF2-40B4-BE49-F238E27FC236}">
                      <a16:creationId xmlns:a16="http://schemas.microsoft.com/office/drawing/2014/main" id="{B2784854-58F8-AA5D-8D27-5ADECDCCBA42}"/>
                    </a:ext>
                  </a:extLst>
                </p14:cNvPr>
                <p14:cNvContentPartPr/>
                <p14:nvPr/>
              </p14:nvContentPartPr>
              <p14:xfrm>
                <a:off x="2218664" y="4304540"/>
                <a:ext cx="58320" cy="78480"/>
              </p14:xfrm>
            </p:contentPart>
          </mc:Choice>
          <mc:Fallback>
            <p:pic>
              <p:nvPicPr>
                <p:cNvPr id="142" name="Ink 141">
                  <a:extLst>
                    <a:ext uri="{FF2B5EF4-FFF2-40B4-BE49-F238E27FC236}">
                      <a16:creationId xmlns:a16="http://schemas.microsoft.com/office/drawing/2014/main" id="{B2784854-58F8-AA5D-8D27-5ADECDCCBA42}"/>
                    </a:ext>
                  </a:extLst>
                </p:cNvPr>
                <p:cNvPicPr/>
                <p:nvPr/>
              </p:nvPicPr>
              <p:blipFill>
                <a:blip r:embed="rId149"/>
                <a:stretch>
                  <a:fillRect/>
                </a:stretch>
              </p:blipFill>
              <p:spPr>
                <a:xfrm>
                  <a:off x="2209664" y="4295900"/>
                  <a:ext cx="7596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43" name="Ink 142">
                  <a:extLst>
                    <a:ext uri="{FF2B5EF4-FFF2-40B4-BE49-F238E27FC236}">
                      <a16:creationId xmlns:a16="http://schemas.microsoft.com/office/drawing/2014/main" id="{0B5062A9-8A54-B421-ACA1-9C86C7FD1972}"/>
                    </a:ext>
                  </a:extLst>
                </p14:cNvPr>
                <p14:cNvContentPartPr/>
                <p14:nvPr/>
              </p14:nvContentPartPr>
              <p14:xfrm>
                <a:off x="2273384" y="4396700"/>
                <a:ext cx="47880" cy="300600"/>
              </p14:xfrm>
            </p:contentPart>
          </mc:Choice>
          <mc:Fallback>
            <p:pic>
              <p:nvPicPr>
                <p:cNvPr id="143" name="Ink 142">
                  <a:extLst>
                    <a:ext uri="{FF2B5EF4-FFF2-40B4-BE49-F238E27FC236}">
                      <a16:creationId xmlns:a16="http://schemas.microsoft.com/office/drawing/2014/main" id="{0B5062A9-8A54-B421-ACA1-9C86C7FD1972}"/>
                    </a:ext>
                  </a:extLst>
                </p:cNvPr>
                <p:cNvPicPr/>
                <p:nvPr/>
              </p:nvPicPr>
              <p:blipFill>
                <a:blip r:embed="rId151"/>
                <a:stretch>
                  <a:fillRect/>
                </a:stretch>
              </p:blipFill>
              <p:spPr>
                <a:xfrm>
                  <a:off x="2264384" y="4388060"/>
                  <a:ext cx="65520" cy="3182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44" name="Ink 143">
                  <a:extLst>
                    <a:ext uri="{FF2B5EF4-FFF2-40B4-BE49-F238E27FC236}">
                      <a16:creationId xmlns:a16="http://schemas.microsoft.com/office/drawing/2014/main" id="{8875F3B9-B35A-D6B6-C51B-7A20873A197B}"/>
                    </a:ext>
                  </a:extLst>
                </p14:cNvPr>
                <p14:cNvContentPartPr/>
                <p14:nvPr/>
              </p14:nvContentPartPr>
              <p14:xfrm>
                <a:off x="2354744" y="4126700"/>
                <a:ext cx="37800" cy="72000"/>
              </p14:xfrm>
            </p:contentPart>
          </mc:Choice>
          <mc:Fallback>
            <p:pic>
              <p:nvPicPr>
                <p:cNvPr id="144" name="Ink 143">
                  <a:extLst>
                    <a:ext uri="{FF2B5EF4-FFF2-40B4-BE49-F238E27FC236}">
                      <a16:creationId xmlns:a16="http://schemas.microsoft.com/office/drawing/2014/main" id="{8875F3B9-B35A-D6B6-C51B-7A20873A197B}"/>
                    </a:ext>
                  </a:extLst>
                </p:cNvPr>
                <p:cNvPicPr/>
                <p:nvPr/>
              </p:nvPicPr>
              <p:blipFill>
                <a:blip r:embed="rId153"/>
                <a:stretch>
                  <a:fillRect/>
                </a:stretch>
              </p:blipFill>
              <p:spPr>
                <a:xfrm>
                  <a:off x="2346104" y="4117700"/>
                  <a:ext cx="5544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45" name="Ink 144">
                  <a:extLst>
                    <a:ext uri="{FF2B5EF4-FFF2-40B4-BE49-F238E27FC236}">
                      <a16:creationId xmlns:a16="http://schemas.microsoft.com/office/drawing/2014/main" id="{0B1C6119-45BC-7BB6-7F32-19039DB7620E}"/>
                    </a:ext>
                  </a:extLst>
                </p14:cNvPr>
                <p14:cNvContentPartPr/>
                <p14:nvPr/>
              </p14:nvContentPartPr>
              <p14:xfrm>
                <a:off x="2500544" y="4379420"/>
                <a:ext cx="361080" cy="131400"/>
              </p14:xfrm>
            </p:contentPart>
          </mc:Choice>
          <mc:Fallback>
            <p:pic>
              <p:nvPicPr>
                <p:cNvPr id="145" name="Ink 144">
                  <a:extLst>
                    <a:ext uri="{FF2B5EF4-FFF2-40B4-BE49-F238E27FC236}">
                      <a16:creationId xmlns:a16="http://schemas.microsoft.com/office/drawing/2014/main" id="{0B1C6119-45BC-7BB6-7F32-19039DB7620E}"/>
                    </a:ext>
                  </a:extLst>
                </p:cNvPr>
                <p:cNvPicPr/>
                <p:nvPr/>
              </p:nvPicPr>
              <p:blipFill>
                <a:blip r:embed="rId155"/>
                <a:stretch>
                  <a:fillRect/>
                </a:stretch>
              </p:blipFill>
              <p:spPr>
                <a:xfrm>
                  <a:off x="2491904" y="4370780"/>
                  <a:ext cx="378720" cy="149040"/>
                </a:xfrm>
                <a:prstGeom prst="rect">
                  <a:avLst/>
                </a:prstGeom>
              </p:spPr>
            </p:pic>
          </mc:Fallback>
        </mc:AlternateContent>
      </p:grpSp>
      <p:grpSp>
        <p:nvGrpSpPr>
          <p:cNvPr id="189" name="Group 188">
            <a:extLst>
              <a:ext uri="{FF2B5EF4-FFF2-40B4-BE49-F238E27FC236}">
                <a16:creationId xmlns:a16="http://schemas.microsoft.com/office/drawing/2014/main" id="{1C95B31E-CFEE-ED40-3180-6A3015C22ACB}"/>
              </a:ext>
            </a:extLst>
          </p:cNvPr>
          <p:cNvGrpSpPr/>
          <p:nvPr/>
        </p:nvGrpSpPr>
        <p:grpSpPr>
          <a:xfrm>
            <a:off x="3369944" y="3331100"/>
            <a:ext cx="5331240" cy="2977200"/>
            <a:chOff x="3369944" y="3331100"/>
            <a:chExt cx="5331240" cy="2977200"/>
          </a:xfrm>
        </p:grpSpPr>
        <mc:AlternateContent xmlns:mc="http://schemas.openxmlformats.org/markup-compatibility/2006">
          <mc:Choice xmlns:p14="http://schemas.microsoft.com/office/powerpoint/2010/main" Requires="p14">
            <p:contentPart p14:bwMode="auto" r:id="rId156">
              <p14:nvContentPartPr>
                <p14:cNvPr id="146" name="Ink 145">
                  <a:extLst>
                    <a:ext uri="{FF2B5EF4-FFF2-40B4-BE49-F238E27FC236}">
                      <a16:creationId xmlns:a16="http://schemas.microsoft.com/office/drawing/2014/main" id="{A77DCBD9-DBD6-C779-DA8F-D6C6874A6810}"/>
                    </a:ext>
                  </a:extLst>
                </p14:cNvPr>
                <p14:cNvContentPartPr/>
                <p14:nvPr/>
              </p14:nvContentPartPr>
              <p14:xfrm>
                <a:off x="3441584" y="3691100"/>
                <a:ext cx="337680" cy="1401840"/>
              </p14:xfrm>
            </p:contentPart>
          </mc:Choice>
          <mc:Fallback>
            <p:pic>
              <p:nvPicPr>
                <p:cNvPr id="146" name="Ink 145">
                  <a:extLst>
                    <a:ext uri="{FF2B5EF4-FFF2-40B4-BE49-F238E27FC236}">
                      <a16:creationId xmlns:a16="http://schemas.microsoft.com/office/drawing/2014/main" id="{A77DCBD9-DBD6-C779-DA8F-D6C6874A6810}"/>
                    </a:ext>
                  </a:extLst>
                </p:cNvPr>
                <p:cNvPicPr/>
                <p:nvPr/>
              </p:nvPicPr>
              <p:blipFill>
                <a:blip r:embed="rId157"/>
                <a:stretch>
                  <a:fillRect/>
                </a:stretch>
              </p:blipFill>
              <p:spPr>
                <a:xfrm>
                  <a:off x="3432584" y="3682100"/>
                  <a:ext cx="355320" cy="14194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47" name="Ink 146">
                  <a:extLst>
                    <a:ext uri="{FF2B5EF4-FFF2-40B4-BE49-F238E27FC236}">
                      <a16:creationId xmlns:a16="http://schemas.microsoft.com/office/drawing/2014/main" id="{CA0E2F1D-BD9C-F2B6-4E6D-0E18791606C7}"/>
                    </a:ext>
                  </a:extLst>
                </p14:cNvPr>
                <p14:cNvContentPartPr/>
                <p14:nvPr/>
              </p14:nvContentPartPr>
              <p14:xfrm>
                <a:off x="3369944" y="4527020"/>
                <a:ext cx="360720" cy="115560"/>
              </p14:xfrm>
            </p:contentPart>
          </mc:Choice>
          <mc:Fallback>
            <p:pic>
              <p:nvPicPr>
                <p:cNvPr id="147" name="Ink 146">
                  <a:extLst>
                    <a:ext uri="{FF2B5EF4-FFF2-40B4-BE49-F238E27FC236}">
                      <a16:creationId xmlns:a16="http://schemas.microsoft.com/office/drawing/2014/main" id="{CA0E2F1D-BD9C-F2B6-4E6D-0E18791606C7}"/>
                    </a:ext>
                  </a:extLst>
                </p:cNvPr>
                <p:cNvPicPr/>
                <p:nvPr/>
              </p:nvPicPr>
              <p:blipFill>
                <a:blip r:embed="rId159"/>
                <a:stretch>
                  <a:fillRect/>
                </a:stretch>
              </p:blipFill>
              <p:spPr>
                <a:xfrm>
                  <a:off x="3361304" y="4518380"/>
                  <a:ext cx="37836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48" name="Ink 147">
                  <a:extLst>
                    <a:ext uri="{FF2B5EF4-FFF2-40B4-BE49-F238E27FC236}">
                      <a16:creationId xmlns:a16="http://schemas.microsoft.com/office/drawing/2014/main" id="{36B7CA2B-04AB-27E0-87C9-06B84B1AC0CC}"/>
                    </a:ext>
                  </a:extLst>
                </p14:cNvPr>
                <p14:cNvContentPartPr/>
                <p14:nvPr/>
              </p14:nvContentPartPr>
              <p14:xfrm>
                <a:off x="3963944" y="4383740"/>
                <a:ext cx="207360" cy="268200"/>
              </p14:xfrm>
            </p:contentPart>
          </mc:Choice>
          <mc:Fallback>
            <p:pic>
              <p:nvPicPr>
                <p:cNvPr id="148" name="Ink 147">
                  <a:extLst>
                    <a:ext uri="{FF2B5EF4-FFF2-40B4-BE49-F238E27FC236}">
                      <a16:creationId xmlns:a16="http://schemas.microsoft.com/office/drawing/2014/main" id="{36B7CA2B-04AB-27E0-87C9-06B84B1AC0CC}"/>
                    </a:ext>
                  </a:extLst>
                </p:cNvPr>
                <p:cNvPicPr/>
                <p:nvPr/>
              </p:nvPicPr>
              <p:blipFill>
                <a:blip r:embed="rId161"/>
                <a:stretch>
                  <a:fillRect/>
                </a:stretch>
              </p:blipFill>
              <p:spPr>
                <a:xfrm>
                  <a:off x="3954944" y="4375100"/>
                  <a:ext cx="22500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49" name="Ink 148">
                  <a:extLst>
                    <a:ext uri="{FF2B5EF4-FFF2-40B4-BE49-F238E27FC236}">
                      <a16:creationId xmlns:a16="http://schemas.microsoft.com/office/drawing/2014/main" id="{70DCBD6E-1E0C-DB41-AB3D-97D9B7A45DE5}"/>
                    </a:ext>
                  </a:extLst>
                </p14:cNvPr>
                <p14:cNvContentPartPr/>
                <p14:nvPr/>
              </p14:nvContentPartPr>
              <p14:xfrm>
                <a:off x="4490264" y="4202660"/>
                <a:ext cx="166680" cy="23040"/>
              </p14:xfrm>
            </p:contentPart>
          </mc:Choice>
          <mc:Fallback>
            <p:pic>
              <p:nvPicPr>
                <p:cNvPr id="149" name="Ink 148">
                  <a:extLst>
                    <a:ext uri="{FF2B5EF4-FFF2-40B4-BE49-F238E27FC236}">
                      <a16:creationId xmlns:a16="http://schemas.microsoft.com/office/drawing/2014/main" id="{70DCBD6E-1E0C-DB41-AB3D-97D9B7A45DE5}"/>
                    </a:ext>
                  </a:extLst>
                </p:cNvPr>
                <p:cNvPicPr/>
                <p:nvPr/>
              </p:nvPicPr>
              <p:blipFill>
                <a:blip r:embed="rId163"/>
                <a:stretch>
                  <a:fillRect/>
                </a:stretch>
              </p:blipFill>
              <p:spPr>
                <a:xfrm>
                  <a:off x="4481264" y="4193660"/>
                  <a:ext cx="18432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50" name="Ink 149">
                  <a:extLst>
                    <a:ext uri="{FF2B5EF4-FFF2-40B4-BE49-F238E27FC236}">
                      <a16:creationId xmlns:a16="http://schemas.microsoft.com/office/drawing/2014/main" id="{945AC9DF-9600-585D-7701-8850A49DAF9C}"/>
                    </a:ext>
                  </a:extLst>
                </p14:cNvPr>
                <p14:cNvContentPartPr/>
                <p14:nvPr/>
              </p14:nvContentPartPr>
              <p14:xfrm>
                <a:off x="4702304" y="4353500"/>
                <a:ext cx="320040" cy="116640"/>
              </p14:xfrm>
            </p:contentPart>
          </mc:Choice>
          <mc:Fallback>
            <p:pic>
              <p:nvPicPr>
                <p:cNvPr id="150" name="Ink 149">
                  <a:extLst>
                    <a:ext uri="{FF2B5EF4-FFF2-40B4-BE49-F238E27FC236}">
                      <a16:creationId xmlns:a16="http://schemas.microsoft.com/office/drawing/2014/main" id="{945AC9DF-9600-585D-7701-8850A49DAF9C}"/>
                    </a:ext>
                  </a:extLst>
                </p:cNvPr>
                <p:cNvPicPr/>
                <p:nvPr/>
              </p:nvPicPr>
              <p:blipFill>
                <a:blip r:embed="rId165"/>
                <a:stretch>
                  <a:fillRect/>
                </a:stretch>
              </p:blipFill>
              <p:spPr>
                <a:xfrm>
                  <a:off x="4693664" y="4344500"/>
                  <a:ext cx="33768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54" name="Ink 153">
                  <a:extLst>
                    <a:ext uri="{FF2B5EF4-FFF2-40B4-BE49-F238E27FC236}">
                      <a16:creationId xmlns:a16="http://schemas.microsoft.com/office/drawing/2014/main" id="{0F9BE777-5017-1F2A-9EDE-3670F0453B0F}"/>
                    </a:ext>
                  </a:extLst>
                </p14:cNvPr>
                <p14:cNvContentPartPr/>
                <p14:nvPr/>
              </p14:nvContentPartPr>
              <p14:xfrm>
                <a:off x="5356064" y="3929060"/>
                <a:ext cx="292320" cy="511920"/>
              </p14:xfrm>
            </p:contentPart>
          </mc:Choice>
          <mc:Fallback>
            <p:pic>
              <p:nvPicPr>
                <p:cNvPr id="154" name="Ink 153">
                  <a:extLst>
                    <a:ext uri="{FF2B5EF4-FFF2-40B4-BE49-F238E27FC236}">
                      <a16:creationId xmlns:a16="http://schemas.microsoft.com/office/drawing/2014/main" id="{0F9BE777-5017-1F2A-9EDE-3670F0453B0F}"/>
                    </a:ext>
                  </a:extLst>
                </p:cNvPr>
                <p:cNvPicPr/>
                <p:nvPr/>
              </p:nvPicPr>
              <p:blipFill>
                <a:blip r:embed="rId167"/>
                <a:stretch>
                  <a:fillRect/>
                </a:stretch>
              </p:blipFill>
              <p:spPr>
                <a:xfrm>
                  <a:off x="5347064" y="3920060"/>
                  <a:ext cx="309960" cy="5295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55" name="Ink 154">
                  <a:extLst>
                    <a:ext uri="{FF2B5EF4-FFF2-40B4-BE49-F238E27FC236}">
                      <a16:creationId xmlns:a16="http://schemas.microsoft.com/office/drawing/2014/main" id="{C0116352-DF88-925A-DB74-101C26E99539}"/>
                    </a:ext>
                  </a:extLst>
                </p14:cNvPr>
                <p14:cNvContentPartPr/>
                <p14:nvPr/>
              </p14:nvContentPartPr>
              <p14:xfrm>
                <a:off x="5761064" y="4292660"/>
                <a:ext cx="162000" cy="298800"/>
              </p14:xfrm>
            </p:contentPart>
          </mc:Choice>
          <mc:Fallback>
            <p:pic>
              <p:nvPicPr>
                <p:cNvPr id="155" name="Ink 154">
                  <a:extLst>
                    <a:ext uri="{FF2B5EF4-FFF2-40B4-BE49-F238E27FC236}">
                      <a16:creationId xmlns:a16="http://schemas.microsoft.com/office/drawing/2014/main" id="{C0116352-DF88-925A-DB74-101C26E99539}"/>
                    </a:ext>
                  </a:extLst>
                </p:cNvPr>
                <p:cNvPicPr/>
                <p:nvPr/>
              </p:nvPicPr>
              <p:blipFill>
                <a:blip r:embed="rId169"/>
                <a:stretch>
                  <a:fillRect/>
                </a:stretch>
              </p:blipFill>
              <p:spPr>
                <a:xfrm>
                  <a:off x="5752424" y="4283660"/>
                  <a:ext cx="179640" cy="3164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58" name="Ink 157">
                  <a:extLst>
                    <a:ext uri="{FF2B5EF4-FFF2-40B4-BE49-F238E27FC236}">
                      <a16:creationId xmlns:a16="http://schemas.microsoft.com/office/drawing/2014/main" id="{F2A65B18-EC3A-FC8C-D67C-84CE8E094EB1}"/>
                    </a:ext>
                  </a:extLst>
                </p14:cNvPr>
                <p14:cNvContentPartPr/>
                <p14:nvPr/>
              </p14:nvContentPartPr>
              <p14:xfrm>
                <a:off x="5122784" y="4100420"/>
                <a:ext cx="93600" cy="258480"/>
              </p14:xfrm>
            </p:contentPart>
          </mc:Choice>
          <mc:Fallback>
            <p:pic>
              <p:nvPicPr>
                <p:cNvPr id="158" name="Ink 157">
                  <a:extLst>
                    <a:ext uri="{FF2B5EF4-FFF2-40B4-BE49-F238E27FC236}">
                      <a16:creationId xmlns:a16="http://schemas.microsoft.com/office/drawing/2014/main" id="{F2A65B18-EC3A-FC8C-D67C-84CE8E094EB1}"/>
                    </a:ext>
                  </a:extLst>
                </p:cNvPr>
                <p:cNvPicPr/>
                <p:nvPr/>
              </p:nvPicPr>
              <p:blipFill>
                <a:blip r:embed="rId171"/>
                <a:stretch>
                  <a:fillRect/>
                </a:stretch>
              </p:blipFill>
              <p:spPr>
                <a:xfrm>
                  <a:off x="5113784" y="4091780"/>
                  <a:ext cx="11124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59" name="Ink 158">
                  <a:extLst>
                    <a:ext uri="{FF2B5EF4-FFF2-40B4-BE49-F238E27FC236}">
                      <a16:creationId xmlns:a16="http://schemas.microsoft.com/office/drawing/2014/main" id="{F9C0159C-EA86-D293-DA57-BBFC1EA9D81E}"/>
                    </a:ext>
                  </a:extLst>
                </p14:cNvPr>
                <p14:cNvContentPartPr/>
                <p14:nvPr/>
              </p14:nvContentPartPr>
              <p14:xfrm>
                <a:off x="5352464" y="4405340"/>
                <a:ext cx="88920" cy="166320"/>
              </p14:xfrm>
            </p:contentPart>
          </mc:Choice>
          <mc:Fallback>
            <p:pic>
              <p:nvPicPr>
                <p:cNvPr id="159" name="Ink 158">
                  <a:extLst>
                    <a:ext uri="{FF2B5EF4-FFF2-40B4-BE49-F238E27FC236}">
                      <a16:creationId xmlns:a16="http://schemas.microsoft.com/office/drawing/2014/main" id="{F9C0159C-EA86-D293-DA57-BBFC1EA9D81E}"/>
                    </a:ext>
                  </a:extLst>
                </p:cNvPr>
                <p:cNvPicPr/>
                <p:nvPr/>
              </p:nvPicPr>
              <p:blipFill>
                <a:blip r:embed="rId173"/>
                <a:stretch>
                  <a:fillRect/>
                </a:stretch>
              </p:blipFill>
              <p:spPr>
                <a:xfrm>
                  <a:off x="5343464" y="4396700"/>
                  <a:ext cx="10656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64" name="Ink 163">
                  <a:extLst>
                    <a:ext uri="{FF2B5EF4-FFF2-40B4-BE49-F238E27FC236}">
                      <a16:creationId xmlns:a16="http://schemas.microsoft.com/office/drawing/2014/main" id="{D4B316C8-5B0C-2424-7F12-C0F6FC6DC185}"/>
                    </a:ext>
                  </a:extLst>
                </p14:cNvPr>
                <p14:cNvContentPartPr/>
                <p14:nvPr/>
              </p14:nvContentPartPr>
              <p14:xfrm>
                <a:off x="8003864" y="3416780"/>
                <a:ext cx="226800" cy="419760"/>
              </p14:xfrm>
            </p:contentPart>
          </mc:Choice>
          <mc:Fallback>
            <p:pic>
              <p:nvPicPr>
                <p:cNvPr id="164" name="Ink 163">
                  <a:extLst>
                    <a:ext uri="{FF2B5EF4-FFF2-40B4-BE49-F238E27FC236}">
                      <a16:creationId xmlns:a16="http://schemas.microsoft.com/office/drawing/2014/main" id="{D4B316C8-5B0C-2424-7F12-C0F6FC6DC185}"/>
                    </a:ext>
                  </a:extLst>
                </p:cNvPr>
                <p:cNvPicPr/>
                <p:nvPr/>
              </p:nvPicPr>
              <p:blipFill>
                <a:blip r:embed="rId175"/>
                <a:stretch>
                  <a:fillRect/>
                </a:stretch>
              </p:blipFill>
              <p:spPr>
                <a:xfrm>
                  <a:off x="7995224" y="3407780"/>
                  <a:ext cx="244440" cy="4374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65" name="Ink 164">
                  <a:extLst>
                    <a:ext uri="{FF2B5EF4-FFF2-40B4-BE49-F238E27FC236}">
                      <a16:creationId xmlns:a16="http://schemas.microsoft.com/office/drawing/2014/main" id="{7BCFB9F1-6A14-A515-30A5-6C879E0130A4}"/>
                    </a:ext>
                  </a:extLst>
                </p14:cNvPr>
                <p14:cNvContentPartPr/>
                <p14:nvPr/>
              </p14:nvContentPartPr>
              <p14:xfrm>
                <a:off x="5293424" y="4655180"/>
                <a:ext cx="198000" cy="53640"/>
              </p14:xfrm>
            </p:contentPart>
          </mc:Choice>
          <mc:Fallback>
            <p:pic>
              <p:nvPicPr>
                <p:cNvPr id="165" name="Ink 164">
                  <a:extLst>
                    <a:ext uri="{FF2B5EF4-FFF2-40B4-BE49-F238E27FC236}">
                      <a16:creationId xmlns:a16="http://schemas.microsoft.com/office/drawing/2014/main" id="{7BCFB9F1-6A14-A515-30A5-6C879E0130A4}"/>
                    </a:ext>
                  </a:extLst>
                </p:cNvPr>
                <p:cNvPicPr/>
                <p:nvPr/>
              </p:nvPicPr>
              <p:blipFill>
                <a:blip r:embed="rId177"/>
                <a:stretch>
                  <a:fillRect/>
                </a:stretch>
              </p:blipFill>
              <p:spPr>
                <a:xfrm>
                  <a:off x="5284424" y="4646180"/>
                  <a:ext cx="21564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66" name="Ink 165">
                  <a:extLst>
                    <a:ext uri="{FF2B5EF4-FFF2-40B4-BE49-F238E27FC236}">
                      <a16:creationId xmlns:a16="http://schemas.microsoft.com/office/drawing/2014/main" id="{5EDBC064-853D-481B-D083-3A39A67616F6}"/>
                    </a:ext>
                  </a:extLst>
                </p14:cNvPr>
                <p14:cNvContentPartPr/>
                <p14:nvPr/>
              </p14:nvContentPartPr>
              <p14:xfrm>
                <a:off x="8340464" y="3807740"/>
                <a:ext cx="34200" cy="72720"/>
              </p14:xfrm>
            </p:contentPart>
          </mc:Choice>
          <mc:Fallback>
            <p:pic>
              <p:nvPicPr>
                <p:cNvPr id="166" name="Ink 165">
                  <a:extLst>
                    <a:ext uri="{FF2B5EF4-FFF2-40B4-BE49-F238E27FC236}">
                      <a16:creationId xmlns:a16="http://schemas.microsoft.com/office/drawing/2014/main" id="{5EDBC064-853D-481B-D083-3A39A67616F6}"/>
                    </a:ext>
                  </a:extLst>
                </p:cNvPr>
                <p:cNvPicPr/>
                <p:nvPr/>
              </p:nvPicPr>
              <p:blipFill>
                <a:blip r:embed="rId179"/>
                <a:stretch>
                  <a:fillRect/>
                </a:stretch>
              </p:blipFill>
              <p:spPr>
                <a:xfrm>
                  <a:off x="8331464" y="3798740"/>
                  <a:ext cx="5184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67" name="Ink 166">
                  <a:extLst>
                    <a:ext uri="{FF2B5EF4-FFF2-40B4-BE49-F238E27FC236}">
                      <a16:creationId xmlns:a16="http://schemas.microsoft.com/office/drawing/2014/main" id="{BA8D4BF4-23DA-BCBC-6A0F-BB7152A1E0AE}"/>
                    </a:ext>
                  </a:extLst>
                </p14:cNvPr>
                <p14:cNvContentPartPr/>
                <p14:nvPr/>
              </p14:nvContentPartPr>
              <p14:xfrm>
                <a:off x="8537024" y="3331100"/>
                <a:ext cx="43920" cy="323640"/>
              </p14:xfrm>
            </p:contentPart>
          </mc:Choice>
          <mc:Fallback>
            <p:pic>
              <p:nvPicPr>
                <p:cNvPr id="167" name="Ink 166">
                  <a:extLst>
                    <a:ext uri="{FF2B5EF4-FFF2-40B4-BE49-F238E27FC236}">
                      <a16:creationId xmlns:a16="http://schemas.microsoft.com/office/drawing/2014/main" id="{BA8D4BF4-23DA-BCBC-6A0F-BB7152A1E0AE}"/>
                    </a:ext>
                  </a:extLst>
                </p:cNvPr>
                <p:cNvPicPr/>
                <p:nvPr/>
              </p:nvPicPr>
              <p:blipFill>
                <a:blip r:embed="rId181"/>
                <a:stretch>
                  <a:fillRect/>
                </a:stretch>
              </p:blipFill>
              <p:spPr>
                <a:xfrm>
                  <a:off x="8528024" y="3322460"/>
                  <a:ext cx="61560" cy="3412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68" name="Ink 167">
                  <a:extLst>
                    <a:ext uri="{FF2B5EF4-FFF2-40B4-BE49-F238E27FC236}">
                      <a16:creationId xmlns:a16="http://schemas.microsoft.com/office/drawing/2014/main" id="{3F11B0F7-A8A2-11EF-876A-6CB5EB3FFD22}"/>
                    </a:ext>
                  </a:extLst>
                </p14:cNvPr>
                <p14:cNvContentPartPr/>
                <p14:nvPr/>
              </p14:nvContentPartPr>
              <p14:xfrm>
                <a:off x="8579144" y="3489500"/>
                <a:ext cx="122040" cy="41760"/>
              </p14:xfrm>
            </p:contentPart>
          </mc:Choice>
          <mc:Fallback>
            <p:pic>
              <p:nvPicPr>
                <p:cNvPr id="168" name="Ink 167">
                  <a:extLst>
                    <a:ext uri="{FF2B5EF4-FFF2-40B4-BE49-F238E27FC236}">
                      <a16:creationId xmlns:a16="http://schemas.microsoft.com/office/drawing/2014/main" id="{3F11B0F7-A8A2-11EF-876A-6CB5EB3FFD22}"/>
                    </a:ext>
                  </a:extLst>
                </p:cNvPr>
                <p:cNvPicPr/>
                <p:nvPr/>
              </p:nvPicPr>
              <p:blipFill>
                <a:blip r:embed="rId183"/>
                <a:stretch>
                  <a:fillRect/>
                </a:stretch>
              </p:blipFill>
              <p:spPr>
                <a:xfrm>
                  <a:off x="8570144" y="3480860"/>
                  <a:ext cx="13968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57" name="Ink 156">
                  <a:extLst>
                    <a:ext uri="{FF2B5EF4-FFF2-40B4-BE49-F238E27FC236}">
                      <a16:creationId xmlns:a16="http://schemas.microsoft.com/office/drawing/2014/main" id="{D19B33F9-9D88-47A0-788B-A00C6529E734}"/>
                    </a:ext>
                  </a:extLst>
                </p14:cNvPr>
                <p14:cNvContentPartPr/>
                <p14:nvPr/>
              </p14:nvContentPartPr>
              <p14:xfrm>
                <a:off x="6288104" y="3868580"/>
                <a:ext cx="259560" cy="393120"/>
              </p14:xfrm>
            </p:contentPart>
          </mc:Choice>
          <mc:Fallback>
            <p:pic>
              <p:nvPicPr>
                <p:cNvPr id="157" name="Ink 156">
                  <a:extLst>
                    <a:ext uri="{FF2B5EF4-FFF2-40B4-BE49-F238E27FC236}">
                      <a16:creationId xmlns:a16="http://schemas.microsoft.com/office/drawing/2014/main" id="{D19B33F9-9D88-47A0-788B-A00C6529E734}"/>
                    </a:ext>
                  </a:extLst>
                </p:cNvPr>
                <p:cNvPicPr/>
                <p:nvPr/>
              </p:nvPicPr>
              <p:blipFill>
                <a:blip r:embed="rId185"/>
                <a:stretch>
                  <a:fillRect/>
                </a:stretch>
              </p:blipFill>
              <p:spPr>
                <a:xfrm>
                  <a:off x="6279104" y="3859580"/>
                  <a:ext cx="277200" cy="4107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60" name="Ink 159">
                  <a:extLst>
                    <a:ext uri="{FF2B5EF4-FFF2-40B4-BE49-F238E27FC236}">
                      <a16:creationId xmlns:a16="http://schemas.microsoft.com/office/drawing/2014/main" id="{AC5E1DEB-8651-1010-4CF5-9B379A7089E2}"/>
                    </a:ext>
                  </a:extLst>
                </p14:cNvPr>
                <p14:cNvContentPartPr/>
                <p14:nvPr/>
              </p14:nvContentPartPr>
              <p14:xfrm>
                <a:off x="7176944" y="3644660"/>
                <a:ext cx="276480" cy="468000"/>
              </p14:xfrm>
            </p:contentPart>
          </mc:Choice>
          <mc:Fallback>
            <p:pic>
              <p:nvPicPr>
                <p:cNvPr id="160" name="Ink 159">
                  <a:extLst>
                    <a:ext uri="{FF2B5EF4-FFF2-40B4-BE49-F238E27FC236}">
                      <a16:creationId xmlns:a16="http://schemas.microsoft.com/office/drawing/2014/main" id="{AC5E1DEB-8651-1010-4CF5-9B379A7089E2}"/>
                    </a:ext>
                  </a:extLst>
                </p:cNvPr>
                <p:cNvPicPr/>
                <p:nvPr/>
              </p:nvPicPr>
              <p:blipFill>
                <a:blip r:embed="rId187"/>
                <a:stretch>
                  <a:fillRect/>
                </a:stretch>
              </p:blipFill>
              <p:spPr>
                <a:xfrm>
                  <a:off x="7167944" y="3636020"/>
                  <a:ext cx="294120" cy="48564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61" name="Ink 160">
                  <a:extLst>
                    <a:ext uri="{FF2B5EF4-FFF2-40B4-BE49-F238E27FC236}">
                      <a16:creationId xmlns:a16="http://schemas.microsoft.com/office/drawing/2014/main" id="{42CF3A02-A25F-8EE8-6F85-673808C26514}"/>
                    </a:ext>
                  </a:extLst>
                </p14:cNvPr>
                <p14:cNvContentPartPr/>
                <p14:nvPr/>
              </p14:nvContentPartPr>
              <p14:xfrm>
                <a:off x="7473224" y="4024460"/>
                <a:ext cx="144000" cy="259560"/>
              </p14:xfrm>
            </p:contentPart>
          </mc:Choice>
          <mc:Fallback>
            <p:pic>
              <p:nvPicPr>
                <p:cNvPr id="161" name="Ink 160">
                  <a:extLst>
                    <a:ext uri="{FF2B5EF4-FFF2-40B4-BE49-F238E27FC236}">
                      <a16:creationId xmlns:a16="http://schemas.microsoft.com/office/drawing/2014/main" id="{42CF3A02-A25F-8EE8-6F85-673808C26514}"/>
                    </a:ext>
                  </a:extLst>
                </p:cNvPr>
                <p:cNvPicPr/>
                <p:nvPr/>
              </p:nvPicPr>
              <p:blipFill>
                <a:blip r:embed="rId189"/>
                <a:stretch>
                  <a:fillRect/>
                </a:stretch>
              </p:blipFill>
              <p:spPr>
                <a:xfrm>
                  <a:off x="7464584" y="4015820"/>
                  <a:ext cx="16164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70" name="Ink 169">
                  <a:extLst>
                    <a:ext uri="{FF2B5EF4-FFF2-40B4-BE49-F238E27FC236}">
                      <a16:creationId xmlns:a16="http://schemas.microsoft.com/office/drawing/2014/main" id="{AC84246E-8C3E-4197-796B-5677CD19D3C7}"/>
                    </a:ext>
                  </a:extLst>
                </p14:cNvPr>
                <p14:cNvContentPartPr/>
                <p14:nvPr/>
              </p14:nvContentPartPr>
              <p14:xfrm>
                <a:off x="6279464" y="3896660"/>
                <a:ext cx="31680" cy="518040"/>
              </p14:xfrm>
            </p:contentPart>
          </mc:Choice>
          <mc:Fallback>
            <p:pic>
              <p:nvPicPr>
                <p:cNvPr id="170" name="Ink 169">
                  <a:extLst>
                    <a:ext uri="{FF2B5EF4-FFF2-40B4-BE49-F238E27FC236}">
                      <a16:creationId xmlns:a16="http://schemas.microsoft.com/office/drawing/2014/main" id="{AC84246E-8C3E-4197-796B-5677CD19D3C7}"/>
                    </a:ext>
                  </a:extLst>
                </p:cNvPr>
                <p:cNvPicPr/>
                <p:nvPr/>
              </p:nvPicPr>
              <p:blipFill>
                <a:blip r:embed="rId191"/>
                <a:stretch>
                  <a:fillRect/>
                </a:stretch>
              </p:blipFill>
              <p:spPr>
                <a:xfrm>
                  <a:off x="6270824" y="3887660"/>
                  <a:ext cx="49320" cy="5356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71" name="Ink 170">
                  <a:extLst>
                    <a:ext uri="{FF2B5EF4-FFF2-40B4-BE49-F238E27FC236}">
                      <a16:creationId xmlns:a16="http://schemas.microsoft.com/office/drawing/2014/main" id="{5617815F-F80A-438D-DBBC-05F5E3F4D738}"/>
                    </a:ext>
                  </a:extLst>
                </p14:cNvPr>
                <p14:cNvContentPartPr/>
                <p14:nvPr/>
              </p14:nvContentPartPr>
              <p14:xfrm>
                <a:off x="6287024" y="3439460"/>
                <a:ext cx="1396080" cy="1204920"/>
              </p14:xfrm>
            </p:contentPart>
          </mc:Choice>
          <mc:Fallback>
            <p:pic>
              <p:nvPicPr>
                <p:cNvPr id="171" name="Ink 170">
                  <a:extLst>
                    <a:ext uri="{FF2B5EF4-FFF2-40B4-BE49-F238E27FC236}">
                      <a16:creationId xmlns:a16="http://schemas.microsoft.com/office/drawing/2014/main" id="{5617815F-F80A-438D-DBBC-05F5E3F4D738}"/>
                    </a:ext>
                  </a:extLst>
                </p:cNvPr>
                <p:cNvPicPr/>
                <p:nvPr/>
              </p:nvPicPr>
              <p:blipFill>
                <a:blip r:embed="rId193"/>
                <a:stretch>
                  <a:fillRect/>
                </a:stretch>
              </p:blipFill>
              <p:spPr>
                <a:xfrm>
                  <a:off x="6278024" y="3430820"/>
                  <a:ext cx="1413720" cy="122256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72" name="Ink 171">
                  <a:extLst>
                    <a:ext uri="{FF2B5EF4-FFF2-40B4-BE49-F238E27FC236}">
                      <a16:creationId xmlns:a16="http://schemas.microsoft.com/office/drawing/2014/main" id="{166A54AF-AA63-AD39-D0C8-4ABF722EA923}"/>
                    </a:ext>
                  </a:extLst>
                </p14:cNvPr>
                <p14:cNvContentPartPr/>
                <p14:nvPr/>
              </p14:nvContentPartPr>
              <p14:xfrm>
                <a:off x="4563704" y="5411540"/>
                <a:ext cx="168120" cy="82800"/>
              </p14:xfrm>
            </p:contentPart>
          </mc:Choice>
          <mc:Fallback>
            <p:pic>
              <p:nvPicPr>
                <p:cNvPr id="172" name="Ink 171">
                  <a:extLst>
                    <a:ext uri="{FF2B5EF4-FFF2-40B4-BE49-F238E27FC236}">
                      <a16:creationId xmlns:a16="http://schemas.microsoft.com/office/drawing/2014/main" id="{166A54AF-AA63-AD39-D0C8-4ABF722EA923}"/>
                    </a:ext>
                  </a:extLst>
                </p:cNvPr>
                <p:cNvPicPr/>
                <p:nvPr/>
              </p:nvPicPr>
              <p:blipFill>
                <a:blip r:embed="rId195"/>
                <a:stretch>
                  <a:fillRect/>
                </a:stretch>
              </p:blipFill>
              <p:spPr>
                <a:xfrm>
                  <a:off x="4555064" y="5402540"/>
                  <a:ext cx="18576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73" name="Ink 172">
                  <a:extLst>
                    <a:ext uri="{FF2B5EF4-FFF2-40B4-BE49-F238E27FC236}">
                      <a16:creationId xmlns:a16="http://schemas.microsoft.com/office/drawing/2014/main" id="{1DE9F603-E50F-48C4-CA6F-2393C001B40F}"/>
                    </a:ext>
                  </a:extLst>
                </p14:cNvPr>
                <p14:cNvContentPartPr/>
                <p14:nvPr/>
              </p14:nvContentPartPr>
              <p14:xfrm>
                <a:off x="4735064" y="5605580"/>
                <a:ext cx="268200" cy="96840"/>
              </p14:xfrm>
            </p:contentPart>
          </mc:Choice>
          <mc:Fallback>
            <p:pic>
              <p:nvPicPr>
                <p:cNvPr id="173" name="Ink 172">
                  <a:extLst>
                    <a:ext uri="{FF2B5EF4-FFF2-40B4-BE49-F238E27FC236}">
                      <a16:creationId xmlns:a16="http://schemas.microsoft.com/office/drawing/2014/main" id="{1DE9F603-E50F-48C4-CA6F-2393C001B40F}"/>
                    </a:ext>
                  </a:extLst>
                </p:cNvPr>
                <p:cNvPicPr/>
                <p:nvPr/>
              </p:nvPicPr>
              <p:blipFill>
                <a:blip r:embed="rId197"/>
                <a:stretch>
                  <a:fillRect/>
                </a:stretch>
              </p:blipFill>
              <p:spPr>
                <a:xfrm>
                  <a:off x="4726064" y="5596940"/>
                  <a:ext cx="28584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76" name="Ink 175">
                  <a:extLst>
                    <a:ext uri="{FF2B5EF4-FFF2-40B4-BE49-F238E27FC236}">
                      <a16:creationId xmlns:a16="http://schemas.microsoft.com/office/drawing/2014/main" id="{D40ABC0F-4CDA-94C1-DAA1-D9801EB65919}"/>
                    </a:ext>
                  </a:extLst>
                </p14:cNvPr>
                <p14:cNvContentPartPr/>
                <p14:nvPr/>
              </p14:nvContentPartPr>
              <p14:xfrm>
                <a:off x="5603384" y="5147300"/>
                <a:ext cx="212400" cy="118080"/>
              </p14:xfrm>
            </p:contentPart>
          </mc:Choice>
          <mc:Fallback>
            <p:pic>
              <p:nvPicPr>
                <p:cNvPr id="176" name="Ink 175">
                  <a:extLst>
                    <a:ext uri="{FF2B5EF4-FFF2-40B4-BE49-F238E27FC236}">
                      <a16:creationId xmlns:a16="http://schemas.microsoft.com/office/drawing/2014/main" id="{D40ABC0F-4CDA-94C1-DAA1-D9801EB65919}"/>
                    </a:ext>
                  </a:extLst>
                </p:cNvPr>
                <p:cNvPicPr/>
                <p:nvPr/>
              </p:nvPicPr>
              <p:blipFill>
                <a:blip r:embed="rId199"/>
                <a:stretch>
                  <a:fillRect/>
                </a:stretch>
              </p:blipFill>
              <p:spPr>
                <a:xfrm>
                  <a:off x="5594744" y="5138660"/>
                  <a:ext cx="23004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77" name="Ink 176">
                  <a:extLst>
                    <a:ext uri="{FF2B5EF4-FFF2-40B4-BE49-F238E27FC236}">
                      <a16:creationId xmlns:a16="http://schemas.microsoft.com/office/drawing/2014/main" id="{AF843314-CE49-75F3-1665-AD9279F860FF}"/>
                    </a:ext>
                  </a:extLst>
                </p14:cNvPr>
                <p14:cNvContentPartPr/>
                <p14:nvPr/>
              </p14:nvContentPartPr>
              <p14:xfrm>
                <a:off x="5788424" y="5108060"/>
                <a:ext cx="237600" cy="590040"/>
              </p14:xfrm>
            </p:contentPart>
          </mc:Choice>
          <mc:Fallback>
            <p:pic>
              <p:nvPicPr>
                <p:cNvPr id="177" name="Ink 176">
                  <a:extLst>
                    <a:ext uri="{FF2B5EF4-FFF2-40B4-BE49-F238E27FC236}">
                      <a16:creationId xmlns:a16="http://schemas.microsoft.com/office/drawing/2014/main" id="{AF843314-CE49-75F3-1665-AD9279F860FF}"/>
                    </a:ext>
                  </a:extLst>
                </p:cNvPr>
                <p:cNvPicPr/>
                <p:nvPr/>
              </p:nvPicPr>
              <p:blipFill>
                <a:blip r:embed="rId201"/>
                <a:stretch>
                  <a:fillRect/>
                </a:stretch>
              </p:blipFill>
              <p:spPr>
                <a:xfrm>
                  <a:off x="5779424" y="5099420"/>
                  <a:ext cx="255240" cy="6076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78" name="Ink 177">
                  <a:extLst>
                    <a:ext uri="{FF2B5EF4-FFF2-40B4-BE49-F238E27FC236}">
                      <a16:creationId xmlns:a16="http://schemas.microsoft.com/office/drawing/2014/main" id="{4151AE64-6A9C-F4A6-D214-B7D053BE4D31}"/>
                    </a:ext>
                  </a:extLst>
                </p14:cNvPr>
                <p14:cNvContentPartPr/>
                <p14:nvPr/>
              </p14:nvContentPartPr>
              <p14:xfrm>
                <a:off x="5809304" y="5365820"/>
                <a:ext cx="546480" cy="93600"/>
              </p14:xfrm>
            </p:contentPart>
          </mc:Choice>
          <mc:Fallback>
            <p:pic>
              <p:nvPicPr>
                <p:cNvPr id="178" name="Ink 177">
                  <a:extLst>
                    <a:ext uri="{FF2B5EF4-FFF2-40B4-BE49-F238E27FC236}">
                      <a16:creationId xmlns:a16="http://schemas.microsoft.com/office/drawing/2014/main" id="{4151AE64-6A9C-F4A6-D214-B7D053BE4D31}"/>
                    </a:ext>
                  </a:extLst>
                </p:cNvPr>
                <p:cNvPicPr/>
                <p:nvPr/>
              </p:nvPicPr>
              <p:blipFill>
                <a:blip r:embed="rId203"/>
                <a:stretch>
                  <a:fillRect/>
                </a:stretch>
              </p:blipFill>
              <p:spPr>
                <a:xfrm>
                  <a:off x="5800664" y="5357180"/>
                  <a:ext cx="56412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79" name="Ink 178">
                  <a:extLst>
                    <a:ext uri="{FF2B5EF4-FFF2-40B4-BE49-F238E27FC236}">
                      <a16:creationId xmlns:a16="http://schemas.microsoft.com/office/drawing/2014/main" id="{BC726119-7879-4607-8D78-8A97F0A5EA8D}"/>
                    </a:ext>
                  </a:extLst>
                </p14:cNvPr>
                <p14:cNvContentPartPr/>
                <p14:nvPr/>
              </p14:nvContentPartPr>
              <p14:xfrm>
                <a:off x="5208824" y="5745620"/>
                <a:ext cx="1359360" cy="108720"/>
              </p14:xfrm>
            </p:contentPart>
          </mc:Choice>
          <mc:Fallback>
            <p:pic>
              <p:nvPicPr>
                <p:cNvPr id="179" name="Ink 178">
                  <a:extLst>
                    <a:ext uri="{FF2B5EF4-FFF2-40B4-BE49-F238E27FC236}">
                      <a16:creationId xmlns:a16="http://schemas.microsoft.com/office/drawing/2014/main" id="{BC726119-7879-4607-8D78-8A97F0A5EA8D}"/>
                    </a:ext>
                  </a:extLst>
                </p:cNvPr>
                <p:cNvPicPr/>
                <p:nvPr/>
              </p:nvPicPr>
              <p:blipFill>
                <a:blip r:embed="rId205"/>
                <a:stretch>
                  <a:fillRect/>
                </a:stretch>
              </p:blipFill>
              <p:spPr>
                <a:xfrm>
                  <a:off x="5200184" y="5736980"/>
                  <a:ext cx="137700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80" name="Ink 179">
                  <a:extLst>
                    <a:ext uri="{FF2B5EF4-FFF2-40B4-BE49-F238E27FC236}">
                      <a16:creationId xmlns:a16="http://schemas.microsoft.com/office/drawing/2014/main" id="{6C44A404-143C-CC15-DCB7-FD9CBD13556F}"/>
                    </a:ext>
                  </a:extLst>
                </p14:cNvPr>
                <p14:cNvContentPartPr/>
                <p14:nvPr/>
              </p14:nvContentPartPr>
              <p14:xfrm>
                <a:off x="5878064" y="5956580"/>
                <a:ext cx="392400" cy="351720"/>
              </p14:xfrm>
            </p:contentPart>
          </mc:Choice>
          <mc:Fallback>
            <p:pic>
              <p:nvPicPr>
                <p:cNvPr id="180" name="Ink 179">
                  <a:extLst>
                    <a:ext uri="{FF2B5EF4-FFF2-40B4-BE49-F238E27FC236}">
                      <a16:creationId xmlns:a16="http://schemas.microsoft.com/office/drawing/2014/main" id="{6C44A404-143C-CC15-DCB7-FD9CBD13556F}"/>
                    </a:ext>
                  </a:extLst>
                </p:cNvPr>
                <p:cNvPicPr/>
                <p:nvPr/>
              </p:nvPicPr>
              <p:blipFill>
                <a:blip r:embed="rId207"/>
                <a:stretch>
                  <a:fillRect/>
                </a:stretch>
              </p:blipFill>
              <p:spPr>
                <a:xfrm>
                  <a:off x="5869424" y="5947940"/>
                  <a:ext cx="410040" cy="3693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81" name="Ink 180">
                  <a:extLst>
                    <a:ext uri="{FF2B5EF4-FFF2-40B4-BE49-F238E27FC236}">
                      <a16:creationId xmlns:a16="http://schemas.microsoft.com/office/drawing/2014/main" id="{65BE3DD9-BDDB-D12B-A576-B7ACDBC24ADD}"/>
                    </a:ext>
                  </a:extLst>
                </p14:cNvPr>
                <p14:cNvContentPartPr/>
                <p14:nvPr/>
              </p14:nvContentPartPr>
              <p14:xfrm>
                <a:off x="6876344" y="5295260"/>
                <a:ext cx="272880" cy="94680"/>
              </p14:xfrm>
            </p:contentPart>
          </mc:Choice>
          <mc:Fallback>
            <p:pic>
              <p:nvPicPr>
                <p:cNvPr id="181" name="Ink 180">
                  <a:extLst>
                    <a:ext uri="{FF2B5EF4-FFF2-40B4-BE49-F238E27FC236}">
                      <a16:creationId xmlns:a16="http://schemas.microsoft.com/office/drawing/2014/main" id="{65BE3DD9-BDDB-D12B-A576-B7ACDBC24ADD}"/>
                    </a:ext>
                  </a:extLst>
                </p:cNvPr>
                <p:cNvPicPr/>
                <p:nvPr/>
              </p:nvPicPr>
              <p:blipFill>
                <a:blip r:embed="rId209"/>
                <a:stretch>
                  <a:fillRect/>
                </a:stretch>
              </p:blipFill>
              <p:spPr>
                <a:xfrm>
                  <a:off x="6867704" y="5286620"/>
                  <a:ext cx="29052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82" name="Ink 181">
                  <a:extLst>
                    <a:ext uri="{FF2B5EF4-FFF2-40B4-BE49-F238E27FC236}">
                      <a16:creationId xmlns:a16="http://schemas.microsoft.com/office/drawing/2014/main" id="{F6876B20-B49A-7402-9D01-58F417BFD975}"/>
                    </a:ext>
                  </a:extLst>
                </p14:cNvPr>
                <p14:cNvContentPartPr/>
                <p14:nvPr/>
              </p14:nvContentPartPr>
              <p14:xfrm>
                <a:off x="6929624" y="5648060"/>
                <a:ext cx="205200" cy="99000"/>
              </p14:xfrm>
            </p:contentPart>
          </mc:Choice>
          <mc:Fallback>
            <p:pic>
              <p:nvPicPr>
                <p:cNvPr id="182" name="Ink 181">
                  <a:extLst>
                    <a:ext uri="{FF2B5EF4-FFF2-40B4-BE49-F238E27FC236}">
                      <a16:creationId xmlns:a16="http://schemas.microsoft.com/office/drawing/2014/main" id="{F6876B20-B49A-7402-9D01-58F417BFD975}"/>
                    </a:ext>
                  </a:extLst>
                </p:cNvPr>
                <p:cNvPicPr/>
                <p:nvPr/>
              </p:nvPicPr>
              <p:blipFill>
                <a:blip r:embed="rId211"/>
                <a:stretch>
                  <a:fillRect/>
                </a:stretch>
              </p:blipFill>
              <p:spPr>
                <a:xfrm>
                  <a:off x="6920624" y="5639420"/>
                  <a:ext cx="22284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83" name="Ink 182">
                  <a:extLst>
                    <a:ext uri="{FF2B5EF4-FFF2-40B4-BE49-F238E27FC236}">
                      <a16:creationId xmlns:a16="http://schemas.microsoft.com/office/drawing/2014/main" id="{43596573-3681-60A9-D060-6A92CB754D32}"/>
                    </a:ext>
                  </a:extLst>
                </p14:cNvPr>
                <p14:cNvContentPartPr/>
                <p14:nvPr/>
              </p14:nvContentPartPr>
              <p14:xfrm>
                <a:off x="7273424" y="5024540"/>
                <a:ext cx="275760" cy="558360"/>
              </p14:xfrm>
            </p:contentPart>
          </mc:Choice>
          <mc:Fallback>
            <p:pic>
              <p:nvPicPr>
                <p:cNvPr id="183" name="Ink 182">
                  <a:extLst>
                    <a:ext uri="{FF2B5EF4-FFF2-40B4-BE49-F238E27FC236}">
                      <a16:creationId xmlns:a16="http://schemas.microsoft.com/office/drawing/2014/main" id="{43596573-3681-60A9-D060-6A92CB754D32}"/>
                    </a:ext>
                  </a:extLst>
                </p:cNvPr>
                <p:cNvPicPr/>
                <p:nvPr/>
              </p:nvPicPr>
              <p:blipFill>
                <a:blip r:embed="rId213"/>
                <a:stretch>
                  <a:fillRect/>
                </a:stretch>
              </p:blipFill>
              <p:spPr>
                <a:xfrm>
                  <a:off x="7264784" y="5015540"/>
                  <a:ext cx="293400" cy="5760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84" name="Ink 183">
                  <a:extLst>
                    <a:ext uri="{FF2B5EF4-FFF2-40B4-BE49-F238E27FC236}">
                      <a16:creationId xmlns:a16="http://schemas.microsoft.com/office/drawing/2014/main" id="{44FF0B8E-A9C2-B94E-AAD6-00DDB8711D55}"/>
                    </a:ext>
                  </a:extLst>
                </p14:cNvPr>
                <p14:cNvContentPartPr/>
                <p14:nvPr/>
              </p14:nvContentPartPr>
              <p14:xfrm>
                <a:off x="7759064" y="5166380"/>
                <a:ext cx="40320" cy="41760"/>
              </p14:xfrm>
            </p:contentPart>
          </mc:Choice>
          <mc:Fallback>
            <p:pic>
              <p:nvPicPr>
                <p:cNvPr id="184" name="Ink 183">
                  <a:extLst>
                    <a:ext uri="{FF2B5EF4-FFF2-40B4-BE49-F238E27FC236}">
                      <a16:creationId xmlns:a16="http://schemas.microsoft.com/office/drawing/2014/main" id="{44FF0B8E-A9C2-B94E-AAD6-00DDB8711D55}"/>
                    </a:ext>
                  </a:extLst>
                </p:cNvPr>
                <p:cNvPicPr/>
                <p:nvPr/>
              </p:nvPicPr>
              <p:blipFill>
                <a:blip r:embed="rId215"/>
                <a:stretch>
                  <a:fillRect/>
                </a:stretch>
              </p:blipFill>
              <p:spPr>
                <a:xfrm>
                  <a:off x="7750424" y="5157380"/>
                  <a:ext cx="5796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85" name="Ink 184">
                  <a:extLst>
                    <a:ext uri="{FF2B5EF4-FFF2-40B4-BE49-F238E27FC236}">
                      <a16:creationId xmlns:a16="http://schemas.microsoft.com/office/drawing/2014/main" id="{5D1287F8-F2CE-5B21-E7EC-2015394056EA}"/>
                    </a:ext>
                  </a:extLst>
                </p14:cNvPr>
                <p14:cNvContentPartPr/>
                <p14:nvPr/>
              </p14:nvContentPartPr>
              <p14:xfrm>
                <a:off x="7817024" y="4951460"/>
                <a:ext cx="123480" cy="376560"/>
              </p14:xfrm>
            </p:contentPart>
          </mc:Choice>
          <mc:Fallback>
            <p:pic>
              <p:nvPicPr>
                <p:cNvPr id="185" name="Ink 184">
                  <a:extLst>
                    <a:ext uri="{FF2B5EF4-FFF2-40B4-BE49-F238E27FC236}">
                      <a16:creationId xmlns:a16="http://schemas.microsoft.com/office/drawing/2014/main" id="{5D1287F8-F2CE-5B21-E7EC-2015394056EA}"/>
                    </a:ext>
                  </a:extLst>
                </p:cNvPr>
                <p:cNvPicPr/>
                <p:nvPr/>
              </p:nvPicPr>
              <p:blipFill>
                <a:blip r:embed="rId217"/>
                <a:stretch>
                  <a:fillRect/>
                </a:stretch>
              </p:blipFill>
              <p:spPr>
                <a:xfrm>
                  <a:off x="7808384" y="4942820"/>
                  <a:ext cx="141120" cy="39420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86" name="Ink 185">
                  <a:extLst>
                    <a:ext uri="{FF2B5EF4-FFF2-40B4-BE49-F238E27FC236}">
                      <a16:creationId xmlns:a16="http://schemas.microsoft.com/office/drawing/2014/main" id="{090CF2DA-385B-1C64-3F9D-68F68D06F867}"/>
                    </a:ext>
                  </a:extLst>
                </p14:cNvPr>
                <p14:cNvContentPartPr/>
                <p14:nvPr/>
              </p14:nvContentPartPr>
              <p14:xfrm>
                <a:off x="7962824" y="4672460"/>
                <a:ext cx="271800" cy="147960"/>
              </p14:xfrm>
            </p:contentPart>
          </mc:Choice>
          <mc:Fallback>
            <p:pic>
              <p:nvPicPr>
                <p:cNvPr id="186" name="Ink 185">
                  <a:extLst>
                    <a:ext uri="{FF2B5EF4-FFF2-40B4-BE49-F238E27FC236}">
                      <a16:creationId xmlns:a16="http://schemas.microsoft.com/office/drawing/2014/main" id="{090CF2DA-385B-1C64-3F9D-68F68D06F867}"/>
                    </a:ext>
                  </a:extLst>
                </p:cNvPr>
                <p:cNvPicPr/>
                <p:nvPr/>
              </p:nvPicPr>
              <p:blipFill>
                <a:blip r:embed="rId219"/>
                <a:stretch>
                  <a:fillRect/>
                </a:stretch>
              </p:blipFill>
              <p:spPr>
                <a:xfrm>
                  <a:off x="7954184" y="4663820"/>
                  <a:ext cx="28944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87" name="Ink 186">
                  <a:extLst>
                    <a:ext uri="{FF2B5EF4-FFF2-40B4-BE49-F238E27FC236}">
                      <a16:creationId xmlns:a16="http://schemas.microsoft.com/office/drawing/2014/main" id="{2B52DA22-D851-CB57-0F39-F792E5AF0221}"/>
                    </a:ext>
                  </a:extLst>
                </p14:cNvPr>
                <p14:cNvContentPartPr/>
                <p14:nvPr/>
              </p14:nvContentPartPr>
              <p14:xfrm>
                <a:off x="8238944" y="5365820"/>
                <a:ext cx="30600" cy="6840"/>
              </p14:xfrm>
            </p:contentPart>
          </mc:Choice>
          <mc:Fallback>
            <p:pic>
              <p:nvPicPr>
                <p:cNvPr id="187" name="Ink 186">
                  <a:extLst>
                    <a:ext uri="{FF2B5EF4-FFF2-40B4-BE49-F238E27FC236}">
                      <a16:creationId xmlns:a16="http://schemas.microsoft.com/office/drawing/2014/main" id="{2B52DA22-D851-CB57-0F39-F792E5AF0221}"/>
                    </a:ext>
                  </a:extLst>
                </p:cNvPr>
                <p:cNvPicPr/>
                <p:nvPr/>
              </p:nvPicPr>
              <p:blipFill>
                <a:blip r:embed="rId221"/>
                <a:stretch>
                  <a:fillRect/>
                </a:stretch>
              </p:blipFill>
              <p:spPr>
                <a:xfrm>
                  <a:off x="8230304" y="5357180"/>
                  <a:ext cx="48240" cy="24480"/>
                </a:xfrm>
                <a:prstGeom prst="rect">
                  <a:avLst/>
                </a:prstGeom>
              </p:spPr>
            </p:pic>
          </mc:Fallback>
        </mc:AlternateContent>
      </p:grpSp>
    </p:spTree>
    <p:extLst>
      <p:ext uri="{BB962C8B-B14F-4D97-AF65-F5344CB8AC3E}">
        <p14:creationId xmlns:p14="http://schemas.microsoft.com/office/powerpoint/2010/main" val="135918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DE2962F-5F2F-4975-4E9F-F5F1E0EB5CD0}"/>
                  </a:ext>
                </a:extLst>
              </p14:cNvPr>
              <p14:cNvContentPartPr/>
              <p14:nvPr/>
            </p14:nvContentPartPr>
            <p14:xfrm>
              <a:off x="2273744" y="151580"/>
              <a:ext cx="720" cy="6170760"/>
            </p14:xfrm>
          </p:contentPart>
        </mc:Choice>
        <mc:Fallback>
          <p:pic>
            <p:nvPicPr>
              <p:cNvPr id="3" name="Ink 2">
                <a:extLst>
                  <a:ext uri="{FF2B5EF4-FFF2-40B4-BE49-F238E27FC236}">
                    <a16:creationId xmlns:a16="http://schemas.microsoft.com/office/drawing/2014/main" id="{8DE2962F-5F2F-4975-4E9F-F5F1E0EB5CD0}"/>
                  </a:ext>
                </a:extLst>
              </p:cNvPr>
              <p:cNvPicPr/>
              <p:nvPr/>
            </p:nvPicPr>
            <p:blipFill>
              <a:blip r:embed="rId3"/>
              <a:stretch>
                <a:fillRect/>
              </a:stretch>
            </p:blipFill>
            <p:spPr>
              <a:xfrm>
                <a:off x="2256464" y="142580"/>
                <a:ext cx="36000" cy="61884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7B88BE4-3FF6-DB8E-2EC4-7D667C7ACF54}"/>
                  </a:ext>
                </a:extLst>
              </p14:cNvPr>
              <p14:cNvContentPartPr/>
              <p14:nvPr/>
            </p14:nvContentPartPr>
            <p14:xfrm>
              <a:off x="2351144" y="6345740"/>
              <a:ext cx="9414720" cy="720"/>
            </p14:xfrm>
          </p:contentPart>
        </mc:Choice>
        <mc:Fallback>
          <p:pic>
            <p:nvPicPr>
              <p:cNvPr id="5" name="Ink 4">
                <a:extLst>
                  <a:ext uri="{FF2B5EF4-FFF2-40B4-BE49-F238E27FC236}">
                    <a16:creationId xmlns:a16="http://schemas.microsoft.com/office/drawing/2014/main" id="{17B88BE4-3FF6-DB8E-2EC4-7D667C7ACF54}"/>
                  </a:ext>
                </a:extLst>
              </p:cNvPr>
              <p:cNvPicPr/>
              <p:nvPr/>
            </p:nvPicPr>
            <p:blipFill>
              <a:blip r:embed="rId5"/>
              <a:stretch>
                <a:fillRect/>
              </a:stretch>
            </p:blipFill>
            <p:spPr>
              <a:xfrm>
                <a:off x="2342144" y="6327740"/>
                <a:ext cx="9432360" cy="36000"/>
              </a:xfrm>
              <a:prstGeom prst="rect">
                <a:avLst/>
              </a:prstGeom>
            </p:spPr>
          </p:pic>
        </mc:Fallback>
      </mc:AlternateContent>
      <p:grpSp>
        <p:nvGrpSpPr>
          <p:cNvPr id="9" name="Group 8">
            <a:extLst>
              <a:ext uri="{FF2B5EF4-FFF2-40B4-BE49-F238E27FC236}">
                <a16:creationId xmlns:a16="http://schemas.microsoft.com/office/drawing/2014/main" id="{FFAC25E0-3BA1-537F-1502-A8073689A87D}"/>
              </a:ext>
            </a:extLst>
          </p:cNvPr>
          <p:cNvGrpSpPr/>
          <p:nvPr/>
        </p:nvGrpSpPr>
        <p:grpSpPr>
          <a:xfrm>
            <a:off x="2963504" y="6241340"/>
            <a:ext cx="119520" cy="292680"/>
            <a:chOff x="2963504" y="6241340"/>
            <a:chExt cx="119520" cy="292680"/>
          </a:xfrm>
        </p:grpSpPr>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C516D678-C981-C3CB-495E-651D56C1CC47}"/>
                    </a:ext>
                  </a:extLst>
                </p14:cNvPr>
                <p14:cNvContentPartPr/>
                <p14:nvPr/>
              </p14:nvContentPartPr>
              <p14:xfrm>
                <a:off x="2963504" y="6241340"/>
                <a:ext cx="59400" cy="118800"/>
              </p14:xfrm>
            </p:contentPart>
          </mc:Choice>
          <mc:Fallback>
            <p:pic>
              <p:nvPicPr>
                <p:cNvPr id="6" name="Ink 5">
                  <a:extLst>
                    <a:ext uri="{FF2B5EF4-FFF2-40B4-BE49-F238E27FC236}">
                      <a16:creationId xmlns:a16="http://schemas.microsoft.com/office/drawing/2014/main" id="{C516D678-C981-C3CB-495E-651D56C1CC47}"/>
                    </a:ext>
                  </a:extLst>
                </p:cNvPr>
                <p:cNvPicPr/>
                <p:nvPr/>
              </p:nvPicPr>
              <p:blipFill>
                <a:blip r:embed="rId7"/>
                <a:stretch>
                  <a:fillRect/>
                </a:stretch>
              </p:blipFill>
              <p:spPr>
                <a:xfrm>
                  <a:off x="2954864" y="6232700"/>
                  <a:ext cx="7704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B96368BE-11CA-7507-090D-EE4CAECA7ACB}"/>
                    </a:ext>
                  </a:extLst>
                </p14:cNvPr>
                <p14:cNvContentPartPr/>
                <p14:nvPr/>
              </p14:nvContentPartPr>
              <p14:xfrm>
                <a:off x="2981144" y="6294980"/>
                <a:ext cx="101880" cy="239040"/>
              </p14:xfrm>
            </p:contentPart>
          </mc:Choice>
          <mc:Fallback>
            <p:pic>
              <p:nvPicPr>
                <p:cNvPr id="7" name="Ink 6">
                  <a:extLst>
                    <a:ext uri="{FF2B5EF4-FFF2-40B4-BE49-F238E27FC236}">
                      <a16:creationId xmlns:a16="http://schemas.microsoft.com/office/drawing/2014/main" id="{B96368BE-11CA-7507-090D-EE4CAECA7ACB}"/>
                    </a:ext>
                  </a:extLst>
                </p:cNvPr>
                <p:cNvPicPr/>
                <p:nvPr/>
              </p:nvPicPr>
              <p:blipFill>
                <a:blip r:embed="rId9"/>
                <a:stretch>
                  <a:fillRect/>
                </a:stretch>
              </p:blipFill>
              <p:spPr>
                <a:xfrm>
                  <a:off x="2972144" y="6285980"/>
                  <a:ext cx="119520" cy="256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9BCC70DA-F06E-9184-5FB7-D8284F5E6279}"/>
                  </a:ext>
                </a:extLst>
              </p14:cNvPr>
              <p14:cNvContentPartPr/>
              <p14:nvPr/>
            </p14:nvContentPartPr>
            <p14:xfrm>
              <a:off x="2967464" y="6663980"/>
              <a:ext cx="16200" cy="118800"/>
            </p14:xfrm>
          </p:contentPart>
        </mc:Choice>
        <mc:Fallback>
          <p:pic>
            <p:nvPicPr>
              <p:cNvPr id="8" name="Ink 7">
                <a:extLst>
                  <a:ext uri="{FF2B5EF4-FFF2-40B4-BE49-F238E27FC236}">
                    <a16:creationId xmlns:a16="http://schemas.microsoft.com/office/drawing/2014/main" id="{9BCC70DA-F06E-9184-5FB7-D8284F5E6279}"/>
                  </a:ext>
                </a:extLst>
              </p:cNvPr>
              <p:cNvPicPr/>
              <p:nvPr/>
            </p:nvPicPr>
            <p:blipFill>
              <a:blip r:embed="rId11"/>
              <a:stretch>
                <a:fillRect/>
              </a:stretch>
            </p:blipFill>
            <p:spPr>
              <a:xfrm>
                <a:off x="2958464" y="6654980"/>
                <a:ext cx="33840" cy="136440"/>
              </a:xfrm>
              <a:prstGeom prst="rect">
                <a:avLst/>
              </a:prstGeom>
            </p:spPr>
          </p:pic>
        </mc:Fallback>
      </mc:AlternateContent>
      <p:grpSp>
        <p:nvGrpSpPr>
          <p:cNvPr id="20" name="Group 19">
            <a:extLst>
              <a:ext uri="{FF2B5EF4-FFF2-40B4-BE49-F238E27FC236}">
                <a16:creationId xmlns:a16="http://schemas.microsoft.com/office/drawing/2014/main" id="{2CFF5E27-7B0D-8670-535B-B37BFA2E3580}"/>
              </a:ext>
            </a:extLst>
          </p:cNvPr>
          <p:cNvGrpSpPr/>
          <p:nvPr/>
        </p:nvGrpSpPr>
        <p:grpSpPr>
          <a:xfrm>
            <a:off x="3765584" y="6230180"/>
            <a:ext cx="248760" cy="448920"/>
            <a:chOff x="3765584" y="6230180"/>
            <a:chExt cx="248760" cy="448920"/>
          </a:xfrm>
        </p:grpSpPr>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B12522BD-9A14-59FB-69E3-0E6B3E14EA03}"/>
                    </a:ext>
                  </a:extLst>
                </p14:cNvPr>
                <p14:cNvContentPartPr/>
                <p14:nvPr/>
              </p14:nvContentPartPr>
              <p14:xfrm>
                <a:off x="3819944" y="6230180"/>
                <a:ext cx="22680" cy="255960"/>
              </p14:xfrm>
            </p:contentPart>
          </mc:Choice>
          <mc:Fallback>
            <p:pic>
              <p:nvPicPr>
                <p:cNvPr id="10" name="Ink 9">
                  <a:extLst>
                    <a:ext uri="{FF2B5EF4-FFF2-40B4-BE49-F238E27FC236}">
                      <a16:creationId xmlns:a16="http://schemas.microsoft.com/office/drawing/2014/main" id="{B12522BD-9A14-59FB-69E3-0E6B3E14EA03}"/>
                    </a:ext>
                  </a:extLst>
                </p:cNvPr>
                <p:cNvPicPr/>
                <p:nvPr/>
              </p:nvPicPr>
              <p:blipFill>
                <a:blip r:embed="rId13"/>
                <a:stretch>
                  <a:fillRect/>
                </a:stretch>
              </p:blipFill>
              <p:spPr>
                <a:xfrm>
                  <a:off x="3810944" y="6221540"/>
                  <a:ext cx="4032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E2FCF810-1338-CBF5-26C0-EBE62971A0A3}"/>
                    </a:ext>
                  </a:extLst>
                </p14:cNvPr>
                <p14:cNvContentPartPr/>
                <p14:nvPr/>
              </p14:nvContentPartPr>
              <p14:xfrm>
                <a:off x="3765584" y="6570020"/>
                <a:ext cx="248760" cy="109080"/>
              </p14:xfrm>
            </p:contentPart>
          </mc:Choice>
          <mc:Fallback>
            <p:pic>
              <p:nvPicPr>
                <p:cNvPr id="11" name="Ink 10">
                  <a:extLst>
                    <a:ext uri="{FF2B5EF4-FFF2-40B4-BE49-F238E27FC236}">
                      <a16:creationId xmlns:a16="http://schemas.microsoft.com/office/drawing/2014/main" id="{E2FCF810-1338-CBF5-26C0-EBE62971A0A3}"/>
                    </a:ext>
                  </a:extLst>
                </p:cNvPr>
                <p:cNvPicPr/>
                <p:nvPr/>
              </p:nvPicPr>
              <p:blipFill>
                <a:blip r:embed="rId15"/>
                <a:stretch>
                  <a:fillRect/>
                </a:stretch>
              </p:blipFill>
              <p:spPr>
                <a:xfrm>
                  <a:off x="3756584" y="6561020"/>
                  <a:ext cx="266400" cy="126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56ED8866-9EF6-6EA2-B09F-E7B286DBEC05}"/>
                  </a:ext>
                </a:extLst>
              </p14:cNvPr>
              <p14:cNvContentPartPr/>
              <p14:nvPr/>
            </p14:nvContentPartPr>
            <p14:xfrm>
              <a:off x="4743344" y="6303620"/>
              <a:ext cx="27720" cy="180360"/>
            </p14:xfrm>
          </p:contentPart>
        </mc:Choice>
        <mc:Fallback>
          <p:pic>
            <p:nvPicPr>
              <p:cNvPr id="12" name="Ink 11">
                <a:extLst>
                  <a:ext uri="{FF2B5EF4-FFF2-40B4-BE49-F238E27FC236}">
                    <a16:creationId xmlns:a16="http://schemas.microsoft.com/office/drawing/2014/main" id="{56ED8866-9EF6-6EA2-B09F-E7B286DBEC05}"/>
                  </a:ext>
                </a:extLst>
              </p:cNvPr>
              <p:cNvPicPr/>
              <p:nvPr/>
            </p:nvPicPr>
            <p:blipFill>
              <a:blip r:embed="rId17"/>
              <a:stretch>
                <a:fillRect/>
              </a:stretch>
            </p:blipFill>
            <p:spPr>
              <a:xfrm>
                <a:off x="4734704" y="6294620"/>
                <a:ext cx="4536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5835F72D-CD8C-F6F5-211B-40F06E349594}"/>
                  </a:ext>
                </a:extLst>
              </p14:cNvPr>
              <p14:cNvContentPartPr/>
              <p14:nvPr/>
            </p14:nvContentPartPr>
            <p14:xfrm>
              <a:off x="4737584" y="6594140"/>
              <a:ext cx="138600" cy="180720"/>
            </p14:xfrm>
          </p:contentPart>
        </mc:Choice>
        <mc:Fallback>
          <p:pic>
            <p:nvPicPr>
              <p:cNvPr id="13" name="Ink 12">
                <a:extLst>
                  <a:ext uri="{FF2B5EF4-FFF2-40B4-BE49-F238E27FC236}">
                    <a16:creationId xmlns:a16="http://schemas.microsoft.com/office/drawing/2014/main" id="{5835F72D-CD8C-F6F5-211B-40F06E349594}"/>
                  </a:ext>
                </a:extLst>
              </p:cNvPr>
              <p:cNvPicPr/>
              <p:nvPr/>
            </p:nvPicPr>
            <p:blipFill>
              <a:blip r:embed="rId19"/>
              <a:stretch>
                <a:fillRect/>
              </a:stretch>
            </p:blipFill>
            <p:spPr>
              <a:xfrm>
                <a:off x="4728584" y="6585500"/>
                <a:ext cx="15624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3EECBC64-111E-47E8-761B-148AF4A2EEB9}"/>
                  </a:ext>
                </a:extLst>
              </p14:cNvPr>
              <p14:cNvContentPartPr/>
              <p14:nvPr/>
            </p14:nvContentPartPr>
            <p14:xfrm>
              <a:off x="5735504" y="6242420"/>
              <a:ext cx="24120" cy="221040"/>
            </p14:xfrm>
          </p:contentPart>
        </mc:Choice>
        <mc:Fallback>
          <p:pic>
            <p:nvPicPr>
              <p:cNvPr id="14" name="Ink 13">
                <a:extLst>
                  <a:ext uri="{FF2B5EF4-FFF2-40B4-BE49-F238E27FC236}">
                    <a16:creationId xmlns:a16="http://schemas.microsoft.com/office/drawing/2014/main" id="{3EECBC64-111E-47E8-761B-148AF4A2EEB9}"/>
                  </a:ext>
                </a:extLst>
              </p:cNvPr>
              <p:cNvPicPr/>
              <p:nvPr/>
            </p:nvPicPr>
            <p:blipFill>
              <a:blip r:embed="rId21"/>
              <a:stretch>
                <a:fillRect/>
              </a:stretch>
            </p:blipFill>
            <p:spPr>
              <a:xfrm>
                <a:off x="5726504" y="6233780"/>
                <a:ext cx="4176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76720675-4BAB-B0CF-DFA8-CAE42D5FB5B2}"/>
                  </a:ext>
                </a:extLst>
              </p14:cNvPr>
              <p14:cNvContentPartPr/>
              <p14:nvPr/>
            </p14:nvContentPartPr>
            <p14:xfrm>
              <a:off x="5717504" y="6589100"/>
              <a:ext cx="287280" cy="181440"/>
            </p14:xfrm>
          </p:contentPart>
        </mc:Choice>
        <mc:Fallback>
          <p:pic>
            <p:nvPicPr>
              <p:cNvPr id="15" name="Ink 14">
                <a:extLst>
                  <a:ext uri="{FF2B5EF4-FFF2-40B4-BE49-F238E27FC236}">
                    <a16:creationId xmlns:a16="http://schemas.microsoft.com/office/drawing/2014/main" id="{76720675-4BAB-B0CF-DFA8-CAE42D5FB5B2}"/>
                  </a:ext>
                </a:extLst>
              </p:cNvPr>
              <p:cNvPicPr/>
              <p:nvPr/>
            </p:nvPicPr>
            <p:blipFill>
              <a:blip r:embed="rId23"/>
              <a:stretch>
                <a:fillRect/>
              </a:stretch>
            </p:blipFill>
            <p:spPr>
              <a:xfrm>
                <a:off x="5708504" y="6580100"/>
                <a:ext cx="304920" cy="199080"/>
              </a:xfrm>
              <a:prstGeom prst="rect">
                <a:avLst/>
              </a:prstGeom>
            </p:spPr>
          </p:pic>
        </mc:Fallback>
      </mc:AlternateContent>
      <p:grpSp>
        <p:nvGrpSpPr>
          <p:cNvPr id="19" name="Group 18">
            <a:extLst>
              <a:ext uri="{FF2B5EF4-FFF2-40B4-BE49-F238E27FC236}">
                <a16:creationId xmlns:a16="http://schemas.microsoft.com/office/drawing/2014/main" id="{440E2D05-84A4-8F88-FBCF-3203E65BC087}"/>
              </a:ext>
            </a:extLst>
          </p:cNvPr>
          <p:cNvGrpSpPr/>
          <p:nvPr/>
        </p:nvGrpSpPr>
        <p:grpSpPr>
          <a:xfrm>
            <a:off x="6915224" y="6216500"/>
            <a:ext cx="317160" cy="649080"/>
            <a:chOff x="6915224" y="6216500"/>
            <a:chExt cx="317160" cy="649080"/>
          </a:xfrm>
        </p:grpSpPr>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F10AEFE5-801E-1533-2F41-6C5406E2E22C}"/>
                    </a:ext>
                  </a:extLst>
                </p14:cNvPr>
                <p14:cNvContentPartPr/>
                <p14:nvPr/>
              </p14:nvContentPartPr>
              <p14:xfrm>
                <a:off x="6915224" y="6216500"/>
                <a:ext cx="13680" cy="271800"/>
              </p14:xfrm>
            </p:contentPart>
          </mc:Choice>
          <mc:Fallback>
            <p:pic>
              <p:nvPicPr>
                <p:cNvPr id="16" name="Ink 15">
                  <a:extLst>
                    <a:ext uri="{FF2B5EF4-FFF2-40B4-BE49-F238E27FC236}">
                      <a16:creationId xmlns:a16="http://schemas.microsoft.com/office/drawing/2014/main" id="{F10AEFE5-801E-1533-2F41-6C5406E2E22C}"/>
                    </a:ext>
                  </a:extLst>
                </p:cNvPr>
                <p:cNvPicPr/>
                <p:nvPr/>
              </p:nvPicPr>
              <p:blipFill>
                <a:blip r:embed="rId25"/>
                <a:stretch>
                  <a:fillRect/>
                </a:stretch>
              </p:blipFill>
              <p:spPr>
                <a:xfrm>
                  <a:off x="6906224" y="6207860"/>
                  <a:ext cx="3132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998A7848-F9FA-1E61-CB36-0F725881F64D}"/>
                    </a:ext>
                  </a:extLst>
                </p14:cNvPr>
                <p14:cNvContentPartPr/>
                <p14:nvPr/>
              </p14:nvContentPartPr>
              <p14:xfrm>
                <a:off x="6927104" y="6597740"/>
                <a:ext cx="104400" cy="267840"/>
              </p14:xfrm>
            </p:contentPart>
          </mc:Choice>
          <mc:Fallback>
            <p:pic>
              <p:nvPicPr>
                <p:cNvPr id="17" name="Ink 16">
                  <a:extLst>
                    <a:ext uri="{FF2B5EF4-FFF2-40B4-BE49-F238E27FC236}">
                      <a16:creationId xmlns:a16="http://schemas.microsoft.com/office/drawing/2014/main" id="{998A7848-F9FA-1E61-CB36-0F725881F64D}"/>
                    </a:ext>
                  </a:extLst>
                </p:cNvPr>
                <p:cNvPicPr/>
                <p:nvPr/>
              </p:nvPicPr>
              <p:blipFill>
                <a:blip r:embed="rId27"/>
                <a:stretch>
                  <a:fillRect/>
                </a:stretch>
              </p:blipFill>
              <p:spPr>
                <a:xfrm>
                  <a:off x="6918104" y="6588740"/>
                  <a:ext cx="122040" cy="285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09F9B7BB-728F-05E5-B7BA-60ADCC76FFDA}"/>
                    </a:ext>
                  </a:extLst>
                </p14:cNvPr>
                <p14:cNvContentPartPr/>
                <p14:nvPr/>
              </p14:nvContentPartPr>
              <p14:xfrm>
                <a:off x="6976424" y="6575685"/>
                <a:ext cx="255960" cy="39600"/>
              </p14:xfrm>
            </p:contentPart>
          </mc:Choice>
          <mc:Fallback>
            <p:pic>
              <p:nvPicPr>
                <p:cNvPr id="18" name="Ink 17">
                  <a:extLst>
                    <a:ext uri="{FF2B5EF4-FFF2-40B4-BE49-F238E27FC236}">
                      <a16:creationId xmlns:a16="http://schemas.microsoft.com/office/drawing/2014/main" id="{09F9B7BB-728F-05E5-B7BA-60ADCC76FFDA}"/>
                    </a:ext>
                  </a:extLst>
                </p:cNvPr>
                <p:cNvPicPr/>
                <p:nvPr/>
              </p:nvPicPr>
              <p:blipFill>
                <a:blip r:embed="rId29"/>
                <a:stretch>
                  <a:fillRect/>
                </a:stretch>
              </p:blipFill>
              <p:spPr>
                <a:xfrm>
                  <a:off x="6967784" y="6567045"/>
                  <a:ext cx="273600" cy="57240"/>
                </a:xfrm>
                <a:prstGeom prst="rect">
                  <a:avLst/>
                </a:prstGeom>
              </p:spPr>
            </p:pic>
          </mc:Fallback>
        </mc:AlternateContent>
      </p:grpSp>
      <p:grpSp>
        <p:nvGrpSpPr>
          <p:cNvPr id="23" name="Group 22">
            <a:extLst>
              <a:ext uri="{FF2B5EF4-FFF2-40B4-BE49-F238E27FC236}">
                <a16:creationId xmlns:a16="http://schemas.microsoft.com/office/drawing/2014/main" id="{50306037-6585-91FD-7BAF-4226B43821E2}"/>
              </a:ext>
            </a:extLst>
          </p:cNvPr>
          <p:cNvGrpSpPr/>
          <p:nvPr/>
        </p:nvGrpSpPr>
        <p:grpSpPr>
          <a:xfrm>
            <a:off x="8295464" y="6208125"/>
            <a:ext cx="148320" cy="590760"/>
            <a:chOff x="8295464" y="6208125"/>
            <a:chExt cx="148320" cy="590760"/>
          </a:xfrm>
        </p:grpSpPr>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FEF358FC-8EA1-C366-F672-A2CBED05BB39}"/>
                    </a:ext>
                  </a:extLst>
                </p14:cNvPr>
                <p14:cNvContentPartPr/>
                <p14:nvPr/>
              </p14:nvContentPartPr>
              <p14:xfrm>
                <a:off x="8295464" y="6208125"/>
                <a:ext cx="32040" cy="321480"/>
              </p14:xfrm>
            </p:contentPart>
          </mc:Choice>
          <mc:Fallback>
            <p:pic>
              <p:nvPicPr>
                <p:cNvPr id="21" name="Ink 20">
                  <a:extLst>
                    <a:ext uri="{FF2B5EF4-FFF2-40B4-BE49-F238E27FC236}">
                      <a16:creationId xmlns:a16="http://schemas.microsoft.com/office/drawing/2014/main" id="{FEF358FC-8EA1-C366-F672-A2CBED05BB39}"/>
                    </a:ext>
                  </a:extLst>
                </p:cNvPr>
                <p:cNvPicPr/>
                <p:nvPr/>
              </p:nvPicPr>
              <p:blipFill>
                <a:blip r:embed="rId31"/>
                <a:stretch>
                  <a:fillRect/>
                </a:stretch>
              </p:blipFill>
              <p:spPr>
                <a:xfrm>
                  <a:off x="8286464" y="6199125"/>
                  <a:ext cx="4968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27434B66-A55A-626B-4401-A4B3684DFF97}"/>
                    </a:ext>
                  </a:extLst>
                </p14:cNvPr>
                <p14:cNvContentPartPr/>
                <p14:nvPr/>
              </p14:nvContentPartPr>
              <p14:xfrm>
                <a:off x="8336864" y="6587565"/>
                <a:ext cx="106920" cy="211320"/>
              </p14:xfrm>
            </p:contentPart>
          </mc:Choice>
          <mc:Fallback>
            <p:pic>
              <p:nvPicPr>
                <p:cNvPr id="22" name="Ink 21">
                  <a:extLst>
                    <a:ext uri="{FF2B5EF4-FFF2-40B4-BE49-F238E27FC236}">
                      <a16:creationId xmlns:a16="http://schemas.microsoft.com/office/drawing/2014/main" id="{27434B66-A55A-626B-4401-A4B3684DFF97}"/>
                    </a:ext>
                  </a:extLst>
                </p:cNvPr>
                <p:cNvPicPr/>
                <p:nvPr/>
              </p:nvPicPr>
              <p:blipFill>
                <a:blip r:embed="rId33"/>
                <a:stretch>
                  <a:fillRect/>
                </a:stretch>
              </p:blipFill>
              <p:spPr>
                <a:xfrm>
                  <a:off x="8328224" y="6578925"/>
                  <a:ext cx="124560" cy="228960"/>
                </a:xfrm>
                <a:prstGeom prst="rect">
                  <a:avLst/>
                </a:prstGeom>
              </p:spPr>
            </p:pic>
          </mc:Fallback>
        </mc:AlternateContent>
      </p:grpSp>
      <p:grpSp>
        <p:nvGrpSpPr>
          <p:cNvPr id="30" name="Group 29">
            <a:extLst>
              <a:ext uri="{FF2B5EF4-FFF2-40B4-BE49-F238E27FC236}">
                <a16:creationId xmlns:a16="http://schemas.microsoft.com/office/drawing/2014/main" id="{01147F72-4ED7-59E2-3F1E-3A8A0C3F1817}"/>
              </a:ext>
            </a:extLst>
          </p:cNvPr>
          <p:cNvGrpSpPr/>
          <p:nvPr/>
        </p:nvGrpSpPr>
        <p:grpSpPr>
          <a:xfrm>
            <a:off x="9351704" y="6244845"/>
            <a:ext cx="362520" cy="553680"/>
            <a:chOff x="9351704" y="6244845"/>
            <a:chExt cx="362520" cy="553680"/>
          </a:xfrm>
        </p:grpSpPr>
        <mc:AlternateContent xmlns:mc="http://schemas.openxmlformats.org/markup-compatibility/2006">
          <mc:Choice xmlns:p14="http://schemas.microsoft.com/office/powerpoint/2010/main" Requires="p14">
            <p:contentPart p14:bwMode="auto" r:id="rId34">
              <p14:nvContentPartPr>
                <p14:cNvPr id="24" name="Ink 23">
                  <a:extLst>
                    <a:ext uri="{FF2B5EF4-FFF2-40B4-BE49-F238E27FC236}">
                      <a16:creationId xmlns:a16="http://schemas.microsoft.com/office/drawing/2014/main" id="{5B20B621-6534-44A3-FEFA-3FDA66F01D01}"/>
                    </a:ext>
                  </a:extLst>
                </p14:cNvPr>
                <p14:cNvContentPartPr/>
                <p14:nvPr/>
              </p14:nvContentPartPr>
              <p14:xfrm>
                <a:off x="9376184" y="6244845"/>
                <a:ext cx="30600" cy="289080"/>
              </p14:xfrm>
            </p:contentPart>
          </mc:Choice>
          <mc:Fallback>
            <p:pic>
              <p:nvPicPr>
                <p:cNvPr id="24" name="Ink 23">
                  <a:extLst>
                    <a:ext uri="{FF2B5EF4-FFF2-40B4-BE49-F238E27FC236}">
                      <a16:creationId xmlns:a16="http://schemas.microsoft.com/office/drawing/2014/main" id="{5B20B621-6534-44A3-FEFA-3FDA66F01D01}"/>
                    </a:ext>
                  </a:extLst>
                </p:cNvPr>
                <p:cNvPicPr/>
                <p:nvPr/>
              </p:nvPicPr>
              <p:blipFill>
                <a:blip r:embed="rId35"/>
                <a:stretch>
                  <a:fillRect/>
                </a:stretch>
              </p:blipFill>
              <p:spPr>
                <a:xfrm>
                  <a:off x="9367184" y="6235845"/>
                  <a:ext cx="48240" cy="3067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5" name="Ink 24">
                  <a:extLst>
                    <a:ext uri="{FF2B5EF4-FFF2-40B4-BE49-F238E27FC236}">
                      <a16:creationId xmlns:a16="http://schemas.microsoft.com/office/drawing/2014/main" id="{CFE45304-A75A-434A-3553-359F6831E776}"/>
                    </a:ext>
                  </a:extLst>
                </p14:cNvPr>
                <p14:cNvContentPartPr/>
                <p14:nvPr/>
              </p14:nvContentPartPr>
              <p14:xfrm>
                <a:off x="9351704" y="6603765"/>
                <a:ext cx="162720" cy="194760"/>
              </p14:xfrm>
            </p:contentPart>
          </mc:Choice>
          <mc:Fallback>
            <p:pic>
              <p:nvPicPr>
                <p:cNvPr id="25" name="Ink 24">
                  <a:extLst>
                    <a:ext uri="{FF2B5EF4-FFF2-40B4-BE49-F238E27FC236}">
                      <a16:creationId xmlns:a16="http://schemas.microsoft.com/office/drawing/2014/main" id="{CFE45304-A75A-434A-3553-359F6831E776}"/>
                    </a:ext>
                  </a:extLst>
                </p:cNvPr>
                <p:cNvPicPr/>
                <p:nvPr/>
              </p:nvPicPr>
              <p:blipFill>
                <a:blip r:embed="rId37"/>
                <a:stretch>
                  <a:fillRect/>
                </a:stretch>
              </p:blipFill>
              <p:spPr>
                <a:xfrm>
                  <a:off x="9342704" y="6595125"/>
                  <a:ext cx="18036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6" name="Ink 25">
                  <a:extLst>
                    <a:ext uri="{FF2B5EF4-FFF2-40B4-BE49-F238E27FC236}">
                      <a16:creationId xmlns:a16="http://schemas.microsoft.com/office/drawing/2014/main" id="{B6849660-9E56-32DD-2729-7B7F802CEF63}"/>
                    </a:ext>
                  </a:extLst>
                </p14:cNvPr>
                <p14:cNvContentPartPr/>
                <p14:nvPr/>
              </p14:nvContentPartPr>
              <p14:xfrm>
                <a:off x="9494264" y="6647325"/>
                <a:ext cx="219960" cy="21960"/>
              </p14:xfrm>
            </p:contentPart>
          </mc:Choice>
          <mc:Fallback>
            <p:pic>
              <p:nvPicPr>
                <p:cNvPr id="26" name="Ink 25">
                  <a:extLst>
                    <a:ext uri="{FF2B5EF4-FFF2-40B4-BE49-F238E27FC236}">
                      <a16:creationId xmlns:a16="http://schemas.microsoft.com/office/drawing/2014/main" id="{B6849660-9E56-32DD-2729-7B7F802CEF63}"/>
                    </a:ext>
                  </a:extLst>
                </p:cNvPr>
                <p:cNvPicPr/>
                <p:nvPr/>
              </p:nvPicPr>
              <p:blipFill>
                <a:blip r:embed="rId39"/>
                <a:stretch>
                  <a:fillRect/>
                </a:stretch>
              </p:blipFill>
              <p:spPr>
                <a:xfrm>
                  <a:off x="9485624" y="6638685"/>
                  <a:ext cx="237600" cy="39600"/>
                </a:xfrm>
                <a:prstGeom prst="rect">
                  <a:avLst/>
                </a:prstGeom>
              </p:spPr>
            </p:pic>
          </mc:Fallback>
        </mc:AlternateContent>
      </p:grpSp>
      <p:grpSp>
        <p:nvGrpSpPr>
          <p:cNvPr id="29" name="Group 28">
            <a:extLst>
              <a:ext uri="{FF2B5EF4-FFF2-40B4-BE49-F238E27FC236}">
                <a16:creationId xmlns:a16="http://schemas.microsoft.com/office/drawing/2014/main" id="{CF37E95F-D7AA-512D-9A86-DE811825C191}"/>
              </a:ext>
            </a:extLst>
          </p:cNvPr>
          <p:cNvGrpSpPr/>
          <p:nvPr/>
        </p:nvGrpSpPr>
        <p:grpSpPr>
          <a:xfrm>
            <a:off x="10438544" y="6257805"/>
            <a:ext cx="298080" cy="581040"/>
            <a:chOff x="10438544" y="6257805"/>
            <a:chExt cx="298080" cy="581040"/>
          </a:xfrm>
        </p:grpSpPr>
        <mc:AlternateContent xmlns:mc="http://schemas.openxmlformats.org/markup-compatibility/2006">
          <mc:Choice xmlns:p14="http://schemas.microsoft.com/office/powerpoint/2010/main" Requires="p14">
            <p:contentPart p14:bwMode="auto" r:id="rId40">
              <p14:nvContentPartPr>
                <p14:cNvPr id="27" name="Ink 26">
                  <a:extLst>
                    <a:ext uri="{FF2B5EF4-FFF2-40B4-BE49-F238E27FC236}">
                      <a16:creationId xmlns:a16="http://schemas.microsoft.com/office/drawing/2014/main" id="{B88A239C-7543-C9AB-D591-822D8F6DBE8B}"/>
                    </a:ext>
                  </a:extLst>
                </p14:cNvPr>
                <p14:cNvContentPartPr/>
                <p14:nvPr/>
              </p14:nvContentPartPr>
              <p14:xfrm>
                <a:off x="10438544" y="6257805"/>
                <a:ext cx="84600" cy="294480"/>
              </p14:xfrm>
            </p:contentPart>
          </mc:Choice>
          <mc:Fallback>
            <p:pic>
              <p:nvPicPr>
                <p:cNvPr id="27" name="Ink 26">
                  <a:extLst>
                    <a:ext uri="{FF2B5EF4-FFF2-40B4-BE49-F238E27FC236}">
                      <a16:creationId xmlns:a16="http://schemas.microsoft.com/office/drawing/2014/main" id="{B88A239C-7543-C9AB-D591-822D8F6DBE8B}"/>
                    </a:ext>
                  </a:extLst>
                </p:cNvPr>
                <p:cNvPicPr/>
                <p:nvPr/>
              </p:nvPicPr>
              <p:blipFill>
                <a:blip r:embed="rId41"/>
                <a:stretch>
                  <a:fillRect/>
                </a:stretch>
              </p:blipFill>
              <p:spPr>
                <a:xfrm>
                  <a:off x="10429544" y="6248805"/>
                  <a:ext cx="10224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8" name="Ink 27">
                  <a:extLst>
                    <a:ext uri="{FF2B5EF4-FFF2-40B4-BE49-F238E27FC236}">
                      <a16:creationId xmlns:a16="http://schemas.microsoft.com/office/drawing/2014/main" id="{D4F5A89E-BC44-7913-2873-2AE9DA5BAFF8}"/>
                    </a:ext>
                  </a:extLst>
                </p14:cNvPr>
                <p14:cNvContentPartPr/>
                <p14:nvPr/>
              </p14:nvContentPartPr>
              <p14:xfrm>
                <a:off x="10488584" y="6504045"/>
                <a:ext cx="248040" cy="334800"/>
              </p14:xfrm>
            </p:contentPart>
          </mc:Choice>
          <mc:Fallback>
            <p:pic>
              <p:nvPicPr>
                <p:cNvPr id="28" name="Ink 27">
                  <a:extLst>
                    <a:ext uri="{FF2B5EF4-FFF2-40B4-BE49-F238E27FC236}">
                      <a16:creationId xmlns:a16="http://schemas.microsoft.com/office/drawing/2014/main" id="{D4F5A89E-BC44-7913-2873-2AE9DA5BAFF8}"/>
                    </a:ext>
                  </a:extLst>
                </p:cNvPr>
                <p:cNvPicPr/>
                <p:nvPr/>
              </p:nvPicPr>
              <p:blipFill>
                <a:blip r:embed="rId43"/>
                <a:stretch>
                  <a:fillRect/>
                </a:stretch>
              </p:blipFill>
              <p:spPr>
                <a:xfrm>
                  <a:off x="10479944" y="6495405"/>
                  <a:ext cx="265680" cy="352440"/>
                </a:xfrm>
                <a:prstGeom prst="rect">
                  <a:avLst/>
                </a:prstGeom>
              </p:spPr>
            </p:pic>
          </mc:Fallback>
        </mc:AlternateContent>
      </p:grpSp>
      <p:grpSp>
        <p:nvGrpSpPr>
          <p:cNvPr id="33" name="Group 32">
            <a:extLst>
              <a:ext uri="{FF2B5EF4-FFF2-40B4-BE49-F238E27FC236}">
                <a16:creationId xmlns:a16="http://schemas.microsoft.com/office/drawing/2014/main" id="{3AB0106A-C2A4-00C5-6B51-E5F52C19404E}"/>
              </a:ext>
            </a:extLst>
          </p:cNvPr>
          <p:cNvGrpSpPr/>
          <p:nvPr/>
        </p:nvGrpSpPr>
        <p:grpSpPr>
          <a:xfrm>
            <a:off x="11304344" y="6149085"/>
            <a:ext cx="258120" cy="608400"/>
            <a:chOff x="11304344" y="6149085"/>
            <a:chExt cx="258120" cy="608400"/>
          </a:xfrm>
        </p:grpSpPr>
        <mc:AlternateContent xmlns:mc="http://schemas.openxmlformats.org/markup-compatibility/2006">
          <mc:Choice xmlns:p14="http://schemas.microsoft.com/office/powerpoint/2010/main" Requires="p14">
            <p:contentPart p14:bwMode="auto" r:id="rId44">
              <p14:nvContentPartPr>
                <p14:cNvPr id="31" name="Ink 30">
                  <a:extLst>
                    <a:ext uri="{FF2B5EF4-FFF2-40B4-BE49-F238E27FC236}">
                      <a16:creationId xmlns:a16="http://schemas.microsoft.com/office/drawing/2014/main" id="{214A8BB9-42EA-D5B6-2200-39F74A023009}"/>
                    </a:ext>
                  </a:extLst>
                </p14:cNvPr>
                <p14:cNvContentPartPr/>
                <p14:nvPr/>
              </p14:nvContentPartPr>
              <p14:xfrm>
                <a:off x="11304344" y="6149085"/>
                <a:ext cx="86040" cy="300960"/>
              </p14:xfrm>
            </p:contentPart>
          </mc:Choice>
          <mc:Fallback>
            <p:pic>
              <p:nvPicPr>
                <p:cNvPr id="31" name="Ink 30">
                  <a:extLst>
                    <a:ext uri="{FF2B5EF4-FFF2-40B4-BE49-F238E27FC236}">
                      <a16:creationId xmlns:a16="http://schemas.microsoft.com/office/drawing/2014/main" id="{214A8BB9-42EA-D5B6-2200-39F74A023009}"/>
                    </a:ext>
                  </a:extLst>
                </p:cNvPr>
                <p:cNvPicPr/>
                <p:nvPr/>
              </p:nvPicPr>
              <p:blipFill>
                <a:blip r:embed="rId45"/>
                <a:stretch>
                  <a:fillRect/>
                </a:stretch>
              </p:blipFill>
              <p:spPr>
                <a:xfrm>
                  <a:off x="11295344" y="6140445"/>
                  <a:ext cx="103680" cy="3186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2" name="Ink 31">
                  <a:extLst>
                    <a:ext uri="{FF2B5EF4-FFF2-40B4-BE49-F238E27FC236}">
                      <a16:creationId xmlns:a16="http://schemas.microsoft.com/office/drawing/2014/main" id="{56B5146E-9557-1F6B-7D67-D82FBC61AA2E}"/>
                    </a:ext>
                  </a:extLst>
                </p14:cNvPr>
                <p14:cNvContentPartPr/>
                <p14:nvPr/>
              </p14:nvContentPartPr>
              <p14:xfrm>
                <a:off x="11337824" y="6544725"/>
                <a:ext cx="224640" cy="212760"/>
              </p14:xfrm>
            </p:contentPart>
          </mc:Choice>
          <mc:Fallback>
            <p:pic>
              <p:nvPicPr>
                <p:cNvPr id="32" name="Ink 31">
                  <a:extLst>
                    <a:ext uri="{FF2B5EF4-FFF2-40B4-BE49-F238E27FC236}">
                      <a16:creationId xmlns:a16="http://schemas.microsoft.com/office/drawing/2014/main" id="{56B5146E-9557-1F6B-7D67-D82FBC61AA2E}"/>
                    </a:ext>
                  </a:extLst>
                </p:cNvPr>
                <p:cNvPicPr/>
                <p:nvPr/>
              </p:nvPicPr>
              <p:blipFill>
                <a:blip r:embed="rId47"/>
                <a:stretch>
                  <a:fillRect/>
                </a:stretch>
              </p:blipFill>
              <p:spPr>
                <a:xfrm>
                  <a:off x="11328824" y="6535725"/>
                  <a:ext cx="242280" cy="230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8">
            <p14:nvContentPartPr>
              <p14:cNvPr id="34" name="Ink 33">
                <a:extLst>
                  <a:ext uri="{FF2B5EF4-FFF2-40B4-BE49-F238E27FC236}">
                    <a16:creationId xmlns:a16="http://schemas.microsoft.com/office/drawing/2014/main" id="{A50AFBA8-E1D6-7F95-A57F-3C45299FFC3F}"/>
                  </a:ext>
                </a:extLst>
              </p14:cNvPr>
              <p14:cNvContentPartPr/>
              <p14:nvPr/>
            </p14:nvContentPartPr>
            <p14:xfrm>
              <a:off x="2117144" y="5645805"/>
              <a:ext cx="307800" cy="29160"/>
            </p14:xfrm>
          </p:contentPart>
        </mc:Choice>
        <mc:Fallback>
          <p:pic>
            <p:nvPicPr>
              <p:cNvPr id="34" name="Ink 33">
                <a:extLst>
                  <a:ext uri="{FF2B5EF4-FFF2-40B4-BE49-F238E27FC236}">
                    <a16:creationId xmlns:a16="http://schemas.microsoft.com/office/drawing/2014/main" id="{A50AFBA8-E1D6-7F95-A57F-3C45299FFC3F}"/>
                  </a:ext>
                </a:extLst>
              </p:cNvPr>
              <p:cNvPicPr/>
              <p:nvPr/>
            </p:nvPicPr>
            <p:blipFill>
              <a:blip r:embed="rId49"/>
              <a:stretch>
                <a:fillRect/>
              </a:stretch>
            </p:blipFill>
            <p:spPr>
              <a:xfrm>
                <a:off x="2108504" y="5636805"/>
                <a:ext cx="32544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5" name="Ink 34">
                <a:extLst>
                  <a:ext uri="{FF2B5EF4-FFF2-40B4-BE49-F238E27FC236}">
                    <a16:creationId xmlns:a16="http://schemas.microsoft.com/office/drawing/2014/main" id="{B1E22F1D-8752-ABD6-C19A-7F4DD9946C03}"/>
                  </a:ext>
                </a:extLst>
              </p14:cNvPr>
              <p14:cNvContentPartPr/>
              <p14:nvPr/>
            </p14:nvContentPartPr>
            <p14:xfrm>
              <a:off x="1712144" y="5585685"/>
              <a:ext cx="20880" cy="249120"/>
            </p14:xfrm>
          </p:contentPart>
        </mc:Choice>
        <mc:Fallback>
          <p:pic>
            <p:nvPicPr>
              <p:cNvPr id="35" name="Ink 34">
                <a:extLst>
                  <a:ext uri="{FF2B5EF4-FFF2-40B4-BE49-F238E27FC236}">
                    <a16:creationId xmlns:a16="http://schemas.microsoft.com/office/drawing/2014/main" id="{B1E22F1D-8752-ABD6-C19A-7F4DD9946C03}"/>
                  </a:ext>
                </a:extLst>
              </p:cNvPr>
              <p:cNvPicPr/>
              <p:nvPr/>
            </p:nvPicPr>
            <p:blipFill>
              <a:blip r:embed="rId51"/>
              <a:stretch>
                <a:fillRect/>
              </a:stretch>
            </p:blipFill>
            <p:spPr>
              <a:xfrm>
                <a:off x="1703144" y="5576685"/>
                <a:ext cx="38520" cy="266760"/>
              </a:xfrm>
              <a:prstGeom prst="rect">
                <a:avLst/>
              </a:prstGeom>
            </p:spPr>
          </p:pic>
        </mc:Fallback>
      </mc:AlternateContent>
      <p:grpSp>
        <p:nvGrpSpPr>
          <p:cNvPr id="61" name="Group 60">
            <a:extLst>
              <a:ext uri="{FF2B5EF4-FFF2-40B4-BE49-F238E27FC236}">
                <a16:creationId xmlns:a16="http://schemas.microsoft.com/office/drawing/2014/main" id="{9B9D2D85-503D-89EF-8B26-7C632EB60656}"/>
              </a:ext>
            </a:extLst>
          </p:cNvPr>
          <p:cNvGrpSpPr/>
          <p:nvPr/>
        </p:nvGrpSpPr>
        <p:grpSpPr>
          <a:xfrm>
            <a:off x="1645904" y="4834005"/>
            <a:ext cx="834840" cy="245160"/>
            <a:chOff x="1645904" y="4834005"/>
            <a:chExt cx="834840" cy="245160"/>
          </a:xfrm>
        </p:grpSpPr>
        <mc:AlternateContent xmlns:mc="http://schemas.openxmlformats.org/markup-compatibility/2006">
          <mc:Choice xmlns:p14="http://schemas.microsoft.com/office/powerpoint/2010/main" Requires="p14">
            <p:contentPart p14:bwMode="auto" r:id="rId52">
              <p14:nvContentPartPr>
                <p14:cNvPr id="36" name="Ink 35">
                  <a:extLst>
                    <a:ext uri="{FF2B5EF4-FFF2-40B4-BE49-F238E27FC236}">
                      <a16:creationId xmlns:a16="http://schemas.microsoft.com/office/drawing/2014/main" id="{52C65C3A-8190-5654-9A07-94ADE4260679}"/>
                    </a:ext>
                  </a:extLst>
                </p14:cNvPr>
                <p14:cNvContentPartPr/>
                <p14:nvPr/>
              </p14:nvContentPartPr>
              <p14:xfrm>
                <a:off x="2172944" y="4961805"/>
                <a:ext cx="307800" cy="62280"/>
              </p14:xfrm>
            </p:contentPart>
          </mc:Choice>
          <mc:Fallback>
            <p:pic>
              <p:nvPicPr>
                <p:cNvPr id="36" name="Ink 35">
                  <a:extLst>
                    <a:ext uri="{FF2B5EF4-FFF2-40B4-BE49-F238E27FC236}">
                      <a16:creationId xmlns:a16="http://schemas.microsoft.com/office/drawing/2014/main" id="{52C65C3A-8190-5654-9A07-94ADE4260679}"/>
                    </a:ext>
                  </a:extLst>
                </p:cNvPr>
                <p:cNvPicPr/>
                <p:nvPr/>
              </p:nvPicPr>
              <p:blipFill>
                <a:blip r:embed="rId53"/>
                <a:stretch>
                  <a:fillRect/>
                </a:stretch>
              </p:blipFill>
              <p:spPr>
                <a:xfrm>
                  <a:off x="2163944" y="4953165"/>
                  <a:ext cx="32544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7" name="Ink 36">
                  <a:extLst>
                    <a:ext uri="{FF2B5EF4-FFF2-40B4-BE49-F238E27FC236}">
                      <a16:creationId xmlns:a16="http://schemas.microsoft.com/office/drawing/2014/main" id="{5BDB27A8-CC9F-89D2-80D8-B1266B1122D6}"/>
                    </a:ext>
                  </a:extLst>
                </p14:cNvPr>
                <p14:cNvContentPartPr/>
                <p14:nvPr/>
              </p14:nvContentPartPr>
              <p14:xfrm>
                <a:off x="1645904" y="4834005"/>
                <a:ext cx="329400" cy="245160"/>
              </p14:xfrm>
            </p:contentPart>
          </mc:Choice>
          <mc:Fallback>
            <p:pic>
              <p:nvPicPr>
                <p:cNvPr id="37" name="Ink 36">
                  <a:extLst>
                    <a:ext uri="{FF2B5EF4-FFF2-40B4-BE49-F238E27FC236}">
                      <a16:creationId xmlns:a16="http://schemas.microsoft.com/office/drawing/2014/main" id="{5BDB27A8-CC9F-89D2-80D8-B1266B1122D6}"/>
                    </a:ext>
                  </a:extLst>
                </p:cNvPr>
                <p:cNvPicPr/>
                <p:nvPr/>
              </p:nvPicPr>
              <p:blipFill>
                <a:blip r:embed="rId55"/>
                <a:stretch>
                  <a:fillRect/>
                </a:stretch>
              </p:blipFill>
              <p:spPr>
                <a:xfrm>
                  <a:off x="1636904" y="4825365"/>
                  <a:ext cx="347040" cy="262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6">
            <p14:nvContentPartPr>
              <p14:cNvPr id="38" name="Ink 37">
                <a:extLst>
                  <a:ext uri="{FF2B5EF4-FFF2-40B4-BE49-F238E27FC236}">
                    <a16:creationId xmlns:a16="http://schemas.microsoft.com/office/drawing/2014/main" id="{220905EE-AAB4-8EB4-B7E3-EFF65CB17669}"/>
                  </a:ext>
                </a:extLst>
              </p14:cNvPr>
              <p14:cNvContentPartPr/>
              <p14:nvPr/>
            </p14:nvContentPartPr>
            <p14:xfrm>
              <a:off x="2062784" y="4151445"/>
              <a:ext cx="505440" cy="124200"/>
            </p14:xfrm>
          </p:contentPart>
        </mc:Choice>
        <mc:Fallback>
          <p:pic>
            <p:nvPicPr>
              <p:cNvPr id="38" name="Ink 37">
                <a:extLst>
                  <a:ext uri="{FF2B5EF4-FFF2-40B4-BE49-F238E27FC236}">
                    <a16:creationId xmlns:a16="http://schemas.microsoft.com/office/drawing/2014/main" id="{220905EE-AAB4-8EB4-B7E3-EFF65CB17669}"/>
                  </a:ext>
                </a:extLst>
              </p:cNvPr>
              <p:cNvPicPr/>
              <p:nvPr/>
            </p:nvPicPr>
            <p:blipFill>
              <a:blip r:embed="rId57"/>
              <a:stretch>
                <a:fillRect/>
              </a:stretch>
            </p:blipFill>
            <p:spPr>
              <a:xfrm>
                <a:off x="2054144" y="4142445"/>
                <a:ext cx="52308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9" name="Ink 38">
                <a:extLst>
                  <a:ext uri="{FF2B5EF4-FFF2-40B4-BE49-F238E27FC236}">
                    <a16:creationId xmlns:a16="http://schemas.microsoft.com/office/drawing/2014/main" id="{79E30D40-B36A-38EC-6627-0D36B76BF8FE}"/>
                  </a:ext>
                </a:extLst>
              </p14:cNvPr>
              <p14:cNvContentPartPr/>
              <p14:nvPr/>
            </p14:nvContentPartPr>
            <p14:xfrm>
              <a:off x="1456544" y="4053525"/>
              <a:ext cx="273960" cy="272880"/>
            </p14:xfrm>
          </p:contentPart>
        </mc:Choice>
        <mc:Fallback>
          <p:pic>
            <p:nvPicPr>
              <p:cNvPr id="39" name="Ink 38">
                <a:extLst>
                  <a:ext uri="{FF2B5EF4-FFF2-40B4-BE49-F238E27FC236}">
                    <a16:creationId xmlns:a16="http://schemas.microsoft.com/office/drawing/2014/main" id="{79E30D40-B36A-38EC-6627-0D36B76BF8FE}"/>
                  </a:ext>
                </a:extLst>
              </p:cNvPr>
              <p:cNvPicPr/>
              <p:nvPr/>
            </p:nvPicPr>
            <p:blipFill>
              <a:blip r:embed="rId59"/>
              <a:stretch>
                <a:fillRect/>
              </a:stretch>
            </p:blipFill>
            <p:spPr>
              <a:xfrm>
                <a:off x="1447544" y="4044525"/>
                <a:ext cx="291600" cy="290520"/>
              </a:xfrm>
              <a:prstGeom prst="rect">
                <a:avLst/>
              </a:prstGeom>
            </p:spPr>
          </p:pic>
        </mc:Fallback>
      </mc:AlternateContent>
      <p:grpSp>
        <p:nvGrpSpPr>
          <p:cNvPr id="60" name="Group 59">
            <a:extLst>
              <a:ext uri="{FF2B5EF4-FFF2-40B4-BE49-F238E27FC236}">
                <a16:creationId xmlns:a16="http://schemas.microsoft.com/office/drawing/2014/main" id="{F94EDE0B-6D38-7552-280D-D30FF10742C4}"/>
              </a:ext>
            </a:extLst>
          </p:cNvPr>
          <p:cNvGrpSpPr/>
          <p:nvPr/>
        </p:nvGrpSpPr>
        <p:grpSpPr>
          <a:xfrm>
            <a:off x="1679744" y="3287445"/>
            <a:ext cx="741960" cy="198000"/>
            <a:chOff x="1679744" y="3287445"/>
            <a:chExt cx="741960" cy="198000"/>
          </a:xfrm>
        </p:grpSpPr>
        <mc:AlternateContent xmlns:mc="http://schemas.openxmlformats.org/markup-compatibility/2006">
          <mc:Choice xmlns:p14="http://schemas.microsoft.com/office/powerpoint/2010/main" Requires="p14">
            <p:contentPart p14:bwMode="auto" r:id="rId60">
              <p14:nvContentPartPr>
                <p14:cNvPr id="40" name="Ink 39">
                  <a:extLst>
                    <a:ext uri="{FF2B5EF4-FFF2-40B4-BE49-F238E27FC236}">
                      <a16:creationId xmlns:a16="http://schemas.microsoft.com/office/drawing/2014/main" id="{88446EBB-DF37-68DB-19DA-F5C62BFB35A3}"/>
                    </a:ext>
                  </a:extLst>
                </p14:cNvPr>
                <p14:cNvContentPartPr/>
                <p14:nvPr/>
              </p14:nvContentPartPr>
              <p14:xfrm>
                <a:off x="2125784" y="3329925"/>
                <a:ext cx="295920" cy="96120"/>
              </p14:xfrm>
            </p:contentPart>
          </mc:Choice>
          <mc:Fallback>
            <p:pic>
              <p:nvPicPr>
                <p:cNvPr id="40" name="Ink 39">
                  <a:extLst>
                    <a:ext uri="{FF2B5EF4-FFF2-40B4-BE49-F238E27FC236}">
                      <a16:creationId xmlns:a16="http://schemas.microsoft.com/office/drawing/2014/main" id="{88446EBB-DF37-68DB-19DA-F5C62BFB35A3}"/>
                    </a:ext>
                  </a:extLst>
                </p:cNvPr>
                <p:cNvPicPr/>
                <p:nvPr/>
              </p:nvPicPr>
              <p:blipFill>
                <a:blip r:embed="rId61"/>
                <a:stretch>
                  <a:fillRect/>
                </a:stretch>
              </p:blipFill>
              <p:spPr>
                <a:xfrm>
                  <a:off x="2116784" y="3320925"/>
                  <a:ext cx="31356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1" name="Ink 40">
                  <a:extLst>
                    <a:ext uri="{FF2B5EF4-FFF2-40B4-BE49-F238E27FC236}">
                      <a16:creationId xmlns:a16="http://schemas.microsoft.com/office/drawing/2014/main" id="{E04064F7-F93C-E9CB-97CD-500DAB98DEFA}"/>
                    </a:ext>
                  </a:extLst>
                </p14:cNvPr>
                <p14:cNvContentPartPr/>
                <p14:nvPr/>
              </p14:nvContentPartPr>
              <p14:xfrm>
                <a:off x="1679744" y="3287445"/>
                <a:ext cx="340200" cy="198000"/>
              </p14:xfrm>
            </p:contentPart>
          </mc:Choice>
          <mc:Fallback>
            <p:pic>
              <p:nvPicPr>
                <p:cNvPr id="41" name="Ink 40">
                  <a:extLst>
                    <a:ext uri="{FF2B5EF4-FFF2-40B4-BE49-F238E27FC236}">
                      <a16:creationId xmlns:a16="http://schemas.microsoft.com/office/drawing/2014/main" id="{E04064F7-F93C-E9CB-97CD-500DAB98DEFA}"/>
                    </a:ext>
                  </a:extLst>
                </p:cNvPr>
                <p:cNvPicPr/>
                <p:nvPr/>
              </p:nvPicPr>
              <p:blipFill>
                <a:blip r:embed="rId63"/>
                <a:stretch>
                  <a:fillRect/>
                </a:stretch>
              </p:blipFill>
              <p:spPr>
                <a:xfrm>
                  <a:off x="1670744" y="3278805"/>
                  <a:ext cx="357840" cy="215640"/>
                </a:xfrm>
                <a:prstGeom prst="rect">
                  <a:avLst/>
                </a:prstGeom>
              </p:spPr>
            </p:pic>
          </mc:Fallback>
        </mc:AlternateContent>
      </p:grpSp>
      <p:grpSp>
        <p:nvGrpSpPr>
          <p:cNvPr id="59" name="Group 58">
            <a:extLst>
              <a:ext uri="{FF2B5EF4-FFF2-40B4-BE49-F238E27FC236}">
                <a16:creationId xmlns:a16="http://schemas.microsoft.com/office/drawing/2014/main" id="{0AF7F8A3-C0F2-0EB3-7FF9-FB3EA24DD126}"/>
              </a:ext>
            </a:extLst>
          </p:cNvPr>
          <p:cNvGrpSpPr/>
          <p:nvPr/>
        </p:nvGrpSpPr>
        <p:grpSpPr>
          <a:xfrm>
            <a:off x="1731584" y="2494365"/>
            <a:ext cx="707760" cy="326880"/>
            <a:chOff x="1731584" y="2494365"/>
            <a:chExt cx="707760" cy="326880"/>
          </a:xfrm>
        </p:grpSpPr>
        <mc:AlternateContent xmlns:mc="http://schemas.openxmlformats.org/markup-compatibility/2006">
          <mc:Choice xmlns:p14="http://schemas.microsoft.com/office/powerpoint/2010/main" Requires="p14">
            <p:contentPart p14:bwMode="auto" r:id="rId64">
              <p14:nvContentPartPr>
                <p14:cNvPr id="42" name="Ink 41">
                  <a:extLst>
                    <a:ext uri="{FF2B5EF4-FFF2-40B4-BE49-F238E27FC236}">
                      <a16:creationId xmlns:a16="http://schemas.microsoft.com/office/drawing/2014/main" id="{91429717-5012-5380-6A8D-C9CDAAD20CC7}"/>
                    </a:ext>
                  </a:extLst>
                </p14:cNvPr>
                <p14:cNvContentPartPr/>
                <p14:nvPr/>
              </p14:nvContentPartPr>
              <p14:xfrm>
                <a:off x="2102384" y="2538645"/>
                <a:ext cx="336960" cy="142560"/>
              </p14:xfrm>
            </p:contentPart>
          </mc:Choice>
          <mc:Fallback>
            <p:pic>
              <p:nvPicPr>
                <p:cNvPr id="42" name="Ink 41">
                  <a:extLst>
                    <a:ext uri="{FF2B5EF4-FFF2-40B4-BE49-F238E27FC236}">
                      <a16:creationId xmlns:a16="http://schemas.microsoft.com/office/drawing/2014/main" id="{91429717-5012-5380-6A8D-C9CDAAD20CC7}"/>
                    </a:ext>
                  </a:extLst>
                </p:cNvPr>
                <p:cNvPicPr/>
                <p:nvPr/>
              </p:nvPicPr>
              <p:blipFill>
                <a:blip r:embed="rId65"/>
                <a:stretch>
                  <a:fillRect/>
                </a:stretch>
              </p:blipFill>
              <p:spPr>
                <a:xfrm>
                  <a:off x="2093744" y="2530005"/>
                  <a:ext cx="35460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3" name="Ink 42">
                  <a:extLst>
                    <a:ext uri="{FF2B5EF4-FFF2-40B4-BE49-F238E27FC236}">
                      <a16:creationId xmlns:a16="http://schemas.microsoft.com/office/drawing/2014/main" id="{625D5861-B6A4-4E55-1918-F7BADE787825}"/>
                    </a:ext>
                  </a:extLst>
                </p14:cNvPr>
                <p14:cNvContentPartPr/>
                <p14:nvPr/>
              </p14:nvContentPartPr>
              <p14:xfrm>
                <a:off x="1731584" y="2494365"/>
                <a:ext cx="168120" cy="326880"/>
              </p14:xfrm>
            </p:contentPart>
          </mc:Choice>
          <mc:Fallback>
            <p:pic>
              <p:nvPicPr>
                <p:cNvPr id="43" name="Ink 42">
                  <a:extLst>
                    <a:ext uri="{FF2B5EF4-FFF2-40B4-BE49-F238E27FC236}">
                      <a16:creationId xmlns:a16="http://schemas.microsoft.com/office/drawing/2014/main" id="{625D5861-B6A4-4E55-1918-F7BADE787825}"/>
                    </a:ext>
                  </a:extLst>
                </p:cNvPr>
                <p:cNvPicPr/>
                <p:nvPr/>
              </p:nvPicPr>
              <p:blipFill>
                <a:blip r:embed="rId67"/>
                <a:stretch>
                  <a:fillRect/>
                </a:stretch>
              </p:blipFill>
              <p:spPr>
                <a:xfrm>
                  <a:off x="1722944" y="2485365"/>
                  <a:ext cx="185760" cy="344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8">
            <p14:nvContentPartPr>
              <p14:cNvPr id="44" name="Ink 43">
                <a:extLst>
                  <a:ext uri="{FF2B5EF4-FFF2-40B4-BE49-F238E27FC236}">
                    <a16:creationId xmlns:a16="http://schemas.microsoft.com/office/drawing/2014/main" id="{AA3EEE6F-26DB-D5AF-3A29-BE4C560AA359}"/>
                  </a:ext>
                </a:extLst>
              </p14:cNvPr>
              <p14:cNvContentPartPr/>
              <p14:nvPr/>
            </p14:nvContentPartPr>
            <p14:xfrm>
              <a:off x="1905104" y="2287005"/>
              <a:ext cx="30600" cy="15480"/>
            </p14:xfrm>
          </p:contentPart>
        </mc:Choice>
        <mc:Fallback>
          <p:pic>
            <p:nvPicPr>
              <p:cNvPr id="44" name="Ink 43">
                <a:extLst>
                  <a:ext uri="{FF2B5EF4-FFF2-40B4-BE49-F238E27FC236}">
                    <a16:creationId xmlns:a16="http://schemas.microsoft.com/office/drawing/2014/main" id="{AA3EEE6F-26DB-D5AF-3A29-BE4C560AA359}"/>
                  </a:ext>
                </a:extLst>
              </p:cNvPr>
              <p:cNvPicPr/>
              <p:nvPr/>
            </p:nvPicPr>
            <p:blipFill>
              <a:blip r:embed="rId69"/>
              <a:stretch>
                <a:fillRect/>
              </a:stretch>
            </p:blipFill>
            <p:spPr>
              <a:xfrm>
                <a:off x="1896104" y="2278005"/>
                <a:ext cx="48240" cy="33120"/>
              </a:xfrm>
              <a:prstGeom prst="rect">
                <a:avLst/>
              </a:prstGeom>
            </p:spPr>
          </p:pic>
        </mc:Fallback>
      </mc:AlternateContent>
      <p:grpSp>
        <p:nvGrpSpPr>
          <p:cNvPr id="58" name="Group 57">
            <a:extLst>
              <a:ext uri="{FF2B5EF4-FFF2-40B4-BE49-F238E27FC236}">
                <a16:creationId xmlns:a16="http://schemas.microsoft.com/office/drawing/2014/main" id="{B61E1F05-A6EF-03B6-ECE4-6DAE78C39E8C}"/>
              </a:ext>
            </a:extLst>
          </p:cNvPr>
          <p:cNvGrpSpPr/>
          <p:nvPr/>
        </p:nvGrpSpPr>
        <p:grpSpPr>
          <a:xfrm>
            <a:off x="1572464" y="1853925"/>
            <a:ext cx="902160" cy="278280"/>
            <a:chOff x="1572464" y="1853925"/>
            <a:chExt cx="902160" cy="278280"/>
          </a:xfrm>
        </p:grpSpPr>
        <mc:AlternateContent xmlns:mc="http://schemas.openxmlformats.org/markup-compatibility/2006">
          <mc:Choice xmlns:p14="http://schemas.microsoft.com/office/powerpoint/2010/main" Requires="p14">
            <p:contentPart p14:bwMode="auto" r:id="rId70">
              <p14:nvContentPartPr>
                <p14:cNvPr id="45" name="Ink 44">
                  <a:extLst>
                    <a:ext uri="{FF2B5EF4-FFF2-40B4-BE49-F238E27FC236}">
                      <a16:creationId xmlns:a16="http://schemas.microsoft.com/office/drawing/2014/main" id="{69DC7EF7-A8B9-6194-64E7-B39B72C368EC}"/>
                    </a:ext>
                  </a:extLst>
                </p14:cNvPr>
                <p14:cNvContentPartPr/>
                <p14:nvPr/>
              </p14:nvContentPartPr>
              <p14:xfrm>
                <a:off x="2164304" y="1946085"/>
                <a:ext cx="310320" cy="117720"/>
              </p14:xfrm>
            </p:contentPart>
          </mc:Choice>
          <mc:Fallback>
            <p:pic>
              <p:nvPicPr>
                <p:cNvPr id="45" name="Ink 44">
                  <a:extLst>
                    <a:ext uri="{FF2B5EF4-FFF2-40B4-BE49-F238E27FC236}">
                      <a16:creationId xmlns:a16="http://schemas.microsoft.com/office/drawing/2014/main" id="{69DC7EF7-A8B9-6194-64E7-B39B72C368EC}"/>
                    </a:ext>
                  </a:extLst>
                </p:cNvPr>
                <p:cNvPicPr/>
                <p:nvPr/>
              </p:nvPicPr>
              <p:blipFill>
                <a:blip r:embed="rId71"/>
                <a:stretch>
                  <a:fillRect/>
                </a:stretch>
              </p:blipFill>
              <p:spPr>
                <a:xfrm>
                  <a:off x="2155304" y="1937445"/>
                  <a:ext cx="32796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6" name="Ink 45">
                  <a:extLst>
                    <a:ext uri="{FF2B5EF4-FFF2-40B4-BE49-F238E27FC236}">
                      <a16:creationId xmlns:a16="http://schemas.microsoft.com/office/drawing/2014/main" id="{5BA820DF-45D1-DB14-05AA-C62660B3AE7E}"/>
                    </a:ext>
                  </a:extLst>
                </p14:cNvPr>
                <p14:cNvContentPartPr/>
                <p14:nvPr/>
              </p14:nvContentPartPr>
              <p14:xfrm>
                <a:off x="1572464" y="1853925"/>
                <a:ext cx="340920" cy="278280"/>
              </p14:xfrm>
            </p:contentPart>
          </mc:Choice>
          <mc:Fallback>
            <p:pic>
              <p:nvPicPr>
                <p:cNvPr id="46" name="Ink 45">
                  <a:extLst>
                    <a:ext uri="{FF2B5EF4-FFF2-40B4-BE49-F238E27FC236}">
                      <a16:creationId xmlns:a16="http://schemas.microsoft.com/office/drawing/2014/main" id="{5BA820DF-45D1-DB14-05AA-C62660B3AE7E}"/>
                    </a:ext>
                  </a:extLst>
                </p:cNvPr>
                <p:cNvPicPr/>
                <p:nvPr/>
              </p:nvPicPr>
              <p:blipFill>
                <a:blip r:embed="rId73"/>
                <a:stretch>
                  <a:fillRect/>
                </a:stretch>
              </p:blipFill>
              <p:spPr>
                <a:xfrm>
                  <a:off x="1563464" y="1844925"/>
                  <a:ext cx="358560" cy="295920"/>
                </a:xfrm>
                <a:prstGeom prst="rect">
                  <a:avLst/>
                </a:prstGeom>
              </p:spPr>
            </p:pic>
          </mc:Fallback>
        </mc:AlternateContent>
      </p:grpSp>
      <p:grpSp>
        <p:nvGrpSpPr>
          <p:cNvPr id="57" name="Group 56">
            <a:extLst>
              <a:ext uri="{FF2B5EF4-FFF2-40B4-BE49-F238E27FC236}">
                <a16:creationId xmlns:a16="http://schemas.microsoft.com/office/drawing/2014/main" id="{B776C7EE-268B-BBF0-E274-7644D8C1DAEF}"/>
              </a:ext>
            </a:extLst>
          </p:cNvPr>
          <p:cNvGrpSpPr/>
          <p:nvPr/>
        </p:nvGrpSpPr>
        <p:grpSpPr>
          <a:xfrm>
            <a:off x="1749584" y="1226445"/>
            <a:ext cx="711360" cy="241560"/>
            <a:chOff x="1749584" y="1226445"/>
            <a:chExt cx="711360" cy="241560"/>
          </a:xfrm>
        </p:grpSpPr>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61936929-2800-5F3C-4B25-B14726A65545}"/>
                    </a:ext>
                  </a:extLst>
                </p14:cNvPr>
                <p14:cNvContentPartPr/>
                <p14:nvPr/>
              </p14:nvContentPartPr>
              <p14:xfrm>
                <a:off x="2176184" y="1312485"/>
                <a:ext cx="284760" cy="73080"/>
              </p14:xfrm>
            </p:contentPart>
          </mc:Choice>
          <mc:Fallback>
            <p:pic>
              <p:nvPicPr>
                <p:cNvPr id="47" name="Ink 46">
                  <a:extLst>
                    <a:ext uri="{FF2B5EF4-FFF2-40B4-BE49-F238E27FC236}">
                      <a16:creationId xmlns:a16="http://schemas.microsoft.com/office/drawing/2014/main" id="{61936929-2800-5F3C-4B25-B14726A65545}"/>
                    </a:ext>
                  </a:extLst>
                </p:cNvPr>
                <p:cNvPicPr/>
                <p:nvPr/>
              </p:nvPicPr>
              <p:blipFill>
                <a:blip r:embed="rId75"/>
                <a:stretch>
                  <a:fillRect/>
                </a:stretch>
              </p:blipFill>
              <p:spPr>
                <a:xfrm>
                  <a:off x="2167544" y="1303485"/>
                  <a:ext cx="30240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9CC2D103-88E1-EA2C-C8F4-6AAFCCF878A7}"/>
                    </a:ext>
                  </a:extLst>
                </p14:cNvPr>
                <p14:cNvContentPartPr/>
                <p14:nvPr/>
              </p14:nvContentPartPr>
              <p14:xfrm>
                <a:off x="1749584" y="1226445"/>
                <a:ext cx="166680" cy="241560"/>
              </p14:xfrm>
            </p:contentPart>
          </mc:Choice>
          <mc:Fallback>
            <p:pic>
              <p:nvPicPr>
                <p:cNvPr id="48" name="Ink 47">
                  <a:extLst>
                    <a:ext uri="{FF2B5EF4-FFF2-40B4-BE49-F238E27FC236}">
                      <a16:creationId xmlns:a16="http://schemas.microsoft.com/office/drawing/2014/main" id="{9CC2D103-88E1-EA2C-C8F4-6AAFCCF878A7}"/>
                    </a:ext>
                  </a:extLst>
                </p:cNvPr>
                <p:cNvPicPr/>
                <p:nvPr/>
              </p:nvPicPr>
              <p:blipFill>
                <a:blip r:embed="rId77"/>
                <a:stretch>
                  <a:fillRect/>
                </a:stretch>
              </p:blipFill>
              <p:spPr>
                <a:xfrm>
                  <a:off x="1740944" y="1217445"/>
                  <a:ext cx="18432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9" name="Ink 48">
                  <a:extLst>
                    <a:ext uri="{FF2B5EF4-FFF2-40B4-BE49-F238E27FC236}">
                      <a16:creationId xmlns:a16="http://schemas.microsoft.com/office/drawing/2014/main" id="{545A4736-1C16-0A6B-DD8D-EF3C2F18CD0F}"/>
                    </a:ext>
                  </a:extLst>
                </p14:cNvPr>
                <p14:cNvContentPartPr/>
                <p14:nvPr/>
              </p14:nvContentPartPr>
              <p14:xfrm>
                <a:off x="1954424" y="1339485"/>
                <a:ext cx="151200" cy="94680"/>
              </p14:xfrm>
            </p:contentPart>
          </mc:Choice>
          <mc:Fallback>
            <p:pic>
              <p:nvPicPr>
                <p:cNvPr id="49" name="Ink 48">
                  <a:extLst>
                    <a:ext uri="{FF2B5EF4-FFF2-40B4-BE49-F238E27FC236}">
                      <a16:creationId xmlns:a16="http://schemas.microsoft.com/office/drawing/2014/main" id="{545A4736-1C16-0A6B-DD8D-EF3C2F18CD0F}"/>
                    </a:ext>
                  </a:extLst>
                </p:cNvPr>
                <p:cNvPicPr/>
                <p:nvPr/>
              </p:nvPicPr>
              <p:blipFill>
                <a:blip r:embed="rId79"/>
                <a:stretch>
                  <a:fillRect/>
                </a:stretch>
              </p:blipFill>
              <p:spPr>
                <a:xfrm>
                  <a:off x="1945784" y="1330845"/>
                  <a:ext cx="168840" cy="112320"/>
                </a:xfrm>
                <a:prstGeom prst="rect">
                  <a:avLst/>
                </a:prstGeom>
              </p:spPr>
            </p:pic>
          </mc:Fallback>
        </mc:AlternateContent>
      </p:grpSp>
      <p:grpSp>
        <p:nvGrpSpPr>
          <p:cNvPr id="56" name="Group 55">
            <a:extLst>
              <a:ext uri="{FF2B5EF4-FFF2-40B4-BE49-F238E27FC236}">
                <a16:creationId xmlns:a16="http://schemas.microsoft.com/office/drawing/2014/main" id="{B80C41CB-0FED-912F-02D1-B78E91DAB935}"/>
              </a:ext>
            </a:extLst>
          </p:cNvPr>
          <p:cNvGrpSpPr/>
          <p:nvPr/>
        </p:nvGrpSpPr>
        <p:grpSpPr>
          <a:xfrm>
            <a:off x="1668584" y="181725"/>
            <a:ext cx="862560" cy="703800"/>
            <a:chOff x="1668584" y="181725"/>
            <a:chExt cx="862560" cy="703800"/>
          </a:xfrm>
        </p:grpSpPr>
        <mc:AlternateContent xmlns:mc="http://schemas.openxmlformats.org/markup-compatibility/2006">
          <mc:Choice xmlns:p14="http://schemas.microsoft.com/office/powerpoint/2010/main" Requires="p14">
            <p:contentPart p14:bwMode="auto" r:id="rId80">
              <p14:nvContentPartPr>
                <p14:cNvPr id="50" name="Ink 49">
                  <a:extLst>
                    <a:ext uri="{FF2B5EF4-FFF2-40B4-BE49-F238E27FC236}">
                      <a16:creationId xmlns:a16="http://schemas.microsoft.com/office/drawing/2014/main" id="{D680FE61-790E-CE8B-2574-2058FC8EDCA4}"/>
                    </a:ext>
                  </a:extLst>
                </p14:cNvPr>
                <p14:cNvContentPartPr/>
                <p14:nvPr/>
              </p14:nvContentPartPr>
              <p14:xfrm>
                <a:off x="2105264" y="739365"/>
                <a:ext cx="290880" cy="55800"/>
              </p14:xfrm>
            </p:contentPart>
          </mc:Choice>
          <mc:Fallback>
            <p:pic>
              <p:nvPicPr>
                <p:cNvPr id="50" name="Ink 49">
                  <a:extLst>
                    <a:ext uri="{FF2B5EF4-FFF2-40B4-BE49-F238E27FC236}">
                      <a16:creationId xmlns:a16="http://schemas.microsoft.com/office/drawing/2014/main" id="{D680FE61-790E-CE8B-2574-2058FC8EDCA4}"/>
                    </a:ext>
                  </a:extLst>
                </p:cNvPr>
                <p:cNvPicPr/>
                <p:nvPr/>
              </p:nvPicPr>
              <p:blipFill>
                <a:blip r:embed="rId81"/>
                <a:stretch>
                  <a:fillRect/>
                </a:stretch>
              </p:blipFill>
              <p:spPr>
                <a:xfrm>
                  <a:off x="2096264" y="730725"/>
                  <a:ext cx="30852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1" name="Ink 50">
                  <a:extLst>
                    <a:ext uri="{FF2B5EF4-FFF2-40B4-BE49-F238E27FC236}">
                      <a16:creationId xmlns:a16="http://schemas.microsoft.com/office/drawing/2014/main" id="{176F76DE-5189-1F03-632B-242C7EA0EC2C}"/>
                    </a:ext>
                  </a:extLst>
                </p14:cNvPr>
                <p14:cNvContentPartPr/>
                <p14:nvPr/>
              </p14:nvContentPartPr>
              <p14:xfrm>
                <a:off x="1846064" y="603645"/>
                <a:ext cx="47520" cy="7920"/>
              </p14:xfrm>
            </p:contentPart>
          </mc:Choice>
          <mc:Fallback>
            <p:pic>
              <p:nvPicPr>
                <p:cNvPr id="51" name="Ink 50">
                  <a:extLst>
                    <a:ext uri="{FF2B5EF4-FFF2-40B4-BE49-F238E27FC236}">
                      <a16:creationId xmlns:a16="http://schemas.microsoft.com/office/drawing/2014/main" id="{176F76DE-5189-1F03-632B-242C7EA0EC2C}"/>
                    </a:ext>
                  </a:extLst>
                </p:cNvPr>
                <p:cNvPicPr/>
                <p:nvPr/>
              </p:nvPicPr>
              <p:blipFill>
                <a:blip r:embed="rId83"/>
                <a:stretch>
                  <a:fillRect/>
                </a:stretch>
              </p:blipFill>
              <p:spPr>
                <a:xfrm>
                  <a:off x="1837064" y="595005"/>
                  <a:ext cx="651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2" name="Ink 51">
                  <a:extLst>
                    <a:ext uri="{FF2B5EF4-FFF2-40B4-BE49-F238E27FC236}">
                      <a16:creationId xmlns:a16="http://schemas.microsoft.com/office/drawing/2014/main" id="{AA4C680C-5D0E-C9D2-E3A1-F29AE508225F}"/>
                    </a:ext>
                  </a:extLst>
                </p14:cNvPr>
                <p14:cNvContentPartPr/>
                <p14:nvPr/>
              </p14:nvContentPartPr>
              <p14:xfrm>
                <a:off x="1668584" y="470085"/>
                <a:ext cx="237960" cy="95760"/>
              </p14:xfrm>
            </p:contentPart>
          </mc:Choice>
          <mc:Fallback>
            <p:pic>
              <p:nvPicPr>
                <p:cNvPr id="52" name="Ink 51">
                  <a:extLst>
                    <a:ext uri="{FF2B5EF4-FFF2-40B4-BE49-F238E27FC236}">
                      <a16:creationId xmlns:a16="http://schemas.microsoft.com/office/drawing/2014/main" id="{AA4C680C-5D0E-C9D2-E3A1-F29AE508225F}"/>
                    </a:ext>
                  </a:extLst>
                </p:cNvPr>
                <p:cNvPicPr/>
                <p:nvPr/>
              </p:nvPicPr>
              <p:blipFill>
                <a:blip r:embed="rId85"/>
                <a:stretch>
                  <a:fillRect/>
                </a:stretch>
              </p:blipFill>
              <p:spPr>
                <a:xfrm>
                  <a:off x="1659944" y="461445"/>
                  <a:ext cx="25560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3" name="Ink 52">
                  <a:extLst>
                    <a:ext uri="{FF2B5EF4-FFF2-40B4-BE49-F238E27FC236}">
                      <a16:creationId xmlns:a16="http://schemas.microsoft.com/office/drawing/2014/main" id="{FCAB68D4-75B3-CC67-E947-B81F920FFE24}"/>
                    </a:ext>
                  </a:extLst>
                </p14:cNvPr>
                <p14:cNvContentPartPr/>
                <p14:nvPr/>
              </p14:nvContentPartPr>
              <p14:xfrm>
                <a:off x="1884944" y="633165"/>
                <a:ext cx="132480" cy="252360"/>
              </p14:xfrm>
            </p:contentPart>
          </mc:Choice>
          <mc:Fallback>
            <p:pic>
              <p:nvPicPr>
                <p:cNvPr id="53" name="Ink 52">
                  <a:extLst>
                    <a:ext uri="{FF2B5EF4-FFF2-40B4-BE49-F238E27FC236}">
                      <a16:creationId xmlns:a16="http://schemas.microsoft.com/office/drawing/2014/main" id="{FCAB68D4-75B3-CC67-E947-B81F920FFE24}"/>
                    </a:ext>
                  </a:extLst>
                </p:cNvPr>
                <p:cNvPicPr/>
                <p:nvPr/>
              </p:nvPicPr>
              <p:blipFill>
                <a:blip r:embed="rId87"/>
                <a:stretch>
                  <a:fillRect/>
                </a:stretch>
              </p:blipFill>
              <p:spPr>
                <a:xfrm>
                  <a:off x="1875944" y="624165"/>
                  <a:ext cx="15012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4" name="Ink 53">
                  <a:extLst>
                    <a:ext uri="{FF2B5EF4-FFF2-40B4-BE49-F238E27FC236}">
                      <a16:creationId xmlns:a16="http://schemas.microsoft.com/office/drawing/2014/main" id="{93BA8BBB-4C0A-D2FF-C7B8-83A8719AA2F3}"/>
                    </a:ext>
                  </a:extLst>
                </p14:cNvPr>
                <p14:cNvContentPartPr/>
                <p14:nvPr/>
              </p14:nvContentPartPr>
              <p14:xfrm>
                <a:off x="2229824" y="200085"/>
                <a:ext cx="301320" cy="73080"/>
              </p14:xfrm>
            </p:contentPart>
          </mc:Choice>
          <mc:Fallback>
            <p:pic>
              <p:nvPicPr>
                <p:cNvPr id="54" name="Ink 53">
                  <a:extLst>
                    <a:ext uri="{FF2B5EF4-FFF2-40B4-BE49-F238E27FC236}">
                      <a16:creationId xmlns:a16="http://schemas.microsoft.com/office/drawing/2014/main" id="{93BA8BBB-4C0A-D2FF-C7B8-83A8719AA2F3}"/>
                    </a:ext>
                  </a:extLst>
                </p:cNvPr>
                <p:cNvPicPr/>
                <p:nvPr/>
              </p:nvPicPr>
              <p:blipFill>
                <a:blip r:embed="rId89"/>
                <a:stretch>
                  <a:fillRect/>
                </a:stretch>
              </p:blipFill>
              <p:spPr>
                <a:xfrm>
                  <a:off x="2220824" y="191085"/>
                  <a:ext cx="31896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5" name="Ink 54">
                  <a:extLst>
                    <a:ext uri="{FF2B5EF4-FFF2-40B4-BE49-F238E27FC236}">
                      <a16:creationId xmlns:a16="http://schemas.microsoft.com/office/drawing/2014/main" id="{9C3CDD3B-3348-00A7-9D38-D4E06CFBC1C3}"/>
                    </a:ext>
                  </a:extLst>
                </p14:cNvPr>
                <p14:cNvContentPartPr/>
                <p14:nvPr/>
              </p14:nvContentPartPr>
              <p14:xfrm>
                <a:off x="1938584" y="181725"/>
                <a:ext cx="138600" cy="243360"/>
              </p14:xfrm>
            </p:contentPart>
          </mc:Choice>
          <mc:Fallback>
            <p:pic>
              <p:nvPicPr>
                <p:cNvPr id="55" name="Ink 54">
                  <a:extLst>
                    <a:ext uri="{FF2B5EF4-FFF2-40B4-BE49-F238E27FC236}">
                      <a16:creationId xmlns:a16="http://schemas.microsoft.com/office/drawing/2014/main" id="{9C3CDD3B-3348-00A7-9D38-D4E06CFBC1C3}"/>
                    </a:ext>
                  </a:extLst>
                </p:cNvPr>
                <p:cNvPicPr/>
                <p:nvPr/>
              </p:nvPicPr>
              <p:blipFill>
                <a:blip r:embed="rId91"/>
                <a:stretch>
                  <a:fillRect/>
                </a:stretch>
              </p:blipFill>
              <p:spPr>
                <a:xfrm>
                  <a:off x="1929944" y="172725"/>
                  <a:ext cx="156240" cy="261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2">
            <p14:nvContentPartPr>
              <p14:cNvPr id="62" name="Ink 61">
                <a:extLst>
                  <a:ext uri="{FF2B5EF4-FFF2-40B4-BE49-F238E27FC236}">
                    <a16:creationId xmlns:a16="http://schemas.microsoft.com/office/drawing/2014/main" id="{3D34662C-B225-A7E2-D8DB-5FBF871169E2}"/>
                  </a:ext>
                </a:extLst>
              </p14:cNvPr>
              <p14:cNvContentPartPr/>
              <p14:nvPr/>
            </p14:nvContentPartPr>
            <p14:xfrm>
              <a:off x="3627704" y="4074405"/>
              <a:ext cx="134640" cy="141480"/>
            </p14:xfrm>
          </p:contentPart>
        </mc:Choice>
        <mc:Fallback>
          <p:pic>
            <p:nvPicPr>
              <p:cNvPr id="62" name="Ink 61">
                <a:extLst>
                  <a:ext uri="{FF2B5EF4-FFF2-40B4-BE49-F238E27FC236}">
                    <a16:creationId xmlns:a16="http://schemas.microsoft.com/office/drawing/2014/main" id="{3D34662C-B225-A7E2-D8DB-5FBF871169E2}"/>
                  </a:ext>
                </a:extLst>
              </p:cNvPr>
              <p:cNvPicPr/>
              <p:nvPr/>
            </p:nvPicPr>
            <p:blipFill>
              <a:blip r:embed="rId93"/>
              <a:stretch>
                <a:fillRect/>
              </a:stretch>
            </p:blipFill>
            <p:spPr>
              <a:xfrm>
                <a:off x="3619064" y="4065405"/>
                <a:ext cx="15228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3" name="Ink 62">
                <a:extLst>
                  <a:ext uri="{FF2B5EF4-FFF2-40B4-BE49-F238E27FC236}">
                    <a16:creationId xmlns:a16="http://schemas.microsoft.com/office/drawing/2014/main" id="{B88D05BA-AD75-4C7D-5FC6-1B9D85D7E297}"/>
                  </a:ext>
                </a:extLst>
              </p14:cNvPr>
              <p14:cNvContentPartPr/>
              <p14:nvPr/>
            </p14:nvContentPartPr>
            <p14:xfrm>
              <a:off x="3073304" y="6272925"/>
              <a:ext cx="31680" cy="62280"/>
            </p14:xfrm>
          </p:contentPart>
        </mc:Choice>
        <mc:Fallback>
          <p:pic>
            <p:nvPicPr>
              <p:cNvPr id="63" name="Ink 62">
                <a:extLst>
                  <a:ext uri="{FF2B5EF4-FFF2-40B4-BE49-F238E27FC236}">
                    <a16:creationId xmlns:a16="http://schemas.microsoft.com/office/drawing/2014/main" id="{B88D05BA-AD75-4C7D-5FC6-1B9D85D7E297}"/>
                  </a:ext>
                </a:extLst>
              </p:cNvPr>
              <p:cNvPicPr/>
              <p:nvPr/>
            </p:nvPicPr>
            <p:blipFill>
              <a:blip r:embed="rId95"/>
              <a:stretch>
                <a:fillRect/>
              </a:stretch>
            </p:blipFill>
            <p:spPr>
              <a:xfrm>
                <a:off x="3064664" y="6264285"/>
                <a:ext cx="4932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4" name="Ink 63">
                <a:extLst>
                  <a:ext uri="{FF2B5EF4-FFF2-40B4-BE49-F238E27FC236}">
                    <a16:creationId xmlns:a16="http://schemas.microsoft.com/office/drawing/2014/main" id="{6ACE5276-08C3-FDEF-380F-99C21ABF4453}"/>
                  </a:ext>
                </a:extLst>
              </p14:cNvPr>
              <p14:cNvContentPartPr/>
              <p14:nvPr/>
            </p14:nvContentPartPr>
            <p14:xfrm>
              <a:off x="9035264" y="4687125"/>
              <a:ext cx="149760" cy="120240"/>
            </p14:xfrm>
          </p:contentPart>
        </mc:Choice>
        <mc:Fallback>
          <p:pic>
            <p:nvPicPr>
              <p:cNvPr id="64" name="Ink 63">
                <a:extLst>
                  <a:ext uri="{FF2B5EF4-FFF2-40B4-BE49-F238E27FC236}">
                    <a16:creationId xmlns:a16="http://schemas.microsoft.com/office/drawing/2014/main" id="{6ACE5276-08C3-FDEF-380F-99C21ABF4453}"/>
                  </a:ext>
                </a:extLst>
              </p:cNvPr>
              <p:cNvPicPr/>
              <p:nvPr/>
            </p:nvPicPr>
            <p:blipFill>
              <a:blip r:embed="rId97"/>
              <a:stretch>
                <a:fillRect/>
              </a:stretch>
            </p:blipFill>
            <p:spPr>
              <a:xfrm>
                <a:off x="9026264" y="4678125"/>
                <a:ext cx="16740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5" name="Ink 64">
                <a:extLst>
                  <a:ext uri="{FF2B5EF4-FFF2-40B4-BE49-F238E27FC236}">
                    <a16:creationId xmlns:a16="http://schemas.microsoft.com/office/drawing/2014/main" id="{88947C9D-D888-56FE-6F1E-3632A513DA93}"/>
                  </a:ext>
                </a:extLst>
              </p14:cNvPr>
              <p14:cNvContentPartPr/>
              <p14:nvPr/>
            </p14:nvContentPartPr>
            <p14:xfrm>
              <a:off x="5892464" y="1057605"/>
              <a:ext cx="111600" cy="108000"/>
            </p14:xfrm>
          </p:contentPart>
        </mc:Choice>
        <mc:Fallback>
          <p:pic>
            <p:nvPicPr>
              <p:cNvPr id="65" name="Ink 64">
                <a:extLst>
                  <a:ext uri="{FF2B5EF4-FFF2-40B4-BE49-F238E27FC236}">
                    <a16:creationId xmlns:a16="http://schemas.microsoft.com/office/drawing/2014/main" id="{88947C9D-D888-56FE-6F1E-3632A513DA93}"/>
                  </a:ext>
                </a:extLst>
              </p:cNvPr>
              <p:cNvPicPr/>
              <p:nvPr/>
            </p:nvPicPr>
            <p:blipFill>
              <a:blip r:embed="rId99"/>
              <a:stretch>
                <a:fillRect/>
              </a:stretch>
            </p:blipFill>
            <p:spPr>
              <a:xfrm>
                <a:off x="5883824" y="1048965"/>
                <a:ext cx="129240" cy="125640"/>
              </a:xfrm>
              <a:prstGeom prst="rect">
                <a:avLst/>
              </a:prstGeom>
            </p:spPr>
          </p:pic>
        </mc:Fallback>
      </mc:AlternateContent>
      <p:grpSp>
        <p:nvGrpSpPr>
          <p:cNvPr id="72" name="Group 71">
            <a:extLst>
              <a:ext uri="{FF2B5EF4-FFF2-40B4-BE49-F238E27FC236}">
                <a16:creationId xmlns:a16="http://schemas.microsoft.com/office/drawing/2014/main" id="{B12E714F-CB89-33D4-2F18-FD99DEA0EED3}"/>
              </a:ext>
            </a:extLst>
          </p:cNvPr>
          <p:cNvGrpSpPr/>
          <p:nvPr/>
        </p:nvGrpSpPr>
        <p:grpSpPr>
          <a:xfrm>
            <a:off x="5084624" y="429045"/>
            <a:ext cx="930240" cy="661320"/>
            <a:chOff x="5084624" y="429045"/>
            <a:chExt cx="930240" cy="661320"/>
          </a:xfrm>
        </p:grpSpPr>
        <mc:AlternateContent xmlns:mc="http://schemas.openxmlformats.org/markup-compatibility/2006">
          <mc:Choice xmlns:p14="http://schemas.microsoft.com/office/powerpoint/2010/main" Requires="p14">
            <p:contentPart p14:bwMode="auto" r:id="rId100">
              <p14:nvContentPartPr>
                <p14:cNvPr id="66" name="Ink 65">
                  <a:extLst>
                    <a:ext uri="{FF2B5EF4-FFF2-40B4-BE49-F238E27FC236}">
                      <a16:creationId xmlns:a16="http://schemas.microsoft.com/office/drawing/2014/main" id="{F194ADE5-76F6-BA5B-F9D6-46A48970FBC4}"/>
                    </a:ext>
                  </a:extLst>
                </p14:cNvPr>
                <p14:cNvContentPartPr/>
                <p14:nvPr/>
              </p14:nvContentPartPr>
              <p14:xfrm>
                <a:off x="5301704" y="654765"/>
                <a:ext cx="190800" cy="219600"/>
              </p14:xfrm>
            </p:contentPart>
          </mc:Choice>
          <mc:Fallback>
            <p:pic>
              <p:nvPicPr>
                <p:cNvPr id="66" name="Ink 65">
                  <a:extLst>
                    <a:ext uri="{FF2B5EF4-FFF2-40B4-BE49-F238E27FC236}">
                      <a16:creationId xmlns:a16="http://schemas.microsoft.com/office/drawing/2014/main" id="{F194ADE5-76F6-BA5B-F9D6-46A48970FBC4}"/>
                    </a:ext>
                  </a:extLst>
                </p:cNvPr>
                <p:cNvPicPr/>
                <p:nvPr/>
              </p:nvPicPr>
              <p:blipFill>
                <a:blip r:embed="rId101"/>
                <a:stretch>
                  <a:fillRect/>
                </a:stretch>
              </p:blipFill>
              <p:spPr>
                <a:xfrm>
                  <a:off x="5293064" y="645765"/>
                  <a:ext cx="20844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7" name="Ink 66">
                  <a:extLst>
                    <a:ext uri="{FF2B5EF4-FFF2-40B4-BE49-F238E27FC236}">
                      <a16:creationId xmlns:a16="http://schemas.microsoft.com/office/drawing/2014/main" id="{006C5015-D377-248C-C8DC-4975E0EA6E4A}"/>
                    </a:ext>
                  </a:extLst>
                </p14:cNvPr>
                <p14:cNvContentPartPr/>
                <p14:nvPr/>
              </p14:nvContentPartPr>
              <p14:xfrm>
                <a:off x="5594744" y="904245"/>
                <a:ext cx="19800" cy="140400"/>
              </p14:xfrm>
            </p:contentPart>
          </mc:Choice>
          <mc:Fallback>
            <p:pic>
              <p:nvPicPr>
                <p:cNvPr id="67" name="Ink 66">
                  <a:extLst>
                    <a:ext uri="{FF2B5EF4-FFF2-40B4-BE49-F238E27FC236}">
                      <a16:creationId xmlns:a16="http://schemas.microsoft.com/office/drawing/2014/main" id="{006C5015-D377-248C-C8DC-4975E0EA6E4A}"/>
                    </a:ext>
                  </a:extLst>
                </p:cNvPr>
                <p:cNvPicPr/>
                <p:nvPr/>
              </p:nvPicPr>
              <p:blipFill>
                <a:blip r:embed="rId103"/>
                <a:stretch>
                  <a:fillRect/>
                </a:stretch>
              </p:blipFill>
              <p:spPr>
                <a:xfrm>
                  <a:off x="5585744" y="895605"/>
                  <a:ext cx="3744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8" name="Ink 67">
                  <a:extLst>
                    <a:ext uri="{FF2B5EF4-FFF2-40B4-BE49-F238E27FC236}">
                      <a16:creationId xmlns:a16="http://schemas.microsoft.com/office/drawing/2014/main" id="{DFBA38C5-F4F8-89B4-1DF9-6653B1F04C97}"/>
                    </a:ext>
                  </a:extLst>
                </p14:cNvPr>
                <p14:cNvContentPartPr/>
                <p14:nvPr/>
              </p14:nvContentPartPr>
              <p14:xfrm>
                <a:off x="5757464" y="719565"/>
                <a:ext cx="105480" cy="239400"/>
              </p14:xfrm>
            </p:contentPart>
          </mc:Choice>
          <mc:Fallback>
            <p:pic>
              <p:nvPicPr>
                <p:cNvPr id="68" name="Ink 67">
                  <a:extLst>
                    <a:ext uri="{FF2B5EF4-FFF2-40B4-BE49-F238E27FC236}">
                      <a16:creationId xmlns:a16="http://schemas.microsoft.com/office/drawing/2014/main" id="{DFBA38C5-F4F8-89B4-1DF9-6653B1F04C97}"/>
                    </a:ext>
                  </a:extLst>
                </p:cNvPr>
                <p:cNvPicPr/>
                <p:nvPr/>
              </p:nvPicPr>
              <p:blipFill>
                <a:blip r:embed="rId105"/>
                <a:stretch>
                  <a:fillRect/>
                </a:stretch>
              </p:blipFill>
              <p:spPr>
                <a:xfrm>
                  <a:off x="5748824" y="710925"/>
                  <a:ext cx="12312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9" name="Ink 68">
                  <a:extLst>
                    <a:ext uri="{FF2B5EF4-FFF2-40B4-BE49-F238E27FC236}">
                      <a16:creationId xmlns:a16="http://schemas.microsoft.com/office/drawing/2014/main" id="{3B9EDA9F-22F9-04D4-4FD0-908CF049723F}"/>
                    </a:ext>
                  </a:extLst>
                </p14:cNvPr>
                <p14:cNvContentPartPr/>
                <p14:nvPr/>
              </p14:nvContentPartPr>
              <p14:xfrm>
                <a:off x="5828744" y="762045"/>
                <a:ext cx="142560" cy="68760"/>
              </p14:xfrm>
            </p:contentPart>
          </mc:Choice>
          <mc:Fallback>
            <p:pic>
              <p:nvPicPr>
                <p:cNvPr id="69" name="Ink 68">
                  <a:extLst>
                    <a:ext uri="{FF2B5EF4-FFF2-40B4-BE49-F238E27FC236}">
                      <a16:creationId xmlns:a16="http://schemas.microsoft.com/office/drawing/2014/main" id="{3B9EDA9F-22F9-04D4-4FD0-908CF049723F}"/>
                    </a:ext>
                  </a:extLst>
                </p:cNvPr>
                <p:cNvPicPr/>
                <p:nvPr/>
              </p:nvPicPr>
              <p:blipFill>
                <a:blip r:embed="rId107"/>
                <a:stretch>
                  <a:fillRect/>
                </a:stretch>
              </p:blipFill>
              <p:spPr>
                <a:xfrm>
                  <a:off x="5819744" y="753405"/>
                  <a:ext cx="16020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0" name="Ink 69">
                  <a:extLst>
                    <a:ext uri="{FF2B5EF4-FFF2-40B4-BE49-F238E27FC236}">
                      <a16:creationId xmlns:a16="http://schemas.microsoft.com/office/drawing/2014/main" id="{6D1346CC-F665-D8CF-E541-DC262FB9F6E0}"/>
                    </a:ext>
                  </a:extLst>
                </p14:cNvPr>
                <p14:cNvContentPartPr/>
                <p14:nvPr/>
              </p14:nvContentPartPr>
              <p14:xfrm>
                <a:off x="5863664" y="538485"/>
                <a:ext cx="151200" cy="384840"/>
              </p14:xfrm>
            </p:contentPart>
          </mc:Choice>
          <mc:Fallback>
            <p:pic>
              <p:nvPicPr>
                <p:cNvPr id="70" name="Ink 69">
                  <a:extLst>
                    <a:ext uri="{FF2B5EF4-FFF2-40B4-BE49-F238E27FC236}">
                      <a16:creationId xmlns:a16="http://schemas.microsoft.com/office/drawing/2014/main" id="{6D1346CC-F665-D8CF-E541-DC262FB9F6E0}"/>
                    </a:ext>
                  </a:extLst>
                </p:cNvPr>
                <p:cNvPicPr/>
                <p:nvPr/>
              </p:nvPicPr>
              <p:blipFill>
                <a:blip r:embed="rId109"/>
                <a:stretch>
                  <a:fillRect/>
                </a:stretch>
              </p:blipFill>
              <p:spPr>
                <a:xfrm>
                  <a:off x="5854664" y="529485"/>
                  <a:ext cx="168840" cy="4024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1" name="Ink 70">
                  <a:extLst>
                    <a:ext uri="{FF2B5EF4-FFF2-40B4-BE49-F238E27FC236}">
                      <a16:creationId xmlns:a16="http://schemas.microsoft.com/office/drawing/2014/main" id="{D36D9F8E-6404-AF32-9AEA-E647E0F335FF}"/>
                    </a:ext>
                  </a:extLst>
                </p14:cNvPr>
                <p14:cNvContentPartPr/>
                <p14:nvPr/>
              </p14:nvContentPartPr>
              <p14:xfrm>
                <a:off x="5084624" y="429045"/>
                <a:ext cx="328680" cy="661320"/>
              </p14:xfrm>
            </p:contentPart>
          </mc:Choice>
          <mc:Fallback>
            <p:pic>
              <p:nvPicPr>
                <p:cNvPr id="71" name="Ink 70">
                  <a:extLst>
                    <a:ext uri="{FF2B5EF4-FFF2-40B4-BE49-F238E27FC236}">
                      <a16:creationId xmlns:a16="http://schemas.microsoft.com/office/drawing/2014/main" id="{D36D9F8E-6404-AF32-9AEA-E647E0F335FF}"/>
                    </a:ext>
                  </a:extLst>
                </p:cNvPr>
                <p:cNvPicPr/>
                <p:nvPr/>
              </p:nvPicPr>
              <p:blipFill>
                <a:blip r:embed="rId111"/>
                <a:stretch>
                  <a:fillRect/>
                </a:stretch>
              </p:blipFill>
              <p:spPr>
                <a:xfrm>
                  <a:off x="5075624" y="420045"/>
                  <a:ext cx="346320" cy="678960"/>
                </a:xfrm>
                <a:prstGeom prst="rect">
                  <a:avLst/>
                </a:prstGeom>
              </p:spPr>
            </p:pic>
          </mc:Fallback>
        </mc:AlternateContent>
      </p:grpSp>
      <p:grpSp>
        <p:nvGrpSpPr>
          <p:cNvPr id="86" name="Group 85">
            <a:extLst>
              <a:ext uri="{FF2B5EF4-FFF2-40B4-BE49-F238E27FC236}">
                <a16:creationId xmlns:a16="http://schemas.microsoft.com/office/drawing/2014/main" id="{79C5ECA7-3D30-FB2A-59F0-98BBE6ECFCC7}"/>
              </a:ext>
            </a:extLst>
          </p:cNvPr>
          <p:cNvGrpSpPr/>
          <p:nvPr/>
        </p:nvGrpSpPr>
        <p:grpSpPr>
          <a:xfrm>
            <a:off x="2845064" y="4226325"/>
            <a:ext cx="1045800" cy="875160"/>
            <a:chOff x="2845064" y="4226325"/>
            <a:chExt cx="1045800" cy="875160"/>
          </a:xfrm>
        </p:grpSpPr>
        <mc:AlternateContent xmlns:mc="http://schemas.openxmlformats.org/markup-compatibility/2006">
          <mc:Choice xmlns:p14="http://schemas.microsoft.com/office/powerpoint/2010/main" Requires="p14">
            <p:contentPart p14:bwMode="auto" r:id="rId112">
              <p14:nvContentPartPr>
                <p14:cNvPr id="75" name="Ink 74">
                  <a:extLst>
                    <a:ext uri="{FF2B5EF4-FFF2-40B4-BE49-F238E27FC236}">
                      <a16:creationId xmlns:a16="http://schemas.microsoft.com/office/drawing/2014/main" id="{DA7F0F3B-C440-5B6B-1515-975F261874D4}"/>
                    </a:ext>
                  </a:extLst>
                </p14:cNvPr>
                <p14:cNvContentPartPr/>
                <p14:nvPr/>
              </p14:nvContentPartPr>
              <p14:xfrm>
                <a:off x="3397664" y="4517925"/>
                <a:ext cx="7560" cy="3600"/>
              </p14:xfrm>
            </p:contentPart>
          </mc:Choice>
          <mc:Fallback>
            <p:pic>
              <p:nvPicPr>
                <p:cNvPr id="75" name="Ink 74">
                  <a:extLst>
                    <a:ext uri="{FF2B5EF4-FFF2-40B4-BE49-F238E27FC236}">
                      <a16:creationId xmlns:a16="http://schemas.microsoft.com/office/drawing/2014/main" id="{DA7F0F3B-C440-5B6B-1515-975F261874D4}"/>
                    </a:ext>
                  </a:extLst>
                </p:cNvPr>
                <p:cNvPicPr/>
                <p:nvPr/>
              </p:nvPicPr>
              <p:blipFill>
                <a:blip r:embed="rId113"/>
                <a:stretch>
                  <a:fillRect/>
                </a:stretch>
              </p:blipFill>
              <p:spPr>
                <a:xfrm>
                  <a:off x="3389024" y="4509285"/>
                  <a:ext cx="2520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8" name="Ink 77">
                  <a:extLst>
                    <a:ext uri="{FF2B5EF4-FFF2-40B4-BE49-F238E27FC236}">
                      <a16:creationId xmlns:a16="http://schemas.microsoft.com/office/drawing/2014/main" id="{1BEA6158-3306-A4D0-491B-41EF49F2DB1B}"/>
                    </a:ext>
                  </a:extLst>
                </p14:cNvPr>
                <p14:cNvContentPartPr/>
                <p14:nvPr/>
              </p14:nvContentPartPr>
              <p14:xfrm>
                <a:off x="3567944" y="4412805"/>
                <a:ext cx="114120" cy="259560"/>
              </p14:xfrm>
            </p:contentPart>
          </mc:Choice>
          <mc:Fallback>
            <p:pic>
              <p:nvPicPr>
                <p:cNvPr id="78" name="Ink 77">
                  <a:extLst>
                    <a:ext uri="{FF2B5EF4-FFF2-40B4-BE49-F238E27FC236}">
                      <a16:creationId xmlns:a16="http://schemas.microsoft.com/office/drawing/2014/main" id="{1BEA6158-3306-A4D0-491B-41EF49F2DB1B}"/>
                    </a:ext>
                  </a:extLst>
                </p:cNvPr>
                <p:cNvPicPr/>
                <p:nvPr/>
              </p:nvPicPr>
              <p:blipFill>
                <a:blip r:embed="rId115"/>
                <a:stretch>
                  <a:fillRect/>
                </a:stretch>
              </p:blipFill>
              <p:spPr>
                <a:xfrm>
                  <a:off x="3559304" y="4404165"/>
                  <a:ext cx="13176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80" name="Ink 79">
                  <a:extLst>
                    <a:ext uri="{FF2B5EF4-FFF2-40B4-BE49-F238E27FC236}">
                      <a16:creationId xmlns:a16="http://schemas.microsoft.com/office/drawing/2014/main" id="{55528534-2597-165D-FF41-B74D3B4952A8}"/>
                    </a:ext>
                  </a:extLst>
                </p14:cNvPr>
                <p14:cNvContentPartPr/>
                <p14:nvPr/>
              </p14:nvContentPartPr>
              <p14:xfrm>
                <a:off x="2845064" y="4448805"/>
                <a:ext cx="445680" cy="652680"/>
              </p14:xfrm>
            </p:contentPart>
          </mc:Choice>
          <mc:Fallback>
            <p:pic>
              <p:nvPicPr>
                <p:cNvPr id="80" name="Ink 79">
                  <a:extLst>
                    <a:ext uri="{FF2B5EF4-FFF2-40B4-BE49-F238E27FC236}">
                      <a16:creationId xmlns:a16="http://schemas.microsoft.com/office/drawing/2014/main" id="{55528534-2597-165D-FF41-B74D3B4952A8}"/>
                    </a:ext>
                  </a:extLst>
                </p:cNvPr>
                <p:cNvPicPr/>
                <p:nvPr/>
              </p:nvPicPr>
              <p:blipFill>
                <a:blip r:embed="rId117"/>
                <a:stretch>
                  <a:fillRect/>
                </a:stretch>
              </p:blipFill>
              <p:spPr>
                <a:xfrm>
                  <a:off x="2836424" y="4439805"/>
                  <a:ext cx="463320" cy="6703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82" name="Ink 81">
                  <a:extLst>
                    <a:ext uri="{FF2B5EF4-FFF2-40B4-BE49-F238E27FC236}">
                      <a16:creationId xmlns:a16="http://schemas.microsoft.com/office/drawing/2014/main" id="{6393E8F0-AD91-2F4D-2F24-73BF4950E503}"/>
                    </a:ext>
                  </a:extLst>
                </p14:cNvPr>
                <p14:cNvContentPartPr/>
                <p14:nvPr/>
              </p14:nvContentPartPr>
              <p14:xfrm>
                <a:off x="3076904" y="4391205"/>
                <a:ext cx="412920" cy="351720"/>
              </p14:xfrm>
            </p:contentPart>
          </mc:Choice>
          <mc:Fallback>
            <p:pic>
              <p:nvPicPr>
                <p:cNvPr id="82" name="Ink 81">
                  <a:extLst>
                    <a:ext uri="{FF2B5EF4-FFF2-40B4-BE49-F238E27FC236}">
                      <a16:creationId xmlns:a16="http://schemas.microsoft.com/office/drawing/2014/main" id="{6393E8F0-AD91-2F4D-2F24-73BF4950E503}"/>
                    </a:ext>
                  </a:extLst>
                </p:cNvPr>
                <p:cNvPicPr/>
                <p:nvPr/>
              </p:nvPicPr>
              <p:blipFill>
                <a:blip r:embed="rId119"/>
                <a:stretch>
                  <a:fillRect/>
                </a:stretch>
              </p:blipFill>
              <p:spPr>
                <a:xfrm>
                  <a:off x="3068264" y="4382205"/>
                  <a:ext cx="430560" cy="3693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83" name="Ink 82">
                  <a:extLst>
                    <a:ext uri="{FF2B5EF4-FFF2-40B4-BE49-F238E27FC236}">
                      <a16:creationId xmlns:a16="http://schemas.microsoft.com/office/drawing/2014/main" id="{E8C7DAA4-7802-CB0E-3DDE-7333669BD02D}"/>
                    </a:ext>
                  </a:extLst>
                </p14:cNvPr>
                <p14:cNvContentPartPr/>
                <p14:nvPr/>
              </p14:nvContentPartPr>
              <p14:xfrm>
                <a:off x="3465344" y="4534485"/>
                <a:ext cx="102960" cy="222840"/>
              </p14:xfrm>
            </p:contentPart>
          </mc:Choice>
          <mc:Fallback>
            <p:pic>
              <p:nvPicPr>
                <p:cNvPr id="83" name="Ink 82">
                  <a:extLst>
                    <a:ext uri="{FF2B5EF4-FFF2-40B4-BE49-F238E27FC236}">
                      <a16:creationId xmlns:a16="http://schemas.microsoft.com/office/drawing/2014/main" id="{E8C7DAA4-7802-CB0E-3DDE-7333669BD02D}"/>
                    </a:ext>
                  </a:extLst>
                </p:cNvPr>
                <p:cNvPicPr/>
                <p:nvPr/>
              </p:nvPicPr>
              <p:blipFill>
                <a:blip r:embed="rId121"/>
                <a:stretch>
                  <a:fillRect/>
                </a:stretch>
              </p:blipFill>
              <p:spPr>
                <a:xfrm>
                  <a:off x="3456344" y="4525485"/>
                  <a:ext cx="12060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84" name="Ink 83">
                  <a:extLst>
                    <a:ext uri="{FF2B5EF4-FFF2-40B4-BE49-F238E27FC236}">
                      <a16:creationId xmlns:a16="http://schemas.microsoft.com/office/drawing/2014/main" id="{5DC23DF0-347D-8009-86D0-911C0B963A68}"/>
                    </a:ext>
                  </a:extLst>
                </p14:cNvPr>
                <p14:cNvContentPartPr/>
                <p14:nvPr/>
              </p14:nvContentPartPr>
              <p14:xfrm>
                <a:off x="3551024" y="4226325"/>
                <a:ext cx="222120" cy="538560"/>
              </p14:xfrm>
            </p:contentPart>
          </mc:Choice>
          <mc:Fallback>
            <p:pic>
              <p:nvPicPr>
                <p:cNvPr id="84" name="Ink 83">
                  <a:extLst>
                    <a:ext uri="{FF2B5EF4-FFF2-40B4-BE49-F238E27FC236}">
                      <a16:creationId xmlns:a16="http://schemas.microsoft.com/office/drawing/2014/main" id="{5DC23DF0-347D-8009-86D0-911C0B963A68}"/>
                    </a:ext>
                  </a:extLst>
                </p:cNvPr>
                <p:cNvPicPr/>
                <p:nvPr/>
              </p:nvPicPr>
              <p:blipFill>
                <a:blip r:embed="rId123"/>
                <a:stretch>
                  <a:fillRect/>
                </a:stretch>
              </p:blipFill>
              <p:spPr>
                <a:xfrm>
                  <a:off x="3542024" y="4217325"/>
                  <a:ext cx="239760" cy="5562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5" name="Ink 84">
                  <a:extLst>
                    <a:ext uri="{FF2B5EF4-FFF2-40B4-BE49-F238E27FC236}">
                      <a16:creationId xmlns:a16="http://schemas.microsoft.com/office/drawing/2014/main" id="{A7A7E8DF-BE05-823C-ADF1-142C8EA639C1}"/>
                    </a:ext>
                  </a:extLst>
                </p14:cNvPr>
                <p14:cNvContentPartPr/>
                <p14:nvPr/>
              </p14:nvContentPartPr>
              <p14:xfrm>
                <a:off x="3648584" y="4249725"/>
                <a:ext cx="242280" cy="709560"/>
              </p14:xfrm>
            </p:contentPart>
          </mc:Choice>
          <mc:Fallback>
            <p:pic>
              <p:nvPicPr>
                <p:cNvPr id="85" name="Ink 84">
                  <a:extLst>
                    <a:ext uri="{FF2B5EF4-FFF2-40B4-BE49-F238E27FC236}">
                      <a16:creationId xmlns:a16="http://schemas.microsoft.com/office/drawing/2014/main" id="{A7A7E8DF-BE05-823C-ADF1-142C8EA639C1}"/>
                    </a:ext>
                  </a:extLst>
                </p:cNvPr>
                <p:cNvPicPr/>
                <p:nvPr/>
              </p:nvPicPr>
              <p:blipFill>
                <a:blip r:embed="rId125"/>
                <a:stretch>
                  <a:fillRect/>
                </a:stretch>
              </p:blipFill>
              <p:spPr>
                <a:xfrm>
                  <a:off x="3639584" y="4240725"/>
                  <a:ext cx="259920" cy="727200"/>
                </a:xfrm>
                <a:prstGeom prst="rect">
                  <a:avLst/>
                </a:prstGeom>
              </p:spPr>
            </p:pic>
          </mc:Fallback>
        </mc:AlternateContent>
      </p:grpSp>
      <p:grpSp>
        <p:nvGrpSpPr>
          <p:cNvPr id="93" name="Group 92">
            <a:extLst>
              <a:ext uri="{FF2B5EF4-FFF2-40B4-BE49-F238E27FC236}">
                <a16:creationId xmlns:a16="http://schemas.microsoft.com/office/drawing/2014/main" id="{CA1BE6EA-119F-D45C-C3FA-BC62A261A808}"/>
              </a:ext>
            </a:extLst>
          </p:cNvPr>
          <p:cNvGrpSpPr/>
          <p:nvPr/>
        </p:nvGrpSpPr>
        <p:grpSpPr>
          <a:xfrm>
            <a:off x="8155784" y="4745085"/>
            <a:ext cx="794880" cy="729720"/>
            <a:chOff x="8155784" y="4745085"/>
            <a:chExt cx="794880" cy="729720"/>
          </a:xfrm>
        </p:grpSpPr>
        <mc:AlternateContent xmlns:mc="http://schemas.openxmlformats.org/markup-compatibility/2006">
          <mc:Choice xmlns:p14="http://schemas.microsoft.com/office/powerpoint/2010/main" Requires="p14">
            <p:contentPart p14:bwMode="auto" r:id="rId126">
              <p14:nvContentPartPr>
                <p14:cNvPr id="87" name="Ink 86">
                  <a:extLst>
                    <a:ext uri="{FF2B5EF4-FFF2-40B4-BE49-F238E27FC236}">
                      <a16:creationId xmlns:a16="http://schemas.microsoft.com/office/drawing/2014/main" id="{67EDED1A-CF40-0119-01AB-B0690363BCF7}"/>
                    </a:ext>
                  </a:extLst>
                </p14:cNvPr>
                <p14:cNvContentPartPr/>
                <p14:nvPr/>
              </p14:nvContentPartPr>
              <p14:xfrm>
                <a:off x="8361344" y="4922925"/>
                <a:ext cx="201240" cy="241200"/>
              </p14:xfrm>
            </p:contentPart>
          </mc:Choice>
          <mc:Fallback>
            <p:pic>
              <p:nvPicPr>
                <p:cNvPr id="87" name="Ink 86">
                  <a:extLst>
                    <a:ext uri="{FF2B5EF4-FFF2-40B4-BE49-F238E27FC236}">
                      <a16:creationId xmlns:a16="http://schemas.microsoft.com/office/drawing/2014/main" id="{67EDED1A-CF40-0119-01AB-B0690363BCF7}"/>
                    </a:ext>
                  </a:extLst>
                </p:cNvPr>
                <p:cNvPicPr/>
                <p:nvPr/>
              </p:nvPicPr>
              <p:blipFill>
                <a:blip r:embed="rId127"/>
                <a:stretch>
                  <a:fillRect/>
                </a:stretch>
              </p:blipFill>
              <p:spPr>
                <a:xfrm>
                  <a:off x="8352344" y="4914285"/>
                  <a:ext cx="21888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8" name="Ink 87">
                  <a:extLst>
                    <a:ext uri="{FF2B5EF4-FFF2-40B4-BE49-F238E27FC236}">
                      <a16:creationId xmlns:a16="http://schemas.microsoft.com/office/drawing/2014/main" id="{3E04B7C0-FB89-1E07-4572-B845769D38BB}"/>
                    </a:ext>
                  </a:extLst>
                </p14:cNvPr>
                <p14:cNvContentPartPr/>
                <p14:nvPr/>
              </p14:nvContentPartPr>
              <p14:xfrm>
                <a:off x="8435504" y="5074845"/>
                <a:ext cx="187200" cy="52560"/>
              </p14:xfrm>
            </p:contentPart>
          </mc:Choice>
          <mc:Fallback>
            <p:pic>
              <p:nvPicPr>
                <p:cNvPr id="88" name="Ink 87">
                  <a:extLst>
                    <a:ext uri="{FF2B5EF4-FFF2-40B4-BE49-F238E27FC236}">
                      <a16:creationId xmlns:a16="http://schemas.microsoft.com/office/drawing/2014/main" id="{3E04B7C0-FB89-1E07-4572-B845769D38BB}"/>
                    </a:ext>
                  </a:extLst>
                </p:cNvPr>
                <p:cNvPicPr/>
                <p:nvPr/>
              </p:nvPicPr>
              <p:blipFill>
                <a:blip r:embed="rId129"/>
                <a:stretch>
                  <a:fillRect/>
                </a:stretch>
              </p:blipFill>
              <p:spPr>
                <a:xfrm>
                  <a:off x="8426864" y="5065845"/>
                  <a:ext cx="20484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9" name="Ink 88">
                  <a:extLst>
                    <a:ext uri="{FF2B5EF4-FFF2-40B4-BE49-F238E27FC236}">
                      <a16:creationId xmlns:a16="http://schemas.microsoft.com/office/drawing/2014/main" id="{16B61845-D8AD-84D4-1F96-D7FE727B2ED7}"/>
                    </a:ext>
                  </a:extLst>
                </p14:cNvPr>
                <p14:cNvContentPartPr/>
                <p14:nvPr/>
              </p14:nvContentPartPr>
              <p14:xfrm>
                <a:off x="8654384" y="5073765"/>
                <a:ext cx="83160" cy="179280"/>
              </p14:xfrm>
            </p:contentPart>
          </mc:Choice>
          <mc:Fallback>
            <p:pic>
              <p:nvPicPr>
                <p:cNvPr id="89" name="Ink 88">
                  <a:extLst>
                    <a:ext uri="{FF2B5EF4-FFF2-40B4-BE49-F238E27FC236}">
                      <a16:creationId xmlns:a16="http://schemas.microsoft.com/office/drawing/2014/main" id="{16B61845-D8AD-84D4-1F96-D7FE727B2ED7}"/>
                    </a:ext>
                  </a:extLst>
                </p:cNvPr>
                <p:cNvPicPr/>
                <p:nvPr/>
              </p:nvPicPr>
              <p:blipFill>
                <a:blip r:embed="rId131"/>
                <a:stretch>
                  <a:fillRect/>
                </a:stretch>
              </p:blipFill>
              <p:spPr>
                <a:xfrm>
                  <a:off x="8645744" y="5064765"/>
                  <a:ext cx="10080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90" name="Ink 89">
                  <a:extLst>
                    <a:ext uri="{FF2B5EF4-FFF2-40B4-BE49-F238E27FC236}">
                      <a16:creationId xmlns:a16="http://schemas.microsoft.com/office/drawing/2014/main" id="{D789CD23-BFAE-C1FF-A695-A9DBFF3A27E9}"/>
                    </a:ext>
                  </a:extLst>
                </p14:cNvPr>
                <p14:cNvContentPartPr/>
                <p14:nvPr/>
              </p14:nvContentPartPr>
              <p14:xfrm>
                <a:off x="8786504" y="4843725"/>
                <a:ext cx="131760" cy="292680"/>
              </p14:xfrm>
            </p:contentPart>
          </mc:Choice>
          <mc:Fallback>
            <p:pic>
              <p:nvPicPr>
                <p:cNvPr id="90" name="Ink 89">
                  <a:extLst>
                    <a:ext uri="{FF2B5EF4-FFF2-40B4-BE49-F238E27FC236}">
                      <a16:creationId xmlns:a16="http://schemas.microsoft.com/office/drawing/2014/main" id="{D789CD23-BFAE-C1FF-A695-A9DBFF3A27E9}"/>
                    </a:ext>
                  </a:extLst>
                </p:cNvPr>
                <p:cNvPicPr/>
                <p:nvPr/>
              </p:nvPicPr>
              <p:blipFill>
                <a:blip r:embed="rId133"/>
                <a:stretch>
                  <a:fillRect/>
                </a:stretch>
              </p:blipFill>
              <p:spPr>
                <a:xfrm>
                  <a:off x="8777504" y="4834725"/>
                  <a:ext cx="149400" cy="3103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91" name="Ink 90">
                  <a:extLst>
                    <a:ext uri="{FF2B5EF4-FFF2-40B4-BE49-F238E27FC236}">
                      <a16:creationId xmlns:a16="http://schemas.microsoft.com/office/drawing/2014/main" id="{F153EEF6-C642-9DCD-54B3-B8AFEA258B75}"/>
                    </a:ext>
                  </a:extLst>
                </p14:cNvPr>
                <p14:cNvContentPartPr/>
                <p14:nvPr/>
              </p14:nvContentPartPr>
              <p14:xfrm>
                <a:off x="8840864" y="4793325"/>
                <a:ext cx="109800" cy="462960"/>
              </p14:xfrm>
            </p:contentPart>
          </mc:Choice>
          <mc:Fallback>
            <p:pic>
              <p:nvPicPr>
                <p:cNvPr id="91" name="Ink 90">
                  <a:extLst>
                    <a:ext uri="{FF2B5EF4-FFF2-40B4-BE49-F238E27FC236}">
                      <a16:creationId xmlns:a16="http://schemas.microsoft.com/office/drawing/2014/main" id="{F153EEF6-C642-9DCD-54B3-B8AFEA258B75}"/>
                    </a:ext>
                  </a:extLst>
                </p:cNvPr>
                <p:cNvPicPr/>
                <p:nvPr/>
              </p:nvPicPr>
              <p:blipFill>
                <a:blip r:embed="rId135"/>
                <a:stretch>
                  <a:fillRect/>
                </a:stretch>
              </p:blipFill>
              <p:spPr>
                <a:xfrm>
                  <a:off x="8831864" y="4784685"/>
                  <a:ext cx="127440" cy="4806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92" name="Ink 91">
                  <a:extLst>
                    <a:ext uri="{FF2B5EF4-FFF2-40B4-BE49-F238E27FC236}">
                      <a16:creationId xmlns:a16="http://schemas.microsoft.com/office/drawing/2014/main" id="{7862538E-E9A6-7E12-06A4-F711B32450C4}"/>
                    </a:ext>
                  </a:extLst>
                </p14:cNvPr>
                <p14:cNvContentPartPr/>
                <p14:nvPr/>
              </p14:nvContentPartPr>
              <p14:xfrm>
                <a:off x="8155784" y="4745085"/>
                <a:ext cx="386280" cy="729720"/>
              </p14:xfrm>
            </p:contentPart>
          </mc:Choice>
          <mc:Fallback>
            <p:pic>
              <p:nvPicPr>
                <p:cNvPr id="92" name="Ink 91">
                  <a:extLst>
                    <a:ext uri="{FF2B5EF4-FFF2-40B4-BE49-F238E27FC236}">
                      <a16:creationId xmlns:a16="http://schemas.microsoft.com/office/drawing/2014/main" id="{7862538E-E9A6-7E12-06A4-F711B32450C4}"/>
                    </a:ext>
                  </a:extLst>
                </p:cNvPr>
                <p:cNvPicPr/>
                <p:nvPr/>
              </p:nvPicPr>
              <p:blipFill>
                <a:blip r:embed="rId137"/>
                <a:stretch>
                  <a:fillRect/>
                </a:stretch>
              </p:blipFill>
              <p:spPr>
                <a:xfrm>
                  <a:off x="8146784" y="4736085"/>
                  <a:ext cx="403920" cy="747360"/>
                </a:xfrm>
                <a:prstGeom prst="rect">
                  <a:avLst/>
                </a:prstGeom>
              </p:spPr>
            </p:pic>
          </mc:Fallback>
        </mc:AlternateContent>
      </p:grpSp>
      <p:grpSp>
        <p:nvGrpSpPr>
          <p:cNvPr id="101" name="Group 100">
            <a:extLst>
              <a:ext uri="{FF2B5EF4-FFF2-40B4-BE49-F238E27FC236}">
                <a16:creationId xmlns:a16="http://schemas.microsoft.com/office/drawing/2014/main" id="{F98E7A94-DDF1-54D1-DF9E-5F9B6EA487C5}"/>
              </a:ext>
            </a:extLst>
          </p:cNvPr>
          <p:cNvGrpSpPr/>
          <p:nvPr/>
        </p:nvGrpSpPr>
        <p:grpSpPr>
          <a:xfrm>
            <a:off x="11775224" y="1374405"/>
            <a:ext cx="297000" cy="498600"/>
            <a:chOff x="11775224" y="1374405"/>
            <a:chExt cx="297000" cy="498600"/>
          </a:xfrm>
        </p:grpSpPr>
        <mc:AlternateContent xmlns:mc="http://schemas.openxmlformats.org/markup-compatibility/2006">
          <mc:Choice xmlns:p14="http://schemas.microsoft.com/office/powerpoint/2010/main" Requires="p14">
            <p:contentPart p14:bwMode="auto" r:id="rId138">
              <p14:nvContentPartPr>
                <p14:cNvPr id="97" name="Ink 96">
                  <a:extLst>
                    <a:ext uri="{FF2B5EF4-FFF2-40B4-BE49-F238E27FC236}">
                      <a16:creationId xmlns:a16="http://schemas.microsoft.com/office/drawing/2014/main" id="{030EF57C-951B-DB72-EC60-6D3A4F562A12}"/>
                    </a:ext>
                  </a:extLst>
                </p14:cNvPr>
                <p14:cNvContentPartPr/>
                <p14:nvPr/>
              </p14:nvContentPartPr>
              <p14:xfrm>
                <a:off x="11775224" y="1573845"/>
                <a:ext cx="104760" cy="233280"/>
              </p14:xfrm>
            </p:contentPart>
          </mc:Choice>
          <mc:Fallback>
            <p:pic>
              <p:nvPicPr>
                <p:cNvPr id="97" name="Ink 96">
                  <a:extLst>
                    <a:ext uri="{FF2B5EF4-FFF2-40B4-BE49-F238E27FC236}">
                      <a16:creationId xmlns:a16="http://schemas.microsoft.com/office/drawing/2014/main" id="{030EF57C-951B-DB72-EC60-6D3A4F562A12}"/>
                    </a:ext>
                  </a:extLst>
                </p:cNvPr>
                <p:cNvPicPr/>
                <p:nvPr/>
              </p:nvPicPr>
              <p:blipFill>
                <a:blip r:embed="rId139"/>
                <a:stretch>
                  <a:fillRect/>
                </a:stretch>
              </p:blipFill>
              <p:spPr>
                <a:xfrm>
                  <a:off x="11766224" y="1565205"/>
                  <a:ext cx="12240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98" name="Ink 97">
                  <a:extLst>
                    <a:ext uri="{FF2B5EF4-FFF2-40B4-BE49-F238E27FC236}">
                      <a16:creationId xmlns:a16="http://schemas.microsoft.com/office/drawing/2014/main" id="{6110F8E5-FB28-3348-4D36-17C1AA3AEB52}"/>
                    </a:ext>
                  </a:extLst>
                </p14:cNvPr>
                <p14:cNvContentPartPr/>
                <p14:nvPr/>
              </p14:nvContentPartPr>
              <p14:xfrm>
                <a:off x="11854064" y="1374405"/>
                <a:ext cx="218160" cy="498600"/>
              </p14:xfrm>
            </p:contentPart>
          </mc:Choice>
          <mc:Fallback>
            <p:pic>
              <p:nvPicPr>
                <p:cNvPr id="98" name="Ink 97">
                  <a:extLst>
                    <a:ext uri="{FF2B5EF4-FFF2-40B4-BE49-F238E27FC236}">
                      <a16:creationId xmlns:a16="http://schemas.microsoft.com/office/drawing/2014/main" id="{6110F8E5-FB28-3348-4D36-17C1AA3AEB52}"/>
                    </a:ext>
                  </a:extLst>
                </p:cNvPr>
                <p:cNvPicPr/>
                <p:nvPr/>
              </p:nvPicPr>
              <p:blipFill>
                <a:blip r:embed="rId141"/>
                <a:stretch>
                  <a:fillRect/>
                </a:stretch>
              </p:blipFill>
              <p:spPr>
                <a:xfrm>
                  <a:off x="11845064" y="1365405"/>
                  <a:ext cx="235800" cy="516240"/>
                </a:xfrm>
                <a:prstGeom prst="rect">
                  <a:avLst/>
                </a:prstGeom>
              </p:spPr>
            </p:pic>
          </mc:Fallback>
        </mc:AlternateContent>
      </p:grpSp>
      <p:grpSp>
        <p:nvGrpSpPr>
          <p:cNvPr id="100" name="Group 99">
            <a:extLst>
              <a:ext uri="{FF2B5EF4-FFF2-40B4-BE49-F238E27FC236}">
                <a16:creationId xmlns:a16="http://schemas.microsoft.com/office/drawing/2014/main" id="{82AB81CA-F22D-1948-DEDF-117F72812B62}"/>
              </a:ext>
            </a:extLst>
          </p:cNvPr>
          <p:cNvGrpSpPr/>
          <p:nvPr/>
        </p:nvGrpSpPr>
        <p:grpSpPr>
          <a:xfrm>
            <a:off x="11017064" y="1462245"/>
            <a:ext cx="540000" cy="649440"/>
            <a:chOff x="11017064" y="1462245"/>
            <a:chExt cx="540000" cy="649440"/>
          </a:xfrm>
        </p:grpSpPr>
        <mc:AlternateContent xmlns:mc="http://schemas.openxmlformats.org/markup-compatibility/2006">
          <mc:Choice xmlns:p14="http://schemas.microsoft.com/office/powerpoint/2010/main" Requires="p14">
            <p:contentPart p14:bwMode="auto" r:id="rId142">
              <p14:nvContentPartPr>
                <p14:cNvPr id="94" name="Ink 93">
                  <a:extLst>
                    <a:ext uri="{FF2B5EF4-FFF2-40B4-BE49-F238E27FC236}">
                      <a16:creationId xmlns:a16="http://schemas.microsoft.com/office/drawing/2014/main" id="{6447AEBB-CE70-6FEC-8EF4-569734C89DB4}"/>
                    </a:ext>
                  </a:extLst>
                </p14:cNvPr>
                <p14:cNvContentPartPr/>
                <p14:nvPr/>
              </p14:nvContentPartPr>
              <p14:xfrm>
                <a:off x="11017064" y="1707765"/>
                <a:ext cx="121320" cy="112680"/>
              </p14:xfrm>
            </p:contentPart>
          </mc:Choice>
          <mc:Fallback>
            <p:pic>
              <p:nvPicPr>
                <p:cNvPr id="94" name="Ink 93">
                  <a:extLst>
                    <a:ext uri="{FF2B5EF4-FFF2-40B4-BE49-F238E27FC236}">
                      <a16:creationId xmlns:a16="http://schemas.microsoft.com/office/drawing/2014/main" id="{6447AEBB-CE70-6FEC-8EF4-569734C89DB4}"/>
                    </a:ext>
                  </a:extLst>
                </p:cNvPr>
                <p:cNvPicPr/>
                <p:nvPr/>
              </p:nvPicPr>
              <p:blipFill>
                <a:blip r:embed="rId143"/>
                <a:stretch>
                  <a:fillRect/>
                </a:stretch>
              </p:blipFill>
              <p:spPr>
                <a:xfrm>
                  <a:off x="11008424" y="1698765"/>
                  <a:ext cx="13896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5" name="Ink 94">
                  <a:extLst>
                    <a:ext uri="{FF2B5EF4-FFF2-40B4-BE49-F238E27FC236}">
                      <a16:creationId xmlns:a16="http://schemas.microsoft.com/office/drawing/2014/main" id="{2FEE8C7F-CC60-3D67-19C2-BC8965187583}"/>
                    </a:ext>
                  </a:extLst>
                </p14:cNvPr>
                <p14:cNvContentPartPr/>
                <p14:nvPr/>
              </p14:nvContentPartPr>
              <p14:xfrm>
                <a:off x="11321264" y="1629285"/>
                <a:ext cx="149760" cy="162000"/>
              </p14:xfrm>
            </p:contentPart>
          </mc:Choice>
          <mc:Fallback>
            <p:pic>
              <p:nvPicPr>
                <p:cNvPr id="95" name="Ink 94">
                  <a:extLst>
                    <a:ext uri="{FF2B5EF4-FFF2-40B4-BE49-F238E27FC236}">
                      <a16:creationId xmlns:a16="http://schemas.microsoft.com/office/drawing/2014/main" id="{2FEE8C7F-CC60-3D67-19C2-BC8965187583}"/>
                    </a:ext>
                  </a:extLst>
                </p:cNvPr>
                <p:cNvPicPr/>
                <p:nvPr/>
              </p:nvPicPr>
              <p:blipFill>
                <a:blip r:embed="rId145"/>
                <a:stretch>
                  <a:fillRect/>
                </a:stretch>
              </p:blipFill>
              <p:spPr>
                <a:xfrm>
                  <a:off x="11312264" y="1620285"/>
                  <a:ext cx="16740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6" name="Ink 95">
                  <a:extLst>
                    <a:ext uri="{FF2B5EF4-FFF2-40B4-BE49-F238E27FC236}">
                      <a16:creationId xmlns:a16="http://schemas.microsoft.com/office/drawing/2014/main" id="{7716D1A4-9143-EDB2-A45F-0CBD36BBF170}"/>
                    </a:ext>
                  </a:extLst>
                </p14:cNvPr>
                <p14:cNvContentPartPr/>
                <p14:nvPr/>
              </p14:nvContentPartPr>
              <p14:xfrm>
                <a:off x="11480384" y="1696605"/>
                <a:ext cx="76680" cy="172800"/>
              </p14:xfrm>
            </p:contentPart>
          </mc:Choice>
          <mc:Fallback>
            <p:pic>
              <p:nvPicPr>
                <p:cNvPr id="96" name="Ink 95">
                  <a:extLst>
                    <a:ext uri="{FF2B5EF4-FFF2-40B4-BE49-F238E27FC236}">
                      <a16:creationId xmlns:a16="http://schemas.microsoft.com/office/drawing/2014/main" id="{7716D1A4-9143-EDB2-A45F-0CBD36BBF170}"/>
                    </a:ext>
                  </a:extLst>
                </p:cNvPr>
                <p:cNvPicPr/>
                <p:nvPr/>
              </p:nvPicPr>
              <p:blipFill>
                <a:blip r:embed="rId147"/>
                <a:stretch>
                  <a:fillRect/>
                </a:stretch>
              </p:blipFill>
              <p:spPr>
                <a:xfrm>
                  <a:off x="11471384" y="1687605"/>
                  <a:ext cx="9432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9" name="Ink 98">
                  <a:extLst>
                    <a:ext uri="{FF2B5EF4-FFF2-40B4-BE49-F238E27FC236}">
                      <a16:creationId xmlns:a16="http://schemas.microsoft.com/office/drawing/2014/main" id="{E0703A1E-DECC-9F20-46A8-B338657756C0}"/>
                    </a:ext>
                  </a:extLst>
                </p14:cNvPr>
                <p14:cNvContentPartPr/>
                <p14:nvPr/>
              </p14:nvContentPartPr>
              <p14:xfrm>
                <a:off x="11150264" y="1462245"/>
                <a:ext cx="359280" cy="649440"/>
              </p14:xfrm>
            </p:contentPart>
          </mc:Choice>
          <mc:Fallback>
            <p:pic>
              <p:nvPicPr>
                <p:cNvPr id="99" name="Ink 98">
                  <a:extLst>
                    <a:ext uri="{FF2B5EF4-FFF2-40B4-BE49-F238E27FC236}">
                      <a16:creationId xmlns:a16="http://schemas.microsoft.com/office/drawing/2014/main" id="{E0703A1E-DECC-9F20-46A8-B338657756C0}"/>
                    </a:ext>
                  </a:extLst>
                </p:cNvPr>
                <p:cNvPicPr/>
                <p:nvPr/>
              </p:nvPicPr>
              <p:blipFill>
                <a:blip r:embed="rId149"/>
                <a:stretch>
                  <a:fillRect/>
                </a:stretch>
              </p:blipFill>
              <p:spPr>
                <a:xfrm>
                  <a:off x="11141264" y="1453245"/>
                  <a:ext cx="376920" cy="667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0">
            <p14:nvContentPartPr>
              <p14:cNvPr id="102" name="Ink 101">
                <a:extLst>
                  <a:ext uri="{FF2B5EF4-FFF2-40B4-BE49-F238E27FC236}">
                    <a16:creationId xmlns:a16="http://schemas.microsoft.com/office/drawing/2014/main" id="{3249C57F-D09E-4166-9BAE-7B90573D8CD9}"/>
                  </a:ext>
                </a:extLst>
              </p14:cNvPr>
              <p14:cNvContentPartPr/>
              <p14:nvPr/>
            </p14:nvContentPartPr>
            <p14:xfrm>
              <a:off x="6668984" y="3198525"/>
              <a:ext cx="160200" cy="123480"/>
            </p14:xfrm>
          </p:contentPart>
        </mc:Choice>
        <mc:Fallback>
          <p:pic>
            <p:nvPicPr>
              <p:cNvPr id="102" name="Ink 101">
                <a:extLst>
                  <a:ext uri="{FF2B5EF4-FFF2-40B4-BE49-F238E27FC236}">
                    <a16:creationId xmlns:a16="http://schemas.microsoft.com/office/drawing/2014/main" id="{3249C57F-D09E-4166-9BAE-7B90573D8CD9}"/>
                  </a:ext>
                </a:extLst>
              </p:cNvPr>
              <p:cNvPicPr/>
              <p:nvPr/>
            </p:nvPicPr>
            <p:blipFill>
              <a:blip r:embed="rId151"/>
              <a:stretch>
                <a:fillRect/>
              </a:stretch>
            </p:blipFill>
            <p:spPr>
              <a:xfrm>
                <a:off x="6659984" y="3189525"/>
                <a:ext cx="177840" cy="141120"/>
              </a:xfrm>
              <a:prstGeom prst="rect">
                <a:avLst/>
              </a:prstGeom>
            </p:spPr>
          </p:pic>
        </mc:Fallback>
      </mc:AlternateContent>
      <p:grpSp>
        <p:nvGrpSpPr>
          <p:cNvPr id="109" name="Group 108">
            <a:extLst>
              <a:ext uri="{FF2B5EF4-FFF2-40B4-BE49-F238E27FC236}">
                <a16:creationId xmlns:a16="http://schemas.microsoft.com/office/drawing/2014/main" id="{CD2C7797-D4D2-9374-97E2-E085B65F0448}"/>
              </a:ext>
            </a:extLst>
          </p:cNvPr>
          <p:cNvGrpSpPr/>
          <p:nvPr/>
        </p:nvGrpSpPr>
        <p:grpSpPr>
          <a:xfrm>
            <a:off x="6027464" y="3516405"/>
            <a:ext cx="979920" cy="583200"/>
            <a:chOff x="6027464" y="3516405"/>
            <a:chExt cx="979920" cy="583200"/>
          </a:xfrm>
        </p:grpSpPr>
        <mc:AlternateContent xmlns:mc="http://schemas.openxmlformats.org/markup-compatibility/2006">
          <mc:Choice xmlns:p14="http://schemas.microsoft.com/office/powerpoint/2010/main" Requires="p14">
            <p:contentPart p14:bwMode="auto" r:id="rId152">
              <p14:nvContentPartPr>
                <p14:cNvPr id="103" name="Ink 102">
                  <a:extLst>
                    <a:ext uri="{FF2B5EF4-FFF2-40B4-BE49-F238E27FC236}">
                      <a16:creationId xmlns:a16="http://schemas.microsoft.com/office/drawing/2014/main" id="{AC9E6A23-45C3-C373-C4FB-5D9CD7E1B246}"/>
                    </a:ext>
                  </a:extLst>
                </p14:cNvPr>
                <p14:cNvContentPartPr/>
                <p14:nvPr/>
              </p14:nvContentPartPr>
              <p14:xfrm>
                <a:off x="6228344" y="3659685"/>
                <a:ext cx="183240" cy="219240"/>
              </p14:xfrm>
            </p:contentPart>
          </mc:Choice>
          <mc:Fallback>
            <p:pic>
              <p:nvPicPr>
                <p:cNvPr id="103" name="Ink 102">
                  <a:extLst>
                    <a:ext uri="{FF2B5EF4-FFF2-40B4-BE49-F238E27FC236}">
                      <a16:creationId xmlns:a16="http://schemas.microsoft.com/office/drawing/2014/main" id="{AC9E6A23-45C3-C373-C4FB-5D9CD7E1B246}"/>
                    </a:ext>
                  </a:extLst>
                </p:cNvPr>
                <p:cNvPicPr/>
                <p:nvPr/>
              </p:nvPicPr>
              <p:blipFill>
                <a:blip r:embed="rId153"/>
                <a:stretch>
                  <a:fillRect/>
                </a:stretch>
              </p:blipFill>
              <p:spPr>
                <a:xfrm>
                  <a:off x="6219344" y="3651045"/>
                  <a:ext cx="20088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04" name="Ink 103">
                  <a:extLst>
                    <a:ext uri="{FF2B5EF4-FFF2-40B4-BE49-F238E27FC236}">
                      <a16:creationId xmlns:a16="http://schemas.microsoft.com/office/drawing/2014/main" id="{E534D155-B85B-DD26-BF68-7D0EE6259840}"/>
                    </a:ext>
                  </a:extLst>
                </p14:cNvPr>
                <p14:cNvContentPartPr/>
                <p14:nvPr/>
              </p14:nvContentPartPr>
              <p14:xfrm>
                <a:off x="6327704" y="3528285"/>
                <a:ext cx="83520" cy="21960"/>
              </p14:xfrm>
            </p:contentPart>
          </mc:Choice>
          <mc:Fallback>
            <p:pic>
              <p:nvPicPr>
                <p:cNvPr id="104" name="Ink 103">
                  <a:extLst>
                    <a:ext uri="{FF2B5EF4-FFF2-40B4-BE49-F238E27FC236}">
                      <a16:creationId xmlns:a16="http://schemas.microsoft.com/office/drawing/2014/main" id="{E534D155-B85B-DD26-BF68-7D0EE6259840}"/>
                    </a:ext>
                  </a:extLst>
                </p:cNvPr>
                <p:cNvPicPr/>
                <p:nvPr/>
              </p:nvPicPr>
              <p:blipFill>
                <a:blip r:embed="rId155"/>
                <a:stretch>
                  <a:fillRect/>
                </a:stretch>
              </p:blipFill>
              <p:spPr>
                <a:xfrm>
                  <a:off x="6319064" y="3519645"/>
                  <a:ext cx="10116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05" name="Ink 104">
                  <a:extLst>
                    <a:ext uri="{FF2B5EF4-FFF2-40B4-BE49-F238E27FC236}">
                      <a16:creationId xmlns:a16="http://schemas.microsoft.com/office/drawing/2014/main" id="{CA24955C-EFF0-CBA3-DC87-83C6B527B9B6}"/>
                    </a:ext>
                  </a:extLst>
                </p14:cNvPr>
                <p14:cNvContentPartPr/>
                <p14:nvPr/>
              </p14:nvContentPartPr>
              <p14:xfrm>
                <a:off x="6446144" y="3727005"/>
                <a:ext cx="58320" cy="135000"/>
              </p14:xfrm>
            </p:contentPart>
          </mc:Choice>
          <mc:Fallback>
            <p:pic>
              <p:nvPicPr>
                <p:cNvPr id="105" name="Ink 104">
                  <a:extLst>
                    <a:ext uri="{FF2B5EF4-FFF2-40B4-BE49-F238E27FC236}">
                      <a16:creationId xmlns:a16="http://schemas.microsoft.com/office/drawing/2014/main" id="{CA24955C-EFF0-CBA3-DC87-83C6B527B9B6}"/>
                    </a:ext>
                  </a:extLst>
                </p:cNvPr>
                <p:cNvPicPr/>
                <p:nvPr/>
              </p:nvPicPr>
              <p:blipFill>
                <a:blip r:embed="rId157"/>
                <a:stretch>
                  <a:fillRect/>
                </a:stretch>
              </p:blipFill>
              <p:spPr>
                <a:xfrm>
                  <a:off x="6437144" y="3718005"/>
                  <a:ext cx="7596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06" name="Ink 105">
                  <a:extLst>
                    <a:ext uri="{FF2B5EF4-FFF2-40B4-BE49-F238E27FC236}">
                      <a16:creationId xmlns:a16="http://schemas.microsoft.com/office/drawing/2014/main" id="{09B99974-8129-B538-15E3-A6F8753A2789}"/>
                    </a:ext>
                  </a:extLst>
                </p14:cNvPr>
                <p14:cNvContentPartPr/>
                <p14:nvPr/>
              </p14:nvContentPartPr>
              <p14:xfrm>
                <a:off x="6610304" y="3627285"/>
                <a:ext cx="173160" cy="200160"/>
              </p14:xfrm>
            </p:contentPart>
          </mc:Choice>
          <mc:Fallback>
            <p:pic>
              <p:nvPicPr>
                <p:cNvPr id="106" name="Ink 105">
                  <a:extLst>
                    <a:ext uri="{FF2B5EF4-FFF2-40B4-BE49-F238E27FC236}">
                      <a16:creationId xmlns:a16="http://schemas.microsoft.com/office/drawing/2014/main" id="{09B99974-8129-B538-15E3-A6F8753A2789}"/>
                    </a:ext>
                  </a:extLst>
                </p:cNvPr>
                <p:cNvPicPr/>
                <p:nvPr/>
              </p:nvPicPr>
              <p:blipFill>
                <a:blip r:embed="rId159"/>
                <a:stretch>
                  <a:fillRect/>
                </a:stretch>
              </p:blipFill>
              <p:spPr>
                <a:xfrm>
                  <a:off x="6601664" y="3618285"/>
                  <a:ext cx="19080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07" name="Ink 106">
                  <a:extLst>
                    <a:ext uri="{FF2B5EF4-FFF2-40B4-BE49-F238E27FC236}">
                      <a16:creationId xmlns:a16="http://schemas.microsoft.com/office/drawing/2014/main" id="{DFA9B77B-0C94-5995-F93A-8553192351A8}"/>
                    </a:ext>
                  </a:extLst>
                </p14:cNvPr>
                <p14:cNvContentPartPr/>
                <p14:nvPr/>
              </p14:nvContentPartPr>
              <p14:xfrm>
                <a:off x="6027464" y="3659685"/>
                <a:ext cx="277560" cy="439920"/>
              </p14:xfrm>
            </p:contentPart>
          </mc:Choice>
          <mc:Fallback>
            <p:pic>
              <p:nvPicPr>
                <p:cNvPr id="107" name="Ink 106">
                  <a:extLst>
                    <a:ext uri="{FF2B5EF4-FFF2-40B4-BE49-F238E27FC236}">
                      <a16:creationId xmlns:a16="http://schemas.microsoft.com/office/drawing/2014/main" id="{DFA9B77B-0C94-5995-F93A-8553192351A8}"/>
                    </a:ext>
                  </a:extLst>
                </p:cNvPr>
                <p:cNvPicPr/>
                <p:nvPr/>
              </p:nvPicPr>
              <p:blipFill>
                <a:blip r:embed="rId161"/>
                <a:stretch>
                  <a:fillRect/>
                </a:stretch>
              </p:blipFill>
              <p:spPr>
                <a:xfrm>
                  <a:off x="6018824" y="3651045"/>
                  <a:ext cx="295200" cy="4575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8" name="Ink 107">
                  <a:extLst>
                    <a:ext uri="{FF2B5EF4-FFF2-40B4-BE49-F238E27FC236}">
                      <a16:creationId xmlns:a16="http://schemas.microsoft.com/office/drawing/2014/main" id="{7626E3EF-238F-BEBC-40C0-F4041E2F32D1}"/>
                    </a:ext>
                  </a:extLst>
                </p14:cNvPr>
                <p14:cNvContentPartPr/>
                <p14:nvPr/>
              </p14:nvContentPartPr>
              <p14:xfrm>
                <a:off x="6909104" y="3516405"/>
                <a:ext cx="98280" cy="447480"/>
              </p14:xfrm>
            </p:contentPart>
          </mc:Choice>
          <mc:Fallback>
            <p:pic>
              <p:nvPicPr>
                <p:cNvPr id="108" name="Ink 107">
                  <a:extLst>
                    <a:ext uri="{FF2B5EF4-FFF2-40B4-BE49-F238E27FC236}">
                      <a16:creationId xmlns:a16="http://schemas.microsoft.com/office/drawing/2014/main" id="{7626E3EF-238F-BEBC-40C0-F4041E2F32D1}"/>
                    </a:ext>
                  </a:extLst>
                </p:cNvPr>
                <p:cNvPicPr/>
                <p:nvPr/>
              </p:nvPicPr>
              <p:blipFill>
                <a:blip r:embed="rId163"/>
                <a:stretch>
                  <a:fillRect/>
                </a:stretch>
              </p:blipFill>
              <p:spPr>
                <a:xfrm>
                  <a:off x="6900104" y="3507765"/>
                  <a:ext cx="115920" cy="465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4">
            <p14:nvContentPartPr>
              <p14:cNvPr id="111" name="Ink 110">
                <a:extLst>
                  <a:ext uri="{FF2B5EF4-FFF2-40B4-BE49-F238E27FC236}">
                    <a16:creationId xmlns:a16="http://schemas.microsoft.com/office/drawing/2014/main" id="{140A1B04-F252-9FE2-E871-3758EEA4C4FE}"/>
                  </a:ext>
                </a:extLst>
              </p14:cNvPr>
              <p14:cNvContentPartPr/>
              <p14:nvPr/>
            </p14:nvContentPartPr>
            <p14:xfrm>
              <a:off x="10513064" y="6177525"/>
              <a:ext cx="12240" cy="13320"/>
            </p14:xfrm>
          </p:contentPart>
        </mc:Choice>
        <mc:Fallback>
          <p:pic>
            <p:nvPicPr>
              <p:cNvPr id="111" name="Ink 110">
                <a:extLst>
                  <a:ext uri="{FF2B5EF4-FFF2-40B4-BE49-F238E27FC236}">
                    <a16:creationId xmlns:a16="http://schemas.microsoft.com/office/drawing/2014/main" id="{140A1B04-F252-9FE2-E871-3758EEA4C4FE}"/>
                  </a:ext>
                </a:extLst>
              </p:cNvPr>
              <p:cNvPicPr/>
              <p:nvPr/>
            </p:nvPicPr>
            <p:blipFill>
              <a:blip r:embed="rId165"/>
              <a:stretch>
                <a:fillRect/>
              </a:stretch>
            </p:blipFill>
            <p:spPr>
              <a:xfrm>
                <a:off x="10504424" y="6168525"/>
                <a:ext cx="29880" cy="30960"/>
              </a:xfrm>
              <a:prstGeom prst="rect">
                <a:avLst/>
              </a:prstGeom>
            </p:spPr>
          </p:pic>
        </mc:Fallback>
      </mc:AlternateContent>
      <p:grpSp>
        <p:nvGrpSpPr>
          <p:cNvPr id="118" name="Group 117">
            <a:extLst>
              <a:ext uri="{FF2B5EF4-FFF2-40B4-BE49-F238E27FC236}">
                <a16:creationId xmlns:a16="http://schemas.microsoft.com/office/drawing/2014/main" id="{78AAD8ED-A3F0-D8B6-9159-F8ABF27F03E8}"/>
              </a:ext>
            </a:extLst>
          </p:cNvPr>
          <p:cNvGrpSpPr/>
          <p:nvPr/>
        </p:nvGrpSpPr>
        <p:grpSpPr>
          <a:xfrm>
            <a:off x="11104184" y="5203725"/>
            <a:ext cx="221040" cy="459720"/>
            <a:chOff x="11104184" y="5203725"/>
            <a:chExt cx="221040" cy="459720"/>
          </a:xfrm>
        </p:grpSpPr>
        <mc:AlternateContent xmlns:mc="http://schemas.openxmlformats.org/markup-compatibility/2006">
          <mc:Choice xmlns:p14="http://schemas.microsoft.com/office/powerpoint/2010/main" Requires="p14">
            <p:contentPart p14:bwMode="auto" r:id="rId166">
              <p14:nvContentPartPr>
                <p14:cNvPr id="114" name="Ink 113">
                  <a:extLst>
                    <a:ext uri="{FF2B5EF4-FFF2-40B4-BE49-F238E27FC236}">
                      <a16:creationId xmlns:a16="http://schemas.microsoft.com/office/drawing/2014/main" id="{366DF8D2-906A-385B-64FA-B4B333498F87}"/>
                    </a:ext>
                  </a:extLst>
                </p14:cNvPr>
                <p14:cNvContentPartPr/>
                <p14:nvPr/>
              </p14:nvContentPartPr>
              <p14:xfrm>
                <a:off x="11104184" y="5356005"/>
                <a:ext cx="32760" cy="166320"/>
              </p14:xfrm>
            </p:contentPart>
          </mc:Choice>
          <mc:Fallback>
            <p:pic>
              <p:nvPicPr>
                <p:cNvPr id="114" name="Ink 113">
                  <a:extLst>
                    <a:ext uri="{FF2B5EF4-FFF2-40B4-BE49-F238E27FC236}">
                      <a16:creationId xmlns:a16="http://schemas.microsoft.com/office/drawing/2014/main" id="{366DF8D2-906A-385B-64FA-B4B333498F87}"/>
                    </a:ext>
                  </a:extLst>
                </p:cNvPr>
                <p:cNvPicPr/>
                <p:nvPr/>
              </p:nvPicPr>
              <p:blipFill>
                <a:blip r:embed="rId167"/>
                <a:stretch>
                  <a:fillRect/>
                </a:stretch>
              </p:blipFill>
              <p:spPr>
                <a:xfrm>
                  <a:off x="11095544" y="5347005"/>
                  <a:ext cx="5040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15" name="Ink 114">
                  <a:extLst>
                    <a:ext uri="{FF2B5EF4-FFF2-40B4-BE49-F238E27FC236}">
                      <a16:creationId xmlns:a16="http://schemas.microsoft.com/office/drawing/2014/main" id="{ACF948C4-928F-B8A0-3A78-22EC92CDD6CB}"/>
                    </a:ext>
                  </a:extLst>
                </p14:cNvPr>
                <p14:cNvContentPartPr/>
                <p14:nvPr/>
              </p14:nvContentPartPr>
              <p14:xfrm>
                <a:off x="11153504" y="5203725"/>
                <a:ext cx="171720" cy="459720"/>
              </p14:xfrm>
            </p:contentPart>
          </mc:Choice>
          <mc:Fallback>
            <p:pic>
              <p:nvPicPr>
                <p:cNvPr id="115" name="Ink 114">
                  <a:extLst>
                    <a:ext uri="{FF2B5EF4-FFF2-40B4-BE49-F238E27FC236}">
                      <a16:creationId xmlns:a16="http://schemas.microsoft.com/office/drawing/2014/main" id="{ACF948C4-928F-B8A0-3A78-22EC92CDD6CB}"/>
                    </a:ext>
                  </a:extLst>
                </p:cNvPr>
                <p:cNvPicPr/>
                <p:nvPr/>
              </p:nvPicPr>
              <p:blipFill>
                <a:blip r:embed="rId169"/>
                <a:stretch>
                  <a:fillRect/>
                </a:stretch>
              </p:blipFill>
              <p:spPr>
                <a:xfrm>
                  <a:off x="11144504" y="5195085"/>
                  <a:ext cx="189360" cy="477360"/>
                </a:xfrm>
                <a:prstGeom prst="rect">
                  <a:avLst/>
                </a:prstGeom>
              </p:spPr>
            </p:pic>
          </mc:Fallback>
        </mc:AlternateContent>
      </p:grpSp>
      <p:grpSp>
        <p:nvGrpSpPr>
          <p:cNvPr id="117" name="Group 116">
            <a:extLst>
              <a:ext uri="{FF2B5EF4-FFF2-40B4-BE49-F238E27FC236}">
                <a16:creationId xmlns:a16="http://schemas.microsoft.com/office/drawing/2014/main" id="{102CD21C-8FE5-C4D1-BCC1-42C985FEE082}"/>
              </a:ext>
            </a:extLst>
          </p:cNvPr>
          <p:cNvGrpSpPr/>
          <p:nvPr/>
        </p:nvGrpSpPr>
        <p:grpSpPr>
          <a:xfrm>
            <a:off x="10281584" y="5260245"/>
            <a:ext cx="648000" cy="625320"/>
            <a:chOff x="10281584" y="5260245"/>
            <a:chExt cx="648000" cy="625320"/>
          </a:xfrm>
        </p:grpSpPr>
        <mc:AlternateContent xmlns:mc="http://schemas.openxmlformats.org/markup-compatibility/2006">
          <mc:Choice xmlns:p14="http://schemas.microsoft.com/office/powerpoint/2010/main" Requires="p14">
            <p:contentPart p14:bwMode="auto" r:id="rId170">
              <p14:nvContentPartPr>
                <p14:cNvPr id="110" name="Ink 109">
                  <a:extLst>
                    <a:ext uri="{FF2B5EF4-FFF2-40B4-BE49-F238E27FC236}">
                      <a16:creationId xmlns:a16="http://schemas.microsoft.com/office/drawing/2014/main" id="{25CD4D5D-FE38-2833-8DC5-B66BB0ABC9C4}"/>
                    </a:ext>
                  </a:extLst>
                </p14:cNvPr>
                <p14:cNvContentPartPr/>
                <p14:nvPr/>
              </p14:nvContentPartPr>
              <p14:xfrm>
                <a:off x="10281584" y="5763885"/>
                <a:ext cx="115200" cy="76320"/>
              </p14:xfrm>
            </p:contentPart>
          </mc:Choice>
          <mc:Fallback>
            <p:pic>
              <p:nvPicPr>
                <p:cNvPr id="110" name="Ink 109">
                  <a:extLst>
                    <a:ext uri="{FF2B5EF4-FFF2-40B4-BE49-F238E27FC236}">
                      <a16:creationId xmlns:a16="http://schemas.microsoft.com/office/drawing/2014/main" id="{25CD4D5D-FE38-2833-8DC5-B66BB0ABC9C4}"/>
                    </a:ext>
                  </a:extLst>
                </p:cNvPr>
                <p:cNvPicPr/>
                <p:nvPr/>
              </p:nvPicPr>
              <p:blipFill>
                <a:blip r:embed="rId171"/>
                <a:stretch>
                  <a:fillRect/>
                </a:stretch>
              </p:blipFill>
              <p:spPr>
                <a:xfrm>
                  <a:off x="10272944" y="5754885"/>
                  <a:ext cx="13284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12" name="Ink 111">
                  <a:extLst>
                    <a:ext uri="{FF2B5EF4-FFF2-40B4-BE49-F238E27FC236}">
                      <a16:creationId xmlns:a16="http://schemas.microsoft.com/office/drawing/2014/main" id="{B91E19D0-7636-98A2-2A60-E486067FD9FC}"/>
                    </a:ext>
                  </a:extLst>
                </p14:cNvPr>
                <p14:cNvContentPartPr/>
                <p14:nvPr/>
              </p14:nvContentPartPr>
              <p14:xfrm>
                <a:off x="10660304" y="5478765"/>
                <a:ext cx="193320" cy="284040"/>
              </p14:xfrm>
            </p:contentPart>
          </mc:Choice>
          <mc:Fallback>
            <p:pic>
              <p:nvPicPr>
                <p:cNvPr id="112" name="Ink 111">
                  <a:extLst>
                    <a:ext uri="{FF2B5EF4-FFF2-40B4-BE49-F238E27FC236}">
                      <a16:creationId xmlns:a16="http://schemas.microsoft.com/office/drawing/2014/main" id="{B91E19D0-7636-98A2-2A60-E486067FD9FC}"/>
                    </a:ext>
                  </a:extLst>
                </p:cNvPr>
                <p:cNvPicPr/>
                <p:nvPr/>
              </p:nvPicPr>
              <p:blipFill>
                <a:blip r:embed="rId173"/>
                <a:stretch>
                  <a:fillRect/>
                </a:stretch>
              </p:blipFill>
              <p:spPr>
                <a:xfrm>
                  <a:off x="10651304" y="5469765"/>
                  <a:ext cx="21096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3" name="Ink 112">
                  <a:extLst>
                    <a:ext uri="{FF2B5EF4-FFF2-40B4-BE49-F238E27FC236}">
                      <a16:creationId xmlns:a16="http://schemas.microsoft.com/office/drawing/2014/main" id="{FF4B2460-D285-0AE7-B949-387C4F4F8ACC}"/>
                    </a:ext>
                  </a:extLst>
                </p14:cNvPr>
                <p14:cNvContentPartPr/>
                <p14:nvPr/>
              </p14:nvContentPartPr>
              <p14:xfrm>
                <a:off x="10850744" y="5647965"/>
                <a:ext cx="78840" cy="131760"/>
              </p14:xfrm>
            </p:contentPart>
          </mc:Choice>
          <mc:Fallback>
            <p:pic>
              <p:nvPicPr>
                <p:cNvPr id="113" name="Ink 112">
                  <a:extLst>
                    <a:ext uri="{FF2B5EF4-FFF2-40B4-BE49-F238E27FC236}">
                      <a16:creationId xmlns:a16="http://schemas.microsoft.com/office/drawing/2014/main" id="{FF4B2460-D285-0AE7-B949-387C4F4F8ACC}"/>
                    </a:ext>
                  </a:extLst>
                </p:cNvPr>
                <p:cNvPicPr/>
                <p:nvPr/>
              </p:nvPicPr>
              <p:blipFill>
                <a:blip r:embed="rId175"/>
                <a:stretch>
                  <a:fillRect/>
                </a:stretch>
              </p:blipFill>
              <p:spPr>
                <a:xfrm>
                  <a:off x="10842104" y="5638965"/>
                  <a:ext cx="9648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6" name="Ink 115">
                  <a:extLst>
                    <a:ext uri="{FF2B5EF4-FFF2-40B4-BE49-F238E27FC236}">
                      <a16:creationId xmlns:a16="http://schemas.microsoft.com/office/drawing/2014/main" id="{E28B9A59-018C-1A6F-F3C4-BD77EF3A393A}"/>
                    </a:ext>
                  </a:extLst>
                </p14:cNvPr>
                <p14:cNvContentPartPr/>
                <p14:nvPr/>
              </p14:nvContentPartPr>
              <p14:xfrm>
                <a:off x="10564904" y="5260245"/>
                <a:ext cx="264600" cy="625320"/>
              </p14:xfrm>
            </p:contentPart>
          </mc:Choice>
          <mc:Fallback>
            <p:pic>
              <p:nvPicPr>
                <p:cNvPr id="116" name="Ink 115">
                  <a:extLst>
                    <a:ext uri="{FF2B5EF4-FFF2-40B4-BE49-F238E27FC236}">
                      <a16:creationId xmlns:a16="http://schemas.microsoft.com/office/drawing/2014/main" id="{E28B9A59-018C-1A6F-F3C4-BD77EF3A393A}"/>
                    </a:ext>
                  </a:extLst>
                </p:cNvPr>
                <p:cNvPicPr/>
                <p:nvPr/>
              </p:nvPicPr>
              <p:blipFill>
                <a:blip r:embed="rId177"/>
                <a:stretch>
                  <a:fillRect/>
                </a:stretch>
              </p:blipFill>
              <p:spPr>
                <a:xfrm>
                  <a:off x="10556264" y="5251605"/>
                  <a:ext cx="282240" cy="642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8">
            <p14:nvContentPartPr>
              <p14:cNvPr id="119" name="Ink 118">
                <a:extLst>
                  <a:ext uri="{FF2B5EF4-FFF2-40B4-BE49-F238E27FC236}">
                    <a16:creationId xmlns:a16="http://schemas.microsoft.com/office/drawing/2014/main" id="{C0C74220-C2DF-6311-28A7-359A27C7C197}"/>
                  </a:ext>
                </a:extLst>
              </p14:cNvPr>
              <p14:cNvContentPartPr/>
              <p14:nvPr/>
            </p14:nvContentPartPr>
            <p14:xfrm>
              <a:off x="8926904" y="6267165"/>
              <a:ext cx="6840" cy="19080"/>
            </p14:xfrm>
          </p:contentPart>
        </mc:Choice>
        <mc:Fallback>
          <p:pic>
            <p:nvPicPr>
              <p:cNvPr id="119" name="Ink 118">
                <a:extLst>
                  <a:ext uri="{FF2B5EF4-FFF2-40B4-BE49-F238E27FC236}">
                    <a16:creationId xmlns:a16="http://schemas.microsoft.com/office/drawing/2014/main" id="{C0C74220-C2DF-6311-28A7-359A27C7C197}"/>
                  </a:ext>
                </a:extLst>
              </p:cNvPr>
              <p:cNvPicPr/>
              <p:nvPr/>
            </p:nvPicPr>
            <p:blipFill>
              <a:blip r:embed="rId179"/>
              <a:stretch>
                <a:fillRect/>
              </a:stretch>
            </p:blipFill>
            <p:spPr>
              <a:xfrm>
                <a:off x="8918264" y="6258165"/>
                <a:ext cx="2448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25" name="Ink 124">
                <a:extLst>
                  <a:ext uri="{FF2B5EF4-FFF2-40B4-BE49-F238E27FC236}">
                    <a16:creationId xmlns:a16="http://schemas.microsoft.com/office/drawing/2014/main" id="{D7E3F397-633B-9176-8B90-D3D4F54F19F1}"/>
                  </a:ext>
                </a:extLst>
              </p14:cNvPr>
              <p14:cNvContentPartPr/>
              <p14:nvPr/>
            </p14:nvContentPartPr>
            <p14:xfrm>
              <a:off x="9120584" y="191445"/>
              <a:ext cx="720" cy="6459840"/>
            </p14:xfrm>
          </p:contentPart>
        </mc:Choice>
        <mc:Fallback>
          <p:pic>
            <p:nvPicPr>
              <p:cNvPr id="125" name="Ink 124">
                <a:extLst>
                  <a:ext uri="{FF2B5EF4-FFF2-40B4-BE49-F238E27FC236}">
                    <a16:creationId xmlns:a16="http://schemas.microsoft.com/office/drawing/2014/main" id="{D7E3F397-633B-9176-8B90-D3D4F54F19F1}"/>
                  </a:ext>
                </a:extLst>
              </p:cNvPr>
              <p:cNvPicPr/>
              <p:nvPr/>
            </p:nvPicPr>
            <p:blipFill>
              <a:blip r:embed="rId181"/>
              <a:stretch>
                <a:fillRect/>
              </a:stretch>
            </p:blipFill>
            <p:spPr>
              <a:xfrm>
                <a:off x="9102584" y="182445"/>
                <a:ext cx="36000" cy="64774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27" name="Ink 126">
                <a:extLst>
                  <a:ext uri="{FF2B5EF4-FFF2-40B4-BE49-F238E27FC236}">
                    <a16:creationId xmlns:a16="http://schemas.microsoft.com/office/drawing/2014/main" id="{61263E9D-3CAE-15A1-5353-5BACA33F5EB7}"/>
                  </a:ext>
                </a:extLst>
              </p14:cNvPr>
              <p14:cNvContentPartPr/>
              <p14:nvPr/>
            </p14:nvContentPartPr>
            <p14:xfrm>
              <a:off x="2266544" y="3380685"/>
              <a:ext cx="6820920" cy="720"/>
            </p14:xfrm>
          </p:contentPart>
        </mc:Choice>
        <mc:Fallback>
          <p:pic>
            <p:nvPicPr>
              <p:cNvPr id="127" name="Ink 126">
                <a:extLst>
                  <a:ext uri="{FF2B5EF4-FFF2-40B4-BE49-F238E27FC236}">
                    <a16:creationId xmlns:a16="http://schemas.microsoft.com/office/drawing/2014/main" id="{61263E9D-3CAE-15A1-5353-5BACA33F5EB7}"/>
                  </a:ext>
                </a:extLst>
              </p:cNvPr>
              <p:cNvPicPr/>
              <p:nvPr/>
            </p:nvPicPr>
            <p:blipFill>
              <a:blip r:embed="rId183"/>
              <a:stretch>
                <a:fillRect/>
              </a:stretch>
            </p:blipFill>
            <p:spPr>
              <a:xfrm>
                <a:off x="2257904" y="3362685"/>
                <a:ext cx="68385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28" name="Ink 127">
                <a:extLst>
                  <a:ext uri="{FF2B5EF4-FFF2-40B4-BE49-F238E27FC236}">
                    <a16:creationId xmlns:a16="http://schemas.microsoft.com/office/drawing/2014/main" id="{03366142-D736-2179-F6AD-BF4D7F89691A}"/>
                  </a:ext>
                </a:extLst>
              </p14:cNvPr>
              <p14:cNvContentPartPr/>
              <p14:nvPr/>
            </p14:nvContentPartPr>
            <p14:xfrm>
              <a:off x="6682304" y="3294645"/>
              <a:ext cx="159840" cy="121320"/>
            </p14:xfrm>
          </p:contentPart>
        </mc:Choice>
        <mc:Fallback>
          <p:pic>
            <p:nvPicPr>
              <p:cNvPr id="128" name="Ink 127">
                <a:extLst>
                  <a:ext uri="{FF2B5EF4-FFF2-40B4-BE49-F238E27FC236}">
                    <a16:creationId xmlns:a16="http://schemas.microsoft.com/office/drawing/2014/main" id="{03366142-D736-2179-F6AD-BF4D7F89691A}"/>
                  </a:ext>
                </a:extLst>
              </p:cNvPr>
              <p:cNvPicPr/>
              <p:nvPr/>
            </p:nvPicPr>
            <p:blipFill>
              <a:blip r:embed="rId185"/>
              <a:stretch>
                <a:fillRect/>
              </a:stretch>
            </p:blipFill>
            <p:spPr>
              <a:xfrm>
                <a:off x="6673664" y="3286005"/>
                <a:ext cx="177480" cy="138960"/>
              </a:xfrm>
              <a:prstGeom prst="rect">
                <a:avLst/>
              </a:prstGeom>
            </p:spPr>
          </p:pic>
        </mc:Fallback>
      </mc:AlternateContent>
      <p:grpSp>
        <p:nvGrpSpPr>
          <p:cNvPr id="131" name="Group 130">
            <a:extLst>
              <a:ext uri="{FF2B5EF4-FFF2-40B4-BE49-F238E27FC236}">
                <a16:creationId xmlns:a16="http://schemas.microsoft.com/office/drawing/2014/main" id="{8A738C12-B1A2-D197-DF67-90C7607A0961}"/>
              </a:ext>
            </a:extLst>
          </p:cNvPr>
          <p:cNvGrpSpPr/>
          <p:nvPr/>
        </p:nvGrpSpPr>
        <p:grpSpPr>
          <a:xfrm>
            <a:off x="6619664" y="3205005"/>
            <a:ext cx="218160" cy="177480"/>
            <a:chOff x="6619664" y="3205005"/>
            <a:chExt cx="218160" cy="177480"/>
          </a:xfrm>
        </p:grpSpPr>
        <mc:AlternateContent xmlns:mc="http://schemas.openxmlformats.org/markup-compatibility/2006">
          <mc:Choice xmlns:p14="http://schemas.microsoft.com/office/powerpoint/2010/main" Requires="p14">
            <p:contentPart p14:bwMode="auto" r:id="rId186">
              <p14:nvContentPartPr>
                <p14:cNvPr id="129" name="Ink 128">
                  <a:extLst>
                    <a:ext uri="{FF2B5EF4-FFF2-40B4-BE49-F238E27FC236}">
                      <a16:creationId xmlns:a16="http://schemas.microsoft.com/office/drawing/2014/main" id="{C3F3DA5E-B799-9578-3557-ECC735B7E5CC}"/>
                    </a:ext>
                  </a:extLst>
                </p14:cNvPr>
                <p14:cNvContentPartPr/>
                <p14:nvPr/>
              </p14:nvContentPartPr>
              <p14:xfrm>
                <a:off x="6716864" y="3205005"/>
                <a:ext cx="120960" cy="177480"/>
              </p14:xfrm>
            </p:contentPart>
          </mc:Choice>
          <mc:Fallback>
            <p:pic>
              <p:nvPicPr>
                <p:cNvPr id="129" name="Ink 128">
                  <a:extLst>
                    <a:ext uri="{FF2B5EF4-FFF2-40B4-BE49-F238E27FC236}">
                      <a16:creationId xmlns:a16="http://schemas.microsoft.com/office/drawing/2014/main" id="{C3F3DA5E-B799-9578-3557-ECC735B7E5CC}"/>
                    </a:ext>
                  </a:extLst>
                </p:cNvPr>
                <p:cNvPicPr/>
                <p:nvPr/>
              </p:nvPicPr>
              <p:blipFill>
                <a:blip r:embed="rId187"/>
                <a:stretch>
                  <a:fillRect/>
                </a:stretch>
              </p:blipFill>
              <p:spPr>
                <a:xfrm>
                  <a:off x="6708224" y="3196005"/>
                  <a:ext cx="13860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30" name="Ink 129">
                  <a:extLst>
                    <a:ext uri="{FF2B5EF4-FFF2-40B4-BE49-F238E27FC236}">
                      <a16:creationId xmlns:a16="http://schemas.microsoft.com/office/drawing/2014/main" id="{84A168A5-E048-1CAD-0E29-36B328D7F095}"/>
                    </a:ext>
                  </a:extLst>
                </p14:cNvPr>
                <p14:cNvContentPartPr/>
                <p14:nvPr/>
              </p14:nvContentPartPr>
              <p14:xfrm>
                <a:off x="6619664" y="3208965"/>
                <a:ext cx="196920" cy="173520"/>
              </p14:xfrm>
            </p:contentPart>
          </mc:Choice>
          <mc:Fallback>
            <p:pic>
              <p:nvPicPr>
                <p:cNvPr id="130" name="Ink 129">
                  <a:extLst>
                    <a:ext uri="{FF2B5EF4-FFF2-40B4-BE49-F238E27FC236}">
                      <a16:creationId xmlns:a16="http://schemas.microsoft.com/office/drawing/2014/main" id="{84A168A5-E048-1CAD-0E29-36B328D7F095}"/>
                    </a:ext>
                  </a:extLst>
                </p:cNvPr>
                <p:cNvPicPr/>
                <p:nvPr/>
              </p:nvPicPr>
              <p:blipFill>
                <a:blip r:embed="rId189"/>
                <a:stretch>
                  <a:fillRect/>
                </a:stretch>
              </p:blipFill>
              <p:spPr>
                <a:xfrm>
                  <a:off x="6611024" y="3199965"/>
                  <a:ext cx="214560" cy="191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0">
            <p14:nvContentPartPr>
              <p14:cNvPr id="132" name="Ink 131">
                <a:extLst>
                  <a:ext uri="{FF2B5EF4-FFF2-40B4-BE49-F238E27FC236}">
                    <a16:creationId xmlns:a16="http://schemas.microsoft.com/office/drawing/2014/main" id="{9099E02A-6B26-D3D5-F699-E42BAC148D85}"/>
                  </a:ext>
                </a:extLst>
              </p14:cNvPr>
              <p14:cNvContentPartPr/>
              <p14:nvPr/>
            </p14:nvContentPartPr>
            <p14:xfrm>
              <a:off x="9068024" y="3295725"/>
              <a:ext cx="149400" cy="165600"/>
            </p14:xfrm>
          </p:contentPart>
        </mc:Choice>
        <mc:Fallback>
          <p:pic>
            <p:nvPicPr>
              <p:cNvPr id="132" name="Ink 131">
                <a:extLst>
                  <a:ext uri="{FF2B5EF4-FFF2-40B4-BE49-F238E27FC236}">
                    <a16:creationId xmlns:a16="http://schemas.microsoft.com/office/drawing/2014/main" id="{9099E02A-6B26-D3D5-F699-E42BAC148D85}"/>
                  </a:ext>
                </a:extLst>
              </p:cNvPr>
              <p:cNvPicPr/>
              <p:nvPr/>
            </p:nvPicPr>
            <p:blipFill>
              <a:blip r:embed="rId191"/>
              <a:stretch>
                <a:fillRect/>
              </a:stretch>
            </p:blipFill>
            <p:spPr>
              <a:xfrm>
                <a:off x="9059384" y="3287085"/>
                <a:ext cx="167040" cy="183240"/>
              </a:xfrm>
              <a:prstGeom prst="rect">
                <a:avLst/>
              </a:prstGeom>
            </p:spPr>
          </p:pic>
        </mc:Fallback>
      </mc:AlternateContent>
      <p:grpSp>
        <p:nvGrpSpPr>
          <p:cNvPr id="136" name="Group 135">
            <a:extLst>
              <a:ext uri="{FF2B5EF4-FFF2-40B4-BE49-F238E27FC236}">
                <a16:creationId xmlns:a16="http://schemas.microsoft.com/office/drawing/2014/main" id="{02F79086-B622-3A68-D426-6FA758C11F31}"/>
              </a:ext>
            </a:extLst>
          </p:cNvPr>
          <p:cNvGrpSpPr/>
          <p:nvPr/>
        </p:nvGrpSpPr>
        <p:grpSpPr>
          <a:xfrm>
            <a:off x="7101704" y="759165"/>
            <a:ext cx="529920" cy="484920"/>
            <a:chOff x="7101704" y="759165"/>
            <a:chExt cx="529920" cy="484920"/>
          </a:xfrm>
        </p:grpSpPr>
        <mc:AlternateContent xmlns:mc="http://schemas.openxmlformats.org/markup-compatibility/2006">
          <mc:Choice xmlns:p14="http://schemas.microsoft.com/office/powerpoint/2010/main" Requires="p14">
            <p:contentPart p14:bwMode="auto" r:id="rId192">
              <p14:nvContentPartPr>
                <p14:cNvPr id="133" name="Ink 132">
                  <a:extLst>
                    <a:ext uri="{FF2B5EF4-FFF2-40B4-BE49-F238E27FC236}">
                      <a16:creationId xmlns:a16="http://schemas.microsoft.com/office/drawing/2014/main" id="{FE27C987-7187-417C-A7DD-BF1BF06AF93C}"/>
                    </a:ext>
                  </a:extLst>
                </p14:cNvPr>
                <p14:cNvContentPartPr/>
                <p14:nvPr/>
              </p14:nvContentPartPr>
              <p14:xfrm>
                <a:off x="7237424" y="921165"/>
                <a:ext cx="250560" cy="181440"/>
              </p14:xfrm>
            </p:contentPart>
          </mc:Choice>
          <mc:Fallback>
            <p:pic>
              <p:nvPicPr>
                <p:cNvPr id="133" name="Ink 132">
                  <a:extLst>
                    <a:ext uri="{FF2B5EF4-FFF2-40B4-BE49-F238E27FC236}">
                      <a16:creationId xmlns:a16="http://schemas.microsoft.com/office/drawing/2014/main" id="{FE27C987-7187-417C-A7DD-BF1BF06AF93C}"/>
                    </a:ext>
                  </a:extLst>
                </p:cNvPr>
                <p:cNvPicPr/>
                <p:nvPr/>
              </p:nvPicPr>
              <p:blipFill>
                <a:blip r:embed="rId193"/>
                <a:stretch>
                  <a:fillRect/>
                </a:stretch>
              </p:blipFill>
              <p:spPr>
                <a:xfrm>
                  <a:off x="7228424" y="912525"/>
                  <a:ext cx="26820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34" name="Ink 133">
                  <a:extLst>
                    <a:ext uri="{FF2B5EF4-FFF2-40B4-BE49-F238E27FC236}">
                      <a16:creationId xmlns:a16="http://schemas.microsoft.com/office/drawing/2014/main" id="{A4FE177E-CD1F-C947-8B1D-084E9DCB8F49}"/>
                    </a:ext>
                  </a:extLst>
                </p14:cNvPr>
                <p14:cNvContentPartPr/>
                <p14:nvPr/>
              </p14:nvContentPartPr>
              <p14:xfrm>
                <a:off x="7101704" y="784365"/>
                <a:ext cx="249120" cy="459720"/>
              </p14:xfrm>
            </p:contentPart>
          </mc:Choice>
          <mc:Fallback>
            <p:pic>
              <p:nvPicPr>
                <p:cNvPr id="134" name="Ink 133">
                  <a:extLst>
                    <a:ext uri="{FF2B5EF4-FFF2-40B4-BE49-F238E27FC236}">
                      <a16:creationId xmlns:a16="http://schemas.microsoft.com/office/drawing/2014/main" id="{A4FE177E-CD1F-C947-8B1D-084E9DCB8F49}"/>
                    </a:ext>
                  </a:extLst>
                </p:cNvPr>
                <p:cNvPicPr/>
                <p:nvPr/>
              </p:nvPicPr>
              <p:blipFill>
                <a:blip r:embed="rId195"/>
                <a:stretch>
                  <a:fillRect/>
                </a:stretch>
              </p:blipFill>
              <p:spPr>
                <a:xfrm>
                  <a:off x="7092704" y="775725"/>
                  <a:ext cx="266760" cy="4773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35" name="Ink 134">
                  <a:extLst>
                    <a:ext uri="{FF2B5EF4-FFF2-40B4-BE49-F238E27FC236}">
                      <a16:creationId xmlns:a16="http://schemas.microsoft.com/office/drawing/2014/main" id="{977E2D24-CC44-E7FF-37B4-428A646CEF78}"/>
                    </a:ext>
                  </a:extLst>
                </p14:cNvPr>
                <p14:cNvContentPartPr/>
                <p14:nvPr/>
              </p14:nvContentPartPr>
              <p14:xfrm>
                <a:off x="7424984" y="759165"/>
                <a:ext cx="206640" cy="421200"/>
              </p14:xfrm>
            </p:contentPart>
          </mc:Choice>
          <mc:Fallback>
            <p:pic>
              <p:nvPicPr>
                <p:cNvPr id="135" name="Ink 134">
                  <a:extLst>
                    <a:ext uri="{FF2B5EF4-FFF2-40B4-BE49-F238E27FC236}">
                      <a16:creationId xmlns:a16="http://schemas.microsoft.com/office/drawing/2014/main" id="{977E2D24-CC44-E7FF-37B4-428A646CEF78}"/>
                    </a:ext>
                  </a:extLst>
                </p:cNvPr>
                <p:cNvPicPr/>
                <p:nvPr/>
              </p:nvPicPr>
              <p:blipFill>
                <a:blip r:embed="rId197"/>
                <a:stretch>
                  <a:fillRect/>
                </a:stretch>
              </p:blipFill>
              <p:spPr>
                <a:xfrm>
                  <a:off x="7416344" y="750165"/>
                  <a:ext cx="224280" cy="438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8">
            <p14:nvContentPartPr>
              <p14:cNvPr id="138" name="Ink 137">
                <a:extLst>
                  <a:ext uri="{FF2B5EF4-FFF2-40B4-BE49-F238E27FC236}">
                    <a16:creationId xmlns:a16="http://schemas.microsoft.com/office/drawing/2014/main" id="{4FC54D74-177E-E2E1-D42B-36630E0CE29E}"/>
                  </a:ext>
                </a:extLst>
              </p14:cNvPr>
              <p14:cNvContentPartPr/>
              <p14:nvPr/>
            </p14:nvContentPartPr>
            <p14:xfrm>
              <a:off x="5980304" y="1059405"/>
              <a:ext cx="1069920" cy="89280"/>
            </p14:xfrm>
          </p:contentPart>
        </mc:Choice>
        <mc:Fallback>
          <p:pic>
            <p:nvPicPr>
              <p:cNvPr id="138" name="Ink 137">
                <a:extLst>
                  <a:ext uri="{FF2B5EF4-FFF2-40B4-BE49-F238E27FC236}">
                    <a16:creationId xmlns:a16="http://schemas.microsoft.com/office/drawing/2014/main" id="{4FC54D74-177E-E2E1-D42B-36630E0CE29E}"/>
                  </a:ext>
                </a:extLst>
              </p:cNvPr>
              <p:cNvPicPr/>
              <p:nvPr/>
            </p:nvPicPr>
            <p:blipFill>
              <a:blip r:embed="rId199"/>
              <a:stretch>
                <a:fillRect/>
              </a:stretch>
            </p:blipFill>
            <p:spPr>
              <a:xfrm>
                <a:off x="5971664" y="1050405"/>
                <a:ext cx="108756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40" name="Ink 139">
                <a:extLst>
                  <a:ext uri="{FF2B5EF4-FFF2-40B4-BE49-F238E27FC236}">
                    <a16:creationId xmlns:a16="http://schemas.microsoft.com/office/drawing/2014/main" id="{61C7EFE3-DC8E-B55B-7058-73F9E656B037}"/>
                  </a:ext>
                </a:extLst>
              </p14:cNvPr>
              <p14:cNvContentPartPr/>
              <p14:nvPr/>
            </p14:nvContentPartPr>
            <p14:xfrm>
              <a:off x="6754664" y="1195125"/>
              <a:ext cx="498240" cy="2033280"/>
            </p14:xfrm>
          </p:contentPart>
        </mc:Choice>
        <mc:Fallback>
          <p:pic>
            <p:nvPicPr>
              <p:cNvPr id="140" name="Ink 139">
                <a:extLst>
                  <a:ext uri="{FF2B5EF4-FFF2-40B4-BE49-F238E27FC236}">
                    <a16:creationId xmlns:a16="http://schemas.microsoft.com/office/drawing/2014/main" id="{61C7EFE3-DC8E-B55B-7058-73F9E656B037}"/>
                  </a:ext>
                </a:extLst>
              </p:cNvPr>
              <p:cNvPicPr/>
              <p:nvPr/>
            </p:nvPicPr>
            <p:blipFill>
              <a:blip r:embed="rId201"/>
              <a:stretch>
                <a:fillRect/>
              </a:stretch>
            </p:blipFill>
            <p:spPr>
              <a:xfrm>
                <a:off x="6746024" y="1186125"/>
                <a:ext cx="515880" cy="20509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42" name="Ink 141">
                <a:extLst>
                  <a:ext uri="{FF2B5EF4-FFF2-40B4-BE49-F238E27FC236}">
                    <a16:creationId xmlns:a16="http://schemas.microsoft.com/office/drawing/2014/main" id="{C64AA949-4CB4-B8BA-04A8-E9F4381E847F}"/>
                  </a:ext>
                </a:extLst>
              </p14:cNvPr>
              <p14:cNvContentPartPr/>
              <p14:nvPr/>
            </p14:nvContentPartPr>
            <p14:xfrm>
              <a:off x="7531184" y="1171005"/>
              <a:ext cx="1574280" cy="2244960"/>
            </p14:xfrm>
          </p:contentPart>
        </mc:Choice>
        <mc:Fallback>
          <p:pic>
            <p:nvPicPr>
              <p:cNvPr id="142" name="Ink 141">
                <a:extLst>
                  <a:ext uri="{FF2B5EF4-FFF2-40B4-BE49-F238E27FC236}">
                    <a16:creationId xmlns:a16="http://schemas.microsoft.com/office/drawing/2014/main" id="{C64AA949-4CB4-B8BA-04A8-E9F4381E847F}"/>
                  </a:ext>
                </a:extLst>
              </p:cNvPr>
              <p:cNvPicPr/>
              <p:nvPr/>
            </p:nvPicPr>
            <p:blipFill>
              <a:blip r:embed="rId203"/>
              <a:stretch>
                <a:fillRect/>
              </a:stretch>
            </p:blipFill>
            <p:spPr>
              <a:xfrm>
                <a:off x="7522184" y="1162365"/>
                <a:ext cx="1591920" cy="22626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46" name="Ink 145">
                <a:extLst>
                  <a:ext uri="{FF2B5EF4-FFF2-40B4-BE49-F238E27FC236}">
                    <a16:creationId xmlns:a16="http://schemas.microsoft.com/office/drawing/2014/main" id="{71B1A064-1BF7-CAA1-7A5C-0C03A4AAE48B}"/>
                  </a:ext>
                </a:extLst>
              </p14:cNvPr>
              <p14:cNvContentPartPr/>
              <p14:nvPr/>
            </p14:nvContentPartPr>
            <p14:xfrm>
              <a:off x="7417784" y="1282965"/>
              <a:ext cx="1600560" cy="3408120"/>
            </p14:xfrm>
          </p:contentPart>
        </mc:Choice>
        <mc:Fallback>
          <p:pic>
            <p:nvPicPr>
              <p:cNvPr id="146" name="Ink 145">
                <a:extLst>
                  <a:ext uri="{FF2B5EF4-FFF2-40B4-BE49-F238E27FC236}">
                    <a16:creationId xmlns:a16="http://schemas.microsoft.com/office/drawing/2014/main" id="{71B1A064-1BF7-CAA1-7A5C-0C03A4AAE48B}"/>
                  </a:ext>
                </a:extLst>
              </p:cNvPr>
              <p:cNvPicPr/>
              <p:nvPr/>
            </p:nvPicPr>
            <p:blipFill>
              <a:blip r:embed="rId205"/>
              <a:stretch>
                <a:fillRect/>
              </a:stretch>
            </p:blipFill>
            <p:spPr>
              <a:xfrm>
                <a:off x="7409144" y="1273965"/>
                <a:ext cx="1618200" cy="342576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48" name="Ink 147">
                <a:extLst>
                  <a:ext uri="{FF2B5EF4-FFF2-40B4-BE49-F238E27FC236}">
                    <a16:creationId xmlns:a16="http://schemas.microsoft.com/office/drawing/2014/main" id="{D85F1D4E-FBBF-D50A-DB68-2DA20FDF38C2}"/>
                  </a:ext>
                </a:extLst>
              </p14:cNvPr>
              <p14:cNvContentPartPr/>
              <p14:nvPr/>
            </p14:nvContentPartPr>
            <p14:xfrm>
              <a:off x="7632344" y="1061565"/>
              <a:ext cx="3355200" cy="728640"/>
            </p14:xfrm>
          </p:contentPart>
        </mc:Choice>
        <mc:Fallback>
          <p:pic>
            <p:nvPicPr>
              <p:cNvPr id="148" name="Ink 147">
                <a:extLst>
                  <a:ext uri="{FF2B5EF4-FFF2-40B4-BE49-F238E27FC236}">
                    <a16:creationId xmlns:a16="http://schemas.microsoft.com/office/drawing/2014/main" id="{D85F1D4E-FBBF-D50A-DB68-2DA20FDF38C2}"/>
                  </a:ext>
                </a:extLst>
              </p:cNvPr>
              <p:cNvPicPr/>
              <p:nvPr/>
            </p:nvPicPr>
            <p:blipFill>
              <a:blip r:embed="rId207"/>
              <a:stretch>
                <a:fillRect/>
              </a:stretch>
            </p:blipFill>
            <p:spPr>
              <a:xfrm>
                <a:off x="7623704" y="1052925"/>
                <a:ext cx="3372840" cy="7462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51" name="Ink 150">
                <a:extLst>
                  <a:ext uri="{FF2B5EF4-FFF2-40B4-BE49-F238E27FC236}">
                    <a16:creationId xmlns:a16="http://schemas.microsoft.com/office/drawing/2014/main" id="{C9B9B37A-D278-C031-E2AD-4B7C351165ED}"/>
                  </a:ext>
                </a:extLst>
              </p14:cNvPr>
              <p14:cNvContentPartPr/>
              <p14:nvPr/>
            </p14:nvContentPartPr>
            <p14:xfrm>
              <a:off x="3730664" y="1201605"/>
              <a:ext cx="3353400" cy="2882880"/>
            </p14:xfrm>
          </p:contentPart>
        </mc:Choice>
        <mc:Fallback>
          <p:pic>
            <p:nvPicPr>
              <p:cNvPr id="151" name="Ink 150">
                <a:extLst>
                  <a:ext uri="{FF2B5EF4-FFF2-40B4-BE49-F238E27FC236}">
                    <a16:creationId xmlns:a16="http://schemas.microsoft.com/office/drawing/2014/main" id="{C9B9B37A-D278-C031-E2AD-4B7C351165ED}"/>
                  </a:ext>
                </a:extLst>
              </p:cNvPr>
              <p:cNvPicPr/>
              <p:nvPr/>
            </p:nvPicPr>
            <p:blipFill>
              <a:blip r:embed="rId209"/>
              <a:stretch>
                <a:fillRect/>
              </a:stretch>
            </p:blipFill>
            <p:spPr>
              <a:xfrm>
                <a:off x="3721664" y="1192965"/>
                <a:ext cx="3371040" cy="290052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54" name="Ink 153">
                <a:extLst>
                  <a:ext uri="{FF2B5EF4-FFF2-40B4-BE49-F238E27FC236}">
                    <a16:creationId xmlns:a16="http://schemas.microsoft.com/office/drawing/2014/main" id="{72219191-BEC8-2C14-5FF2-220B0808BAC2}"/>
                  </a:ext>
                </a:extLst>
              </p14:cNvPr>
              <p14:cNvContentPartPr/>
              <p14:nvPr/>
            </p14:nvContentPartPr>
            <p14:xfrm>
              <a:off x="7470704" y="1187565"/>
              <a:ext cx="2872800" cy="4575600"/>
            </p14:xfrm>
          </p:contentPart>
        </mc:Choice>
        <mc:Fallback>
          <p:pic>
            <p:nvPicPr>
              <p:cNvPr id="154" name="Ink 153">
                <a:extLst>
                  <a:ext uri="{FF2B5EF4-FFF2-40B4-BE49-F238E27FC236}">
                    <a16:creationId xmlns:a16="http://schemas.microsoft.com/office/drawing/2014/main" id="{72219191-BEC8-2C14-5FF2-220B0808BAC2}"/>
                  </a:ext>
                </a:extLst>
              </p:cNvPr>
              <p:cNvPicPr/>
              <p:nvPr/>
            </p:nvPicPr>
            <p:blipFill>
              <a:blip r:embed="rId211"/>
              <a:stretch>
                <a:fillRect/>
              </a:stretch>
            </p:blipFill>
            <p:spPr>
              <a:xfrm>
                <a:off x="7462064" y="1178565"/>
                <a:ext cx="2890440" cy="459324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55" name="Ink 154">
                <a:extLst>
                  <a:ext uri="{FF2B5EF4-FFF2-40B4-BE49-F238E27FC236}">
                    <a16:creationId xmlns:a16="http://schemas.microsoft.com/office/drawing/2014/main" id="{9EFE34C3-D97E-E613-E1EF-3BF521946290}"/>
                  </a:ext>
                </a:extLst>
              </p14:cNvPr>
              <p14:cNvContentPartPr/>
              <p14:nvPr/>
            </p14:nvContentPartPr>
            <p14:xfrm>
              <a:off x="4289024" y="4762365"/>
              <a:ext cx="90720" cy="82800"/>
            </p14:xfrm>
          </p:contentPart>
        </mc:Choice>
        <mc:Fallback>
          <p:pic>
            <p:nvPicPr>
              <p:cNvPr id="155" name="Ink 154">
                <a:extLst>
                  <a:ext uri="{FF2B5EF4-FFF2-40B4-BE49-F238E27FC236}">
                    <a16:creationId xmlns:a16="http://schemas.microsoft.com/office/drawing/2014/main" id="{9EFE34C3-D97E-E613-E1EF-3BF521946290}"/>
                  </a:ext>
                </a:extLst>
              </p:cNvPr>
              <p:cNvPicPr/>
              <p:nvPr/>
            </p:nvPicPr>
            <p:blipFill>
              <a:blip r:embed="rId213"/>
              <a:stretch>
                <a:fillRect/>
              </a:stretch>
            </p:blipFill>
            <p:spPr>
              <a:xfrm>
                <a:off x="4280024" y="4753365"/>
                <a:ext cx="10836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56" name="Ink 155">
                <a:extLst>
                  <a:ext uri="{FF2B5EF4-FFF2-40B4-BE49-F238E27FC236}">
                    <a16:creationId xmlns:a16="http://schemas.microsoft.com/office/drawing/2014/main" id="{51F8328B-04AC-0D4F-D460-8D8C09B78D75}"/>
                  </a:ext>
                </a:extLst>
              </p14:cNvPr>
              <p14:cNvContentPartPr/>
              <p14:nvPr/>
            </p14:nvContentPartPr>
            <p14:xfrm>
              <a:off x="5509064" y="5274645"/>
              <a:ext cx="169200" cy="97920"/>
            </p14:xfrm>
          </p:contentPart>
        </mc:Choice>
        <mc:Fallback>
          <p:pic>
            <p:nvPicPr>
              <p:cNvPr id="156" name="Ink 155">
                <a:extLst>
                  <a:ext uri="{FF2B5EF4-FFF2-40B4-BE49-F238E27FC236}">
                    <a16:creationId xmlns:a16="http://schemas.microsoft.com/office/drawing/2014/main" id="{51F8328B-04AC-0D4F-D460-8D8C09B78D75}"/>
                  </a:ext>
                </a:extLst>
              </p:cNvPr>
              <p:cNvPicPr/>
              <p:nvPr/>
            </p:nvPicPr>
            <p:blipFill>
              <a:blip r:embed="rId215"/>
              <a:stretch>
                <a:fillRect/>
              </a:stretch>
            </p:blipFill>
            <p:spPr>
              <a:xfrm>
                <a:off x="5500424" y="5265645"/>
                <a:ext cx="18684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58" name="Ink 157">
                <a:extLst>
                  <a:ext uri="{FF2B5EF4-FFF2-40B4-BE49-F238E27FC236}">
                    <a16:creationId xmlns:a16="http://schemas.microsoft.com/office/drawing/2014/main" id="{3FD92B34-5128-B5CD-F464-7243C8C8EB20}"/>
                  </a:ext>
                </a:extLst>
              </p14:cNvPr>
              <p14:cNvContentPartPr/>
              <p14:nvPr/>
            </p14:nvContentPartPr>
            <p14:xfrm>
              <a:off x="10418024" y="224925"/>
              <a:ext cx="720" cy="6440760"/>
            </p14:xfrm>
          </p:contentPart>
        </mc:Choice>
        <mc:Fallback>
          <p:pic>
            <p:nvPicPr>
              <p:cNvPr id="158" name="Ink 157">
                <a:extLst>
                  <a:ext uri="{FF2B5EF4-FFF2-40B4-BE49-F238E27FC236}">
                    <a16:creationId xmlns:a16="http://schemas.microsoft.com/office/drawing/2014/main" id="{3FD92B34-5128-B5CD-F464-7243C8C8EB20}"/>
                  </a:ext>
                </a:extLst>
              </p:cNvPr>
              <p:cNvPicPr/>
              <p:nvPr/>
            </p:nvPicPr>
            <p:blipFill>
              <a:blip r:embed="rId217"/>
              <a:stretch>
                <a:fillRect/>
              </a:stretch>
            </p:blipFill>
            <p:spPr>
              <a:xfrm>
                <a:off x="10400024" y="215925"/>
                <a:ext cx="36000" cy="645840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59" name="Ink 158">
                <a:extLst>
                  <a:ext uri="{FF2B5EF4-FFF2-40B4-BE49-F238E27FC236}">
                    <a16:creationId xmlns:a16="http://schemas.microsoft.com/office/drawing/2014/main" id="{A6730930-2A02-BA35-DB89-E6D3B4D1B634}"/>
                  </a:ext>
                </a:extLst>
              </p14:cNvPr>
              <p14:cNvContentPartPr/>
              <p14:nvPr/>
            </p14:nvContentPartPr>
            <p14:xfrm>
              <a:off x="10398584" y="5888085"/>
              <a:ext cx="28080" cy="23760"/>
            </p14:xfrm>
          </p:contentPart>
        </mc:Choice>
        <mc:Fallback>
          <p:pic>
            <p:nvPicPr>
              <p:cNvPr id="159" name="Ink 158">
                <a:extLst>
                  <a:ext uri="{FF2B5EF4-FFF2-40B4-BE49-F238E27FC236}">
                    <a16:creationId xmlns:a16="http://schemas.microsoft.com/office/drawing/2014/main" id="{A6730930-2A02-BA35-DB89-E6D3B4D1B634}"/>
                  </a:ext>
                </a:extLst>
              </p:cNvPr>
              <p:cNvPicPr/>
              <p:nvPr/>
            </p:nvPicPr>
            <p:blipFill>
              <a:blip r:embed="rId219"/>
              <a:stretch>
                <a:fillRect/>
              </a:stretch>
            </p:blipFill>
            <p:spPr>
              <a:xfrm>
                <a:off x="10389944" y="5879085"/>
                <a:ext cx="4572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60" name="Ink 159">
                <a:extLst>
                  <a:ext uri="{FF2B5EF4-FFF2-40B4-BE49-F238E27FC236}">
                    <a16:creationId xmlns:a16="http://schemas.microsoft.com/office/drawing/2014/main" id="{A9E718BD-B913-1845-0842-D09E63F8D156}"/>
                  </a:ext>
                </a:extLst>
              </p14:cNvPr>
              <p14:cNvContentPartPr/>
              <p14:nvPr/>
            </p14:nvContentPartPr>
            <p14:xfrm>
              <a:off x="11450144" y="2046165"/>
              <a:ext cx="13680" cy="9000"/>
            </p14:xfrm>
          </p:contentPart>
        </mc:Choice>
        <mc:Fallback>
          <p:pic>
            <p:nvPicPr>
              <p:cNvPr id="160" name="Ink 159">
                <a:extLst>
                  <a:ext uri="{FF2B5EF4-FFF2-40B4-BE49-F238E27FC236}">
                    <a16:creationId xmlns:a16="http://schemas.microsoft.com/office/drawing/2014/main" id="{A9E718BD-B913-1845-0842-D09E63F8D156}"/>
                  </a:ext>
                </a:extLst>
              </p:cNvPr>
              <p:cNvPicPr/>
              <p:nvPr/>
            </p:nvPicPr>
            <p:blipFill>
              <a:blip r:embed="rId221"/>
              <a:stretch>
                <a:fillRect/>
              </a:stretch>
            </p:blipFill>
            <p:spPr>
              <a:xfrm>
                <a:off x="11441144" y="2037165"/>
                <a:ext cx="313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61" name="Ink 160">
                <a:extLst>
                  <a:ext uri="{FF2B5EF4-FFF2-40B4-BE49-F238E27FC236}">
                    <a16:creationId xmlns:a16="http://schemas.microsoft.com/office/drawing/2014/main" id="{2E90126D-29F3-0180-EDA5-F483968E4337}"/>
                  </a:ext>
                </a:extLst>
              </p14:cNvPr>
              <p14:cNvContentPartPr/>
              <p14:nvPr/>
            </p14:nvContentPartPr>
            <p14:xfrm>
              <a:off x="9115544" y="3386085"/>
              <a:ext cx="17280" cy="7920"/>
            </p14:xfrm>
          </p:contentPart>
        </mc:Choice>
        <mc:Fallback>
          <p:pic>
            <p:nvPicPr>
              <p:cNvPr id="161" name="Ink 160">
                <a:extLst>
                  <a:ext uri="{FF2B5EF4-FFF2-40B4-BE49-F238E27FC236}">
                    <a16:creationId xmlns:a16="http://schemas.microsoft.com/office/drawing/2014/main" id="{2E90126D-29F3-0180-EDA5-F483968E4337}"/>
                  </a:ext>
                </a:extLst>
              </p:cNvPr>
              <p:cNvPicPr/>
              <p:nvPr/>
            </p:nvPicPr>
            <p:blipFill>
              <a:blip r:embed="rId223"/>
              <a:stretch>
                <a:fillRect/>
              </a:stretch>
            </p:blipFill>
            <p:spPr>
              <a:xfrm>
                <a:off x="9106904" y="3377445"/>
                <a:ext cx="3492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63" name="Ink 162">
                <a:extLst>
                  <a:ext uri="{FF2B5EF4-FFF2-40B4-BE49-F238E27FC236}">
                    <a16:creationId xmlns:a16="http://schemas.microsoft.com/office/drawing/2014/main" id="{AC4B4D66-FB05-906E-627C-F9D81EA5C13B}"/>
                  </a:ext>
                </a:extLst>
              </p14:cNvPr>
              <p14:cNvContentPartPr/>
              <p14:nvPr/>
            </p14:nvContentPartPr>
            <p14:xfrm>
              <a:off x="5910464" y="143565"/>
              <a:ext cx="720" cy="3173400"/>
            </p14:xfrm>
          </p:contentPart>
        </mc:Choice>
        <mc:Fallback>
          <p:pic>
            <p:nvPicPr>
              <p:cNvPr id="163" name="Ink 162">
                <a:extLst>
                  <a:ext uri="{FF2B5EF4-FFF2-40B4-BE49-F238E27FC236}">
                    <a16:creationId xmlns:a16="http://schemas.microsoft.com/office/drawing/2014/main" id="{AC4B4D66-FB05-906E-627C-F9D81EA5C13B}"/>
                  </a:ext>
                </a:extLst>
              </p:cNvPr>
              <p:cNvPicPr/>
              <p:nvPr/>
            </p:nvPicPr>
            <p:blipFill>
              <a:blip r:embed="rId225"/>
              <a:stretch>
                <a:fillRect/>
              </a:stretch>
            </p:blipFill>
            <p:spPr>
              <a:xfrm>
                <a:off x="5892464" y="134565"/>
                <a:ext cx="36000" cy="31910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65" name="Ink 164">
                <a:extLst>
                  <a:ext uri="{FF2B5EF4-FFF2-40B4-BE49-F238E27FC236}">
                    <a16:creationId xmlns:a16="http://schemas.microsoft.com/office/drawing/2014/main" id="{98171D34-4051-6D83-5BAC-D130A4EA546B}"/>
                  </a:ext>
                </a:extLst>
              </p14:cNvPr>
              <p14:cNvContentPartPr/>
              <p14:nvPr/>
            </p14:nvContentPartPr>
            <p14:xfrm>
              <a:off x="3738944" y="4300125"/>
              <a:ext cx="720" cy="1963800"/>
            </p14:xfrm>
          </p:contentPart>
        </mc:Choice>
        <mc:Fallback>
          <p:pic>
            <p:nvPicPr>
              <p:cNvPr id="165" name="Ink 164">
                <a:extLst>
                  <a:ext uri="{FF2B5EF4-FFF2-40B4-BE49-F238E27FC236}">
                    <a16:creationId xmlns:a16="http://schemas.microsoft.com/office/drawing/2014/main" id="{98171D34-4051-6D83-5BAC-D130A4EA546B}"/>
                  </a:ext>
                </a:extLst>
              </p:cNvPr>
              <p:cNvPicPr/>
              <p:nvPr/>
            </p:nvPicPr>
            <p:blipFill>
              <a:blip r:embed="rId227"/>
              <a:stretch>
                <a:fillRect/>
              </a:stretch>
            </p:blipFill>
            <p:spPr>
              <a:xfrm>
                <a:off x="3720944" y="4291125"/>
                <a:ext cx="36000" cy="19814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66" name="Ink 165">
                <a:extLst>
                  <a:ext uri="{FF2B5EF4-FFF2-40B4-BE49-F238E27FC236}">
                    <a16:creationId xmlns:a16="http://schemas.microsoft.com/office/drawing/2014/main" id="{FEA6E784-DBBE-5F41-0796-63207CE6B8E8}"/>
                  </a:ext>
                </a:extLst>
              </p14:cNvPr>
              <p14:cNvContentPartPr/>
              <p14:nvPr/>
            </p14:nvContentPartPr>
            <p14:xfrm>
              <a:off x="11324864" y="1938525"/>
              <a:ext cx="20880" cy="17640"/>
            </p14:xfrm>
          </p:contentPart>
        </mc:Choice>
        <mc:Fallback>
          <p:pic>
            <p:nvPicPr>
              <p:cNvPr id="166" name="Ink 165">
                <a:extLst>
                  <a:ext uri="{FF2B5EF4-FFF2-40B4-BE49-F238E27FC236}">
                    <a16:creationId xmlns:a16="http://schemas.microsoft.com/office/drawing/2014/main" id="{FEA6E784-DBBE-5F41-0796-63207CE6B8E8}"/>
                  </a:ext>
                </a:extLst>
              </p:cNvPr>
              <p:cNvPicPr/>
              <p:nvPr/>
            </p:nvPicPr>
            <p:blipFill>
              <a:blip r:embed="rId229"/>
              <a:stretch>
                <a:fillRect/>
              </a:stretch>
            </p:blipFill>
            <p:spPr>
              <a:xfrm>
                <a:off x="11315864" y="1929885"/>
                <a:ext cx="3852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67" name="Ink 166">
                <a:extLst>
                  <a:ext uri="{FF2B5EF4-FFF2-40B4-BE49-F238E27FC236}">
                    <a16:creationId xmlns:a16="http://schemas.microsoft.com/office/drawing/2014/main" id="{EBD1E82B-301E-FBBB-E5CA-1C34C95D6E66}"/>
                  </a:ext>
                </a:extLst>
              </p14:cNvPr>
              <p14:cNvContentPartPr/>
              <p14:nvPr/>
            </p14:nvContentPartPr>
            <p14:xfrm>
              <a:off x="6690944" y="3365565"/>
              <a:ext cx="7560" cy="1440"/>
            </p14:xfrm>
          </p:contentPart>
        </mc:Choice>
        <mc:Fallback>
          <p:pic>
            <p:nvPicPr>
              <p:cNvPr id="167" name="Ink 166">
                <a:extLst>
                  <a:ext uri="{FF2B5EF4-FFF2-40B4-BE49-F238E27FC236}">
                    <a16:creationId xmlns:a16="http://schemas.microsoft.com/office/drawing/2014/main" id="{EBD1E82B-301E-FBBB-E5CA-1C34C95D6E66}"/>
                  </a:ext>
                </a:extLst>
              </p:cNvPr>
              <p:cNvPicPr/>
              <p:nvPr/>
            </p:nvPicPr>
            <p:blipFill>
              <a:blip r:embed="rId231"/>
              <a:stretch>
                <a:fillRect/>
              </a:stretch>
            </p:blipFill>
            <p:spPr>
              <a:xfrm>
                <a:off x="6681944" y="3356925"/>
                <a:ext cx="25200" cy="19080"/>
              </a:xfrm>
              <a:prstGeom prst="rect">
                <a:avLst/>
              </a:prstGeom>
            </p:spPr>
          </p:pic>
        </mc:Fallback>
      </mc:AlternateContent>
      <p:grpSp>
        <p:nvGrpSpPr>
          <p:cNvPr id="170" name="Group 169">
            <a:extLst>
              <a:ext uri="{FF2B5EF4-FFF2-40B4-BE49-F238E27FC236}">
                <a16:creationId xmlns:a16="http://schemas.microsoft.com/office/drawing/2014/main" id="{26BAFFFD-9C31-DEB4-986F-1E08EEA433F9}"/>
              </a:ext>
            </a:extLst>
          </p:cNvPr>
          <p:cNvGrpSpPr/>
          <p:nvPr/>
        </p:nvGrpSpPr>
        <p:grpSpPr>
          <a:xfrm>
            <a:off x="3755864" y="4147125"/>
            <a:ext cx="55800" cy="103320"/>
            <a:chOff x="3755864" y="4147125"/>
            <a:chExt cx="55800" cy="103320"/>
          </a:xfrm>
        </p:grpSpPr>
        <mc:AlternateContent xmlns:mc="http://schemas.openxmlformats.org/markup-compatibility/2006">
          <mc:Choice xmlns:p14="http://schemas.microsoft.com/office/powerpoint/2010/main" Requires="p14">
            <p:contentPart p14:bwMode="auto" r:id="rId232">
              <p14:nvContentPartPr>
                <p14:cNvPr id="168" name="Ink 167">
                  <a:extLst>
                    <a:ext uri="{FF2B5EF4-FFF2-40B4-BE49-F238E27FC236}">
                      <a16:creationId xmlns:a16="http://schemas.microsoft.com/office/drawing/2014/main" id="{92D412DF-F81E-1D60-4733-1152D16D63FF}"/>
                    </a:ext>
                  </a:extLst>
                </p14:cNvPr>
                <p14:cNvContentPartPr/>
                <p14:nvPr/>
              </p14:nvContentPartPr>
              <p14:xfrm>
                <a:off x="3755864" y="4147125"/>
                <a:ext cx="55800" cy="57960"/>
              </p14:xfrm>
            </p:contentPart>
          </mc:Choice>
          <mc:Fallback>
            <p:pic>
              <p:nvPicPr>
                <p:cNvPr id="168" name="Ink 167">
                  <a:extLst>
                    <a:ext uri="{FF2B5EF4-FFF2-40B4-BE49-F238E27FC236}">
                      <a16:creationId xmlns:a16="http://schemas.microsoft.com/office/drawing/2014/main" id="{92D412DF-F81E-1D60-4733-1152D16D63FF}"/>
                    </a:ext>
                  </a:extLst>
                </p:cNvPr>
                <p:cNvPicPr/>
                <p:nvPr/>
              </p:nvPicPr>
              <p:blipFill>
                <a:blip r:embed="rId233"/>
                <a:stretch>
                  <a:fillRect/>
                </a:stretch>
              </p:blipFill>
              <p:spPr>
                <a:xfrm>
                  <a:off x="3747224" y="4138125"/>
                  <a:ext cx="7344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69" name="Ink 168">
                  <a:extLst>
                    <a:ext uri="{FF2B5EF4-FFF2-40B4-BE49-F238E27FC236}">
                      <a16:creationId xmlns:a16="http://schemas.microsoft.com/office/drawing/2014/main" id="{A4E1C22E-FA9D-CA8B-C3FD-BA446CCCE923}"/>
                    </a:ext>
                  </a:extLst>
                </p14:cNvPr>
                <p14:cNvContentPartPr/>
                <p14:nvPr/>
              </p14:nvContentPartPr>
              <p14:xfrm>
                <a:off x="3756944" y="4239285"/>
                <a:ext cx="28080" cy="11160"/>
              </p14:xfrm>
            </p:contentPart>
          </mc:Choice>
          <mc:Fallback>
            <p:pic>
              <p:nvPicPr>
                <p:cNvPr id="169" name="Ink 168">
                  <a:extLst>
                    <a:ext uri="{FF2B5EF4-FFF2-40B4-BE49-F238E27FC236}">
                      <a16:creationId xmlns:a16="http://schemas.microsoft.com/office/drawing/2014/main" id="{A4E1C22E-FA9D-CA8B-C3FD-BA446CCCE923}"/>
                    </a:ext>
                  </a:extLst>
                </p:cNvPr>
                <p:cNvPicPr/>
                <p:nvPr/>
              </p:nvPicPr>
              <p:blipFill>
                <a:blip r:embed="rId235"/>
                <a:stretch>
                  <a:fillRect/>
                </a:stretch>
              </p:blipFill>
              <p:spPr>
                <a:xfrm>
                  <a:off x="3748304" y="4230285"/>
                  <a:ext cx="45720" cy="28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6">
            <p14:nvContentPartPr>
              <p14:cNvPr id="171" name="Ink 170">
                <a:extLst>
                  <a:ext uri="{FF2B5EF4-FFF2-40B4-BE49-F238E27FC236}">
                    <a16:creationId xmlns:a16="http://schemas.microsoft.com/office/drawing/2014/main" id="{F8E8C73C-1643-E5D0-2F4C-072C67D1A553}"/>
                  </a:ext>
                </a:extLst>
              </p14:cNvPr>
              <p14:cNvContentPartPr/>
              <p14:nvPr/>
            </p14:nvContentPartPr>
            <p14:xfrm>
              <a:off x="6015584" y="1071285"/>
              <a:ext cx="45000" cy="13320"/>
            </p14:xfrm>
          </p:contentPart>
        </mc:Choice>
        <mc:Fallback>
          <p:pic>
            <p:nvPicPr>
              <p:cNvPr id="171" name="Ink 170">
                <a:extLst>
                  <a:ext uri="{FF2B5EF4-FFF2-40B4-BE49-F238E27FC236}">
                    <a16:creationId xmlns:a16="http://schemas.microsoft.com/office/drawing/2014/main" id="{F8E8C73C-1643-E5D0-2F4C-072C67D1A553}"/>
                  </a:ext>
                </a:extLst>
              </p:cNvPr>
              <p:cNvPicPr/>
              <p:nvPr/>
            </p:nvPicPr>
            <p:blipFill>
              <a:blip r:embed="rId237"/>
              <a:stretch>
                <a:fillRect/>
              </a:stretch>
            </p:blipFill>
            <p:spPr>
              <a:xfrm>
                <a:off x="6006584" y="1062645"/>
                <a:ext cx="6264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72" name="Ink 171">
                <a:extLst>
                  <a:ext uri="{FF2B5EF4-FFF2-40B4-BE49-F238E27FC236}">
                    <a16:creationId xmlns:a16="http://schemas.microsoft.com/office/drawing/2014/main" id="{0F993879-9671-ED29-F490-67225D008F58}"/>
                  </a:ext>
                </a:extLst>
              </p14:cNvPr>
              <p14:cNvContentPartPr/>
              <p14:nvPr/>
            </p14:nvContentPartPr>
            <p14:xfrm>
              <a:off x="7311944" y="911085"/>
              <a:ext cx="43200" cy="24840"/>
            </p14:xfrm>
          </p:contentPart>
        </mc:Choice>
        <mc:Fallback>
          <p:pic>
            <p:nvPicPr>
              <p:cNvPr id="172" name="Ink 171">
                <a:extLst>
                  <a:ext uri="{FF2B5EF4-FFF2-40B4-BE49-F238E27FC236}">
                    <a16:creationId xmlns:a16="http://schemas.microsoft.com/office/drawing/2014/main" id="{0F993879-9671-ED29-F490-67225D008F58}"/>
                  </a:ext>
                </a:extLst>
              </p:cNvPr>
              <p:cNvPicPr/>
              <p:nvPr/>
            </p:nvPicPr>
            <p:blipFill>
              <a:blip r:embed="rId239"/>
              <a:stretch>
                <a:fillRect/>
              </a:stretch>
            </p:blipFill>
            <p:spPr>
              <a:xfrm>
                <a:off x="7302944" y="902445"/>
                <a:ext cx="6084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73" name="Ink 172">
                <a:extLst>
                  <a:ext uri="{FF2B5EF4-FFF2-40B4-BE49-F238E27FC236}">
                    <a16:creationId xmlns:a16="http://schemas.microsoft.com/office/drawing/2014/main" id="{53FC9948-6A56-A11B-0AC9-129917E29F78}"/>
                  </a:ext>
                </a:extLst>
              </p14:cNvPr>
              <p14:cNvContentPartPr/>
              <p14:nvPr/>
            </p14:nvContentPartPr>
            <p14:xfrm>
              <a:off x="2159264" y="1389525"/>
              <a:ext cx="47520" cy="1440"/>
            </p14:xfrm>
          </p:contentPart>
        </mc:Choice>
        <mc:Fallback>
          <p:pic>
            <p:nvPicPr>
              <p:cNvPr id="173" name="Ink 172">
                <a:extLst>
                  <a:ext uri="{FF2B5EF4-FFF2-40B4-BE49-F238E27FC236}">
                    <a16:creationId xmlns:a16="http://schemas.microsoft.com/office/drawing/2014/main" id="{53FC9948-6A56-A11B-0AC9-129917E29F78}"/>
                  </a:ext>
                </a:extLst>
              </p:cNvPr>
              <p:cNvPicPr/>
              <p:nvPr/>
            </p:nvPicPr>
            <p:blipFill>
              <a:blip r:embed="rId241"/>
              <a:stretch>
                <a:fillRect/>
              </a:stretch>
            </p:blipFill>
            <p:spPr>
              <a:xfrm>
                <a:off x="2150624" y="1380525"/>
                <a:ext cx="6516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74" name="Ink 173">
                <a:extLst>
                  <a:ext uri="{FF2B5EF4-FFF2-40B4-BE49-F238E27FC236}">
                    <a16:creationId xmlns:a16="http://schemas.microsoft.com/office/drawing/2014/main" id="{92AC1297-EEEF-8E18-1EDD-66174C5756D4}"/>
                  </a:ext>
                </a:extLst>
              </p14:cNvPr>
              <p14:cNvContentPartPr/>
              <p14:nvPr/>
            </p14:nvContentPartPr>
            <p14:xfrm>
              <a:off x="11005544" y="1982085"/>
              <a:ext cx="12240" cy="18720"/>
            </p14:xfrm>
          </p:contentPart>
        </mc:Choice>
        <mc:Fallback>
          <p:pic>
            <p:nvPicPr>
              <p:cNvPr id="174" name="Ink 173">
                <a:extLst>
                  <a:ext uri="{FF2B5EF4-FFF2-40B4-BE49-F238E27FC236}">
                    <a16:creationId xmlns:a16="http://schemas.microsoft.com/office/drawing/2014/main" id="{92AC1297-EEEF-8E18-1EDD-66174C5756D4}"/>
                  </a:ext>
                </a:extLst>
              </p:cNvPr>
              <p:cNvPicPr/>
              <p:nvPr/>
            </p:nvPicPr>
            <p:blipFill>
              <a:blip r:embed="rId243"/>
              <a:stretch>
                <a:fillRect/>
              </a:stretch>
            </p:blipFill>
            <p:spPr>
              <a:xfrm>
                <a:off x="10996544" y="1973085"/>
                <a:ext cx="2988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75" name="Ink 174">
                <a:extLst>
                  <a:ext uri="{FF2B5EF4-FFF2-40B4-BE49-F238E27FC236}">
                    <a16:creationId xmlns:a16="http://schemas.microsoft.com/office/drawing/2014/main" id="{69E2CA5E-23CA-9059-1AC8-DE308A5049CB}"/>
                  </a:ext>
                </a:extLst>
              </p14:cNvPr>
              <p14:cNvContentPartPr/>
              <p14:nvPr/>
            </p14:nvContentPartPr>
            <p14:xfrm>
              <a:off x="11185904" y="1859325"/>
              <a:ext cx="8640" cy="24120"/>
            </p14:xfrm>
          </p:contentPart>
        </mc:Choice>
        <mc:Fallback>
          <p:pic>
            <p:nvPicPr>
              <p:cNvPr id="175" name="Ink 174">
                <a:extLst>
                  <a:ext uri="{FF2B5EF4-FFF2-40B4-BE49-F238E27FC236}">
                    <a16:creationId xmlns:a16="http://schemas.microsoft.com/office/drawing/2014/main" id="{69E2CA5E-23CA-9059-1AC8-DE308A5049CB}"/>
                  </a:ext>
                </a:extLst>
              </p:cNvPr>
              <p:cNvPicPr/>
              <p:nvPr/>
            </p:nvPicPr>
            <p:blipFill>
              <a:blip r:embed="rId245"/>
              <a:stretch>
                <a:fillRect/>
              </a:stretch>
            </p:blipFill>
            <p:spPr>
              <a:xfrm>
                <a:off x="11177264" y="1850685"/>
                <a:ext cx="2628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76" name="Ink 175">
                <a:extLst>
                  <a:ext uri="{FF2B5EF4-FFF2-40B4-BE49-F238E27FC236}">
                    <a16:creationId xmlns:a16="http://schemas.microsoft.com/office/drawing/2014/main" id="{E859ACE8-7AB4-62CD-2142-0633C55BDD95}"/>
                  </a:ext>
                </a:extLst>
              </p14:cNvPr>
              <p14:cNvContentPartPr/>
              <p14:nvPr/>
            </p14:nvContentPartPr>
            <p14:xfrm>
              <a:off x="11454824" y="6262125"/>
              <a:ext cx="98280" cy="56880"/>
            </p14:xfrm>
          </p:contentPart>
        </mc:Choice>
        <mc:Fallback>
          <p:pic>
            <p:nvPicPr>
              <p:cNvPr id="176" name="Ink 175">
                <a:extLst>
                  <a:ext uri="{FF2B5EF4-FFF2-40B4-BE49-F238E27FC236}">
                    <a16:creationId xmlns:a16="http://schemas.microsoft.com/office/drawing/2014/main" id="{E859ACE8-7AB4-62CD-2142-0633C55BDD95}"/>
                  </a:ext>
                </a:extLst>
              </p:cNvPr>
              <p:cNvPicPr/>
              <p:nvPr/>
            </p:nvPicPr>
            <p:blipFill>
              <a:blip r:embed="rId247"/>
              <a:stretch>
                <a:fillRect/>
              </a:stretch>
            </p:blipFill>
            <p:spPr>
              <a:xfrm>
                <a:off x="11446184" y="6253125"/>
                <a:ext cx="11592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77" name="Ink 176">
                <a:extLst>
                  <a:ext uri="{FF2B5EF4-FFF2-40B4-BE49-F238E27FC236}">
                    <a16:creationId xmlns:a16="http://schemas.microsoft.com/office/drawing/2014/main" id="{37779714-EB54-952F-5AF4-E5CF9A999ED3}"/>
                  </a:ext>
                </a:extLst>
              </p14:cNvPr>
              <p14:cNvContentPartPr/>
              <p14:nvPr/>
            </p14:nvContentPartPr>
            <p14:xfrm>
              <a:off x="11125784" y="2096925"/>
              <a:ext cx="94680" cy="88200"/>
            </p14:xfrm>
          </p:contentPart>
        </mc:Choice>
        <mc:Fallback>
          <p:pic>
            <p:nvPicPr>
              <p:cNvPr id="177" name="Ink 176">
                <a:extLst>
                  <a:ext uri="{FF2B5EF4-FFF2-40B4-BE49-F238E27FC236}">
                    <a16:creationId xmlns:a16="http://schemas.microsoft.com/office/drawing/2014/main" id="{37779714-EB54-952F-5AF4-E5CF9A999ED3}"/>
                  </a:ext>
                </a:extLst>
              </p:cNvPr>
              <p:cNvPicPr/>
              <p:nvPr/>
            </p:nvPicPr>
            <p:blipFill>
              <a:blip r:embed="rId249"/>
              <a:stretch>
                <a:fillRect/>
              </a:stretch>
            </p:blipFill>
            <p:spPr>
              <a:xfrm>
                <a:off x="11116784" y="2088285"/>
                <a:ext cx="112320" cy="105840"/>
              </a:xfrm>
              <a:prstGeom prst="rect">
                <a:avLst/>
              </a:prstGeom>
            </p:spPr>
          </p:pic>
        </mc:Fallback>
      </mc:AlternateContent>
      <p:grpSp>
        <p:nvGrpSpPr>
          <p:cNvPr id="182" name="Group 181">
            <a:extLst>
              <a:ext uri="{FF2B5EF4-FFF2-40B4-BE49-F238E27FC236}">
                <a16:creationId xmlns:a16="http://schemas.microsoft.com/office/drawing/2014/main" id="{32867CDE-E5AB-5AFB-4793-88040560A3CC}"/>
              </a:ext>
            </a:extLst>
          </p:cNvPr>
          <p:cNvGrpSpPr/>
          <p:nvPr/>
        </p:nvGrpSpPr>
        <p:grpSpPr>
          <a:xfrm>
            <a:off x="7302224" y="1080285"/>
            <a:ext cx="234000" cy="155520"/>
            <a:chOff x="7302224" y="1080285"/>
            <a:chExt cx="234000" cy="155520"/>
          </a:xfrm>
        </p:grpSpPr>
        <mc:AlternateContent xmlns:mc="http://schemas.openxmlformats.org/markup-compatibility/2006">
          <mc:Choice xmlns:p14="http://schemas.microsoft.com/office/powerpoint/2010/main" Requires="p14">
            <p:contentPart p14:bwMode="auto" r:id="rId250">
              <p14:nvContentPartPr>
                <p14:cNvPr id="178" name="Ink 177">
                  <a:extLst>
                    <a:ext uri="{FF2B5EF4-FFF2-40B4-BE49-F238E27FC236}">
                      <a16:creationId xmlns:a16="http://schemas.microsoft.com/office/drawing/2014/main" id="{0C6B1213-9B95-5B56-FF82-79A712705E02}"/>
                    </a:ext>
                  </a:extLst>
                </p14:cNvPr>
                <p14:cNvContentPartPr/>
                <p14:nvPr/>
              </p14:nvContentPartPr>
              <p14:xfrm>
                <a:off x="7302224" y="1213485"/>
                <a:ext cx="20880" cy="22320"/>
              </p14:xfrm>
            </p:contentPart>
          </mc:Choice>
          <mc:Fallback>
            <p:pic>
              <p:nvPicPr>
                <p:cNvPr id="178" name="Ink 177">
                  <a:extLst>
                    <a:ext uri="{FF2B5EF4-FFF2-40B4-BE49-F238E27FC236}">
                      <a16:creationId xmlns:a16="http://schemas.microsoft.com/office/drawing/2014/main" id="{0C6B1213-9B95-5B56-FF82-79A712705E02}"/>
                    </a:ext>
                  </a:extLst>
                </p:cNvPr>
                <p:cNvPicPr/>
                <p:nvPr/>
              </p:nvPicPr>
              <p:blipFill>
                <a:blip r:embed="rId251"/>
                <a:stretch>
                  <a:fillRect/>
                </a:stretch>
              </p:blipFill>
              <p:spPr>
                <a:xfrm>
                  <a:off x="7293224" y="1204845"/>
                  <a:ext cx="3852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79" name="Ink 178">
                  <a:extLst>
                    <a:ext uri="{FF2B5EF4-FFF2-40B4-BE49-F238E27FC236}">
                      <a16:creationId xmlns:a16="http://schemas.microsoft.com/office/drawing/2014/main" id="{77F11FF8-3EFD-F355-6051-A938D6DCBA75}"/>
                    </a:ext>
                  </a:extLst>
                </p14:cNvPr>
                <p14:cNvContentPartPr/>
                <p14:nvPr/>
              </p14:nvContentPartPr>
              <p14:xfrm>
                <a:off x="7454144" y="1080285"/>
                <a:ext cx="24480" cy="39600"/>
              </p14:xfrm>
            </p:contentPart>
          </mc:Choice>
          <mc:Fallback>
            <p:pic>
              <p:nvPicPr>
                <p:cNvPr id="179" name="Ink 178">
                  <a:extLst>
                    <a:ext uri="{FF2B5EF4-FFF2-40B4-BE49-F238E27FC236}">
                      <a16:creationId xmlns:a16="http://schemas.microsoft.com/office/drawing/2014/main" id="{77F11FF8-3EFD-F355-6051-A938D6DCBA75}"/>
                    </a:ext>
                  </a:extLst>
                </p:cNvPr>
                <p:cNvPicPr/>
                <p:nvPr/>
              </p:nvPicPr>
              <p:blipFill>
                <a:blip r:embed="rId253"/>
                <a:stretch>
                  <a:fillRect/>
                </a:stretch>
              </p:blipFill>
              <p:spPr>
                <a:xfrm>
                  <a:off x="7445144" y="1071285"/>
                  <a:ext cx="4212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81" name="Ink 180">
                  <a:extLst>
                    <a:ext uri="{FF2B5EF4-FFF2-40B4-BE49-F238E27FC236}">
                      <a16:creationId xmlns:a16="http://schemas.microsoft.com/office/drawing/2014/main" id="{7B3C6CF1-11E3-2F5D-1183-E15F0E523896}"/>
                    </a:ext>
                  </a:extLst>
                </p14:cNvPr>
                <p14:cNvContentPartPr/>
                <p14:nvPr/>
              </p14:nvContentPartPr>
              <p14:xfrm>
                <a:off x="7406984" y="1167045"/>
                <a:ext cx="129240" cy="14400"/>
              </p14:xfrm>
            </p:contentPart>
          </mc:Choice>
          <mc:Fallback>
            <p:pic>
              <p:nvPicPr>
                <p:cNvPr id="181" name="Ink 180">
                  <a:extLst>
                    <a:ext uri="{FF2B5EF4-FFF2-40B4-BE49-F238E27FC236}">
                      <a16:creationId xmlns:a16="http://schemas.microsoft.com/office/drawing/2014/main" id="{7B3C6CF1-11E3-2F5D-1183-E15F0E523896}"/>
                    </a:ext>
                  </a:extLst>
                </p:cNvPr>
                <p:cNvPicPr/>
                <p:nvPr/>
              </p:nvPicPr>
              <p:blipFill>
                <a:blip r:embed="rId255"/>
                <a:stretch>
                  <a:fillRect/>
                </a:stretch>
              </p:blipFill>
              <p:spPr>
                <a:xfrm>
                  <a:off x="7398344" y="1158045"/>
                  <a:ext cx="146880" cy="32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56">
            <p14:nvContentPartPr>
              <p14:cNvPr id="183" name="Ink 182">
                <a:extLst>
                  <a:ext uri="{FF2B5EF4-FFF2-40B4-BE49-F238E27FC236}">
                    <a16:creationId xmlns:a16="http://schemas.microsoft.com/office/drawing/2014/main" id="{9C00008B-7D77-39A1-7B0C-1F059F613EC8}"/>
                  </a:ext>
                </a:extLst>
              </p14:cNvPr>
              <p14:cNvContentPartPr/>
              <p14:nvPr/>
            </p14:nvContentPartPr>
            <p14:xfrm>
              <a:off x="6788504" y="3225525"/>
              <a:ext cx="7560" cy="6840"/>
            </p14:xfrm>
          </p:contentPart>
        </mc:Choice>
        <mc:Fallback>
          <p:pic>
            <p:nvPicPr>
              <p:cNvPr id="183" name="Ink 182">
                <a:extLst>
                  <a:ext uri="{FF2B5EF4-FFF2-40B4-BE49-F238E27FC236}">
                    <a16:creationId xmlns:a16="http://schemas.microsoft.com/office/drawing/2014/main" id="{9C00008B-7D77-39A1-7B0C-1F059F613EC8}"/>
                  </a:ext>
                </a:extLst>
              </p:cNvPr>
              <p:cNvPicPr/>
              <p:nvPr/>
            </p:nvPicPr>
            <p:blipFill>
              <a:blip r:embed="rId257"/>
              <a:stretch>
                <a:fillRect/>
              </a:stretch>
            </p:blipFill>
            <p:spPr>
              <a:xfrm>
                <a:off x="6779504" y="3216885"/>
                <a:ext cx="252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91" name="Ink 190">
                <a:extLst>
                  <a:ext uri="{FF2B5EF4-FFF2-40B4-BE49-F238E27FC236}">
                    <a16:creationId xmlns:a16="http://schemas.microsoft.com/office/drawing/2014/main" id="{E85189D1-803E-3174-0FD7-5BC6863E8694}"/>
                  </a:ext>
                </a:extLst>
              </p14:cNvPr>
              <p14:cNvContentPartPr/>
              <p14:nvPr/>
            </p14:nvContentPartPr>
            <p14:xfrm>
              <a:off x="2206064" y="1192965"/>
              <a:ext cx="3702600" cy="204120"/>
            </p14:xfrm>
          </p:contentPart>
        </mc:Choice>
        <mc:Fallback>
          <p:pic>
            <p:nvPicPr>
              <p:cNvPr id="191" name="Ink 190">
                <a:extLst>
                  <a:ext uri="{FF2B5EF4-FFF2-40B4-BE49-F238E27FC236}">
                    <a16:creationId xmlns:a16="http://schemas.microsoft.com/office/drawing/2014/main" id="{E85189D1-803E-3174-0FD7-5BC6863E8694}"/>
                  </a:ext>
                </a:extLst>
              </p:cNvPr>
              <p:cNvPicPr/>
              <p:nvPr/>
            </p:nvPicPr>
            <p:blipFill>
              <a:blip r:embed="rId259"/>
              <a:stretch>
                <a:fillRect/>
              </a:stretch>
            </p:blipFill>
            <p:spPr>
              <a:xfrm>
                <a:off x="2199944" y="1186845"/>
                <a:ext cx="3714840" cy="216360"/>
              </a:xfrm>
              <a:prstGeom prst="rect">
                <a:avLst/>
              </a:prstGeom>
            </p:spPr>
          </p:pic>
        </mc:Fallback>
      </mc:AlternateContent>
      <p:grpSp>
        <p:nvGrpSpPr>
          <p:cNvPr id="199" name="Group 198">
            <a:extLst>
              <a:ext uri="{FF2B5EF4-FFF2-40B4-BE49-F238E27FC236}">
                <a16:creationId xmlns:a16="http://schemas.microsoft.com/office/drawing/2014/main" id="{456FA9B2-907A-E095-F29F-3B55EF57195E}"/>
              </a:ext>
            </a:extLst>
          </p:cNvPr>
          <p:cNvGrpSpPr/>
          <p:nvPr/>
        </p:nvGrpSpPr>
        <p:grpSpPr>
          <a:xfrm>
            <a:off x="3095264" y="135645"/>
            <a:ext cx="1613520" cy="1223640"/>
            <a:chOff x="3095264" y="135645"/>
            <a:chExt cx="1613520" cy="1223640"/>
          </a:xfrm>
        </p:grpSpPr>
        <mc:AlternateContent xmlns:mc="http://schemas.openxmlformats.org/markup-compatibility/2006">
          <mc:Choice xmlns:p14="http://schemas.microsoft.com/office/powerpoint/2010/main" Requires="p14">
            <p:contentPart p14:bwMode="auto" r:id="rId260">
              <p14:nvContentPartPr>
                <p14:cNvPr id="192" name="Ink 191">
                  <a:extLst>
                    <a:ext uri="{FF2B5EF4-FFF2-40B4-BE49-F238E27FC236}">
                      <a16:creationId xmlns:a16="http://schemas.microsoft.com/office/drawing/2014/main" id="{97187A7E-2B78-16ED-5BF3-D6DD19AF879A}"/>
                    </a:ext>
                  </a:extLst>
                </p14:cNvPr>
                <p14:cNvContentPartPr/>
                <p14:nvPr/>
              </p14:nvContentPartPr>
              <p14:xfrm>
                <a:off x="3464264" y="620925"/>
                <a:ext cx="288360" cy="382320"/>
              </p14:xfrm>
            </p:contentPart>
          </mc:Choice>
          <mc:Fallback>
            <p:pic>
              <p:nvPicPr>
                <p:cNvPr id="192" name="Ink 191">
                  <a:extLst>
                    <a:ext uri="{FF2B5EF4-FFF2-40B4-BE49-F238E27FC236}">
                      <a16:creationId xmlns:a16="http://schemas.microsoft.com/office/drawing/2014/main" id="{97187A7E-2B78-16ED-5BF3-D6DD19AF879A}"/>
                    </a:ext>
                  </a:extLst>
                </p:cNvPr>
                <p:cNvPicPr/>
                <p:nvPr/>
              </p:nvPicPr>
              <p:blipFill>
                <a:blip r:embed="rId261"/>
                <a:stretch>
                  <a:fillRect/>
                </a:stretch>
              </p:blipFill>
              <p:spPr>
                <a:xfrm>
                  <a:off x="3458144" y="614805"/>
                  <a:ext cx="300600" cy="39456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93" name="Ink 192">
                  <a:extLst>
                    <a:ext uri="{FF2B5EF4-FFF2-40B4-BE49-F238E27FC236}">
                      <a16:creationId xmlns:a16="http://schemas.microsoft.com/office/drawing/2014/main" id="{4D24EAB1-63D5-2733-5A7A-C833A4DE7273}"/>
                    </a:ext>
                  </a:extLst>
                </p14:cNvPr>
                <p14:cNvContentPartPr/>
                <p14:nvPr/>
              </p14:nvContentPartPr>
              <p14:xfrm>
                <a:off x="3907784" y="606885"/>
                <a:ext cx="411840" cy="137880"/>
              </p14:xfrm>
            </p:contentPart>
          </mc:Choice>
          <mc:Fallback>
            <p:pic>
              <p:nvPicPr>
                <p:cNvPr id="193" name="Ink 192">
                  <a:extLst>
                    <a:ext uri="{FF2B5EF4-FFF2-40B4-BE49-F238E27FC236}">
                      <a16:creationId xmlns:a16="http://schemas.microsoft.com/office/drawing/2014/main" id="{4D24EAB1-63D5-2733-5A7A-C833A4DE7273}"/>
                    </a:ext>
                  </a:extLst>
                </p:cNvPr>
                <p:cNvPicPr/>
                <p:nvPr/>
              </p:nvPicPr>
              <p:blipFill>
                <a:blip r:embed="rId263"/>
                <a:stretch>
                  <a:fillRect/>
                </a:stretch>
              </p:blipFill>
              <p:spPr>
                <a:xfrm>
                  <a:off x="3901664" y="600765"/>
                  <a:ext cx="42408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94" name="Ink 193">
                  <a:extLst>
                    <a:ext uri="{FF2B5EF4-FFF2-40B4-BE49-F238E27FC236}">
                      <a16:creationId xmlns:a16="http://schemas.microsoft.com/office/drawing/2014/main" id="{2ED2B49D-ED42-9487-99AF-74BABA8F5131}"/>
                    </a:ext>
                  </a:extLst>
                </p14:cNvPr>
                <p14:cNvContentPartPr/>
                <p14:nvPr/>
              </p14:nvContentPartPr>
              <p14:xfrm>
                <a:off x="4366064" y="438765"/>
                <a:ext cx="8640" cy="48240"/>
              </p14:xfrm>
            </p:contentPart>
          </mc:Choice>
          <mc:Fallback>
            <p:pic>
              <p:nvPicPr>
                <p:cNvPr id="194" name="Ink 193">
                  <a:extLst>
                    <a:ext uri="{FF2B5EF4-FFF2-40B4-BE49-F238E27FC236}">
                      <a16:creationId xmlns:a16="http://schemas.microsoft.com/office/drawing/2014/main" id="{2ED2B49D-ED42-9487-99AF-74BABA8F5131}"/>
                    </a:ext>
                  </a:extLst>
                </p:cNvPr>
                <p:cNvPicPr/>
                <p:nvPr/>
              </p:nvPicPr>
              <p:blipFill>
                <a:blip r:embed="rId265"/>
                <a:stretch>
                  <a:fillRect/>
                </a:stretch>
              </p:blipFill>
              <p:spPr>
                <a:xfrm>
                  <a:off x="4359944" y="432645"/>
                  <a:ext cx="2088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95" name="Ink 194">
                  <a:extLst>
                    <a:ext uri="{FF2B5EF4-FFF2-40B4-BE49-F238E27FC236}">
                      <a16:creationId xmlns:a16="http://schemas.microsoft.com/office/drawing/2014/main" id="{3C7ED73E-D13D-158C-51D2-3D5F0C0B6D2F}"/>
                    </a:ext>
                  </a:extLst>
                </p14:cNvPr>
                <p14:cNvContentPartPr/>
                <p14:nvPr/>
              </p14:nvContentPartPr>
              <p14:xfrm>
                <a:off x="4439504" y="438765"/>
                <a:ext cx="61200" cy="268560"/>
              </p14:xfrm>
            </p:contentPart>
          </mc:Choice>
          <mc:Fallback>
            <p:pic>
              <p:nvPicPr>
                <p:cNvPr id="195" name="Ink 194">
                  <a:extLst>
                    <a:ext uri="{FF2B5EF4-FFF2-40B4-BE49-F238E27FC236}">
                      <a16:creationId xmlns:a16="http://schemas.microsoft.com/office/drawing/2014/main" id="{3C7ED73E-D13D-158C-51D2-3D5F0C0B6D2F}"/>
                    </a:ext>
                  </a:extLst>
                </p:cNvPr>
                <p:cNvPicPr/>
                <p:nvPr/>
              </p:nvPicPr>
              <p:blipFill>
                <a:blip r:embed="rId267"/>
                <a:stretch>
                  <a:fillRect/>
                </a:stretch>
              </p:blipFill>
              <p:spPr>
                <a:xfrm>
                  <a:off x="4433384" y="432645"/>
                  <a:ext cx="7344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96" name="Ink 195">
                  <a:extLst>
                    <a:ext uri="{FF2B5EF4-FFF2-40B4-BE49-F238E27FC236}">
                      <a16:creationId xmlns:a16="http://schemas.microsoft.com/office/drawing/2014/main" id="{98042AF3-4F8E-21F1-4DEE-8A4211E82F2D}"/>
                    </a:ext>
                  </a:extLst>
                </p14:cNvPr>
                <p14:cNvContentPartPr/>
                <p14:nvPr/>
              </p14:nvContentPartPr>
              <p14:xfrm>
                <a:off x="4649384" y="519045"/>
                <a:ext cx="59400" cy="19800"/>
              </p14:xfrm>
            </p:contentPart>
          </mc:Choice>
          <mc:Fallback>
            <p:pic>
              <p:nvPicPr>
                <p:cNvPr id="196" name="Ink 195">
                  <a:extLst>
                    <a:ext uri="{FF2B5EF4-FFF2-40B4-BE49-F238E27FC236}">
                      <a16:creationId xmlns:a16="http://schemas.microsoft.com/office/drawing/2014/main" id="{98042AF3-4F8E-21F1-4DEE-8A4211E82F2D}"/>
                    </a:ext>
                  </a:extLst>
                </p:cNvPr>
                <p:cNvPicPr/>
                <p:nvPr/>
              </p:nvPicPr>
              <p:blipFill>
                <a:blip r:embed="rId269"/>
                <a:stretch>
                  <a:fillRect/>
                </a:stretch>
              </p:blipFill>
              <p:spPr>
                <a:xfrm>
                  <a:off x="4643264" y="512925"/>
                  <a:ext cx="7164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97" name="Ink 196">
                  <a:extLst>
                    <a:ext uri="{FF2B5EF4-FFF2-40B4-BE49-F238E27FC236}">
                      <a16:creationId xmlns:a16="http://schemas.microsoft.com/office/drawing/2014/main" id="{48596238-E395-50F8-9CDD-6AAF800901EA}"/>
                    </a:ext>
                  </a:extLst>
                </p14:cNvPr>
                <p14:cNvContentPartPr/>
                <p14:nvPr/>
              </p14:nvContentPartPr>
              <p14:xfrm>
                <a:off x="3095264" y="135645"/>
                <a:ext cx="1522440" cy="1223640"/>
              </p14:xfrm>
            </p:contentPart>
          </mc:Choice>
          <mc:Fallback>
            <p:pic>
              <p:nvPicPr>
                <p:cNvPr id="197" name="Ink 196">
                  <a:extLst>
                    <a:ext uri="{FF2B5EF4-FFF2-40B4-BE49-F238E27FC236}">
                      <a16:creationId xmlns:a16="http://schemas.microsoft.com/office/drawing/2014/main" id="{48596238-E395-50F8-9CDD-6AAF800901EA}"/>
                    </a:ext>
                  </a:extLst>
                </p:cNvPr>
                <p:cNvPicPr/>
                <p:nvPr/>
              </p:nvPicPr>
              <p:blipFill>
                <a:blip r:embed="rId271"/>
                <a:stretch>
                  <a:fillRect/>
                </a:stretch>
              </p:blipFill>
              <p:spPr>
                <a:xfrm>
                  <a:off x="3089144" y="129525"/>
                  <a:ext cx="1534680" cy="123588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98" name="Ink 197">
                  <a:extLst>
                    <a:ext uri="{FF2B5EF4-FFF2-40B4-BE49-F238E27FC236}">
                      <a16:creationId xmlns:a16="http://schemas.microsoft.com/office/drawing/2014/main" id="{EFC20BFA-CBB1-EB52-F6BE-07C5961178F4}"/>
                    </a:ext>
                  </a:extLst>
                </p14:cNvPr>
                <p14:cNvContentPartPr/>
                <p14:nvPr/>
              </p14:nvContentPartPr>
              <p14:xfrm>
                <a:off x="4665224" y="739365"/>
                <a:ext cx="360" cy="6840"/>
              </p14:xfrm>
            </p:contentPart>
          </mc:Choice>
          <mc:Fallback>
            <p:pic>
              <p:nvPicPr>
                <p:cNvPr id="198" name="Ink 197">
                  <a:extLst>
                    <a:ext uri="{FF2B5EF4-FFF2-40B4-BE49-F238E27FC236}">
                      <a16:creationId xmlns:a16="http://schemas.microsoft.com/office/drawing/2014/main" id="{EFC20BFA-CBB1-EB52-F6BE-07C5961178F4}"/>
                    </a:ext>
                  </a:extLst>
                </p:cNvPr>
                <p:cNvPicPr/>
                <p:nvPr/>
              </p:nvPicPr>
              <p:blipFill>
                <a:blip r:embed="rId273"/>
                <a:stretch>
                  <a:fillRect/>
                </a:stretch>
              </p:blipFill>
              <p:spPr>
                <a:xfrm>
                  <a:off x="4659104" y="733245"/>
                  <a:ext cx="12600" cy="19080"/>
                </a:xfrm>
                <a:prstGeom prst="rect">
                  <a:avLst/>
                </a:prstGeom>
              </p:spPr>
            </p:pic>
          </mc:Fallback>
        </mc:AlternateContent>
      </p:grpSp>
      <p:grpSp>
        <p:nvGrpSpPr>
          <p:cNvPr id="205" name="Group 204">
            <a:extLst>
              <a:ext uri="{FF2B5EF4-FFF2-40B4-BE49-F238E27FC236}">
                <a16:creationId xmlns:a16="http://schemas.microsoft.com/office/drawing/2014/main" id="{ADC430AE-CAE5-1033-1F90-EB2316189C7C}"/>
              </a:ext>
            </a:extLst>
          </p:cNvPr>
          <p:cNvGrpSpPr/>
          <p:nvPr/>
        </p:nvGrpSpPr>
        <p:grpSpPr>
          <a:xfrm>
            <a:off x="2172584" y="1366485"/>
            <a:ext cx="279000" cy="145080"/>
            <a:chOff x="2172584" y="1366485"/>
            <a:chExt cx="279000" cy="145080"/>
          </a:xfrm>
        </p:grpSpPr>
        <mc:AlternateContent xmlns:mc="http://schemas.openxmlformats.org/markup-compatibility/2006">
          <mc:Choice xmlns:p14="http://schemas.microsoft.com/office/powerpoint/2010/main" Requires="p14">
            <p:contentPart p14:bwMode="auto" r:id="rId274">
              <p14:nvContentPartPr>
                <p14:cNvPr id="200" name="Ink 199">
                  <a:extLst>
                    <a:ext uri="{FF2B5EF4-FFF2-40B4-BE49-F238E27FC236}">
                      <a16:creationId xmlns:a16="http://schemas.microsoft.com/office/drawing/2014/main" id="{D570B15D-F42F-6AE6-18E0-3252BD702A2C}"/>
                    </a:ext>
                  </a:extLst>
                </p14:cNvPr>
                <p14:cNvContentPartPr/>
                <p14:nvPr/>
              </p14:nvContentPartPr>
              <p14:xfrm>
                <a:off x="2424584" y="1366485"/>
                <a:ext cx="27000" cy="6840"/>
              </p14:xfrm>
            </p:contentPart>
          </mc:Choice>
          <mc:Fallback>
            <p:pic>
              <p:nvPicPr>
                <p:cNvPr id="200" name="Ink 199">
                  <a:extLst>
                    <a:ext uri="{FF2B5EF4-FFF2-40B4-BE49-F238E27FC236}">
                      <a16:creationId xmlns:a16="http://schemas.microsoft.com/office/drawing/2014/main" id="{D570B15D-F42F-6AE6-18E0-3252BD702A2C}"/>
                    </a:ext>
                  </a:extLst>
                </p:cNvPr>
                <p:cNvPicPr/>
                <p:nvPr/>
              </p:nvPicPr>
              <p:blipFill>
                <a:blip r:embed="rId275"/>
                <a:stretch>
                  <a:fillRect/>
                </a:stretch>
              </p:blipFill>
              <p:spPr>
                <a:xfrm>
                  <a:off x="2418464" y="1360365"/>
                  <a:ext cx="3924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201" name="Ink 200">
                  <a:extLst>
                    <a:ext uri="{FF2B5EF4-FFF2-40B4-BE49-F238E27FC236}">
                      <a16:creationId xmlns:a16="http://schemas.microsoft.com/office/drawing/2014/main" id="{99EE452B-21BB-8229-BDCA-63143D423300}"/>
                    </a:ext>
                  </a:extLst>
                </p14:cNvPr>
                <p14:cNvContentPartPr/>
                <p14:nvPr/>
              </p14:nvContentPartPr>
              <p14:xfrm>
                <a:off x="2172584" y="1404645"/>
                <a:ext cx="7560" cy="9000"/>
              </p14:xfrm>
            </p:contentPart>
          </mc:Choice>
          <mc:Fallback>
            <p:pic>
              <p:nvPicPr>
                <p:cNvPr id="201" name="Ink 200">
                  <a:extLst>
                    <a:ext uri="{FF2B5EF4-FFF2-40B4-BE49-F238E27FC236}">
                      <a16:creationId xmlns:a16="http://schemas.microsoft.com/office/drawing/2014/main" id="{99EE452B-21BB-8229-BDCA-63143D423300}"/>
                    </a:ext>
                  </a:extLst>
                </p:cNvPr>
                <p:cNvPicPr/>
                <p:nvPr/>
              </p:nvPicPr>
              <p:blipFill>
                <a:blip r:embed="rId277"/>
                <a:stretch>
                  <a:fillRect/>
                </a:stretch>
              </p:blipFill>
              <p:spPr>
                <a:xfrm>
                  <a:off x="2166464" y="1398525"/>
                  <a:ext cx="1980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202" name="Ink 201">
                  <a:extLst>
                    <a:ext uri="{FF2B5EF4-FFF2-40B4-BE49-F238E27FC236}">
                      <a16:creationId xmlns:a16="http://schemas.microsoft.com/office/drawing/2014/main" id="{5E93E83F-C012-CE4C-B629-E029B72DFADE}"/>
                    </a:ext>
                  </a:extLst>
                </p14:cNvPr>
                <p14:cNvContentPartPr/>
                <p14:nvPr/>
              </p14:nvContentPartPr>
              <p14:xfrm>
                <a:off x="2243144" y="1505445"/>
                <a:ext cx="9360" cy="6120"/>
              </p14:xfrm>
            </p:contentPart>
          </mc:Choice>
          <mc:Fallback>
            <p:pic>
              <p:nvPicPr>
                <p:cNvPr id="202" name="Ink 201">
                  <a:extLst>
                    <a:ext uri="{FF2B5EF4-FFF2-40B4-BE49-F238E27FC236}">
                      <a16:creationId xmlns:a16="http://schemas.microsoft.com/office/drawing/2014/main" id="{5E93E83F-C012-CE4C-B629-E029B72DFADE}"/>
                    </a:ext>
                  </a:extLst>
                </p:cNvPr>
                <p:cNvPicPr/>
                <p:nvPr/>
              </p:nvPicPr>
              <p:blipFill>
                <a:blip r:embed="rId279"/>
                <a:stretch>
                  <a:fillRect/>
                </a:stretch>
              </p:blipFill>
              <p:spPr>
                <a:xfrm>
                  <a:off x="2237024" y="1499325"/>
                  <a:ext cx="21600" cy="18360"/>
                </a:xfrm>
                <a:prstGeom prst="rect">
                  <a:avLst/>
                </a:prstGeom>
              </p:spPr>
            </p:pic>
          </mc:Fallback>
        </mc:AlternateContent>
      </p:grpSp>
      <p:grpSp>
        <p:nvGrpSpPr>
          <p:cNvPr id="204" name="Group 203">
            <a:extLst>
              <a:ext uri="{FF2B5EF4-FFF2-40B4-BE49-F238E27FC236}">
                <a16:creationId xmlns:a16="http://schemas.microsoft.com/office/drawing/2014/main" id="{37F2B87B-655C-C148-7408-8BD9942F88A2}"/>
              </a:ext>
            </a:extLst>
          </p:cNvPr>
          <p:cNvGrpSpPr/>
          <p:nvPr/>
        </p:nvGrpSpPr>
        <p:grpSpPr>
          <a:xfrm>
            <a:off x="5547224" y="883005"/>
            <a:ext cx="672480" cy="441720"/>
            <a:chOff x="5547224" y="883005"/>
            <a:chExt cx="672480" cy="441720"/>
          </a:xfrm>
        </p:grpSpPr>
        <mc:AlternateContent xmlns:mc="http://schemas.openxmlformats.org/markup-compatibility/2006">
          <mc:Choice xmlns:p14="http://schemas.microsoft.com/office/powerpoint/2010/main" Requires="p14">
            <p:contentPart p14:bwMode="auto" r:id="rId280">
              <p14:nvContentPartPr>
                <p14:cNvPr id="187" name="Ink 186">
                  <a:extLst>
                    <a:ext uri="{FF2B5EF4-FFF2-40B4-BE49-F238E27FC236}">
                      <a16:creationId xmlns:a16="http://schemas.microsoft.com/office/drawing/2014/main" id="{F115EEEC-4868-1D27-FE76-E8A0E6CA83AA}"/>
                    </a:ext>
                  </a:extLst>
                </p14:cNvPr>
                <p14:cNvContentPartPr/>
                <p14:nvPr/>
              </p14:nvContentPartPr>
              <p14:xfrm>
                <a:off x="5547224" y="883005"/>
                <a:ext cx="672480" cy="441720"/>
              </p14:xfrm>
            </p:contentPart>
          </mc:Choice>
          <mc:Fallback>
            <p:pic>
              <p:nvPicPr>
                <p:cNvPr id="187" name="Ink 186">
                  <a:extLst>
                    <a:ext uri="{FF2B5EF4-FFF2-40B4-BE49-F238E27FC236}">
                      <a16:creationId xmlns:a16="http://schemas.microsoft.com/office/drawing/2014/main" id="{F115EEEC-4868-1D27-FE76-E8A0E6CA83AA}"/>
                    </a:ext>
                  </a:extLst>
                </p:cNvPr>
                <p:cNvPicPr/>
                <p:nvPr/>
              </p:nvPicPr>
              <p:blipFill>
                <a:blip r:embed="rId281"/>
                <a:stretch>
                  <a:fillRect/>
                </a:stretch>
              </p:blipFill>
              <p:spPr>
                <a:xfrm>
                  <a:off x="5541104" y="876885"/>
                  <a:ext cx="684720" cy="45396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88" name="Ink 187">
                  <a:extLst>
                    <a:ext uri="{FF2B5EF4-FFF2-40B4-BE49-F238E27FC236}">
                      <a16:creationId xmlns:a16="http://schemas.microsoft.com/office/drawing/2014/main" id="{4F49BA31-F14A-FDF6-A32A-A4D365A12A92}"/>
                    </a:ext>
                  </a:extLst>
                </p14:cNvPr>
                <p14:cNvContentPartPr/>
                <p14:nvPr/>
              </p14:nvContentPartPr>
              <p14:xfrm>
                <a:off x="5929904" y="1100805"/>
                <a:ext cx="54720" cy="53280"/>
              </p14:xfrm>
            </p:contentPart>
          </mc:Choice>
          <mc:Fallback>
            <p:pic>
              <p:nvPicPr>
                <p:cNvPr id="188" name="Ink 187">
                  <a:extLst>
                    <a:ext uri="{FF2B5EF4-FFF2-40B4-BE49-F238E27FC236}">
                      <a16:creationId xmlns:a16="http://schemas.microsoft.com/office/drawing/2014/main" id="{4F49BA31-F14A-FDF6-A32A-A4D365A12A92}"/>
                    </a:ext>
                  </a:extLst>
                </p:cNvPr>
                <p:cNvPicPr/>
                <p:nvPr/>
              </p:nvPicPr>
              <p:blipFill>
                <a:blip r:embed="rId283"/>
                <a:stretch>
                  <a:fillRect/>
                </a:stretch>
              </p:blipFill>
              <p:spPr>
                <a:xfrm>
                  <a:off x="5923784" y="1094685"/>
                  <a:ext cx="6696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203" name="Ink 202">
                  <a:extLst>
                    <a:ext uri="{FF2B5EF4-FFF2-40B4-BE49-F238E27FC236}">
                      <a16:creationId xmlns:a16="http://schemas.microsoft.com/office/drawing/2014/main" id="{63BE6FB9-FB22-DB65-2C85-32C0A739DACC}"/>
                    </a:ext>
                  </a:extLst>
                </p14:cNvPr>
                <p14:cNvContentPartPr/>
                <p14:nvPr/>
              </p14:nvContentPartPr>
              <p14:xfrm>
                <a:off x="5959064" y="1092525"/>
                <a:ext cx="35280" cy="34560"/>
              </p14:xfrm>
            </p:contentPart>
          </mc:Choice>
          <mc:Fallback>
            <p:pic>
              <p:nvPicPr>
                <p:cNvPr id="203" name="Ink 202">
                  <a:extLst>
                    <a:ext uri="{FF2B5EF4-FFF2-40B4-BE49-F238E27FC236}">
                      <a16:creationId xmlns:a16="http://schemas.microsoft.com/office/drawing/2014/main" id="{63BE6FB9-FB22-DB65-2C85-32C0A739DACC}"/>
                    </a:ext>
                  </a:extLst>
                </p:cNvPr>
                <p:cNvPicPr/>
                <p:nvPr/>
              </p:nvPicPr>
              <p:blipFill>
                <a:blip r:embed="rId285"/>
                <a:stretch>
                  <a:fillRect/>
                </a:stretch>
              </p:blipFill>
              <p:spPr>
                <a:xfrm>
                  <a:off x="5952944" y="1086405"/>
                  <a:ext cx="47520" cy="46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86">
            <p14:nvContentPartPr>
              <p14:cNvPr id="206" name="Ink 205">
                <a:extLst>
                  <a:ext uri="{FF2B5EF4-FFF2-40B4-BE49-F238E27FC236}">
                    <a16:creationId xmlns:a16="http://schemas.microsoft.com/office/drawing/2014/main" id="{CB8BFE4B-C436-FE81-C50C-B60A77B70316}"/>
                  </a:ext>
                </a:extLst>
              </p14:cNvPr>
              <p14:cNvContentPartPr/>
              <p14:nvPr/>
            </p14:nvContentPartPr>
            <p14:xfrm>
              <a:off x="5736944" y="6482445"/>
              <a:ext cx="45000" cy="24120"/>
            </p14:xfrm>
          </p:contentPart>
        </mc:Choice>
        <mc:Fallback>
          <p:pic>
            <p:nvPicPr>
              <p:cNvPr id="206" name="Ink 205">
                <a:extLst>
                  <a:ext uri="{FF2B5EF4-FFF2-40B4-BE49-F238E27FC236}">
                    <a16:creationId xmlns:a16="http://schemas.microsoft.com/office/drawing/2014/main" id="{CB8BFE4B-C436-FE81-C50C-B60A77B70316}"/>
                  </a:ext>
                </a:extLst>
              </p:cNvPr>
              <p:cNvPicPr/>
              <p:nvPr/>
            </p:nvPicPr>
            <p:blipFill>
              <a:blip r:embed="rId287"/>
              <a:stretch>
                <a:fillRect/>
              </a:stretch>
            </p:blipFill>
            <p:spPr>
              <a:xfrm>
                <a:off x="5730824" y="6476325"/>
                <a:ext cx="5724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207" name="Ink 206">
                <a:extLst>
                  <a:ext uri="{FF2B5EF4-FFF2-40B4-BE49-F238E27FC236}">
                    <a16:creationId xmlns:a16="http://schemas.microsoft.com/office/drawing/2014/main" id="{54CF9E7C-928C-5FD0-EB0B-CD76F99B5807}"/>
                  </a:ext>
                </a:extLst>
              </p14:cNvPr>
              <p14:cNvContentPartPr/>
              <p14:nvPr/>
            </p14:nvContentPartPr>
            <p14:xfrm>
              <a:off x="6598064" y="1014045"/>
              <a:ext cx="18360" cy="16560"/>
            </p14:xfrm>
          </p:contentPart>
        </mc:Choice>
        <mc:Fallback>
          <p:pic>
            <p:nvPicPr>
              <p:cNvPr id="207" name="Ink 206">
                <a:extLst>
                  <a:ext uri="{FF2B5EF4-FFF2-40B4-BE49-F238E27FC236}">
                    <a16:creationId xmlns:a16="http://schemas.microsoft.com/office/drawing/2014/main" id="{54CF9E7C-928C-5FD0-EB0B-CD76F99B5807}"/>
                  </a:ext>
                </a:extLst>
              </p:cNvPr>
              <p:cNvPicPr/>
              <p:nvPr/>
            </p:nvPicPr>
            <p:blipFill>
              <a:blip r:embed="rId289"/>
              <a:stretch>
                <a:fillRect/>
              </a:stretch>
            </p:blipFill>
            <p:spPr>
              <a:xfrm>
                <a:off x="6591944" y="1007925"/>
                <a:ext cx="306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208" name="Ink 207">
                <a:extLst>
                  <a:ext uri="{FF2B5EF4-FFF2-40B4-BE49-F238E27FC236}">
                    <a16:creationId xmlns:a16="http://schemas.microsoft.com/office/drawing/2014/main" id="{C1C59228-EAA2-77A3-F1EF-1FD8A159939A}"/>
                  </a:ext>
                </a:extLst>
              </p14:cNvPr>
              <p14:cNvContentPartPr/>
              <p14:nvPr/>
            </p14:nvContentPartPr>
            <p14:xfrm>
              <a:off x="5659904" y="1258125"/>
              <a:ext cx="32760" cy="10080"/>
            </p14:xfrm>
          </p:contentPart>
        </mc:Choice>
        <mc:Fallback>
          <p:pic>
            <p:nvPicPr>
              <p:cNvPr id="208" name="Ink 207">
                <a:extLst>
                  <a:ext uri="{FF2B5EF4-FFF2-40B4-BE49-F238E27FC236}">
                    <a16:creationId xmlns:a16="http://schemas.microsoft.com/office/drawing/2014/main" id="{C1C59228-EAA2-77A3-F1EF-1FD8A159939A}"/>
                  </a:ext>
                </a:extLst>
              </p:cNvPr>
              <p:cNvPicPr/>
              <p:nvPr/>
            </p:nvPicPr>
            <p:blipFill>
              <a:blip r:embed="rId291"/>
              <a:stretch>
                <a:fillRect/>
              </a:stretch>
            </p:blipFill>
            <p:spPr>
              <a:xfrm>
                <a:off x="5653784" y="1252005"/>
                <a:ext cx="45000" cy="22320"/>
              </a:xfrm>
              <a:prstGeom prst="rect">
                <a:avLst/>
              </a:prstGeom>
            </p:spPr>
          </p:pic>
        </mc:Fallback>
      </mc:AlternateContent>
      <p:grpSp>
        <p:nvGrpSpPr>
          <p:cNvPr id="216" name="Group 215">
            <a:extLst>
              <a:ext uri="{FF2B5EF4-FFF2-40B4-BE49-F238E27FC236}">
                <a16:creationId xmlns:a16="http://schemas.microsoft.com/office/drawing/2014/main" id="{C43A653C-187E-6A18-17C9-A1AD0C983838}"/>
              </a:ext>
            </a:extLst>
          </p:cNvPr>
          <p:cNvGrpSpPr/>
          <p:nvPr/>
        </p:nvGrpSpPr>
        <p:grpSpPr>
          <a:xfrm>
            <a:off x="7763384" y="1281525"/>
            <a:ext cx="226440" cy="77760"/>
            <a:chOff x="7763384" y="1281525"/>
            <a:chExt cx="226440" cy="77760"/>
          </a:xfrm>
        </p:grpSpPr>
        <mc:AlternateContent xmlns:mc="http://schemas.openxmlformats.org/markup-compatibility/2006">
          <mc:Choice xmlns:p14="http://schemas.microsoft.com/office/powerpoint/2010/main" Requires="p14">
            <p:contentPart p14:bwMode="auto" r:id="rId292">
              <p14:nvContentPartPr>
                <p14:cNvPr id="209" name="Ink 208">
                  <a:extLst>
                    <a:ext uri="{FF2B5EF4-FFF2-40B4-BE49-F238E27FC236}">
                      <a16:creationId xmlns:a16="http://schemas.microsoft.com/office/drawing/2014/main" id="{CED41256-194E-49F9-3717-10E59F02018D}"/>
                    </a:ext>
                  </a:extLst>
                </p14:cNvPr>
                <p14:cNvContentPartPr/>
                <p14:nvPr/>
              </p14:nvContentPartPr>
              <p14:xfrm>
                <a:off x="7827824" y="1281525"/>
                <a:ext cx="162000" cy="41040"/>
              </p14:xfrm>
            </p:contentPart>
          </mc:Choice>
          <mc:Fallback>
            <p:pic>
              <p:nvPicPr>
                <p:cNvPr id="209" name="Ink 208">
                  <a:extLst>
                    <a:ext uri="{FF2B5EF4-FFF2-40B4-BE49-F238E27FC236}">
                      <a16:creationId xmlns:a16="http://schemas.microsoft.com/office/drawing/2014/main" id="{CED41256-194E-49F9-3717-10E59F02018D}"/>
                    </a:ext>
                  </a:extLst>
                </p:cNvPr>
                <p:cNvPicPr/>
                <p:nvPr/>
              </p:nvPicPr>
              <p:blipFill>
                <a:blip r:embed="rId293"/>
                <a:stretch>
                  <a:fillRect/>
                </a:stretch>
              </p:blipFill>
              <p:spPr>
                <a:xfrm>
                  <a:off x="7821704" y="1275405"/>
                  <a:ext cx="17424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210" name="Ink 209">
                  <a:extLst>
                    <a:ext uri="{FF2B5EF4-FFF2-40B4-BE49-F238E27FC236}">
                      <a16:creationId xmlns:a16="http://schemas.microsoft.com/office/drawing/2014/main" id="{9DA822D8-244E-FE6F-7809-92283E3C03B0}"/>
                    </a:ext>
                  </a:extLst>
                </p14:cNvPr>
                <p14:cNvContentPartPr/>
                <p14:nvPr/>
              </p14:nvContentPartPr>
              <p14:xfrm>
                <a:off x="7763384" y="1292325"/>
                <a:ext cx="76320" cy="66960"/>
              </p14:xfrm>
            </p:contentPart>
          </mc:Choice>
          <mc:Fallback>
            <p:pic>
              <p:nvPicPr>
                <p:cNvPr id="210" name="Ink 209">
                  <a:extLst>
                    <a:ext uri="{FF2B5EF4-FFF2-40B4-BE49-F238E27FC236}">
                      <a16:creationId xmlns:a16="http://schemas.microsoft.com/office/drawing/2014/main" id="{9DA822D8-244E-FE6F-7809-92283E3C03B0}"/>
                    </a:ext>
                  </a:extLst>
                </p:cNvPr>
                <p:cNvPicPr/>
                <p:nvPr/>
              </p:nvPicPr>
              <p:blipFill>
                <a:blip r:embed="rId295"/>
                <a:stretch>
                  <a:fillRect/>
                </a:stretch>
              </p:blipFill>
              <p:spPr>
                <a:xfrm>
                  <a:off x="7757264" y="1286205"/>
                  <a:ext cx="88560" cy="79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96">
            <p14:nvContentPartPr>
              <p14:cNvPr id="214" name="Ink 213">
                <a:extLst>
                  <a:ext uri="{FF2B5EF4-FFF2-40B4-BE49-F238E27FC236}">
                    <a16:creationId xmlns:a16="http://schemas.microsoft.com/office/drawing/2014/main" id="{314646DD-0626-C764-141A-4ECC9839EC91}"/>
                  </a:ext>
                </a:extLst>
              </p14:cNvPr>
              <p14:cNvContentPartPr/>
              <p14:nvPr/>
            </p14:nvContentPartPr>
            <p14:xfrm>
              <a:off x="6649904" y="3519645"/>
              <a:ext cx="32760" cy="18720"/>
            </p14:xfrm>
          </p:contentPart>
        </mc:Choice>
        <mc:Fallback>
          <p:pic>
            <p:nvPicPr>
              <p:cNvPr id="214" name="Ink 213">
                <a:extLst>
                  <a:ext uri="{FF2B5EF4-FFF2-40B4-BE49-F238E27FC236}">
                    <a16:creationId xmlns:a16="http://schemas.microsoft.com/office/drawing/2014/main" id="{314646DD-0626-C764-141A-4ECC9839EC91}"/>
                  </a:ext>
                </a:extLst>
              </p:cNvPr>
              <p:cNvPicPr/>
              <p:nvPr/>
            </p:nvPicPr>
            <p:blipFill>
              <a:blip r:embed="rId297"/>
              <a:stretch>
                <a:fillRect/>
              </a:stretch>
            </p:blipFill>
            <p:spPr>
              <a:xfrm>
                <a:off x="6643784" y="3513525"/>
                <a:ext cx="4500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217" name="Ink 216">
                <a:extLst>
                  <a:ext uri="{FF2B5EF4-FFF2-40B4-BE49-F238E27FC236}">
                    <a16:creationId xmlns:a16="http://schemas.microsoft.com/office/drawing/2014/main" id="{5701F583-E3CA-146A-8D60-EB99C5A40602}"/>
                  </a:ext>
                </a:extLst>
              </p14:cNvPr>
              <p14:cNvContentPartPr/>
              <p14:nvPr/>
            </p14:nvContentPartPr>
            <p14:xfrm>
              <a:off x="8363144" y="6387045"/>
              <a:ext cx="21960" cy="53640"/>
            </p14:xfrm>
          </p:contentPart>
        </mc:Choice>
        <mc:Fallback>
          <p:pic>
            <p:nvPicPr>
              <p:cNvPr id="217" name="Ink 216">
                <a:extLst>
                  <a:ext uri="{FF2B5EF4-FFF2-40B4-BE49-F238E27FC236}">
                    <a16:creationId xmlns:a16="http://schemas.microsoft.com/office/drawing/2014/main" id="{5701F583-E3CA-146A-8D60-EB99C5A40602}"/>
                  </a:ext>
                </a:extLst>
              </p:cNvPr>
              <p:cNvPicPr/>
              <p:nvPr/>
            </p:nvPicPr>
            <p:blipFill>
              <a:blip r:embed="rId299"/>
              <a:stretch>
                <a:fillRect/>
              </a:stretch>
            </p:blipFill>
            <p:spPr>
              <a:xfrm>
                <a:off x="8357024" y="6380925"/>
                <a:ext cx="34200" cy="65880"/>
              </a:xfrm>
              <a:prstGeom prst="rect">
                <a:avLst/>
              </a:prstGeom>
            </p:spPr>
          </p:pic>
        </mc:Fallback>
      </mc:AlternateContent>
      <p:grpSp>
        <p:nvGrpSpPr>
          <p:cNvPr id="219" name="Group 218">
            <a:extLst>
              <a:ext uri="{FF2B5EF4-FFF2-40B4-BE49-F238E27FC236}">
                <a16:creationId xmlns:a16="http://schemas.microsoft.com/office/drawing/2014/main" id="{EE2764D6-7414-F647-5421-8E755E21A3A1}"/>
              </a:ext>
            </a:extLst>
          </p:cNvPr>
          <p:cNvGrpSpPr/>
          <p:nvPr/>
        </p:nvGrpSpPr>
        <p:grpSpPr>
          <a:xfrm>
            <a:off x="7160024" y="1066965"/>
            <a:ext cx="177480" cy="273960"/>
            <a:chOff x="7160024" y="1066965"/>
            <a:chExt cx="177480" cy="273960"/>
          </a:xfrm>
        </p:grpSpPr>
        <mc:AlternateContent xmlns:mc="http://schemas.openxmlformats.org/markup-compatibility/2006">
          <mc:Choice xmlns:p14="http://schemas.microsoft.com/office/powerpoint/2010/main" Requires="p14">
            <p:contentPart p14:bwMode="auto" r:id="rId300">
              <p14:nvContentPartPr>
                <p14:cNvPr id="211" name="Ink 210">
                  <a:extLst>
                    <a:ext uri="{FF2B5EF4-FFF2-40B4-BE49-F238E27FC236}">
                      <a16:creationId xmlns:a16="http://schemas.microsoft.com/office/drawing/2014/main" id="{589CFDC5-86E4-651A-6165-E22D090C390F}"/>
                    </a:ext>
                  </a:extLst>
                </p14:cNvPr>
                <p14:cNvContentPartPr/>
                <p14:nvPr/>
              </p14:nvContentPartPr>
              <p14:xfrm>
                <a:off x="7305824" y="1315725"/>
                <a:ext cx="31680" cy="25200"/>
              </p14:xfrm>
            </p:contentPart>
          </mc:Choice>
          <mc:Fallback>
            <p:pic>
              <p:nvPicPr>
                <p:cNvPr id="211" name="Ink 210">
                  <a:extLst>
                    <a:ext uri="{FF2B5EF4-FFF2-40B4-BE49-F238E27FC236}">
                      <a16:creationId xmlns:a16="http://schemas.microsoft.com/office/drawing/2014/main" id="{589CFDC5-86E4-651A-6165-E22D090C390F}"/>
                    </a:ext>
                  </a:extLst>
                </p:cNvPr>
                <p:cNvPicPr/>
                <p:nvPr/>
              </p:nvPicPr>
              <p:blipFill>
                <a:blip r:embed="rId301"/>
                <a:stretch>
                  <a:fillRect/>
                </a:stretch>
              </p:blipFill>
              <p:spPr>
                <a:xfrm>
                  <a:off x="7299704" y="1309605"/>
                  <a:ext cx="4392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212" name="Ink 211">
                  <a:extLst>
                    <a:ext uri="{FF2B5EF4-FFF2-40B4-BE49-F238E27FC236}">
                      <a16:creationId xmlns:a16="http://schemas.microsoft.com/office/drawing/2014/main" id="{D45513B1-7F09-2D38-D373-53D619D23AA5}"/>
                    </a:ext>
                  </a:extLst>
                </p14:cNvPr>
                <p14:cNvContentPartPr/>
                <p14:nvPr/>
              </p14:nvContentPartPr>
              <p14:xfrm>
                <a:off x="7228784" y="1068045"/>
                <a:ext cx="8640" cy="7920"/>
              </p14:xfrm>
            </p:contentPart>
          </mc:Choice>
          <mc:Fallback>
            <p:pic>
              <p:nvPicPr>
                <p:cNvPr id="212" name="Ink 211">
                  <a:extLst>
                    <a:ext uri="{FF2B5EF4-FFF2-40B4-BE49-F238E27FC236}">
                      <a16:creationId xmlns:a16="http://schemas.microsoft.com/office/drawing/2014/main" id="{D45513B1-7F09-2D38-D373-53D619D23AA5}"/>
                    </a:ext>
                  </a:extLst>
                </p:cNvPr>
                <p:cNvPicPr/>
                <p:nvPr/>
              </p:nvPicPr>
              <p:blipFill>
                <a:blip r:embed="rId303"/>
                <a:stretch>
                  <a:fillRect/>
                </a:stretch>
              </p:blipFill>
              <p:spPr>
                <a:xfrm>
                  <a:off x="7222304" y="1061925"/>
                  <a:ext cx="2088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213" name="Ink 212">
                  <a:extLst>
                    <a:ext uri="{FF2B5EF4-FFF2-40B4-BE49-F238E27FC236}">
                      <a16:creationId xmlns:a16="http://schemas.microsoft.com/office/drawing/2014/main" id="{D95EA0F1-A8C6-49FA-47E2-7FE2D30C8E06}"/>
                    </a:ext>
                  </a:extLst>
                </p14:cNvPr>
                <p14:cNvContentPartPr/>
                <p14:nvPr/>
              </p14:nvContentPartPr>
              <p14:xfrm>
                <a:off x="7279184" y="1077045"/>
                <a:ext cx="6480" cy="36000"/>
              </p14:xfrm>
            </p:contentPart>
          </mc:Choice>
          <mc:Fallback>
            <p:pic>
              <p:nvPicPr>
                <p:cNvPr id="213" name="Ink 212">
                  <a:extLst>
                    <a:ext uri="{FF2B5EF4-FFF2-40B4-BE49-F238E27FC236}">
                      <a16:creationId xmlns:a16="http://schemas.microsoft.com/office/drawing/2014/main" id="{D95EA0F1-A8C6-49FA-47E2-7FE2D30C8E06}"/>
                    </a:ext>
                  </a:extLst>
                </p:cNvPr>
                <p:cNvPicPr/>
                <p:nvPr/>
              </p:nvPicPr>
              <p:blipFill>
                <a:blip r:embed="rId305"/>
                <a:stretch>
                  <a:fillRect/>
                </a:stretch>
              </p:blipFill>
              <p:spPr>
                <a:xfrm>
                  <a:off x="7273064" y="1070925"/>
                  <a:ext cx="1872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218" name="Ink 217">
                  <a:extLst>
                    <a:ext uri="{FF2B5EF4-FFF2-40B4-BE49-F238E27FC236}">
                      <a16:creationId xmlns:a16="http://schemas.microsoft.com/office/drawing/2014/main" id="{52EFFED1-400C-52EA-588C-1DB2B5B9C9E4}"/>
                    </a:ext>
                  </a:extLst>
                </p14:cNvPr>
                <p14:cNvContentPartPr/>
                <p14:nvPr/>
              </p14:nvContentPartPr>
              <p14:xfrm>
                <a:off x="7160024" y="1066965"/>
                <a:ext cx="125640" cy="167400"/>
              </p14:xfrm>
            </p:contentPart>
          </mc:Choice>
          <mc:Fallback>
            <p:pic>
              <p:nvPicPr>
                <p:cNvPr id="218" name="Ink 217">
                  <a:extLst>
                    <a:ext uri="{FF2B5EF4-FFF2-40B4-BE49-F238E27FC236}">
                      <a16:creationId xmlns:a16="http://schemas.microsoft.com/office/drawing/2014/main" id="{52EFFED1-400C-52EA-588C-1DB2B5B9C9E4}"/>
                    </a:ext>
                  </a:extLst>
                </p:cNvPr>
                <p:cNvPicPr/>
                <p:nvPr/>
              </p:nvPicPr>
              <p:blipFill>
                <a:blip r:embed="rId307"/>
                <a:stretch>
                  <a:fillRect/>
                </a:stretch>
              </p:blipFill>
              <p:spPr>
                <a:xfrm>
                  <a:off x="7153904" y="1060845"/>
                  <a:ext cx="137880" cy="179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08">
            <p14:nvContentPartPr>
              <p14:cNvPr id="221" name="Ink 220">
                <a:extLst>
                  <a:ext uri="{FF2B5EF4-FFF2-40B4-BE49-F238E27FC236}">
                    <a16:creationId xmlns:a16="http://schemas.microsoft.com/office/drawing/2014/main" id="{FDD18305-59A1-ABB6-FBB4-F56ADB16CDBD}"/>
                  </a:ext>
                </a:extLst>
              </p14:cNvPr>
              <p14:cNvContentPartPr/>
              <p14:nvPr/>
            </p14:nvContentPartPr>
            <p14:xfrm>
              <a:off x="6991184" y="150045"/>
              <a:ext cx="720" cy="6124680"/>
            </p14:xfrm>
          </p:contentPart>
        </mc:Choice>
        <mc:Fallback>
          <p:pic>
            <p:nvPicPr>
              <p:cNvPr id="221" name="Ink 220">
                <a:extLst>
                  <a:ext uri="{FF2B5EF4-FFF2-40B4-BE49-F238E27FC236}">
                    <a16:creationId xmlns:a16="http://schemas.microsoft.com/office/drawing/2014/main" id="{FDD18305-59A1-ABB6-FBB4-F56ADB16CDBD}"/>
                  </a:ext>
                </a:extLst>
              </p:cNvPr>
              <p:cNvPicPr/>
              <p:nvPr/>
            </p:nvPicPr>
            <p:blipFill>
              <a:blip r:embed="rId309"/>
              <a:stretch>
                <a:fillRect/>
              </a:stretch>
            </p:blipFill>
            <p:spPr>
              <a:xfrm>
                <a:off x="6978224" y="143565"/>
                <a:ext cx="25200" cy="613692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222" name="Ink 221">
                <a:extLst>
                  <a:ext uri="{FF2B5EF4-FFF2-40B4-BE49-F238E27FC236}">
                    <a16:creationId xmlns:a16="http://schemas.microsoft.com/office/drawing/2014/main" id="{44B67334-1AA3-58DA-D4EF-060EFCCFEC2A}"/>
                  </a:ext>
                </a:extLst>
              </p14:cNvPr>
              <p14:cNvContentPartPr/>
              <p14:nvPr/>
            </p14:nvContentPartPr>
            <p14:xfrm>
              <a:off x="7092344" y="1069125"/>
              <a:ext cx="10080" cy="11160"/>
            </p14:xfrm>
          </p:contentPart>
        </mc:Choice>
        <mc:Fallback>
          <p:pic>
            <p:nvPicPr>
              <p:cNvPr id="222" name="Ink 221">
                <a:extLst>
                  <a:ext uri="{FF2B5EF4-FFF2-40B4-BE49-F238E27FC236}">
                    <a16:creationId xmlns:a16="http://schemas.microsoft.com/office/drawing/2014/main" id="{44B67334-1AA3-58DA-D4EF-060EFCCFEC2A}"/>
                  </a:ext>
                </a:extLst>
              </p:cNvPr>
              <p:cNvPicPr/>
              <p:nvPr/>
            </p:nvPicPr>
            <p:blipFill>
              <a:blip r:embed="rId311"/>
              <a:stretch>
                <a:fillRect/>
              </a:stretch>
            </p:blipFill>
            <p:spPr>
              <a:xfrm>
                <a:off x="7086224" y="1063005"/>
                <a:ext cx="2232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224" name="Ink 223">
                <a:extLst>
                  <a:ext uri="{FF2B5EF4-FFF2-40B4-BE49-F238E27FC236}">
                    <a16:creationId xmlns:a16="http://schemas.microsoft.com/office/drawing/2014/main" id="{E284CAD8-37E2-045B-D64A-58CCAD7F3C61}"/>
                  </a:ext>
                </a:extLst>
              </p14:cNvPr>
              <p14:cNvContentPartPr/>
              <p14:nvPr/>
            </p14:nvContentPartPr>
            <p14:xfrm>
              <a:off x="8536664" y="268125"/>
              <a:ext cx="720" cy="5975280"/>
            </p14:xfrm>
          </p:contentPart>
        </mc:Choice>
        <mc:Fallback>
          <p:pic>
            <p:nvPicPr>
              <p:cNvPr id="224" name="Ink 223">
                <a:extLst>
                  <a:ext uri="{FF2B5EF4-FFF2-40B4-BE49-F238E27FC236}">
                    <a16:creationId xmlns:a16="http://schemas.microsoft.com/office/drawing/2014/main" id="{E284CAD8-37E2-045B-D64A-58CCAD7F3C61}"/>
                  </a:ext>
                </a:extLst>
              </p:cNvPr>
              <p:cNvPicPr/>
              <p:nvPr/>
            </p:nvPicPr>
            <p:blipFill>
              <a:blip r:embed="rId313"/>
              <a:stretch>
                <a:fillRect/>
              </a:stretch>
            </p:blipFill>
            <p:spPr>
              <a:xfrm>
                <a:off x="8524424" y="262005"/>
                <a:ext cx="25200" cy="598752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225" name="Ink 224">
                <a:extLst>
                  <a:ext uri="{FF2B5EF4-FFF2-40B4-BE49-F238E27FC236}">
                    <a16:creationId xmlns:a16="http://schemas.microsoft.com/office/drawing/2014/main" id="{C9F0863C-4CD6-1276-8F65-D093F69974E8}"/>
                  </a:ext>
                </a:extLst>
              </p14:cNvPr>
              <p14:cNvContentPartPr/>
              <p14:nvPr/>
            </p14:nvContentPartPr>
            <p14:xfrm>
              <a:off x="5560904" y="1233285"/>
              <a:ext cx="27000" cy="34920"/>
            </p14:xfrm>
          </p:contentPart>
        </mc:Choice>
        <mc:Fallback>
          <p:pic>
            <p:nvPicPr>
              <p:cNvPr id="225" name="Ink 224">
                <a:extLst>
                  <a:ext uri="{FF2B5EF4-FFF2-40B4-BE49-F238E27FC236}">
                    <a16:creationId xmlns:a16="http://schemas.microsoft.com/office/drawing/2014/main" id="{C9F0863C-4CD6-1276-8F65-D093F69974E8}"/>
                  </a:ext>
                </a:extLst>
              </p:cNvPr>
              <p:cNvPicPr/>
              <p:nvPr/>
            </p:nvPicPr>
            <p:blipFill>
              <a:blip r:embed="rId315"/>
              <a:stretch>
                <a:fillRect/>
              </a:stretch>
            </p:blipFill>
            <p:spPr>
              <a:xfrm>
                <a:off x="5554784" y="1227165"/>
                <a:ext cx="39240" cy="47160"/>
              </a:xfrm>
              <a:prstGeom prst="rect">
                <a:avLst/>
              </a:prstGeom>
            </p:spPr>
          </p:pic>
        </mc:Fallback>
      </mc:AlternateContent>
      <p:grpSp>
        <p:nvGrpSpPr>
          <p:cNvPr id="235" name="Group 234">
            <a:extLst>
              <a:ext uri="{FF2B5EF4-FFF2-40B4-BE49-F238E27FC236}">
                <a16:creationId xmlns:a16="http://schemas.microsoft.com/office/drawing/2014/main" id="{5E04CD13-52B9-8016-7849-E0BCF5B32F53}"/>
              </a:ext>
            </a:extLst>
          </p:cNvPr>
          <p:cNvGrpSpPr/>
          <p:nvPr/>
        </p:nvGrpSpPr>
        <p:grpSpPr>
          <a:xfrm>
            <a:off x="7983344" y="76245"/>
            <a:ext cx="534240" cy="729720"/>
            <a:chOff x="7983344" y="76245"/>
            <a:chExt cx="534240" cy="729720"/>
          </a:xfrm>
        </p:grpSpPr>
        <mc:AlternateContent xmlns:mc="http://schemas.openxmlformats.org/markup-compatibility/2006">
          <mc:Choice xmlns:p14="http://schemas.microsoft.com/office/powerpoint/2010/main" Requires="p14">
            <p:contentPart p14:bwMode="auto" r:id="rId316">
              <p14:nvContentPartPr>
                <p14:cNvPr id="229" name="Ink 228">
                  <a:extLst>
                    <a:ext uri="{FF2B5EF4-FFF2-40B4-BE49-F238E27FC236}">
                      <a16:creationId xmlns:a16="http://schemas.microsoft.com/office/drawing/2014/main" id="{30249679-7641-E4CA-2255-CD4B745B547B}"/>
                    </a:ext>
                  </a:extLst>
                </p14:cNvPr>
                <p14:cNvContentPartPr/>
                <p14:nvPr/>
              </p14:nvContentPartPr>
              <p14:xfrm>
                <a:off x="7983344" y="202965"/>
                <a:ext cx="202320" cy="391320"/>
              </p14:xfrm>
            </p:contentPart>
          </mc:Choice>
          <mc:Fallback>
            <p:pic>
              <p:nvPicPr>
                <p:cNvPr id="229" name="Ink 228">
                  <a:extLst>
                    <a:ext uri="{FF2B5EF4-FFF2-40B4-BE49-F238E27FC236}">
                      <a16:creationId xmlns:a16="http://schemas.microsoft.com/office/drawing/2014/main" id="{30249679-7641-E4CA-2255-CD4B745B547B}"/>
                    </a:ext>
                  </a:extLst>
                </p:cNvPr>
                <p:cNvPicPr/>
                <p:nvPr/>
              </p:nvPicPr>
              <p:blipFill>
                <a:blip r:embed="rId317"/>
                <a:stretch>
                  <a:fillRect/>
                </a:stretch>
              </p:blipFill>
              <p:spPr>
                <a:xfrm>
                  <a:off x="7974704" y="194325"/>
                  <a:ext cx="219960" cy="40896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230" name="Ink 229">
                  <a:extLst>
                    <a:ext uri="{FF2B5EF4-FFF2-40B4-BE49-F238E27FC236}">
                      <a16:creationId xmlns:a16="http://schemas.microsoft.com/office/drawing/2014/main" id="{600DEDD2-DD64-957F-B3FE-7876A33BF653}"/>
                    </a:ext>
                  </a:extLst>
                </p14:cNvPr>
                <p14:cNvContentPartPr/>
                <p14:nvPr/>
              </p14:nvContentPartPr>
              <p14:xfrm>
                <a:off x="8078744" y="387645"/>
                <a:ext cx="207720" cy="66600"/>
              </p14:xfrm>
            </p:contentPart>
          </mc:Choice>
          <mc:Fallback>
            <p:pic>
              <p:nvPicPr>
                <p:cNvPr id="230" name="Ink 229">
                  <a:extLst>
                    <a:ext uri="{FF2B5EF4-FFF2-40B4-BE49-F238E27FC236}">
                      <a16:creationId xmlns:a16="http://schemas.microsoft.com/office/drawing/2014/main" id="{600DEDD2-DD64-957F-B3FE-7876A33BF653}"/>
                    </a:ext>
                  </a:extLst>
                </p:cNvPr>
                <p:cNvPicPr/>
                <p:nvPr/>
              </p:nvPicPr>
              <p:blipFill>
                <a:blip r:embed="rId319"/>
                <a:stretch>
                  <a:fillRect/>
                </a:stretch>
              </p:blipFill>
              <p:spPr>
                <a:xfrm>
                  <a:off x="8069744" y="379005"/>
                  <a:ext cx="22536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231" name="Ink 230">
                  <a:extLst>
                    <a:ext uri="{FF2B5EF4-FFF2-40B4-BE49-F238E27FC236}">
                      <a16:creationId xmlns:a16="http://schemas.microsoft.com/office/drawing/2014/main" id="{E0C34DFC-D766-601A-BB56-F3C750A611EE}"/>
                    </a:ext>
                  </a:extLst>
                </p14:cNvPr>
                <p14:cNvContentPartPr/>
                <p14:nvPr/>
              </p14:nvContentPartPr>
              <p14:xfrm>
                <a:off x="8234264" y="76245"/>
                <a:ext cx="283320" cy="729720"/>
              </p14:xfrm>
            </p:contentPart>
          </mc:Choice>
          <mc:Fallback>
            <p:pic>
              <p:nvPicPr>
                <p:cNvPr id="231" name="Ink 230">
                  <a:extLst>
                    <a:ext uri="{FF2B5EF4-FFF2-40B4-BE49-F238E27FC236}">
                      <a16:creationId xmlns:a16="http://schemas.microsoft.com/office/drawing/2014/main" id="{E0C34DFC-D766-601A-BB56-F3C750A611EE}"/>
                    </a:ext>
                  </a:extLst>
                </p:cNvPr>
                <p:cNvPicPr/>
                <p:nvPr/>
              </p:nvPicPr>
              <p:blipFill>
                <a:blip r:embed="rId321"/>
                <a:stretch>
                  <a:fillRect/>
                </a:stretch>
              </p:blipFill>
              <p:spPr>
                <a:xfrm>
                  <a:off x="8225264" y="67605"/>
                  <a:ext cx="300960" cy="747360"/>
                </a:xfrm>
                <a:prstGeom prst="rect">
                  <a:avLst/>
                </a:prstGeom>
              </p:spPr>
            </p:pic>
          </mc:Fallback>
        </mc:AlternateContent>
      </p:grpSp>
      <p:grpSp>
        <p:nvGrpSpPr>
          <p:cNvPr id="234" name="Group 233">
            <a:extLst>
              <a:ext uri="{FF2B5EF4-FFF2-40B4-BE49-F238E27FC236}">
                <a16:creationId xmlns:a16="http://schemas.microsoft.com/office/drawing/2014/main" id="{ADF309D1-6C04-D836-CF6C-98E61383B2EA}"/>
              </a:ext>
            </a:extLst>
          </p:cNvPr>
          <p:cNvGrpSpPr/>
          <p:nvPr/>
        </p:nvGrpSpPr>
        <p:grpSpPr>
          <a:xfrm>
            <a:off x="7176944" y="76965"/>
            <a:ext cx="624960" cy="820080"/>
            <a:chOff x="7176944" y="76965"/>
            <a:chExt cx="624960" cy="820080"/>
          </a:xfrm>
        </p:grpSpPr>
        <mc:AlternateContent xmlns:mc="http://schemas.openxmlformats.org/markup-compatibility/2006">
          <mc:Choice xmlns:p14="http://schemas.microsoft.com/office/powerpoint/2010/main" Requires="p14">
            <p:contentPart p14:bwMode="auto" r:id="rId322">
              <p14:nvContentPartPr>
                <p14:cNvPr id="226" name="Ink 225">
                  <a:extLst>
                    <a:ext uri="{FF2B5EF4-FFF2-40B4-BE49-F238E27FC236}">
                      <a16:creationId xmlns:a16="http://schemas.microsoft.com/office/drawing/2014/main" id="{73DAD631-9BF7-5FA7-4132-DB655CB6C654}"/>
                    </a:ext>
                  </a:extLst>
                </p14:cNvPr>
                <p14:cNvContentPartPr/>
                <p14:nvPr/>
              </p14:nvContentPartPr>
              <p14:xfrm>
                <a:off x="7340744" y="213045"/>
                <a:ext cx="203760" cy="469800"/>
              </p14:xfrm>
            </p:contentPart>
          </mc:Choice>
          <mc:Fallback>
            <p:pic>
              <p:nvPicPr>
                <p:cNvPr id="226" name="Ink 225">
                  <a:extLst>
                    <a:ext uri="{FF2B5EF4-FFF2-40B4-BE49-F238E27FC236}">
                      <a16:creationId xmlns:a16="http://schemas.microsoft.com/office/drawing/2014/main" id="{73DAD631-9BF7-5FA7-4132-DB655CB6C654}"/>
                    </a:ext>
                  </a:extLst>
                </p:cNvPr>
                <p:cNvPicPr/>
                <p:nvPr/>
              </p:nvPicPr>
              <p:blipFill>
                <a:blip r:embed="rId323"/>
                <a:stretch>
                  <a:fillRect/>
                </a:stretch>
              </p:blipFill>
              <p:spPr>
                <a:xfrm>
                  <a:off x="7331744" y="204405"/>
                  <a:ext cx="221400" cy="48744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227" name="Ink 226">
                  <a:extLst>
                    <a:ext uri="{FF2B5EF4-FFF2-40B4-BE49-F238E27FC236}">
                      <a16:creationId xmlns:a16="http://schemas.microsoft.com/office/drawing/2014/main" id="{1178069E-AE84-EC94-C100-B69F63D1FC8D}"/>
                    </a:ext>
                  </a:extLst>
                </p14:cNvPr>
                <p14:cNvContentPartPr/>
                <p14:nvPr/>
              </p14:nvContentPartPr>
              <p14:xfrm>
                <a:off x="7521464" y="133845"/>
                <a:ext cx="137880" cy="42840"/>
              </p14:xfrm>
            </p:contentPart>
          </mc:Choice>
          <mc:Fallback>
            <p:pic>
              <p:nvPicPr>
                <p:cNvPr id="227" name="Ink 226">
                  <a:extLst>
                    <a:ext uri="{FF2B5EF4-FFF2-40B4-BE49-F238E27FC236}">
                      <a16:creationId xmlns:a16="http://schemas.microsoft.com/office/drawing/2014/main" id="{1178069E-AE84-EC94-C100-B69F63D1FC8D}"/>
                    </a:ext>
                  </a:extLst>
                </p:cNvPr>
                <p:cNvPicPr/>
                <p:nvPr/>
              </p:nvPicPr>
              <p:blipFill>
                <a:blip r:embed="rId325"/>
                <a:stretch>
                  <a:fillRect/>
                </a:stretch>
              </p:blipFill>
              <p:spPr>
                <a:xfrm>
                  <a:off x="7512824" y="124845"/>
                  <a:ext cx="15552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228" name="Ink 227">
                  <a:extLst>
                    <a:ext uri="{FF2B5EF4-FFF2-40B4-BE49-F238E27FC236}">
                      <a16:creationId xmlns:a16="http://schemas.microsoft.com/office/drawing/2014/main" id="{42A174B3-ABE5-9A64-171A-5412ECE400A0}"/>
                    </a:ext>
                  </a:extLst>
                </p14:cNvPr>
                <p14:cNvContentPartPr/>
                <p14:nvPr/>
              </p14:nvContentPartPr>
              <p14:xfrm>
                <a:off x="7608584" y="493125"/>
                <a:ext cx="193320" cy="285840"/>
              </p14:xfrm>
            </p:contentPart>
          </mc:Choice>
          <mc:Fallback>
            <p:pic>
              <p:nvPicPr>
                <p:cNvPr id="228" name="Ink 227">
                  <a:extLst>
                    <a:ext uri="{FF2B5EF4-FFF2-40B4-BE49-F238E27FC236}">
                      <a16:creationId xmlns:a16="http://schemas.microsoft.com/office/drawing/2014/main" id="{42A174B3-ABE5-9A64-171A-5412ECE400A0}"/>
                    </a:ext>
                  </a:extLst>
                </p:cNvPr>
                <p:cNvPicPr/>
                <p:nvPr/>
              </p:nvPicPr>
              <p:blipFill>
                <a:blip r:embed="rId327"/>
                <a:stretch>
                  <a:fillRect/>
                </a:stretch>
              </p:blipFill>
              <p:spPr>
                <a:xfrm>
                  <a:off x="7599584" y="484125"/>
                  <a:ext cx="21096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32" name="Ink 231">
                  <a:extLst>
                    <a:ext uri="{FF2B5EF4-FFF2-40B4-BE49-F238E27FC236}">
                      <a16:creationId xmlns:a16="http://schemas.microsoft.com/office/drawing/2014/main" id="{B45A452E-609C-EA2D-00E7-B3A7263179F5}"/>
                    </a:ext>
                  </a:extLst>
                </p14:cNvPr>
                <p14:cNvContentPartPr/>
                <p14:nvPr/>
              </p14:nvContentPartPr>
              <p14:xfrm>
                <a:off x="7176944" y="76965"/>
                <a:ext cx="426960" cy="820080"/>
              </p14:xfrm>
            </p:contentPart>
          </mc:Choice>
          <mc:Fallback>
            <p:pic>
              <p:nvPicPr>
                <p:cNvPr id="232" name="Ink 231">
                  <a:extLst>
                    <a:ext uri="{FF2B5EF4-FFF2-40B4-BE49-F238E27FC236}">
                      <a16:creationId xmlns:a16="http://schemas.microsoft.com/office/drawing/2014/main" id="{B45A452E-609C-EA2D-00E7-B3A7263179F5}"/>
                    </a:ext>
                  </a:extLst>
                </p:cNvPr>
                <p:cNvPicPr/>
                <p:nvPr/>
              </p:nvPicPr>
              <p:blipFill>
                <a:blip r:embed="rId329"/>
                <a:stretch>
                  <a:fillRect/>
                </a:stretch>
              </p:blipFill>
              <p:spPr>
                <a:xfrm>
                  <a:off x="7167944" y="68325"/>
                  <a:ext cx="444600" cy="837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30">
            <p14:nvContentPartPr>
              <p14:cNvPr id="233" name="Ink 232">
                <a:extLst>
                  <a:ext uri="{FF2B5EF4-FFF2-40B4-BE49-F238E27FC236}">
                    <a16:creationId xmlns:a16="http://schemas.microsoft.com/office/drawing/2014/main" id="{92182E14-91DD-2B25-43FA-D1EE934EC02C}"/>
                  </a:ext>
                </a:extLst>
              </p14:cNvPr>
              <p14:cNvContentPartPr/>
              <p14:nvPr/>
            </p14:nvContentPartPr>
            <p14:xfrm>
              <a:off x="8811704" y="419325"/>
              <a:ext cx="12240" cy="42840"/>
            </p14:xfrm>
          </p:contentPart>
        </mc:Choice>
        <mc:Fallback>
          <p:pic>
            <p:nvPicPr>
              <p:cNvPr id="233" name="Ink 232">
                <a:extLst>
                  <a:ext uri="{FF2B5EF4-FFF2-40B4-BE49-F238E27FC236}">
                    <a16:creationId xmlns:a16="http://schemas.microsoft.com/office/drawing/2014/main" id="{92182E14-91DD-2B25-43FA-D1EE934EC02C}"/>
                  </a:ext>
                </a:extLst>
              </p:cNvPr>
              <p:cNvPicPr/>
              <p:nvPr/>
            </p:nvPicPr>
            <p:blipFill>
              <a:blip r:embed="rId331"/>
              <a:stretch>
                <a:fillRect/>
              </a:stretch>
            </p:blipFill>
            <p:spPr>
              <a:xfrm>
                <a:off x="8803064" y="410325"/>
                <a:ext cx="29880" cy="60480"/>
              </a:xfrm>
              <a:prstGeom prst="rect">
                <a:avLst/>
              </a:prstGeom>
            </p:spPr>
          </p:pic>
        </mc:Fallback>
      </mc:AlternateContent>
    </p:spTree>
    <p:extLst>
      <p:ext uri="{BB962C8B-B14F-4D97-AF65-F5344CB8AC3E}">
        <p14:creationId xmlns:p14="http://schemas.microsoft.com/office/powerpoint/2010/main" val="1981192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210A9E66-AF94-F767-9F72-3F2A46A69FBD}"/>
                  </a:ext>
                </a:extLst>
              </p14:cNvPr>
              <p14:cNvContentPartPr/>
              <p14:nvPr/>
            </p14:nvContentPartPr>
            <p14:xfrm>
              <a:off x="4699064" y="509780"/>
              <a:ext cx="269280" cy="458280"/>
            </p14:xfrm>
          </p:contentPart>
        </mc:Choice>
        <mc:Fallback>
          <p:pic>
            <p:nvPicPr>
              <p:cNvPr id="2" name="Ink 1">
                <a:extLst>
                  <a:ext uri="{FF2B5EF4-FFF2-40B4-BE49-F238E27FC236}">
                    <a16:creationId xmlns:a16="http://schemas.microsoft.com/office/drawing/2014/main" id="{210A9E66-AF94-F767-9F72-3F2A46A69FBD}"/>
                  </a:ext>
                </a:extLst>
              </p:cNvPr>
              <p:cNvPicPr/>
              <p:nvPr/>
            </p:nvPicPr>
            <p:blipFill>
              <a:blip r:embed="rId3"/>
              <a:stretch>
                <a:fillRect/>
              </a:stretch>
            </p:blipFill>
            <p:spPr>
              <a:xfrm>
                <a:off x="4690424" y="500780"/>
                <a:ext cx="286920" cy="4759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51B34E95-B241-DE34-11E5-102F0E8479EA}"/>
                  </a:ext>
                </a:extLst>
              </p14:cNvPr>
              <p14:cNvContentPartPr/>
              <p14:nvPr/>
            </p14:nvContentPartPr>
            <p14:xfrm>
              <a:off x="4701224" y="752780"/>
              <a:ext cx="411480" cy="63360"/>
            </p14:xfrm>
          </p:contentPart>
        </mc:Choice>
        <mc:Fallback>
          <p:pic>
            <p:nvPicPr>
              <p:cNvPr id="3" name="Ink 2">
                <a:extLst>
                  <a:ext uri="{FF2B5EF4-FFF2-40B4-BE49-F238E27FC236}">
                    <a16:creationId xmlns:a16="http://schemas.microsoft.com/office/drawing/2014/main" id="{51B34E95-B241-DE34-11E5-102F0E8479EA}"/>
                  </a:ext>
                </a:extLst>
              </p:cNvPr>
              <p:cNvPicPr/>
              <p:nvPr/>
            </p:nvPicPr>
            <p:blipFill>
              <a:blip r:embed="rId5"/>
              <a:stretch>
                <a:fillRect/>
              </a:stretch>
            </p:blipFill>
            <p:spPr>
              <a:xfrm>
                <a:off x="4692584" y="743780"/>
                <a:ext cx="42912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1EAA2773-9D85-2352-3F9D-F682E82E3104}"/>
                  </a:ext>
                </a:extLst>
              </p14:cNvPr>
              <p14:cNvContentPartPr/>
              <p14:nvPr/>
            </p14:nvContentPartPr>
            <p14:xfrm>
              <a:off x="5088224" y="820100"/>
              <a:ext cx="147600" cy="192600"/>
            </p14:xfrm>
          </p:contentPart>
        </mc:Choice>
        <mc:Fallback>
          <p:pic>
            <p:nvPicPr>
              <p:cNvPr id="4" name="Ink 3">
                <a:extLst>
                  <a:ext uri="{FF2B5EF4-FFF2-40B4-BE49-F238E27FC236}">
                    <a16:creationId xmlns:a16="http://schemas.microsoft.com/office/drawing/2014/main" id="{1EAA2773-9D85-2352-3F9D-F682E82E3104}"/>
                  </a:ext>
                </a:extLst>
              </p:cNvPr>
              <p:cNvPicPr/>
              <p:nvPr/>
            </p:nvPicPr>
            <p:blipFill>
              <a:blip r:embed="rId7"/>
              <a:stretch>
                <a:fillRect/>
              </a:stretch>
            </p:blipFill>
            <p:spPr>
              <a:xfrm>
                <a:off x="5079584" y="811100"/>
                <a:ext cx="16524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E6DDAEF1-1527-62C8-4588-69E66494C7B7}"/>
                  </a:ext>
                </a:extLst>
              </p14:cNvPr>
              <p14:cNvContentPartPr/>
              <p14:nvPr/>
            </p14:nvContentPartPr>
            <p14:xfrm>
              <a:off x="5610584" y="321500"/>
              <a:ext cx="374040" cy="539640"/>
            </p14:xfrm>
          </p:contentPart>
        </mc:Choice>
        <mc:Fallback>
          <p:pic>
            <p:nvPicPr>
              <p:cNvPr id="5" name="Ink 4">
                <a:extLst>
                  <a:ext uri="{FF2B5EF4-FFF2-40B4-BE49-F238E27FC236}">
                    <a16:creationId xmlns:a16="http://schemas.microsoft.com/office/drawing/2014/main" id="{E6DDAEF1-1527-62C8-4588-69E66494C7B7}"/>
                  </a:ext>
                </a:extLst>
              </p:cNvPr>
              <p:cNvPicPr/>
              <p:nvPr/>
            </p:nvPicPr>
            <p:blipFill>
              <a:blip r:embed="rId9"/>
              <a:stretch>
                <a:fillRect/>
              </a:stretch>
            </p:blipFill>
            <p:spPr>
              <a:xfrm>
                <a:off x="5601584" y="312500"/>
                <a:ext cx="391680" cy="557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8769721C-1ECC-887D-6934-2B28EEB38D07}"/>
                  </a:ext>
                </a:extLst>
              </p14:cNvPr>
              <p14:cNvContentPartPr/>
              <p14:nvPr/>
            </p14:nvContentPartPr>
            <p14:xfrm>
              <a:off x="4092824" y="-15820"/>
              <a:ext cx="2498040" cy="1326600"/>
            </p14:xfrm>
          </p:contentPart>
        </mc:Choice>
        <mc:Fallback>
          <p:pic>
            <p:nvPicPr>
              <p:cNvPr id="6" name="Ink 5">
                <a:extLst>
                  <a:ext uri="{FF2B5EF4-FFF2-40B4-BE49-F238E27FC236}">
                    <a16:creationId xmlns:a16="http://schemas.microsoft.com/office/drawing/2014/main" id="{8769721C-1ECC-887D-6934-2B28EEB38D07}"/>
                  </a:ext>
                </a:extLst>
              </p:cNvPr>
              <p:cNvPicPr/>
              <p:nvPr/>
            </p:nvPicPr>
            <p:blipFill>
              <a:blip r:embed="rId11"/>
              <a:stretch>
                <a:fillRect/>
              </a:stretch>
            </p:blipFill>
            <p:spPr>
              <a:xfrm>
                <a:off x="4084184" y="-24820"/>
                <a:ext cx="2515680" cy="13442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A3CA32CE-BA19-AE92-4F4C-D5F82F4D2CBE}"/>
                  </a:ext>
                </a:extLst>
              </p14:cNvPr>
              <p14:cNvContentPartPr/>
              <p14:nvPr/>
            </p14:nvContentPartPr>
            <p14:xfrm>
              <a:off x="3939104" y="1337843"/>
              <a:ext cx="897840" cy="1013040"/>
            </p14:xfrm>
          </p:contentPart>
        </mc:Choice>
        <mc:Fallback>
          <p:pic>
            <p:nvPicPr>
              <p:cNvPr id="11" name="Ink 10">
                <a:extLst>
                  <a:ext uri="{FF2B5EF4-FFF2-40B4-BE49-F238E27FC236}">
                    <a16:creationId xmlns:a16="http://schemas.microsoft.com/office/drawing/2014/main" id="{A3CA32CE-BA19-AE92-4F4C-D5F82F4D2CBE}"/>
                  </a:ext>
                </a:extLst>
              </p:cNvPr>
              <p:cNvPicPr/>
              <p:nvPr/>
            </p:nvPicPr>
            <p:blipFill>
              <a:blip r:embed="rId13"/>
              <a:stretch>
                <a:fillRect/>
              </a:stretch>
            </p:blipFill>
            <p:spPr>
              <a:xfrm>
                <a:off x="3930464" y="1329203"/>
                <a:ext cx="915480" cy="10306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8BAF79AB-F12D-5EB3-7B8C-B1E10BAA919A}"/>
                  </a:ext>
                </a:extLst>
              </p14:cNvPr>
              <p14:cNvContentPartPr/>
              <p14:nvPr/>
            </p14:nvContentPartPr>
            <p14:xfrm>
              <a:off x="5631824" y="1177643"/>
              <a:ext cx="871920" cy="1172520"/>
            </p14:xfrm>
          </p:contentPart>
        </mc:Choice>
        <mc:Fallback>
          <p:pic>
            <p:nvPicPr>
              <p:cNvPr id="12" name="Ink 11">
                <a:extLst>
                  <a:ext uri="{FF2B5EF4-FFF2-40B4-BE49-F238E27FC236}">
                    <a16:creationId xmlns:a16="http://schemas.microsoft.com/office/drawing/2014/main" id="{8BAF79AB-F12D-5EB3-7B8C-B1E10BAA919A}"/>
                  </a:ext>
                </a:extLst>
              </p:cNvPr>
              <p:cNvPicPr/>
              <p:nvPr/>
            </p:nvPicPr>
            <p:blipFill>
              <a:blip r:embed="rId15"/>
              <a:stretch>
                <a:fillRect/>
              </a:stretch>
            </p:blipFill>
            <p:spPr>
              <a:xfrm>
                <a:off x="5622824" y="1168643"/>
                <a:ext cx="889560" cy="1190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878547D4-A2B7-EF0F-9395-4D63B5967146}"/>
                  </a:ext>
                </a:extLst>
              </p14:cNvPr>
              <p14:cNvContentPartPr/>
              <p14:nvPr/>
            </p14:nvContentPartPr>
            <p14:xfrm>
              <a:off x="2949104" y="2759123"/>
              <a:ext cx="262800" cy="585720"/>
            </p14:xfrm>
          </p:contentPart>
        </mc:Choice>
        <mc:Fallback>
          <p:pic>
            <p:nvPicPr>
              <p:cNvPr id="14" name="Ink 13">
                <a:extLst>
                  <a:ext uri="{FF2B5EF4-FFF2-40B4-BE49-F238E27FC236}">
                    <a16:creationId xmlns:a16="http://schemas.microsoft.com/office/drawing/2014/main" id="{878547D4-A2B7-EF0F-9395-4D63B5967146}"/>
                  </a:ext>
                </a:extLst>
              </p:cNvPr>
              <p:cNvPicPr/>
              <p:nvPr/>
            </p:nvPicPr>
            <p:blipFill>
              <a:blip r:embed="rId17"/>
              <a:stretch>
                <a:fillRect/>
              </a:stretch>
            </p:blipFill>
            <p:spPr>
              <a:xfrm>
                <a:off x="2940464" y="2750483"/>
                <a:ext cx="280440" cy="603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4B87C326-B6B6-72A0-100A-8B987394C686}"/>
                  </a:ext>
                </a:extLst>
              </p14:cNvPr>
              <p14:cNvContentPartPr/>
              <p14:nvPr/>
            </p14:nvContentPartPr>
            <p14:xfrm>
              <a:off x="3015704" y="2644643"/>
              <a:ext cx="400680" cy="28440"/>
            </p14:xfrm>
          </p:contentPart>
        </mc:Choice>
        <mc:Fallback>
          <p:pic>
            <p:nvPicPr>
              <p:cNvPr id="15" name="Ink 14">
                <a:extLst>
                  <a:ext uri="{FF2B5EF4-FFF2-40B4-BE49-F238E27FC236}">
                    <a16:creationId xmlns:a16="http://schemas.microsoft.com/office/drawing/2014/main" id="{4B87C326-B6B6-72A0-100A-8B987394C686}"/>
                  </a:ext>
                </a:extLst>
              </p:cNvPr>
              <p:cNvPicPr/>
              <p:nvPr/>
            </p:nvPicPr>
            <p:blipFill>
              <a:blip r:embed="rId19"/>
              <a:stretch>
                <a:fillRect/>
              </a:stretch>
            </p:blipFill>
            <p:spPr>
              <a:xfrm>
                <a:off x="3006704" y="2636003"/>
                <a:ext cx="41832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17080BC9-173A-5E75-19D5-8411A5DA68A0}"/>
                  </a:ext>
                </a:extLst>
              </p14:cNvPr>
              <p14:cNvContentPartPr/>
              <p14:nvPr/>
            </p14:nvContentPartPr>
            <p14:xfrm>
              <a:off x="3325304" y="3348083"/>
              <a:ext cx="225720" cy="271800"/>
            </p14:xfrm>
          </p:contentPart>
        </mc:Choice>
        <mc:Fallback>
          <p:pic>
            <p:nvPicPr>
              <p:cNvPr id="16" name="Ink 15">
                <a:extLst>
                  <a:ext uri="{FF2B5EF4-FFF2-40B4-BE49-F238E27FC236}">
                    <a16:creationId xmlns:a16="http://schemas.microsoft.com/office/drawing/2014/main" id="{17080BC9-173A-5E75-19D5-8411A5DA68A0}"/>
                  </a:ext>
                </a:extLst>
              </p:cNvPr>
              <p:cNvPicPr/>
              <p:nvPr/>
            </p:nvPicPr>
            <p:blipFill>
              <a:blip r:embed="rId21"/>
              <a:stretch>
                <a:fillRect/>
              </a:stretch>
            </p:blipFill>
            <p:spPr>
              <a:xfrm>
                <a:off x="3316664" y="3339083"/>
                <a:ext cx="24336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E94AA581-A958-C649-5A0E-09053779FDCC}"/>
                  </a:ext>
                </a:extLst>
              </p14:cNvPr>
              <p14:cNvContentPartPr/>
              <p14:nvPr/>
            </p14:nvContentPartPr>
            <p14:xfrm>
              <a:off x="3862064" y="2785763"/>
              <a:ext cx="322200" cy="651600"/>
            </p14:xfrm>
          </p:contentPart>
        </mc:Choice>
        <mc:Fallback>
          <p:pic>
            <p:nvPicPr>
              <p:cNvPr id="17" name="Ink 16">
                <a:extLst>
                  <a:ext uri="{FF2B5EF4-FFF2-40B4-BE49-F238E27FC236}">
                    <a16:creationId xmlns:a16="http://schemas.microsoft.com/office/drawing/2014/main" id="{E94AA581-A958-C649-5A0E-09053779FDCC}"/>
                  </a:ext>
                </a:extLst>
              </p:cNvPr>
              <p:cNvPicPr/>
              <p:nvPr/>
            </p:nvPicPr>
            <p:blipFill>
              <a:blip r:embed="rId23"/>
              <a:stretch>
                <a:fillRect/>
              </a:stretch>
            </p:blipFill>
            <p:spPr>
              <a:xfrm>
                <a:off x="3853424" y="2777123"/>
                <a:ext cx="339840" cy="669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0800D9F5-D800-87B7-2AFD-A5ADD98B3284}"/>
                  </a:ext>
                </a:extLst>
              </p14:cNvPr>
              <p14:cNvContentPartPr/>
              <p14:nvPr/>
            </p14:nvContentPartPr>
            <p14:xfrm>
              <a:off x="3805184" y="2477603"/>
              <a:ext cx="613080" cy="1261440"/>
            </p14:xfrm>
          </p:contentPart>
        </mc:Choice>
        <mc:Fallback>
          <p:pic>
            <p:nvPicPr>
              <p:cNvPr id="18" name="Ink 17">
                <a:extLst>
                  <a:ext uri="{FF2B5EF4-FFF2-40B4-BE49-F238E27FC236}">
                    <a16:creationId xmlns:a16="http://schemas.microsoft.com/office/drawing/2014/main" id="{0800D9F5-D800-87B7-2AFD-A5ADD98B3284}"/>
                  </a:ext>
                </a:extLst>
              </p:cNvPr>
              <p:cNvPicPr/>
              <p:nvPr/>
            </p:nvPicPr>
            <p:blipFill>
              <a:blip r:embed="rId25"/>
              <a:stretch>
                <a:fillRect/>
              </a:stretch>
            </p:blipFill>
            <p:spPr>
              <a:xfrm>
                <a:off x="3796544" y="2468603"/>
                <a:ext cx="630720" cy="12790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9FA0D5F6-858C-83BA-6131-BC730BE48257}"/>
                  </a:ext>
                </a:extLst>
              </p14:cNvPr>
              <p14:cNvContentPartPr/>
              <p14:nvPr/>
            </p14:nvContentPartPr>
            <p14:xfrm>
              <a:off x="2370224" y="2385443"/>
              <a:ext cx="550440" cy="1437120"/>
            </p14:xfrm>
          </p:contentPart>
        </mc:Choice>
        <mc:Fallback>
          <p:pic>
            <p:nvPicPr>
              <p:cNvPr id="19" name="Ink 18">
                <a:extLst>
                  <a:ext uri="{FF2B5EF4-FFF2-40B4-BE49-F238E27FC236}">
                    <a16:creationId xmlns:a16="http://schemas.microsoft.com/office/drawing/2014/main" id="{9FA0D5F6-858C-83BA-6131-BC730BE48257}"/>
                  </a:ext>
                </a:extLst>
              </p:cNvPr>
              <p:cNvPicPr/>
              <p:nvPr/>
            </p:nvPicPr>
            <p:blipFill>
              <a:blip r:embed="rId27"/>
              <a:stretch>
                <a:fillRect/>
              </a:stretch>
            </p:blipFill>
            <p:spPr>
              <a:xfrm>
                <a:off x="2361584" y="2376443"/>
                <a:ext cx="568080" cy="14547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9" name="Ink 38">
                <a:extLst>
                  <a:ext uri="{FF2B5EF4-FFF2-40B4-BE49-F238E27FC236}">
                    <a16:creationId xmlns:a16="http://schemas.microsoft.com/office/drawing/2014/main" id="{9370A0F7-09FE-6E3D-AE13-8D9C89F6540E}"/>
                  </a:ext>
                </a:extLst>
              </p14:cNvPr>
              <p14:cNvContentPartPr/>
              <p14:nvPr/>
            </p14:nvContentPartPr>
            <p14:xfrm>
              <a:off x="2185904" y="4053323"/>
              <a:ext cx="926280" cy="1264680"/>
            </p14:xfrm>
          </p:contentPart>
        </mc:Choice>
        <mc:Fallback>
          <p:pic>
            <p:nvPicPr>
              <p:cNvPr id="39" name="Ink 38">
                <a:extLst>
                  <a:ext uri="{FF2B5EF4-FFF2-40B4-BE49-F238E27FC236}">
                    <a16:creationId xmlns:a16="http://schemas.microsoft.com/office/drawing/2014/main" id="{9370A0F7-09FE-6E3D-AE13-8D9C89F6540E}"/>
                  </a:ext>
                </a:extLst>
              </p:cNvPr>
              <p:cNvPicPr/>
              <p:nvPr/>
            </p:nvPicPr>
            <p:blipFill>
              <a:blip r:embed="rId29"/>
              <a:stretch>
                <a:fillRect/>
              </a:stretch>
            </p:blipFill>
            <p:spPr>
              <a:xfrm>
                <a:off x="2177264" y="4044683"/>
                <a:ext cx="943920" cy="12823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0" name="Ink 39">
                <a:extLst>
                  <a:ext uri="{FF2B5EF4-FFF2-40B4-BE49-F238E27FC236}">
                    <a16:creationId xmlns:a16="http://schemas.microsoft.com/office/drawing/2014/main" id="{75FD233C-1117-D5CC-DC9C-46531B669B87}"/>
                  </a:ext>
                </a:extLst>
              </p14:cNvPr>
              <p14:cNvContentPartPr/>
              <p14:nvPr/>
            </p14:nvContentPartPr>
            <p14:xfrm>
              <a:off x="3204704" y="4009763"/>
              <a:ext cx="1960560" cy="1277640"/>
            </p14:xfrm>
          </p:contentPart>
        </mc:Choice>
        <mc:Fallback>
          <p:pic>
            <p:nvPicPr>
              <p:cNvPr id="40" name="Ink 39">
                <a:extLst>
                  <a:ext uri="{FF2B5EF4-FFF2-40B4-BE49-F238E27FC236}">
                    <a16:creationId xmlns:a16="http://schemas.microsoft.com/office/drawing/2014/main" id="{75FD233C-1117-D5CC-DC9C-46531B669B87}"/>
                  </a:ext>
                </a:extLst>
              </p:cNvPr>
              <p:cNvPicPr/>
              <p:nvPr/>
            </p:nvPicPr>
            <p:blipFill>
              <a:blip r:embed="rId31"/>
              <a:stretch>
                <a:fillRect/>
              </a:stretch>
            </p:blipFill>
            <p:spPr>
              <a:xfrm>
                <a:off x="3196064" y="4001123"/>
                <a:ext cx="1978200" cy="12952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7" name="Ink 46">
                <a:extLst>
                  <a:ext uri="{FF2B5EF4-FFF2-40B4-BE49-F238E27FC236}">
                    <a16:creationId xmlns:a16="http://schemas.microsoft.com/office/drawing/2014/main" id="{AFF6B73A-9B12-E541-1850-B90892C4FB63}"/>
                  </a:ext>
                </a:extLst>
              </p14:cNvPr>
              <p14:cNvContentPartPr/>
              <p14:nvPr/>
            </p14:nvContentPartPr>
            <p14:xfrm>
              <a:off x="4486664" y="5455523"/>
              <a:ext cx="471600" cy="466920"/>
            </p14:xfrm>
          </p:contentPart>
        </mc:Choice>
        <mc:Fallback>
          <p:pic>
            <p:nvPicPr>
              <p:cNvPr id="47" name="Ink 46">
                <a:extLst>
                  <a:ext uri="{FF2B5EF4-FFF2-40B4-BE49-F238E27FC236}">
                    <a16:creationId xmlns:a16="http://schemas.microsoft.com/office/drawing/2014/main" id="{AFF6B73A-9B12-E541-1850-B90892C4FB63}"/>
                  </a:ext>
                </a:extLst>
              </p:cNvPr>
              <p:cNvPicPr/>
              <p:nvPr/>
            </p:nvPicPr>
            <p:blipFill>
              <a:blip r:embed="rId33"/>
              <a:stretch>
                <a:fillRect/>
              </a:stretch>
            </p:blipFill>
            <p:spPr>
              <a:xfrm>
                <a:off x="4477664" y="5446883"/>
                <a:ext cx="489240" cy="4845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8" name="Ink 47">
                <a:extLst>
                  <a:ext uri="{FF2B5EF4-FFF2-40B4-BE49-F238E27FC236}">
                    <a16:creationId xmlns:a16="http://schemas.microsoft.com/office/drawing/2014/main" id="{428AF5D4-E71C-6C02-4541-C94E58BA063A}"/>
                  </a:ext>
                </a:extLst>
              </p14:cNvPr>
              <p14:cNvContentPartPr/>
              <p14:nvPr/>
            </p14:nvContentPartPr>
            <p14:xfrm>
              <a:off x="5094344" y="5850443"/>
              <a:ext cx="88560" cy="139320"/>
            </p14:xfrm>
          </p:contentPart>
        </mc:Choice>
        <mc:Fallback>
          <p:pic>
            <p:nvPicPr>
              <p:cNvPr id="48" name="Ink 47">
                <a:extLst>
                  <a:ext uri="{FF2B5EF4-FFF2-40B4-BE49-F238E27FC236}">
                    <a16:creationId xmlns:a16="http://schemas.microsoft.com/office/drawing/2014/main" id="{428AF5D4-E71C-6C02-4541-C94E58BA063A}"/>
                  </a:ext>
                </a:extLst>
              </p:cNvPr>
              <p:cNvPicPr/>
              <p:nvPr/>
            </p:nvPicPr>
            <p:blipFill>
              <a:blip r:embed="rId35"/>
              <a:stretch>
                <a:fillRect/>
              </a:stretch>
            </p:blipFill>
            <p:spPr>
              <a:xfrm>
                <a:off x="5085344" y="5841803"/>
                <a:ext cx="10620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9" name="Ink 48">
                <a:extLst>
                  <a:ext uri="{FF2B5EF4-FFF2-40B4-BE49-F238E27FC236}">
                    <a16:creationId xmlns:a16="http://schemas.microsoft.com/office/drawing/2014/main" id="{64E6CF9B-9105-1D4C-477B-45CC594BD5C1}"/>
                  </a:ext>
                </a:extLst>
              </p14:cNvPr>
              <p14:cNvContentPartPr/>
              <p14:nvPr/>
            </p14:nvContentPartPr>
            <p14:xfrm>
              <a:off x="5592224" y="5319803"/>
              <a:ext cx="149760" cy="527760"/>
            </p14:xfrm>
          </p:contentPart>
        </mc:Choice>
        <mc:Fallback>
          <p:pic>
            <p:nvPicPr>
              <p:cNvPr id="49" name="Ink 48">
                <a:extLst>
                  <a:ext uri="{FF2B5EF4-FFF2-40B4-BE49-F238E27FC236}">
                    <a16:creationId xmlns:a16="http://schemas.microsoft.com/office/drawing/2014/main" id="{64E6CF9B-9105-1D4C-477B-45CC594BD5C1}"/>
                  </a:ext>
                </a:extLst>
              </p:cNvPr>
              <p:cNvPicPr/>
              <p:nvPr/>
            </p:nvPicPr>
            <p:blipFill>
              <a:blip r:embed="rId37"/>
              <a:stretch>
                <a:fillRect/>
              </a:stretch>
            </p:blipFill>
            <p:spPr>
              <a:xfrm>
                <a:off x="5583584" y="5310803"/>
                <a:ext cx="167400" cy="5454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50" name="Ink 49">
                <a:extLst>
                  <a:ext uri="{FF2B5EF4-FFF2-40B4-BE49-F238E27FC236}">
                    <a16:creationId xmlns:a16="http://schemas.microsoft.com/office/drawing/2014/main" id="{E8254526-61E6-69BC-C26C-4450B4C9F211}"/>
                  </a:ext>
                </a:extLst>
              </p14:cNvPr>
              <p14:cNvContentPartPr/>
              <p14:nvPr/>
            </p14:nvContentPartPr>
            <p14:xfrm>
              <a:off x="5557304" y="5619323"/>
              <a:ext cx="240480" cy="43920"/>
            </p14:xfrm>
          </p:contentPart>
        </mc:Choice>
        <mc:Fallback>
          <p:pic>
            <p:nvPicPr>
              <p:cNvPr id="50" name="Ink 49">
                <a:extLst>
                  <a:ext uri="{FF2B5EF4-FFF2-40B4-BE49-F238E27FC236}">
                    <a16:creationId xmlns:a16="http://schemas.microsoft.com/office/drawing/2014/main" id="{E8254526-61E6-69BC-C26C-4450B4C9F211}"/>
                  </a:ext>
                </a:extLst>
              </p:cNvPr>
              <p:cNvPicPr/>
              <p:nvPr/>
            </p:nvPicPr>
            <p:blipFill>
              <a:blip r:embed="rId39"/>
              <a:stretch>
                <a:fillRect/>
              </a:stretch>
            </p:blipFill>
            <p:spPr>
              <a:xfrm>
                <a:off x="5548664" y="5610323"/>
                <a:ext cx="25812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51" name="Ink 50">
                <a:extLst>
                  <a:ext uri="{FF2B5EF4-FFF2-40B4-BE49-F238E27FC236}">
                    <a16:creationId xmlns:a16="http://schemas.microsoft.com/office/drawing/2014/main" id="{21D195F6-EDF2-505C-D069-46C0A79E3805}"/>
                  </a:ext>
                </a:extLst>
              </p14:cNvPr>
              <p14:cNvContentPartPr/>
              <p14:nvPr/>
            </p14:nvContentPartPr>
            <p14:xfrm>
              <a:off x="5986784" y="5080043"/>
              <a:ext cx="230400" cy="947880"/>
            </p14:xfrm>
          </p:contentPart>
        </mc:Choice>
        <mc:Fallback>
          <p:pic>
            <p:nvPicPr>
              <p:cNvPr id="51" name="Ink 50">
                <a:extLst>
                  <a:ext uri="{FF2B5EF4-FFF2-40B4-BE49-F238E27FC236}">
                    <a16:creationId xmlns:a16="http://schemas.microsoft.com/office/drawing/2014/main" id="{21D195F6-EDF2-505C-D069-46C0A79E3805}"/>
                  </a:ext>
                </a:extLst>
              </p:cNvPr>
              <p:cNvPicPr/>
              <p:nvPr/>
            </p:nvPicPr>
            <p:blipFill>
              <a:blip r:embed="rId41"/>
              <a:stretch>
                <a:fillRect/>
              </a:stretch>
            </p:blipFill>
            <p:spPr>
              <a:xfrm>
                <a:off x="5977784" y="5071043"/>
                <a:ext cx="248040" cy="9655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52" name="Ink 51">
                <a:extLst>
                  <a:ext uri="{FF2B5EF4-FFF2-40B4-BE49-F238E27FC236}">
                    <a16:creationId xmlns:a16="http://schemas.microsoft.com/office/drawing/2014/main" id="{E776EBCB-CCD3-2DF0-4121-5D26CD863694}"/>
                  </a:ext>
                </a:extLst>
              </p14:cNvPr>
              <p14:cNvContentPartPr/>
              <p14:nvPr/>
            </p14:nvContentPartPr>
            <p14:xfrm>
              <a:off x="4104344" y="5374163"/>
              <a:ext cx="661320" cy="922680"/>
            </p14:xfrm>
          </p:contentPart>
        </mc:Choice>
        <mc:Fallback>
          <p:pic>
            <p:nvPicPr>
              <p:cNvPr id="52" name="Ink 51">
                <a:extLst>
                  <a:ext uri="{FF2B5EF4-FFF2-40B4-BE49-F238E27FC236}">
                    <a16:creationId xmlns:a16="http://schemas.microsoft.com/office/drawing/2014/main" id="{E776EBCB-CCD3-2DF0-4121-5D26CD863694}"/>
                  </a:ext>
                </a:extLst>
              </p:cNvPr>
              <p:cNvPicPr/>
              <p:nvPr/>
            </p:nvPicPr>
            <p:blipFill>
              <a:blip r:embed="rId43"/>
              <a:stretch>
                <a:fillRect/>
              </a:stretch>
            </p:blipFill>
            <p:spPr>
              <a:xfrm>
                <a:off x="4095344" y="5365163"/>
                <a:ext cx="678960" cy="9403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5" name="Ink 54">
                <a:extLst>
                  <a:ext uri="{FF2B5EF4-FFF2-40B4-BE49-F238E27FC236}">
                    <a16:creationId xmlns:a16="http://schemas.microsoft.com/office/drawing/2014/main" id="{684CCCBB-FE9F-B895-7BD6-DF796DA14736}"/>
                  </a:ext>
                </a:extLst>
              </p14:cNvPr>
              <p14:cNvContentPartPr/>
              <p14:nvPr/>
            </p14:nvContentPartPr>
            <p14:xfrm>
              <a:off x="3094544" y="3533483"/>
              <a:ext cx="6840" cy="15840"/>
            </p14:xfrm>
          </p:contentPart>
        </mc:Choice>
        <mc:Fallback>
          <p:pic>
            <p:nvPicPr>
              <p:cNvPr id="55" name="Ink 54">
                <a:extLst>
                  <a:ext uri="{FF2B5EF4-FFF2-40B4-BE49-F238E27FC236}">
                    <a16:creationId xmlns:a16="http://schemas.microsoft.com/office/drawing/2014/main" id="{684CCCBB-FE9F-B895-7BD6-DF796DA14736}"/>
                  </a:ext>
                </a:extLst>
              </p:cNvPr>
              <p:cNvPicPr/>
              <p:nvPr/>
            </p:nvPicPr>
            <p:blipFill>
              <a:blip r:embed="rId45"/>
              <a:stretch>
                <a:fillRect/>
              </a:stretch>
            </p:blipFill>
            <p:spPr>
              <a:xfrm>
                <a:off x="3085544" y="3524843"/>
                <a:ext cx="2448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6" name="Ink 55">
                <a:extLst>
                  <a:ext uri="{FF2B5EF4-FFF2-40B4-BE49-F238E27FC236}">
                    <a16:creationId xmlns:a16="http://schemas.microsoft.com/office/drawing/2014/main" id="{B8B81A02-A2F2-89DF-13B6-011C0BB5BF88}"/>
                  </a:ext>
                </a:extLst>
              </p14:cNvPr>
              <p14:cNvContentPartPr/>
              <p14:nvPr/>
            </p14:nvContentPartPr>
            <p14:xfrm>
              <a:off x="3089144" y="3474803"/>
              <a:ext cx="14760" cy="14400"/>
            </p14:xfrm>
          </p:contentPart>
        </mc:Choice>
        <mc:Fallback>
          <p:pic>
            <p:nvPicPr>
              <p:cNvPr id="56" name="Ink 55">
                <a:extLst>
                  <a:ext uri="{FF2B5EF4-FFF2-40B4-BE49-F238E27FC236}">
                    <a16:creationId xmlns:a16="http://schemas.microsoft.com/office/drawing/2014/main" id="{B8B81A02-A2F2-89DF-13B6-011C0BB5BF88}"/>
                  </a:ext>
                </a:extLst>
              </p:cNvPr>
              <p:cNvPicPr/>
              <p:nvPr/>
            </p:nvPicPr>
            <p:blipFill>
              <a:blip r:embed="rId47"/>
              <a:stretch>
                <a:fillRect/>
              </a:stretch>
            </p:blipFill>
            <p:spPr>
              <a:xfrm>
                <a:off x="3080144" y="3466163"/>
                <a:ext cx="3240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8" name="Ink 57">
                <a:extLst>
                  <a:ext uri="{FF2B5EF4-FFF2-40B4-BE49-F238E27FC236}">
                    <a16:creationId xmlns:a16="http://schemas.microsoft.com/office/drawing/2014/main" id="{3CEB3D89-B4E0-5B44-9AB7-376A195659F4}"/>
                  </a:ext>
                </a:extLst>
              </p14:cNvPr>
              <p14:cNvContentPartPr/>
              <p14:nvPr/>
            </p14:nvContentPartPr>
            <p14:xfrm>
              <a:off x="4123784" y="3154763"/>
              <a:ext cx="45000" cy="51480"/>
            </p14:xfrm>
          </p:contentPart>
        </mc:Choice>
        <mc:Fallback>
          <p:pic>
            <p:nvPicPr>
              <p:cNvPr id="58" name="Ink 57">
                <a:extLst>
                  <a:ext uri="{FF2B5EF4-FFF2-40B4-BE49-F238E27FC236}">
                    <a16:creationId xmlns:a16="http://schemas.microsoft.com/office/drawing/2014/main" id="{3CEB3D89-B4E0-5B44-9AB7-376A195659F4}"/>
                  </a:ext>
                </a:extLst>
              </p:cNvPr>
              <p:cNvPicPr/>
              <p:nvPr/>
            </p:nvPicPr>
            <p:blipFill>
              <a:blip r:embed="rId49"/>
              <a:stretch>
                <a:fillRect/>
              </a:stretch>
            </p:blipFill>
            <p:spPr>
              <a:xfrm>
                <a:off x="4114784" y="3145763"/>
                <a:ext cx="6264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9" name="Ink 58">
                <a:extLst>
                  <a:ext uri="{FF2B5EF4-FFF2-40B4-BE49-F238E27FC236}">
                    <a16:creationId xmlns:a16="http://schemas.microsoft.com/office/drawing/2014/main" id="{93D0729A-ACAF-6A7A-89F9-966A7B6F74E0}"/>
                  </a:ext>
                </a:extLst>
              </p14:cNvPr>
              <p14:cNvContentPartPr/>
              <p14:nvPr/>
            </p14:nvContentPartPr>
            <p14:xfrm>
              <a:off x="6155264" y="5775563"/>
              <a:ext cx="53280" cy="45000"/>
            </p14:xfrm>
          </p:contentPart>
        </mc:Choice>
        <mc:Fallback>
          <p:pic>
            <p:nvPicPr>
              <p:cNvPr id="59" name="Ink 58">
                <a:extLst>
                  <a:ext uri="{FF2B5EF4-FFF2-40B4-BE49-F238E27FC236}">
                    <a16:creationId xmlns:a16="http://schemas.microsoft.com/office/drawing/2014/main" id="{93D0729A-ACAF-6A7A-89F9-966A7B6F74E0}"/>
                  </a:ext>
                </a:extLst>
              </p:cNvPr>
              <p:cNvPicPr/>
              <p:nvPr/>
            </p:nvPicPr>
            <p:blipFill>
              <a:blip r:embed="rId51"/>
              <a:stretch>
                <a:fillRect/>
              </a:stretch>
            </p:blipFill>
            <p:spPr>
              <a:xfrm>
                <a:off x="6146624" y="5766923"/>
                <a:ext cx="7092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60" name="Ink 59">
                <a:extLst>
                  <a:ext uri="{FF2B5EF4-FFF2-40B4-BE49-F238E27FC236}">
                    <a16:creationId xmlns:a16="http://schemas.microsoft.com/office/drawing/2014/main" id="{37DBA9F3-A439-846F-E894-12D5A508979C}"/>
                  </a:ext>
                </a:extLst>
              </p14:cNvPr>
              <p14:cNvContentPartPr/>
              <p14:nvPr/>
            </p14:nvContentPartPr>
            <p14:xfrm>
              <a:off x="2831024" y="2518643"/>
              <a:ext cx="18360" cy="73080"/>
            </p14:xfrm>
          </p:contentPart>
        </mc:Choice>
        <mc:Fallback>
          <p:pic>
            <p:nvPicPr>
              <p:cNvPr id="60" name="Ink 59">
                <a:extLst>
                  <a:ext uri="{FF2B5EF4-FFF2-40B4-BE49-F238E27FC236}">
                    <a16:creationId xmlns:a16="http://schemas.microsoft.com/office/drawing/2014/main" id="{37DBA9F3-A439-846F-E894-12D5A508979C}"/>
                  </a:ext>
                </a:extLst>
              </p:cNvPr>
              <p:cNvPicPr/>
              <p:nvPr/>
            </p:nvPicPr>
            <p:blipFill>
              <a:blip r:embed="rId53"/>
              <a:stretch>
                <a:fillRect/>
              </a:stretch>
            </p:blipFill>
            <p:spPr>
              <a:xfrm>
                <a:off x="2822384" y="2510003"/>
                <a:ext cx="3600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61" name="Ink 60">
                <a:extLst>
                  <a:ext uri="{FF2B5EF4-FFF2-40B4-BE49-F238E27FC236}">
                    <a16:creationId xmlns:a16="http://schemas.microsoft.com/office/drawing/2014/main" id="{9AA7D6FE-0353-3463-55F4-247F7B7FDA26}"/>
                  </a:ext>
                </a:extLst>
              </p14:cNvPr>
              <p14:cNvContentPartPr/>
              <p14:nvPr/>
            </p14:nvContentPartPr>
            <p14:xfrm>
              <a:off x="6023864" y="5424923"/>
              <a:ext cx="79920" cy="42840"/>
            </p14:xfrm>
          </p:contentPart>
        </mc:Choice>
        <mc:Fallback>
          <p:pic>
            <p:nvPicPr>
              <p:cNvPr id="61" name="Ink 60">
                <a:extLst>
                  <a:ext uri="{FF2B5EF4-FFF2-40B4-BE49-F238E27FC236}">
                    <a16:creationId xmlns:a16="http://schemas.microsoft.com/office/drawing/2014/main" id="{9AA7D6FE-0353-3463-55F4-247F7B7FDA26}"/>
                  </a:ext>
                </a:extLst>
              </p:cNvPr>
              <p:cNvPicPr/>
              <p:nvPr/>
            </p:nvPicPr>
            <p:blipFill>
              <a:blip r:embed="rId55"/>
              <a:stretch>
                <a:fillRect/>
              </a:stretch>
            </p:blipFill>
            <p:spPr>
              <a:xfrm>
                <a:off x="6015224" y="5416283"/>
                <a:ext cx="9756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2" name="Ink 61">
                <a:extLst>
                  <a:ext uri="{FF2B5EF4-FFF2-40B4-BE49-F238E27FC236}">
                    <a16:creationId xmlns:a16="http://schemas.microsoft.com/office/drawing/2014/main" id="{9C0BD13D-BDEB-5006-3100-1157004F35A8}"/>
                  </a:ext>
                </a:extLst>
              </p14:cNvPr>
              <p14:cNvContentPartPr/>
              <p14:nvPr/>
            </p14:nvContentPartPr>
            <p14:xfrm>
              <a:off x="3567944" y="3722483"/>
              <a:ext cx="29160" cy="7920"/>
            </p14:xfrm>
          </p:contentPart>
        </mc:Choice>
        <mc:Fallback>
          <p:pic>
            <p:nvPicPr>
              <p:cNvPr id="62" name="Ink 61">
                <a:extLst>
                  <a:ext uri="{FF2B5EF4-FFF2-40B4-BE49-F238E27FC236}">
                    <a16:creationId xmlns:a16="http://schemas.microsoft.com/office/drawing/2014/main" id="{9C0BD13D-BDEB-5006-3100-1157004F35A8}"/>
                  </a:ext>
                </a:extLst>
              </p:cNvPr>
              <p:cNvPicPr/>
              <p:nvPr/>
            </p:nvPicPr>
            <p:blipFill>
              <a:blip r:embed="rId57"/>
              <a:stretch>
                <a:fillRect/>
              </a:stretch>
            </p:blipFill>
            <p:spPr>
              <a:xfrm>
                <a:off x="3558944" y="3713483"/>
                <a:ext cx="46800" cy="25560"/>
              </a:xfrm>
              <a:prstGeom prst="rect">
                <a:avLst/>
              </a:prstGeom>
            </p:spPr>
          </p:pic>
        </mc:Fallback>
      </mc:AlternateContent>
      <p:grpSp>
        <p:nvGrpSpPr>
          <p:cNvPr id="64" name="Group 63">
            <a:extLst>
              <a:ext uri="{FF2B5EF4-FFF2-40B4-BE49-F238E27FC236}">
                <a16:creationId xmlns:a16="http://schemas.microsoft.com/office/drawing/2014/main" id="{5C3013BB-BF47-7073-382C-9E633B58474A}"/>
              </a:ext>
            </a:extLst>
          </p:cNvPr>
          <p:cNvGrpSpPr/>
          <p:nvPr/>
        </p:nvGrpSpPr>
        <p:grpSpPr>
          <a:xfrm>
            <a:off x="109064" y="5113523"/>
            <a:ext cx="1574640" cy="1180080"/>
            <a:chOff x="109064" y="5113523"/>
            <a:chExt cx="1574640" cy="1180080"/>
          </a:xfrm>
        </p:grpSpPr>
        <mc:AlternateContent xmlns:mc="http://schemas.openxmlformats.org/markup-compatibility/2006">
          <mc:Choice xmlns:p14="http://schemas.microsoft.com/office/powerpoint/2010/main" Requires="p14">
            <p:contentPart p14:bwMode="auto" r:id="rId58">
              <p14:nvContentPartPr>
                <p14:cNvPr id="42" name="Ink 41">
                  <a:extLst>
                    <a:ext uri="{FF2B5EF4-FFF2-40B4-BE49-F238E27FC236}">
                      <a16:creationId xmlns:a16="http://schemas.microsoft.com/office/drawing/2014/main" id="{E3469918-58C8-21A1-38C5-A456011C5001}"/>
                    </a:ext>
                  </a:extLst>
                </p14:cNvPr>
                <p14:cNvContentPartPr/>
                <p14:nvPr/>
              </p14:nvContentPartPr>
              <p14:xfrm>
                <a:off x="635024" y="5539403"/>
                <a:ext cx="227160" cy="385560"/>
              </p14:xfrm>
            </p:contentPart>
          </mc:Choice>
          <mc:Fallback>
            <p:pic>
              <p:nvPicPr>
                <p:cNvPr id="42" name="Ink 41">
                  <a:extLst>
                    <a:ext uri="{FF2B5EF4-FFF2-40B4-BE49-F238E27FC236}">
                      <a16:creationId xmlns:a16="http://schemas.microsoft.com/office/drawing/2014/main" id="{E3469918-58C8-21A1-38C5-A456011C5001}"/>
                    </a:ext>
                  </a:extLst>
                </p:cNvPr>
                <p:cNvPicPr/>
                <p:nvPr/>
              </p:nvPicPr>
              <p:blipFill>
                <a:blip r:embed="rId59"/>
                <a:stretch>
                  <a:fillRect/>
                </a:stretch>
              </p:blipFill>
              <p:spPr>
                <a:xfrm>
                  <a:off x="626384" y="5530763"/>
                  <a:ext cx="244800" cy="4032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3" name="Ink 42">
                  <a:extLst>
                    <a:ext uri="{FF2B5EF4-FFF2-40B4-BE49-F238E27FC236}">
                      <a16:creationId xmlns:a16="http://schemas.microsoft.com/office/drawing/2014/main" id="{C7E5C429-24C0-F71A-1274-A49300F8C1B1}"/>
                    </a:ext>
                  </a:extLst>
                </p14:cNvPr>
                <p14:cNvContentPartPr/>
                <p14:nvPr/>
              </p14:nvContentPartPr>
              <p14:xfrm>
                <a:off x="1024904" y="5501963"/>
                <a:ext cx="209880" cy="411480"/>
              </p14:xfrm>
            </p:contentPart>
          </mc:Choice>
          <mc:Fallback>
            <p:pic>
              <p:nvPicPr>
                <p:cNvPr id="43" name="Ink 42">
                  <a:extLst>
                    <a:ext uri="{FF2B5EF4-FFF2-40B4-BE49-F238E27FC236}">
                      <a16:creationId xmlns:a16="http://schemas.microsoft.com/office/drawing/2014/main" id="{C7E5C429-24C0-F71A-1274-A49300F8C1B1}"/>
                    </a:ext>
                  </a:extLst>
                </p:cNvPr>
                <p:cNvPicPr/>
                <p:nvPr/>
              </p:nvPicPr>
              <p:blipFill>
                <a:blip r:embed="rId61"/>
                <a:stretch>
                  <a:fillRect/>
                </a:stretch>
              </p:blipFill>
              <p:spPr>
                <a:xfrm>
                  <a:off x="1015904" y="5493323"/>
                  <a:ext cx="227520" cy="4291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4" name="Ink 43">
                  <a:extLst>
                    <a:ext uri="{FF2B5EF4-FFF2-40B4-BE49-F238E27FC236}">
                      <a16:creationId xmlns:a16="http://schemas.microsoft.com/office/drawing/2014/main" id="{D1BDD502-8189-98FB-E310-A677DE75CA2D}"/>
                    </a:ext>
                  </a:extLst>
                </p14:cNvPr>
                <p14:cNvContentPartPr/>
                <p14:nvPr/>
              </p14:nvContentPartPr>
              <p14:xfrm>
                <a:off x="878744" y="5761523"/>
                <a:ext cx="96840" cy="167400"/>
              </p14:xfrm>
            </p:contentPart>
          </mc:Choice>
          <mc:Fallback>
            <p:pic>
              <p:nvPicPr>
                <p:cNvPr id="44" name="Ink 43">
                  <a:extLst>
                    <a:ext uri="{FF2B5EF4-FFF2-40B4-BE49-F238E27FC236}">
                      <a16:creationId xmlns:a16="http://schemas.microsoft.com/office/drawing/2014/main" id="{D1BDD502-8189-98FB-E310-A677DE75CA2D}"/>
                    </a:ext>
                  </a:extLst>
                </p:cNvPr>
                <p:cNvPicPr/>
                <p:nvPr/>
              </p:nvPicPr>
              <p:blipFill>
                <a:blip r:embed="rId63"/>
                <a:stretch>
                  <a:fillRect/>
                </a:stretch>
              </p:blipFill>
              <p:spPr>
                <a:xfrm>
                  <a:off x="870104" y="5752523"/>
                  <a:ext cx="11448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5" name="Ink 44">
                  <a:extLst>
                    <a:ext uri="{FF2B5EF4-FFF2-40B4-BE49-F238E27FC236}">
                      <a16:creationId xmlns:a16="http://schemas.microsoft.com/office/drawing/2014/main" id="{839685F8-DC2B-13C0-271B-22D1F988B118}"/>
                    </a:ext>
                  </a:extLst>
                </p14:cNvPr>
                <p14:cNvContentPartPr/>
                <p14:nvPr/>
              </p14:nvContentPartPr>
              <p14:xfrm>
                <a:off x="109064" y="5333843"/>
                <a:ext cx="647280" cy="894600"/>
              </p14:xfrm>
            </p:contentPart>
          </mc:Choice>
          <mc:Fallback>
            <p:pic>
              <p:nvPicPr>
                <p:cNvPr id="45" name="Ink 44">
                  <a:extLst>
                    <a:ext uri="{FF2B5EF4-FFF2-40B4-BE49-F238E27FC236}">
                      <a16:creationId xmlns:a16="http://schemas.microsoft.com/office/drawing/2014/main" id="{839685F8-DC2B-13C0-271B-22D1F988B118}"/>
                    </a:ext>
                  </a:extLst>
                </p:cNvPr>
                <p:cNvPicPr/>
                <p:nvPr/>
              </p:nvPicPr>
              <p:blipFill>
                <a:blip r:embed="rId65"/>
                <a:stretch>
                  <a:fillRect/>
                </a:stretch>
              </p:blipFill>
              <p:spPr>
                <a:xfrm>
                  <a:off x="100064" y="5325203"/>
                  <a:ext cx="664920" cy="9122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6" name="Ink 45">
                  <a:extLst>
                    <a:ext uri="{FF2B5EF4-FFF2-40B4-BE49-F238E27FC236}">
                      <a16:creationId xmlns:a16="http://schemas.microsoft.com/office/drawing/2014/main" id="{9FBB6060-AE06-EF24-F5C8-A78006D98840}"/>
                    </a:ext>
                  </a:extLst>
                </p14:cNvPr>
                <p14:cNvContentPartPr/>
                <p14:nvPr/>
              </p14:nvContentPartPr>
              <p14:xfrm>
                <a:off x="1252784" y="5113523"/>
                <a:ext cx="208800" cy="960840"/>
              </p14:xfrm>
            </p:contentPart>
          </mc:Choice>
          <mc:Fallback>
            <p:pic>
              <p:nvPicPr>
                <p:cNvPr id="46" name="Ink 45">
                  <a:extLst>
                    <a:ext uri="{FF2B5EF4-FFF2-40B4-BE49-F238E27FC236}">
                      <a16:creationId xmlns:a16="http://schemas.microsoft.com/office/drawing/2014/main" id="{9FBB6060-AE06-EF24-F5C8-A78006D98840}"/>
                    </a:ext>
                  </a:extLst>
                </p:cNvPr>
                <p:cNvPicPr/>
                <p:nvPr/>
              </p:nvPicPr>
              <p:blipFill>
                <a:blip r:embed="rId67"/>
                <a:stretch>
                  <a:fillRect/>
                </a:stretch>
              </p:blipFill>
              <p:spPr>
                <a:xfrm>
                  <a:off x="1243784" y="5104883"/>
                  <a:ext cx="226440" cy="9784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3" name="Ink 62">
                  <a:extLst>
                    <a:ext uri="{FF2B5EF4-FFF2-40B4-BE49-F238E27FC236}">
                      <a16:creationId xmlns:a16="http://schemas.microsoft.com/office/drawing/2014/main" id="{E49E8383-19AA-E8CF-5E5F-DB516274B759}"/>
                    </a:ext>
                  </a:extLst>
                </p14:cNvPr>
                <p14:cNvContentPartPr/>
                <p14:nvPr/>
              </p14:nvContentPartPr>
              <p14:xfrm>
                <a:off x="1601264" y="6149963"/>
                <a:ext cx="82440" cy="143640"/>
              </p14:xfrm>
            </p:contentPart>
          </mc:Choice>
          <mc:Fallback>
            <p:pic>
              <p:nvPicPr>
                <p:cNvPr id="63" name="Ink 62">
                  <a:extLst>
                    <a:ext uri="{FF2B5EF4-FFF2-40B4-BE49-F238E27FC236}">
                      <a16:creationId xmlns:a16="http://schemas.microsoft.com/office/drawing/2014/main" id="{E49E8383-19AA-E8CF-5E5F-DB516274B759}"/>
                    </a:ext>
                  </a:extLst>
                </p:cNvPr>
                <p:cNvPicPr/>
                <p:nvPr/>
              </p:nvPicPr>
              <p:blipFill>
                <a:blip r:embed="rId69"/>
                <a:stretch>
                  <a:fillRect/>
                </a:stretch>
              </p:blipFill>
              <p:spPr>
                <a:xfrm>
                  <a:off x="1592264" y="6141323"/>
                  <a:ext cx="100080" cy="161280"/>
                </a:xfrm>
                <a:prstGeom prst="rect">
                  <a:avLst/>
                </a:prstGeom>
              </p:spPr>
            </p:pic>
          </mc:Fallback>
        </mc:AlternateContent>
      </p:grpSp>
      <p:grpSp>
        <p:nvGrpSpPr>
          <p:cNvPr id="68" name="Group 67">
            <a:extLst>
              <a:ext uri="{FF2B5EF4-FFF2-40B4-BE49-F238E27FC236}">
                <a16:creationId xmlns:a16="http://schemas.microsoft.com/office/drawing/2014/main" id="{637F13AF-708A-0699-6C1D-C182FD9A6BB7}"/>
              </a:ext>
            </a:extLst>
          </p:cNvPr>
          <p:cNvGrpSpPr/>
          <p:nvPr/>
        </p:nvGrpSpPr>
        <p:grpSpPr>
          <a:xfrm>
            <a:off x="6578264" y="1971803"/>
            <a:ext cx="2743560" cy="3421080"/>
            <a:chOff x="6578264" y="1971803"/>
            <a:chExt cx="2743560" cy="3421080"/>
          </a:xfrm>
        </p:grpSpPr>
        <mc:AlternateContent xmlns:mc="http://schemas.openxmlformats.org/markup-compatibility/2006">
          <mc:Choice xmlns:p14="http://schemas.microsoft.com/office/powerpoint/2010/main" Requires="p14">
            <p:contentPart p14:bwMode="auto" r:id="rId70">
              <p14:nvContentPartPr>
                <p14:cNvPr id="22" name="Ink 21">
                  <a:extLst>
                    <a:ext uri="{FF2B5EF4-FFF2-40B4-BE49-F238E27FC236}">
                      <a16:creationId xmlns:a16="http://schemas.microsoft.com/office/drawing/2014/main" id="{0DA03470-0CDB-0E2A-2BD1-0AF9973CBA96}"/>
                    </a:ext>
                  </a:extLst>
                </p14:cNvPr>
                <p14:cNvContentPartPr/>
                <p14:nvPr/>
              </p14:nvContentPartPr>
              <p14:xfrm>
                <a:off x="7412024" y="2707643"/>
                <a:ext cx="87120" cy="114480"/>
              </p14:xfrm>
            </p:contentPart>
          </mc:Choice>
          <mc:Fallback>
            <p:pic>
              <p:nvPicPr>
                <p:cNvPr id="22" name="Ink 21">
                  <a:extLst>
                    <a:ext uri="{FF2B5EF4-FFF2-40B4-BE49-F238E27FC236}">
                      <a16:creationId xmlns:a16="http://schemas.microsoft.com/office/drawing/2014/main" id="{0DA03470-0CDB-0E2A-2BD1-0AF9973CBA96}"/>
                    </a:ext>
                  </a:extLst>
                </p:cNvPr>
                <p:cNvPicPr/>
                <p:nvPr/>
              </p:nvPicPr>
              <p:blipFill>
                <a:blip r:embed="rId71"/>
                <a:stretch>
                  <a:fillRect/>
                </a:stretch>
              </p:blipFill>
              <p:spPr>
                <a:xfrm>
                  <a:off x="7403024" y="2699003"/>
                  <a:ext cx="10476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3" name="Ink 22">
                  <a:extLst>
                    <a:ext uri="{FF2B5EF4-FFF2-40B4-BE49-F238E27FC236}">
                      <a16:creationId xmlns:a16="http://schemas.microsoft.com/office/drawing/2014/main" id="{99158EF8-EC69-E303-E792-63CA15D3025C}"/>
                    </a:ext>
                  </a:extLst>
                </p14:cNvPr>
                <p14:cNvContentPartPr/>
                <p14:nvPr/>
              </p14:nvContentPartPr>
              <p14:xfrm>
                <a:off x="7812344" y="2317043"/>
                <a:ext cx="235080" cy="472320"/>
              </p14:xfrm>
            </p:contentPart>
          </mc:Choice>
          <mc:Fallback>
            <p:pic>
              <p:nvPicPr>
                <p:cNvPr id="23" name="Ink 22">
                  <a:extLst>
                    <a:ext uri="{FF2B5EF4-FFF2-40B4-BE49-F238E27FC236}">
                      <a16:creationId xmlns:a16="http://schemas.microsoft.com/office/drawing/2014/main" id="{99158EF8-EC69-E303-E792-63CA15D3025C}"/>
                    </a:ext>
                  </a:extLst>
                </p:cNvPr>
                <p:cNvPicPr/>
                <p:nvPr/>
              </p:nvPicPr>
              <p:blipFill>
                <a:blip r:embed="rId73"/>
                <a:stretch>
                  <a:fillRect/>
                </a:stretch>
              </p:blipFill>
              <p:spPr>
                <a:xfrm>
                  <a:off x="7803344" y="2308043"/>
                  <a:ext cx="252720" cy="4899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4" name="Ink 23">
                  <a:extLst>
                    <a:ext uri="{FF2B5EF4-FFF2-40B4-BE49-F238E27FC236}">
                      <a16:creationId xmlns:a16="http://schemas.microsoft.com/office/drawing/2014/main" id="{78BFB94A-72C5-CC8C-C2FE-7977F5606487}"/>
                    </a:ext>
                  </a:extLst>
                </p14:cNvPr>
                <p14:cNvContentPartPr/>
                <p14:nvPr/>
              </p14:nvContentPartPr>
              <p14:xfrm>
                <a:off x="7892984" y="1971803"/>
                <a:ext cx="564480" cy="1125720"/>
              </p14:xfrm>
            </p:contentPart>
          </mc:Choice>
          <mc:Fallback>
            <p:pic>
              <p:nvPicPr>
                <p:cNvPr id="24" name="Ink 23">
                  <a:extLst>
                    <a:ext uri="{FF2B5EF4-FFF2-40B4-BE49-F238E27FC236}">
                      <a16:creationId xmlns:a16="http://schemas.microsoft.com/office/drawing/2014/main" id="{78BFB94A-72C5-CC8C-C2FE-7977F5606487}"/>
                    </a:ext>
                  </a:extLst>
                </p:cNvPr>
                <p:cNvPicPr/>
                <p:nvPr/>
              </p:nvPicPr>
              <p:blipFill>
                <a:blip r:embed="rId75"/>
                <a:stretch>
                  <a:fillRect/>
                </a:stretch>
              </p:blipFill>
              <p:spPr>
                <a:xfrm>
                  <a:off x="7884344" y="1963163"/>
                  <a:ext cx="582120" cy="11433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30" name="Ink 29">
                  <a:extLst>
                    <a:ext uri="{FF2B5EF4-FFF2-40B4-BE49-F238E27FC236}">
                      <a16:creationId xmlns:a16="http://schemas.microsoft.com/office/drawing/2014/main" id="{40A6A445-FE77-814F-28C0-932A5FEFB46C}"/>
                    </a:ext>
                  </a:extLst>
                </p14:cNvPr>
                <p14:cNvContentPartPr/>
                <p14:nvPr/>
              </p14:nvContentPartPr>
              <p14:xfrm>
                <a:off x="7829984" y="3009323"/>
                <a:ext cx="58680" cy="33480"/>
              </p14:xfrm>
            </p:contentPart>
          </mc:Choice>
          <mc:Fallback>
            <p:pic>
              <p:nvPicPr>
                <p:cNvPr id="30" name="Ink 29">
                  <a:extLst>
                    <a:ext uri="{FF2B5EF4-FFF2-40B4-BE49-F238E27FC236}">
                      <a16:creationId xmlns:a16="http://schemas.microsoft.com/office/drawing/2014/main" id="{40A6A445-FE77-814F-28C0-932A5FEFB46C}"/>
                    </a:ext>
                  </a:extLst>
                </p:cNvPr>
                <p:cNvPicPr/>
                <p:nvPr/>
              </p:nvPicPr>
              <p:blipFill>
                <a:blip r:embed="rId77"/>
                <a:stretch>
                  <a:fillRect/>
                </a:stretch>
              </p:blipFill>
              <p:spPr>
                <a:xfrm>
                  <a:off x="7820984" y="3000683"/>
                  <a:ext cx="7632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31" name="Ink 30">
                  <a:extLst>
                    <a:ext uri="{FF2B5EF4-FFF2-40B4-BE49-F238E27FC236}">
                      <a16:creationId xmlns:a16="http://schemas.microsoft.com/office/drawing/2014/main" id="{EE864FD3-D5A5-4206-EF02-B43F513B219D}"/>
                    </a:ext>
                  </a:extLst>
                </p14:cNvPr>
                <p14:cNvContentPartPr/>
                <p14:nvPr/>
              </p14:nvContentPartPr>
              <p14:xfrm>
                <a:off x="7593104" y="3138923"/>
                <a:ext cx="142560" cy="1319760"/>
              </p14:xfrm>
            </p:contentPart>
          </mc:Choice>
          <mc:Fallback>
            <p:pic>
              <p:nvPicPr>
                <p:cNvPr id="31" name="Ink 30">
                  <a:extLst>
                    <a:ext uri="{FF2B5EF4-FFF2-40B4-BE49-F238E27FC236}">
                      <a16:creationId xmlns:a16="http://schemas.microsoft.com/office/drawing/2014/main" id="{EE864FD3-D5A5-4206-EF02-B43F513B219D}"/>
                    </a:ext>
                  </a:extLst>
                </p:cNvPr>
                <p:cNvPicPr/>
                <p:nvPr/>
              </p:nvPicPr>
              <p:blipFill>
                <a:blip r:embed="rId79"/>
                <a:stretch>
                  <a:fillRect/>
                </a:stretch>
              </p:blipFill>
              <p:spPr>
                <a:xfrm>
                  <a:off x="7584104" y="3129923"/>
                  <a:ext cx="160200" cy="13374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32" name="Ink 31">
                  <a:extLst>
                    <a:ext uri="{FF2B5EF4-FFF2-40B4-BE49-F238E27FC236}">
                      <a16:creationId xmlns:a16="http://schemas.microsoft.com/office/drawing/2014/main" id="{57653104-F02D-D8D1-1067-85ECE479D37A}"/>
                    </a:ext>
                  </a:extLst>
                </p14:cNvPr>
                <p14:cNvContentPartPr/>
                <p14:nvPr/>
              </p14:nvContentPartPr>
              <p14:xfrm>
                <a:off x="7049504" y="4571363"/>
                <a:ext cx="515880" cy="672480"/>
              </p14:xfrm>
            </p:contentPart>
          </mc:Choice>
          <mc:Fallback>
            <p:pic>
              <p:nvPicPr>
                <p:cNvPr id="32" name="Ink 31">
                  <a:extLst>
                    <a:ext uri="{FF2B5EF4-FFF2-40B4-BE49-F238E27FC236}">
                      <a16:creationId xmlns:a16="http://schemas.microsoft.com/office/drawing/2014/main" id="{57653104-F02D-D8D1-1067-85ECE479D37A}"/>
                    </a:ext>
                  </a:extLst>
                </p:cNvPr>
                <p:cNvPicPr/>
                <p:nvPr/>
              </p:nvPicPr>
              <p:blipFill>
                <a:blip r:embed="rId81"/>
                <a:stretch>
                  <a:fillRect/>
                </a:stretch>
              </p:blipFill>
              <p:spPr>
                <a:xfrm>
                  <a:off x="7040504" y="4562723"/>
                  <a:ext cx="533520" cy="6901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33" name="Ink 32">
                  <a:extLst>
                    <a:ext uri="{FF2B5EF4-FFF2-40B4-BE49-F238E27FC236}">
                      <a16:creationId xmlns:a16="http://schemas.microsoft.com/office/drawing/2014/main" id="{FF732A83-B98E-F88E-EA87-7EC9857608B7}"/>
                    </a:ext>
                  </a:extLst>
                </p14:cNvPr>
                <p14:cNvContentPartPr/>
                <p14:nvPr/>
              </p14:nvContentPartPr>
              <p14:xfrm>
                <a:off x="7887224" y="4530683"/>
                <a:ext cx="258120" cy="507960"/>
              </p14:xfrm>
            </p:contentPart>
          </mc:Choice>
          <mc:Fallback>
            <p:pic>
              <p:nvPicPr>
                <p:cNvPr id="33" name="Ink 32">
                  <a:extLst>
                    <a:ext uri="{FF2B5EF4-FFF2-40B4-BE49-F238E27FC236}">
                      <a16:creationId xmlns:a16="http://schemas.microsoft.com/office/drawing/2014/main" id="{FF732A83-B98E-F88E-EA87-7EC9857608B7}"/>
                    </a:ext>
                  </a:extLst>
                </p:cNvPr>
                <p:cNvPicPr/>
                <p:nvPr/>
              </p:nvPicPr>
              <p:blipFill>
                <a:blip r:embed="rId83"/>
                <a:stretch>
                  <a:fillRect/>
                </a:stretch>
              </p:blipFill>
              <p:spPr>
                <a:xfrm>
                  <a:off x="7878584" y="4522043"/>
                  <a:ext cx="275760" cy="5256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34" name="Ink 33">
                  <a:extLst>
                    <a:ext uri="{FF2B5EF4-FFF2-40B4-BE49-F238E27FC236}">
                      <a16:creationId xmlns:a16="http://schemas.microsoft.com/office/drawing/2014/main" id="{1EA30AC3-1DEB-C953-E783-B0DB26A2C116}"/>
                    </a:ext>
                  </a:extLst>
                </p14:cNvPr>
                <p14:cNvContentPartPr/>
                <p14:nvPr/>
              </p14:nvContentPartPr>
              <p14:xfrm>
                <a:off x="8100344" y="4924883"/>
                <a:ext cx="228240" cy="284760"/>
              </p14:xfrm>
            </p:contentPart>
          </mc:Choice>
          <mc:Fallback>
            <p:pic>
              <p:nvPicPr>
                <p:cNvPr id="34" name="Ink 33">
                  <a:extLst>
                    <a:ext uri="{FF2B5EF4-FFF2-40B4-BE49-F238E27FC236}">
                      <a16:creationId xmlns:a16="http://schemas.microsoft.com/office/drawing/2014/main" id="{1EA30AC3-1DEB-C953-E783-B0DB26A2C116}"/>
                    </a:ext>
                  </a:extLst>
                </p:cNvPr>
                <p:cNvPicPr/>
                <p:nvPr/>
              </p:nvPicPr>
              <p:blipFill>
                <a:blip r:embed="rId85"/>
                <a:stretch>
                  <a:fillRect/>
                </a:stretch>
              </p:blipFill>
              <p:spPr>
                <a:xfrm>
                  <a:off x="8091704" y="4915883"/>
                  <a:ext cx="24588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35" name="Ink 34">
                  <a:extLst>
                    <a:ext uri="{FF2B5EF4-FFF2-40B4-BE49-F238E27FC236}">
                      <a16:creationId xmlns:a16="http://schemas.microsoft.com/office/drawing/2014/main" id="{889CDCB2-47AE-37AF-CA8E-5A7D1D707334}"/>
                    </a:ext>
                  </a:extLst>
                </p14:cNvPr>
                <p14:cNvContentPartPr/>
                <p14:nvPr/>
              </p14:nvContentPartPr>
              <p14:xfrm>
                <a:off x="8727464" y="4416923"/>
                <a:ext cx="195840" cy="635040"/>
              </p14:xfrm>
            </p:contentPart>
          </mc:Choice>
          <mc:Fallback>
            <p:pic>
              <p:nvPicPr>
                <p:cNvPr id="35" name="Ink 34">
                  <a:extLst>
                    <a:ext uri="{FF2B5EF4-FFF2-40B4-BE49-F238E27FC236}">
                      <a16:creationId xmlns:a16="http://schemas.microsoft.com/office/drawing/2014/main" id="{889CDCB2-47AE-37AF-CA8E-5A7D1D707334}"/>
                    </a:ext>
                  </a:extLst>
                </p:cNvPr>
                <p:cNvPicPr/>
                <p:nvPr/>
              </p:nvPicPr>
              <p:blipFill>
                <a:blip r:embed="rId87"/>
                <a:stretch>
                  <a:fillRect/>
                </a:stretch>
              </p:blipFill>
              <p:spPr>
                <a:xfrm>
                  <a:off x="8718464" y="4407923"/>
                  <a:ext cx="213480" cy="6526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36" name="Ink 35">
                  <a:extLst>
                    <a:ext uri="{FF2B5EF4-FFF2-40B4-BE49-F238E27FC236}">
                      <a16:creationId xmlns:a16="http://schemas.microsoft.com/office/drawing/2014/main" id="{2999A571-64A6-FA4A-25C2-DB54EEF5B581}"/>
                    </a:ext>
                  </a:extLst>
                </p14:cNvPr>
                <p14:cNvContentPartPr/>
                <p14:nvPr/>
              </p14:nvContentPartPr>
              <p14:xfrm>
                <a:off x="8837264" y="3959003"/>
                <a:ext cx="484560" cy="1433880"/>
              </p14:xfrm>
            </p:contentPart>
          </mc:Choice>
          <mc:Fallback>
            <p:pic>
              <p:nvPicPr>
                <p:cNvPr id="36" name="Ink 35">
                  <a:extLst>
                    <a:ext uri="{FF2B5EF4-FFF2-40B4-BE49-F238E27FC236}">
                      <a16:creationId xmlns:a16="http://schemas.microsoft.com/office/drawing/2014/main" id="{2999A571-64A6-FA4A-25C2-DB54EEF5B581}"/>
                    </a:ext>
                  </a:extLst>
                </p:cNvPr>
                <p:cNvPicPr/>
                <p:nvPr/>
              </p:nvPicPr>
              <p:blipFill>
                <a:blip r:embed="rId89"/>
                <a:stretch>
                  <a:fillRect/>
                </a:stretch>
              </p:blipFill>
              <p:spPr>
                <a:xfrm>
                  <a:off x="8828264" y="3950363"/>
                  <a:ext cx="502200" cy="14515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21" name="Ink 20">
                  <a:extLst>
                    <a:ext uri="{FF2B5EF4-FFF2-40B4-BE49-F238E27FC236}">
                      <a16:creationId xmlns:a16="http://schemas.microsoft.com/office/drawing/2014/main" id="{CC294910-C143-8B5D-7FD8-B4CC559EC97E}"/>
                    </a:ext>
                  </a:extLst>
                </p14:cNvPr>
                <p14:cNvContentPartPr/>
                <p14:nvPr/>
              </p14:nvContentPartPr>
              <p14:xfrm>
                <a:off x="6578264" y="2312003"/>
                <a:ext cx="358920" cy="506880"/>
              </p14:xfrm>
            </p:contentPart>
          </mc:Choice>
          <mc:Fallback>
            <p:pic>
              <p:nvPicPr>
                <p:cNvPr id="21" name="Ink 20">
                  <a:extLst>
                    <a:ext uri="{FF2B5EF4-FFF2-40B4-BE49-F238E27FC236}">
                      <a16:creationId xmlns:a16="http://schemas.microsoft.com/office/drawing/2014/main" id="{CC294910-C143-8B5D-7FD8-B4CC559EC97E}"/>
                    </a:ext>
                  </a:extLst>
                </p:cNvPr>
                <p:cNvPicPr/>
                <p:nvPr/>
              </p:nvPicPr>
              <p:blipFill>
                <a:blip r:embed="rId91"/>
                <a:stretch>
                  <a:fillRect/>
                </a:stretch>
              </p:blipFill>
              <p:spPr>
                <a:xfrm>
                  <a:off x="6569264" y="2303003"/>
                  <a:ext cx="376560" cy="5245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25" name="Ink 24">
                  <a:extLst>
                    <a:ext uri="{FF2B5EF4-FFF2-40B4-BE49-F238E27FC236}">
                      <a16:creationId xmlns:a16="http://schemas.microsoft.com/office/drawing/2014/main" id="{4E161603-BA45-D449-432A-6F1264751532}"/>
                    </a:ext>
                  </a:extLst>
                </p14:cNvPr>
                <p14:cNvContentPartPr/>
                <p14:nvPr/>
              </p14:nvContentPartPr>
              <p14:xfrm>
                <a:off x="6606344" y="1997723"/>
                <a:ext cx="311400" cy="1041120"/>
              </p14:xfrm>
            </p:contentPart>
          </mc:Choice>
          <mc:Fallback>
            <p:pic>
              <p:nvPicPr>
                <p:cNvPr id="25" name="Ink 24">
                  <a:extLst>
                    <a:ext uri="{FF2B5EF4-FFF2-40B4-BE49-F238E27FC236}">
                      <a16:creationId xmlns:a16="http://schemas.microsoft.com/office/drawing/2014/main" id="{4E161603-BA45-D449-432A-6F1264751532}"/>
                    </a:ext>
                  </a:extLst>
                </p:cNvPr>
                <p:cNvPicPr/>
                <p:nvPr/>
              </p:nvPicPr>
              <p:blipFill>
                <a:blip r:embed="rId93"/>
                <a:stretch>
                  <a:fillRect/>
                </a:stretch>
              </p:blipFill>
              <p:spPr>
                <a:xfrm>
                  <a:off x="6597704" y="1989083"/>
                  <a:ext cx="329040" cy="10587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6" name="Ink 65">
                  <a:extLst>
                    <a:ext uri="{FF2B5EF4-FFF2-40B4-BE49-F238E27FC236}">
                      <a16:creationId xmlns:a16="http://schemas.microsoft.com/office/drawing/2014/main" id="{C7315601-FF7D-D97D-FA3D-162A98CDDA92}"/>
                    </a:ext>
                  </a:extLst>
                </p14:cNvPr>
                <p14:cNvContentPartPr/>
                <p14:nvPr/>
              </p14:nvContentPartPr>
              <p14:xfrm>
                <a:off x="6739184" y="2654363"/>
                <a:ext cx="75240" cy="21960"/>
              </p14:xfrm>
            </p:contentPart>
          </mc:Choice>
          <mc:Fallback>
            <p:pic>
              <p:nvPicPr>
                <p:cNvPr id="66" name="Ink 65">
                  <a:extLst>
                    <a:ext uri="{FF2B5EF4-FFF2-40B4-BE49-F238E27FC236}">
                      <a16:creationId xmlns:a16="http://schemas.microsoft.com/office/drawing/2014/main" id="{C7315601-FF7D-D97D-FA3D-162A98CDDA92}"/>
                    </a:ext>
                  </a:extLst>
                </p:cNvPr>
                <p:cNvPicPr/>
                <p:nvPr/>
              </p:nvPicPr>
              <p:blipFill>
                <a:blip r:embed="rId95"/>
                <a:stretch>
                  <a:fillRect/>
                </a:stretch>
              </p:blipFill>
              <p:spPr>
                <a:xfrm>
                  <a:off x="6730184" y="2645723"/>
                  <a:ext cx="9288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7" name="Ink 66">
                  <a:extLst>
                    <a:ext uri="{FF2B5EF4-FFF2-40B4-BE49-F238E27FC236}">
                      <a16:creationId xmlns:a16="http://schemas.microsoft.com/office/drawing/2014/main" id="{30AE55CF-9D95-FEDF-03A6-ACDDBD6C2B66}"/>
                    </a:ext>
                  </a:extLst>
                </p14:cNvPr>
                <p14:cNvContentPartPr/>
                <p14:nvPr/>
              </p14:nvContentPartPr>
              <p14:xfrm>
                <a:off x="7925384" y="4736963"/>
                <a:ext cx="182520" cy="193680"/>
              </p14:xfrm>
            </p:contentPart>
          </mc:Choice>
          <mc:Fallback>
            <p:pic>
              <p:nvPicPr>
                <p:cNvPr id="67" name="Ink 66">
                  <a:extLst>
                    <a:ext uri="{FF2B5EF4-FFF2-40B4-BE49-F238E27FC236}">
                      <a16:creationId xmlns:a16="http://schemas.microsoft.com/office/drawing/2014/main" id="{30AE55CF-9D95-FEDF-03A6-ACDDBD6C2B66}"/>
                    </a:ext>
                  </a:extLst>
                </p:cNvPr>
                <p:cNvPicPr/>
                <p:nvPr/>
              </p:nvPicPr>
              <p:blipFill>
                <a:blip r:embed="rId97"/>
                <a:stretch>
                  <a:fillRect/>
                </a:stretch>
              </p:blipFill>
              <p:spPr>
                <a:xfrm>
                  <a:off x="7916744" y="4728323"/>
                  <a:ext cx="200160" cy="211320"/>
                </a:xfrm>
                <a:prstGeom prst="rect">
                  <a:avLst/>
                </a:prstGeom>
              </p:spPr>
            </p:pic>
          </mc:Fallback>
        </mc:AlternateContent>
      </p:grpSp>
      <p:grpSp>
        <p:nvGrpSpPr>
          <p:cNvPr id="72" name="Group 71">
            <a:extLst>
              <a:ext uri="{FF2B5EF4-FFF2-40B4-BE49-F238E27FC236}">
                <a16:creationId xmlns:a16="http://schemas.microsoft.com/office/drawing/2014/main" id="{538B1144-957D-CF96-6108-906085A3FC9D}"/>
              </a:ext>
            </a:extLst>
          </p:cNvPr>
          <p:cNvGrpSpPr/>
          <p:nvPr/>
        </p:nvGrpSpPr>
        <p:grpSpPr>
          <a:xfrm>
            <a:off x="3602864" y="1194563"/>
            <a:ext cx="802080" cy="1149840"/>
            <a:chOff x="3602864" y="1194563"/>
            <a:chExt cx="802080" cy="1149840"/>
          </a:xfrm>
        </p:grpSpPr>
        <mc:AlternateContent xmlns:mc="http://schemas.openxmlformats.org/markup-compatibility/2006">
          <mc:Choice xmlns:p14="http://schemas.microsoft.com/office/powerpoint/2010/main" Requires="p14">
            <p:contentPart p14:bwMode="auto" r:id="rId98">
              <p14:nvContentPartPr>
                <p14:cNvPr id="69" name="Ink 68">
                  <a:extLst>
                    <a:ext uri="{FF2B5EF4-FFF2-40B4-BE49-F238E27FC236}">
                      <a16:creationId xmlns:a16="http://schemas.microsoft.com/office/drawing/2014/main" id="{C9E7C55D-AFC4-D265-C611-D96E0D8BC927}"/>
                    </a:ext>
                  </a:extLst>
                </p14:cNvPr>
                <p14:cNvContentPartPr/>
                <p14:nvPr/>
              </p14:nvContentPartPr>
              <p14:xfrm>
                <a:off x="4397024" y="1194563"/>
                <a:ext cx="7920" cy="7200"/>
              </p14:xfrm>
            </p:contentPart>
          </mc:Choice>
          <mc:Fallback>
            <p:pic>
              <p:nvPicPr>
                <p:cNvPr id="69" name="Ink 68">
                  <a:extLst>
                    <a:ext uri="{FF2B5EF4-FFF2-40B4-BE49-F238E27FC236}">
                      <a16:creationId xmlns:a16="http://schemas.microsoft.com/office/drawing/2014/main" id="{C9E7C55D-AFC4-D265-C611-D96E0D8BC927}"/>
                    </a:ext>
                  </a:extLst>
                </p:cNvPr>
                <p:cNvPicPr/>
                <p:nvPr/>
              </p:nvPicPr>
              <p:blipFill>
                <a:blip r:embed="rId99"/>
                <a:stretch>
                  <a:fillRect/>
                </a:stretch>
              </p:blipFill>
              <p:spPr>
                <a:xfrm>
                  <a:off x="4388024" y="1185563"/>
                  <a:ext cx="2556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0" name="Ink 69">
                  <a:extLst>
                    <a:ext uri="{FF2B5EF4-FFF2-40B4-BE49-F238E27FC236}">
                      <a16:creationId xmlns:a16="http://schemas.microsoft.com/office/drawing/2014/main" id="{015D2CAD-1BD6-B2BD-EA5B-7345F2D5B6B4}"/>
                    </a:ext>
                  </a:extLst>
                </p14:cNvPr>
                <p14:cNvContentPartPr/>
                <p14:nvPr/>
              </p14:nvContentPartPr>
              <p14:xfrm>
                <a:off x="3758024" y="1237043"/>
                <a:ext cx="637200" cy="874440"/>
              </p14:xfrm>
            </p:contentPart>
          </mc:Choice>
          <mc:Fallback>
            <p:pic>
              <p:nvPicPr>
                <p:cNvPr id="70" name="Ink 69">
                  <a:extLst>
                    <a:ext uri="{FF2B5EF4-FFF2-40B4-BE49-F238E27FC236}">
                      <a16:creationId xmlns:a16="http://schemas.microsoft.com/office/drawing/2014/main" id="{015D2CAD-1BD6-B2BD-EA5B-7345F2D5B6B4}"/>
                    </a:ext>
                  </a:extLst>
                </p:cNvPr>
                <p:cNvPicPr/>
                <p:nvPr/>
              </p:nvPicPr>
              <p:blipFill>
                <a:blip r:embed="rId101"/>
                <a:stretch>
                  <a:fillRect/>
                </a:stretch>
              </p:blipFill>
              <p:spPr>
                <a:xfrm>
                  <a:off x="3749384" y="1228403"/>
                  <a:ext cx="654840" cy="892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1" name="Ink 70">
                  <a:extLst>
                    <a:ext uri="{FF2B5EF4-FFF2-40B4-BE49-F238E27FC236}">
                      <a16:creationId xmlns:a16="http://schemas.microsoft.com/office/drawing/2014/main" id="{4F114C75-CE91-3316-CBC5-E167995FE351}"/>
                    </a:ext>
                  </a:extLst>
                </p14:cNvPr>
                <p14:cNvContentPartPr/>
                <p14:nvPr/>
              </p14:nvContentPartPr>
              <p14:xfrm>
                <a:off x="3602864" y="1696403"/>
                <a:ext cx="624600" cy="648000"/>
              </p14:xfrm>
            </p:contentPart>
          </mc:Choice>
          <mc:Fallback>
            <p:pic>
              <p:nvPicPr>
                <p:cNvPr id="71" name="Ink 70">
                  <a:extLst>
                    <a:ext uri="{FF2B5EF4-FFF2-40B4-BE49-F238E27FC236}">
                      <a16:creationId xmlns:a16="http://schemas.microsoft.com/office/drawing/2014/main" id="{4F114C75-CE91-3316-CBC5-E167995FE351}"/>
                    </a:ext>
                  </a:extLst>
                </p:cNvPr>
                <p:cNvPicPr/>
                <p:nvPr/>
              </p:nvPicPr>
              <p:blipFill>
                <a:blip r:embed="rId103"/>
                <a:stretch>
                  <a:fillRect/>
                </a:stretch>
              </p:blipFill>
              <p:spPr>
                <a:xfrm>
                  <a:off x="3594224" y="1687403"/>
                  <a:ext cx="642240" cy="665640"/>
                </a:xfrm>
                <a:prstGeom prst="rect">
                  <a:avLst/>
                </a:prstGeom>
              </p:spPr>
            </p:pic>
          </mc:Fallback>
        </mc:AlternateContent>
      </p:grpSp>
      <p:grpSp>
        <p:nvGrpSpPr>
          <p:cNvPr id="99" name="Group 98">
            <a:extLst>
              <a:ext uri="{FF2B5EF4-FFF2-40B4-BE49-F238E27FC236}">
                <a16:creationId xmlns:a16="http://schemas.microsoft.com/office/drawing/2014/main" id="{287E8D90-C0E2-9BB9-106D-C26573FB2FFD}"/>
              </a:ext>
            </a:extLst>
          </p:cNvPr>
          <p:cNvGrpSpPr/>
          <p:nvPr/>
        </p:nvGrpSpPr>
        <p:grpSpPr>
          <a:xfrm>
            <a:off x="6005144" y="1076483"/>
            <a:ext cx="585000" cy="1285920"/>
            <a:chOff x="6005144" y="1076483"/>
            <a:chExt cx="585000" cy="1285920"/>
          </a:xfrm>
        </p:grpSpPr>
        <mc:AlternateContent xmlns:mc="http://schemas.openxmlformats.org/markup-compatibility/2006">
          <mc:Choice xmlns:p14="http://schemas.microsoft.com/office/powerpoint/2010/main" Requires="p14">
            <p:contentPart p14:bwMode="auto" r:id="rId104">
              <p14:nvContentPartPr>
                <p14:cNvPr id="97" name="Ink 96">
                  <a:extLst>
                    <a:ext uri="{FF2B5EF4-FFF2-40B4-BE49-F238E27FC236}">
                      <a16:creationId xmlns:a16="http://schemas.microsoft.com/office/drawing/2014/main" id="{2D2F38A7-DD54-92BD-36A6-1C129A4275ED}"/>
                    </a:ext>
                  </a:extLst>
                </p14:cNvPr>
                <p14:cNvContentPartPr/>
                <p14:nvPr/>
              </p14:nvContentPartPr>
              <p14:xfrm>
                <a:off x="6005144" y="1076483"/>
                <a:ext cx="585000" cy="1158480"/>
              </p14:xfrm>
            </p:contentPart>
          </mc:Choice>
          <mc:Fallback>
            <p:pic>
              <p:nvPicPr>
                <p:cNvPr id="97" name="Ink 96">
                  <a:extLst>
                    <a:ext uri="{FF2B5EF4-FFF2-40B4-BE49-F238E27FC236}">
                      <a16:creationId xmlns:a16="http://schemas.microsoft.com/office/drawing/2014/main" id="{2D2F38A7-DD54-92BD-36A6-1C129A4275ED}"/>
                    </a:ext>
                  </a:extLst>
                </p:cNvPr>
                <p:cNvPicPr/>
                <p:nvPr/>
              </p:nvPicPr>
              <p:blipFill>
                <a:blip r:embed="rId105"/>
                <a:stretch>
                  <a:fillRect/>
                </a:stretch>
              </p:blipFill>
              <p:spPr>
                <a:xfrm>
                  <a:off x="5996144" y="1067843"/>
                  <a:ext cx="602640" cy="11761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98" name="Ink 97">
                  <a:extLst>
                    <a:ext uri="{FF2B5EF4-FFF2-40B4-BE49-F238E27FC236}">
                      <a16:creationId xmlns:a16="http://schemas.microsoft.com/office/drawing/2014/main" id="{818D8978-28A5-D8A4-16D1-9B74FE7E2D3E}"/>
                    </a:ext>
                  </a:extLst>
                </p14:cNvPr>
                <p14:cNvContentPartPr/>
                <p14:nvPr/>
              </p14:nvContentPartPr>
              <p14:xfrm>
                <a:off x="6029984" y="1777763"/>
                <a:ext cx="551520" cy="584640"/>
              </p14:xfrm>
            </p:contentPart>
          </mc:Choice>
          <mc:Fallback>
            <p:pic>
              <p:nvPicPr>
                <p:cNvPr id="98" name="Ink 97">
                  <a:extLst>
                    <a:ext uri="{FF2B5EF4-FFF2-40B4-BE49-F238E27FC236}">
                      <a16:creationId xmlns:a16="http://schemas.microsoft.com/office/drawing/2014/main" id="{818D8978-28A5-D8A4-16D1-9B74FE7E2D3E}"/>
                    </a:ext>
                  </a:extLst>
                </p:cNvPr>
                <p:cNvPicPr/>
                <p:nvPr/>
              </p:nvPicPr>
              <p:blipFill>
                <a:blip r:embed="rId107"/>
                <a:stretch>
                  <a:fillRect/>
                </a:stretch>
              </p:blipFill>
              <p:spPr>
                <a:xfrm>
                  <a:off x="6021344" y="1768763"/>
                  <a:ext cx="569160" cy="602280"/>
                </a:xfrm>
                <a:prstGeom prst="rect">
                  <a:avLst/>
                </a:prstGeom>
              </p:spPr>
            </p:pic>
          </mc:Fallback>
        </mc:AlternateContent>
      </p:grpSp>
      <p:grpSp>
        <p:nvGrpSpPr>
          <p:cNvPr id="103" name="Group 102">
            <a:extLst>
              <a:ext uri="{FF2B5EF4-FFF2-40B4-BE49-F238E27FC236}">
                <a16:creationId xmlns:a16="http://schemas.microsoft.com/office/drawing/2014/main" id="{A9CCA8A4-668E-FD2A-1066-208223CC30B8}"/>
              </a:ext>
            </a:extLst>
          </p:cNvPr>
          <p:cNvGrpSpPr/>
          <p:nvPr/>
        </p:nvGrpSpPr>
        <p:grpSpPr>
          <a:xfrm>
            <a:off x="8322104" y="553403"/>
            <a:ext cx="3029040" cy="1794240"/>
            <a:chOff x="8322104" y="553403"/>
            <a:chExt cx="3029040" cy="1794240"/>
          </a:xfrm>
        </p:grpSpPr>
        <mc:AlternateContent xmlns:mc="http://schemas.openxmlformats.org/markup-compatibility/2006">
          <mc:Choice xmlns:p14="http://schemas.microsoft.com/office/powerpoint/2010/main" Requires="p14">
            <p:contentPart p14:bwMode="auto" r:id="rId108">
              <p14:nvContentPartPr>
                <p14:cNvPr id="100" name="Ink 99">
                  <a:extLst>
                    <a:ext uri="{FF2B5EF4-FFF2-40B4-BE49-F238E27FC236}">
                      <a16:creationId xmlns:a16="http://schemas.microsoft.com/office/drawing/2014/main" id="{E8274543-2533-97BE-105F-F575709100FC}"/>
                    </a:ext>
                  </a:extLst>
                </p14:cNvPr>
                <p14:cNvContentPartPr/>
                <p14:nvPr/>
              </p14:nvContentPartPr>
              <p14:xfrm>
                <a:off x="9834464" y="758603"/>
                <a:ext cx="1118160" cy="1341720"/>
              </p14:xfrm>
            </p:contentPart>
          </mc:Choice>
          <mc:Fallback>
            <p:pic>
              <p:nvPicPr>
                <p:cNvPr id="100" name="Ink 99">
                  <a:extLst>
                    <a:ext uri="{FF2B5EF4-FFF2-40B4-BE49-F238E27FC236}">
                      <a16:creationId xmlns:a16="http://schemas.microsoft.com/office/drawing/2014/main" id="{E8274543-2533-97BE-105F-F575709100FC}"/>
                    </a:ext>
                  </a:extLst>
                </p:cNvPr>
                <p:cNvPicPr/>
                <p:nvPr/>
              </p:nvPicPr>
              <p:blipFill>
                <a:blip r:embed="rId109"/>
                <a:stretch>
                  <a:fillRect/>
                </a:stretch>
              </p:blipFill>
              <p:spPr>
                <a:xfrm>
                  <a:off x="9825464" y="749603"/>
                  <a:ext cx="1135800" cy="13593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01" name="Ink 100">
                  <a:extLst>
                    <a:ext uri="{FF2B5EF4-FFF2-40B4-BE49-F238E27FC236}">
                      <a16:creationId xmlns:a16="http://schemas.microsoft.com/office/drawing/2014/main" id="{B4A4E1B6-4A6C-4F0C-36D1-A163074181F0}"/>
                    </a:ext>
                  </a:extLst>
                </p14:cNvPr>
                <p14:cNvContentPartPr/>
                <p14:nvPr/>
              </p14:nvContentPartPr>
              <p14:xfrm>
                <a:off x="10984664" y="1069643"/>
                <a:ext cx="366480" cy="1278000"/>
              </p14:xfrm>
            </p:contentPart>
          </mc:Choice>
          <mc:Fallback>
            <p:pic>
              <p:nvPicPr>
                <p:cNvPr id="101" name="Ink 100">
                  <a:extLst>
                    <a:ext uri="{FF2B5EF4-FFF2-40B4-BE49-F238E27FC236}">
                      <a16:creationId xmlns:a16="http://schemas.microsoft.com/office/drawing/2014/main" id="{B4A4E1B6-4A6C-4F0C-36D1-A163074181F0}"/>
                    </a:ext>
                  </a:extLst>
                </p:cNvPr>
                <p:cNvPicPr/>
                <p:nvPr/>
              </p:nvPicPr>
              <p:blipFill>
                <a:blip r:embed="rId111"/>
                <a:stretch>
                  <a:fillRect/>
                </a:stretch>
              </p:blipFill>
              <p:spPr>
                <a:xfrm>
                  <a:off x="10976024" y="1061003"/>
                  <a:ext cx="384120" cy="12956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02" name="Ink 101">
                  <a:extLst>
                    <a:ext uri="{FF2B5EF4-FFF2-40B4-BE49-F238E27FC236}">
                      <a16:creationId xmlns:a16="http://schemas.microsoft.com/office/drawing/2014/main" id="{6FF3D094-EA73-4D35-4870-B12809201D1D}"/>
                    </a:ext>
                  </a:extLst>
                </p14:cNvPr>
                <p14:cNvContentPartPr/>
                <p14:nvPr/>
              </p14:nvContentPartPr>
              <p14:xfrm>
                <a:off x="8322104" y="553403"/>
                <a:ext cx="2296440" cy="1498680"/>
              </p14:xfrm>
            </p:contentPart>
          </mc:Choice>
          <mc:Fallback>
            <p:pic>
              <p:nvPicPr>
                <p:cNvPr id="102" name="Ink 101">
                  <a:extLst>
                    <a:ext uri="{FF2B5EF4-FFF2-40B4-BE49-F238E27FC236}">
                      <a16:creationId xmlns:a16="http://schemas.microsoft.com/office/drawing/2014/main" id="{6FF3D094-EA73-4D35-4870-B12809201D1D}"/>
                    </a:ext>
                  </a:extLst>
                </p:cNvPr>
                <p:cNvPicPr/>
                <p:nvPr/>
              </p:nvPicPr>
              <p:blipFill>
                <a:blip r:embed="rId113"/>
                <a:stretch>
                  <a:fillRect/>
                </a:stretch>
              </p:blipFill>
              <p:spPr>
                <a:xfrm>
                  <a:off x="8313104" y="544763"/>
                  <a:ext cx="2314080" cy="1516320"/>
                </a:xfrm>
                <a:prstGeom prst="rect">
                  <a:avLst/>
                </a:prstGeom>
              </p:spPr>
            </p:pic>
          </mc:Fallback>
        </mc:AlternateContent>
      </p:grpSp>
      <p:grpSp>
        <p:nvGrpSpPr>
          <p:cNvPr id="118" name="Group 117">
            <a:extLst>
              <a:ext uri="{FF2B5EF4-FFF2-40B4-BE49-F238E27FC236}">
                <a16:creationId xmlns:a16="http://schemas.microsoft.com/office/drawing/2014/main" id="{53514009-812E-6D8A-7E0D-BA87CB08E315}"/>
              </a:ext>
            </a:extLst>
          </p:cNvPr>
          <p:cNvGrpSpPr/>
          <p:nvPr/>
        </p:nvGrpSpPr>
        <p:grpSpPr>
          <a:xfrm>
            <a:off x="2055944" y="2836883"/>
            <a:ext cx="3843000" cy="2977560"/>
            <a:chOff x="2055944" y="2836883"/>
            <a:chExt cx="3843000" cy="2977560"/>
          </a:xfrm>
        </p:grpSpPr>
        <mc:AlternateContent xmlns:mc="http://schemas.openxmlformats.org/markup-compatibility/2006">
          <mc:Choice xmlns:p14="http://schemas.microsoft.com/office/powerpoint/2010/main" Requires="p14">
            <p:contentPart p14:bwMode="auto" r:id="rId114">
              <p14:nvContentPartPr>
                <p14:cNvPr id="85" name="Ink 84">
                  <a:extLst>
                    <a:ext uri="{FF2B5EF4-FFF2-40B4-BE49-F238E27FC236}">
                      <a16:creationId xmlns:a16="http://schemas.microsoft.com/office/drawing/2014/main" id="{C50FCAF8-68E6-5568-5AF0-ECD3B71C209D}"/>
                    </a:ext>
                  </a:extLst>
                </p14:cNvPr>
                <p14:cNvContentPartPr/>
                <p14:nvPr/>
              </p14:nvContentPartPr>
              <p14:xfrm>
                <a:off x="5814704" y="5593403"/>
                <a:ext cx="84240" cy="90000"/>
              </p14:xfrm>
            </p:contentPart>
          </mc:Choice>
          <mc:Fallback>
            <p:pic>
              <p:nvPicPr>
                <p:cNvPr id="85" name="Ink 84">
                  <a:extLst>
                    <a:ext uri="{FF2B5EF4-FFF2-40B4-BE49-F238E27FC236}">
                      <a16:creationId xmlns:a16="http://schemas.microsoft.com/office/drawing/2014/main" id="{C50FCAF8-68E6-5568-5AF0-ECD3B71C209D}"/>
                    </a:ext>
                  </a:extLst>
                </p:cNvPr>
                <p:cNvPicPr/>
                <p:nvPr/>
              </p:nvPicPr>
              <p:blipFill>
                <a:blip r:embed="rId115"/>
                <a:stretch>
                  <a:fillRect/>
                </a:stretch>
              </p:blipFill>
              <p:spPr>
                <a:xfrm>
                  <a:off x="5806064" y="5584403"/>
                  <a:ext cx="10188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84" name="Ink 83">
                  <a:extLst>
                    <a:ext uri="{FF2B5EF4-FFF2-40B4-BE49-F238E27FC236}">
                      <a16:creationId xmlns:a16="http://schemas.microsoft.com/office/drawing/2014/main" id="{BDFFAF03-BE87-5EBF-4EA5-D84E0961A662}"/>
                    </a:ext>
                  </a:extLst>
                </p14:cNvPr>
                <p14:cNvContentPartPr/>
                <p14:nvPr/>
              </p14:nvContentPartPr>
              <p14:xfrm>
                <a:off x="5555504" y="5287043"/>
                <a:ext cx="21240" cy="27360"/>
              </p14:xfrm>
            </p:contentPart>
          </mc:Choice>
          <mc:Fallback>
            <p:pic>
              <p:nvPicPr>
                <p:cNvPr id="84" name="Ink 83">
                  <a:extLst>
                    <a:ext uri="{FF2B5EF4-FFF2-40B4-BE49-F238E27FC236}">
                      <a16:creationId xmlns:a16="http://schemas.microsoft.com/office/drawing/2014/main" id="{BDFFAF03-BE87-5EBF-4EA5-D84E0961A662}"/>
                    </a:ext>
                  </a:extLst>
                </p:cNvPr>
                <p:cNvPicPr/>
                <p:nvPr/>
              </p:nvPicPr>
              <p:blipFill>
                <a:blip r:embed="rId117"/>
                <a:stretch>
                  <a:fillRect/>
                </a:stretch>
              </p:blipFill>
              <p:spPr>
                <a:xfrm>
                  <a:off x="5546864" y="5278403"/>
                  <a:ext cx="3888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3" name="Ink 72">
                  <a:extLst>
                    <a:ext uri="{FF2B5EF4-FFF2-40B4-BE49-F238E27FC236}">
                      <a16:creationId xmlns:a16="http://schemas.microsoft.com/office/drawing/2014/main" id="{69BAE689-63AE-E1C1-6D19-508A4C6D55E0}"/>
                    </a:ext>
                  </a:extLst>
                </p14:cNvPr>
                <p14:cNvContentPartPr/>
                <p14:nvPr/>
              </p14:nvContentPartPr>
              <p14:xfrm>
                <a:off x="2276264" y="3934883"/>
                <a:ext cx="624600" cy="724320"/>
              </p14:xfrm>
            </p:contentPart>
          </mc:Choice>
          <mc:Fallback>
            <p:pic>
              <p:nvPicPr>
                <p:cNvPr id="73" name="Ink 72">
                  <a:extLst>
                    <a:ext uri="{FF2B5EF4-FFF2-40B4-BE49-F238E27FC236}">
                      <a16:creationId xmlns:a16="http://schemas.microsoft.com/office/drawing/2014/main" id="{69BAE689-63AE-E1C1-6D19-508A4C6D55E0}"/>
                    </a:ext>
                  </a:extLst>
                </p:cNvPr>
                <p:cNvPicPr/>
                <p:nvPr/>
              </p:nvPicPr>
              <p:blipFill>
                <a:blip r:embed="rId119"/>
                <a:stretch>
                  <a:fillRect/>
                </a:stretch>
              </p:blipFill>
              <p:spPr>
                <a:xfrm>
                  <a:off x="2267624" y="3925883"/>
                  <a:ext cx="642240" cy="7419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4" name="Ink 73">
                  <a:extLst>
                    <a:ext uri="{FF2B5EF4-FFF2-40B4-BE49-F238E27FC236}">
                      <a16:creationId xmlns:a16="http://schemas.microsoft.com/office/drawing/2014/main" id="{DA4A3EC6-7ACA-C7A6-D815-655239768794}"/>
                    </a:ext>
                  </a:extLst>
                </p14:cNvPr>
                <p14:cNvContentPartPr/>
                <p14:nvPr/>
              </p14:nvContentPartPr>
              <p14:xfrm>
                <a:off x="2055944" y="4505843"/>
                <a:ext cx="509040" cy="559080"/>
              </p14:xfrm>
            </p:contentPart>
          </mc:Choice>
          <mc:Fallback>
            <p:pic>
              <p:nvPicPr>
                <p:cNvPr id="74" name="Ink 73">
                  <a:extLst>
                    <a:ext uri="{FF2B5EF4-FFF2-40B4-BE49-F238E27FC236}">
                      <a16:creationId xmlns:a16="http://schemas.microsoft.com/office/drawing/2014/main" id="{DA4A3EC6-7ACA-C7A6-D815-655239768794}"/>
                    </a:ext>
                  </a:extLst>
                </p:cNvPr>
                <p:cNvPicPr/>
                <p:nvPr/>
              </p:nvPicPr>
              <p:blipFill>
                <a:blip r:embed="rId121"/>
                <a:stretch>
                  <a:fillRect/>
                </a:stretch>
              </p:blipFill>
              <p:spPr>
                <a:xfrm>
                  <a:off x="2046944" y="4497203"/>
                  <a:ext cx="526680" cy="5767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5" name="Ink 74">
                  <a:extLst>
                    <a:ext uri="{FF2B5EF4-FFF2-40B4-BE49-F238E27FC236}">
                      <a16:creationId xmlns:a16="http://schemas.microsoft.com/office/drawing/2014/main" id="{3915D8F8-6EC5-BBA5-C704-4053E15D4E82}"/>
                    </a:ext>
                  </a:extLst>
                </p14:cNvPr>
                <p14:cNvContentPartPr/>
                <p14:nvPr/>
              </p14:nvContentPartPr>
              <p14:xfrm>
                <a:off x="3342224" y="3999683"/>
                <a:ext cx="1470240" cy="484920"/>
              </p14:xfrm>
            </p:contentPart>
          </mc:Choice>
          <mc:Fallback>
            <p:pic>
              <p:nvPicPr>
                <p:cNvPr id="75" name="Ink 74">
                  <a:extLst>
                    <a:ext uri="{FF2B5EF4-FFF2-40B4-BE49-F238E27FC236}">
                      <a16:creationId xmlns:a16="http://schemas.microsoft.com/office/drawing/2014/main" id="{3915D8F8-6EC5-BBA5-C704-4053E15D4E82}"/>
                    </a:ext>
                  </a:extLst>
                </p:cNvPr>
                <p:cNvPicPr/>
                <p:nvPr/>
              </p:nvPicPr>
              <p:blipFill>
                <a:blip r:embed="rId123"/>
                <a:stretch>
                  <a:fillRect/>
                </a:stretch>
              </p:blipFill>
              <p:spPr>
                <a:xfrm>
                  <a:off x="3333584" y="3991043"/>
                  <a:ext cx="1487880" cy="5025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6" name="Ink 75">
                  <a:extLst>
                    <a:ext uri="{FF2B5EF4-FFF2-40B4-BE49-F238E27FC236}">
                      <a16:creationId xmlns:a16="http://schemas.microsoft.com/office/drawing/2014/main" id="{5E3BC86D-F052-0288-DE5E-F9BF445A6AE8}"/>
                    </a:ext>
                  </a:extLst>
                </p14:cNvPr>
                <p14:cNvContentPartPr/>
                <p14:nvPr/>
              </p14:nvContentPartPr>
              <p14:xfrm>
                <a:off x="4442024" y="4423403"/>
                <a:ext cx="690120" cy="46080"/>
              </p14:xfrm>
            </p:contentPart>
          </mc:Choice>
          <mc:Fallback>
            <p:pic>
              <p:nvPicPr>
                <p:cNvPr id="76" name="Ink 75">
                  <a:extLst>
                    <a:ext uri="{FF2B5EF4-FFF2-40B4-BE49-F238E27FC236}">
                      <a16:creationId xmlns:a16="http://schemas.microsoft.com/office/drawing/2014/main" id="{5E3BC86D-F052-0288-DE5E-F9BF445A6AE8}"/>
                    </a:ext>
                  </a:extLst>
                </p:cNvPr>
                <p:cNvPicPr/>
                <p:nvPr/>
              </p:nvPicPr>
              <p:blipFill>
                <a:blip r:embed="rId125"/>
                <a:stretch>
                  <a:fillRect/>
                </a:stretch>
              </p:blipFill>
              <p:spPr>
                <a:xfrm>
                  <a:off x="4433024" y="4414403"/>
                  <a:ext cx="70776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7" name="Ink 76">
                  <a:extLst>
                    <a:ext uri="{FF2B5EF4-FFF2-40B4-BE49-F238E27FC236}">
                      <a16:creationId xmlns:a16="http://schemas.microsoft.com/office/drawing/2014/main" id="{FBA78719-6EEC-608A-8418-023318EA68E1}"/>
                    </a:ext>
                  </a:extLst>
                </p14:cNvPr>
                <p14:cNvContentPartPr/>
                <p14:nvPr/>
              </p14:nvContentPartPr>
              <p14:xfrm>
                <a:off x="4475864" y="4499363"/>
                <a:ext cx="420840" cy="53640"/>
              </p14:xfrm>
            </p:contentPart>
          </mc:Choice>
          <mc:Fallback>
            <p:pic>
              <p:nvPicPr>
                <p:cNvPr id="77" name="Ink 76">
                  <a:extLst>
                    <a:ext uri="{FF2B5EF4-FFF2-40B4-BE49-F238E27FC236}">
                      <a16:creationId xmlns:a16="http://schemas.microsoft.com/office/drawing/2014/main" id="{FBA78719-6EEC-608A-8418-023318EA68E1}"/>
                    </a:ext>
                  </a:extLst>
                </p:cNvPr>
                <p:cNvPicPr/>
                <p:nvPr/>
              </p:nvPicPr>
              <p:blipFill>
                <a:blip r:embed="rId127"/>
                <a:stretch>
                  <a:fillRect/>
                </a:stretch>
              </p:blipFill>
              <p:spPr>
                <a:xfrm>
                  <a:off x="4467224" y="4490363"/>
                  <a:ext cx="43848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8" name="Ink 77">
                  <a:extLst>
                    <a:ext uri="{FF2B5EF4-FFF2-40B4-BE49-F238E27FC236}">
                      <a16:creationId xmlns:a16="http://schemas.microsoft.com/office/drawing/2014/main" id="{A225C81C-C4BD-13D7-AD04-81F18F7A1DB6}"/>
                    </a:ext>
                  </a:extLst>
                </p14:cNvPr>
                <p14:cNvContentPartPr/>
                <p14:nvPr/>
              </p14:nvContentPartPr>
              <p14:xfrm>
                <a:off x="4930184" y="4166363"/>
                <a:ext cx="111240" cy="309600"/>
              </p14:xfrm>
            </p:contentPart>
          </mc:Choice>
          <mc:Fallback>
            <p:pic>
              <p:nvPicPr>
                <p:cNvPr id="78" name="Ink 77">
                  <a:extLst>
                    <a:ext uri="{FF2B5EF4-FFF2-40B4-BE49-F238E27FC236}">
                      <a16:creationId xmlns:a16="http://schemas.microsoft.com/office/drawing/2014/main" id="{A225C81C-C4BD-13D7-AD04-81F18F7A1DB6}"/>
                    </a:ext>
                  </a:extLst>
                </p:cNvPr>
                <p:cNvPicPr/>
                <p:nvPr/>
              </p:nvPicPr>
              <p:blipFill>
                <a:blip r:embed="rId129"/>
                <a:stretch>
                  <a:fillRect/>
                </a:stretch>
              </p:blipFill>
              <p:spPr>
                <a:xfrm>
                  <a:off x="4921544" y="4157363"/>
                  <a:ext cx="12888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1" name="Ink 80">
                  <a:extLst>
                    <a:ext uri="{FF2B5EF4-FFF2-40B4-BE49-F238E27FC236}">
                      <a16:creationId xmlns:a16="http://schemas.microsoft.com/office/drawing/2014/main" id="{B5C5E188-D7AE-8022-F49E-B7AF096FECE7}"/>
                    </a:ext>
                  </a:extLst>
                </p14:cNvPr>
                <p14:cNvContentPartPr/>
                <p14:nvPr/>
              </p14:nvContentPartPr>
              <p14:xfrm>
                <a:off x="3207584" y="3151523"/>
                <a:ext cx="33840" cy="53640"/>
              </p14:xfrm>
            </p:contentPart>
          </mc:Choice>
          <mc:Fallback>
            <p:pic>
              <p:nvPicPr>
                <p:cNvPr id="81" name="Ink 80">
                  <a:extLst>
                    <a:ext uri="{FF2B5EF4-FFF2-40B4-BE49-F238E27FC236}">
                      <a16:creationId xmlns:a16="http://schemas.microsoft.com/office/drawing/2014/main" id="{B5C5E188-D7AE-8022-F49E-B7AF096FECE7}"/>
                    </a:ext>
                  </a:extLst>
                </p:cNvPr>
                <p:cNvPicPr/>
                <p:nvPr/>
              </p:nvPicPr>
              <p:blipFill>
                <a:blip r:embed="rId131"/>
                <a:stretch>
                  <a:fillRect/>
                </a:stretch>
              </p:blipFill>
              <p:spPr>
                <a:xfrm>
                  <a:off x="3198584" y="3142523"/>
                  <a:ext cx="5148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2" name="Ink 81">
                  <a:extLst>
                    <a:ext uri="{FF2B5EF4-FFF2-40B4-BE49-F238E27FC236}">
                      <a16:creationId xmlns:a16="http://schemas.microsoft.com/office/drawing/2014/main" id="{B1DA1F8D-EE65-43C1-407E-859B3C2012D2}"/>
                    </a:ext>
                  </a:extLst>
                </p14:cNvPr>
                <p14:cNvContentPartPr/>
                <p14:nvPr/>
              </p14:nvContentPartPr>
              <p14:xfrm>
                <a:off x="5032784" y="5293883"/>
                <a:ext cx="58320" cy="15480"/>
              </p14:xfrm>
            </p:contentPart>
          </mc:Choice>
          <mc:Fallback>
            <p:pic>
              <p:nvPicPr>
                <p:cNvPr id="82" name="Ink 81">
                  <a:extLst>
                    <a:ext uri="{FF2B5EF4-FFF2-40B4-BE49-F238E27FC236}">
                      <a16:creationId xmlns:a16="http://schemas.microsoft.com/office/drawing/2014/main" id="{B1DA1F8D-EE65-43C1-407E-859B3C2012D2}"/>
                    </a:ext>
                  </a:extLst>
                </p:cNvPr>
                <p:cNvPicPr/>
                <p:nvPr/>
              </p:nvPicPr>
              <p:blipFill>
                <a:blip r:embed="rId133"/>
                <a:stretch>
                  <a:fillRect/>
                </a:stretch>
              </p:blipFill>
              <p:spPr>
                <a:xfrm>
                  <a:off x="5024144" y="5284883"/>
                  <a:ext cx="7596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3" name="Ink 82">
                  <a:extLst>
                    <a:ext uri="{FF2B5EF4-FFF2-40B4-BE49-F238E27FC236}">
                      <a16:creationId xmlns:a16="http://schemas.microsoft.com/office/drawing/2014/main" id="{189C171C-1070-CA9F-ED00-942132744F81}"/>
                    </a:ext>
                  </a:extLst>
                </p14:cNvPr>
                <p14:cNvContentPartPr/>
                <p14:nvPr/>
              </p14:nvContentPartPr>
              <p14:xfrm>
                <a:off x="4008944" y="3217763"/>
                <a:ext cx="14760" cy="28440"/>
              </p14:xfrm>
            </p:contentPart>
          </mc:Choice>
          <mc:Fallback>
            <p:pic>
              <p:nvPicPr>
                <p:cNvPr id="83" name="Ink 82">
                  <a:extLst>
                    <a:ext uri="{FF2B5EF4-FFF2-40B4-BE49-F238E27FC236}">
                      <a16:creationId xmlns:a16="http://schemas.microsoft.com/office/drawing/2014/main" id="{189C171C-1070-CA9F-ED00-942132744F81}"/>
                    </a:ext>
                  </a:extLst>
                </p:cNvPr>
                <p:cNvPicPr/>
                <p:nvPr/>
              </p:nvPicPr>
              <p:blipFill>
                <a:blip r:embed="rId135"/>
                <a:stretch>
                  <a:fillRect/>
                </a:stretch>
              </p:blipFill>
              <p:spPr>
                <a:xfrm>
                  <a:off x="4000304" y="3208763"/>
                  <a:ext cx="3240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6" name="Ink 85">
                  <a:extLst>
                    <a:ext uri="{FF2B5EF4-FFF2-40B4-BE49-F238E27FC236}">
                      <a16:creationId xmlns:a16="http://schemas.microsoft.com/office/drawing/2014/main" id="{D9F8A290-C669-0857-B604-117C1D1A2C16}"/>
                    </a:ext>
                  </a:extLst>
                </p14:cNvPr>
                <p14:cNvContentPartPr/>
                <p14:nvPr/>
              </p14:nvContentPartPr>
              <p14:xfrm>
                <a:off x="4775744" y="3584963"/>
                <a:ext cx="175680" cy="142200"/>
              </p14:xfrm>
            </p:contentPart>
          </mc:Choice>
          <mc:Fallback>
            <p:pic>
              <p:nvPicPr>
                <p:cNvPr id="86" name="Ink 85">
                  <a:extLst>
                    <a:ext uri="{FF2B5EF4-FFF2-40B4-BE49-F238E27FC236}">
                      <a16:creationId xmlns:a16="http://schemas.microsoft.com/office/drawing/2014/main" id="{D9F8A290-C669-0857-B604-117C1D1A2C16}"/>
                    </a:ext>
                  </a:extLst>
                </p:cNvPr>
                <p:cNvPicPr/>
                <p:nvPr/>
              </p:nvPicPr>
              <p:blipFill>
                <a:blip r:embed="rId137"/>
                <a:stretch>
                  <a:fillRect/>
                </a:stretch>
              </p:blipFill>
              <p:spPr>
                <a:xfrm>
                  <a:off x="4767104" y="3575963"/>
                  <a:ext cx="19332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7" name="Ink 86">
                  <a:extLst>
                    <a:ext uri="{FF2B5EF4-FFF2-40B4-BE49-F238E27FC236}">
                      <a16:creationId xmlns:a16="http://schemas.microsoft.com/office/drawing/2014/main" id="{B2E171FC-699C-EA66-E3E3-FF781A43785A}"/>
                    </a:ext>
                  </a:extLst>
                </p14:cNvPr>
                <p14:cNvContentPartPr/>
                <p14:nvPr/>
              </p14:nvContentPartPr>
              <p14:xfrm>
                <a:off x="4372904" y="3297683"/>
                <a:ext cx="736920" cy="656280"/>
              </p14:xfrm>
            </p:contentPart>
          </mc:Choice>
          <mc:Fallback>
            <p:pic>
              <p:nvPicPr>
                <p:cNvPr id="87" name="Ink 86">
                  <a:extLst>
                    <a:ext uri="{FF2B5EF4-FFF2-40B4-BE49-F238E27FC236}">
                      <a16:creationId xmlns:a16="http://schemas.microsoft.com/office/drawing/2014/main" id="{B2E171FC-699C-EA66-E3E3-FF781A43785A}"/>
                    </a:ext>
                  </a:extLst>
                </p:cNvPr>
                <p:cNvPicPr/>
                <p:nvPr/>
              </p:nvPicPr>
              <p:blipFill>
                <a:blip r:embed="rId139"/>
                <a:stretch>
                  <a:fillRect/>
                </a:stretch>
              </p:blipFill>
              <p:spPr>
                <a:xfrm>
                  <a:off x="4363904" y="3289043"/>
                  <a:ext cx="754560" cy="6739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9" name="Ink 88">
                  <a:extLst>
                    <a:ext uri="{FF2B5EF4-FFF2-40B4-BE49-F238E27FC236}">
                      <a16:creationId xmlns:a16="http://schemas.microsoft.com/office/drawing/2014/main" id="{C07F4F5E-6D6A-A556-F3C9-EC7497E61354}"/>
                    </a:ext>
                  </a:extLst>
                </p14:cNvPr>
                <p14:cNvContentPartPr/>
                <p14:nvPr/>
              </p14:nvContentPartPr>
              <p14:xfrm>
                <a:off x="5107664" y="3167003"/>
                <a:ext cx="165600" cy="423720"/>
              </p14:xfrm>
            </p:contentPart>
          </mc:Choice>
          <mc:Fallback>
            <p:pic>
              <p:nvPicPr>
                <p:cNvPr id="89" name="Ink 88">
                  <a:extLst>
                    <a:ext uri="{FF2B5EF4-FFF2-40B4-BE49-F238E27FC236}">
                      <a16:creationId xmlns:a16="http://schemas.microsoft.com/office/drawing/2014/main" id="{C07F4F5E-6D6A-A556-F3C9-EC7497E61354}"/>
                    </a:ext>
                  </a:extLst>
                </p:cNvPr>
                <p:cNvPicPr/>
                <p:nvPr/>
              </p:nvPicPr>
              <p:blipFill>
                <a:blip r:embed="rId141"/>
                <a:stretch>
                  <a:fillRect/>
                </a:stretch>
              </p:blipFill>
              <p:spPr>
                <a:xfrm>
                  <a:off x="5098664" y="3158363"/>
                  <a:ext cx="183240" cy="4413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90" name="Ink 89">
                  <a:extLst>
                    <a:ext uri="{FF2B5EF4-FFF2-40B4-BE49-F238E27FC236}">
                      <a16:creationId xmlns:a16="http://schemas.microsoft.com/office/drawing/2014/main" id="{31F89491-A567-2DE5-EE66-061CE2F89302}"/>
                    </a:ext>
                  </a:extLst>
                </p14:cNvPr>
                <p14:cNvContentPartPr/>
                <p14:nvPr/>
              </p14:nvContentPartPr>
              <p14:xfrm>
                <a:off x="5262104" y="2985563"/>
                <a:ext cx="68040" cy="26280"/>
              </p14:xfrm>
            </p:contentPart>
          </mc:Choice>
          <mc:Fallback>
            <p:pic>
              <p:nvPicPr>
                <p:cNvPr id="90" name="Ink 89">
                  <a:extLst>
                    <a:ext uri="{FF2B5EF4-FFF2-40B4-BE49-F238E27FC236}">
                      <a16:creationId xmlns:a16="http://schemas.microsoft.com/office/drawing/2014/main" id="{31F89491-A567-2DE5-EE66-061CE2F89302}"/>
                    </a:ext>
                  </a:extLst>
                </p:cNvPr>
                <p:cNvPicPr/>
                <p:nvPr/>
              </p:nvPicPr>
              <p:blipFill>
                <a:blip r:embed="rId143"/>
                <a:stretch>
                  <a:fillRect/>
                </a:stretch>
              </p:blipFill>
              <p:spPr>
                <a:xfrm>
                  <a:off x="5253104" y="2976563"/>
                  <a:ext cx="8568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1" name="Ink 90">
                  <a:extLst>
                    <a:ext uri="{FF2B5EF4-FFF2-40B4-BE49-F238E27FC236}">
                      <a16:creationId xmlns:a16="http://schemas.microsoft.com/office/drawing/2014/main" id="{0FE4986D-4C4F-40A6-EC5F-DA425E681A24}"/>
                    </a:ext>
                  </a:extLst>
                </p14:cNvPr>
                <p14:cNvContentPartPr/>
                <p14:nvPr/>
              </p14:nvContentPartPr>
              <p14:xfrm>
                <a:off x="5297024" y="3481283"/>
                <a:ext cx="89640" cy="113400"/>
              </p14:xfrm>
            </p:contentPart>
          </mc:Choice>
          <mc:Fallback>
            <p:pic>
              <p:nvPicPr>
                <p:cNvPr id="91" name="Ink 90">
                  <a:extLst>
                    <a:ext uri="{FF2B5EF4-FFF2-40B4-BE49-F238E27FC236}">
                      <a16:creationId xmlns:a16="http://schemas.microsoft.com/office/drawing/2014/main" id="{0FE4986D-4C4F-40A6-EC5F-DA425E681A24}"/>
                    </a:ext>
                  </a:extLst>
                </p:cNvPr>
                <p:cNvPicPr/>
                <p:nvPr/>
              </p:nvPicPr>
              <p:blipFill>
                <a:blip r:embed="rId145"/>
                <a:stretch>
                  <a:fillRect/>
                </a:stretch>
              </p:blipFill>
              <p:spPr>
                <a:xfrm>
                  <a:off x="5288024" y="3472643"/>
                  <a:ext cx="10728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2" name="Ink 91">
                  <a:extLst>
                    <a:ext uri="{FF2B5EF4-FFF2-40B4-BE49-F238E27FC236}">
                      <a16:creationId xmlns:a16="http://schemas.microsoft.com/office/drawing/2014/main" id="{D0D167E1-A0BB-9A68-21A4-20D8CF662170}"/>
                    </a:ext>
                  </a:extLst>
                </p14:cNvPr>
                <p14:cNvContentPartPr/>
                <p14:nvPr/>
              </p14:nvContentPartPr>
              <p14:xfrm>
                <a:off x="5567024" y="3008243"/>
                <a:ext cx="88560" cy="331200"/>
              </p14:xfrm>
            </p:contentPart>
          </mc:Choice>
          <mc:Fallback>
            <p:pic>
              <p:nvPicPr>
                <p:cNvPr id="92" name="Ink 91">
                  <a:extLst>
                    <a:ext uri="{FF2B5EF4-FFF2-40B4-BE49-F238E27FC236}">
                      <a16:creationId xmlns:a16="http://schemas.microsoft.com/office/drawing/2014/main" id="{D0D167E1-A0BB-9A68-21A4-20D8CF662170}"/>
                    </a:ext>
                  </a:extLst>
                </p:cNvPr>
                <p:cNvPicPr/>
                <p:nvPr/>
              </p:nvPicPr>
              <p:blipFill>
                <a:blip r:embed="rId147"/>
                <a:stretch>
                  <a:fillRect/>
                </a:stretch>
              </p:blipFill>
              <p:spPr>
                <a:xfrm>
                  <a:off x="5558024" y="2999603"/>
                  <a:ext cx="106200" cy="3488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3" name="Ink 92">
                  <a:extLst>
                    <a:ext uri="{FF2B5EF4-FFF2-40B4-BE49-F238E27FC236}">
                      <a16:creationId xmlns:a16="http://schemas.microsoft.com/office/drawing/2014/main" id="{087796AF-8920-5737-1C9F-4D1DE01E4CAC}"/>
                    </a:ext>
                  </a:extLst>
                </p14:cNvPr>
                <p14:cNvContentPartPr/>
                <p14:nvPr/>
              </p14:nvContentPartPr>
              <p14:xfrm>
                <a:off x="5611664" y="3099323"/>
                <a:ext cx="110160" cy="105480"/>
              </p14:xfrm>
            </p:contentPart>
          </mc:Choice>
          <mc:Fallback>
            <p:pic>
              <p:nvPicPr>
                <p:cNvPr id="93" name="Ink 92">
                  <a:extLst>
                    <a:ext uri="{FF2B5EF4-FFF2-40B4-BE49-F238E27FC236}">
                      <a16:creationId xmlns:a16="http://schemas.microsoft.com/office/drawing/2014/main" id="{087796AF-8920-5737-1C9F-4D1DE01E4CAC}"/>
                    </a:ext>
                  </a:extLst>
                </p:cNvPr>
                <p:cNvPicPr/>
                <p:nvPr/>
              </p:nvPicPr>
              <p:blipFill>
                <a:blip r:embed="rId149"/>
                <a:stretch>
                  <a:fillRect/>
                </a:stretch>
              </p:blipFill>
              <p:spPr>
                <a:xfrm>
                  <a:off x="5602664" y="3090683"/>
                  <a:ext cx="12780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4" name="Ink 93">
                  <a:extLst>
                    <a:ext uri="{FF2B5EF4-FFF2-40B4-BE49-F238E27FC236}">
                      <a16:creationId xmlns:a16="http://schemas.microsoft.com/office/drawing/2014/main" id="{F288B0C4-AD09-0097-E54A-ADEA2671DD82}"/>
                    </a:ext>
                  </a:extLst>
                </p14:cNvPr>
                <p14:cNvContentPartPr/>
                <p14:nvPr/>
              </p14:nvContentPartPr>
              <p14:xfrm>
                <a:off x="5774384" y="2836883"/>
                <a:ext cx="90720" cy="522360"/>
              </p14:xfrm>
            </p:contentPart>
          </mc:Choice>
          <mc:Fallback>
            <p:pic>
              <p:nvPicPr>
                <p:cNvPr id="94" name="Ink 93">
                  <a:extLst>
                    <a:ext uri="{FF2B5EF4-FFF2-40B4-BE49-F238E27FC236}">
                      <a16:creationId xmlns:a16="http://schemas.microsoft.com/office/drawing/2014/main" id="{F288B0C4-AD09-0097-E54A-ADEA2671DD82}"/>
                    </a:ext>
                  </a:extLst>
                </p:cNvPr>
                <p:cNvPicPr/>
                <p:nvPr/>
              </p:nvPicPr>
              <p:blipFill>
                <a:blip r:embed="rId151"/>
                <a:stretch>
                  <a:fillRect/>
                </a:stretch>
              </p:blipFill>
              <p:spPr>
                <a:xfrm>
                  <a:off x="5765744" y="2827883"/>
                  <a:ext cx="108360" cy="5400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5" name="Ink 94">
                  <a:extLst>
                    <a:ext uri="{FF2B5EF4-FFF2-40B4-BE49-F238E27FC236}">
                      <a16:creationId xmlns:a16="http://schemas.microsoft.com/office/drawing/2014/main" id="{2C10920F-1DDD-1AD0-222D-F4DB7D000647}"/>
                    </a:ext>
                  </a:extLst>
                </p14:cNvPr>
                <p14:cNvContentPartPr/>
                <p14:nvPr/>
              </p14:nvContentPartPr>
              <p14:xfrm>
                <a:off x="4783304" y="2919323"/>
                <a:ext cx="479160" cy="871920"/>
              </p14:xfrm>
            </p:contentPart>
          </mc:Choice>
          <mc:Fallback>
            <p:pic>
              <p:nvPicPr>
                <p:cNvPr id="95" name="Ink 94">
                  <a:extLst>
                    <a:ext uri="{FF2B5EF4-FFF2-40B4-BE49-F238E27FC236}">
                      <a16:creationId xmlns:a16="http://schemas.microsoft.com/office/drawing/2014/main" id="{2C10920F-1DDD-1AD0-222D-F4DB7D000647}"/>
                    </a:ext>
                  </a:extLst>
                </p:cNvPr>
                <p:cNvPicPr/>
                <p:nvPr/>
              </p:nvPicPr>
              <p:blipFill>
                <a:blip r:embed="rId153"/>
                <a:stretch>
                  <a:fillRect/>
                </a:stretch>
              </p:blipFill>
              <p:spPr>
                <a:xfrm>
                  <a:off x="4774304" y="2910323"/>
                  <a:ext cx="496800" cy="88956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04" name="Ink 103">
                  <a:extLst>
                    <a:ext uri="{FF2B5EF4-FFF2-40B4-BE49-F238E27FC236}">
                      <a16:creationId xmlns:a16="http://schemas.microsoft.com/office/drawing/2014/main" id="{EE43A5E6-453B-9D87-26BB-7EB77D43F107}"/>
                    </a:ext>
                  </a:extLst>
                </p14:cNvPr>
                <p14:cNvContentPartPr/>
                <p14:nvPr/>
              </p14:nvContentPartPr>
              <p14:xfrm>
                <a:off x="2226584" y="4596203"/>
                <a:ext cx="751680" cy="1218240"/>
              </p14:xfrm>
            </p:contentPart>
          </mc:Choice>
          <mc:Fallback>
            <p:pic>
              <p:nvPicPr>
                <p:cNvPr id="104" name="Ink 103">
                  <a:extLst>
                    <a:ext uri="{FF2B5EF4-FFF2-40B4-BE49-F238E27FC236}">
                      <a16:creationId xmlns:a16="http://schemas.microsoft.com/office/drawing/2014/main" id="{EE43A5E6-453B-9D87-26BB-7EB77D43F107}"/>
                    </a:ext>
                  </a:extLst>
                </p:cNvPr>
                <p:cNvPicPr/>
                <p:nvPr/>
              </p:nvPicPr>
              <p:blipFill>
                <a:blip r:embed="rId155"/>
                <a:stretch>
                  <a:fillRect/>
                </a:stretch>
              </p:blipFill>
              <p:spPr>
                <a:xfrm>
                  <a:off x="2217584" y="4587203"/>
                  <a:ext cx="769320" cy="12358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05" name="Ink 104">
                  <a:extLst>
                    <a:ext uri="{FF2B5EF4-FFF2-40B4-BE49-F238E27FC236}">
                      <a16:creationId xmlns:a16="http://schemas.microsoft.com/office/drawing/2014/main" id="{65A376DC-B2E7-097B-7ED4-7465A6CE5555}"/>
                    </a:ext>
                  </a:extLst>
                </p14:cNvPr>
                <p14:cNvContentPartPr/>
                <p14:nvPr/>
              </p14:nvContentPartPr>
              <p14:xfrm>
                <a:off x="2510264" y="4559123"/>
                <a:ext cx="334440" cy="509400"/>
              </p14:xfrm>
            </p:contentPart>
          </mc:Choice>
          <mc:Fallback>
            <p:pic>
              <p:nvPicPr>
                <p:cNvPr id="105" name="Ink 104">
                  <a:extLst>
                    <a:ext uri="{FF2B5EF4-FFF2-40B4-BE49-F238E27FC236}">
                      <a16:creationId xmlns:a16="http://schemas.microsoft.com/office/drawing/2014/main" id="{65A376DC-B2E7-097B-7ED4-7465A6CE5555}"/>
                    </a:ext>
                  </a:extLst>
                </p:cNvPr>
                <p:cNvPicPr/>
                <p:nvPr/>
              </p:nvPicPr>
              <p:blipFill>
                <a:blip r:embed="rId157"/>
                <a:stretch>
                  <a:fillRect/>
                </a:stretch>
              </p:blipFill>
              <p:spPr>
                <a:xfrm>
                  <a:off x="2501624" y="4550123"/>
                  <a:ext cx="352080" cy="5270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07" name="Ink 106">
                  <a:extLst>
                    <a:ext uri="{FF2B5EF4-FFF2-40B4-BE49-F238E27FC236}">
                      <a16:creationId xmlns:a16="http://schemas.microsoft.com/office/drawing/2014/main" id="{12C596C3-CA8F-1394-4E29-5019F5349D6B}"/>
                    </a:ext>
                  </a:extLst>
                </p14:cNvPr>
                <p14:cNvContentPartPr/>
                <p14:nvPr/>
              </p14:nvContentPartPr>
              <p14:xfrm>
                <a:off x="3401264" y="4859723"/>
                <a:ext cx="1271520" cy="468000"/>
              </p14:xfrm>
            </p:contentPart>
          </mc:Choice>
          <mc:Fallback>
            <p:pic>
              <p:nvPicPr>
                <p:cNvPr id="107" name="Ink 106">
                  <a:extLst>
                    <a:ext uri="{FF2B5EF4-FFF2-40B4-BE49-F238E27FC236}">
                      <a16:creationId xmlns:a16="http://schemas.microsoft.com/office/drawing/2014/main" id="{12C596C3-CA8F-1394-4E29-5019F5349D6B}"/>
                    </a:ext>
                  </a:extLst>
                </p:cNvPr>
                <p:cNvPicPr/>
                <p:nvPr/>
              </p:nvPicPr>
              <p:blipFill>
                <a:blip r:embed="rId159"/>
                <a:stretch>
                  <a:fillRect/>
                </a:stretch>
              </p:blipFill>
              <p:spPr>
                <a:xfrm>
                  <a:off x="3392624" y="4850723"/>
                  <a:ext cx="1289160" cy="4856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08" name="Ink 107">
                  <a:extLst>
                    <a:ext uri="{FF2B5EF4-FFF2-40B4-BE49-F238E27FC236}">
                      <a16:creationId xmlns:a16="http://schemas.microsoft.com/office/drawing/2014/main" id="{E98E164E-9FE7-ACE9-76CD-74118B7B05E1}"/>
                    </a:ext>
                  </a:extLst>
                </p14:cNvPr>
                <p14:cNvContentPartPr/>
                <p14:nvPr/>
              </p14:nvContentPartPr>
              <p14:xfrm>
                <a:off x="3669104" y="4703483"/>
                <a:ext cx="381240" cy="419400"/>
              </p14:xfrm>
            </p:contentPart>
          </mc:Choice>
          <mc:Fallback>
            <p:pic>
              <p:nvPicPr>
                <p:cNvPr id="108" name="Ink 107">
                  <a:extLst>
                    <a:ext uri="{FF2B5EF4-FFF2-40B4-BE49-F238E27FC236}">
                      <a16:creationId xmlns:a16="http://schemas.microsoft.com/office/drawing/2014/main" id="{E98E164E-9FE7-ACE9-76CD-74118B7B05E1}"/>
                    </a:ext>
                  </a:extLst>
                </p:cNvPr>
                <p:cNvPicPr/>
                <p:nvPr/>
              </p:nvPicPr>
              <p:blipFill>
                <a:blip r:embed="rId161"/>
                <a:stretch>
                  <a:fillRect/>
                </a:stretch>
              </p:blipFill>
              <p:spPr>
                <a:xfrm>
                  <a:off x="3660104" y="4694483"/>
                  <a:ext cx="398880" cy="437040"/>
                </a:xfrm>
                <a:prstGeom prst="rect">
                  <a:avLst/>
                </a:prstGeom>
              </p:spPr>
            </p:pic>
          </mc:Fallback>
        </mc:AlternateContent>
      </p:grpSp>
      <p:grpSp>
        <p:nvGrpSpPr>
          <p:cNvPr id="117" name="Group 116">
            <a:extLst>
              <a:ext uri="{FF2B5EF4-FFF2-40B4-BE49-F238E27FC236}">
                <a16:creationId xmlns:a16="http://schemas.microsoft.com/office/drawing/2014/main" id="{B00C6688-618D-7CCA-065A-8C2794073364}"/>
              </a:ext>
            </a:extLst>
          </p:cNvPr>
          <p:cNvGrpSpPr/>
          <p:nvPr/>
        </p:nvGrpSpPr>
        <p:grpSpPr>
          <a:xfrm>
            <a:off x="6661784" y="3364283"/>
            <a:ext cx="696240" cy="637560"/>
            <a:chOff x="6661784" y="3364283"/>
            <a:chExt cx="696240" cy="637560"/>
          </a:xfrm>
        </p:grpSpPr>
        <mc:AlternateContent xmlns:mc="http://schemas.openxmlformats.org/markup-compatibility/2006">
          <mc:Choice xmlns:p14="http://schemas.microsoft.com/office/powerpoint/2010/main" Requires="p14">
            <p:contentPart p14:bwMode="auto" r:id="rId162">
              <p14:nvContentPartPr>
                <p14:cNvPr id="109" name="Ink 108">
                  <a:extLst>
                    <a:ext uri="{FF2B5EF4-FFF2-40B4-BE49-F238E27FC236}">
                      <a16:creationId xmlns:a16="http://schemas.microsoft.com/office/drawing/2014/main" id="{F524BAA2-F79A-CBA9-E289-88B9E4CDF930}"/>
                    </a:ext>
                  </a:extLst>
                </p14:cNvPr>
                <p14:cNvContentPartPr/>
                <p14:nvPr/>
              </p14:nvContentPartPr>
              <p14:xfrm>
                <a:off x="7143104" y="3364283"/>
                <a:ext cx="51120" cy="637560"/>
              </p14:xfrm>
            </p:contentPart>
          </mc:Choice>
          <mc:Fallback>
            <p:pic>
              <p:nvPicPr>
                <p:cNvPr id="109" name="Ink 108">
                  <a:extLst>
                    <a:ext uri="{FF2B5EF4-FFF2-40B4-BE49-F238E27FC236}">
                      <a16:creationId xmlns:a16="http://schemas.microsoft.com/office/drawing/2014/main" id="{F524BAA2-F79A-CBA9-E289-88B9E4CDF930}"/>
                    </a:ext>
                  </a:extLst>
                </p:cNvPr>
                <p:cNvPicPr/>
                <p:nvPr/>
              </p:nvPicPr>
              <p:blipFill>
                <a:blip r:embed="rId163"/>
                <a:stretch>
                  <a:fillRect/>
                </a:stretch>
              </p:blipFill>
              <p:spPr>
                <a:xfrm>
                  <a:off x="7134104" y="3355283"/>
                  <a:ext cx="68760" cy="6552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10" name="Ink 109">
                  <a:extLst>
                    <a:ext uri="{FF2B5EF4-FFF2-40B4-BE49-F238E27FC236}">
                      <a16:creationId xmlns:a16="http://schemas.microsoft.com/office/drawing/2014/main" id="{6778E0F5-788B-8B69-77A6-BC156CE3DF4D}"/>
                    </a:ext>
                  </a:extLst>
                </p14:cNvPr>
                <p14:cNvContentPartPr/>
                <p14:nvPr/>
              </p14:nvContentPartPr>
              <p14:xfrm>
                <a:off x="6661784" y="3410723"/>
                <a:ext cx="306720" cy="334440"/>
              </p14:xfrm>
            </p:contentPart>
          </mc:Choice>
          <mc:Fallback>
            <p:pic>
              <p:nvPicPr>
                <p:cNvPr id="110" name="Ink 109">
                  <a:extLst>
                    <a:ext uri="{FF2B5EF4-FFF2-40B4-BE49-F238E27FC236}">
                      <a16:creationId xmlns:a16="http://schemas.microsoft.com/office/drawing/2014/main" id="{6778E0F5-788B-8B69-77A6-BC156CE3DF4D}"/>
                    </a:ext>
                  </a:extLst>
                </p:cNvPr>
                <p:cNvPicPr/>
                <p:nvPr/>
              </p:nvPicPr>
              <p:blipFill>
                <a:blip r:embed="rId165"/>
                <a:stretch>
                  <a:fillRect/>
                </a:stretch>
              </p:blipFill>
              <p:spPr>
                <a:xfrm>
                  <a:off x="6653144" y="3402083"/>
                  <a:ext cx="324360" cy="3520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11" name="Ink 110">
                  <a:extLst>
                    <a:ext uri="{FF2B5EF4-FFF2-40B4-BE49-F238E27FC236}">
                      <a16:creationId xmlns:a16="http://schemas.microsoft.com/office/drawing/2014/main" id="{B2201D20-F0E4-C365-0FB1-49009B9DFD4E}"/>
                    </a:ext>
                  </a:extLst>
                </p14:cNvPr>
                <p14:cNvContentPartPr/>
                <p14:nvPr/>
              </p14:nvContentPartPr>
              <p14:xfrm>
                <a:off x="7238144" y="3432683"/>
                <a:ext cx="119880" cy="250920"/>
              </p14:xfrm>
            </p:contentPart>
          </mc:Choice>
          <mc:Fallback>
            <p:pic>
              <p:nvPicPr>
                <p:cNvPr id="111" name="Ink 110">
                  <a:extLst>
                    <a:ext uri="{FF2B5EF4-FFF2-40B4-BE49-F238E27FC236}">
                      <a16:creationId xmlns:a16="http://schemas.microsoft.com/office/drawing/2014/main" id="{B2201D20-F0E4-C365-0FB1-49009B9DFD4E}"/>
                    </a:ext>
                  </a:extLst>
                </p:cNvPr>
                <p:cNvPicPr/>
                <p:nvPr/>
              </p:nvPicPr>
              <p:blipFill>
                <a:blip r:embed="rId167"/>
                <a:stretch>
                  <a:fillRect/>
                </a:stretch>
              </p:blipFill>
              <p:spPr>
                <a:xfrm>
                  <a:off x="7229504" y="3423683"/>
                  <a:ext cx="137520" cy="268560"/>
                </a:xfrm>
                <a:prstGeom prst="rect">
                  <a:avLst/>
                </a:prstGeom>
              </p:spPr>
            </p:pic>
          </mc:Fallback>
        </mc:AlternateContent>
      </p:grpSp>
      <p:grpSp>
        <p:nvGrpSpPr>
          <p:cNvPr id="120" name="Group 119">
            <a:extLst>
              <a:ext uri="{FF2B5EF4-FFF2-40B4-BE49-F238E27FC236}">
                <a16:creationId xmlns:a16="http://schemas.microsoft.com/office/drawing/2014/main" id="{F0BA15D2-7B30-45C3-8FB6-39A45455E217}"/>
              </a:ext>
            </a:extLst>
          </p:cNvPr>
          <p:cNvGrpSpPr/>
          <p:nvPr/>
        </p:nvGrpSpPr>
        <p:grpSpPr>
          <a:xfrm>
            <a:off x="7826744" y="3034163"/>
            <a:ext cx="785160" cy="1321200"/>
            <a:chOff x="7826744" y="3034163"/>
            <a:chExt cx="785160" cy="1321200"/>
          </a:xfrm>
        </p:grpSpPr>
        <mc:AlternateContent xmlns:mc="http://schemas.openxmlformats.org/markup-compatibility/2006">
          <mc:Choice xmlns:p14="http://schemas.microsoft.com/office/powerpoint/2010/main" Requires="p14">
            <p:contentPart p14:bwMode="auto" r:id="rId168">
              <p14:nvContentPartPr>
                <p14:cNvPr id="112" name="Ink 111">
                  <a:extLst>
                    <a:ext uri="{FF2B5EF4-FFF2-40B4-BE49-F238E27FC236}">
                      <a16:creationId xmlns:a16="http://schemas.microsoft.com/office/drawing/2014/main" id="{E53F967C-BA75-81FB-182E-A088BFCC3B20}"/>
                    </a:ext>
                  </a:extLst>
                </p14:cNvPr>
                <p14:cNvContentPartPr/>
                <p14:nvPr/>
              </p14:nvContentPartPr>
              <p14:xfrm>
                <a:off x="8012504" y="3256643"/>
                <a:ext cx="31680" cy="405000"/>
              </p14:xfrm>
            </p:contentPart>
          </mc:Choice>
          <mc:Fallback>
            <p:pic>
              <p:nvPicPr>
                <p:cNvPr id="112" name="Ink 111">
                  <a:extLst>
                    <a:ext uri="{FF2B5EF4-FFF2-40B4-BE49-F238E27FC236}">
                      <a16:creationId xmlns:a16="http://schemas.microsoft.com/office/drawing/2014/main" id="{E53F967C-BA75-81FB-182E-A088BFCC3B20}"/>
                    </a:ext>
                  </a:extLst>
                </p:cNvPr>
                <p:cNvPicPr/>
                <p:nvPr/>
              </p:nvPicPr>
              <p:blipFill>
                <a:blip r:embed="rId169"/>
                <a:stretch>
                  <a:fillRect/>
                </a:stretch>
              </p:blipFill>
              <p:spPr>
                <a:xfrm>
                  <a:off x="8003504" y="3248003"/>
                  <a:ext cx="49320" cy="4226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13" name="Ink 112">
                  <a:extLst>
                    <a:ext uri="{FF2B5EF4-FFF2-40B4-BE49-F238E27FC236}">
                      <a16:creationId xmlns:a16="http://schemas.microsoft.com/office/drawing/2014/main" id="{8C793894-06C3-92F1-2942-94F5B116B732}"/>
                    </a:ext>
                  </a:extLst>
                </p14:cNvPr>
                <p14:cNvContentPartPr/>
                <p14:nvPr/>
              </p14:nvContentPartPr>
              <p14:xfrm>
                <a:off x="7826744" y="3318563"/>
                <a:ext cx="112320" cy="306360"/>
              </p14:xfrm>
            </p:contentPart>
          </mc:Choice>
          <mc:Fallback>
            <p:pic>
              <p:nvPicPr>
                <p:cNvPr id="113" name="Ink 112">
                  <a:extLst>
                    <a:ext uri="{FF2B5EF4-FFF2-40B4-BE49-F238E27FC236}">
                      <a16:creationId xmlns:a16="http://schemas.microsoft.com/office/drawing/2014/main" id="{8C793894-06C3-92F1-2942-94F5B116B732}"/>
                    </a:ext>
                  </a:extLst>
                </p:cNvPr>
                <p:cNvPicPr/>
                <p:nvPr/>
              </p:nvPicPr>
              <p:blipFill>
                <a:blip r:embed="rId171"/>
                <a:stretch>
                  <a:fillRect/>
                </a:stretch>
              </p:blipFill>
              <p:spPr>
                <a:xfrm>
                  <a:off x="7817744" y="3309923"/>
                  <a:ext cx="12996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14" name="Ink 113">
                  <a:extLst>
                    <a:ext uri="{FF2B5EF4-FFF2-40B4-BE49-F238E27FC236}">
                      <a16:creationId xmlns:a16="http://schemas.microsoft.com/office/drawing/2014/main" id="{8CAA53BE-8E1A-54C3-FF78-DA7B6AEB9F9F}"/>
                    </a:ext>
                  </a:extLst>
                </p14:cNvPr>
                <p14:cNvContentPartPr/>
                <p14:nvPr/>
              </p14:nvContentPartPr>
              <p14:xfrm>
                <a:off x="8168024" y="3034163"/>
                <a:ext cx="169200" cy="477720"/>
              </p14:xfrm>
            </p:contentPart>
          </mc:Choice>
          <mc:Fallback>
            <p:pic>
              <p:nvPicPr>
                <p:cNvPr id="114" name="Ink 113">
                  <a:extLst>
                    <a:ext uri="{FF2B5EF4-FFF2-40B4-BE49-F238E27FC236}">
                      <a16:creationId xmlns:a16="http://schemas.microsoft.com/office/drawing/2014/main" id="{8CAA53BE-8E1A-54C3-FF78-DA7B6AEB9F9F}"/>
                    </a:ext>
                  </a:extLst>
                </p:cNvPr>
                <p:cNvPicPr/>
                <p:nvPr/>
              </p:nvPicPr>
              <p:blipFill>
                <a:blip r:embed="rId173"/>
                <a:stretch>
                  <a:fillRect/>
                </a:stretch>
              </p:blipFill>
              <p:spPr>
                <a:xfrm>
                  <a:off x="8159024" y="3025523"/>
                  <a:ext cx="186840" cy="4953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5" name="Ink 114">
                  <a:extLst>
                    <a:ext uri="{FF2B5EF4-FFF2-40B4-BE49-F238E27FC236}">
                      <a16:creationId xmlns:a16="http://schemas.microsoft.com/office/drawing/2014/main" id="{CC81EB73-5A3C-FE1E-B1D9-6B2E10D986DB}"/>
                    </a:ext>
                  </a:extLst>
                </p14:cNvPr>
                <p14:cNvContentPartPr/>
                <p14:nvPr/>
              </p14:nvContentPartPr>
              <p14:xfrm>
                <a:off x="8580224" y="3647603"/>
                <a:ext cx="31680" cy="21960"/>
              </p14:xfrm>
            </p:contentPart>
          </mc:Choice>
          <mc:Fallback>
            <p:pic>
              <p:nvPicPr>
                <p:cNvPr id="115" name="Ink 114">
                  <a:extLst>
                    <a:ext uri="{FF2B5EF4-FFF2-40B4-BE49-F238E27FC236}">
                      <a16:creationId xmlns:a16="http://schemas.microsoft.com/office/drawing/2014/main" id="{CC81EB73-5A3C-FE1E-B1D9-6B2E10D986DB}"/>
                    </a:ext>
                  </a:extLst>
                </p:cNvPr>
                <p:cNvPicPr/>
                <p:nvPr/>
              </p:nvPicPr>
              <p:blipFill>
                <a:blip r:embed="rId175"/>
                <a:stretch>
                  <a:fillRect/>
                </a:stretch>
              </p:blipFill>
              <p:spPr>
                <a:xfrm>
                  <a:off x="8571584" y="3638603"/>
                  <a:ext cx="4932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9" name="Ink 118">
                  <a:extLst>
                    <a:ext uri="{FF2B5EF4-FFF2-40B4-BE49-F238E27FC236}">
                      <a16:creationId xmlns:a16="http://schemas.microsoft.com/office/drawing/2014/main" id="{E2173C05-251F-E185-6722-D1C8F3A193A7}"/>
                    </a:ext>
                  </a:extLst>
                </p14:cNvPr>
                <p14:cNvContentPartPr/>
                <p14:nvPr/>
              </p14:nvContentPartPr>
              <p14:xfrm>
                <a:off x="7995944" y="3426203"/>
                <a:ext cx="135000" cy="929160"/>
              </p14:xfrm>
            </p:contentPart>
          </mc:Choice>
          <mc:Fallback>
            <p:pic>
              <p:nvPicPr>
                <p:cNvPr id="119" name="Ink 118">
                  <a:extLst>
                    <a:ext uri="{FF2B5EF4-FFF2-40B4-BE49-F238E27FC236}">
                      <a16:creationId xmlns:a16="http://schemas.microsoft.com/office/drawing/2014/main" id="{E2173C05-251F-E185-6722-D1C8F3A193A7}"/>
                    </a:ext>
                  </a:extLst>
                </p:cNvPr>
                <p:cNvPicPr/>
                <p:nvPr/>
              </p:nvPicPr>
              <p:blipFill>
                <a:blip r:embed="rId177"/>
                <a:stretch>
                  <a:fillRect/>
                </a:stretch>
              </p:blipFill>
              <p:spPr>
                <a:xfrm>
                  <a:off x="7986944" y="3417203"/>
                  <a:ext cx="152640" cy="946800"/>
                </a:xfrm>
                <a:prstGeom prst="rect">
                  <a:avLst/>
                </a:prstGeom>
              </p:spPr>
            </p:pic>
          </mc:Fallback>
        </mc:AlternateContent>
      </p:grpSp>
      <p:grpSp>
        <p:nvGrpSpPr>
          <p:cNvPr id="139" name="Group 138">
            <a:extLst>
              <a:ext uri="{FF2B5EF4-FFF2-40B4-BE49-F238E27FC236}">
                <a16:creationId xmlns:a16="http://schemas.microsoft.com/office/drawing/2014/main" id="{DEACA435-73B7-8C23-E868-AA406B9E060B}"/>
              </a:ext>
            </a:extLst>
          </p:cNvPr>
          <p:cNvGrpSpPr/>
          <p:nvPr/>
        </p:nvGrpSpPr>
        <p:grpSpPr>
          <a:xfrm>
            <a:off x="-188656" y="391763"/>
            <a:ext cx="3130200" cy="3228480"/>
            <a:chOff x="-188656" y="391763"/>
            <a:chExt cx="3130200" cy="3228480"/>
          </a:xfrm>
        </p:grpSpPr>
        <mc:AlternateContent xmlns:mc="http://schemas.openxmlformats.org/markup-compatibility/2006">
          <mc:Choice xmlns:p14="http://schemas.microsoft.com/office/powerpoint/2010/main" Requires="p14">
            <p:contentPart p14:bwMode="auto" r:id="rId178">
              <p14:nvContentPartPr>
                <p14:cNvPr id="121" name="Ink 120">
                  <a:extLst>
                    <a:ext uri="{FF2B5EF4-FFF2-40B4-BE49-F238E27FC236}">
                      <a16:creationId xmlns:a16="http://schemas.microsoft.com/office/drawing/2014/main" id="{8BD1A839-14A5-6570-26D4-FBA06FA91EF9}"/>
                    </a:ext>
                  </a:extLst>
                </p14:cNvPr>
                <p14:cNvContentPartPr/>
                <p14:nvPr/>
              </p14:nvContentPartPr>
              <p14:xfrm>
                <a:off x="361064" y="544403"/>
                <a:ext cx="66240" cy="532440"/>
              </p14:xfrm>
            </p:contentPart>
          </mc:Choice>
          <mc:Fallback>
            <p:pic>
              <p:nvPicPr>
                <p:cNvPr id="121" name="Ink 120">
                  <a:extLst>
                    <a:ext uri="{FF2B5EF4-FFF2-40B4-BE49-F238E27FC236}">
                      <a16:creationId xmlns:a16="http://schemas.microsoft.com/office/drawing/2014/main" id="{8BD1A839-14A5-6570-26D4-FBA06FA91EF9}"/>
                    </a:ext>
                  </a:extLst>
                </p:cNvPr>
                <p:cNvPicPr/>
                <p:nvPr/>
              </p:nvPicPr>
              <p:blipFill>
                <a:blip r:embed="rId179"/>
                <a:stretch>
                  <a:fillRect/>
                </a:stretch>
              </p:blipFill>
              <p:spPr>
                <a:xfrm>
                  <a:off x="352064" y="535763"/>
                  <a:ext cx="83880" cy="5500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22" name="Ink 121">
                  <a:extLst>
                    <a:ext uri="{FF2B5EF4-FFF2-40B4-BE49-F238E27FC236}">
                      <a16:creationId xmlns:a16="http://schemas.microsoft.com/office/drawing/2014/main" id="{47DAC20B-CE8B-5105-A4F2-FA45071EB9C3}"/>
                    </a:ext>
                  </a:extLst>
                </p14:cNvPr>
                <p14:cNvContentPartPr/>
                <p14:nvPr/>
              </p14:nvContentPartPr>
              <p14:xfrm>
                <a:off x="280424" y="391763"/>
                <a:ext cx="487080" cy="853200"/>
              </p14:xfrm>
            </p:contentPart>
          </mc:Choice>
          <mc:Fallback>
            <p:pic>
              <p:nvPicPr>
                <p:cNvPr id="122" name="Ink 121">
                  <a:extLst>
                    <a:ext uri="{FF2B5EF4-FFF2-40B4-BE49-F238E27FC236}">
                      <a16:creationId xmlns:a16="http://schemas.microsoft.com/office/drawing/2014/main" id="{47DAC20B-CE8B-5105-A4F2-FA45071EB9C3}"/>
                    </a:ext>
                  </a:extLst>
                </p:cNvPr>
                <p:cNvPicPr/>
                <p:nvPr/>
              </p:nvPicPr>
              <p:blipFill>
                <a:blip r:embed="rId181"/>
                <a:stretch>
                  <a:fillRect/>
                </a:stretch>
              </p:blipFill>
              <p:spPr>
                <a:xfrm>
                  <a:off x="271424" y="383123"/>
                  <a:ext cx="504720" cy="8708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23" name="Ink 122">
                  <a:extLst>
                    <a:ext uri="{FF2B5EF4-FFF2-40B4-BE49-F238E27FC236}">
                      <a16:creationId xmlns:a16="http://schemas.microsoft.com/office/drawing/2014/main" id="{D51A7C43-1E59-597D-C58F-A8EE7669F671}"/>
                    </a:ext>
                  </a:extLst>
                </p14:cNvPr>
                <p14:cNvContentPartPr/>
                <p14:nvPr/>
              </p14:nvContentPartPr>
              <p14:xfrm>
                <a:off x="812504" y="709643"/>
                <a:ext cx="737280" cy="292320"/>
              </p14:xfrm>
            </p:contentPart>
          </mc:Choice>
          <mc:Fallback>
            <p:pic>
              <p:nvPicPr>
                <p:cNvPr id="123" name="Ink 122">
                  <a:extLst>
                    <a:ext uri="{FF2B5EF4-FFF2-40B4-BE49-F238E27FC236}">
                      <a16:creationId xmlns:a16="http://schemas.microsoft.com/office/drawing/2014/main" id="{D51A7C43-1E59-597D-C58F-A8EE7669F671}"/>
                    </a:ext>
                  </a:extLst>
                </p:cNvPr>
                <p:cNvPicPr/>
                <p:nvPr/>
              </p:nvPicPr>
              <p:blipFill>
                <a:blip r:embed="rId183"/>
                <a:stretch>
                  <a:fillRect/>
                </a:stretch>
              </p:blipFill>
              <p:spPr>
                <a:xfrm>
                  <a:off x="803864" y="701003"/>
                  <a:ext cx="754920" cy="3099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24" name="Ink 123">
                  <a:extLst>
                    <a:ext uri="{FF2B5EF4-FFF2-40B4-BE49-F238E27FC236}">
                      <a16:creationId xmlns:a16="http://schemas.microsoft.com/office/drawing/2014/main" id="{5AB70169-B4EF-E700-EAA7-082D617928C1}"/>
                    </a:ext>
                  </a:extLst>
                </p14:cNvPr>
                <p14:cNvContentPartPr/>
                <p14:nvPr/>
              </p14:nvContentPartPr>
              <p14:xfrm>
                <a:off x="1561304" y="445043"/>
                <a:ext cx="17280" cy="62280"/>
              </p14:xfrm>
            </p:contentPart>
          </mc:Choice>
          <mc:Fallback>
            <p:pic>
              <p:nvPicPr>
                <p:cNvPr id="124" name="Ink 123">
                  <a:extLst>
                    <a:ext uri="{FF2B5EF4-FFF2-40B4-BE49-F238E27FC236}">
                      <a16:creationId xmlns:a16="http://schemas.microsoft.com/office/drawing/2014/main" id="{5AB70169-B4EF-E700-EAA7-082D617928C1}"/>
                    </a:ext>
                  </a:extLst>
                </p:cNvPr>
                <p:cNvPicPr/>
                <p:nvPr/>
              </p:nvPicPr>
              <p:blipFill>
                <a:blip r:embed="rId185"/>
                <a:stretch>
                  <a:fillRect/>
                </a:stretch>
              </p:blipFill>
              <p:spPr>
                <a:xfrm>
                  <a:off x="1552664" y="436043"/>
                  <a:ext cx="3492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25" name="Ink 124">
                  <a:extLst>
                    <a:ext uri="{FF2B5EF4-FFF2-40B4-BE49-F238E27FC236}">
                      <a16:creationId xmlns:a16="http://schemas.microsoft.com/office/drawing/2014/main" id="{B8EC1267-4BF0-0436-5534-D2DD646E4D1E}"/>
                    </a:ext>
                  </a:extLst>
                </p14:cNvPr>
                <p14:cNvContentPartPr/>
                <p14:nvPr/>
              </p14:nvContentPartPr>
              <p14:xfrm>
                <a:off x="251264" y="682643"/>
                <a:ext cx="1442880" cy="426240"/>
              </p14:xfrm>
            </p:contentPart>
          </mc:Choice>
          <mc:Fallback>
            <p:pic>
              <p:nvPicPr>
                <p:cNvPr id="125" name="Ink 124">
                  <a:extLst>
                    <a:ext uri="{FF2B5EF4-FFF2-40B4-BE49-F238E27FC236}">
                      <a16:creationId xmlns:a16="http://schemas.microsoft.com/office/drawing/2014/main" id="{B8EC1267-4BF0-0436-5534-D2DD646E4D1E}"/>
                    </a:ext>
                  </a:extLst>
                </p:cNvPr>
                <p:cNvPicPr/>
                <p:nvPr/>
              </p:nvPicPr>
              <p:blipFill>
                <a:blip r:embed="rId187"/>
                <a:stretch>
                  <a:fillRect/>
                </a:stretch>
              </p:blipFill>
              <p:spPr>
                <a:xfrm>
                  <a:off x="242624" y="673643"/>
                  <a:ext cx="1460520" cy="4438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26" name="Ink 125">
                  <a:extLst>
                    <a:ext uri="{FF2B5EF4-FFF2-40B4-BE49-F238E27FC236}">
                      <a16:creationId xmlns:a16="http://schemas.microsoft.com/office/drawing/2014/main" id="{336127A0-7241-C7D1-A0E3-387055BCFF47}"/>
                    </a:ext>
                  </a:extLst>
                </p14:cNvPr>
                <p14:cNvContentPartPr/>
                <p14:nvPr/>
              </p14:nvContentPartPr>
              <p14:xfrm>
                <a:off x="67304" y="1625843"/>
                <a:ext cx="584280" cy="626400"/>
              </p14:xfrm>
            </p:contentPart>
          </mc:Choice>
          <mc:Fallback>
            <p:pic>
              <p:nvPicPr>
                <p:cNvPr id="126" name="Ink 125">
                  <a:extLst>
                    <a:ext uri="{FF2B5EF4-FFF2-40B4-BE49-F238E27FC236}">
                      <a16:creationId xmlns:a16="http://schemas.microsoft.com/office/drawing/2014/main" id="{336127A0-7241-C7D1-A0E3-387055BCFF47}"/>
                    </a:ext>
                  </a:extLst>
                </p:cNvPr>
                <p:cNvPicPr/>
                <p:nvPr/>
              </p:nvPicPr>
              <p:blipFill>
                <a:blip r:embed="rId189"/>
                <a:stretch>
                  <a:fillRect/>
                </a:stretch>
              </p:blipFill>
              <p:spPr>
                <a:xfrm>
                  <a:off x="58664" y="1617203"/>
                  <a:ext cx="601920" cy="6440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27" name="Ink 126">
                  <a:extLst>
                    <a:ext uri="{FF2B5EF4-FFF2-40B4-BE49-F238E27FC236}">
                      <a16:creationId xmlns:a16="http://schemas.microsoft.com/office/drawing/2014/main" id="{381C5CC8-9B57-ABA2-4E8A-4FFBFF3AF7D8}"/>
                    </a:ext>
                  </a:extLst>
                </p14:cNvPr>
                <p14:cNvContentPartPr/>
                <p14:nvPr/>
              </p14:nvContentPartPr>
              <p14:xfrm>
                <a:off x="798104" y="1806203"/>
                <a:ext cx="58320" cy="246600"/>
              </p14:xfrm>
            </p:contentPart>
          </mc:Choice>
          <mc:Fallback>
            <p:pic>
              <p:nvPicPr>
                <p:cNvPr id="127" name="Ink 126">
                  <a:extLst>
                    <a:ext uri="{FF2B5EF4-FFF2-40B4-BE49-F238E27FC236}">
                      <a16:creationId xmlns:a16="http://schemas.microsoft.com/office/drawing/2014/main" id="{381C5CC8-9B57-ABA2-4E8A-4FFBFF3AF7D8}"/>
                    </a:ext>
                  </a:extLst>
                </p:cNvPr>
                <p:cNvPicPr/>
                <p:nvPr/>
              </p:nvPicPr>
              <p:blipFill>
                <a:blip r:embed="rId191"/>
                <a:stretch>
                  <a:fillRect/>
                </a:stretch>
              </p:blipFill>
              <p:spPr>
                <a:xfrm>
                  <a:off x="789104" y="1797203"/>
                  <a:ext cx="7596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28" name="Ink 127">
                  <a:extLst>
                    <a:ext uri="{FF2B5EF4-FFF2-40B4-BE49-F238E27FC236}">
                      <a16:creationId xmlns:a16="http://schemas.microsoft.com/office/drawing/2014/main" id="{60C85334-176D-68C9-058B-35655B022FAA}"/>
                    </a:ext>
                  </a:extLst>
                </p14:cNvPr>
                <p14:cNvContentPartPr/>
                <p14:nvPr/>
              </p14:nvContentPartPr>
              <p14:xfrm>
                <a:off x="822224" y="1441163"/>
                <a:ext cx="46080" cy="46080"/>
              </p14:xfrm>
            </p:contentPart>
          </mc:Choice>
          <mc:Fallback>
            <p:pic>
              <p:nvPicPr>
                <p:cNvPr id="128" name="Ink 127">
                  <a:extLst>
                    <a:ext uri="{FF2B5EF4-FFF2-40B4-BE49-F238E27FC236}">
                      <a16:creationId xmlns:a16="http://schemas.microsoft.com/office/drawing/2014/main" id="{60C85334-176D-68C9-058B-35655B022FAA}"/>
                    </a:ext>
                  </a:extLst>
                </p:cNvPr>
                <p:cNvPicPr/>
                <p:nvPr/>
              </p:nvPicPr>
              <p:blipFill>
                <a:blip r:embed="rId193"/>
                <a:stretch>
                  <a:fillRect/>
                </a:stretch>
              </p:blipFill>
              <p:spPr>
                <a:xfrm>
                  <a:off x="813224" y="1432523"/>
                  <a:ext cx="6372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9" name="Ink 128">
                  <a:extLst>
                    <a:ext uri="{FF2B5EF4-FFF2-40B4-BE49-F238E27FC236}">
                      <a16:creationId xmlns:a16="http://schemas.microsoft.com/office/drawing/2014/main" id="{55F914B2-A151-3CC0-5DD5-E29A8BAFE54E}"/>
                    </a:ext>
                  </a:extLst>
                </p14:cNvPr>
                <p14:cNvContentPartPr/>
                <p14:nvPr/>
              </p14:nvContentPartPr>
              <p14:xfrm>
                <a:off x="1012664" y="1598843"/>
                <a:ext cx="540720" cy="290880"/>
              </p14:xfrm>
            </p:contentPart>
          </mc:Choice>
          <mc:Fallback>
            <p:pic>
              <p:nvPicPr>
                <p:cNvPr id="129" name="Ink 128">
                  <a:extLst>
                    <a:ext uri="{FF2B5EF4-FFF2-40B4-BE49-F238E27FC236}">
                      <a16:creationId xmlns:a16="http://schemas.microsoft.com/office/drawing/2014/main" id="{55F914B2-A151-3CC0-5DD5-E29A8BAFE54E}"/>
                    </a:ext>
                  </a:extLst>
                </p:cNvPr>
                <p:cNvPicPr/>
                <p:nvPr/>
              </p:nvPicPr>
              <p:blipFill>
                <a:blip r:embed="rId195"/>
                <a:stretch>
                  <a:fillRect/>
                </a:stretch>
              </p:blipFill>
              <p:spPr>
                <a:xfrm>
                  <a:off x="1004024" y="1589843"/>
                  <a:ext cx="55836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30" name="Ink 129">
                  <a:extLst>
                    <a:ext uri="{FF2B5EF4-FFF2-40B4-BE49-F238E27FC236}">
                      <a16:creationId xmlns:a16="http://schemas.microsoft.com/office/drawing/2014/main" id="{BC85BEF5-4BD1-C276-4D89-BA6D261D266D}"/>
                    </a:ext>
                  </a:extLst>
                </p14:cNvPr>
                <p14:cNvContentPartPr/>
                <p14:nvPr/>
              </p14:nvContentPartPr>
              <p14:xfrm>
                <a:off x="1601264" y="1323083"/>
                <a:ext cx="230760" cy="295560"/>
              </p14:xfrm>
            </p:contentPart>
          </mc:Choice>
          <mc:Fallback>
            <p:pic>
              <p:nvPicPr>
                <p:cNvPr id="130" name="Ink 129">
                  <a:extLst>
                    <a:ext uri="{FF2B5EF4-FFF2-40B4-BE49-F238E27FC236}">
                      <a16:creationId xmlns:a16="http://schemas.microsoft.com/office/drawing/2014/main" id="{BC85BEF5-4BD1-C276-4D89-BA6D261D266D}"/>
                    </a:ext>
                  </a:extLst>
                </p:cNvPr>
                <p:cNvPicPr/>
                <p:nvPr/>
              </p:nvPicPr>
              <p:blipFill>
                <a:blip r:embed="rId197"/>
                <a:stretch>
                  <a:fillRect/>
                </a:stretch>
              </p:blipFill>
              <p:spPr>
                <a:xfrm>
                  <a:off x="1592264" y="1314083"/>
                  <a:ext cx="248400" cy="3132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31" name="Ink 130">
                  <a:extLst>
                    <a:ext uri="{FF2B5EF4-FFF2-40B4-BE49-F238E27FC236}">
                      <a16:creationId xmlns:a16="http://schemas.microsoft.com/office/drawing/2014/main" id="{4AAE1A50-EF48-DE73-9A1F-A2630C1FD2A3}"/>
                    </a:ext>
                  </a:extLst>
                </p14:cNvPr>
                <p14:cNvContentPartPr/>
                <p14:nvPr/>
              </p14:nvContentPartPr>
              <p14:xfrm>
                <a:off x="1994024" y="1150283"/>
                <a:ext cx="331920" cy="816840"/>
              </p14:xfrm>
            </p:contentPart>
          </mc:Choice>
          <mc:Fallback>
            <p:pic>
              <p:nvPicPr>
                <p:cNvPr id="131" name="Ink 130">
                  <a:extLst>
                    <a:ext uri="{FF2B5EF4-FFF2-40B4-BE49-F238E27FC236}">
                      <a16:creationId xmlns:a16="http://schemas.microsoft.com/office/drawing/2014/main" id="{4AAE1A50-EF48-DE73-9A1F-A2630C1FD2A3}"/>
                    </a:ext>
                  </a:extLst>
                </p:cNvPr>
                <p:cNvPicPr/>
                <p:nvPr/>
              </p:nvPicPr>
              <p:blipFill>
                <a:blip r:embed="rId199"/>
                <a:stretch>
                  <a:fillRect/>
                </a:stretch>
              </p:blipFill>
              <p:spPr>
                <a:xfrm>
                  <a:off x="1985384" y="1141643"/>
                  <a:ext cx="349560" cy="83448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32" name="Ink 131">
                  <a:extLst>
                    <a:ext uri="{FF2B5EF4-FFF2-40B4-BE49-F238E27FC236}">
                      <a16:creationId xmlns:a16="http://schemas.microsoft.com/office/drawing/2014/main" id="{A0F28BE8-64F1-B754-EBBB-F9AE4CD1696F}"/>
                    </a:ext>
                  </a:extLst>
                </p14:cNvPr>
                <p14:cNvContentPartPr/>
                <p14:nvPr/>
              </p14:nvContentPartPr>
              <p14:xfrm>
                <a:off x="609464" y="2242163"/>
                <a:ext cx="975240" cy="600480"/>
              </p14:xfrm>
            </p:contentPart>
          </mc:Choice>
          <mc:Fallback>
            <p:pic>
              <p:nvPicPr>
                <p:cNvPr id="132" name="Ink 131">
                  <a:extLst>
                    <a:ext uri="{FF2B5EF4-FFF2-40B4-BE49-F238E27FC236}">
                      <a16:creationId xmlns:a16="http://schemas.microsoft.com/office/drawing/2014/main" id="{A0F28BE8-64F1-B754-EBBB-F9AE4CD1696F}"/>
                    </a:ext>
                  </a:extLst>
                </p:cNvPr>
                <p:cNvPicPr/>
                <p:nvPr/>
              </p:nvPicPr>
              <p:blipFill>
                <a:blip r:embed="rId201"/>
                <a:stretch>
                  <a:fillRect/>
                </a:stretch>
              </p:blipFill>
              <p:spPr>
                <a:xfrm>
                  <a:off x="600464" y="2233163"/>
                  <a:ext cx="992880" cy="6181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33" name="Ink 132">
                  <a:extLst>
                    <a:ext uri="{FF2B5EF4-FFF2-40B4-BE49-F238E27FC236}">
                      <a16:creationId xmlns:a16="http://schemas.microsoft.com/office/drawing/2014/main" id="{CC0582C9-1FAF-FDBE-82BB-63A20FB7B8FD}"/>
                    </a:ext>
                  </a:extLst>
                </p14:cNvPr>
                <p14:cNvContentPartPr/>
                <p14:nvPr/>
              </p14:nvContentPartPr>
              <p14:xfrm>
                <a:off x="1204544" y="2410283"/>
                <a:ext cx="140400" cy="488880"/>
              </p14:xfrm>
            </p:contentPart>
          </mc:Choice>
          <mc:Fallback>
            <p:pic>
              <p:nvPicPr>
                <p:cNvPr id="133" name="Ink 132">
                  <a:extLst>
                    <a:ext uri="{FF2B5EF4-FFF2-40B4-BE49-F238E27FC236}">
                      <a16:creationId xmlns:a16="http://schemas.microsoft.com/office/drawing/2014/main" id="{CC0582C9-1FAF-FDBE-82BB-63A20FB7B8FD}"/>
                    </a:ext>
                  </a:extLst>
                </p:cNvPr>
                <p:cNvPicPr/>
                <p:nvPr/>
              </p:nvPicPr>
              <p:blipFill>
                <a:blip r:embed="rId203"/>
                <a:stretch>
                  <a:fillRect/>
                </a:stretch>
              </p:blipFill>
              <p:spPr>
                <a:xfrm>
                  <a:off x="1195544" y="2401643"/>
                  <a:ext cx="158040" cy="50652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34" name="Ink 133">
                  <a:extLst>
                    <a:ext uri="{FF2B5EF4-FFF2-40B4-BE49-F238E27FC236}">
                      <a16:creationId xmlns:a16="http://schemas.microsoft.com/office/drawing/2014/main" id="{EB401CF6-7363-C046-4700-5753DE96CFDE}"/>
                    </a:ext>
                  </a:extLst>
                </p14:cNvPr>
                <p14:cNvContentPartPr/>
                <p14:nvPr/>
              </p14:nvContentPartPr>
              <p14:xfrm>
                <a:off x="1516664" y="2512163"/>
                <a:ext cx="266760" cy="371160"/>
              </p14:xfrm>
            </p:contentPart>
          </mc:Choice>
          <mc:Fallback>
            <p:pic>
              <p:nvPicPr>
                <p:cNvPr id="134" name="Ink 133">
                  <a:extLst>
                    <a:ext uri="{FF2B5EF4-FFF2-40B4-BE49-F238E27FC236}">
                      <a16:creationId xmlns:a16="http://schemas.microsoft.com/office/drawing/2014/main" id="{EB401CF6-7363-C046-4700-5753DE96CFDE}"/>
                    </a:ext>
                  </a:extLst>
                </p:cNvPr>
                <p:cNvPicPr/>
                <p:nvPr/>
              </p:nvPicPr>
              <p:blipFill>
                <a:blip r:embed="rId205"/>
                <a:stretch>
                  <a:fillRect/>
                </a:stretch>
              </p:blipFill>
              <p:spPr>
                <a:xfrm>
                  <a:off x="1508024" y="2503523"/>
                  <a:ext cx="284400" cy="3888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35" name="Ink 134">
                  <a:extLst>
                    <a:ext uri="{FF2B5EF4-FFF2-40B4-BE49-F238E27FC236}">
                      <a16:creationId xmlns:a16="http://schemas.microsoft.com/office/drawing/2014/main" id="{467CBB21-A778-AFA4-B5E4-3152DC89FB46}"/>
                    </a:ext>
                  </a:extLst>
                </p14:cNvPr>
                <p14:cNvContentPartPr/>
                <p14:nvPr/>
              </p14:nvContentPartPr>
              <p14:xfrm>
                <a:off x="1945424" y="2254043"/>
                <a:ext cx="552240" cy="310680"/>
              </p14:xfrm>
            </p:contentPart>
          </mc:Choice>
          <mc:Fallback>
            <p:pic>
              <p:nvPicPr>
                <p:cNvPr id="135" name="Ink 134">
                  <a:extLst>
                    <a:ext uri="{FF2B5EF4-FFF2-40B4-BE49-F238E27FC236}">
                      <a16:creationId xmlns:a16="http://schemas.microsoft.com/office/drawing/2014/main" id="{467CBB21-A778-AFA4-B5E4-3152DC89FB46}"/>
                    </a:ext>
                  </a:extLst>
                </p:cNvPr>
                <p:cNvPicPr/>
                <p:nvPr/>
              </p:nvPicPr>
              <p:blipFill>
                <a:blip r:embed="rId207"/>
                <a:stretch>
                  <a:fillRect/>
                </a:stretch>
              </p:blipFill>
              <p:spPr>
                <a:xfrm>
                  <a:off x="1936424" y="2245403"/>
                  <a:ext cx="56988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36" name="Ink 135">
                  <a:extLst>
                    <a:ext uri="{FF2B5EF4-FFF2-40B4-BE49-F238E27FC236}">
                      <a16:creationId xmlns:a16="http://schemas.microsoft.com/office/drawing/2014/main" id="{5CEA0148-58AC-9AC7-7BC3-5142DC1C4B49}"/>
                    </a:ext>
                  </a:extLst>
                </p14:cNvPr>
                <p14:cNvContentPartPr/>
                <p14:nvPr/>
              </p14:nvContentPartPr>
              <p14:xfrm>
                <a:off x="2732024" y="2198603"/>
                <a:ext cx="27000" cy="16560"/>
              </p14:xfrm>
            </p:contentPart>
          </mc:Choice>
          <mc:Fallback>
            <p:pic>
              <p:nvPicPr>
                <p:cNvPr id="136" name="Ink 135">
                  <a:extLst>
                    <a:ext uri="{FF2B5EF4-FFF2-40B4-BE49-F238E27FC236}">
                      <a16:creationId xmlns:a16="http://schemas.microsoft.com/office/drawing/2014/main" id="{5CEA0148-58AC-9AC7-7BC3-5142DC1C4B49}"/>
                    </a:ext>
                  </a:extLst>
                </p:cNvPr>
                <p:cNvPicPr/>
                <p:nvPr/>
              </p:nvPicPr>
              <p:blipFill>
                <a:blip r:embed="rId209"/>
                <a:stretch>
                  <a:fillRect/>
                </a:stretch>
              </p:blipFill>
              <p:spPr>
                <a:xfrm>
                  <a:off x="2723384" y="2189963"/>
                  <a:ext cx="446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37" name="Ink 136">
                  <a:extLst>
                    <a:ext uri="{FF2B5EF4-FFF2-40B4-BE49-F238E27FC236}">
                      <a16:creationId xmlns:a16="http://schemas.microsoft.com/office/drawing/2014/main" id="{13E93636-E112-499F-02A9-E47BAB305F31}"/>
                    </a:ext>
                  </a:extLst>
                </p14:cNvPr>
                <p14:cNvContentPartPr/>
                <p14:nvPr/>
              </p14:nvContentPartPr>
              <p14:xfrm>
                <a:off x="3944" y="1715843"/>
                <a:ext cx="2937600" cy="1904400"/>
              </p14:xfrm>
            </p:contentPart>
          </mc:Choice>
          <mc:Fallback>
            <p:pic>
              <p:nvPicPr>
                <p:cNvPr id="137" name="Ink 136">
                  <a:extLst>
                    <a:ext uri="{FF2B5EF4-FFF2-40B4-BE49-F238E27FC236}">
                      <a16:creationId xmlns:a16="http://schemas.microsoft.com/office/drawing/2014/main" id="{13E93636-E112-499F-02A9-E47BAB305F31}"/>
                    </a:ext>
                  </a:extLst>
                </p:cNvPr>
                <p:cNvPicPr/>
                <p:nvPr/>
              </p:nvPicPr>
              <p:blipFill>
                <a:blip r:embed="rId211"/>
                <a:stretch>
                  <a:fillRect/>
                </a:stretch>
              </p:blipFill>
              <p:spPr>
                <a:xfrm>
                  <a:off x="-5056" y="1707203"/>
                  <a:ext cx="2955240" cy="192204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38" name="Ink 137">
                  <a:extLst>
                    <a:ext uri="{FF2B5EF4-FFF2-40B4-BE49-F238E27FC236}">
                      <a16:creationId xmlns:a16="http://schemas.microsoft.com/office/drawing/2014/main" id="{5E5E6B8A-F9A9-261C-CDBF-DDF043A51A0C}"/>
                    </a:ext>
                  </a:extLst>
                </p14:cNvPr>
                <p14:cNvContentPartPr/>
                <p14:nvPr/>
              </p14:nvContentPartPr>
              <p14:xfrm>
                <a:off x="-188656" y="618203"/>
                <a:ext cx="3101040" cy="1782360"/>
              </p14:xfrm>
            </p:contentPart>
          </mc:Choice>
          <mc:Fallback>
            <p:pic>
              <p:nvPicPr>
                <p:cNvPr id="138" name="Ink 137">
                  <a:extLst>
                    <a:ext uri="{FF2B5EF4-FFF2-40B4-BE49-F238E27FC236}">
                      <a16:creationId xmlns:a16="http://schemas.microsoft.com/office/drawing/2014/main" id="{5E5E6B8A-F9A9-261C-CDBF-DDF043A51A0C}"/>
                    </a:ext>
                  </a:extLst>
                </p:cNvPr>
                <p:cNvPicPr/>
                <p:nvPr/>
              </p:nvPicPr>
              <p:blipFill>
                <a:blip r:embed="rId213"/>
                <a:stretch>
                  <a:fillRect/>
                </a:stretch>
              </p:blipFill>
              <p:spPr>
                <a:xfrm>
                  <a:off x="-197656" y="609563"/>
                  <a:ext cx="3118680" cy="1800000"/>
                </a:xfrm>
                <a:prstGeom prst="rect">
                  <a:avLst/>
                </a:prstGeom>
              </p:spPr>
            </p:pic>
          </mc:Fallback>
        </mc:AlternateContent>
      </p:grpSp>
    </p:spTree>
    <p:extLst>
      <p:ext uri="{BB962C8B-B14F-4D97-AF65-F5344CB8AC3E}">
        <p14:creationId xmlns:p14="http://schemas.microsoft.com/office/powerpoint/2010/main" val="3480577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2155012C-6EA9-5277-90E3-9463AE1A3B23}"/>
              </a:ext>
            </a:extLst>
          </p:cNvPr>
          <p:cNvGrpSpPr/>
          <p:nvPr/>
        </p:nvGrpSpPr>
        <p:grpSpPr>
          <a:xfrm>
            <a:off x="524144" y="745940"/>
            <a:ext cx="5797800" cy="3025800"/>
            <a:chOff x="524144" y="745940"/>
            <a:chExt cx="5797800" cy="3025800"/>
          </a:xfrm>
        </p:grpSpPr>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CC648AD6-04B8-10F5-2A37-EF2ABDB36A50}"/>
                    </a:ext>
                  </a:extLst>
                </p14:cNvPr>
                <p14:cNvContentPartPr/>
                <p14:nvPr/>
              </p14:nvContentPartPr>
              <p14:xfrm>
                <a:off x="3500264" y="2844740"/>
                <a:ext cx="89640" cy="78480"/>
              </p14:xfrm>
            </p:contentPart>
          </mc:Choice>
          <mc:Fallback>
            <p:pic>
              <p:nvPicPr>
                <p:cNvPr id="6" name="Ink 5">
                  <a:extLst>
                    <a:ext uri="{FF2B5EF4-FFF2-40B4-BE49-F238E27FC236}">
                      <a16:creationId xmlns:a16="http://schemas.microsoft.com/office/drawing/2014/main" id="{CC648AD6-04B8-10F5-2A37-EF2ABDB36A50}"/>
                    </a:ext>
                  </a:extLst>
                </p:cNvPr>
                <p:cNvPicPr/>
                <p:nvPr/>
              </p:nvPicPr>
              <p:blipFill>
                <a:blip r:embed="rId3"/>
                <a:stretch>
                  <a:fillRect/>
                </a:stretch>
              </p:blipFill>
              <p:spPr>
                <a:xfrm>
                  <a:off x="3491264" y="2836100"/>
                  <a:ext cx="10728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9F82F1EA-A6F6-EE22-2A3D-C5C2E50D55D0}"/>
                    </a:ext>
                  </a:extLst>
                </p14:cNvPr>
                <p14:cNvContentPartPr/>
                <p14:nvPr/>
              </p14:nvContentPartPr>
              <p14:xfrm>
                <a:off x="4397384" y="2619020"/>
                <a:ext cx="83520" cy="97920"/>
              </p14:xfrm>
            </p:contentPart>
          </mc:Choice>
          <mc:Fallback>
            <p:pic>
              <p:nvPicPr>
                <p:cNvPr id="7" name="Ink 6">
                  <a:extLst>
                    <a:ext uri="{FF2B5EF4-FFF2-40B4-BE49-F238E27FC236}">
                      <a16:creationId xmlns:a16="http://schemas.microsoft.com/office/drawing/2014/main" id="{9F82F1EA-A6F6-EE22-2A3D-C5C2E50D55D0}"/>
                    </a:ext>
                  </a:extLst>
                </p:cNvPr>
                <p:cNvPicPr/>
                <p:nvPr/>
              </p:nvPicPr>
              <p:blipFill>
                <a:blip r:embed="rId5"/>
                <a:stretch>
                  <a:fillRect/>
                </a:stretch>
              </p:blipFill>
              <p:spPr>
                <a:xfrm>
                  <a:off x="4388384" y="2610380"/>
                  <a:ext cx="10116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DE1403B6-CB1E-6A4C-40D1-044D14D7F972}"/>
                    </a:ext>
                  </a:extLst>
                </p14:cNvPr>
                <p14:cNvContentPartPr/>
                <p14:nvPr/>
              </p14:nvContentPartPr>
              <p14:xfrm>
                <a:off x="3340064" y="3108620"/>
                <a:ext cx="182520" cy="195840"/>
              </p14:xfrm>
            </p:contentPart>
          </mc:Choice>
          <mc:Fallback>
            <p:pic>
              <p:nvPicPr>
                <p:cNvPr id="8" name="Ink 7">
                  <a:extLst>
                    <a:ext uri="{FF2B5EF4-FFF2-40B4-BE49-F238E27FC236}">
                      <a16:creationId xmlns:a16="http://schemas.microsoft.com/office/drawing/2014/main" id="{DE1403B6-CB1E-6A4C-40D1-044D14D7F972}"/>
                    </a:ext>
                  </a:extLst>
                </p:cNvPr>
                <p:cNvPicPr/>
                <p:nvPr/>
              </p:nvPicPr>
              <p:blipFill>
                <a:blip r:embed="rId7"/>
                <a:stretch>
                  <a:fillRect/>
                </a:stretch>
              </p:blipFill>
              <p:spPr>
                <a:xfrm>
                  <a:off x="3331064" y="3099980"/>
                  <a:ext cx="20016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2B6EF856-4E62-89D0-AEDC-B4929CB0EEC3}"/>
                    </a:ext>
                  </a:extLst>
                </p14:cNvPr>
                <p14:cNvContentPartPr/>
                <p14:nvPr/>
              </p14:nvContentPartPr>
              <p14:xfrm>
                <a:off x="4354904" y="2948060"/>
                <a:ext cx="141840" cy="253080"/>
              </p14:xfrm>
            </p:contentPart>
          </mc:Choice>
          <mc:Fallback>
            <p:pic>
              <p:nvPicPr>
                <p:cNvPr id="9" name="Ink 8">
                  <a:extLst>
                    <a:ext uri="{FF2B5EF4-FFF2-40B4-BE49-F238E27FC236}">
                      <a16:creationId xmlns:a16="http://schemas.microsoft.com/office/drawing/2014/main" id="{2B6EF856-4E62-89D0-AEDC-B4929CB0EEC3}"/>
                    </a:ext>
                  </a:extLst>
                </p:cNvPr>
                <p:cNvPicPr/>
                <p:nvPr/>
              </p:nvPicPr>
              <p:blipFill>
                <a:blip r:embed="rId9"/>
                <a:stretch>
                  <a:fillRect/>
                </a:stretch>
              </p:blipFill>
              <p:spPr>
                <a:xfrm>
                  <a:off x="4346264" y="2939060"/>
                  <a:ext cx="15948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4F26257F-0EB6-6F84-A769-02F55F231A45}"/>
                    </a:ext>
                  </a:extLst>
                </p14:cNvPr>
                <p14:cNvContentPartPr/>
                <p14:nvPr/>
              </p14:nvContentPartPr>
              <p14:xfrm>
                <a:off x="1718264" y="1425620"/>
                <a:ext cx="75600" cy="50040"/>
              </p14:xfrm>
            </p:contentPart>
          </mc:Choice>
          <mc:Fallback>
            <p:pic>
              <p:nvPicPr>
                <p:cNvPr id="2" name="Ink 1">
                  <a:extLst>
                    <a:ext uri="{FF2B5EF4-FFF2-40B4-BE49-F238E27FC236}">
                      <a16:creationId xmlns:a16="http://schemas.microsoft.com/office/drawing/2014/main" id="{4F26257F-0EB6-6F84-A769-02F55F231A45}"/>
                    </a:ext>
                  </a:extLst>
                </p:cNvPr>
                <p:cNvPicPr/>
                <p:nvPr/>
              </p:nvPicPr>
              <p:blipFill>
                <a:blip r:embed="rId11"/>
                <a:stretch>
                  <a:fillRect/>
                </a:stretch>
              </p:blipFill>
              <p:spPr>
                <a:xfrm>
                  <a:off x="1709264" y="1416620"/>
                  <a:ext cx="9324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674829DA-44B9-0DCA-0A7D-EE5F999C302D}"/>
                    </a:ext>
                  </a:extLst>
                </p14:cNvPr>
                <p14:cNvContentPartPr/>
                <p14:nvPr/>
              </p14:nvContentPartPr>
              <p14:xfrm>
                <a:off x="2257544" y="1605620"/>
                <a:ext cx="79560" cy="96480"/>
              </p14:xfrm>
            </p:contentPart>
          </mc:Choice>
          <mc:Fallback>
            <p:pic>
              <p:nvPicPr>
                <p:cNvPr id="3" name="Ink 2">
                  <a:extLst>
                    <a:ext uri="{FF2B5EF4-FFF2-40B4-BE49-F238E27FC236}">
                      <a16:creationId xmlns:a16="http://schemas.microsoft.com/office/drawing/2014/main" id="{674829DA-44B9-0DCA-0A7D-EE5F999C302D}"/>
                    </a:ext>
                  </a:extLst>
                </p:cNvPr>
                <p:cNvPicPr/>
                <p:nvPr/>
              </p:nvPicPr>
              <p:blipFill>
                <a:blip r:embed="rId13"/>
                <a:stretch>
                  <a:fillRect/>
                </a:stretch>
              </p:blipFill>
              <p:spPr>
                <a:xfrm>
                  <a:off x="2248544" y="1596980"/>
                  <a:ext cx="9720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 name="Ink 3">
                  <a:extLst>
                    <a:ext uri="{FF2B5EF4-FFF2-40B4-BE49-F238E27FC236}">
                      <a16:creationId xmlns:a16="http://schemas.microsoft.com/office/drawing/2014/main" id="{DE71B1CD-C01E-AC0F-7622-8DAB511E7622}"/>
                    </a:ext>
                  </a:extLst>
                </p14:cNvPr>
                <p14:cNvContentPartPr/>
                <p14:nvPr/>
              </p14:nvContentPartPr>
              <p14:xfrm>
                <a:off x="1220024" y="1776260"/>
                <a:ext cx="79560" cy="303120"/>
              </p14:xfrm>
            </p:contentPart>
          </mc:Choice>
          <mc:Fallback>
            <p:pic>
              <p:nvPicPr>
                <p:cNvPr id="4" name="Ink 3">
                  <a:extLst>
                    <a:ext uri="{FF2B5EF4-FFF2-40B4-BE49-F238E27FC236}">
                      <a16:creationId xmlns:a16="http://schemas.microsoft.com/office/drawing/2014/main" id="{DE71B1CD-C01E-AC0F-7622-8DAB511E7622}"/>
                    </a:ext>
                  </a:extLst>
                </p:cNvPr>
                <p:cNvPicPr/>
                <p:nvPr/>
              </p:nvPicPr>
              <p:blipFill>
                <a:blip r:embed="rId15"/>
                <a:stretch>
                  <a:fillRect/>
                </a:stretch>
              </p:blipFill>
              <p:spPr>
                <a:xfrm>
                  <a:off x="1211384" y="1767260"/>
                  <a:ext cx="97200" cy="320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 name="Ink 4">
                  <a:extLst>
                    <a:ext uri="{FF2B5EF4-FFF2-40B4-BE49-F238E27FC236}">
                      <a16:creationId xmlns:a16="http://schemas.microsoft.com/office/drawing/2014/main" id="{4BD5BE27-C57A-CFF4-B5C6-0C0A96971BC7}"/>
                    </a:ext>
                  </a:extLst>
                </p14:cNvPr>
                <p14:cNvContentPartPr/>
                <p14:nvPr/>
              </p14:nvContentPartPr>
              <p14:xfrm>
                <a:off x="2149544" y="2064260"/>
                <a:ext cx="338400" cy="232200"/>
              </p14:xfrm>
            </p:contentPart>
          </mc:Choice>
          <mc:Fallback>
            <p:pic>
              <p:nvPicPr>
                <p:cNvPr id="5" name="Ink 4">
                  <a:extLst>
                    <a:ext uri="{FF2B5EF4-FFF2-40B4-BE49-F238E27FC236}">
                      <a16:creationId xmlns:a16="http://schemas.microsoft.com/office/drawing/2014/main" id="{4BD5BE27-C57A-CFF4-B5C6-0C0A96971BC7}"/>
                    </a:ext>
                  </a:extLst>
                </p:cNvPr>
                <p:cNvPicPr/>
                <p:nvPr/>
              </p:nvPicPr>
              <p:blipFill>
                <a:blip r:embed="rId17"/>
                <a:stretch>
                  <a:fillRect/>
                </a:stretch>
              </p:blipFill>
              <p:spPr>
                <a:xfrm>
                  <a:off x="2140544" y="2055260"/>
                  <a:ext cx="35604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4" name="Ink 23">
                  <a:extLst>
                    <a:ext uri="{FF2B5EF4-FFF2-40B4-BE49-F238E27FC236}">
                      <a16:creationId xmlns:a16="http://schemas.microsoft.com/office/drawing/2014/main" id="{C9F9D799-6EC1-2585-2128-DE828FAAEE0D}"/>
                    </a:ext>
                  </a:extLst>
                </p14:cNvPr>
                <p14:cNvContentPartPr/>
                <p14:nvPr/>
              </p14:nvContentPartPr>
              <p14:xfrm>
                <a:off x="524144" y="745940"/>
                <a:ext cx="2550240" cy="1879920"/>
              </p14:xfrm>
            </p:contentPart>
          </mc:Choice>
          <mc:Fallback>
            <p:pic>
              <p:nvPicPr>
                <p:cNvPr id="24" name="Ink 23">
                  <a:extLst>
                    <a:ext uri="{FF2B5EF4-FFF2-40B4-BE49-F238E27FC236}">
                      <a16:creationId xmlns:a16="http://schemas.microsoft.com/office/drawing/2014/main" id="{C9F9D799-6EC1-2585-2128-DE828FAAEE0D}"/>
                    </a:ext>
                  </a:extLst>
                </p:cNvPr>
                <p:cNvPicPr/>
                <p:nvPr/>
              </p:nvPicPr>
              <p:blipFill>
                <a:blip r:embed="rId19"/>
                <a:stretch>
                  <a:fillRect/>
                </a:stretch>
              </p:blipFill>
              <p:spPr>
                <a:xfrm>
                  <a:off x="515144" y="736940"/>
                  <a:ext cx="2567880" cy="18975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6" name="Ink 25">
                  <a:extLst>
                    <a:ext uri="{FF2B5EF4-FFF2-40B4-BE49-F238E27FC236}">
                      <a16:creationId xmlns:a16="http://schemas.microsoft.com/office/drawing/2014/main" id="{3BCCE89A-51AF-53CA-F534-436C86ECAA10}"/>
                    </a:ext>
                  </a:extLst>
                </p14:cNvPr>
                <p14:cNvContentPartPr/>
                <p14:nvPr/>
              </p14:nvContentPartPr>
              <p14:xfrm>
                <a:off x="2582264" y="1537220"/>
                <a:ext cx="3739680" cy="2234520"/>
              </p14:xfrm>
            </p:contentPart>
          </mc:Choice>
          <mc:Fallback>
            <p:pic>
              <p:nvPicPr>
                <p:cNvPr id="26" name="Ink 25">
                  <a:extLst>
                    <a:ext uri="{FF2B5EF4-FFF2-40B4-BE49-F238E27FC236}">
                      <a16:creationId xmlns:a16="http://schemas.microsoft.com/office/drawing/2014/main" id="{3BCCE89A-51AF-53CA-F534-436C86ECAA10}"/>
                    </a:ext>
                  </a:extLst>
                </p:cNvPr>
                <p:cNvPicPr/>
                <p:nvPr/>
              </p:nvPicPr>
              <p:blipFill>
                <a:blip r:embed="rId21"/>
                <a:stretch>
                  <a:fillRect/>
                </a:stretch>
              </p:blipFill>
              <p:spPr>
                <a:xfrm>
                  <a:off x="2573264" y="1528580"/>
                  <a:ext cx="3757320" cy="2252160"/>
                </a:xfrm>
                <a:prstGeom prst="rect">
                  <a:avLst/>
                </a:prstGeom>
              </p:spPr>
            </p:pic>
          </mc:Fallback>
        </mc:AlternateContent>
      </p:grpSp>
      <p:grpSp>
        <p:nvGrpSpPr>
          <p:cNvPr id="31" name="Group 30">
            <a:extLst>
              <a:ext uri="{FF2B5EF4-FFF2-40B4-BE49-F238E27FC236}">
                <a16:creationId xmlns:a16="http://schemas.microsoft.com/office/drawing/2014/main" id="{FFECE5BF-8D70-DB84-A3BA-51DAC532F044}"/>
              </a:ext>
            </a:extLst>
          </p:cNvPr>
          <p:cNvGrpSpPr/>
          <p:nvPr/>
        </p:nvGrpSpPr>
        <p:grpSpPr>
          <a:xfrm>
            <a:off x="2995184" y="4181780"/>
            <a:ext cx="7590600" cy="2284920"/>
            <a:chOff x="2995184" y="4181780"/>
            <a:chExt cx="7590600" cy="2284920"/>
          </a:xfrm>
        </p:grpSpPr>
        <mc:AlternateContent xmlns:mc="http://schemas.openxmlformats.org/markup-compatibility/2006">
          <mc:Choice xmlns:p14="http://schemas.microsoft.com/office/powerpoint/2010/main" Requires="p14">
            <p:contentPart p14:bwMode="auto" r:id="rId22">
              <p14:nvContentPartPr>
                <p14:cNvPr id="10" name="Ink 9">
                  <a:extLst>
                    <a:ext uri="{FF2B5EF4-FFF2-40B4-BE49-F238E27FC236}">
                      <a16:creationId xmlns:a16="http://schemas.microsoft.com/office/drawing/2014/main" id="{71E6632A-2314-15A9-91D8-E64BB7123C77}"/>
                    </a:ext>
                  </a:extLst>
                </p14:cNvPr>
                <p14:cNvContentPartPr/>
                <p14:nvPr/>
              </p14:nvContentPartPr>
              <p14:xfrm>
                <a:off x="4394504" y="5132540"/>
                <a:ext cx="60120" cy="58680"/>
              </p14:xfrm>
            </p:contentPart>
          </mc:Choice>
          <mc:Fallback>
            <p:pic>
              <p:nvPicPr>
                <p:cNvPr id="10" name="Ink 9">
                  <a:extLst>
                    <a:ext uri="{FF2B5EF4-FFF2-40B4-BE49-F238E27FC236}">
                      <a16:creationId xmlns:a16="http://schemas.microsoft.com/office/drawing/2014/main" id="{71E6632A-2314-15A9-91D8-E64BB7123C77}"/>
                    </a:ext>
                  </a:extLst>
                </p:cNvPr>
                <p:cNvPicPr/>
                <p:nvPr/>
              </p:nvPicPr>
              <p:blipFill>
                <a:blip r:embed="rId23"/>
                <a:stretch>
                  <a:fillRect/>
                </a:stretch>
              </p:blipFill>
              <p:spPr>
                <a:xfrm>
                  <a:off x="4385504" y="5123900"/>
                  <a:ext cx="7776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1" name="Ink 10">
                  <a:extLst>
                    <a:ext uri="{FF2B5EF4-FFF2-40B4-BE49-F238E27FC236}">
                      <a16:creationId xmlns:a16="http://schemas.microsoft.com/office/drawing/2014/main" id="{1B5957A4-D012-3A97-BF62-D720C17752BB}"/>
                    </a:ext>
                  </a:extLst>
                </p14:cNvPr>
                <p14:cNvContentPartPr/>
                <p14:nvPr/>
              </p14:nvContentPartPr>
              <p14:xfrm>
                <a:off x="4836584" y="5068460"/>
                <a:ext cx="60480" cy="44640"/>
              </p14:xfrm>
            </p:contentPart>
          </mc:Choice>
          <mc:Fallback>
            <p:pic>
              <p:nvPicPr>
                <p:cNvPr id="11" name="Ink 10">
                  <a:extLst>
                    <a:ext uri="{FF2B5EF4-FFF2-40B4-BE49-F238E27FC236}">
                      <a16:creationId xmlns:a16="http://schemas.microsoft.com/office/drawing/2014/main" id="{1B5957A4-D012-3A97-BF62-D720C17752BB}"/>
                    </a:ext>
                  </a:extLst>
                </p:cNvPr>
                <p:cNvPicPr/>
                <p:nvPr/>
              </p:nvPicPr>
              <p:blipFill>
                <a:blip r:embed="rId25"/>
                <a:stretch>
                  <a:fillRect/>
                </a:stretch>
              </p:blipFill>
              <p:spPr>
                <a:xfrm>
                  <a:off x="4827584" y="5059820"/>
                  <a:ext cx="7812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2" name="Ink 11">
                  <a:extLst>
                    <a:ext uri="{FF2B5EF4-FFF2-40B4-BE49-F238E27FC236}">
                      <a16:creationId xmlns:a16="http://schemas.microsoft.com/office/drawing/2014/main" id="{CCA743BB-9020-5F89-6A11-B0C2822E521C}"/>
                    </a:ext>
                  </a:extLst>
                </p14:cNvPr>
                <p14:cNvContentPartPr/>
                <p14:nvPr/>
              </p14:nvContentPartPr>
              <p14:xfrm>
                <a:off x="5622104" y="4910060"/>
                <a:ext cx="50040" cy="61560"/>
              </p14:xfrm>
            </p:contentPart>
          </mc:Choice>
          <mc:Fallback>
            <p:pic>
              <p:nvPicPr>
                <p:cNvPr id="12" name="Ink 11">
                  <a:extLst>
                    <a:ext uri="{FF2B5EF4-FFF2-40B4-BE49-F238E27FC236}">
                      <a16:creationId xmlns:a16="http://schemas.microsoft.com/office/drawing/2014/main" id="{CCA743BB-9020-5F89-6A11-B0C2822E521C}"/>
                    </a:ext>
                  </a:extLst>
                </p:cNvPr>
                <p:cNvPicPr/>
                <p:nvPr/>
              </p:nvPicPr>
              <p:blipFill>
                <a:blip r:embed="rId27"/>
                <a:stretch>
                  <a:fillRect/>
                </a:stretch>
              </p:blipFill>
              <p:spPr>
                <a:xfrm>
                  <a:off x="5613464" y="4901420"/>
                  <a:ext cx="6768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3" name="Ink 12">
                  <a:extLst>
                    <a:ext uri="{FF2B5EF4-FFF2-40B4-BE49-F238E27FC236}">
                      <a16:creationId xmlns:a16="http://schemas.microsoft.com/office/drawing/2014/main" id="{11846FFC-37FC-182E-8CE3-4CD1D56C0D2A}"/>
                    </a:ext>
                  </a:extLst>
                </p14:cNvPr>
                <p14:cNvContentPartPr/>
                <p14:nvPr/>
              </p14:nvContentPartPr>
              <p14:xfrm>
                <a:off x="4127384" y="5423420"/>
                <a:ext cx="138960" cy="377640"/>
              </p14:xfrm>
            </p:contentPart>
          </mc:Choice>
          <mc:Fallback>
            <p:pic>
              <p:nvPicPr>
                <p:cNvPr id="13" name="Ink 12">
                  <a:extLst>
                    <a:ext uri="{FF2B5EF4-FFF2-40B4-BE49-F238E27FC236}">
                      <a16:creationId xmlns:a16="http://schemas.microsoft.com/office/drawing/2014/main" id="{11846FFC-37FC-182E-8CE3-4CD1D56C0D2A}"/>
                    </a:ext>
                  </a:extLst>
                </p:cNvPr>
                <p:cNvPicPr/>
                <p:nvPr/>
              </p:nvPicPr>
              <p:blipFill>
                <a:blip r:embed="rId29"/>
                <a:stretch>
                  <a:fillRect/>
                </a:stretch>
              </p:blipFill>
              <p:spPr>
                <a:xfrm>
                  <a:off x="4118384" y="5414780"/>
                  <a:ext cx="156600" cy="3952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4" name="Ink 13">
                  <a:extLst>
                    <a:ext uri="{FF2B5EF4-FFF2-40B4-BE49-F238E27FC236}">
                      <a16:creationId xmlns:a16="http://schemas.microsoft.com/office/drawing/2014/main" id="{C8C17154-766E-AE5B-5988-BEE43362C81B}"/>
                    </a:ext>
                  </a:extLst>
                </p14:cNvPr>
                <p14:cNvContentPartPr/>
                <p14:nvPr/>
              </p14:nvContentPartPr>
              <p14:xfrm>
                <a:off x="4233224" y="5384540"/>
                <a:ext cx="170280" cy="15480"/>
              </p14:xfrm>
            </p:contentPart>
          </mc:Choice>
          <mc:Fallback>
            <p:pic>
              <p:nvPicPr>
                <p:cNvPr id="14" name="Ink 13">
                  <a:extLst>
                    <a:ext uri="{FF2B5EF4-FFF2-40B4-BE49-F238E27FC236}">
                      <a16:creationId xmlns:a16="http://schemas.microsoft.com/office/drawing/2014/main" id="{C8C17154-766E-AE5B-5988-BEE43362C81B}"/>
                    </a:ext>
                  </a:extLst>
                </p:cNvPr>
                <p:cNvPicPr/>
                <p:nvPr/>
              </p:nvPicPr>
              <p:blipFill>
                <a:blip r:embed="rId31"/>
                <a:stretch>
                  <a:fillRect/>
                </a:stretch>
              </p:blipFill>
              <p:spPr>
                <a:xfrm>
                  <a:off x="4224584" y="5375540"/>
                  <a:ext cx="18792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5" name="Ink 14">
                  <a:extLst>
                    <a:ext uri="{FF2B5EF4-FFF2-40B4-BE49-F238E27FC236}">
                      <a16:creationId xmlns:a16="http://schemas.microsoft.com/office/drawing/2014/main" id="{9829F93D-6963-2CFF-87CC-86AE205E70ED}"/>
                    </a:ext>
                  </a:extLst>
                </p14:cNvPr>
                <p14:cNvContentPartPr/>
                <p14:nvPr/>
              </p14:nvContentPartPr>
              <p14:xfrm>
                <a:off x="4638944" y="5422340"/>
                <a:ext cx="130680" cy="364320"/>
              </p14:xfrm>
            </p:contentPart>
          </mc:Choice>
          <mc:Fallback>
            <p:pic>
              <p:nvPicPr>
                <p:cNvPr id="15" name="Ink 14">
                  <a:extLst>
                    <a:ext uri="{FF2B5EF4-FFF2-40B4-BE49-F238E27FC236}">
                      <a16:creationId xmlns:a16="http://schemas.microsoft.com/office/drawing/2014/main" id="{9829F93D-6963-2CFF-87CC-86AE205E70ED}"/>
                    </a:ext>
                  </a:extLst>
                </p:cNvPr>
                <p:cNvPicPr/>
                <p:nvPr/>
              </p:nvPicPr>
              <p:blipFill>
                <a:blip r:embed="rId33"/>
                <a:stretch>
                  <a:fillRect/>
                </a:stretch>
              </p:blipFill>
              <p:spPr>
                <a:xfrm>
                  <a:off x="4629944" y="5413700"/>
                  <a:ext cx="148320" cy="3819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6" name="Ink 15">
                  <a:extLst>
                    <a:ext uri="{FF2B5EF4-FFF2-40B4-BE49-F238E27FC236}">
                      <a16:creationId xmlns:a16="http://schemas.microsoft.com/office/drawing/2014/main" id="{4E05A664-6208-BFAB-5B66-D16039F082F9}"/>
                    </a:ext>
                  </a:extLst>
                </p14:cNvPr>
                <p14:cNvContentPartPr/>
                <p14:nvPr/>
              </p14:nvContentPartPr>
              <p14:xfrm>
                <a:off x="5721464" y="5311820"/>
                <a:ext cx="251640" cy="312840"/>
              </p14:xfrm>
            </p:contentPart>
          </mc:Choice>
          <mc:Fallback>
            <p:pic>
              <p:nvPicPr>
                <p:cNvPr id="16" name="Ink 15">
                  <a:extLst>
                    <a:ext uri="{FF2B5EF4-FFF2-40B4-BE49-F238E27FC236}">
                      <a16:creationId xmlns:a16="http://schemas.microsoft.com/office/drawing/2014/main" id="{4E05A664-6208-BFAB-5B66-D16039F082F9}"/>
                    </a:ext>
                  </a:extLst>
                </p:cNvPr>
                <p:cNvPicPr/>
                <p:nvPr/>
              </p:nvPicPr>
              <p:blipFill>
                <a:blip r:embed="rId35"/>
                <a:stretch>
                  <a:fillRect/>
                </a:stretch>
              </p:blipFill>
              <p:spPr>
                <a:xfrm>
                  <a:off x="5712464" y="5302820"/>
                  <a:ext cx="26928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7" name="Ink 16">
                  <a:extLst>
                    <a:ext uri="{FF2B5EF4-FFF2-40B4-BE49-F238E27FC236}">
                      <a16:creationId xmlns:a16="http://schemas.microsoft.com/office/drawing/2014/main" id="{422A1A8C-60D4-F137-0E0B-3F6C44472308}"/>
                    </a:ext>
                  </a:extLst>
                </p14:cNvPr>
                <p14:cNvContentPartPr/>
                <p14:nvPr/>
              </p14:nvContentPartPr>
              <p14:xfrm>
                <a:off x="5744144" y="5506940"/>
                <a:ext cx="315000" cy="117720"/>
              </p14:xfrm>
            </p:contentPart>
          </mc:Choice>
          <mc:Fallback>
            <p:pic>
              <p:nvPicPr>
                <p:cNvPr id="17" name="Ink 16">
                  <a:extLst>
                    <a:ext uri="{FF2B5EF4-FFF2-40B4-BE49-F238E27FC236}">
                      <a16:creationId xmlns:a16="http://schemas.microsoft.com/office/drawing/2014/main" id="{422A1A8C-60D4-F137-0E0B-3F6C44472308}"/>
                    </a:ext>
                  </a:extLst>
                </p:cNvPr>
                <p:cNvPicPr/>
                <p:nvPr/>
              </p:nvPicPr>
              <p:blipFill>
                <a:blip r:embed="rId37"/>
                <a:stretch>
                  <a:fillRect/>
                </a:stretch>
              </p:blipFill>
              <p:spPr>
                <a:xfrm>
                  <a:off x="5735504" y="5498300"/>
                  <a:ext cx="33264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0" name="Ink 19">
                  <a:extLst>
                    <a:ext uri="{FF2B5EF4-FFF2-40B4-BE49-F238E27FC236}">
                      <a16:creationId xmlns:a16="http://schemas.microsoft.com/office/drawing/2014/main" id="{60DBCE61-8525-3C87-1DDF-78227E7391F6}"/>
                    </a:ext>
                  </a:extLst>
                </p14:cNvPr>
                <p14:cNvContentPartPr/>
                <p14:nvPr/>
              </p14:nvContentPartPr>
              <p14:xfrm>
                <a:off x="7553144" y="5064140"/>
                <a:ext cx="72720" cy="51840"/>
              </p14:xfrm>
            </p:contentPart>
          </mc:Choice>
          <mc:Fallback>
            <p:pic>
              <p:nvPicPr>
                <p:cNvPr id="20" name="Ink 19">
                  <a:extLst>
                    <a:ext uri="{FF2B5EF4-FFF2-40B4-BE49-F238E27FC236}">
                      <a16:creationId xmlns:a16="http://schemas.microsoft.com/office/drawing/2014/main" id="{60DBCE61-8525-3C87-1DDF-78227E7391F6}"/>
                    </a:ext>
                  </a:extLst>
                </p:cNvPr>
                <p:cNvPicPr/>
                <p:nvPr/>
              </p:nvPicPr>
              <p:blipFill>
                <a:blip r:embed="rId39"/>
                <a:stretch>
                  <a:fillRect/>
                </a:stretch>
              </p:blipFill>
              <p:spPr>
                <a:xfrm>
                  <a:off x="7544144" y="5055140"/>
                  <a:ext cx="9036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1" name="Ink 20">
                  <a:extLst>
                    <a:ext uri="{FF2B5EF4-FFF2-40B4-BE49-F238E27FC236}">
                      <a16:creationId xmlns:a16="http://schemas.microsoft.com/office/drawing/2014/main" id="{72DE8AD4-D3EF-C774-FC6E-D4FF534683F4}"/>
                    </a:ext>
                  </a:extLst>
                </p14:cNvPr>
                <p14:cNvContentPartPr/>
                <p14:nvPr/>
              </p14:nvContentPartPr>
              <p14:xfrm>
                <a:off x="7826744" y="4959020"/>
                <a:ext cx="41400" cy="30600"/>
              </p14:xfrm>
            </p:contentPart>
          </mc:Choice>
          <mc:Fallback>
            <p:pic>
              <p:nvPicPr>
                <p:cNvPr id="21" name="Ink 20">
                  <a:extLst>
                    <a:ext uri="{FF2B5EF4-FFF2-40B4-BE49-F238E27FC236}">
                      <a16:creationId xmlns:a16="http://schemas.microsoft.com/office/drawing/2014/main" id="{72DE8AD4-D3EF-C774-FC6E-D4FF534683F4}"/>
                    </a:ext>
                  </a:extLst>
                </p:cNvPr>
                <p:cNvPicPr/>
                <p:nvPr/>
              </p:nvPicPr>
              <p:blipFill>
                <a:blip r:embed="rId41"/>
                <a:stretch>
                  <a:fillRect/>
                </a:stretch>
              </p:blipFill>
              <p:spPr>
                <a:xfrm>
                  <a:off x="7817744" y="4950380"/>
                  <a:ext cx="5904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2" name="Ink 21">
                  <a:extLst>
                    <a:ext uri="{FF2B5EF4-FFF2-40B4-BE49-F238E27FC236}">
                      <a16:creationId xmlns:a16="http://schemas.microsoft.com/office/drawing/2014/main" id="{22D16545-4AEA-DCD3-DE9E-5FD5757AF957}"/>
                    </a:ext>
                  </a:extLst>
                </p14:cNvPr>
                <p14:cNvContentPartPr/>
                <p14:nvPr/>
              </p14:nvContentPartPr>
              <p14:xfrm>
                <a:off x="7389344" y="5337020"/>
                <a:ext cx="166680" cy="293040"/>
              </p14:xfrm>
            </p:contentPart>
          </mc:Choice>
          <mc:Fallback>
            <p:pic>
              <p:nvPicPr>
                <p:cNvPr id="22" name="Ink 21">
                  <a:extLst>
                    <a:ext uri="{FF2B5EF4-FFF2-40B4-BE49-F238E27FC236}">
                      <a16:creationId xmlns:a16="http://schemas.microsoft.com/office/drawing/2014/main" id="{22D16545-4AEA-DCD3-DE9E-5FD5757AF957}"/>
                    </a:ext>
                  </a:extLst>
                </p:cNvPr>
                <p:cNvPicPr/>
                <p:nvPr/>
              </p:nvPicPr>
              <p:blipFill>
                <a:blip r:embed="rId43"/>
                <a:stretch>
                  <a:fillRect/>
                </a:stretch>
              </p:blipFill>
              <p:spPr>
                <a:xfrm>
                  <a:off x="7380344" y="5328020"/>
                  <a:ext cx="184320" cy="3106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3" name="Ink 22">
                  <a:extLst>
                    <a:ext uri="{FF2B5EF4-FFF2-40B4-BE49-F238E27FC236}">
                      <a16:creationId xmlns:a16="http://schemas.microsoft.com/office/drawing/2014/main" id="{63696449-7B89-5E03-7C74-9EBBB8DDDD9C}"/>
                    </a:ext>
                  </a:extLst>
                </p14:cNvPr>
                <p14:cNvContentPartPr/>
                <p14:nvPr/>
              </p14:nvContentPartPr>
              <p14:xfrm>
                <a:off x="7897664" y="5276540"/>
                <a:ext cx="288720" cy="407520"/>
              </p14:xfrm>
            </p:contentPart>
          </mc:Choice>
          <mc:Fallback>
            <p:pic>
              <p:nvPicPr>
                <p:cNvPr id="23" name="Ink 22">
                  <a:extLst>
                    <a:ext uri="{FF2B5EF4-FFF2-40B4-BE49-F238E27FC236}">
                      <a16:creationId xmlns:a16="http://schemas.microsoft.com/office/drawing/2014/main" id="{63696449-7B89-5E03-7C74-9EBBB8DDDD9C}"/>
                    </a:ext>
                  </a:extLst>
                </p:cNvPr>
                <p:cNvPicPr/>
                <p:nvPr/>
              </p:nvPicPr>
              <p:blipFill>
                <a:blip r:embed="rId45"/>
                <a:stretch>
                  <a:fillRect/>
                </a:stretch>
              </p:blipFill>
              <p:spPr>
                <a:xfrm>
                  <a:off x="7888664" y="5267900"/>
                  <a:ext cx="306360" cy="4251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8" name="Ink 27">
                  <a:extLst>
                    <a:ext uri="{FF2B5EF4-FFF2-40B4-BE49-F238E27FC236}">
                      <a16:creationId xmlns:a16="http://schemas.microsoft.com/office/drawing/2014/main" id="{E87CBE7D-88A3-A620-B066-4C6DF5E7DC9C}"/>
                    </a:ext>
                  </a:extLst>
                </p14:cNvPr>
                <p14:cNvContentPartPr/>
                <p14:nvPr/>
              </p14:nvContentPartPr>
              <p14:xfrm>
                <a:off x="2995184" y="4272500"/>
                <a:ext cx="4488480" cy="2180880"/>
              </p14:xfrm>
            </p:contentPart>
          </mc:Choice>
          <mc:Fallback>
            <p:pic>
              <p:nvPicPr>
                <p:cNvPr id="28" name="Ink 27">
                  <a:extLst>
                    <a:ext uri="{FF2B5EF4-FFF2-40B4-BE49-F238E27FC236}">
                      <a16:creationId xmlns:a16="http://schemas.microsoft.com/office/drawing/2014/main" id="{E87CBE7D-88A3-A620-B066-4C6DF5E7DC9C}"/>
                    </a:ext>
                  </a:extLst>
                </p:cNvPr>
                <p:cNvPicPr/>
                <p:nvPr/>
              </p:nvPicPr>
              <p:blipFill>
                <a:blip r:embed="rId47"/>
                <a:stretch>
                  <a:fillRect/>
                </a:stretch>
              </p:blipFill>
              <p:spPr>
                <a:xfrm>
                  <a:off x="2986544" y="4263500"/>
                  <a:ext cx="4506120" cy="21985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A8A05330-C7A0-5B0C-205A-673A23E69B0B}"/>
                    </a:ext>
                  </a:extLst>
                </p14:cNvPr>
                <p14:cNvContentPartPr/>
                <p14:nvPr/>
              </p14:nvContentPartPr>
              <p14:xfrm>
                <a:off x="6600584" y="4181780"/>
                <a:ext cx="3985200" cy="2284920"/>
              </p14:xfrm>
            </p:contentPart>
          </mc:Choice>
          <mc:Fallback>
            <p:pic>
              <p:nvPicPr>
                <p:cNvPr id="30" name="Ink 29">
                  <a:extLst>
                    <a:ext uri="{FF2B5EF4-FFF2-40B4-BE49-F238E27FC236}">
                      <a16:creationId xmlns:a16="http://schemas.microsoft.com/office/drawing/2014/main" id="{A8A05330-C7A0-5B0C-205A-673A23E69B0B}"/>
                    </a:ext>
                  </a:extLst>
                </p:cNvPr>
                <p:cNvPicPr/>
                <p:nvPr/>
              </p:nvPicPr>
              <p:blipFill>
                <a:blip r:embed="rId49"/>
                <a:stretch>
                  <a:fillRect/>
                </a:stretch>
              </p:blipFill>
              <p:spPr>
                <a:xfrm>
                  <a:off x="6591944" y="4173140"/>
                  <a:ext cx="4002840" cy="2302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0">
            <p14:nvContentPartPr>
              <p14:cNvPr id="32" name="Ink 31">
                <a:extLst>
                  <a:ext uri="{FF2B5EF4-FFF2-40B4-BE49-F238E27FC236}">
                    <a16:creationId xmlns:a16="http://schemas.microsoft.com/office/drawing/2014/main" id="{56AEF678-53F8-921D-C7D2-0000A08D56D0}"/>
                  </a:ext>
                </a:extLst>
              </p14:cNvPr>
              <p14:cNvContentPartPr/>
              <p14:nvPr/>
            </p14:nvContentPartPr>
            <p14:xfrm>
              <a:off x="1387784" y="4143620"/>
              <a:ext cx="171000" cy="190080"/>
            </p14:xfrm>
          </p:contentPart>
        </mc:Choice>
        <mc:Fallback>
          <p:pic>
            <p:nvPicPr>
              <p:cNvPr id="32" name="Ink 31">
                <a:extLst>
                  <a:ext uri="{FF2B5EF4-FFF2-40B4-BE49-F238E27FC236}">
                    <a16:creationId xmlns:a16="http://schemas.microsoft.com/office/drawing/2014/main" id="{56AEF678-53F8-921D-C7D2-0000A08D56D0}"/>
                  </a:ext>
                </a:extLst>
              </p:cNvPr>
              <p:cNvPicPr/>
              <p:nvPr/>
            </p:nvPicPr>
            <p:blipFill>
              <a:blip r:embed="rId51"/>
              <a:stretch>
                <a:fillRect/>
              </a:stretch>
            </p:blipFill>
            <p:spPr>
              <a:xfrm>
                <a:off x="1378784" y="4134620"/>
                <a:ext cx="18864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4" name="Ink 33">
                <a:extLst>
                  <a:ext uri="{FF2B5EF4-FFF2-40B4-BE49-F238E27FC236}">
                    <a16:creationId xmlns:a16="http://schemas.microsoft.com/office/drawing/2014/main" id="{E76C7858-41E4-9B00-7E33-96D3E8D516C4}"/>
                  </a:ext>
                </a:extLst>
              </p14:cNvPr>
              <p14:cNvContentPartPr/>
              <p14:nvPr/>
            </p14:nvContentPartPr>
            <p14:xfrm>
              <a:off x="1435664" y="1933220"/>
              <a:ext cx="720" cy="2221560"/>
            </p14:xfrm>
          </p:contentPart>
        </mc:Choice>
        <mc:Fallback>
          <p:pic>
            <p:nvPicPr>
              <p:cNvPr id="34" name="Ink 33">
                <a:extLst>
                  <a:ext uri="{FF2B5EF4-FFF2-40B4-BE49-F238E27FC236}">
                    <a16:creationId xmlns:a16="http://schemas.microsoft.com/office/drawing/2014/main" id="{E76C7858-41E4-9B00-7E33-96D3E8D516C4}"/>
                  </a:ext>
                </a:extLst>
              </p:cNvPr>
              <p:cNvPicPr/>
              <p:nvPr/>
            </p:nvPicPr>
            <p:blipFill>
              <a:blip r:embed="rId53"/>
              <a:stretch>
                <a:fillRect/>
              </a:stretch>
            </p:blipFill>
            <p:spPr>
              <a:xfrm>
                <a:off x="1417664" y="1924580"/>
                <a:ext cx="36000" cy="22392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6" name="Ink 35">
                <a:extLst>
                  <a:ext uri="{FF2B5EF4-FFF2-40B4-BE49-F238E27FC236}">
                    <a16:creationId xmlns:a16="http://schemas.microsoft.com/office/drawing/2014/main" id="{1A00AB4B-9D8B-1D70-EC2A-2B575DD73C13}"/>
                  </a:ext>
                </a:extLst>
              </p14:cNvPr>
              <p14:cNvContentPartPr/>
              <p14:nvPr/>
            </p14:nvContentPartPr>
            <p14:xfrm>
              <a:off x="1508024" y="2298980"/>
              <a:ext cx="829080" cy="1950480"/>
            </p14:xfrm>
          </p:contentPart>
        </mc:Choice>
        <mc:Fallback>
          <p:pic>
            <p:nvPicPr>
              <p:cNvPr id="36" name="Ink 35">
                <a:extLst>
                  <a:ext uri="{FF2B5EF4-FFF2-40B4-BE49-F238E27FC236}">
                    <a16:creationId xmlns:a16="http://schemas.microsoft.com/office/drawing/2014/main" id="{1A00AB4B-9D8B-1D70-EC2A-2B575DD73C13}"/>
                  </a:ext>
                </a:extLst>
              </p:cNvPr>
              <p:cNvPicPr/>
              <p:nvPr/>
            </p:nvPicPr>
            <p:blipFill>
              <a:blip r:embed="rId55"/>
              <a:stretch>
                <a:fillRect/>
              </a:stretch>
            </p:blipFill>
            <p:spPr>
              <a:xfrm>
                <a:off x="1499384" y="2290340"/>
                <a:ext cx="846720" cy="19681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8" name="Ink 37">
                <a:extLst>
                  <a:ext uri="{FF2B5EF4-FFF2-40B4-BE49-F238E27FC236}">
                    <a16:creationId xmlns:a16="http://schemas.microsoft.com/office/drawing/2014/main" id="{BBC00E0A-9B0F-878C-04B3-3933407D3A52}"/>
                  </a:ext>
                </a:extLst>
              </p14:cNvPr>
              <p14:cNvContentPartPr/>
              <p14:nvPr/>
            </p14:nvContentPartPr>
            <p14:xfrm>
              <a:off x="1479224" y="3257300"/>
              <a:ext cx="1865880" cy="1144080"/>
            </p14:xfrm>
          </p:contentPart>
        </mc:Choice>
        <mc:Fallback>
          <p:pic>
            <p:nvPicPr>
              <p:cNvPr id="38" name="Ink 37">
                <a:extLst>
                  <a:ext uri="{FF2B5EF4-FFF2-40B4-BE49-F238E27FC236}">
                    <a16:creationId xmlns:a16="http://schemas.microsoft.com/office/drawing/2014/main" id="{BBC00E0A-9B0F-878C-04B3-3933407D3A52}"/>
                  </a:ext>
                </a:extLst>
              </p:cNvPr>
              <p:cNvPicPr/>
              <p:nvPr/>
            </p:nvPicPr>
            <p:blipFill>
              <a:blip r:embed="rId57"/>
              <a:stretch>
                <a:fillRect/>
              </a:stretch>
            </p:blipFill>
            <p:spPr>
              <a:xfrm>
                <a:off x="1470584" y="3248660"/>
                <a:ext cx="1883520" cy="1161720"/>
              </a:xfrm>
              <a:prstGeom prst="rect">
                <a:avLst/>
              </a:prstGeom>
            </p:spPr>
          </p:pic>
        </mc:Fallback>
      </mc:AlternateContent>
      <p:grpSp>
        <p:nvGrpSpPr>
          <p:cNvPr id="42" name="Group 41">
            <a:extLst>
              <a:ext uri="{FF2B5EF4-FFF2-40B4-BE49-F238E27FC236}">
                <a16:creationId xmlns:a16="http://schemas.microsoft.com/office/drawing/2014/main" id="{5A7E84BE-1E3B-3D3A-1171-FB3F23C7970D}"/>
              </a:ext>
            </a:extLst>
          </p:cNvPr>
          <p:cNvGrpSpPr/>
          <p:nvPr/>
        </p:nvGrpSpPr>
        <p:grpSpPr>
          <a:xfrm>
            <a:off x="167384" y="6756140"/>
            <a:ext cx="120960" cy="28440"/>
            <a:chOff x="167384" y="6756140"/>
            <a:chExt cx="120960" cy="28440"/>
          </a:xfrm>
        </p:grpSpPr>
        <mc:AlternateContent xmlns:mc="http://schemas.openxmlformats.org/markup-compatibility/2006">
          <mc:Choice xmlns:p14="http://schemas.microsoft.com/office/powerpoint/2010/main" Requires="p14">
            <p:contentPart p14:bwMode="auto" r:id="rId58">
              <p14:nvContentPartPr>
                <p14:cNvPr id="40" name="Ink 39">
                  <a:extLst>
                    <a:ext uri="{FF2B5EF4-FFF2-40B4-BE49-F238E27FC236}">
                      <a16:creationId xmlns:a16="http://schemas.microsoft.com/office/drawing/2014/main" id="{E142A6F7-83ED-24B8-458A-82DD276386A7}"/>
                    </a:ext>
                  </a:extLst>
                </p14:cNvPr>
                <p14:cNvContentPartPr/>
                <p14:nvPr/>
              </p14:nvContentPartPr>
              <p14:xfrm>
                <a:off x="167384" y="6756140"/>
                <a:ext cx="3960" cy="18720"/>
              </p14:xfrm>
            </p:contentPart>
          </mc:Choice>
          <mc:Fallback>
            <p:pic>
              <p:nvPicPr>
                <p:cNvPr id="40" name="Ink 39">
                  <a:extLst>
                    <a:ext uri="{FF2B5EF4-FFF2-40B4-BE49-F238E27FC236}">
                      <a16:creationId xmlns:a16="http://schemas.microsoft.com/office/drawing/2014/main" id="{E142A6F7-83ED-24B8-458A-82DD276386A7}"/>
                    </a:ext>
                  </a:extLst>
                </p:cNvPr>
                <p:cNvPicPr/>
                <p:nvPr/>
              </p:nvPicPr>
              <p:blipFill>
                <a:blip r:embed="rId59"/>
                <a:stretch>
                  <a:fillRect/>
                </a:stretch>
              </p:blipFill>
              <p:spPr>
                <a:xfrm>
                  <a:off x="158744" y="6747140"/>
                  <a:ext cx="2160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1" name="Ink 40">
                  <a:extLst>
                    <a:ext uri="{FF2B5EF4-FFF2-40B4-BE49-F238E27FC236}">
                      <a16:creationId xmlns:a16="http://schemas.microsoft.com/office/drawing/2014/main" id="{1E18ADED-F4EC-E595-8AE7-E591A1D21867}"/>
                    </a:ext>
                  </a:extLst>
                </p14:cNvPr>
                <p14:cNvContentPartPr/>
                <p14:nvPr/>
              </p14:nvContentPartPr>
              <p14:xfrm>
                <a:off x="263864" y="6772340"/>
                <a:ext cx="24480" cy="12240"/>
              </p14:xfrm>
            </p:contentPart>
          </mc:Choice>
          <mc:Fallback>
            <p:pic>
              <p:nvPicPr>
                <p:cNvPr id="41" name="Ink 40">
                  <a:extLst>
                    <a:ext uri="{FF2B5EF4-FFF2-40B4-BE49-F238E27FC236}">
                      <a16:creationId xmlns:a16="http://schemas.microsoft.com/office/drawing/2014/main" id="{1E18ADED-F4EC-E595-8AE7-E591A1D21867}"/>
                    </a:ext>
                  </a:extLst>
                </p:cNvPr>
                <p:cNvPicPr/>
                <p:nvPr/>
              </p:nvPicPr>
              <p:blipFill>
                <a:blip r:embed="rId61"/>
                <a:stretch>
                  <a:fillRect/>
                </a:stretch>
              </p:blipFill>
              <p:spPr>
                <a:xfrm>
                  <a:off x="255224" y="6763700"/>
                  <a:ext cx="42120" cy="29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2">
            <p14:nvContentPartPr>
              <p14:cNvPr id="43" name="Ink 42">
                <a:extLst>
                  <a:ext uri="{FF2B5EF4-FFF2-40B4-BE49-F238E27FC236}">
                    <a16:creationId xmlns:a16="http://schemas.microsoft.com/office/drawing/2014/main" id="{D00FEE1F-8CA8-0E35-02BE-3C14A11440D3}"/>
                  </a:ext>
                </a:extLst>
              </p14:cNvPr>
              <p14:cNvContentPartPr/>
              <p14:nvPr/>
            </p14:nvContentPartPr>
            <p14:xfrm>
              <a:off x="3133784" y="2845820"/>
              <a:ext cx="406440" cy="427680"/>
            </p14:xfrm>
          </p:contentPart>
        </mc:Choice>
        <mc:Fallback>
          <p:pic>
            <p:nvPicPr>
              <p:cNvPr id="43" name="Ink 42">
                <a:extLst>
                  <a:ext uri="{FF2B5EF4-FFF2-40B4-BE49-F238E27FC236}">
                    <a16:creationId xmlns:a16="http://schemas.microsoft.com/office/drawing/2014/main" id="{D00FEE1F-8CA8-0E35-02BE-3C14A11440D3}"/>
                  </a:ext>
                </a:extLst>
              </p:cNvPr>
              <p:cNvPicPr/>
              <p:nvPr/>
            </p:nvPicPr>
            <p:blipFill>
              <a:blip r:embed="rId63"/>
              <a:stretch>
                <a:fillRect/>
              </a:stretch>
            </p:blipFill>
            <p:spPr>
              <a:xfrm>
                <a:off x="3124784" y="2837180"/>
                <a:ext cx="424080" cy="4453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7" name="Ink 46">
                <a:extLst>
                  <a:ext uri="{FF2B5EF4-FFF2-40B4-BE49-F238E27FC236}">
                    <a16:creationId xmlns:a16="http://schemas.microsoft.com/office/drawing/2014/main" id="{F120BAB8-5A32-8CAA-8058-1E9E5849A3DA}"/>
                  </a:ext>
                </a:extLst>
              </p14:cNvPr>
              <p14:cNvContentPartPr/>
              <p14:nvPr/>
            </p14:nvContentPartPr>
            <p14:xfrm>
              <a:off x="1505864" y="2679860"/>
              <a:ext cx="2864160" cy="1461960"/>
            </p14:xfrm>
          </p:contentPart>
        </mc:Choice>
        <mc:Fallback>
          <p:pic>
            <p:nvPicPr>
              <p:cNvPr id="47" name="Ink 46">
                <a:extLst>
                  <a:ext uri="{FF2B5EF4-FFF2-40B4-BE49-F238E27FC236}">
                    <a16:creationId xmlns:a16="http://schemas.microsoft.com/office/drawing/2014/main" id="{F120BAB8-5A32-8CAA-8058-1E9E5849A3DA}"/>
                  </a:ext>
                </a:extLst>
              </p:cNvPr>
              <p:cNvPicPr/>
              <p:nvPr/>
            </p:nvPicPr>
            <p:blipFill>
              <a:blip r:embed="rId65"/>
              <a:stretch>
                <a:fillRect/>
              </a:stretch>
            </p:blipFill>
            <p:spPr>
              <a:xfrm>
                <a:off x="1496864" y="2671220"/>
                <a:ext cx="2881800" cy="1479600"/>
              </a:xfrm>
              <a:prstGeom prst="rect">
                <a:avLst/>
              </a:prstGeom>
            </p:spPr>
          </p:pic>
        </mc:Fallback>
      </mc:AlternateContent>
      <p:grpSp>
        <p:nvGrpSpPr>
          <p:cNvPr id="57" name="Group 56">
            <a:extLst>
              <a:ext uri="{FF2B5EF4-FFF2-40B4-BE49-F238E27FC236}">
                <a16:creationId xmlns:a16="http://schemas.microsoft.com/office/drawing/2014/main" id="{146AFC4C-4427-A8B5-DDE3-ECD5515AA2DC}"/>
              </a:ext>
            </a:extLst>
          </p:cNvPr>
          <p:cNvGrpSpPr/>
          <p:nvPr/>
        </p:nvGrpSpPr>
        <p:grpSpPr>
          <a:xfrm>
            <a:off x="7224104" y="86060"/>
            <a:ext cx="4539960" cy="1198800"/>
            <a:chOff x="7224104" y="86060"/>
            <a:chExt cx="4539960" cy="1198800"/>
          </a:xfrm>
        </p:grpSpPr>
        <mc:AlternateContent xmlns:mc="http://schemas.openxmlformats.org/markup-compatibility/2006">
          <mc:Choice xmlns:p14="http://schemas.microsoft.com/office/powerpoint/2010/main" Requires="p14">
            <p:contentPart p14:bwMode="auto" r:id="rId66">
              <p14:nvContentPartPr>
                <p14:cNvPr id="48" name="Ink 47">
                  <a:extLst>
                    <a:ext uri="{FF2B5EF4-FFF2-40B4-BE49-F238E27FC236}">
                      <a16:creationId xmlns:a16="http://schemas.microsoft.com/office/drawing/2014/main" id="{73937767-FCFC-E138-BCB7-A127A4937D74}"/>
                    </a:ext>
                  </a:extLst>
                </p14:cNvPr>
                <p14:cNvContentPartPr/>
                <p14:nvPr/>
              </p14:nvContentPartPr>
              <p14:xfrm>
                <a:off x="7224104" y="626420"/>
                <a:ext cx="1138320" cy="226440"/>
              </p14:xfrm>
            </p:contentPart>
          </mc:Choice>
          <mc:Fallback>
            <p:pic>
              <p:nvPicPr>
                <p:cNvPr id="48" name="Ink 47">
                  <a:extLst>
                    <a:ext uri="{FF2B5EF4-FFF2-40B4-BE49-F238E27FC236}">
                      <a16:creationId xmlns:a16="http://schemas.microsoft.com/office/drawing/2014/main" id="{73937767-FCFC-E138-BCB7-A127A4937D74}"/>
                    </a:ext>
                  </a:extLst>
                </p:cNvPr>
                <p:cNvPicPr/>
                <p:nvPr/>
              </p:nvPicPr>
              <p:blipFill>
                <a:blip r:embed="rId67"/>
                <a:stretch>
                  <a:fillRect/>
                </a:stretch>
              </p:blipFill>
              <p:spPr>
                <a:xfrm>
                  <a:off x="7215104" y="617780"/>
                  <a:ext cx="115596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9" name="Ink 48">
                  <a:extLst>
                    <a:ext uri="{FF2B5EF4-FFF2-40B4-BE49-F238E27FC236}">
                      <a16:creationId xmlns:a16="http://schemas.microsoft.com/office/drawing/2014/main" id="{A0ADCA96-A65F-9764-4294-A645965559F3}"/>
                    </a:ext>
                  </a:extLst>
                </p14:cNvPr>
                <p14:cNvContentPartPr/>
                <p14:nvPr/>
              </p14:nvContentPartPr>
              <p14:xfrm>
                <a:off x="7654304" y="712460"/>
                <a:ext cx="55800" cy="423720"/>
              </p14:xfrm>
            </p:contentPart>
          </mc:Choice>
          <mc:Fallback>
            <p:pic>
              <p:nvPicPr>
                <p:cNvPr id="49" name="Ink 48">
                  <a:extLst>
                    <a:ext uri="{FF2B5EF4-FFF2-40B4-BE49-F238E27FC236}">
                      <a16:creationId xmlns:a16="http://schemas.microsoft.com/office/drawing/2014/main" id="{A0ADCA96-A65F-9764-4294-A645965559F3}"/>
                    </a:ext>
                  </a:extLst>
                </p:cNvPr>
                <p:cNvPicPr/>
                <p:nvPr/>
              </p:nvPicPr>
              <p:blipFill>
                <a:blip r:embed="rId69"/>
                <a:stretch>
                  <a:fillRect/>
                </a:stretch>
              </p:blipFill>
              <p:spPr>
                <a:xfrm>
                  <a:off x="7645304" y="703820"/>
                  <a:ext cx="73440" cy="4413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0" name="Ink 49">
                  <a:extLst>
                    <a:ext uri="{FF2B5EF4-FFF2-40B4-BE49-F238E27FC236}">
                      <a16:creationId xmlns:a16="http://schemas.microsoft.com/office/drawing/2014/main" id="{8ECDB34D-A83F-4C4F-BED5-15204E90803D}"/>
                    </a:ext>
                  </a:extLst>
                </p14:cNvPr>
                <p14:cNvContentPartPr/>
                <p14:nvPr/>
              </p14:nvContentPartPr>
              <p14:xfrm>
                <a:off x="7944824" y="1033580"/>
                <a:ext cx="41400" cy="226080"/>
              </p14:xfrm>
            </p:contentPart>
          </mc:Choice>
          <mc:Fallback>
            <p:pic>
              <p:nvPicPr>
                <p:cNvPr id="50" name="Ink 49">
                  <a:extLst>
                    <a:ext uri="{FF2B5EF4-FFF2-40B4-BE49-F238E27FC236}">
                      <a16:creationId xmlns:a16="http://schemas.microsoft.com/office/drawing/2014/main" id="{8ECDB34D-A83F-4C4F-BED5-15204E90803D}"/>
                    </a:ext>
                  </a:extLst>
                </p:cNvPr>
                <p:cNvPicPr/>
                <p:nvPr/>
              </p:nvPicPr>
              <p:blipFill>
                <a:blip r:embed="rId71"/>
                <a:stretch>
                  <a:fillRect/>
                </a:stretch>
              </p:blipFill>
              <p:spPr>
                <a:xfrm>
                  <a:off x="7936184" y="1024940"/>
                  <a:ext cx="5904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1" name="Ink 50">
                  <a:extLst>
                    <a:ext uri="{FF2B5EF4-FFF2-40B4-BE49-F238E27FC236}">
                      <a16:creationId xmlns:a16="http://schemas.microsoft.com/office/drawing/2014/main" id="{9E8DFD27-AEED-6EDD-4B29-D22B1ED04778}"/>
                    </a:ext>
                  </a:extLst>
                </p14:cNvPr>
                <p14:cNvContentPartPr/>
                <p14:nvPr/>
              </p14:nvContentPartPr>
              <p14:xfrm>
                <a:off x="8113664" y="873020"/>
                <a:ext cx="36360" cy="28440"/>
              </p14:xfrm>
            </p:contentPart>
          </mc:Choice>
          <mc:Fallback>
            <p:pic>
              <p:nvPicPr>
                <p:cNvPr id="51" name="Ink 50">
                  <a:extLst>
                    <a:ext uri="{FF2B5EF4-FFF2-40B4-BE49-F238E27FC236}">
                      <a16:creationId xmlns:a16="http://schemas.microsoft.com/office/drawing/2014/main" id="{9E8DFD27-AEED-6EDD-4B29-D22B1ED04778}"/>
                    </a:ext>
                  </a:extLst>
                </p:cNvPr>
                <p:cNvPicPr/>
                <p:nvPr/>
              </p:nvPicPr>
              <p:blipFill>
                <a:blip r:embed="rId73"/>
                <a:stretch>
                  <a:fillRect/>
                </a:stretch>
              </p:blipFill>
              <p:spPr>
                <a:xfrm>
                  <a:off x="8104664" y="864380"/>
                  <a:ext cx="5400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2" name="Ink 51">
                  <a:extLst>
                    <a:ext uri="{FF2B5EF4-FFF2-40B4-BE49-F238E27FC236}">
                      <a16:creationId xmlns:a16="http://schemas.microsoft.com/office/drawing/2014/main" id="{31A95958-ED1B-4FAE-DEA7-FBAA746B6E41}"/>
                    </a:ext>
                  </a:extLst>
                </p14:cNvPr>
                <p14:cNvContentPartPr/>
                <p14:nvPr/>
              </p14:nvContentPartPr>
              <p14:xfrm>
                <a:off x="8166584" y="1044740"/>
                <a:ext cx="623880" cy="240120"/>
              </p14:xfrm>
            </p:contentPart>
          </mc:Choice>
          <mc:Fallback>
            <p:pic>
              <p:nvPicPr>
                <p:cNvPr id="52" name="Ink 51">
                  <a:extLst>
                    <a:ext uri="{FF2B5EF4-FFF2-40B4-BE49-F238E27FC236}">
                      <a16:creationId xmlns:a16="http://schemas.microsoft.com/office/drawing/2014/main" id="{31A95958-ED1B-4FAE-DEA7-FBAA746B6E41}"/>
                    </a:ext>
                  </a:extLst>
                </p:cNvPr>
                <p:cNvPicPr/>
                <p:nvPr/>
              </p:nvPicPr>
              <p:blipFill>
                <a:blip r:embed="rId75"/>
                <a:stretch>
                  <a:fillRect/>
                </a:stretch>
              </p:blipFill>
              <p:spPr>
                <a:xfrm>
                  <a:off x="8157944" y="1036100"/>
                  <a:ext cx="64152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3" name="Ink 52">
                  <a:extLst>
                    <a:ext uri="{FF2B5EF4-FFF2-40B4-BE49-F238E27FC236}">
                      <a16:creationId xmlns:a16="http://schemas.microsoft.com/office/drawing/2014/main" id="{DC9FF828-DCA2-451F-FDE5-104E9500379E}"/>
                    </a:ext>
                  </a:extLst>
                </p14:cNvPr>
                <p14:cNvContentPartPr/>
                <p14:nvPr/>
              </p14:nvContentPartPr>
              <p14:xfrm>
                <a:off x="9175664" y="351020"/>
                <a:ext cx="1022040" cy="573480"/>
              </p14:xfrm>
            </p:contentPart>
          </mc:Choice>
          <mc:Fallback>
            <p:pic>
              <p:nvPicPr>
                <p:cNvPr id="53" name="Ink 52">
                  <a:extLst>
                    <a:ext uri="{FF2B5EF4-FFF2-40B4-BE49-F238E27FC236}">
                      <a16:creationId xmlns:a16="http://schemas.microsoft.com/office/drawing/2014/main" id="{DC9FF828-DCA2-451F-FDE5-104E9500379E}"/>
                    </a:ext>
                  </a:extLst>
                </p:cNvPr>
                <p:cNvPicPr/>
                <p:nvPr/>
              </p:nvPicPr>
              <p:blipFill>
                <a:blip r:embed="rId77"/>
                <a:stretch>
                  <a:fillRect/>
                </a:stretch>
              </p:blipFill>
              <p:spPr>
                <a:xfrm>
                  <a:off x="9167024" y="342380"/>
                  <a:ext cx="1039680" cy="5911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4" name="Ink 53">
                  <a:extLst>
                    <a:ext uri="{FF2B5EF4-FFF2-40B4-BE49-F238E27FC236}">
                      <a16:creationId xmlns:a16="http://schemas.microsoft.com/office/drawing/2014/main" id="{37C084FD-9384-25ED-53B0-311F536EE2C1}"/>
                    </a:ext>
                  </a:extLst>
                </p14:cNvPr>
                <p14:cNvContentPartPr/>
                <p14:nvPr/>
              </p14:nvContentPartPr>
              <p14:xfrm>
                <a:off x="10198424" y="574580"/>
                <a:ext cx="494640" cy="240120"/>
              </p14:xfrm>
            </p:contentPart>
          </mc:Choice>
          <mc:Fallback>
            <p:pic>
              <p:nvPicPr>
                <p:cNvPr id="54" name="Ink 53">
                  <a:extLst>
                    <a:ext uri="{FF2B5EF4-FFF2-40B4-BE49-F238E27FC236}">
                      <a16:creationId xmlns:a16="http://schemas.microsoft.com/office/drawing/2014/main" id="{37C084FD-9384-25ED-53B0-311F536EE2C1}"/>
                    </a:ext>
                  </a:extLst>
                </p:cNvPr>
                <p:cNvPicPr/>
                <p:nvPr/>
              </p:nvPicPr>
              <p:blipFill>
                <a:blip r:embed="rId79"/>
                <a:stretch>
                  <a:fillRect/>
                </a:stretch>
              </p:blipFill>
              <p:spPr>
                <a:xfrm>
                  <a:off x="10189784" y="565940"/>
                  <a:ext cx="51228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5" name="Ink 54">
                  <a:extLst>
                    <a:ext uri="{FF2B5EF4-FFF2-40B4-BE49-F238E27FC236}">
                      <a16:creationId xmlns:a16="http://schemas.microsoft.com/office/drawing/2014/main" id="{BB4BCCD7-ADE6-3CA4-B742-64FBE81CCA2F}"/>
                    </a:ext>
                  </a:extLst>
                </p14:cNvPr>
                <p14:cNvContentPartPr/>
                <p14:nvPr/>
              </p14:nvContentPartPr>
              <p14:xfrm>
                <a:off x="11388584" y="86060"/>
                <a:ext cx="60120" cy="773280"/>
              </p14:xfrm>
            </p:contentPart>
          </mc:Choice>
          <mc:Fallback>
            <p:pic>
              <p:nvPicPr>
                <p:cNvPr id="55" name="Ink 54">
                  <a:extLst>
                    <a:ext uri="{FF2B5EF4-FFF2-40B4-BE49-F238E27FC236}">
                      <a16:creationId xmlns:a16="http://schemas.microsoft.com/office/drawing/2014/main" id="{BB4BCCD7-ADE6-3CA4-B742-64FBE81CCA2F}"/>
                    </a:ext>
                  </a:extLst>
                </p:cNvPr>
                <p:cNvPicPr/>
                <p:nvPr/>
              </p:nvPicPr>
              <p:blipFill>
                <a:blip r:embed="rId81"/>
                <a:stretch>
                  <a:fillRect/>
                </a:stretch>
              </p:blipFill>
              <p:spPr>
                <a:xfrm>
                  <a:off x="11379944" y="77420"/>
                  <a:ext cx="77760" cy="7909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6" name="Ink 55">
                  <a:extLst>
                    <a:ext uri="{FF2B5EF4-FFF2-40B4-BE49-F238E27FC236}">
                      <a16:creationId xmlns:a16="http://schemas.microsoft.com/office/drawing/2014/main" id="{19D0F8FB-E56C-C627-FEEB-ABDF00927E49}"/>
                    </a:ext>
                  </a:extLst>
                </p14:cNvPr>
                <p14:cNvContentPartPr/>
                <p14:nvPr/>
              </p14:nvContentPartPr>
              <p14:xfrm>
                <a:off x="11005184" y="810020"/>
                <a:ext cx="758880" cy="239040"/>
              </p14:xfrm>
            </p:contentPart>
          </mc:Choice>
          <mc:Fallback>
            <p:pic>
              <p:nvPicPr>
                <p:cNvPr id="56" name="Ink 55">
                  <a:extLst>
                    <a:ext uri="{FF2B5EF4-FFF2-40B4-BE49-F238E27FC236}">
                      <a16:creationId xmlns:a16="http://schemas.microsoft.com/office/drawing/2014/main" id="{19D0F8FB-E56C-C627-FEEB-ABDF00927E49}"/>
                    </a:ext>
                  </a:extLst>
                </p:cNvPr>
                <p:cNvPicPr/>
                <p:nvPr/>
              </p:nvPicPr>
              <p:blipFill>
                <a:blip r:embed="rId83"/>
                <a:stretch>
                  <a:fillRect/>
                </a:stretch>
              </p:blipFill>
              <p:spPr>
                <a:xfrm>
                  <a:off x="10996184" y="801380"/>
                  <a:ext cx="776520" cy="256680"/>
                </a:xfrm>
                <a:prstGeom prst="rect">
                  <a:avLst/>
                </a:prstGeom>
              </p:spPr>
            </p:pic>
          </mc:Fallback>
        </mc:AlternateContent>
      </p:grpSp>
      <p:grpSp>
        <p:nvGrpSpPr>
          <p:cNvPr id="63" name="Group 62">
            <a:extLst>
              <a:ext uri="{FF2B5EF4-FFF2-40B4-BE49-F238E27FC236}">
                <a16:creationId xmlns:a16="http://schemas.microsoft.com/office/drawing/2014/main" id="{9D83FCCA-DEDF-F4D7-092B-4E3D842567DF}"/>
              </a:ext>
            </a:extLst>
          </p:cNvPr>
          <p:cNvGrpSpPr/>
          <p:nvPr/>
        </p:nvGrpSpPr>
        <p:grpSpPr>
          <a:xfrm>
            <a:off x="9485624" y="1241300"/>
            <a:ext cx="543240" cy="655560"/>
            <a:chOff x="9485624" y="1241300"/>
            <a:chExt cx="543240" cy="655560"/>
          </a:xfrm>
        </p:grpSpPr>
        <mc:AlternateContent xmlns:mc="http://schemas.openxmlformats.org/markup-compatibility/2006">
          <mc:Choice xmlns:p14="http://schemas.microsoft.com/office/powerpoint/2010/main" Requires="p14">
            <p:contentPart p14:bwMode="auto" r:id="rId84">
              <p14:nvContentPartPr>
                <p14:cNvPr id="58" name="Ink 57">
                  <a:extLst>
                    <a:ext uri="{FF2B5EF4-FFF2-40B4-BE49-F238E27FC236}">
                      <a16:creationId xmlns:a16="http://schemas.microsoft.com/office/drawing/2014/main" id="{246DCE92-C859-7C7A-0D15-124764BAF913}"/>
                    </a:ext>
                  </a:extLst>
                </p14:cNvPr>
                <p14:cNvContentPartPr/>
                <p14:nvPr/>
              </p14:nvContentPartPr>
              <p14:xfrm>
                <a:off x="9485624" y="1241300"/>
                <a:ext cx="373680" cy="451440"/>
              </p14:xfrm>
            </p:contentPart>
          </mc:Choice>
          <mc:Fallback>
            <p:pic>
              <p:nvPicPr>
                <p:cNvPr id="58" name="Ink 57">
                  <a:extLst>
                    <a:ext uri="{FF2B5EF4-FFF2-40B4-BE49-F238E27FC236}">
                      <a16:creationId xmlns:a16="http://schemas.microsoft.com/office/drawing/2014/main" id="{246DCE92-C859-7C7A-0D15-124764BAF913}"/>
                    </a:ext>
                  </a:extLst>
                </p:cNvPr>
                <p:cNvPicPr/>
                <p:nvPr/>
              </p:nvPicPr>
              <p:blipFill>
                <a:blip r:embed="rId85"/>
                <a:stretch>
                  <a:fillRect/>
                </a:stretch>
              </p:blipFill>
              <p:spPr>
                <a:xfrm>
                  <a:off x="9476984" y="1232300"/>
                  <a:ext cx="391320" cy="4690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9" name="Ink 58">
                  <a:extLst>
                    <a:ext uri="{FF2B5EF4-FFF2-40B4-BE49-F238E27FC236}">
                      <a16:creationId xmlns:a16="http://schemas.microsoft.com/office/drawing/2014/main" id="{40A27F14-547F-C361-9F1E-1C0641E32213}"/>
                    </a:ext>
                  </a:extLst>
                </p14:cNvPr>
                <p14:cNvContentPartPr/>
                <p14:nvPr/>
              </p14:nvContentPartPr>
              <p14:xfrm>
                <a:off x="9925904" y="1665380"/>
                <a:ext cx="102960" cy="231480"/>
              </p14:xfrm>
            </p:contentPart>
          </mc:Choice>
          <mc:Fallback>
            <p:pic>
              <p:nvPicPr>
                <p:cNvPr id="59" name="Ink 58">
                  <a:extLst>
                    <a:ext uri="{FF2B5EF4-FFF2-40B4-BE49-F238E27FC236}">
                      <a16:creationId xmlns:a16="http://schemas.microsoft.com/office/drawing/2014/main" id="{40A27F14-547F-C361-9F1E-1C0641E32213}"/>
                    </a:ext>
                  </a:extLst>
                </p:cNvPr>
                <p:cNvPicPr/>
                <p:nvPr/>
              </p:nvPicPr>
              <p:blipFill>
                <a:blip r:embed="rId87"/>
                <a:stretch>
                  <a:fillRect/>
                </a:stretch>
              </p:blipFill>
              <p:spPr>
                <a:xfrm>
                  <a:off x="9917264" y="1656380"/>
                  <a:ext cx="120600" cy="249120"/>
                </a:xfrm>
                <a:prstGeom prst="rect">
                  <a:avLst/>
                </a:prstGeom>
              </p:spPr>
            </p:pic>
          </mc:Fallback>
        </mc:AlternateContent>
      </p:grpSp>
      <p:grpSp>
        <p:nvGrpSpPr>
          <p:cNvPr id="62" name="Group 61">
            <a:extLst>
              <a:ext uri="{FF2B5EF4-FFF2-40B4-BE49-F238E27FC236}">
                <a16:creationId xmlns:a16="http://schemas.microsoft.com/office/drawing/2014/main" id="{E1BB78FC-6247-C38F-0FDF-54B4A3B358A4}"/>
              </a:ext>
            </a:extLst>
          </p:cNvPr>
          <p:cNvGrpSpPr/>
          <p:nvPr/>
        </p:nvGrpSpPr>
        <p:grpSpPr>
          <a:xfrm>
            <a:off x="10479584" y="1307540"/>
            <a:ext cx="304200" cy="352800"/>
            <a:chOff x="10479584" y="1307540"/>
            <a:chExt cx="304200" cy="352800"/>
          </a:xfrm>
        </p:grpSpPr>
        <mc:AlternateContent xmlns:mc="http://schemas.openxmlformats.org/markup-compatibility/2006">
          <mc:Choice xmlns:p14="http://schemas.microsoft.com/office/powerpoint/2010/main" Requires="p14">
            <p:contentPart p14:bwMode="auto" r:id="rId88">
              <p14:nvContentPartPr>
                <p14:cNvPr id="60" name="Ink 59">
                  <a:extLst>
                    <a:ext uri="{FF2B5EF4-FFF2-40B4-BE49-F238E27FC236}">
                      <a16:creationId xmlns:a16="http://schemas.microsoft.com/office/drawing/2014/main" id="{2F70ABFE-1115-847A-7DD1-C819E77B64FF}"/>
                    </a:ext>
                  </a:extLst>
                </p14:cNvPr>
                <p14:cNvContentPartPr/>
                <p14:nvPr/>
              </p14:nvContentPartPr>
              <p14:xfrm>
                <a:off x="10479584" y="1307540"/>
                <a:ext cx="174240" cy="352800"/>
              </p14:xfrm>
            </p:contentPart>
          </mc:Choice>
          <mc:Fallback>
            <p:pic>
              <p:nvPicPr>
                <p:cNvPr id="60" name="Ink 59">
                  <a:extLst>
                    <a:ext uri="{FF2B5EF4-FFF2-40B4-BE49-F238E27FC236}">
                      <a16:creationId xmlns:a16="http://schemas.microsoft.com/office/drawing/2014/main" id="{2F70ABFE-1115-847A-7DD1-C819E77B64FF}"/>
                    </a:ext>
                  </a:extLst>
                </p:cNvPr>
                <p:cNvPicPr/>
                <p:nvPr/>
              </p:nvPicPr>
              <p:blipFill>
                <a:blip r:embed="rId89"/>
                <a:stretch>
                  <a:fillRect/>
                </a:stretch>
              </p:blipFill>
              <p:spPr>
                <a:xfrm>
                  <a:off x="10470584" y="1298900"/>
                  <a:ext cx="191880" cy="3704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1" name="Ink 60">
                  <a:extLst>
                    <a:ext uri="{FF2B5EF4-FFF2-40B4-BE49-F238E27FC236}">
                      <a16:creationId xmlns:a16="http://schemas.microsoft.com/office/drawing/2014/main" id="{7A4452EF-FF54-EC00-EFF2-E4F5225C5304}"/>
                    </a:ext>
                  </a:extLst>
                </p14:cNvPr>
                <p14:cNvContentPartPr/>
                <p14:nvPr/>
              </p14:nvContentPartPr>
              <p14:xfrm>
                <a:off x="10566344" y="1468820"/>
                <a:ext cx="217440" cy="45000"/>
              </p14:xfrm>
            </p:contentPart>
          </mc:Choice>
          <mc:Fallback>
            <p:pic>
              <p:nvPicPr>
                <p:cNvPr id="61" name="Ink 60">
                  <a:extLst>
                    <a:ext uri="{FF2B5EF4-FFF2-40B4-BE49-F238E27FC236}">
                      <a16:creationId xmlns:a16="http://schemas.microsoft.com/office/drawing/2014/main" id="{7A4452EF-FF54-EC00-EFF2-E4F5225C5304}"/>
                    </a:ext>
                  </a:extLst>
                </p:cNvPr>
                <p:cNvPicPr/>
                <p:nvPr/>
              </p:nvPicPr>
              <p:blipFill>
                <a:blip r:embed="rId91"/>
                <a:stretch>
                  <a:fillRect/>
                </a:stretch>
              </p:blipFill>
              <p:spPr>
                <a:xfrm>
                  <a:off x="10557344" y="1460180"/>
                  <a:ext cx="235080" cy="62640"/>
                </a:xfrm>
                <a:prstGeom prst="rect">
                  <a:avLst/>
                </a:prstGeom>
              </p:spPr>
            </p:pic>
          </mc:Fallback>
        </mc:AlternateContent>
      </p:grpSp>
      <p:grpSp>
        <p:nvGrpSpPr>
          <p:cNvPr id="73" name="Group 72">
            <a:extLst>
              <a:ext uri="{FF2B5EF4-FFF2-40B4-BE49-F238E27FC236}">
                <a16:creationId xmlns:a16="http://schemas.microsoft.com/office/drawing/2014/main" id="{CC61381E-8ADA-B733-4063-14E71B7216A4}"/>
              </a:ext>
            </a:extLst>
          </p:cNvPr>
          <p:cNvGrpSpPr/>
          <p:nvPr/>
        </p:nvGrpSpPr>
        <p:grpSpPr>
          <a:xfrm>
            <a:off x="2915984" y="3044540"/>
            <a:ext cx="7642080" cy="3350880"/>
            <a:chOff x="2915984" y="3044540"/>
            <a:chExt cx="7642080" cy="3350880"/>
          </a:xfrm>
        </p:grpSpPr>
        <mc:AlternateContent xmlns:mc="http://schemas.openxmlformats.org/markup-compatibility/2006">
          <mc:Choice xmlns:p14="http://schemas.microsoft.com/office/powerpoint/2010/main" Requires="p14">
            <p:contentPart p14:bwMode="auto" r:id="rId92">
              <p14:nvContentPartPr>
                <p14:cNvPr id="64" name="Ink 63">
                  <a:extLst>
                    <a:ext uri="{FF2B5EF4-FFF2-40B4-BE49-F238E27FC236}">
                      <a16:creationId xmlns:a16="http://schemas.microsoft.com/office/drawing/2014/main" id="{5E261C28-0396-405C-4343-CE948211A466}"/>
                    </a:ext>
                  </a:extLst>
                </p14:cNvPr>
                <p14:cNvContentPartPr/>
                <p14:nvPr/>
              </p14:nvContentPartPr>
              <p14:xfrm>
                <a:off x="8436944" y="5159900"/>
                <a:ext cx="6480" cy="7920"/>
              </p14:xfrm>
            </p:contentPart>
          </mc:Choice>
          <mc:Fallback>
            <p:pic>
              <p:nvPicPr>
                <p:cNvPr id="64" name="Ink 63">
                  <a:extLst>
                    <a:ext uri="{FF2B5EF4-FFF2-40B4-BE49-F238E27FC236}">
                      <a16:creationId xmlns:a16="http://schemas.microsoft.com/office/drawing/2014/main" id="{5E261C28-0396-405C-4343-CE948211A466}"/>
                    </a:ext>
                  </a:extLst>
                </p:cNvPr>
                <p:cNvPicPr/>
                <p:nvPr/>
              </p:nvPicPr>
              <p:blipFill>
                <a:blip r:embed="rId93"/>
                <a:stretch>
                  <a:fillRect/>
                </a:stretch>
              </p:blipFill>
              <p:spPr>
                <a:xfrm>
                  <a:off x="8427944" y="5150900"/>
                  <a:ext cx="2412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5" name="Ink 64">
                  <a:extLst>
                    <a:ext uri="{FF2B5EF4-FFF2-40B4-BE49-F238E27FC236}">
                      <a16:creationId xmlns:a16="http://schemas.microsoft.com/office/drawing/2014/main" id="{756A7CCE-605B-ECCA-8DB7-12B4999FEC5D}"/>
                    </a:ext>
                  </a:extLst>
                </p14:cNvPr>
                <p14:cNvContentPartPr/>
                <p14:nvPr/>
              </p14:nvContentPartPr>
              <p14:xfrm>
                <a:off x="7968944" y="4368620"/>
                <a:ext cx="219960" cy="998280"/>
              </p14:xfrm>
            </p:contentPart>
          </mc:Choice>
          <mc:Fallback>
            <p:pic>
              <p:nvPicPr>
                <p:cNvPr id="65" name="Ink 64">
                  <a:extLst>
                    <a:ext uri="{FF2B5EF4-FFF2-40B4-BE49-F238E27FC236}">
                      <a16:creationId xmlns:a16="http://schemas.microsoft.com/office/drawing/2014/main" id="{756A7CCE-605B-ECCA-8DB7-12B4999FEC5D}"/>
                    </a:ext>
                  </a:extLst>
                </p:cNvPr>
                <p:cNvPicPr/>
                <p:nvPr/>
              </p:nvPicPr>
              <p:blipFill>
                <a:blip r:embed="rId95"/>
                <a:stretch>
                  <a:fillRect/>
                </a:stretch>
              </p:blipFill>
              <p:spPr>
                <a:xfrm>
                  <a:off x="7960304" y="4359620"/>
                  <a:ext cx="237600" cy="10159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7" name="Ink 66">
                  <a:extLst>
                    <a:ext uri="{FF2B5EF4-FFF2-40B4-BE49-F238E27FC236}">
                      <a16:creationId xmlns:a16="http://schemas.microsoft.com/office/drawing/2014/main" id="{41ABD91E-C284-CE06-2CB2-61C550997295}"/>
                    </a:ext>
                  </a:extLst>
                </p14:cNvPr>
                <p14:cNvContentPartPr/>
                <p14:nvPr/>
              </p14:nvContentPartPr>
              <p14:xfrm>
                <a:off x="5710664" y="3879020"/>
                <a:ext cx="1500480" cy="1281960"/>
              </p14:xfrm>
            </p:contentPart>
          </mc:Choice>
          <mc:Fallback>
            <p:pic>
              <p:nvPicPr>
                <p:cNvPr id="67" name="Ink 66">
                  <a:extLst>
                    <a:ext uri="{FF2B5EF4-FFF2-40B4-BE49-F238E27FC236}">
                      <a16:creationId xmlns:a16="http://schemas.microsoft.com/office/drawing/2014/main" id="{41ABD91E-C284-CE06-2CB2-61C550997295}"/>
                    </a:ext>
                  </a:extLst>
                </p:cNvPr>
                <p:cNvPicPr/>
                <p:nvPr/>
              </p:nvPicPr>
              <p:blipFill>
                <a:blip r:embed="rId97"/>
                <a:stretch>
                  <a:fillRect/>
                </a:stretch>
              </p:blipFill>
              <p:spPr>
                <a:xfrm>
                  <a:off x="5701664" y="3870380"/>
                  <a:ext cx="1518120" cy="12996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8" name="Ink 67">
                  <a:extLst>
                    <a:ext uri="{FF2B5EF4-FFF2-40B4-BE49-F238E27FC236}">
                      <a16:creationId xmlns:a16="http://schemas.microsoft.com/office/drawing/2014/main" id="{9EAC0EB9-0AC6-BDE7-6302-96AE3D397AA0}"/>
                    </a:ext>
                  </a:extLst>
                </p14:cNvPr>
                <p14:cNvContentPartPr/>
                <p14:nvPr/>
              </p14:nvContentPartPr>
              <p14:xfrm>
                <a:off x="7555304" y="3618740"/>
                <a:ext cx="404280" cy="705600"/>
              </p14:xfrm>
            </p:contentPart>
          </mc:Choice>
          <mc:Fallback>
            <p:pic>
              <p:nvPicPr>
                <p:cNvPr id="68" name="Ink 67">
                  <a:extLst>
                    <a:ext uri="{FF2B5EF4-FFF2-40B4-BE49-F238E27FC236}">
                      <a16:creationId xmlns:a16="http://schemas.microsoft.com/office/drawing/2014/main" id="{9EAC0EB9-0AC6-BDE7-6302-96AE3D397AA0}"/>
                    </a:ext>
                  </a:extLst>
                </p:cNvPr>
                <p:cNvPicPr/>
                <p:nvPr/>
              </p:nvPicPr>
              <p:blipFill>
                <a:blip r:embed="rId99"/>
                <a:stretch>
                  <a:fillRect/>
                </a:stretch>
              </p:blipFill>
              <p:spPr>
                <a:xfrm>
                  <a:off x="7546664" y="3609740"/>
                  <a:ext cx="421920" cy="7232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9" name="Ink 68">
                  <a:extLst>
                    <a:ext uri="{FF2B5EF4-FFF2-40B4-BE49-F238E27FC236}">
                      <a16:creationId xmlns:a16="http://schemas.microsoft.com/office/drawing/2014/main" id="{494410B8-BD15-02F4-F118-EF7240CC3282}"/>
                    </a:ext>
                  </a:extLst>
                </p14:cNvPr>
                <p14:cNvContentPartPr/>
                <p14:nvPr/>
              </p14:nvContentPartPr>
              <p14:xfrm>
                <a:off x="7009184" y="3641420"/>
                <a:ext cx="359640" cy="320400"/>
              </p14:xfrm>
            </p:contentPart>
          </mc:Choice>
          <mc:Fallback>
            <p:pic>
              <p:nvPicPr>
                <p:cNvPr id="69" name="Ink 68">
                  <a:extLst>
                    <a:ext uri="{FF2B5EF4-FFF2-40B4-BE49-F238E27FC236}">
                      <a16:creationId xmlns:a16="http://schemas.microsoft.com/office/drawing/2014/main" id="{494410B8-BD15-02F4-F118-EF7240CC3282}"/>
                    </a:ext>
                  </a:extLst>
                </p:cNvPr>
                <p:cNvPicPr/>
                <p:nvPr/>
              </p:nvPicPr>
              <p:blipFill>
                <a:blip r:embed="rId101"/>
                <a:stretch>
                  <a:fillRect/>
                </a:stretch>
              </p:blipFill>
              <p:spPr>
                <a:xfrm>
                  <a:off x="7000184" y="3632780"/>
                  <a:ext cx="377280" cy="3380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0" name="Ink 69">
                  <a:extLst>
                    <a:ext uri="{FF2B5EF4-FFF2-40B4-BE49-F238E27FC236}">
                      <a16:creationId xmlns:a16="http://schemas.microsoft.com/office/drawing/2014/main" id="{623ACF45-BE16-9B5B-5E38-749EEF9CB4B1}"/>
                    </a:ext>
                  </a:extLst>
                </p14:cNvPr>
                <p14:cNvContentPartPr/>
                <p14:nvPr/>
              </p14:nvContentPartPr>
              <p14:xfrm>
                <a:off x="7420304" y="3834740"/>
                <a:ext cx="19800" cy="50400"/>
              </p14:xfrm>
            </p:contentPart>
          </mc:Choice>
          <mc:Fallback>
            <p:pic>
              <p:nvPicPr>
                <p:cNvPr id="70" name="Ink 69">
                  <a:extLst>
                    <a:ext uri="{FF2B5EF4-FFF2-40B4-BE49-F238E27FC236}">
                      <a16:creationId xmlns:a16="http://schemas.microsoft.com/office/drawing/2014/main" id="{623ACF45-BE16-9B5B-5E38-749EEF9CB4B1}"/>
                    </a:ext>
                  </a:extLst>
                </p:cNvPr>
                <p:cNvPicPr/>
                <p:nvPr/>
              </p:nvPicPr>
              <p:blipFill>
                <a:blip r:embed="rId103"/>
                <a:stretch>
                  <a:fillRect/>
                </a:stretch>
              </p:blipFill>
              <p:spPr>
                <a:xfrm>
                  <a:off x="7411664" y="3825740"/>
                  <a:ext cx="3744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2" name="Ink 71">
                  <a:extLst>
                    <a:ext uri="{FF2B5EF4-FFF2-40B4-BE49-F238E27FC236}">
                      <a16:creationId xmlns:a16="http://schemas.microsoft.com/office/drawing/2014/main" id="{BA4F7A31-E1DD-D8FC-D573-877ECDD61711}"/>
                    </a:ext>
                  </a:extLst>
                </p14:cNvPr>
                <p14:cNvContentPartPr/>
                <p14:nvPr/>
              </p14:nvContentPartPr>
              <p14:xfrm>
                <a:off x="2915984" y="3044540"/>
                <a:ext cx="7642080" cy="3350880"/>
              </p14:xfrm>
            </p:contentPart>
          </mc:Choice>
          <mc:Fallback>
            <p:pic>
              <p:nvPicPr>
                <p:cNvPr id="72" name="Ink 71">
                  <a:extLst>
                    <a:ext uri="{FF2B5EF4-FFF2-40B4-BE49-F238E27FC236}">
                      <a16:creationId xmlns:a16="http://schemas.microsoft.com/office/drawing/2014/main" id="{BA4F7A31-E1DD-D8FC-D573-877ECDD61711}"/>
                    </a:ext>
                  </a:extLst>
                </p:cNvPr>
                <p:cNvPicPr/>
                <p:nvPr/>
              </p:nvPicPr>
              <p:blipFill>
                <a:blip r:embed="rId105"/>
                <a:stretch>
                  <a:fillRect/>
                </a:stretch>
              </p:blipFill>
              <p:spPr>
                <a:xfrm>
                  <a:off x="2906984" y="3035540"/>
                  <a:ext cx="7659720" cy="3368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6">
            <p14:nvContentPartPr>
              <p14:cNvPr id="74" name="Ink 73">
                <a:extLst>
                  <a:ext uri="{FF2B5EF4-FFF2-40B4-BE49-F238E27FC236}">
                    <a16:creationId xmlns:a16="http://schemas.microsoft.com/office/drawing/2014/main" id="{5533D0D6-42EB-2B10-579F-A0519406FBE1}"/>
                  </a:ext>
                </a:extLst>
              </p14:cNvPr>
              <p14:cNvContentPartPr/>
              <p14:nvPr/>
            </p14:nvContentPartPr>
            <p14:xfrm>
              <a:off x="28784" y="136100"/>
              <a:ext cx="5587920" cy="4313160"/>
            </p14:xfrm>
          </p:contentPart>
        </mc:Choice>
        <mc:Fallback>
          <p:pic>
            <p:nvPicPr>
              <p:cNvPr id="74" name="Ink 73">
                <a:extLst>
                  <a:ext uri="{FF2B5EF4-FFF2-40B4-BE49-F238E27FC236}">
                    <a16:creationId xmlns:a16="http://schemas.microsoft.com/office/drawing/2014/main" id="{5533D0D6-42EB-2B10-579F-A0519406FBE1}"/>
                  </a:ext>
                </a:extLst>
              </p:cNvPr>
              <p:cNvPicPr/>
              <p:nvPr/>
            </p:nvPicPr>
            <p:blipFill>
              <a:blip r:embed="rId107"/>
              <a:stretch>
                <a:fillRect/>
              </a:stretch>
            </p:blipFill>
            <p:spPr>
              <a:xfrm>
                <a:off x="20144" y="127100"/>
                <a:ext cx="5605560" cy="4330800"/>
              </a:xfrm>
              <a:prstGeom prst="rect">
                <a:avLst/>
              </a:prstGeom>
            </p:spPr>
          </p:pic>
        </mc:Fallback>
      </mc:AlternateContent>
    </p:spTree>
    <p:extLst>
      <p:ext uri="{BB962C8B-B14F-4D97-AF65-F5344CB8AC3E}">
        <p14:creationId xmlns:p14="http://schemas.microsoft.com/office/powerpoint/2010/main" val="3313518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41343A95-73EB-D5CE-88BB-AECB3381B936}"/>
              </a:ext>
            </a:extLst>
          </p:cNvPr>
          <p:cNvGrpSpPr/>
          <p:nvPr/>
        </p:nvGrpSpPr>
        <p:grpSpPr>
          <a:xfrm>
            <a:off x="4100024" y="170300"/>
            <a:ext cx="6502680" cy="3513600"/>
            <a:chOff x="4100024" y="170300"/>
            <a:chExt cx="6502680" cy="351360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461745AB-E732-89A6-3D23-83B096C7583C}"/>
                    </a:ext>
                  </a:extLst>
                </p14:cNvPr>
                <p14:cNvContentPartPr/>
                <p14:nvPr/>
              </p14:nvContentPartPr>
              <p14:xfrm>
                <a:off x="4733264" y="365420"/>
                <a:ext cx="401040" cy="621000"/>
              </p14:xfrm>
            </p:contentPart>
          </mc:Choice>
          <mc:Fallback>
            <p:pic>
              <p:nvPicPr>
                <p:cNvPr id="2" name="Ink 1">
                  <a:extLst>
                    <a:ext uri="{FF2B5EF4-FFF2-40B4-BE49-F238E27FC236}">
                      <a16:creationId xmlns:a16="http://schemas.microsoft.com/office/drawing/2014/main" id="{461745AB-E732-89A6-3D23-83B096C7583C}"/>
                    </a:ext>
                  </a:extLst>
                </p:cNvPr>
                <p:cNvPicPr/>
                <p:nvPr/>
              </p:nvPicPr>
              <p:blipFill>
                <a:blip r:embed="rId3"/>
                <a:stretch>
                  <a:fillRect/>
                </a:stretch>
              </p:blipFill>
              <p:spPr>
                <a:xfrm>
                  <a:off x="4724264" y="356780"/>
                  <a:ext cx="418680" cy="6386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2370F1A6-54DE-C1DE-EC19-B3CB341F24E2}"/>
                    </a:ext>
                  </a:extLst>
                </p14:cNvPr>
                <p14:cNvContentPartPr/>
                <p14:nvPr/>
              </p14:nvContentPartPr>
              <p14:xfrm>
                <a:off x="5237984" y="939260"/>
                <a:ext cx="56880" cy="202320"/>
              </p14:xfrm>
            </p:contentPart>
          </mc:Choice>
          <mc:Fallback>
            <p:pic>
              <p:nvPicPr>
                <p:cNvPr id="3" name="Ink 2">
                  <a:extLst>
                    <a:ext uri="{FF2B5EF4-FFF2-40B4-BE49-F238E27FC236}">
                      <a16:creationId xmlns:a16="http://schemas.microsoft.com/office/drawing/2014/main" id="{2370F1A6-54DE-C1DE-EC19-B3CB341F24E2}"/>
                    </a:ext>
                  </a:extLst>
                </p:cNvPr>
                <p:cNvPicPr/>
                <p:nvPr/>
              </p:nvPicPr>
              <p:blipFill>
                <a:blip r:embed="rId5"/>
                <a:stretch>
                  <a:fillRect/>
                </a:stretch>
              </p:blipFill>
              <p:spPr>
                <a:xfrm>
                  <a:off x="5228984" y="930620"/>
                  <a:ext cx="7452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A2771805-A588-3172-82DA-B3A4FAA66D45}"/>
                    </a:ext>
                  </a:extLst>
                </p14:cNvPr>
                <p14:cNvContentPartPr/>
                <p14:nvPr/>
              </p14:nvContentPartPr>
              <p14:xfrm>
                <a:off x="5903264" y="494660"/>
                <a:ext cx="210600" cy="563400"/>
              </p14:xfrm>
            </p:contentPart>
          </mc:Choice>
          <mc:Fallback>
            <p:pic>
              <p:nvPicPr>
                <p:cNvPr id="4" name="Ink 3">
                  <a:extLst>
                    <a:ext uri="{FF2B5EF4-FFF2-40B4-BE49-F238E27FC236}">
                      <a16:creationId xmlns:a16="http://schemas.microsoft.com/office/drawing/2014/main" id="{A2771805-A588-3172-82DA-B3A4FAA66D45}"/>
                    </a:ext>
                  </a:extLst>
                </p:cNvPr>
                <p:cNvPicPr/>
                <p:nvPr/>
              </p:nvPicPr>
              <p:blipFill>
                <a:blip r:embed="rId7"/>
                <a:stretch>
                  <a:fillRect/>
                </a:stretch>
              </p:blipFill>
              <p:spPr>
                <a:xfrm>
                  <a:off x="5894624" y="485660"/>
                  <a:ext cx="228240" cy="581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56B41AA0-C986-E5F4-D699-BBA01E7578E9}"/>
                    </a:ext>
                  </a:extLst>
                </p14:cNvPr>
                <p14:cNvContentPartPr/>
                <p14:nvPr/>
              </p14:nvContentPartPr>
              <p14:xfrm>
                <a:off x="5966264" y="810020"/>
                <a:ext cx="259560" cy="48240"/>
              </p14:xfrm>
            </p:contentPart>
          </mc:Choice>
          <mc:Fallback>
            <p:pic>
              <p:nvPicPr>
                <p:cNvPr id="5" name="Ink 4">
                  <a:extLst>
                    <a:ext uri="{FF2B5EF4-FFF2-40B4-BE49-F238E27FC236}">
                      <a16:creationId xmlns:a16="http://schemas.microsoft.com/office/drawing/2014/main" id="{56B41AA0-C986-E5F4-D699-BBA01E7578E9}"/>
                    </a:ext>
                  </a:extLst>
                </p:cNvPr>
                <p:cNvPicPr/>
                <p:nvPr/>
              </p:nvPicPr>
              <p:blipFill>
                <a:blip r:embed="rId9"/>
                <a:stretch>
                  <a:fillRect/>
                </a:stretch>
              </p:blipFill>
              <p:spPr>
                <a:xfrm>
                  <a:off x="5957264" y="801380"/>
                  <a:ext cx="27720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C799F6BC-F734-A1AB-D6BC-09A5666C1988}"/>
                    </a:ext>
                  </a:extLst>
                </p14:cNvPr>
                <p14:cNvContentPartPr/>
                <p14:nvPr/>
              </p14:nvContentPartPr>
              <p14:xfrm>
                <a:off x="4100024" y="170300"/>
                <a:ext cx="2477520" cy="1482480"/>
              </p14:xfrm>
            </p:contentPart>
          </mc:Choice>
          <mc:Fallback>
            <p:pic>
              <p:nvPicPr>
                <p:cNvPr id="6" name="Ink 5">
                  <a:extLst>
                    <a:ext uri="{FF2B5EF4-FFF2-40B4-BE49-F238E27FC236}">
                      <a16:creationId xmlns:a16="http://schemas.microsoft.com/office/drawing/2014/main" id="{C799F6BC-F734-A1AB-D6BC-09A5666C1988}"/>
                    </a:ext>
                  </a:extLst>
                </p:cNvPr>
                <p:cNvPicPr/>
                <p:nvPr/>
              </p:nvPicPr>
              <p:blipFill>
                <a:blip r:embed="rId11"/>
                <a:stretch>
                  <a:fillRect/>
                </a:stretch>
              </p:blipFill>
              <p:spPr>
                <a:xfrm>
                  <a:off x="4091384" y="161300"/>
                  <a:ext cx="2495160" cy="1500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E11D524C-ACB7-CDA6-8EE4-DBD5CFB131CC}"/>
                    </a:ext>
                  </a:extLst>
                </p14:cNvPr>
                <p14:cNvContentPartPr/>
                <p14:nvPr/>
              </p14:nvContentPartPr>
              <p14:xfrm>
                <a:off x="6013424" y="1488980"/>
                <a:ext cx="3010680" cy="1167840"/>
              </p14:xfrm>
            </p:contentPart>
          </mc:Choice>
          <mc:Fallback>
            <p:pic>
              <p:nvPicPr>
                <p:cNvPr id="8" name="Ink 7">
                  <a:extLst>
                    <a:ext uri="{FF2B5EF4-FFF2-40B4-BE49-F238E27FC236}">
                      <a16:creationId xmlns:a16="http://schemas.microsoft.com/office/drawing/2014/main" id="{E11D524C-ACB7-CDA6-8EE4-DBD5CFB131CC}"/>
                    </a:ext>
                  </a:extLst>
                </p:cNvPr>
                <p:cNvPicPr/>
                <p:nvPr/>
              </p:nvPicPr>
              <p:blipFill>
                <a:blip r:embed="rId13"/>
                <a:stretch>
                  <a:fillRect/>
                </a:stretch>
              </p:blipFill>
              <p:spPr>
                <a:xfrm>
                  <a:off x="6004424" y="1479980"/>
                  <a:ext cx="3028320" cy="1185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BA71F971-067C-331A-4A9F-839A1A3F285C}"/>
                    </a:ext>
                  </a:extLst>
                </p14:cNvPr>
                <p14:cNvContentPartPr/>
                <p14:nvPr/>
              </p14:nvContentPartPr>
              <p14:xfrm>
                <a:off x="9136424" y="2569700"/>
                <a:ext cx="388440" cy="1114200"/>
              </p14:xfrm>
            </p:contentPart>
          </mc:Choice>
          <mc:Fallback>
            <p:pic>
              <p:nvPicPr>
                <p:cNvPr id="10" name="Ink 9">
                  <a:extLst>
                    <a:ext uri="{FF2B5EF4-FFF2-40B4-BE49-F238E27FC236}">
                      <a16:creationId xmlns:a16="http://schemas.microsoft.com/office/drawing/2014/main" id="{BA71F971-067C-331A-4A9F-839A1A3F285C}"/>
                    </a:ext>
                  </a:extLst>
                </p:cNvPr>
                <p:cNvPicPr/>
                <p:nvPr/>
              </p:nvPicPr>
              <p:blipFill>
                <a:blip r:embed="rId15"/>
                <a:stretch>
                  <a:fillRect/>
                </a:stretch>
              </p:blipFill>
              <p:spPr>
                <a:xfrm>
                  <a:off x="9127784" y="2561060"/>
                  <a:ext cx="406080" cy="11318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011B2DA3-4BD2-5421-F1B9-5CF47152BFF6}"/>
                    </a:ext>
                  </a:extLst>
                </p14:cNvPr>
                <p14:cNvContentPartPr/>
                <p14:nvPr/>
              </p14:nvContentPartPr>
              <p14:xfrm>
                <a:off x="10233344" y="2637740"/>
                <a:ext cx="369360" cy="760680"/>
              </p14:xfrm>
            </p:contentPart>
          </mc:Choice>
          <mc:Fallback>
            <p:pic>
              <p:nvPicPr>
                <p:cNvPr id="11" name="Ink 10">
                  <a:extLst>
                    <a:ext uri="{FF2B5EF4-FFF2-40B4-BE49-F238E27FC236}">
                      <a16:creationId xmlns:a16="http://schemas.microsoft.com/office/drawing/2014/main" id="{011B2DA3-4BD2-5421-F1B9-5CF47152BFF6}"/>
                    </a:ext>
                  </a:extLst>
                </p:cNvPr>
                <p:cNvPicPr/>
                <p:nvPr/>
              </p:nvPicPr>
              <p:blipFill>
                <a:blip r:embed="rId17"/>
                <a:stretch>
                  <a:fillRect/>
                </a:stretch>
              </p:blipFill>
              <p:spPr>
                <a:xfrm>
                  <a:off x="10224704" y="2629100"/>
                  <a:ext cx="387000" cy="778320"/>
                </a:xfrm>
                <a:prstGeom prst="rect">
                  <a:avLst/>
                </a:prstGeom>
              </p:spPr>
            </p:pic>
          </mc:Fallback>
        </mc:AlternateContent>
      </p:grpSp>
      <p:grpSp>
        <p:nvGrpSpPr>
          <p:cNvPr id="18" name="Group 17">
            <a:extLst>
              <a:ext uri="{FF2B5EF4-FFF2-40B4-BE49-F238E27FC236}">
                <a16:creationId xmlns:a16="http://schemas.microsoft.com/office/drawing/2014/main" id="{F881B2B8-C893-F429-8E48-22F007EEED9F}"/>
              </a:ext>
            </a:extLst>
          </p:cNvPr>
          <p:cNvGrpSpPr/>
          <p:nvPr/>
        </p:nvGrpSpPr>
        <p:grpSpPr>
          <a:xfrm>
            <a:off x="578504" y="1582940"/>
            <a:ext cx="3868560" cy="2718720"/>
            <a:chOff x="578504" y="1582940"/>
            <a:chExt cx="3868560" cy="2718720"/>
          </a:xfrm>
        </p:grpSpPr>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A357B270-05F5-6587-6B4F-9450DACBB644}"/>
                    </a:ext>
                  </a:extLst>
                </p14:cNvPr>
                <p14:cNvContentPartPr/>
                <p14:nvPr/>
              </p14:nvContentPartPr>
              <p14:xfrm>
                <a:off x="1654184" y="1582940"/>
                <a:ext cx="2792880" cy="1803960"/>
              </p14:xfrm>
            </p:contentPart>
          </mc:Choice>
          <mc:Fallback>
            <p:pic>
              <p:nvPicPr>
                <p:cNvPr id="13" name="Ink 12">
                  <a:extLst>
                    <a:ext uri="{FF2B5EF4-FFF2-40B4-BE49-F238E27FC236}">
                      <a16:creationId xmlns:a16="http://schemas.microsoft.com/office/drawing/2014/main" id="{A357B270-05F5-6587-6B4F-9450DACBB644}"/>
                    </a:ext>
                  </a:extLst>
                </p:cNvPr>
                <p:cNvPicPr/>
                <p:nvPr/>
              </p:nvPicPr>
              <p:blipFill>
                <a:blip r:embed="rId19"/>
                <a:stretch>
                  <a:fillRect/>
                </a:stretch>
              </p:blipFill>
              <p:spPr>
                <a:xfrm>
                  <a:off x="1645184" y="1573940"/>
                  <a:ext cx="2810520" cy="18216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C1D29CA2-2BF0-CDF0-2F8D-0DD446600E97}"/>
                    </a:ext>
                  </a:extLst>
                </p14:cNvPr>
                <p14:cNvContentPartPr/>
                <p14:nvPr/>
              </p14:nvContentPartPr>
              <p14:xfrm>
                <a:off x="578504" y="3441980"/>
                <a:ext cx="535680" cy="713160"/>
              </p14:xfrm>
            </p:contentPart>
          </mc:Choice>
          <mc:Fallback>
            <p:pic>
              <p:nvPicPr>
                <p:cNvPr id="14" name="Ink 13">
                  <a:extLst>
                    <a:ext uri="{FF2B5EF4-FFF2-40B4-BE49-F238E27FC236}">
                      <a16:creationId xmlns:a16="http://schemas.microsoft.com/office/drawing/2014/main" id="{C1D29CA2-2BF0-CDF0-2F8D-0DD446600E97}"/>
                    </a:ext>
                  </a:extLst>
                </p:cNvPr>
                <p:cNvPicPr/>
                <p:nvPr/>
              </p:nvPicPr>
              <p:blipFill>
                <a:blip r:embed="rId21"/>
                <a:stretch>
                  <a:fillRect/>
                </a:stretch>
              </p:blipFill>
              <p:spPr>
                <a:xfrm>
                  <a:off x="569504" y="3432980"/>
                  <a:ext cx="553320" cy="730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5B170AD3-4E73-92F1-D2C9-877C93F52125}"/>
                    </a:ext>
                  </a:extLst>
                </p14:cNvPr>
                <p14:cNvContentPartPr/>
                <p14:nvPr/>
              </p14:nvContentPartPr>
              <p14:xfrm>
                <a:off x="1521704" y="4049660"/>
                <a:ext cx="71640" cy="252000"/>
              </p14:xfrm>
            </p:contentPart>
          </mc:Choice>
          <mc:Fallback>
            <p:pic>
              <p:nvPicPr>
                <p:cNvPr id="15" name="Ink 14">
                  <a:extLst>
                    <a:ext uri="{FF2B5EF4-FFF2-40B4-BE49-F238E27FC236}">
                      <a16:creationId xmlns:a16="http://schemas.microsoft.com/office/drawing/2014/main" id="{5B170AD3-4E73-92F1-D2C9-877C93F52125}"/>
                    </a:ext>
                  </a:extLst>
                </p:cNvPr>
                <p:cNvPicPr/>
                <p:nvPr/>
              </p:nvPicPr>
              <p:blipFill>
                <a:blip r:embed="rId23"/>
                <a:stretch>
                  <a:fillRect/>
                </a:stretch>
              </p:blipFill>
              <p:spPr>
                <a:xfrm>
                  <a:off x="1512704" y="4040660"/>
                  <a:ext cx="8928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AE7F1477-700F-28D9-F085-4D845436295B}"/>
                    </a:ext>
                  </a:extLst>
                </p14:cNvPr>
                <p14:cNvContentPartPr/>
                <p14:nvPr/>
              </p14:nvContentPartPr>
              <p14:xfrm>
                <a:off x="2175104" y="3539540"/>
                <a:ext cx="116280" cy="524520"/>
              </p14:xfrm>
            </p:contentPart>
          </mc:Choice>
          <mc:Fallback>
            <p:pic>
              <p:nvPicPr>
                <p:cNvPr id="16" name="Ink 15">
                  <a:extLst>
                    <a:ext uri="{FF2B5EF4-FFF2-40B4-BE49-F238E27FC236}">
                      <a16:creationId xmlns:a16="http://schemas.microsoft.com/office/drawing/2014/main" id="{AE7F1477-700F-28D9-F085-4D845436295B}"/>
                    </a:ext>
                  </a:extLst>
                </p:cNvPr>
                <p:cNvPicPr/>
                <p:nvPr/>
              </p:nvPicPr>
              <p:blipFill>
                <a:blip r:embed="rId25"/>
                <a:stretch>
                  <a:fillRect/>
                </a:stretch>
              </p:blipFill>
              <p:spPr>
                <a:xfrm>
                  <a:off x="2166104" y="3530540"/>
                  <a:ext cx="133920" cy="5421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FEDF8F66-1133-A2DB-7048-8808E41CD6FF}"/>
                    </a:ext>
                  </a:extLst>
                </p14:cNvPr>
                <p14:cNvContentPartPr/>
                <p14:nvPr/>
              </p14:nvContentPartPr>
              <p14:xfrm>
                <a:off x="2389664" y="3377900"/>
                <a:ext cx="132840" cy="56880"/>
              </p14:xfrm>
            </p:contentPart>
          </mc:Choice>
          <mc:Fallback>
            <p:pic>
              <p:nvPicPr>
                <p:cNvPr id="17" name="Ink 16">
                  <a:extLst>
                    <a:ext uri="{FF2B5EF4-FFF2-40B4-BE49-F238E27FC236}">
                      <a16:creationId xmlns:a16="http://schemas.microsoft.com/office/drawing/2014/main" id="{FEDF8F66-1133-A2DB-7048-8808E41CD6FF}"/>
                    </a:ext>
                  </a:extLst>
                </p:cNvPr>
                <p:cNvPicPr/>
                <p:nvPr/>
              </p:nvPicPr>
              <p:blipFill>
                <a:blip r:embed="rId27"/>
                <a:stretch>
                  <a:fillRect/>
                </a:stretch>
              </p:blipFill>
              <p:spPr>
                <a:xfrm>
                  <a:off x="2381024" y="3368900"/>
                  <a:ext cx="150480" cy="74520"/>
                </a:xfrm>
                <a:prstGeom prst="rect">
                  <a:avLst/>
                </a:prstGeom>
              </p:spPr>
            </p:pic>
          </mc:Fallback>
        </mc:AlternateContent>
      </p:grpSp>
    </p:spTree>
    <p:extLst>
      <p:ext uri="{BB962C8B-B14F-4D97-AF65-F5344CB8AC3E}">
        <p14:creationId xmlns:p14="http://schemas.microsoft.com/office/powerpoint/2010/main" val="26724000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34553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docProps/app.xml><?xml version="1.0" encoding="utf-8"?>
<Properties xmlns="http://schemas.openxmlformats.org/officeDocument/2006/extended-properties" xmlns:vt="http://schemas.openxmlformats.org/officeDocument/2006/docPropsVTypes">
  <Template>Office Theme</Template>
  <TotalTime>157</TotalTime>
  <Words>1125</Words>
  <Application>Microsoft Office PowerPoint</Application>
  <PresentationFormat>Widescreen</PresentationFormat>
  <Paragraphs>47</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Aptos Display</vt:lpstr>
      <vt:lpstr>Arial</vt:lpstr>
      <vt:lpstr>Cambria Math</vt:lpstr>
      <vt:lpstr>Inter</vt:lpstr>
      <vt:lpstr>Nunito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testBI Power</dc:creator>
  <cp:lastModifiedBy>testBI Power</cp:lastModifiedBy>
  <cp:revision>2</cp:revision>
  <dcterms:created xsi:type="dcterms:W3CDTF">2026-01-20T07:30:40Z</dcterms:created>
  <dcterms:modified xsi:type="dcterms:W3CDTF">2026-01-21T08:29:29Z</dcterms:modified>
</cp:coreProperties>
</file>