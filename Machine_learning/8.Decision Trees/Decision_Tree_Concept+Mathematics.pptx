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01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 16970,'0'0'2104,"7"-18"1556,10 5-6004,20 7-3701,-21 12-5316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5.8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27 13409,'3'-27'15054,"-2"32"-13658,5 27 24,15 48 1,-11-46-1388,9 55 1,-7 43-34,-8 232 0,-43 133 0,23-367 0,-6 0 0,-61 199 0,72-298-87,-6 18 237,16-47-389,0 1 1,0-1 0,1 1-1,-1 0 1,1-1 0,0 1-1,-1 0 1,1-1 0,1 1 0,-1 0-1,1 4 1,31-41-7189,-5-4 105,6-13-4915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6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178 31 11329,'1'0'80,"-1"0"1,0 0-1,1 0 0,-1 0 1,1 0-1,-1 0 0,1-1 1,-1 1-1,0 0 0,1 0 1,-1-1-1,1 1 0,-1 0 1,0 0-1,1-1 0,-1 1 1,0 0-1,1-1 0,-1 1 1,0-1-1,0 1 0,1 0 1,-1-1-1,0 1 0,0-1 1,0 1-1,0 0 0,1-1 1,-1 1-1,0-1 0,0 1 0,0-1 1,0 1-1,0-1 0,0 1 1,0-1-1,0 1 0,0-1 1,-1 1-1,-5-11 9056,10 10-8259,5-1-674,0 1 0,1 0 1,-1 0-1,0 1 0,0 0 0,0 1 0,12 1 0,68 19 424,-63-14-452,99 32 324,128 53 183,-199-71-577,0 3-1,-2 1 0,-1 3 1,-1 3-1,75 60 0,-85-61-27,-2 2 1,-2 2-1,-1 1 0,-1 2 0,-3 1 0,-1 2 0,-1 0 0,31 63 0,-44-72-41,-2 1-1,-1 1 1,-2 0-1,-1 0 1,-2 1-1,-1 0 0,-2 1 1,-1 0-1,-2-1 1,-1 1-1,-1 0 1,-10 62-1,1-56-10,0-1-1,-3 0 1,-1-1-1,-3 0 1,-38 72-1,23-61-4,-2-1 0,-2-1 0,-64 67 0,21-38-54,-93 72 1,-95 52-257,142-109 47,-6 10-608,-62 45-942,146-115-277,-2-2 0,-62 29 0,53-33-4630,28-11-4333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6.7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236 223 13809,'3'-2'843,"0"0"1,0 0-1,1 0 0,-1 1 0,1-1 0,-1 1 0,1 0 1,5-1-1,4 1-41,-1 0 0,0 1 0,13 1 0,10 0 146,112 1 838,11-1-575,-152-1-1170,0-1 0,0 0 1,0 0-1,-1-1 0,1 0 1,0 0-1,-1 0 0,7-4 1,-12 5-36,1 0-1,-1 0 1,0 0 0,1-1 0,-1 1 0,0 0 0,0 0 0,0 0 0,0-1 0,0 1 0,0 0-1,0 0 1,0 0 0,-1-1 0,1 1 0,0 0 0,-1 0 0,1 0 0,-1 0 0,0-2 0,0 2 5,-2-5-10,0-1 1,-1 1-1,0 0 1,0 1-1,0-1 0,-1 1 1,0 0-1,0 0 1,0 0-1,0 1 0,-1 0 1,0 0-1,-7-4 1,-15-7-10,-44-19 0,66 32 15,-15-6 60,0 1-1,0 0 0,-1 2 0,1 1 0,-1 0 0,0 2 0,0 0 1,0 2-1,0 0 0,-1 1 0,1 2 0,1 0 0,-1 1 1,0 2-1,1 0 0,0 1 0,0 1 0,1 1 0,0 0 1,-23 17-1,37-23-5,0 2-1,0-1 1,1 1 0,0 0 0,0 0-1,0 0 1,0 0 0,1 1-1,0 0 1,0 0 0,0 0 0,1 1-1,0-1 1,0 1 0,1 0 0,0-1-1,0 1 1,1 0 0,-1 0 0,2 1-1,-1-1 1,1 0 0,0 0 0,0 0-1,1 0 1,0 0 0,0 1 0,1-1-1,0-1 1,0 1 0,0 0 0,1 0-1,0-1 1,0 0 0,1 1 0,0-1-1,8 10 1,1-2-62,0-1 0,1 0 0,0 0 0,0-2 0,2 1 0,-1-2 0,1 0 0,33 13 1,-7-5-553,2-2 1,67 14 0,-52-18-1326,0-3-1,89 2 0,32-12-8122,-72-2-2480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7.1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594 61 12577,'-5'-6'585,"0"1"0,0 0 0,-1 0 0,0 0-1,0 1 1,0 0 0,0 0 0,-1 0 0,1 1 0,-1 0 0,0 0 0,0 1-1,0 0 1,0 0 0,0 1 0,-1 0 0,1 0 0,0 0 0,-1 1-1,1 0 1,0 1 0,-15 2 0,4 1-128,1 1 0,0 1 0,0 0 0,1 1 1,-1 1-1,2 0 0,-1 2 0,1-1 0,0 2 0,-19 18 0,10-7-172,2 0 0,0 2 0,1 1 0,2 1 0,-18 29 0,24-33-285,1 0 0,1 1 0,1 0 0,1 1 0,1 0 0,2 0 0,-7 43 0,11-54 0,1 1 0,1 0 0,0 0 0,1-1 0,1 1 0,0-1 0,0 1 0,2-1 0,0 0 0,0 0 0,1 0 0,0-1 0,2 1 0,-1-1 0,1-1 0,15 19 0,-21-28 0,12 15 0,1-1 0,0-1 0,1 0 0,0-1 0,1 0 0,1-1 0,20 11 0,-13-11 0,0-2 0,0-1 0,2-1 0,-1 0 0,1-2 0,0-2 0,0 0 0,1-1 0,-1-2 0,38-1 0,-29-3 0,-1-1 0,1-2 0,-1-2 0,-1-1 0,1-2 0,-2 0 0,63-31 0,-77 32 0,9-4 0,-1-1 0,-1-1 0,37-29 0,-19 5 0,-1-1 0,-3-3 0,53-72 0,-33 31 0,-58 83 0,0 0 0,-1 0 0,1 1 0,0-1 0,-1 0 0,1 0 0,0 1 0,0-1 0,0 0 0,0 1 0,-1-1 0,1 1 0,0-1 0,0 1 0,2-1 0,-1 1 0,0 0 0,1 1 0,-1-1 0,0 1 0,0-1 0,0 1 0,0 0 0,0 0 0,0 0 0,0 0 0,0 0 0,0 0 0,0 1 0,-1-1 0,1 0 0,0 1 0,-1 0 0,0-1 0,1 1 0,-1 0 0,0 0 0,1 0 0,-1 0 0,0 0 0,-1 0 0,1 0 0,1 3 0,2 7 0,0 0 0,-1 0 0,3 16 0,11 118 0,-7 6-2634,-10-103-1370,-4-16-2519,3-20 2669,-2 20-8914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7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49 14105,'-33'-12'3965,"36"-9"-2721,-3 6-388,14 21-4208,-1 3-1601,10-6-3928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7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123 531 10569,'0'0'4592,"-4"1"-2204,-29 9 2010,30-10-4072,1 0 0,0 0 0,0-1 0,0 1 0,0-1-1,0 0 1,0 0 0,0 0 0,0 0 0,0 0 0,1 0 0,-4-2 0,3 1 435,-1 1-426,-1-1 0,1 0 0,0 0 0,0 0 0,0 0 0,0 0 0,0-1 1,0 0-1,1 1 0,-1-1 0,1 0 0,0 0 0,0 0 0,-3-6 0,3 3-213,0 1 0,0-1 0,1 0 0,-1 0 1,1 1-1,1-1 0,-1 0 0,1-9 0,1-2-172,1 1-1,1-1 1,1 1-1,0-1 1,8-19-1,3 4 51,0 1 0,2 1 0,1 1 0,2 0 0,0 1 0,26-26 0,-41 48 0,1 0 0,0 0 0,0 0 0,0 1 0,0-1 0,1 2 0,0-1 0,0 1 0,0 0 0,1 0 0,-1 1 0,1 0 0,0 0 0,0 1 0,0 0 0,0 1 0,0-1 0,0 2 0,0-1 0,1 1 0,-1 0 0,0 1 0,0 0 0,0 0 0,1 1 0,14 4 0,-7 2 0,0 1 0,0 0 0,0 1 0,-1 0 0,0 2 0,-1-1 0,-1 2 0,0 0 0,-1 0 0,0 1 0,-1 1 0,0 0 0,-1 1 0,-1 0 0,-1 0 0,0 1 0,-1 0 0,6 21 0,-7-15 0,-1 0 0,-1-1 0,0 1 0,-2 1 0,-1-1 0,-1 0 0,-1 0 0,-1 1 0,-1-1 0,-1 0 0,-1-1 0,-1 1 0,-17 42 0,-6-8 0,-3-1 0,-2-2 0,-46 56 0,71-98 0,-1 1 0,-1 0 0,-20 18 0,18-22 0,7-10 0,5-8 0,1 6 0,0 0 0,1-1 0,-1 1 0,1 0 0,0 0 0,-1 0 0,1 0 0,1-1 0,-1 1 0,0 1 0,1-1 0,-1 0 0,5-5 0,33-36 0,-24 28 0,66-67 0,3 4 0,4 4 0,2 3 0,4 5 0,139-76 0,-210 130 0,1 0 0,1 2 0,0 0 0,41-10 0,-59 19 0,-1 1 0,1 0 0,-1 0 0,1 1 0,0-1 0,-1 1 0,1 1 0,0 0 0,-1 0 0,1 0 0,-1 0 0,1 1 0,-1 0 0,0 1 0,0-1 0,0 1 0,0 0 0,0 1 0,-1-1 0,1 1 0,-1 1 0,0-1 0,0 0 0,5 8 0,-2-2 2,-1 0 0,0 1 0,-1 0 0,-1 0 0,0 1 0,0-1 0,-1 1 0,0 0 0,-1 0 0,-1 1 0,0-1 0,1 21 0,-2 14-76,-2-1-1,-8 49 0,5-56-131,-6 25-2987,-6-6-3317,8-36-922,9 1-4812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8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25 13801,'20'-12'2312,"-40"6"-623,3 0 391,24 24-1656,3-3-772,13-3-1052,14 3-1129,7 0-2155,9 15-3677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8.3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30 295 14569,'-11'24'1202,"8"-18"-771,0-1 0,1 1 0,0 0 0,0 0 0,0 0 0,1 1 0,-1-1-1,2 0 1,-1 1 0,1-1 0,0 0 0,0 1 0,1 7 0,6 27 3793,14 47 1,19 38-1711,-35-112-2514,0-1 0,1-1 0,0 1 0,1-1 0,1 0 0,0-1 0,0 1 0,1-2 0,0 1 0,1-1 0,0-1 0,16 12 0,-19-16 0,1 0 0,-1-1 0,1 1 0,0-2 0,0 1 0,0-1 0,1-1 0,-1 1 0,1-2 0,-1 1 0,1-1 0,-1 0 0,1-1 0,0 0 0,0 0 0,-1-1 0,1 0 0,0 0 0,-1-1 0,17-6 0,-15 3 0,0 0 0,0 0 0,-1-1 0,0-1 0,0 1 0,0-2 0,-1 1 0,0-1 0,-1 0 0,1 0 0,-2-1 0,1 0 0,-1-1 0,-1 1 0,9-20 0,-6 11 0,-1-1 0,-1 0 0,-1 0 0,-1 0 0,0-1 0,-1 1 0,-1-1 0,-1-21 0,-3 25 0,0-1 0,-1 1 0,0 0 0,-1 0 0,-1 0 0,-1 0 0,0 1 0,-1 0 0,-1 0 0,0 1 0,-1 0 0,-15-19 0,-1 4 0,0 1 0,-1 1 0,-2 2 0,-44-32 0,37 33-93,-56-29-1,4 12-2767,48 30-362,26 9-94,1-2-5593,29 11-2375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8.6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26 11929,'-30'13'2282,"24"-11"1617,4 1-2395,1 3-1151,-1-1 0,1 1-1,0 0 1,1 0 0,0 0-1,-1 0 1,2 0-1,-1 0 1,1 0 0,2 10-1,2 31 530,-5-29-613,-3 84 562,2-88-651,-1-1 1,0 0-1,-1 0 0,0 0 1,-8 17-1,10-28-68,0-1-1,0 1 0,0-1 1,0 0-1,0 1 1,-1-1-1,1 0 1,0 0-1,-1 0 1,1 0-1,-1 0 0,1 0 1,-3 0-1,1 1 1301,11-30-1118,2 1 0,2 0 1,0 0-1,1 1 1,2 0-1,1 2 0,0-1 1,2 2-1,1 1 1,39-37-1,-47 49-294,0 1 0,0 1 0,1 0 0,0 0 0,1 1 0,0 1 0,0 0 0,0 1 0,1 0 0,-1 1 0,1 1 0,0 0 0,15-1 0,-17 3 0,1 1 0,-1 1 0,0 0 0,1 0 0,-1 1 0,0 1 0,0 0 0,0 0 0,-1 1 0,1 1 0,-1 0 0,0 1 0,0 0 0,-1 0 0,15 12 0,-13-7-13,0 1-1,0 0 1,-1 1 0,-1 0-1,0 1 1,-1 0 0,-1 0-1,0 1 1,9 24 0,-1 5-1226,-2 0 1,9 54 0,-12-22-3577,-7-26-2087,-3 13-7316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9.1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1 519 17442,'0'-3'2644,"1"0"-2396,0 0 0,0 0 0,0 1 0,1-1 0,-1 0 0,1 0 0,-1 1 0,1-1 0,0 1 0,0-1 1,0 1-1,0 0 0,0 0 0,1 0 0,-1 0 0,1 0 0,4-2 0,5-2 302,1 0-1,25-8 1,35-8 856,92-14 0,87-2-123,-122 19-778,1498-169 1485,-615 81-2013,-985 104-48,162-26-803,-185 28-744,-10 1-451,-11 1 351,1 2 1,-1 0 0,0 0 0,1 2 0,0 0 0,0 0-1,-16 9 1,-26 13-9696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9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 17562,'-10'188'9017,"6"1"-3955,19 188-3936,6 253-3238,-31-523-3611,-1-39-1721,0 4-7060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19:59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1 257 19878,'38'18'1167,"-12"-8"-49,-1 2 0,-1 1 0,0 1 0,24 19 0,-7 1-141,-1 1-1,-2 2 1,-1 2 0,-2 1-1,52 80 1,-74-99-959,-1 1 0,0 0 0,-2 1 0,-1 0 0,-1 0 1,0 1-1,-2 0 0,-1 0 0,-1 1 0,-1 0 0,-1-1 1,-1 1-1,-1 0 0,-6 38 0,2-41-18,-1 0 0,-1 0 0,-1-1 0,-1 0 0,-1 0 0,-1-1 0,0 0 0,-18 24 0,17-29 0,0 0 0,-2-1 0,1-1 0,-2 0 0,0 0 0,0-1 0,-1-1 0,-1-1 0,0 0 0,-20 9 0,34-18 0,-1 1 0,1-1 0,-1 0 0,0 0 0,1-1 0,-1 1 0,0-1 0,0 1 0,0-1 0,1 0 0,-1 0 0,0 0 0,0 0 0,0 0 0,1-1 0,-1 1 0,0-1 0,1 0 0,-1 0 0,0 0 0,1 0 0,-1 0 0,1-1 0,-1 1 0,1-1 0,0 0 0,0 1 0,0-1 0,0 0 0,0 0 0,-3-4 0,2 2 0,0-1 0,0 0 0,1 0 0,-1 0 0,1-1 0,0 1 0,1-1 0,-1 1 0,1-1 0,0 1 0,1-1 0,-1 0 0,1 0 0,0-6 0,3-8 0,1 0 0,1 0 0,1 0 0,0 1 0,2 0 0,17-33 0,73-105 0,-21 53-286,5 3 0,125-120 1,216-147-8718,-295 270 1529,-3 11-4975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00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285 283 16221,'3'-3'2449,"78"-50"3934,-59 41-5694,-2-1 1,1-1 0,-2-1-1,0 0 1,24-27 0,-41 40-651,0 0 1,-1 0-1,1 0 0,-1 0 1,0 0-1,1-1 1,-1 1-1,0 0 0,-1-1 1,1 1-1,0 0 1,-1-1-1,1 1 1,-1-1-1,0 1 0,0-1 1,0 0-1,0 1 1,0-1-1,0 1 1,-1-1-1,1 1 0,-1-1 1,0 1-1,1 0 1,-1-1-1,-2-2 1,1 2-26,-1-1 1,1 1-1,-1 0 1,1 0-1,-1 0 1,0 1-1,0-1 1,0 1-1,-1 0 1,1 0-1,0 0 1,-1 0-1,0 0 1,1 1 0,-1-1-1,0 1 1,-4-1-1,-9 0 3,0 1-1,0 0 0,0 1 1,0 1-1,0 0 1,0 1-1,0 1 0,0 1 1,1 0-1,-1 2 1,1-1-1,0 2 0,-17 9 1,16-7-14,1 0 0,1 1 0,-1 1 0,1 0 1,1 1-1,0 0 0,1 1 0,1 1 0,0 0 0,0 1 1,2 0-1,-12 22 0,18-30-1,1 0 1,0 0-1,0 1 0,1-1 1,0 1-1,0 0 1,1 0-1,0 0 1,1 0-1,-1 0 0,2 0 1,-1-1-1,1 1 1,0 0-1,0 0 0,1 0 1,1-1-1,-1 1 1,1-1-1,0 1 0,0-1 1,1 0-1,0 0 1,1-1-1,-1 1 0,1-1 1,1 0-1,-1 0 1,1-1-1,12 10 0,5 1 12,1-1 0,0-1 0,1-1-1,0-1 1,1-1 0,1-2-1,-1 0 1,33 5 0,3-3-4,1-2 1,95 0-1,-101-9-83,0-2 0,-1-2 0,1-3 0,-1-3 0,0-2 0,64-22 0,-97 26 59,-1-1 0,0 0 0,-1-2-1,0-1 1,0-1 0,-1 0-1,-1-1 1,0-1 0,-1-1-1,19-22 1,-11 3-11,-2 0 0,-1-2 0,-1 0 1,-3-1-1,28-79 0,-45 115 21,-2-1-1,1 0 1,0 0 0,-1 0 0,1 0-1,-1 0 1,0 1 0,0-1 0,0 0 0,0 0-1,0 0 1,-1 0 0,0-3 0,1 5 5,-1 0 0,1 0-1,-1 0 1,1 1 0,-1-1 0,1 0 0,-1 1 0,0-1 0,1 0 0,-1 1 0,0-1 0,0 1 0,1-1-1,-1 1 1,0-1 0,0 1 0,0-1 0,1 1 0,-1 0 0,0 0 0,0-1 0,0 1 0,0 0 0,0 0-1,0 0 1,0 0 0,1 0 0,-1 0 0,0 0 0,0 0 0,0 1 0,0-1 0,0 0 0,0 0 0,0 1 0,0 0-1,-7 2 49,1 0 0,0 0 0,0 1 1,0 1-1,1-1 0,-1 1 0,1 0 0,0 0 0,-10 12 0,-4 7 392,-19 30 1,37-50-404,-17 24 114,2 0 0,0 2 0,2 0 0,2 0 1,1 2-1,1-1 0,-9 45 0,17-60-156,0-1 0,1 1 0,1 0-1,1 1 1,0-1 0,1 0 0,0 0 0,2 0 0,0-1-1,1 1 1,0-1 0,1 1 0,1-1 0,0-1 0,1 1-1,1-1 1,13 18 0,-15-23 1,1-2 0,0 1 1,1-1-1,-1 0 0,1 0 0,1-1 0,16 9 0,4 1-306,0-1-1,1-1 1,1-2 0,0-1-1,1-2 1,-1 0-1,59 6 1,-16-12-2363,101-9 0,-109 2 928,114-6-5794,9-8-5121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0:02.8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3241 5100,'-1'-1'81,"1"1"0,-1 0 0,0-1-1,0 1 1,0 0 0,0 0-1,0 0 1,-1 0 0,1-1-1,0 2 1,0-1 0,0 0-1,0 0 1,0 0 0,0 0-1,0 1 1,-1-1 0,-1 12 2313,3-10-2262,0-1-1,0 1 1,0 0 0,-1-1-1,1 1 1,0-1 0,-1 1-1,1-1 1,-1 1 0,1-1-1,-1 1 1,0-1 0,0 0-1,0 1 1,0-1 0,0 0-1,-2 2 1,3-2-45,-1-1 0,1 0 1,0 1-1,-1-1 0,1 0 0,-1 1 0,1-1 0,0 1 1,-1-1-1,1 0 0,0 1 0,0-1 0,-1 1 0,1-1 1,0 1-1,0-1 0,0 1 0,0-1 0,0 1 0,-1 0 1,1-1-1,0 1 0,0-1 0,0 1 0,0-1 0,1 1 1,-1-1-1,0 1 0,0-1 0,0 1 0,0-1 0,0 1 1,1-1-1,-1 1 0,0-1 0,0 1 0,1-1 1,-1 1-1,0-1 0,1 0 0,-1 1 0,1-1 0,-1 1 1,0-1-1,1 0 0,-1 0 0,1 1 0,-1-1 0,1 0 1,-1 0-1,1 1 0,-1-1 0,1 0 0,-1 0 0,1 0 1,0 0-1,39 11 380,-39-11-359,22 2 132,1 0-1,-1-2 1,0 0 0,0-2-1,0-1 1,25-5 0,20-3 60,978-157 1271,-809 126-1384,222-40 44,81-18-29,85-13-49,78-13-65,73-9-6,67-6 2,60-3-31,1993-268 61,12 45-85,-2645 335-27,906-115-85,-711 88 41,1730-230-187,-1367 169 93,-75 0-140,-82 3-218,-81 5-266,-81 4-395,-81 5-632,-84 7-820,-77 8-1756,-52 15-2356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6:12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49 197 9333,'-6'-20'6670,"0"-1"704,2 10-8557,3 9 2186,-2 23 602,-11 85 717,8-67-1746,1 0 1,1 46-1,9 38 234,5 0 0,51 240 0,-43-294-733,3 0 0,2-2 1,4-1-1,2-1 0,4-1 0,63 94 1,-79-135-30,1 0 0,1-1 0,1-1 0,0-1 0,2-1 0,0-1 0,1-1 0,38 21 1,-43-29-13,0 0 0,0-1 1,1-2-1,0 1 1,1-2-1,-1-1 1,1 0-1,0-2 1,0 0-1,0-1 1,0-1-1,0-1 1,21-4-1,-6-2-36,0-2 0,-1-2 0,0-1 0,-1-1 0,-1-2 0,0-1 0,-1-2 0,-1-1 0,0-1 0,35-32 0,-12 4 0,-3-1 0,-2-3 0,-2-2 0,50-76 0,-62 81-18,-3-2 1,-2-1-1,-2-1 0,-2-1 1,-3-1-1,-2-1 1,-3-1-1,17-102 0,2-164-2480,-30 111-2201,-14 71-5822,1 77-1385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6:12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1 453 10913,'5'-2'167,"-2"1"47,0 0-1,0 0 1,-1-1-1,1 1 1,0 0-1,-1-1 1,1 0-1,2-2 1,-4 3-60,-1 0-1,1 0 1,-1 0 0,1 0-1,-1-1 1,0 1 0,0 0 0,1 0-1,-1 0 1,0 0 0,0 0-1,0 0 1,0-1 0,0 1 0,0 0-1,-1 0 1,1 0 0,0 0 0,-1 0-1,1 0 1,0 0 0,-1 0-1,1 0 1,-2-2 0,2 1 152,-1-1 0,1 0 0,0 0 1,0 1-1,0-1 0,1 0 0,-1 1 0,1-1 1,-1 0-1,1 1 0,2-5 0,-2 3 228,6-16 553,0 0 0,1 0 1,2 1-1,-1 1 0,14-19 1,67-80-60,-79 104-975,1 1 0,1 0-1,0 1 1,0 1 0,1 0-1,1 1 1,-1 0 0,2 1-1,24-9 1,-35 16-32,1-1 0,0 2-1,-1-1 1,1 1 0,0 0 0,0 0-1,0 0 1,-1 1 0,1 0 0,0 0 0,-1 1-1,1-1 1,-1 1 0,1 0 0,-1 1-1,0 0 1,0-1 0,0 1 0,0 1 0,0-1-1,-1 1 1,0 0 0,1 0 0,3 5-1,-3-2 27,-1-1-1,1 1 0,-1 0 1,-1 1-1,1-1 0,-1 0 0,-1 1 1,1 0-1,-1 0 0,0 0 1,0 13-1,-1-2 66,-1 0 1,0 0-1,-7 36 1,1-28-16,0 1 1,-2-1-1,0 0 1,-2 0-1,-14 25 1,5-10 12,-153 299 440,5-7-4659,161-321 3333,3-7 236,0 1 1,1 0 0,-1 1-1,-1 10 1,4-15-407,-1 0 0,1 0 0,0 0 0,1 0 1,-1 0-1,0 0 0,1-1 0,0 1 0,1 4 0,4 11-10931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6:12.6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374 347 12485,'32'-14'699,"-12"6"320,0-1-1,36-23 1,-10 3 1204,102-70 2830,-141 93-4758,0-1-1,0 0 1,-1 0 0,0-1-1,0 1 1,8-16 0,-13 20-211,1 0 0,-1 0-1,1-1 1,-1 1 0,0-1 0,-1 1 0,1-1 0,0 1 0,-1-6 0,0 7-62,0 1 0,0-1 0,-1 1 0,1-1 0,0 0 1,-1 1-1,0-1 0,1 1 0,-1-1 0,0 1 0,1-1 1,-1 1-1,0 0 0,0-1 0,0 1 0,0 0 0,-1 0 0,1 0 1,0 0-1,0 0 0,-2-1 0,-4-2 13,0 1 0,0 0-1,0 1 1,-1 0 0,1 0 0,-1 0 0,0 1-1,1 0 1,-1 1 0,0-1 0,1 2-1,-1-1 1,0 1 0,1 0 0,-1 0 0,-12 5-1,-7 2 81,1 1-1,0 2 1,-36 20-1,19-7 171,1 3 1,1 2-1,1 1 0,2 2 1,1 2-1,2 1 0,1 1 1,-45 65-1,70-87-208,0 0-1,1 1 1,0 0-1,1 0 1,1 1-1,0 0 1,2 0-1,-1 0 1,2 1-1,-2 23 1,4-30-60,2 1 1,-1-1 0,1 1 0,1-1-1,-1 0 1,2 1 0,0-1 0,0 0-1,1-1 1,0 1 0,0 0-1,1-1 1,0 0 0,1 0 0,0-1-1,1 0 1,13 14 0,-5-8-265,1-1 1,1-1-1,0-1 0,0 0 1,1-1-1,0-1 0,1-1 1,0 0-1,1-2 0,-1 0 1,30 4-1,21 1-2556,135 2 0,-189-13 2361,152 2-6909,10-6-4989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6:13.8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380 229 12841,'-6'-26'2080,"6"25"-1804,-1 0 0,0 0 0,0 0 0,0 0 0,0 0 0,0 1 0,-1-1 0,1 0 0,0 0 0,0 1 0,0-1 0,-1 0 0,1 1 0,0 0 0,-1-1 0,1 1 0,0 0 0,-1-1 0,1 1 0,-1 0 0,1 0 0,-2 0 0,-69 140 3887,18-41-2711,26-43-872,-74 159 907,84-172-1292,3 1 1,1 1 0,-8 50-1,14-53-66,2 1 0,2-1 0,2 68 0,3-96-108,0 0-1,1-1 0,1 1 1,0 0-1,1-1 1,0 0-1,1 0 1,1 0-1,0-1 0,1 0 1,0 0-1,0 0 1,1-1-1,19 20 0,-14-19-12,1 0 0,0-1 0,0-1 0,1 0 0,1-1 0,-1-1-1,30 11 1,-20-11-30,0-1 0,0-1-1,1-1 1,43 3 0,-12-7-81,-1-3 0,1-2-1,-1-2 1,67-17 0,-49 5-272,0-3 0,-1-3 0,-2-3 0,0-3 0,-2-4 0,-2-2-1,-1-3 1,82-65 0,-134 92 259,0 0 0,0-1 1,-1-1-1,-1 0 0,0 0 0,-1-2 0,16-27 0,-26 42 100,-1-1 0,1 0 0,0 0 0,-1 1 0,0-1 0,1 0 0,-1 0 0,0 0-1,0 0 1,0 1 0,0-1 0,0 0 0,0 0 0,-1 0 0,1 0 0,0 1 0,-1-1 0,0 0 0,1 0-1,-1 1 1,0-1 0,0 1 0,0-1 0,0 0 0,0 1 0,0 0 0,-1-1 0,1 1 0,0 0-1,-1 0 1,1-1 0,-1 1 0,-2-1 0,-1-1-6,0 0 0,0 0-1,0 1 1,0-1 0,0 1 0,-1 1 0,1-1-1,-1 1 1,-6-1 0,-3 2-58,1 0 1,-1 1 0,1 1-1,0 0 1,0 1-1,-1 0 1,-22 10-1,-91 46-1354,112-51 1112,14-7 252,0 0-1,1 0 1,-1 0-1,0 0 1,0 0-1,0 1 1,1-1-1,-1 0 1,1 1-1,-1 0 1,1-1-1,0 1 1,-1 0-1,1-1 1,0 1-1,0 0 1,0 0-1,-1 4 1,2-6 47,0 1 1,0 0-1,0-1 1,0 1-1,0 0 1,0-1-1,1 1 1,-1 0 0,0-1-1,0 1 1,0-1-1,1 1 1,-1 0-1,0-1 1,1 1 0,-1-1-1,0 1 1,1-1-1,-1 1 1,1-1-1,-1 1 1,1 0 0,1 0-14,0 0 0,0 0 0,0 0 0,0-1 0,0 1 0,0 0 0,0-1 0,0 1 0,0-1 0,2 1 0,18-1-87,-1 0 0,0-1 0,0-2 1,35-7-1,8-1 41,-49 9 99,17-3 89,0 1-1,0 2 1,0 1-1,38 3 1,-17 5 294,-24-4-160,0 1 1,0 1-1,36 12 1,-7 3 14,2-2 0,67 11 0,-102-25-214,1-1 0,-1-1-1,1-1 1,0-2 0,-1 0 0,1-2-1,46-11 1,-61 11 64,0-2 0,0 0 0,0 0 0,0 0 0,-1-2 0,0 1 1,0-1-1,-1-1 0,0 0 0,11-11 0,-10 7 212,1 0 1,-2 0 0,0-1-1,0-1 1,-1 1 0,-1-2-1,8-20 1,-6 11-17,0-1 0,2 1 0,0 1 0,25-36 0,-30 50-268,1 1-1,0 0 0,0 0 1,1 1-1,0 0 0,0 0 1,1 1-1,0 0 1,0 1-1,0-1 0,1 2 1,0 0-1,0 0 1,13-3-1,-5 3-18,0 1 1,1 1-1,0 1 0,-1 1 0,1 1 1,-1 0-1,1 1 0,-1 1 1,1 1-1,33 11 0,-33-8-3,0 0 0,0 2 0,0 0 0,-1 1 0,-1 1 0,0 0 0,0 2 0,-1 0 0,24 25 0,-33-31 6,-1 0 0,0 1 0,-1-1 0,0 1 0,0 0-1,-1 1 1,0-1 0,0 1 0,-1-1 0,0 1 0,0 0-1,-1 0 1,0 1 0,-1-1 0,0 0 0,-1 1 0,1-1-1,-2 0 1,1 1 0,-2-1 0,1 0 0,-1 0 0,0 1 0,-1-1-1,0-1 1,-1 1 0,0 0 0,0-1 0,-9 14 0,-10 10 17,-1-2 1,-44 44-1,42-46-13,23-26-16,1 1 0,1 0-1,-1-1 1,0 1 0,1 0-1,-1 0 1,1 0 0,0 0-1,0 0 1,0 1-1,0-1 1,0 4 0,1-2-11,-1-5 5,1 0 0,0 0 0,0 0 0,0 0 0,0 0 0,0 1-1,0-1 1,0 0 0,0 0 0,0 0 0,0 0 0,0 0 0,0 1 0,1-1 0,-1 0 0,0 0 0,0 0 0,0 0-1,0 0 1,0 0 0,0 0 0,0 1 0,0-1 0,0 0 0,0 0 0,0 0 0,1 0 0,-1 0 0,0 0 0,0 0 0,0 0-1,0 0 1,0 0 0,0 1 0,0-1 0,1 0 0,-1 0 0,0 0 0,0 0 0,0 0 0,0 0 0,0 0 0,1 0-1,-1 0 1,0 0 0,0 0 0,0 0 0,0 0 0,0 0 0,0 0 0,1 0 0,-1-1 0,0 1 0,0 0 0,0 0 0,0 0-1,0 0 1,0 0 0,0 0 0,1 0 0,-1 0 0,0 0 0,0 0 0,0-1 0,0 1 0,29-4-53,0-1 0,0-2 1,-1-1-1,0-1 1,0-1-1,-1-2 0,27-15 1,16-13-429,91-68 1,-102 62 67,-2-2 0,-2-3 0,-2-2 1,80-105-1,-94 104 222,-2-2 0,-3-1 0,-2-2 1,-3-1-1,34-101 0,-57 141 198,0 0-1,-2-1 1,0 0 0,-1 0 0,-1 0 0,-1 0-1,-1-1 1,-3-27 0,2 47 35,1-1-1,-1 1 1,1 0-1,-1 0 1,1 0 0,-1 0-1,0 0 1,0 0 0,0 0-1,0 0 1,0 0-1,-1 1 1,1-1 0,-1 0-1,1 1 1,-1-1 0,1 1-1,-1-1 1,0 1-1,0 0 1,0 0 0,1 0-1,-1 0 1,0 0 0,0 0-1,0 1 1,-1-1-1,1 0 1,0 1 0,0 0-1,0-1 1,0 1 0,-3 0-1,1 1 27,1-1 0,-1 0 0,1 1 0,-1 0 0,1 0 0,-1 0 0,1 0 0,0 1 0,-1-1 0,1 1 0,0 0 0,0 0 0,0 0 0,1 0 0,-1 0 0,0 1 0,1-1 0,-4 5 0,4-4-18,0 1 0,-1-1-1,2 0 1,-1 1 0,0-1 0,1 1-1,0 0 1,0 0 0,0-1 0,0 1-1,0 0 1,1 0 0,0 0 0,0 0-1,0 0 1,0 0 0,1-1-1,-1 1 1,1 0 0,0 0 0,0 0-1,0-1 1,1 1 0,-1 0 0,1-1-1,0 0 1,0 1 0,0-1 0,1 0-1,-1 0 1,4 4 0,3 1 24,0 1-1,0-1 1,1-1 0,0 0 0,1 0 0,-1-1-1,1 0 1,19 7 0,93 27 254,41 16-164,-143-47-155,-1 0 0,-1 2 1,1 0-1,-2 1 0,29 24 0,-36-26-14,-1 0 0,0 1 0,0 0 0,-1 1-1,-1 0 1,14 24 0,-23-33 5,1 0-1,0 0 0,-1 0 1,1 0-1,-1 0 1,0 0-1,0 0 0,0-1 1,-1 1-1,-1 3 1,-33 41-310,34-45 9,11-3-168,-1-2 0,1 1 0,0-1-1,0 0 1,-1-1 0,0 0 0,0 0 0,0-1 0,0 0-1,9-8 1,-12 8-169,0 1-1,0-1 1,0 1 0,7-12-1,38-52-8019,-26 30-651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6:14.5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79 636 10849,'0'0'9214,"2"1"-8618,4 2-488,-1-1 0,0 0 1,0 0-1,1-1 1,-1 0-1,1 0 1,-1 0-1,1 0 1,-1-1-1,1 0 0,0 0 1,-1 0-1,1-1 1,-1 0-1,1 0 1,10-4-1,3-1-10,-1 0-1,0-2 1,32-17-1,-41 20-78,0-1-1,-1 1 1,1-2-1,-1 1 1,0-1-1,-1 0 1,0-1 0,0 0-1,0 0 1,-1 0-1,0-1 1,5-11-1,0-5-2,0-2 0,-2 1 0,-1-2 0,8-43 0,-15 61-15,0 1 0,0-1 0,-1 0 0,0 1 0,0-1 0,-1 1 0,-1-1 0,0 1 0,0-1 0,0 1 0,-2 0 0,1 0-1,-1 0 1,0 0 0,-1 1 0,0-1 0,-9-10 0,11 15 11,0 0 0,-1 0 0,0 1-1,0 0 1,0 0 0,0 0 0,0 0 0,-1 0 0,1 1 0,-1 0-1,0 0 1,1 0 0,-1 1 0,0-1 0,-8 0 0,6 1 88,-1 1 1,1 0-1,-1 1 1,1-1-1,0 2 1,-1-1-1,1 1 1,0 0-1,-12 5 1,3 0 159,1 1 0,0 1 0,0 1 0,1 0 0,0 0 0,1 2 0,0 0 0,-15 17 0,17-14-13,0 1 0,1 0-1,0 1 1,1 0 0,1 0-1,1 1 1,1 0 0,0 0 0,1 1-1,-3 26 1,5-22 10,0 1 1,2 0-1,1 0 0,1 0 1,1-1-1,1 1 0,12 45 1,-8-47-135,2 0 0,0-1 0,1 0 1,1 0-1,1-1 0,1 0 1,0-1-1,32 33 0,-22-29-88,2-2-1,0 0 0,1-1 1,1-2-1,55 28 0,-34-24-44,0-3-1,2-2 0,0-2 0,0-2 0,1-2 1,1-3-1,100 4 0,-97-12-127,0-2-1,0-3 1,0-2 0,105-28-1,-124 24-83,-1-1 0,0-3-1,-1 0 1,-1-3-1,0 0 1,-2-2 0,0-2-1,34-30 1,-15 4-425,75-94 0,29-65-394,-107 139 807,41-81-1,-66 106 502,-3-1 0,-1-1 0,16-60-1,-32 98-124,0-1 1,0 1-1,1 0 0,0 0 0,1 0 0,-1 0 1,10-11-1,-13 17-137,0 1 0,0 0 0,0 0 0,0 0 1,0 0-1,0 0 0,0 0 0,1 0 0,-1 0 0,0 0 1,0 0-1,0 0 0,0 0 0,0 0 0,0-1 0,0 1 1,0 0-1,1 0 0,-1 0 0,0 0 0,0 0 0,0 0 1,0 0-1,0 0 0,0 0 0,0 0 0,1 0 0,-1 0 1,0 0-1,0 0 0,0 1 0,0-1 0,0 0 0,0 0 1,0 0-1,1 0 0,-1 0 0,0 0 0,0 0 0,0 0 1,0 0-1,0 0 0,0 0 0,0 0 0,0 1 1,0-1-1,0 0 0,0 0 0,0 0 0,0 0 0,1 0 1,-1 0-1,0 0 0,0 0 0,0 1 0,0-1 0,0 0 1,0 0-1,0 0 0,0 0 0,0 0 0,0 0 0,0 0 1,0 1-1,0-1 0,0 0 0,-1 0 0,1 0 0,62 113 1144,19 33-121,160 193-269,-224-313-759,-1 0 0,-1 0 0,-2 2 0,0 0 0,-2 0 0,10 38 0,-18-53 0,0 0 0,-1 1 0,-1-1 0,0 1 0,-1-1 0,0 1 0,-1 0 0,0-1 0,-1 1 0,-1-1 0,0 0 0,-1 1 0,0-2 0,-1 1 0,-1 0 0,-7 13 0,-1-6-45,-1 1 1,0-2-1,-1 0 0,-1-1 0,-1-1 1,-1-1-1,0 0 0,-39 24 0,-8-3-2446,-107 44 0,96-48-784,20-4-755,28-8-2033,14-6-4967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26:14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319 154 13205,'-27'-30'2452,"10"15"-199,-13 6-265,-20-3-380,37 6-324,-8 0-528,1-3-920,0-3-1004,-27-9-1820,4 6-2737,13-3-4792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46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1 9189,'0'0'14191,"-4"0"-13029,-35 2 828,35-1-267,-15 29 1310,16-15-2735,1 0 0,0 0 0,0 0-1,2 17 1,-2 20-308,-7 328 10,4-48 0,-2-140 175,9-158-814,1 0 1,1 0 0,14 54-1,7-7-4575,-24-79 4651,-1 0 0,1 0-1,0-1 1,-1 1 0,1 0-1,0 0 1,0 0-1,0-1 1,0 1 0,1 0-1,-1-1 1,0 1 0,1-1-1,-1 1 1,3 1 0,0-1-1035,15 13-9981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47.0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0 13529,'0'0'2414,"-3"0"18,-33 0 1635,36 1-3886,0 0 0,0 0 0,0-1 0,1 1 0,-1 0 0,0 0 0,1-1 0,-1 1 0,0 0 1,1-1-1,-1 1 0,1 0 0,-1-1 0,1 1 0,-1-1 0,1 1 0,-1-1 0,1 1 0,1 0 0,7 7 261,1-1 1,1 0-1,-1-1 0,1 0 1,0-1-1,15 6 1,78 21 731,-78-25-889,448 114 1734,-448-114-1991,285 87 81,-247-72-112,-1 4 1,103 58-1,-146-72 3,-2 1 0,1 0 0,-2 2 0,1 0 0,-2 1 0,0 0 0,-2 1 0,1 1 0,-2 1 0,16 28 0,-23-36 0,-1 0 0,0 1 0,-1 0 0,0 0 0,-1 0 0,0 0 0,-1 1 0,0-1 0,-1 1 0,0-1 0,-1 1 0,-1-1 0,0 1 0,-1-1 0,0 0 0,-1 1 0,0-1 0,-1 0 0,0 0 0,-7 13 0,-3 0 0,-2 0 0,-1-1 0,0 0 0,-2-2 0,0 0 0,-31 25 0,-142 106 0,183-147 0,-174 126 33,-121 91-2258,147-111-1973,104-79-431,-1-3-4475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47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198 476 12313,'20'-13'633,"-9"7"-131,-1-1 0,1 2-1,0 0 1,0 0 0,14-3-1,33-9 1794,15-4-200,85-37 0,-152 55-2023,0 0-1,0 0 1,0-1-1,-1 1 1,1-1-1,-1 0 1,0-1-1,5-5 1,-9 8-54,0 1 1,0-1 0,1 1-1,-1-1 1,0 0 0,0 0 0,-1 1-1,1-1 1,0 0 0,-1 0 0,1 0-1,-1 0 1,0 0 0,1 0 0,-1 0-1,0 0 1,0 0 0,0 0 0,0 0-1,-1 1 1,1-1 0,0 0-1,-1 0 1,0 0 0,1 0 0,-1 0-1,0 1 1,0-1 0,0 0 0,0 0-1,0 1 1,-2-3 0,-3-2 127,0 0 0,0 1 1,-1 0-1,1 0 0,-1 0 0,0 1 0,0 0 1,0 0-1,-1 1 0,0 0 0,1 0 1,-1 1-1,0 0 0,0 0 0,0 1 1,-1 0-1,1 0 0,0 1 0,0 0 1,0 1-1,-14 2 0,3 0 176,0 1 1,0 1 0,0 0-1,1 2 1,0 0-1,0 1 1,0 1-1,-19 13 1,8-2 197,0 1 0,2 2 0,0 1 1,-37 44-1,51-53-489,2 0 0,0 1 0,1 0 1,0 0-1,2 1 0,0 1 0,1-1 0,0 1 1,2 1-1,-6 24 0,11-37-31,-1 0 0,1 0 0,0 0 0,0 0 0,0 0 0,1 0 0,0 0 0,0-1 0,1 1 0,-1 0 0,1-1 0,1 1 0,-1-1 0,5 7 0,-2-4 0,0-1 0,1 0 0,0 0 0,0-1 0,1 1 0,0-1 0,0-1 0,12 9 0,1-4 0,0 0 0,1 0 0,0-2 0,0-1 0,0-1 0,43 7 0,-9-7-145,0-2 0,0-2 0,76-9 0,163-39-3267,-247 34 2690,0-1-1,-1-2 0,0-2 0,-2-2 1,0-2-1,45-29 0,-61 32 302,-1-2-1,-1 0 1,-1-1 0,-1-2 0,-1 0-1,-1-2 1,-1-1 0,-1 0-1,30-54 1,-32 47 507,-2 0 0,18-55 0,-30 77 211,-2-1 0,1 1 1,-1 0-1,-1-1 0,0 1 0,-1-1 0,0 1 1,0-1-1,-1 1 0,-1 0 0,0-1 1,-5-15-1,6 25-138,0-1 1,-1 0-1,1 0 1,-1 1-1,0-1 1,1 1-1,-1-1 1,0 1-1,0 0 1,-1 0-1,1 0 1,0 0-1,-1 0 1,1 0-1,-1 1 1,0-1-1,1 1 1,-1 0-1,-5-2 1,8 3-124,-1 0 39,0-1 0,0 1 0,0 0-1,0 0 1,0 0 0,0 0 0,0 0 0,0 0 0,0 1-1,0-1 1,0 0 0,0 0 0,0 1 0,0-1 0,0 1-1,0-1 1,0 1 0,0-1 0,-1 2 0,-2 0 190,1 0-155,-1 0 0,1 0 0,0 0-1,0 1 1,0-1 0,0 1 0,1-1 0,-1 1-1,0 0 1,1 0 0,0 0 0,0 1 0,0-1-1,0 0 1,1 1 0,-1 0 0,1-1 0,0 1-1,-1 5 1,-2 7 196,1 1-1,1 0 1,-1 20-1,3-21-258,1 0 0,0 0 0,1 0 0,1 0 0,0-1 0,1 1 0,1-1 0,1 0 0,0 0 0,0-1 0,2 1 0,0-2 0,0 1 0,1-1 0,1 0 0,16 16 0,-17-20-50,0 0 0,1 0 0,1-1 0,0 0 0,0-1 0,0 0 0,1-1 0,0 0 0,0-1 0,0 0 0,1-1 0,-1 0 0,1-1 0,0-1 0,0 0 0,0-1 0,1 0 0,-1-1 0,0 0 0,16-3 0,-14 0 3,1-1 0,0 0 0,-1-2 0,0 0 0,0 0 0,-1-1 0,23-15 0,5-8 0,40-38 0,-31 25 0,-20 18 0,-16 18 0,-13 7 0,0 1 1,0-1-1,0 1 1,0-1-1,0 1 1,-1 0-1,1 0 1,0-1-1,0 1 1,-1 1-1,1-1 1,0 0-1,-1 0 1,0 1-1,1-1 1,-1 0-1,0 1 1,1-1-1,-1 1 1,0 0-1,0-1 1,0 1-1,0 0 1,-1 0-1,2 2 1,15 48-159,-16-42-1034,1 1 1,-2 0 0,-1 19 0,1-12-1408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47.8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46 14497,'-36'-15'7853,"22"9"-6205,1 0 368,30-3-5384,-1 0-184,1 12-2133,0 3-4740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48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0 754 11457,'0'0'6491,"11"10"-5784,-8-7-140,22 18 2965,-40-37 3607,14 14-7009,0 0 1,0-1-1,1 1 1,-1-1-1,1 0 1,-1 1-1,1-1 1,0 1-1,0-1 1,1-4-1,-1-3 105,-1-30 144,2 0 1,11-72-1,0 2-313,-2-318-66,-10 429 0,1 13 0,0 1 0,1 0 0,8 26 0,4-8 0,28 51 0,-9-23 0,68 135 0,-81-155 0,-2 1 0,-2 1 0,-2 1 0,-1 0 0,7 55 0,-17-78 0,0 1 0,-2-1 0,-1 1 0,-1 0 0,0-1 0,-2 0 0,0 1 0,-2-1 0,0 0 0,-1-1 0,-2 1 0,0-1 0,-12 22 0,13-30 0,0 2 0,-2 0 0,1 0 0,-2-1 0,0 0 0,-15 15 0,24-26 0,0-1 0,0 0 0,0 0 0,0 0 0,0 0 0,-1 0 0,1-1 0,0 1 0,0 0 0,-1-1 0,1 1 0,-1 0 0,1-1 0,-1 0 0,-1 1 0,-3-7 0,6 5 0,-1-1-1,0 0 0,0 1 0,0-1-1,0 0 1,1 0 0,-1 0 0,0 0 0,1 0 0,0 0-1,0 0 1,-1 0 0,1-1 0,0 1 0,1 0 0,-1 0-1,0 0 1,0 0 0,1 0 0,0 0 0,-1 0 0,1 0-1,2-3 1,26-47-239,-25 45 173,23-32-250,1 1 0,3 2 0,1 0 0,1 2 0,58-44-1,-40 39 299,2 2 0,1 3 0,96-44 0,-130 69 139,-1 1-1,2 0 0,-1 2 1,1 0-1,25-2 1,-39 7-66,1 0 0,-1 1 0,0 0 0,0 0 0,0 1 1,0-1-1,0 2 0,1-1 0,-2 1 0,1 0 0,0 1 0,0-1 1,-1 1-1,1 1 0,-1-1 0,0 1 0,0 0 0,0 1 0,7 6 1,4 11-538,-1 1 1,0 0 0,-2 1-1,22 49 1,-24-46-1168,0 5-2691,-12-29 3421,1 0 0,0 1 0,1-1 0,-1 0 0,0 1 0,1-1 0,0 0 0,0 0 0,0 0 0,0 0 0,3 2 0,11 10-8907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48.7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10857,'-4'24'8353,"18"-9"-8649,-1-3-1060,11 0-601,23 3-2583,-14 3-3537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49.2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58 193 11421,'-2'23'1039,"2"-17"-511,0 0 1,-1 0 0,0 0 0,0 0 0,0 0-1,-1 0 1,0 0 0,-5 11 0,6-14-131,-1 1 0,1-1 0,1 0 0,-1 1 0,0-1 0,1 1 0,0 0 0,0-1 0,0 1 0,0-1 0,0 1 0,1-1 0,-1 1 0,1-1 0,0 1 0,0-1 0,1 0 0,2 6 0,3 5 846,1 0 0,20 24 0,-18-24-706,1 0-94,1 0 1,1-1-1,0-1 1,0 0-1,2 0 1,-1-1 0,21 11-1,-23-15-431,-1-1 1,1-1-1,-1 0 0,1-1 1,1 0-1,-1-1 0,1 0 1,-1-1-1,1 0 0,0-1 1,14 0-1,-24-1-13,-1 0 0,1-1 0,0 1 0,0 0 0,0-1 0,-1 0 0,1 1 0,0-1 0,-1 0 0,1-1 0,-1 1 0,1 0 0,-1-1 0,1 1 0,-1-1 0,3-3 0,-4 4 0,0-1 0,0 0 0,0 0 0,0 0 0,-1 0 0,1 0 0,0 0 0,-1 0 0,0 0 0,1 0 0,-1 0 0,0 0 0,0 0 0,0 0 0,0 0 0,-1-1 0,1 1 0,0 0 0,-1 0 0,0 0 0,1 0 0,-1 0 0,-1-2 0,-5-10 1,0 0 1,-1 0-1,0 0 1,-1 1-1,-1 0 1,0 1-1,-18-18 1,-96-74-59,53 47-344,-78-66-4718,147 121 4694,2-1 379,0 1 0,0-1 0,1 0 0,-1 0 0,1 1 0,0-1 0,-1 1 0,1-1 0,0 0 0,1 1 0,-1 0 0,0-1 0,1 1 0,-1 0 1,1 0-1,3-4 0,0 2 11,-1 1 1,1-1 0,0 1-1,0 0 1,0 0 0,0 1 0,9-4-1,9-1 37,0 1-1,0 2 0,26-3 0,-37 5-23,16-1 92,-1 1 0,0 1 0,1 2 0,-1 0 0,0 2 0,0 1 0,0 1 0,43 14 0,-49-11-41,-1 1-1,0 0 1,-1 1-1,0 1 1,0 1-1,-1 1 1,-1 0-1,0 2 1,-1 0-1,0 0 1,15 22-1,-3 2 35,42 83 0,-44-76-39,-19-31 45,-1 0 0,0 0 0,7 31 0,-4-13 624,-8-30 93,3-5-423,5-4-253,0 0 0,0 0 0,-1-1 0,1 0 0,-2 0 0,1-1 0,-1 0 0,0-1 0,8-12 0,50-97 594,-27 45-370,-26 52-299,1 1 0,1 1 0,0 0 0,2 0 0,0 2 1,32-27-1,-39 36-25,1 1 0,0 0 0,1 1 1,-1 0-1,1 1 0,1 0 0,-1 0 0,1 1 0,-1 1 0,1 0 1,0 1-1,0 0 0,1 0 0,22 2 0,-10 2-52,0 2 0,0 1 0,0 1 0,-1 1 0,46 20 0,110 66-3006,-166-85 2560,82 54-4208,-35-17-3493,-16-7-3634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49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 18566,'0'-15'4769,"11"26"-548,-4-3-4152,16 21 2279,28 44 0,12 41-1516,44 127-1218,223 685 386,-271-746 0,119 410 0,-110-355 0,-59-205-144,35 109-998,-5-52-6592,-21-59-88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49.8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81 573 15445,'-60'-39'3181,"40"33"-441,23-15-104,10-12-432,14 6-435,10 0-361,27-7-280,19-5-232,35 3-372,19-6-452,30 3-676,24-1-956,7-5-456,3 0-865,-13 6-1255,6 6-2033,-3 6-5484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0.1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 1035 9705,'-2'2'4098,"0"-1"-3744,0 1-1,1-1 0,-1 1 0,0 0 0,1 0 1,0 0-1,-1 0 0,1 0 0,0 0 1,0 0-1,0 0 0,0 1 0,0-1 1,1 0-1,-1 0 0,1 1 0,-1-1 1,1 1-1,0-1 0,0 0 0,0 1 1,0-1-1,1 0 0,-1 1 0,0-1 1,2 4-1,-19-12 2251,16 6-2536,0-1-1,0 0 1,0 1 0,1-1-1,-1 1 1,0-1-1,0 0 1,0 0 0,0 1-1,1-1 1,-1 0 0,0 0-1,1 0 1,-1 0-1,1 0 1,-1 0 0,1 0-1,-1 0 1,1 0-1,0 0 1,0 0 0,-1 0-1,1 0 1,0 0 0,0 0-1,0-1 1,0 1-1,0 0 1,0 0 0,0 0-1,1 0 1,-1-1 0,15-46 1464,-8 29-1050,18-48 407,3 0 1,62-105-1,-34 83-1051,85-104 1,-99 142-1467,72-64 1,62-29-5370,-150 125 3359,33-18 1,27-2-8388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0.6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16 542 13109,'31'-17'910,"-20"11"-239,1-1 0,-1-1 0,0 0 0,-1 0-1,16-15 1,-8 7 1894,40-26-1,0 1-239,-49 33-1921,0 1-42,0 0 0,0-1 0,-1 0 1,0-1-1,9-13 0,-16 20-328,0 1 0,0-1 1,0 0-1,0 0 0,0 0 1,-1 0-1,1 0 0,0 0 0,-1 0 1,0-1-1,1 1 0,-1 0 1,0 0-1,0 0 0,0 0 1,-1 0-1,1-1 0,0 1 0,-1 0 1,1 0-1,-1 0 0,0 0 1,0 0-1,0 0 0,0 0 0,0 1 1,0-1-1,0 0 0,0 0 1,-1 1-1,1-1 0,-1 1 0,1-1 1,-1 1-1,-2-2 0,-1-1 39,0 1-1,0 0 0,-1 0 1,1 0-1,-1 1 0,1-1 1,-1 1-1,0 1 0,0-1 1,0 1-1,0 0 0,0 0 1,0 1-1,0 0 0,0 0 1,0 0-1,0 1 0,0 0 1,0 0-1,0 0 0,0 1 1,0 0-1,-9 4 1,1 1 94,1 0 1,-1 0-1,1 2 1,0-1 0,1 2-1,0 0 1,1 0 0,-13 15-1,20-20-161,0-1-1,0 1 0,0 1 1,0-1-1,1 1 0,0-1 1,0 1-1,0 0 0,1 0 0,0 0 1,0 0-1,1 1 0,-1-1 1,1 0-1,1 1 0,-1-1 1,1 1-1,0-1 0,1 0 1,0 1-1,0-1 0,0 1 1,0-1-1,1 0 0,0 0 1,1 0-1,-1 0 0,1 0 0,0-1 1,1 1-1,-1-1 0,1 1 1,0-1-1,0-1 0,1 1 1,0 0-1,-1-1 0,1 0 1,8 4-1,0 1-5,1-2 0,0 1 0,0-2 0,0 0 0,1-1 0,0 0 0,22 3 0,5-1 0,63 2 0,-68-9-195,-1-2 0,0-1 0,0-1 1,40-11-1,139-49-1605,-137 38 442,109-54-1,-160 66 1133,0-1-1,-1-2 0,-1-1 1,0 0-1,-1-2 0,-1-1 1,24-29-1,-46 49 219,18-21-253,29-47 1,-44 62 233,0 0 1,0 0 0,-1-1-1,0 1 1,0-1 0,-1 0-1,0 0 1,0 0 0,-1 0-1,0 0 1,-1-14 0,0 20 62,0 0 1,0 1 0,0-1-1,0 1 1,0-1 0,-1 0-1,1 1 1,-1-1 0,1 1-1,-1-1 1,1 1 0,-1-1-1,0 1 1,0 0 0,0-1-1,0 1 1,0 0 0,0 0-1,0 0 1,0-1 0,-1 1-1,1 0 1,0 1 0,-1-1-1,1 0 1,0 0 0,-1 0-1,1 1 1,-1-1 0,1 1-1,-1-1 1,1 1 0,-1 0-1,0 0 1,1-1 0,-1 1-1,1 0 1,-1 0 0,-2 1-1,-4 0 92,1 0-1,0 1 1,-1 0 0,1 1-1,0-1 1,0 1 0,-7 4-1,4 0 4,0-1-1,0 1 0,1 1 1,0-1-1,0 1 0,1 1 1,0 0-1,1 0 0,0 1 1,0 0-1,1 0 1,0 0-1,1 1 0,0 0 1,0 0-1,1 0 0,1 0 1,-3 19-1,4-19-80,0 1-1,1-1 1,1 0 0,0 1-1,0-1 1,1 0-1,1 0 1,0 1 0,0-1-1,1 0 1,0-1-1,1 1 1,1 0 0,-1-1-1,2 0 1,-1 0-1,1-1 1,1 0 0,11 13-1,-6-10-139,1 0-1,1 0 1,0-2-1,1 0 1,0 0-1,0-2 1,1 0-1,0 0 1,1-2-1,33 10 1,-31-12-467,1-1 0,0 0 1,0-1-1,0-2 1,0 0-1,24-3 0,-29 1-121,70-11-3130,-18-7-3291,-13-3-4014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2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363 1003 6141,'1'-47'843,"-1"20"566,5-41 0,6 12 888,-7 41-937,-1 0-1,0 0 0,-1 0 1,-1-1-1,0-18 0,-1 32-1233,0 1 0,0-1 0,0 1 0,-1 0 0,1-1 0,-1 1 0,1 0 0,-1-1 0,1 1 0,-1 0 1,0-1-1,1 1 0,-1 0 0,0 0 0,0 0 0,0 0 0,0 0 0,0 0 0,0 0 0,0 0 0,0 0 0,-1 0 0,0 0 0,-1 0 98,-1 0 0,1 0 0,0 0 0,0 0-1,0 1 1,-1 0 0,1-1 0,0 1 0,-7 1 0,-1 0 207,0 1-1,0 1 1,0 0-1,1 0 1,-14 7 0,16-6-170,0 1 1,0 0 0,1 0-1,-1 1 1,1 0 0,0 0 0,1 1-1,0 0 1,-8 10 0,-2 6 494,-21 42 0,19-25-640,0 0-1,3 1 1,2 1-1,-12 61 1,10-20-138,-4 115 1,16-113 21,9 115 0,-1-158 0,1-1 0,1 0 0,3 0 0,26 70 0,-28-93 0,0 1 0,1-2 0,1 1 0,1-1 0,1-1 0,0 0 0,1 0 0,0-1 0,2-1 0,-1 0 0,2-1 0,31 20 0,-28-20 0,1-1 0,1 0 0,0-2 0,1 0 0,0-1 0,0-2 0,1 0 0,45 7 0,-33-11 37,1-1 0,-1-2 0,0-2-1,0-1 1,0-1 0,-1-2 0,61-19 0,-52 10-214,0-3 0,-2-1 0,0-2 1,-2-1-1,55-42 0,-38 19-372,-2-2 0,-2-3 0,-3-2 0,-2-2-1,-2-2 1,-3-2 0,57-102 0,-58 78 91,-3-1 0,-3-1 0,43-171 1,-51 133 376,-5-1 0,7-166 0,-34-107 1985,4 374-1571,0 1-1,-2-1 1,-8-29 0,1 66 725,5 2-882,2 0 0,0 0 1,1 0-1,1 1 0,0-1 1,3 18-1,-2-1 2,7 178 187,9-1 1,58 278 0,-24-269-913,-37-175 245,2-1-1,36 75 1,-47-111 222,1 0 0,0 0 0,0-1 0,0 0 0,1 0 0,0 0 0,0-1 0,1 1-1,-1-2 1,1 1 0,10 5 0,-10-7-14,-1-1-1,1-1 0,-1 1 1,1-1-1,0 0 0,0-1 1,0 0-1,0 0 0,0 0 1,0-1-1,1 0 0,-1 0 1,0-1-1,12-2 0,-10 0-70,1 0-1,-1 0 1,1-1 0,-1 0-1,0-1 1,-1 0-1,1 0 1,-1-1 0,0 0-1,0 0 1,-1-1-1,13-14 1,1-5-550,-2 0-1,27-48 1,-9-4-1322,-37 77 1921,0-1 0,0 1 1,-1 0-1,1 0 0,0 0 0,-1 0 0,1-1 1,0 1-1,-1 0 0,0 0 0,1 0 0,-1 0 1,0 0-1,1 0 0,-1 0 0,0 0 0,0 0 1,0 1-1,0-1 0,1 0 0,-1 0 0,-2 0 0,2 1 14,-1 1 0,0-1 0,0 0 0,1 1-1,-1-1 1,0 1 0,1-1 0,-1 1-1,1 0 1,-1 0 0,1 0 0,-1 0 0,1 0-1,0 0 1,-3 2 0,-16 13-1335,1 0 0,0 1 0,1 1 0,-20 27 0,29-32 1020,21-21 520,-2 0 3,422-316 3287,-142 95 996,-285 225-4244,1-1 0,-1 1 0,1 0 0,0 1 0,0-1 0,1 1 0,-1 1 0,1-1 0,-1 1 0,1 0 0,0 1 0,0-1 0,0 1 0,-1 1 0,1-1 0,0 1 0,0 0 0,0 1 1,0 0-1,0 0 0,9 2 0,2 4-44,-1 1 0,0 1 0,0 0 0,0 1 0,-1 1 0,-1 0 0,0 1 0,0 1 0,-1 0 0,-1 1 0,0 1 0,-1 0 0,-1 0 0,0 1 0,16 33 0,-13-19-40,-2 1-1,-1-1 0,-2 2 0,-1 0 1,-1 0-1,-2 0 0,-1 1 0,0 49 0,-4-80-59,0 1 0,0 0-1,0 0 1,1-1-1,-1 1 1,1 0 0,0-1-1,0 1 1,2 3-1,-1-1 23,-2-5-21,0 0 0,0 0 0,0-1 0,0 1 0,0 0 0,0 0 0,0 0 0,0 0 0,0 0 0,0 0 0,0 0 0,0 0 0,0 0 0,0 0 0,0 0 0,0 0 0,0-1 0,1 1 0,-1 0-1,0 0 1,0 0 0,0 0 0,0 0 0,0 0 0,0 0 0,0 0 0,0 0 0,0 0 0,0 0 0,1 0 0,-1 0 0,0 0 0,0 0 0,0 0 0,0 0 0,0 0 0,0 0 0,0 0 0,0 0 0,0 0 0,0 0 0,1 0 0,-1 0 0,0 0 0,0 0 0,0 0 0,0 0 0,0 1 0,0-1-1,0 0 1,0 0 0,0 0 0,0 0 0,0 0 0,0 0 0,0 0 0,1 0 0,53-80-54,-14 17 19,1-2 23,42-92 0,-21 36-4,-1 5-1,-4-3 0,-6-2 1,50-180-1,-85 248 360,33-74-1,-49 127-338,0 0 1,0 0 0,0-1-1,0 1 1,1 0-1,-1 0 1,0 0 0,0 0-1,0 0 1,0 0-1,0 0 1,0 0-1,0-1 1,0 1 0,0 0-1,0 0 1,0 0-1,0 0 1,1 0-1,-1 0 1,0 0 0,0 0-1,0 0 1,0 0-1,0 0 1,0 0 0,0 0-1,1 0 1,-1 0-1,0 0 1,0 0-1,0 0 1,0 0 0,0 0-1,0 0 1,1 0-1,-1 0 1,0 0 0,0 0-1,0 0 1,0 0-1,0 0 1,0 0-1,0 0 1,1 0 0,-1 0-1,0 0 1,0 0-1,0 0 1,0 0-1,0 1 1,0-1 0,0 0-1,16 7 127,-1 1 0,0 1 0,-1 0 1,0 1-1,0 1 0,-1 0 0,0 1 0,18 22 0,1 5 6,47 76 0,-69-99-126,-1 1 0,0 0 0,-1 0 0,-1 1 0,-1 0 0,0 0 0,-1 1-1,-1-1 1,-1 1 0,-1 0 0,-1 0 0,0 0 0,-1 1 0,-1-1 0,-1 0 0,-1 0 0,-1-1 0,0 1 0,-11 29 0,-6 7 44,-3-1-1,-51 85 1,69-123 51,20-9-78,-9-7-31,0 0 0,1 0 0,-1 0 0,0-1-1,1 1 1,-1-1 0,0-1 0,0 1 0,0-1 0,0 0 0,0 0-1,0 0 1,0-1 0,-1 1 0,5-5 0,12-4 2,83-42 33,165-76 902,-260 125-857,0 1 1,0 0-1,1 0 1,0 1-1,-1 0 0,1 0 1,0 1-1,0 1 1,13 0-1,-19 1-206,1 0 0,-1 0 1,1 0-1,-1 1 0,1-1 0,-1 1 1,0 1-1,1-1 0,-1 0 0,-1 1 0,1 0 1,0 0-1,-1 0 0,1 0 0,-1 1 1,0-1-1,0 1 0,0 0 0,-1 0 0,5 7 1,-6-8-739,1 0 1,-1 0-1,0 0 0,0 0 1,0 1-1,-1-1 1,1 0-1,-1 1 1,0-1-1,0 0 1,0 1-1,0-1 0,-1 6 1,-2 18-9792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2.4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 7229,'0'0'1648,"-7"18"-3088,1 0-717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3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0 992 16049,'90'-99'5300,"-22"26"-2465,70-89-427,-124 144-2254,-2 0 1,0-1 0,-2-1-1,0 0 1,-1-1 0,-1 1 0,8-31-1,-13 32-57,0 1-1,-1 0 1,-1-1-1,-2-27 1,0 24-14,-13-163 661,2 61 46,10 105-551,1 29 352,-1 40 280,40 405 235,-17-269-1075,73 665-31,-94-849 0,38 304 0,44 240 0,-26-245 0,48 106 0,8 34 0,-47-201-963,-64-236 616,1 0 1,-1 0 0,0 0-1,0 0 1,-1 0 0,1 0-1,-1 0 1,0 0 0,0 0-1,0 0 1,-1 5 0,1-8 251,0 0 1,-1-1-1,1 1 1,0-1-1,-1 1 1,1 0-1,-1-1 1,1 1-1,0-1 1,-1 1-1,1-1 1,-1 1-1,0-1 1,1 1-1,-1-1 0,1 1 1,-1-1-1,0 0 1,1 1-1,-1-1 1,0 0-1,0 0 1,-1 1-31,0-1 1,0 0-1,0 0 1,0 0-1,0 0 0,0-1 1,0 1-1,0-1 1,0 1-1,0-1 0,-2-1 1,-24-11-535,0-1 0,1-2 0,0 0 0,2-2 0,0-1 0,1-1 0,-29-31 0,11 6 616,2-2 1,-62-96-1,88 120 162,-99-169 1183,101 166-1072,1-1 0,1 0 0,1-1 0,1 0 0,-7-51 1,12 45-118,2-1 1,1 1-1,1-1 0,2 1 1,2 0-1,1 0 1,2 0-1,1 1 1,1 0-1,20-42 1,-7 27-85,3 1 1,1 1 0,3 2 0,1 0-1,3 2 1,38-37 0,19-11-271,4 3 1,4 6-1,3 3 1,207-118-1,-295 188 346,0 1 0,1 0 0,0 1 0,0 1 0,0 0 0,28-4 0,-42 9-97,-1 0 1,0 0-1,0 1 1,1-1 0,-1 0-1,0 0 1,0 1-1,1-1 1,-1 0-1,0 1 1,0-1 0,0 0-1,1 0 1,-1 1-1,0-1 1,0 0-1,0 1 1,0-1 0,0 0-1,0 1 1,0-1-1,0 1 1,0-1-1,0 0 1,0 1 0,0-1-1,0 0 1,0 1-1,0-1 1,0 0-1,0 1 1,0-1 0,-1 1-1,-2 14 36,3-15-30,-28 83 225,16-51-396,-8 39 1,17-55-943,0-1 1,0 31-1,3-34-555,1 1-1,0 0 0,1-1 1,6 24-1,10-2-6436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3.1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82 10709,'14'-48'1496,"-1"39"-368,1-3-528,6 6-776,0 0-676,-3 6-1216,19 6-1148,-5 6-1421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3.4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0 546 11633,'3'0'218,"0"0"-1,0 0 1,0 0-1,0-1 1,0 1-1,-1-1 1,1 1 0,0-1-1,0 0 1,0 0-1,-1 0 1,1-1-1,-1 1 1,1-1 0,-1 1-1,1-1 1,-1 0-1,0 0 1,0 0-1,3-4 1,16-12 1612,54-28 1549,-44 24-2277,-1-2 1,31-29 0,-49 41-919,0-1 0,0 0 0,-1-1-1,-1 0 1,0-1 0,-1 0 0,-1 0 0,7-18 0,-12 22-112,1 0 0,-2 0 0,1-1 0,-2 1 0,1-1 1,-1-14-1,-2 19-37,1 0-1,-1 0 1,0 1 0,0-1 0,0 0-1,-1 1 1,0-1 0,-1 1 0,0 0-1,0 0 1,0 0 0,-4-6 0,5 10-9,0-1 0,-1 1 1,1 0-1,-1 0 0,1-1 1,-1 2-1,0-1 0,0 0 1,0 1-1,0-1 0,0 1 1,0 0-1,0 0 0,0 0 1,0 0-1,-1 0 1,1 1-1,-6-1 0,3 1 20,0 1-1,0-1 0,0 1 1,0 0-1,0 0 0,1 0 1,-1 1-1,0 0 0,-5 3 1,-2 2 29,1 1 1,0 0 0,1 1 0,0 0 0,0 0-1,1 1 1,0 1 0,1 0 0,0 0 0,1 1-1,0 0 1,1 0 0,0 1 0,1 0 0,1 0-1,0 0 1,-4 17 0,4-10-47,1 0-1,0 0 1,2 1 0,0-1 0,2 0 0,0 1-1,1-1 1,1 0 0,1 0 0,1 0-1,9 30 1,-6-33-254,1 0-1,0 0 1,1-1 0,1 0-1,1 0 1,0-1 0,1 0 0,0-1-1,1-1 1,1 0 0,0-1-1,1 0 1,31 19 0,-24-19-987,0 0 1,1-1 0,48 14 0,-46-18-1292,-1-2 0,1 0 1,48 2-1,-14-7-6497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3.7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78 8073,'18'-19'713,"-13"13"-464,-1 1 0,1 1 0,0-1 0,0 1-1,1 0 1,-1 0 0,1 0 0,0 1 0,0 0 0,0 0 0,0 0 0,12-3 0,-10 5 66,1-1 0,-1 2 0,1-1 0,-1 1 1,1 0-1,-1 1 0,1 0 0,-1 0 0,0 1 1,1 0-1,-1 0 0,0 1 0,0 0 0,0 0 0,-1 1 1,1 0-1,12 10 0,-7-4-129,-1 0 0,-1 1-1,0 0 1,0 1 0,-1 0 0,-1 1 0,0 0-1,0 1 1,-1 0 0,-1 0 0,-1 0 0,0 1-1,-1 0 1,0 0 0,3 22 0,-2-3-21,-1 0 1,-2 1-1,-2 0 1,-1-1-1,-9 70 1,3-69-66,-2 0 1,-1 0 0,-1-1-1,-26 55 1,25-65 287,-1-2 0,-1 1-1,-1-1 1,-1-1 0,-1-1 0,-1 0 0,-20 18-1,36-37-326,0 0 0,0 0 0,0 0 0,-1 0-1,1 0 1,0 0 0,-1 0 0,1 0 0,0 0-1,-1-1 1,1 1 0,-1-1 0,1 1 0,-1-1-1,0 1 1,1-1 0,-1 0 0,1 0 0,-1 0-1,0 0 1,1 0 0,-1 0 0,1 0 0,-3-1-1,3 0-44,0 0 0,0 1 0,0-1 0,0 0-1,0 0 1,0 0 0,0 0 0,0 0 0,1 0-1,-1-1 1,0 1 0,1 0 0,-1 0-1,1 0 1,-1-1 0,1 1 0,0 0 0,-1 0-1,1-1 1,0 1 0,0 0 0,0-1 0,0 1-1,0 0 1,0-1 0,0 1 0,1-2-1,3-17-416,0 1 0,1 0-1,2 0 1,11-25-1,42-75-4362,-10 36-1838,8-1-4269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3.8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67 13917,'-17'-42'2388,"0"24"1753,-6 15-2693,-1 3-96,1 6-2464,-17-12-1344,6 3-3397,18 6-4988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4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4488 0 14169,'-1'1'5105,"-6"8"-3580,6-8-1304,1 1-1,-1 0 1,0-1 0,1 1 0,-1 0 0,1-1 0,0 1 0,-1 0 0,1 0 0,0-1 0,0 1 0,0 0 0,0 0 0,0-1 0,1 1-1,-1 0 1,1 0 0,-1-1 0,2 3 0,16 40 1790,-10-28-1102,-2-2-421,9 22 518,0 0-1,-3 2 1,14 67-1,11 83-885,-8 12-120,-16-97 0,15 160 0,-9-69 0,-13-128 0,-5-43 0,1 1 0,1-1 0,1 1 0,11 34 0,-9-46 0,-6-11 0,1 0 0,-1-1 0,0 1 0,1 0 0,-1-1 0,0 1 0,1-1 0,-1 1 0,1-1 0,-1 1 0,1-1 0,-1 1 0,1-1 0,0 1 0,-1-1 0,1 0 0,-1 1 0,1-1 0,0 0 0,-1 0 0,1 1 0,0-1 0,-1 0 0,1 0 0,0 0 0,-1 0 0,1 0 0,0 0 0,0 0 0,-1 0 0,1 0 0,0 0 0,-1 0 0,1-1 0,0 1 0,-1 0 0,1 0 0,0-1 0,-1 1 0,1 0 0,-1-1 0,1 1 0,0-1 0,0 0 0,5-1 0,-1-1 0,0 1 0,0-1 0,0 0 0,0-1 0,0 1 0,-1-1 0,0 0 0,0 0 0,5-7 0,33-50 0,-34 48 0,6-11 0,-14 24 0,0 0 0,1-1 0,-1 1 0,0 0 0,0 0 0,0 0 0,1-1 0,-1 1 0,0 0 0,0 0 0,0-1 0,0 1 0,0 0 0,1 0 0,-1-1 0,0 1 0,0 0 0,0 0 0,0-1 0,0 1 0,0 0 0,0-1 0,0 1 0,0 0 0,0 0 0,0-1 0,0 1 0,0 0 0,0 0 0,-1-1 0,1 1 0,0 0 0,0 0 0,0-1 0,0 1 0,0 0 0,-1 0 0,1-1 0,0 1 0,0 0 0,0 0 0,0 0 0,-1-1 0,1 1 0,0 0 0,0 0 0,-1 0 0,1 0 0,0 0 0,0 0 0,-1-1 0,1 1 0,0 0 0,-1 0 0,1 0 0,0 0 0,-19 0 0,16 0 0,-63 7 0,1 3 0,-123 34 0,34-6 0,-675 121 0,-106 23 0,-815 233 0,1138-255-63,372-107-2414,238-53 2335,1 1-1,0-1 0,-1 0 0,1 0 1,0 0-1,-1 0 0,1 0 1,0 0-1,-1 0 0,1 0 0,0-1 1,-1 1-1,1 0 0,-2-2 0,2 2 28,1 0 0,0-1 0,-1 1 0,1 0 0,0-1 1,0 1-1,0-1 0,-1 1 0,1 0 0,0-1 0,0 1 0,0 0 0,0-1 0,0 1 0,0-1 0,-1 1 0,1 0 0,0-1 0,0 1 0,0-1 0,1 1 0,-1-1 0,0 1 0,0 0 0,0-1 0,0 1 0,0-1 0,0 1 0,1-1 0,0-2-295,1 1 1,0-1-1,-1 1 1,1-1-1,0 1 0,0 0 1,1 0-1,-1 0 0,0 0 1,6-3-1,49-18-6071,20-1-4185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5.8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1429 6325,'-17'0'1369,"16"0"-1176,1-1 1,-1 2-1,1-1 0,-1 0 0,1 0 0,-1 0 0,1 0 0,-1 0 0,1 0 1,-1 0-1,1 1 0,-1-1 0,1 0 0,-1 0 0,1 1 0,-1-1 0,1 0 1,0 1-1,-1-1 0,1 0 0,0 1 0,-1-1 0,1 1 0,0-1 0,-1 0 1,1 1-1,0-1 0,0 1 0,-1-1 0,1 2 0,2 0 1197,1 1-1115,0 0 0,0 0 0,1 0 0,-1-1-1,1 1 1,0-1 0,-1 0 0,1 0-1,0 0 1,0-1 0,1 1 0,-1-1 0,0 0-1,0 0 1,1-1 0,-1 1 0,7-1-1,10 0 37,-1-1 0,34-7 0,-22 3 163,345-66 1086,-1-26-1003,-313 80-494,1130-327 226,-193 52-599,-49 41 161,-190 53 98,-698 181 54,289-92-31,-300 83 22,-46 22 1,-2 2-3,-5 2 5,0-1 4,1 1 0,-1 0 0,0-1-1,1 1 1,-1-1 0,1 1 0,-1 0-1,1-1 1,-1 1 0,1-1 0,-1 0-1,1 1 1,0-1 0,-1 1 0,1-1 0,0 0-1,-1 1 1,1-1 0,0 0 0,-1 0-1,-4-9 3,4 8-4,-17-2-29,6 3 409,12 2-342,-1 0 1,0 0 0,1 0 0,0 0-1,-1 1 1,1-1 0,0 0 0,-1 0-1,1 1 1,0-1 0,0 0 0,0 1-1,0-1 1,0 2 0,-4 69 1328,-1 54 501,17 247 969,-11-297-2544,12 441 1189,38-2-1460,15-111-2580,-43-270-1769,1 2-4856,-10-65-3893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7.4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134 1 13817,'-29'32'1058,"18"-21"-145,1 0 0,0 1 0,-13 21-1,16-19-181,-1 0 0,2 1 0,0 0-1,1 0 1,0 0 0,1 1-1,1 0 1,1 0 0,-1 22 0,1 15 438,9 79 0,-2-91-1314,1 0 0,22 76 0,-17-85-1025,1-1 0,1 0 0,1-1 0,20 30 0,11 16-7882,-19-47-799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7.6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1 535 13221,'8'-27'1073,"1"0"-1,1 0 0,21-39 1,-23 52-674,1 0 0,1 0 0,0 1-1,0 0 1,2 1 0,-1 0 0,24-17 0,7 0-45,2 2-1,0 2 1,2 2-1,1 2 1,0 3 0,81-22-1,-14 14-529,208-20 0,-100 35-2055,-177 12 441,0 2 0,83 16 1,-112-15 190,0 1 0,30 12 0,20 22-5845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7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0 513 12025,'0'0'4589,"20"-3"-2161,24-15-304,-4-3-336,10-3-340,24-6-288,10 0-268,13-7-324,20-8-504,14 3-688,6-6-292,4-4-828,3 1-940,-7-3-3569,-10-3-5628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8.0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0 12269,'-2'4'2334,"-3"1"-1588,2-2-356,1 0-1,-1 0 0,1 0 1,0 1-1,0-1 0,0 0 1,0 1-1,1 0 0,-1-1 1,1 1-1,0 0 0,0 0 1,0-1-1,1 1 0,-1 8 1,4 28 966,1-1-1,3 1 1,11 39 0,-3-11-630,47 209-144,21-5-5251,-31-149-400,-28-68-1059,-4-12-3332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8.3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70 10541,'-36'-36'3059,"2"3"4914,38 34-6476,23 7-829,-1 0 0,0 2-1,0 1 1,-1 1 0,34 23 0,113 90 424,-119-79-849,-2 3 1,-2 2 0,-2 1 0,66 100 0,-87-110-200,-1 0 0,-3 2 1,-2 1-1,-1 0 0,-3 2 0,-1 0 0,-3 0 1,-1 1-1,-3 1 0,-2 0 0,-2 0 0,-5 89 0,-1-97-290,-3 0 0,-1-1 0,-2 0-1,-2 0 1,-1-1 0,-2 0-1,-2-1 1,-2-1 0,-1 0 0,-1-1-1,-3-1 1,0-1 0,-2-1-1,-2-1 1,-53 51 0,33-44-924,-2-2 1,-1-2-1,-61 33 1,51-37-3528,-66 25 0,65-34-4269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5:58.7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620 245 10609,'8'-21'638,"-6"14"-367,0 1 0,1 0 0,0 0 0,0 0 0,0 0 0,1 0 0,0 0 0,0 1 0,0-1 0,0 1 0,7-5 0,18-14 1478,1 2 0,53-31 0,-69 45-1550,0 1 0,0 1 0,1 0 1,-1 1-1,1 0 0,0 2 0,1 0 1,-1 0-1,18 0 0,-30 3-180,1 0 0,-1 0 0,1 0 0,-1 1 0,1-1 0,-1 1 0,0 0 0,1 0 0,-1 0 0,0 0-1,0 1 1,0-1 0,0 1 0,0 0 0,0 0 0,0 0 0,0 0 0,-1 0 0,1 1 0,-1-1 0,0 1 0,1 0 0,-1 0 0,-1 0 0,1 0 0,0 0 0,-1 0 0,1 0 0,-1 0 0,1 5 0,2 8 18,-2 1 1,0-1 0,0 0 0,-2 1 0,-1 19 0,0-7 10,2-12-36,1 0 0,0 0 1,1 0-1,1-1 0,0 1 1,1-1-1,1 0 1,1 0-1,0-1 0,1 0 1,1 0-1,0-1 0,1 0 1,0-1-1,1 0 0,1 0 1,0-1-1,0-1 0,1 0 1,21 13-1,33 20 29,-35-24 29,0 2 0,-2 1 0,0 1 0,38 40 0,-64-59 15,0 0 0,0 0 0,0 0-1,-1 0 1,0 1 0,0 0 0,0 0 0,0 0 0,-1 0 0,0 0 0,-1 0 0,1 0 0,-1 1 0,0-1 0,-1 8-1,0-5 51,-2 0 0,1 0 0,-1 0 0,0 0 0,-1-1 0,0 1 0,-1-1-1,1 1 1,-2-1 0,-6 11 0,-6 6 110,-1-2 0,-1 0-1,-1 0 1,-1-2 0,-45 35 0,-134 79 450,-107 41-166,-10 6-1282,-93 79-4231,288-187 2105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09.1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1 9989,'-31'5'1733,"25"-4"1488,-13 5-634,16-4-2330,0-1 0,1 1 0,-1-1 0,1 1 0,0 0 0,-1 0 0,1 0 0,0 0 0,0 1 0,0-1 0,1 0 0,-1 1 0,0 0 0,0 2 0,2-2-72,0 0 0,1 0 1,-1 0-1,1 0 0,0 0 1,0 0-1,0 0 0,0 0 1,3 5-1,3 4 337,0-1 1,1 1-1,0-1 0,1 0 0,15 14 1,-22-23-449,-1 0 0,1-1 0,-1 1 0,0 0 0,0 0 0,0 0 0,0 0 0,0 0 0,0 0 0,-1 0 0,1 0 0,0 3 0,8 18 349,-1-11-218,-1 0 0,0 1 0,-1 0 0,0 1 0,-1-1 1,0 1-1,-1 0 0,2 16 0,3 8 166,3 9 103,-3 1-1,-2 0 0,2 86 1,-18 148 293,-1-69-635,9-194-142,2 490-249,24-293-2164,-5-58-1403,-18-141 2772,8 64-2136,6-30-6149,-6-31-343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09.5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40 169 11297,'-6'4'129,"4"-3"177,-1 0 1,1 1-1,0-1 1,0 1-1,0-1 1,0 1-1,1 0 0,-1 0 1,0 0-1,1 0 1,-1 0-1,1 0 1,0 0-1,-1 0 1,1 1-1,0-1 1,-1 5-1,1 1 18,0-1 0,0 1 1,1 0-1,0-1 0,1 1 0,-1 0 0,2-1 0,-1 1 0,1-1 0,0 0 0,0 1 1,1-1-1,0 0 0,0 0 0,5 7 0,9 15 142,2 0-1,0-1 1,2 0 0,1-2 0,42 39-1,139 98 906,-162-134-1108,1-2 0,1-2 0,2-2 0,0-2 0,1-2 0,1-2 0,97 22 0,-114-34-88,1-1 1,0-1-1,0-2 1,0-1-1,61-9 1,-69 5-106,0-2 1,0 0-1,-1-1 1,0-2-1,0 0 0,-1-1 1,0-1-1,30-22 0,-32 19-118,-1-1 0,0-1 0,-2 0 0,1-1 0,-2-1 0,0 0 0,-2-1 0,0-1 0,-1 0 0,0 0 0,15-44 0,10-48-4803,26-137 0,-36 133-2518,-7 36-2083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12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643 413 10617,'-12'-4'907,"1"-1"-1,0 0 1,1-1 0,-1 0 0,-9-7-1,13 7-398,0 1 1,0 1-1,0-1 0,0 1 0,-1 1 0,1-1 0,-1 1 0,0 1 0,0 0 0,0 0 0,-1 0 0,1 1 0,0 0 0,-10 0 0,1 2 2,0 1-1,1 0 0,-1 1 1,1 1-1,-1 0 0,1 1 1,1 1-1,-1 0 1,1 2-1,0-1 0,0 2 1,1 0-1,0 1 0,1 0 1,-23 23-1,17-12-395,0 1-1,2 1 1,0 1-1,1 0 1,2 2-1,0-1 0,2 1 1,-12 36-1,19-45-118,0 1-1,1-1 1,1 1-1,1 0 1,0 0-1,1 1 1,1-1-1,1 0 1,1 0-1,0 0 1,1 0-1,1 0 1,1-1-1,10 25 1,-6-22 11,0-1-1,2-1 1,1 1 0,0-2-1,1 0 1,1 0 0,0-1 0,1-1-1,18 15 1,-7-11-30,0-1-1,1-1 1,0-1 0,1-2-1,47 18 1,-12-12-936,1-3-1,0-2 1,1-3 0,1-4 0,90 2-1,-85-10-1135,1-2-1,74-13 1,-101 8 858,0-3 0,-1-1 0,-1-2 0,57-25 0,-83 29 1001,0 0 1,-1-2-1,0 1 1,-1-2 0,0 0-1,-1-1 1,-1-1-1,0 0 1,0 0 0,-2-1-1,0-1 1,0 0-1,-2 0 1,11-25 0,-6 7 746,-1-1 0,-2 0 1,-1-1-1,-2 0 1,-2 0-1,3-54 0,-9 67 656,-1-1 0,-5-33-1,2 24 125,3 23-501,-1-1-1,-1 1 1,-4-15 0,1 6 546,5 15 74,0 6-158,-2 7-854,0 0-1,1 0 0,0 0 1,0 0-1,1 1 0,0-1 0,1 15 1,8 73 281,-4-65-327,1 16-54,2 3-353,-3 0-1,-2 0 0,-5 63 1,2-108 243,-4 22-1458,-1-26 76,-4-11 605,7 4 540,0 0 0,1 0-1,0 0 1,0 0 0,0-1 0,1 1 0,-1 0 0,1-1-1,1 1 1,-1-1 0,1 0 0,0 1 0,0-1 0,1-6-1,-1-10-83,-2-45-148,-1 7 20,10-112-1,11 21 390,63-239 0,-78 378-2,1 0-1,0 1 0,1-1 0,0 1 0,1 0 0,0 0 0,1 1 0,10-13 1,-14 19-49,1 0 0,0 1 0,1-1 0,-1 1 0,0 0 0,1 0 0,0 0 0,0 1 0,0-1 0,0 1 0,0 1 1,0-1-1,0 1 0,1-1 0,-1 2 0,1-1 0,-1 1 0,1-1 0,-1 1 0,0 1 0,7 0 0,-1 1 59,-1 1 0,0 0 0,0 1-1,0-1 1,0 2 0,0 0 0,-1 0-1,0 0 1,0 1 0,-1 1 0,1 0 0,-1 0-1,10 12 1,9 12 229,-1 1-1,23 39 1,-47-67-344,48 75-77,-3 2 0,-4 2 1,-3 2-1,41 127 0,-42-105-2239,1 4-3133,-39-106 4016,0 0 0,0 0 1,0 1-1,0-1 1,-1 10-1,0-9-508,0 20-8840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12.5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21 371 15125,'-21'-42'4589,"35"21"-2933,-1 5-320,14-2-288,17-6-436,6 6-736,3-3-216,8-3-372,2 0-436,8 0-652,-4-9-376,0-1-545,-7-2-1735,10 0-3449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13.0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144 597 10309,'-50'123'6290,"35"-92"-4234,1 0 1,2 1 0,-13 56 0,14-22-958,3 0 1,0 83 0,9-102-2115,13 91 1,-4-72-1906,-9-62 1664,-1-8-1201,-8-149-1465,0-24 2504,8 146 1260,14-454-764,-10 429 1453,2-1 0,18-70 0,-16 95-78,1-1 0,2 2 0,2 0 1,0 0-1,22-34 0,-28 55-290,1 1-1,0-1 1,0 1 0,1 1-1,0 0 1,1 0 0,-1 1-1,2 0 1,-1 0 0,1 1 0,0 1-1,0 0 1,0 0 0,1 1-1,-1 1 1,18-4 0,-20 5-86,0 1 1,1-1 0,-1 1 0,1 1-1,-1 0 1,1 0 0,0 1-1,-1 0 1,0 1 0,1 0 0,-1 1-1,0-1 1,0 2 0,0-1 0,-1 1-1,1 1 1,-1-1 0,0 2-1,0-1 1,0 1 0,8 8 0,-13-10-57,1 1 0,-1 0 0,0 0 0,0 0 0,0 0 0,-1 0 0,0 0 0,0 1 0,0-1 0,-1 1 1,0-1-1,0 1 0,0 0 0,0 0 0,-1-1 0,0 1 0,-1 0 0,1 0 0,-1-1 0,0 1 0,-3 8 0,-2 7-12,-1-1 0,-2 0 0,0 0 0,-15 26 0,-10 6-235,-2-1 0,-43 45 1,19-22 124,1-4 563,57-67 66,4-7-314,14-28 519,-16 31-723,0 1 0,1 0-1,-1 0 1,0 0 0,0 0 0,0-1-1,0 1 1,0 0 0,0 0 0,0 0-1,1 0 1,-1 0 0,0 0 0,0-1-1,0 1 1,0 0 0,1 0 0,-1 0-1,0 0 1,0 0 0,0 0 0,0 0-1,1 0 1,-1 0 0,0 0 0,0 0-1,0 0 1,1 0 0,-1 0 0,0 0 0,0 0-1,0 0 1,0 0 0,1 0 0,-1 0-1,0 0 1,0 0 0,0 0 0,1 0-1,-1 0 1,0 0 0,0 1 0,0-1-1,0 0 1,1 0 0,8 3 157,1-1 8,-1 1 0,1 0 0,0 0 0,-1 1 0,0 1 1,16 9-1,82 64 427,225 148-437,-279-196-1206,0-2 0,2-2 1,1-3-1,97 28 0,-42-28-3125,-37-16-2107,-23-7-1207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13.2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1 275 12233,'0'0'67,"0"-1"0,0 1 0,0-1 0,0 1 0,0 0 0,0-1 0,0 1 0,0-1 0,0 1 0,0 0 0,1-1 0,-1 1 0,0 0 0,0-1 0,0 1 0,1 0-1,-1-1 1,0 1 0,0 0 0,1-1 0,-1 1 0,0 0 0,1 0 0,-1-1 0,0 1 0,1 0 0,-1 0 0,0 0 0,1-1 0,29-13 2602,40-14 0,101-23-332,-161 49-2193,260-58 597,-22 5-3450,-237 52 2356,86-23-2536,-37 8-3012,-35 11-2065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13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11905,'20'115'2340,"-16"-76"-55,2 3 139,1 13-324,-10 2-316,6 3-296,4 6-304,-4 10-268,4 8-208,-1 7-311,8-1-846,-1 0-379,-6-5-572,0-7-740,-4-8-616,4-10-3173,-4-3-5116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18.5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675 247 8001,'0'0'238,"1"0"0,0 0 1,-1-1-1,1 1 0,0 0 1,-1 0-1,1 0 0,0-1 1,-1 1-1,1 0 0,-1 0 1,1-1-1,-1 1 1,1-1-1,0 1 0,-1-1 1,0 1-1,1 0 0,-1-1 1,1 0-1,-1 1 0,1-1 1,-1 1-1,0-1 0,0 1 1,1-1-1,-1-1 0,-8-13 6349,3 8-8124,5 6 1585,-1 1 1,0-1-1,0 1 1,1-1 0,-1 1-1,0-1 1,0 1-1,0 0 1,0-1-1,1 1 1,-1 0 0,0 0-1,0-1 1,0 1-1,0 0 1,0 0-1,0 0 1,0 0 0,-1 1-1,-1-1 106,-2-2 40,0 1 0,1 0 0,-1-1 0,1 0 0,0 0 0,0-1 0,0 1 0,-5-4 0,-29-15 1724,-35-9 566,39 15-1730,0 1 0,-46-11 0,71 23-704,0 1-1,0 1 1,-1 0 0,1 0 0,0 0 0,0 1 0,0 0 0,0 1 0,0 0 0,0 1-1,0 0 1,1 0 0,0 1 0,-1 0 0,1 0 0,0 1 0,-12 9 0,7-3 77,-1 0 1,2 1-1,0 0 1,0 1 0,1 0-1,0 1 1,2 0-1,-13 24 1,10-12-65,1 0 1,2 0 0,1 1-1,0 0 1,3 0-1,0 1 1,1-1-1,2 1 1,1 0 0,1 0-1,1 0 1,2 0-1,1 0 1,1-1-1,1 1 1,1-1 0,2-1-1,0 0 1,2 0-1,1 0 1,1-2-1,30 43 1,-16-32-64,1-1 0,2-2 0,1-1 0,2-1 0,1-2 0,73 47 0,-77-57 0,1-2 0,1-2 0,0-1 0,1-1 0,0-1 0,1-3 0,0 0 0,0-2 0,48 2 0,-49-7 0,1-2 0,-1 0 0,0-3 0,1 0 0,-2-3 0,44-13 0,-50 11 0,0-1 0,-1-2 0,0 0 0,-1-2 0,-1 0 0,0-2 0,-1 0 0,24-25 0,-12 7 0,-2-1 0,-1-2 0,-2-1 0,-1-1 0,39-78 0,-52 87 0,-1-1 0,-2-1 0,-1 0 0,-1-1 0,-2 0 0,-1-1 0,-2 1 0,-1-1 0,-1-34 0,-3 50 0,-2 1 0,0 0 0,-1 0 0,-1 0 0,0 0 0,-1 1 0,-1 0 0,0-1 0,-2 2 0,-13-23 0,9 20 0,0 1 0,-1 1 0,-1 0 0,-1 1 0,0 1 0,-1 0 0,-1 1 0,-18-11 0,7 7 0,-1 2 0,0 1 0,-1 2 0,-1 1 0,1 1 0,-2 1 0,1 2 0,-1 1 0,0 2 0,-1 1 0,-55 2 0,53 3 0,1 1 0,0 1 0,-42 12 0,41-7-96,2 2 0,-1 1 0,2 2 0,-1 2 1,-53 34-1,82-47-433,-1 1 1,1 0 0,-1 1-1,1-1 1,1 1 0,-1 0-1,1 0 1,-5 8 0,-1 5-4700,0 1-4465,4-6 161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19.7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2195 2 6869,'0'0'15822,"-4"-1"-14713,-4 1-856,0 0 0,0 0 0,0 1 0,0 0 0,0 0 0,0 1 0,1 0 0,-1 0 0,0 1 1,1 0-1,0 1 0,0-1 0,0 1 0,-11 8 0,-12 11 750,-52 51-1,39-32-218,-358 300 1548,-196 187-2347,476-405-1186,5 6 1,-113 168 0,148-178-1259,7 3 1,4 3-1,-53 138 0,72-138-3727,4-10-3910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0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18 4640,'-11'1'2471,"16"-6"1153,5-9 294,13 15-1137,-16 1-2472,0 1 0,0-1 0,0 1 0,0 0 1,-1 1-1,0 0 0,1 0 0,-1 0 0,-1 1 0,1 0 0,-1 0 0,0 0 0,0 1 0,0 0 0,-1 0 0,5 7 0,103 196 3727,-86-156-3493,128 329 1486,-32 12-1321,-53-163-888,-26-98-1216,75 155 0,-13-88-2866,21-15-5795,-77-125 328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1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405 265 9805,'-1'0'36,"-27"-12"2792,-50-13 0,45 15-24,29 8-2619,1 0 0,-1 0 0,0 1 0,0-1 0,0 1 0,1 0 1,-2 0-1,1 1 0,0-1 0,0 1 0,0 0 0,0 0 0,0 0 0,0 1 0,0-1 0,0 1 0,0 0 0,0 0 0,0 1 0,0-1 1,1 1-1,-1 0 0,-4 2 0,-4 5 143,0 0 1,1 1-1,1 0 1,-1 0-1,2 1 1,-1 0 0,2 1-1,-1 0 1,-10 23-1,9-15-17,1 1 0,2 0-1,0 1 1,1 0 0,-5 41 0,7-25-102,3 0 0,0 0 0,3 0 0,1 0 1,2 0-1,1 0 0,16 49 0,-11-53-141,2 0 0,2-1 0,1 0 0,1-1 0,2-1 0,1 0 0,2-2 0,1-1-1,0 0 1,3-2 0,55 46 0,-62-58-50,1 0 0,1-2-1,-1 0 1,2-2-1,0 0 1,0-1 0,0-2-1,34 8 1,-37-12-15,0-1 1,0 0 0,0-2-1,0 0 1,0-1-1,0-1 1,0 0 0,-1-2-1,1 0 1,-1-1-1,26-11 1,-29 10 2,-1-1 0,-1-1 1,1 0-1,-1 0 1,0-2-1,-1 1 0,0-2 1,-1 1-1,0-2 0,11-14 1,-10 10-8,-2 0 0,0-1 0,0-1 0,-2 0 0,0 0 0,-1 0 0,6-27 0,-6 12-2,-2-1-1,-1 0 0,-2 1 1,-1-1-1,-1 0 0,-3 0 1,0 0-1,-2 1 0,-11-39 1,0 13-9,-3 2 1,-3-1-1,-2 2 1,-2 1-1,-48-73 0,54 100-40,0 1-1,-2 1 1,-1 1-1,-38-32 0,42 41-220,-1 1 0,0 1 0,-1 0 0,-1 2 0,0 0 0,-41-14 0,48 22-155,0 0-1,-1 1 1,1 1-1,-1 0 1,1 1 0,-31 2-1,34 0-471,0 1-1,0 0 0,-22 8 1,27-8-252,-1 2 0,1-1 0,0 1 0,-1 0 0,2 1 0,-9 6 1,-17 23-9566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1.7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643 38 8861,'-2'-2'2236,"-4"-6"-1231,5 5-187,-1 1 0,0-1 0,1 1 0,-1 0 0,0 0-1,0 0 1,-1 0 0,1 0 0,-4-2 0,3 3-619,0 0 0,0 1 0,0-1 0,0 1 0,0-1 1,0 1-1,0 0 0,0 0 0,0 1 0,0-1 0,0 0 0,-1 1 0,2 0 0,-1 0 0,0 0 0,0 0 0,0 0 0,0 1 0,-5 2 0,-5 5 221,-1 0 0,-18 17 0,3 1 201,1 1 0,2 2 0,1 0 1,-34 53-1,-65 148 1398,86-154-1501,4 3-1,3 1 0,-39 164 0,61-195-507,2 0-1,2 1 0,3-1 0,2 1 0,8 72 0,-5-101-9,0-1 0,2 0 0,0 1-1,2-2 1,0 1 0,1-1 0,2 0-1,0-1 1,0 0 0,2 0-1,0-1 1,1-1 0,1 0 0,1-1-1,19 17 1,-13-17 0,1-1 0,0 0 0,1-2 0,1-1 0,0 0 0,0-2 0,47 13 0,-37-15 0,1-1 0,0-2 0,0-2 0,0-1 0,53-3 0,-44-3 0,0-2 0,0-2 0,-1-2 0,0-2 0,-1-1 0,-1-2 0,0-3 0,-1 0 0,73-48 0,-81 44 0,-1-2 0,-1-1 0,-2-2 0,0 0 0,-2-2 0,-1-1 0,-1-1 0,-2-1 0,-1-1 0,-2-1 0,-1-1 0,-1 0 0,-2-1 0,-2-1 0,-1 0 0,-2-1 0,8-61 0,-14 59-7,-1 0 0,-2-1 0,-2 1-1,-2 0 1,-1-1 0,-2 1 0,-2 1 0,-2 0 0,-1 0 0,-2 1 0,-20-42-1,20 54-182,-1 0 0,-2 1-1,0 1 1,-1 0-1,-1 1 1,-2 1 0,0 1-1,-1 1 1,-1 0-1,-1 2 1,0 0 0,-2 2-1,0 1 1,-1 1-1,0 0 1,-28-8 0,18 10-699,0 2 0,-1 2 0,1 1 1,-2 2-1,1 1 0,-69 3 1,62 4-2437,0 2 0,-86 21 0,25 5-6940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4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3637 1 5813,'8'7'5113,"-30"-14"6027,19 9-10455,-25 24 494,-20 17 626,-55 63 0,-112 149 906,-38 42-1322,-102 94-467,-521 608-717,646-712-205,-969 1171 0,1149-1400-122,-3-3 1,-94 77-1,144-130 62,1 0-1,0 0 0,-1-1 0,0 0 1,1 1-1,-1-1 0,0 0 0,0 0 1,0 0-1,1-1 0,-1 1 0,-6 0 1,8-1 34,0 0 0,0 0 1,0 0-1,0-1 1,1 1-1,-1 0 0,0 0 1,0-1-1,0 1 1,0 0-1,0-1 0,1 1 1,-1-1-1,0 1 1,0-1-1,0 1 0,1-1 1,-1 0-1,0 1 1,1-1-1,-1 0 0,1 0 1,-1 1-1,1-1 1,-1 0-1,1 0 0,0 0 1,-1 0-1,1 1 1,0-1-1,-1 0 0,1 0 1,0 0-1,0 0 1,0 0-1,0 0 0,0 0 1,0-1-1,2-10-406,0 0 0,0 0-1,1 0 1,1 0 0,0 0-1,10-20 1,2-7-839,28-66-3962,-8 40-3069,-10 31-1496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4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834 198 11353,'-21'1'1560,"1"0"0,-1 2 0,1 0 1,0 1-1,-27 9 0,20-3-332,1 1 0,0 1 1,-33 21-1,16-4-107,2 2 0,0 2 0,-67 71 0,73-63-917,2 1 0,1 2 1,3 1-1,1 1 0,2 1 1,3 1-1,2 2 0,2 0 1,2 1-1,2 1 0,3 0 1,-7 57-1,16-83-204,2 0 0,0 0 0,2 0 0,0 1 0,2-1 0,1 0 0,1 0 0,1-1 0,2 0 0,11 28 0,-12-38 0,0-2 0,1 1 0,0-1 0,1 0 0,1 0 0,0-1 0,0-1 0,1 0 0,1 0 0,0-1 0,0 0 0,1-1 0,0-1 0,1 0 0,0-1 0,0 0 0,1-1 0,-1-1 0,21 5 0,-5-2 0,1-1 0,0-2 0,0-1 0,0-2 0,0 0 0,36-4 0,-28-3 0,1-1 0,-2-2 0,1-2 0,-1-2 0,0-1 0,-2-2 0,1-1 0,-2-2 0,0-1 0,-1-2 0,55-45 0,-61 42 0,-2-1 0,-1-1 0,-1-1 0,-1-1 0,-1-1 0,-2-1 0,-1-1 0,-1 0 0,-2-1 0,-1-1 0,-2-1 0,-1 0 0,9-41 0,-13 32 12,-3 0 0,-1-1 0,-1 1 0,-3-1 0,-2 0 0,-1 1 0,-3 0 0,-1 0 0,-3 0 0,-1 1-1,-2 0 1,-25-56 0,23 66-49,-2 1 0,0 1 0,-3 1-1,0 0 1,-2 2 0,-46-47 0,48 55-130,-2 1 0,0 1 1,-2 1-1,1 1 1,-2 1-1,0 2 0,0 0 1,-1 1-1,-31-7 1,37 12-505,-1 2 0,1 0 0,-28-1 0,41 5 83,0 0 0,0 0-1,0 0 1,1 1 0,-1 0 0,0 0 0,0 1 0,1 0 0,-1 0-1,1 0 1,-1 1 0,1 0 0,-10 7 0,3 7-5915,5 13-4088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5.5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238 154 4836,'-70'-18'4058,"57"15"-3181,0 0 0,0 0 0,0-1-1,0-1 1,-19-10 0,7 2 918,20 11-1293,0-1 0,0 0 0,0 0 1,0 0-1,0 0 0,1-1 0,-7-5 0,11 8-454,0 0 0,0 1 0,0-1 0,0 0 0,0 0 0,0 1 0,0-1 0,0 0 0,0 0 1,0 1-1,0-1 0,1 0 0,-1 0 0,0 1 0,0-1 0,1 0 0,-1 1 0,1-1 0,-1 0 0,0 1 0,1-1 0,0-1 0,11-12 366,-9 11-306,0 1 0,1-1 1,-1 1-1,0-1 0,1 1 0,0 0 0,-1 1 0,1-1 1,0 0-1,0 1 0,0 0 0,0 0 0,0 0 1,0 1-1,0-1 0,7 1 0,-6 0 44,1 1 1,-1 0-1,0 1 1,1-1-1,-1 1 0,0 0 1,0 0-1,0 1 0,0 0 1,0-1-1,4 5 0,5 4 186,-2 1 0,1 0 1,-1 0-1,-1 2 0,-1-1 0,0 1 0,9 17 0,16 33 779,-4 2 0,32 95 1,30 146 435,-77-252-1568,256 1039 34,-109-438-19,28-59 0,-114-401 7,8-3-1,120 197 1,-10-80-2813,-171-276 690,53 58 0,-40-56-1902,3-3-3721,-24-19-3269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6.1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302 264 11513,'-50'54'7277,"38"-44"-6478,1 1-1,0 1 0,1 0 1,0 1-1,1 0 1,-11 20-1,12-14-392,0 1 0,1 0 0,1 0 0,1 0 0,0 1 0,2 0 0,1 0 0,0 0 0,1 0 0,2 0 0,0 0 0,4 23 0,-1-26-281,0 0 0,1-1 0,0 0 0,2 0 0,0 0 0,1-1 0,0 0 0,1-1-1,1 1 1,1-2 0,0 0 0,1 0 0,0-1 0,19 16 0,-9-13-71,0-1 0,2-1 0,-1 0 0,2-2 0,-1-1 0,2-1 0,-1-2 1,1 0-1,0-1 0,43 4 0,-29-6-16,0-3 1,1-1-1,-1-2 1,0-1 0,0-3-1,58-13 1,-80 13-28,-1 0 1,0-1-1,-1 0 1,1-2-1,-1 0 1,0-1-1,-1 0 1,0-1-1,17-16 1,-23 18-13,-1 0 0,0-1 0,0 0-1,-1 0 1,0-1 0,-1 0 0,0 0 0,-1-1 0,0 1 0,-1-1 0,0 0-1,0 0 1,-1-1 0,-1 1 0,2-16 0,-3 9-4,-1 0 1,-1-1-1,-1 1 1,-1 0-1,0 0 1,-1 0-1,-1 0 1,-1 1-1,-1 0 1,0 0-1,-10-16 1,-5-7-33,-3 1 1,-1 2-1,-39-44 1,34 45-57,-1 3-1,-1 0 1,-2 2-1,-1 2 1,-1 1 0,-1 2-1,-2 2 1,0 1-1,-2 3 1,0 1 0,-1 1-1,-1 3 1,-1 2 0,-50-9-1,77 20-350,-1 0 1,0 1-1,0 1 0,1 1 0,-1 0 1,0 1-1,1 2 0,-29 7 0,34-6-336,0 0-1,1 0 0,0 1 1,0 0-1,-13 11 1,17-11-317,0 0 0,1 1 1,0-1-1,0 2 1,1-1-1,0 1 0,-9 14 1,-5 24-9362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6.9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1953 118 6273,'-12'-10'1439,"-1"1"1,-19-12 0,31 20-1126,-1 0-1,1-1 1,0 1-1,-1-1 0,1 1 1,0-1-1,0 1 1,0-1-1,0 0 0,0 0 1,0 1-1,1-1 0,-2-2 1,-2-6 833,-2 3-277,0 0 0,0 1 0,0 0 0,-1 1 0,-7-6 0,12 10 94,-3 2-676,0 0 0,0 1 0,0-1 0,0 1 0,0 1 0,1-1 0,-1 1 0,1-1 0,-1 1 0,1 0 0,-6 6 0,2 0 14,-1 1-1,2 0 1,-1 1 0,1 0-1,1 0 1,0 0-1,0 1 1,-3 13 0,-12 22 440,-119 250 2170,-11 23-2281,-324 550-517,70-135-83,48 22-6779,304-632 3766,6-15-1260,17-33-1704,8-9-4064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7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145 69 6321,'-4'-3'459,"1"0"0,0 1 0,-1-1 0,0 1 0,0 0-1,1 0 1,-1 1 0,0-1 0,0 1 0,0 0 0,-6-1 0,10 2-349,-1 0 0,0-1-1,0 1 1,1-1 0,-1 1 0,0 0-1,1-1 1,-1 1 0,0-1-1,1 1 1,-1-1 0,1 0-1,-1 1 1,1-1 0,-1 1-1,1-1 1,-1 0 0,1 1-1,0-1 1,-1-1 0,-1-1 273,0 1-101,-1 0-1,1 0 1,-1 0 0,0 0 0,0 0 0,0 1 0,0-1 0,0 1 0,-6-2 0,3 1 144,3 1 440,-17-4 428,20 5-1247,-1-1-1,1 1 0,-1 0 0,1 0 1,-1-1-1,1 1 0,-1 0 0,0 0 0,1 0 1,-1 0-1,1 0 0,-1 0 0,0 0 1,1 0-1,-1 0 0,1 0 0,-1 0 0,0 0 1,1 0-1,-1 1 0,1-1 0,-1 0 1,1 0-1,-1 1 0,1-1 0,-1 0 0,1 1 1,-1 0-1,3 18 1206,0-13-1359,6 20 728,0-1 0,2-1 0,1 1 0,26 40 0,70 89 1185,-95-139-1667,465 576 2921,30-21-2272,-286-324-1039,-195-217 83,221 252-2600,-21 10-3589,-204-259 3939,-2 0-1,-2 1 1,19 46-1,-9-5-6683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8.0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231 0 9081,'-9'9'8464,"-6"20"-7301,8-13-247,-100 171 4644,91-153-4892,2 1 0,1 1 0,-13 62 0,17-53-309,2 1-1,2 0 1,3 1 0,3 57-1,0-85-286,0-1 0,2 1 1,0 0-1,2-1 0,0 0 0,0 0 0,2 0 0,0-1 0,1 0 0,1 0 0,1-1 0,0 0 0,16 17 0,-18-24-47,1 0 0,1-1 0,0 0 0,0-1 0,0 0 1,1-1-1,0 0 0,0 0 0,0-1 0,1-1 0,0 0 0,0 0 0,0-2 0,0 1 0,0-1 0,1-1 0,-1 0 0,23-2 0,-15-1-4,0-1 0,0-1-1,-1 0 1,1-2-1,-1 0 1,0-1 0,-1-1-1,0 0 1,0-2-1,30-21 1,-38 23-17,-1 1-1,0-2 1,0 1-1,-1-1 1,0-1 0,0 1-1,-1-1 1,0-1 0,-1 1-1,0-1 1,-1 0 0,0-1-1,-1 1 1,5-20 0,-6 16-4,-1-1 1,-1 1 0,0 0-1,-1-1 1,0 1 0,-1-1-1,-1 1 1,0 0 0,-1 0-1,-1 0 1,-7-17 0,-3-5 7,-3 2 0,-1 0 0,-1 1 1,-2 1-1,-1 1 0,-2 1 1,-32-33-1,33 40-318,-1 1-1,-2 1 1,0 1 0,-1 1-1,-1 2 1,-1 1-1,0 1 1,-54-21 0,71 33-271,0 0 1,0 1-1,-1 0 1,1 1-1,0 1 1,-14-1-1,19 2-696,0 1-1,0 0 0,0 0 1,1 0-1,-1 1 0,0 0 1,-8 4-1,2 1-10150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28.5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177 76 10573,'-3'-2'405,"0"0"0,1 0 0,-1-1 0,0 1 0,1-1 0,0 0 0,-1 0 0,1 0 0,0 0 0,0 0 0,-1-5 0,-8-10 2388,-8-2 7276,17 22-9440,-5 12-258,1-1 1,1 1-1,0 1 0,0-1 1,2 0-1,-4 28 0,0-6 64,-3 12-38,-10 45-191,-16 188 0,33-208-206,3 0 0,10 78 0,-6-126 0,0-1 0,2 0 0,1 0 0,0-1 0,2 1 0,1-2 0,1 1 0,0-1 0,2-1 0,15 20 0,-18-28 0,0-1 0,1 0 0,1 0 0,0-1 0,1-1 0,0 0 0,0-1 0,1 0 0,0-1 0,1-1 0,0 0 0,16 5 0,-17-8 0,0-1 0,0 0 0,0-1 0,0 0 0,0-2 0,0 1 0,0-2 0,1 0 0,-1 0 0,0-2 0,0 1 0,-1-2 0,1 0 0,15-7 0,-2-1 0,0-2 0,-1-1 0,-1-1 0,0-1 0,-1-1 0,-2-1 0,1-1 0,-2-1 0,-1-1 0,-1 0 0,0-2 0,-2 0 0,-1-1 0,-1-1 0,-1-1 0,17-46 0,-17 36 0,-2-1 0,-2 0 0,-2-1 0,-1 0 0,-2 0 0,-2 0 0,-1-1 0,-3 0 0,-1 1 0,-1-1 0,-2 1 0,-12-41 0,12 63-10,0 0 0,-1 1 0,0 0 0,-2 0-1,1 1 1,-2 0 0,0 0 0,-1 1 0,-1 0 0,0 1 0,-20-19 0,19 23-362,0-1 0,0 2 0,-1-1-1,0 2 1,0 0 0,-1 0 0,0 1 0,0 1 0,-1 1 0,1 0 0,-1 0 0,0 1 0,-22 0 0,20 2-930,0 1 0,0 1 0,-29 6 1,-18 8-4976,-26 11-6692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39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552 88 10981,'-5'-3'471,"3"2"-219,0 0 0,0 0 0,0 0 0,0-1-1,0 1 1,0 0 0,0-1 0,0 0 0,1 1 0,-1-1-1,1 0 1,-1 0 0,1 0 0,0 0 0,0 0-1,0 0 1,0 0 0,-1-3 0,0 2 141,1 0 1,-1 0-1,1 0 0,-1 1 1,0-1-1,-1 0 0,1 1 1,0-1-1,-1 1 0,1 0 1,-1-1-1,0 1 0,0 1 1,0-1-1,0 0 0,0 1 1,0-1-1,0 1 0,0 0 1,0 0-1,-1 0 0,1 1 1,-6-1-1,0-1 119,0 1 1,0 0-1,0 1 0,-1 0 1,1 1-1,0 0 0,0 0 1,-14 4-1,-3 4-335,0 1 0,0 1 0,2 2 0,-1 0 0,2 1 0,0 2 1,1 0-1,0 2 0,1 0 0,1 1 0,1 1 0,1 1 0,-21 31 0,37-49-177,0 1 0,0-1 0,0 1 0,0 0 0,0-1 0,1 1 0,0 0 0,0 0 0,0 0 0,0 0 0,1 0 0,0 0 0,0 7 0,0-9 0,0-1 0,1 1 0,-1 0 0,1-1 0,0 1 0,-1 0 0,1-1 0,0 1 0,0-1 0,0 1 0,0-1 0,0 0 0,1 1 0,-1-1 0,0 0 0,0 0 0,1 0 0,-1 0 0,1 0 0,-1 0 0,1 0 0,-1 0 0,1-1 0,0 1 0,-1-1 0,1 1 0,0-1 0,-1 1 0,1-1 0,0 0 0,0 0 0,2 0 0,6 0 0,0 0 0,0 0 0,0-1 0,1-1 0,-1 1 0,0-2 0,18-6 0,-1-2 0,35-22 0,-43 22 0,1 1 0,-1 1 0,2 0 0,22-6 0,-38 15 0,0-1 1,0 1-1,0 0 1,0 0-1,0 0 0,0 0 1,0 1-1,0 0 0,-1 0 1,1 1-1,0-1 1,0 1-1,-1 0 0,1 0 1,-1 1-1,0-1 0,0 1 1,0 0-1,5 4 1,8 9-21,0 0 1,27 34 0,-25-28-63,13 11-2716,-13-14-2339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39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1 13753,'-6'4'178,"-23"18"2479,-35 36-1,55-49-1914,1 0-1,0 0 1,0 1 0,1 1-1,1-1 1,0 1 0,0 0-1,-4 14 1,2 2-32,2 0 0,0 1 0,2 0 0,1 0 0,1 0 0,1 0 0,2 0 0,4 30 0,4 5-557,4 0-1,28 90 1,-23-100-153,2-1 0,3-1 0,2-2 0,1 0 0,3-2 0,2 0 0,2-3 0,2 0 0,2-3 0,1-1 0,3-1 0,0-3 0,3-1 0,1-2 0,1-3 0,2-1 0,96 42 0,-100-55 0,1-2 0,1-2 0,0-2 0,70 7 0,-80-14 0,-1-1 0,1-1 0,0-2 0,-1-2 0,1-1 0,-1-2 0,0-1 0,0-2 0,54-21 0,-67 21 0,1-1 0,-2-1 0,1-1 0,-2-1 0,0 0 0,0-2 0,-1-1 0,-1 0 0,-1-1 0,0-1 0,-1 0 0,-1-1 0,-1-1 0,0-1 0,-2 0 0,0 0 0,-2-1 0,0-1 0,-2 1 0,0-2 0,-2 1 0,0-1 0,-1 0 0,-2 0 0,1-43 0,-5 22 0,-1 0 0,-3 0 0,-2 1 0,-1 0 0,-3 0 0,-26-71 0,17 67 0,-1 1 0,-3 1 0,-1 1 0,-2 1 0,-52-62 0,57 82-233,0 1-1,-1 1 1,-1 1 0,-1 1 0,-1 1-1,-55-30 1,59 38-767,-2 1 1,1 0-1,-43-9 1,48 15-236,-1 1-1,1 1 1,-1 0 0,0 1 0,-27 3-1,-10 9-5232,10 6-3804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39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30 18310,'0'-29'7128,"-2"53"-178,1 4-4831,0-6-3859,-17 189 1740,11 290 0,11-449 0,2-1 0,2 1 0,3-1 0,2-1 0,2 0 0,43 94 0,-45-116 0,2-1 0,0-1 0,2-1 0,1 0 0,1-1 0,1-1 0,0-1 0,2-1 0,1-1 0,1 0 0,0-2 0,1-1 0,36 18 0,-40-26 0,-1-1 0,1-1 0,0-1 0,0-1 0,0 0 0,1-2 0,0-1 0,0 0 0,-1-2 0,1 0 0,0-1 0,0-2 0,0 0 0,-1-1 0,0-2 0,0 0 0,0-1 0,-1-1 0,0 0 0,28-17 0,-38 19-30,14-8-321,-1 0 0,-1-1 0,0-1 0,-1-1 0,26-27 0,-35 30-624,-1 0-1,0-1 0,-1 0 0,-1-1 0,9-19 0,-12 20-1222,0 0-1,-1-1 1,4-21-1,0-38-10799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0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68 239 11177,'-40'-9'2408,"29"-24"-280,1 0-103,7 9-285,0-1-384,13 4-316,-4 0-236,8 3-380,-1 0-428,4 3-488,-4 3-624,14 6-868,0 3-412,-7 12-2661,10 15-4012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0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54 152 13633,'-17'-10'2512,"-3"1"401,3 3 5944,41 0-7561,-1 6-288,4-9-484,13-6-604,-3 0-772,13-3-668,10 0-901,4-6-891,3 3-3341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0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96 9137,'0'0'2733,"1"-4"-108,0 0-1748,0-6 1594,0 0 1,1 1-1,1-1 1,-1 1 0,1 0-1,7-14 1,-9 23-2468,-1-1 0,0 1 0,0-1 0,1 1 0,-1-1 1,1 1-1,-1-1 0,0 1 0,1 0 0,-1-1 0,1 1 0,-1 0 0,1-1 0,-1 1 0,1 0 0,-1 0 0,1-1 1,-1 1-1,1 0 0,-1 0 0,1 0 0,0 0 0,3 1-4,-1 0 0,1 0 0,-1 1 0,0-1 0,1 1 0,-1 0 0,0 0 0,0 0 0,-1 0 0,1 1 0,0-1 0,3 6 0,31 38 0,-33-42 0,31 47 0,-2 2 0,-3 0 0,-2 2 0,35 97 0,-58-139 0,13 35 0,-2 1 0,12 58 0,-19-60 0,-6-44 0,1-11 0,6-19 0,-6 15 0,10-17 0,2 1 0,0 1 0,2 1 0,1 0 0,41-42 0,-14 17 0,106-88 0,-128 121 0,1 0 0,1 1 0,1 1 0,0 2 0,1 1 0,55-18 0,-75 28 0,0 1 0,0 1 0,0 0 0,0 0 0,1 0 0,-1 1 0,0 0 0,0 0 0,0 1 0,0 1 0,0-1 0,0 1 0,0 0 0,0 1 0,0 0 0,-1 0 0,1 1 0,13 8 0,-13-5 0,1 0 0,-1 1 0,-1 0 0,1 0 0,-1 0 0,-1 1 0,1 0 0,-2 1 0,1-1 0,-1 1 0,-1 0 0,0 1 0,5 15 0,-5-5-1,-1 1 0,-1 0 0,0 0 0,-2-1 0,0 1 0,-2 0-1,0 0 1,-7 23 0,-1 31-204,-9 70-5213,-2-50-5555,4-37-2204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1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48 109 14873,'-14'-16'1008,"11"13"-765,0 1 1,0-1-1,1 0 1,-1 1-1,1-1 0,0 0 1,0-1-1,0 1 0,0 0 1,0-1-1,1 1 1,0-1-1,-1 1 0,1-1 1,0 0-1,1 1 0,-1-1 1,1 0-1,0-5 1,0-13 8900,5 26-7600,3 4-1384,1 0 1,-1 1-1,-1 0 0,1 0 1,-1 1-1,-1-1 0,0 2 1,5 10-1,36 97-347,-42-103 261,123 406-74,-24 9 0,-76-309 0,95 525 0,-100-532-33,-9-48-6746,-8-48-1692,1 0-6029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2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0 266 14777,'4'-49'2805,"16"37"-301,17-12-452,6 6-284,7 0-364,14 3-296,20-3-260,10 0-235,13 0-485,10 3-684,7 0-385,-4-4-647,-2 4-732,-8 3-536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2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32 166 11005,'-31'19'4284,"31"-19"-4254,0 0-1,0 0 1,0 0 0,0 0 0,0 0-1,1 0 1,-1 0 0,0 0 0,0 0 0,0 0-1,0 0 1,0 1 0,0-1 0,0 0 0,0 0-1,0 0 1,0 0 0,1 0 0,-1 0-1,0 0 1,0 0 0,0 0 0,0 0 0,0 0-1,0 0 1,0 0 0,0 1 0,0-1 0,0 0-1,0 0 1,0 0 0,0 0 0,0 0 0,0 0-1,0 0 1,0 0 0,0 0 0,0 1-1,0-1 1,0 0 0,0 0 0,0 0 0,0 0-1,0 0 1,0 0 0,0 0 0,0 0 0,0 0-1,0 0 1,0 1 0,0-1 0,0 0 0,0 0-1,0 0 1,0 0 0,-1 0 0,1 0-1,0 0 1,0 0 0,0 0 0,0 0 0,24 15 1490,0 1-1,-2 1 1,36 35 0,-36-32-981,-2 1-43,-1 1 0,-1 1 0,-1 0 0,22 41 0,-37-59-377,1 0 0,-1 0 0,0 0 1,-1 1-1,1-1 0,-1 0 0,1 7 1,-2-10 153,0 1 0,1-1 1,-1 1-1,0-1 1,0 1-1,-1-1 0,1 1 1,0-1-1,-1 0 1,0 1-1,1-1 0,-1 1 1,0-1-1,0 0 1,0 0-1,0 0 1,-3 3-1,2-6-213,0-1 0,0 1-1,0-1 1,0 1 0,0-1 0,0 0 0,1 0 0,-1 0-1,1 0 1,-3-4 0,3-1-60,-1 0 0,2 0 0,-1-1 0,1 1 0,0 0 0,0-1 0,1 1 0,0 0 0,0 0 0,1 0 0,0 0 0,0 0 0,5-11 0,-1 5-83,0 0-1,1 0 1,0 0 0,1 1-1,1 0 1,0 0 0,17-17-1,8-3-1944,41-28 0,-49 39 634,45-30-4950,82-44 1,-135 84 4334,40-23-6961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2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 11329,'-2'3'395,"0"1"0,0 0 0,0 0 0,0 0 0,0 0-1,1 0 1,0 0 0,0 0 0,0 1 0,0-1 0,0 8 0,-5 21 2277,0-8-1305,0 1-1,1 1 0,2-1 0,0 1 0,2-1 0,1 1 0,5 37 0,-2-42-1040,2-1 1,0 0-1,1 0 0,2 0 0,0-1 0,1 0 0,0 0 0,2-1 0,22 31 0,-24-38-336,0-1 0,1 0 0,1-1 0,0 0-1,0 0 1,0-1 0,1-1 0,1 0-1,0 0 1,0-1 0,0-1 0,0 0 0,1-1-1,0 0 1,19 3 0,-21-7 10,0 0 0,0-1 0,-1 0 0,1 0 0,0-2 0,-1 1 0,1-1 0,-1-1 0,0 0 0,1-1 0,-1 0 0,-1 0 0,19-11 0,-22 11 0,-1 0 0,1-1 0,-1 0 0,0 0 0,0 0 0,-1 0 0,1-1 0,-1 0 0,0 0 0,-1-1 0,0 1 0,0-1 0,0 0 0,-1 0 0,1 0 0,-2-1 0,1 1 0,-1-1 0,0 1 0,-1-1 0,1-8 0,-2 1 42,-1 0 0,0 0 1,-1 0-1,0 0 0,-2 0 0,1 1 1,-2-1-1,0 1 0,-1 0 0,0 1 1,-1-1-1,0 1 0,-1 1 0,-19-24 0,15 23-319,0 0-1,-1 1 0,0 0 0,-1 1 0,-1 1 0,-24-15 0,24 18-1269,-1-1 0,0 2 0,-32-9 1,42 13 172,-1 1 1,1 0-1,-1 1 1,1-1-1,0 1 1,-1 0-1,-8 2 1,-9 3-9923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2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20202,'0'2'306,"0"0"0,0 0 1,0 0-1,1 0 0,-1 0 0,0 0 1,1 0-1,0 0 0,-1 0 1,1 0-1,0 0 0,0 0 0,0 0 1,0-1-1,0 1 0,1 0 0,-1-1 1,0 1-1,1-1 0,1 3 1,18 20 2744,-12-4-2448,0 0 0,-1 1 1,-1 0-1,4 23 0,-4-19-537,9 53-66,-4 1 0,4 156 0,-13-176 0,23 515 0,-21-421 121,0-5-894,3-49-3874,3-53-352,0-21-1639,0-7-6209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2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22 13953,'13'-21'6308,"-9"22"-4626,29 14 820,-32-14-2439,0-1 1,-1 1-1,1 0 0,-1 0 1,1 0-1,-1-1 1,1 1-1,-1 0 0,1 0 1,-1 0-1,0 0 1,1 0-1,-1 0 0,0 0 1,0 0-1,0-1 0,0 1 1,0 0-1,0 0 1,0 0-1,0 1 0,0 0 118,0 2-111,0-1-1,0 0 0,0 1 1,0-1-1,-1 0 0,1 1 0,-1-1 1,0 0-1,0 0 0,0 1 1,-1-1-1,1 0 0,-1 0 1,1 0-1,-1-1 0,0 1 0,0 0 1,0-1-1,-1 1 0,-2 2 1,-7 6 71,0-1 0,-27 16 1,36-24-119,-28 16 62,-63 25 0,11-6-990,56-24 138,-31 18-1371,24-6-5201,55-24-6621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3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307 248 12461,'3'28'2226,"-3"-28"-2179,0 0 0,0 0 0,0 0-1,0 1 1,0-1 0,0 0 0,0 0 0,0 0 0,0 1 0,0-1 0,0 0 0,0 0 0,0 0 0,0 1 0,0-1 0,0 0 0,0 0 0,0 0 0,0 1 0,0-1 0,1 0-1,-1 0 1,0 0 0,0 1 0,0-1 0,0 0 0,0 0 0,1 0 0,-1 0 0,0 0 0,0 0 0,0 1 0,1-1 0,-1 0 0,0 0 0,0 0 0,0 0 0,1 0-1,-1 0 1,0 0 0,0 0 0,0 0 0,1 0 0,27 7 2040,4 1-313,0-2 0,61 5 0,-63-11-1439,0-2 1,0-1-1,1-1 0,33-10 1,-48 9-247,1 0 0,-1-1 0,0-1 0,-1 0 1,0-1-1,0-1 0,-1-1 0,21-16 0,-30 21-10,0 0-1,0-1 0,-1 1 0,0-1 0,0 0 0,0 0 1,-1-1-1,0 1 0,0-1 0,3-8 0,-1-5 585,-1 0 1,3-22-1,-4 15 357,-1 3 601,1 122-985,-6 253-636,1-8 0,-4 168 0,-3-345 0,-33 174 0,33-289 0,-3-1 0,-1-1 0,-31 74 0,33-99 0,0-1 0,-2-1 0,0 0 0,-2-1 0,0 0 0,-1-1 0,-1-1 0,-39 34 0,32-35-17,0-1 0,-1-1 0,0-1 0,-2-1 0,-50 19 0,57-26-40,0-1 1,-1-1-1,0-1 1,1-1-1,-2-1 1,1-1-1,0 0 1,-39-5-1,52 3 52,-1 0 0,1-1 0,-1 0 0,1-1 0,0 0 0,0 0 0,0-1 0,1 1 0,-1-2 0,1 1 0,0-1 1,0 0-1,0-1 0,1 1 0,0-1 0,0-1 0,0 1 0,1-1 0,0 0 0,0 0 0,1-1 0,0 1 0,0-1 0,1 0 0,0 0 0,0 0 0,1 0 0,0-1 0,0 1 0,1-1 0,0-9 0,0-11 51,1-1 1,1 1-1,2 0 0,1 0 1,1 0-1,1 1 0,12-32 1,9-15 53,51-100 1,-27 78-85,4 3 1,5 2-1,3 3 1,78-83-1,-16 38-1989,226-188 0,-151 152-3165,-74 63-3639,-52 44-3029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6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1078 32 11929,'-102'-21'4026,"73"16"-2866,-1 2 0,1 1 0,-1 2 0,0 1 0,1 1 0,-1 1 0,-55 14 0,19 2-60,2 2 0,-89 42 0,102-40-640,2 3 0,-81 57 0,113-72-386,1 2 0,1 0 0,0 1 0,1 0-1,1 1 1,0 1 0,1 0 0,0 1 0,1 0 0,-16 36 0,26-51-65,0 0 0,1 0 0,-1 0 0,0 0 0,1 0 0,-1 1 0,1-1 0,0 0 0,0 0 0,0 1 0,0-1 0,0 0 0,0 0 0,0 0 1,1 1-1,-1-1 0,1 0 0,0 0 0,-1 0 0,1 0 0,0 0 0,0 0 0,3 3 0,-2-2 4,1-1 0,0 0 0,0 0 0,0 0-1,0 0 1,0 0 0,0-1 0,1 1 0,-1-1 0,0 0-1,1 0 1,-1 0 0,5 0 0,9 1 26,0-1 0,1 0-1,-1-2 1,27-3 0,2-6 82,1-1 0,-1-3 1,83-37-1,0 1 828,-119 46-945,1 0-2,0 0 0,0 1 0,1 0-1,-1 1 1,23-2 0,-31 4-2,1 1 0,0-1 0,0 1 0,-1 0 0,1 0 0,0 0 0,-1 0 0,1 1 0,-1 0 0,1-1 0,-1 1 0,0 0-1,0 1 1,0-1 0,0 0 0,0 1 0,0 0 0,-1 0 0,1 0 0,-1 0 0,0 0 0,2 4 0,41 70 84,13 19-1760,-11-37-2289,-13-27-261,6 1-5068,0-4-1412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6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1 11005,'0'1'211,"-1"1"-1,1-1 1,0 1 0,-1-1-1,1 1 1,-1-1 0,0 0 0,1 1-1,-1-1 1,0 0 0,0 0-1,0 1 1,0-1 0,0 0-1,0 0 1,0 0 0,0 0 0,0 0-1,0-1 1,-1 1 0,1 0-1,0 0 1,-1-1 0,-1 1-1,-39 6 4313,7-3-1779,5 6-1452,-12 4 305,14-11 2820,45 12-3903,0-1-399,-9-9-92,0 1 0,0 0 0,-1 1 1,0 0-1,-1 0 0,1 0 0,-1 1 1,-1-1-1,7 12 0,-5 1-164,0-1 0,-2 1-1,0 0 1,4 34 0,-3 81-653,-6-131 759,10 6-16,-8-10 51,-1 0 0,0 0 0,0 1 0,0-1 0,1 0 0,-1 0 0,0 0 0,0 0 0,1 0 0,-1 0 0,0-1 0,0 1 0,0 0 0,1-1 0,-1 1 0,0 0 0,0-1 0,0 0 0,0 1 0,0-1 0,0 0 0,0 1 0,0-1 0,0 0 0,0 0-1,0 0 1,1-2 0,38-35 23,-27 25-17,57-56 22,64-58 282,-113 110-167,1 1 1,0 1-1,1 0 0,41-18 0,-57 30-116,-1 1 0,1 0 1,0 0-1,0 1 0,0-1 0,0 2 0,0-1 0,0 1 0,0 0 1,0 0-1,0 1 0,0 0 0,0 0 0,0 1 0,0 0 0,-1 0 1,1 1-1,-1-1 0,10 6 0,6 6-434,-1 0 1,-1 2-1,37 35 0,-28-25-672,13 15-733,-17-16-863,36 28-1,33 17-6736,-34-35-68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7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272 796 11713,'-18'3'798,"15"-3"-599,0 0 0,0 1 0,0 0 0,0-1 0,-1 1 0,1 0 0,0 0 0,1 0-1,-1 1 1,0-1 0,0 1 0,0 0 0,1 0 0,-1 0 0,1 0 0,-3 2 0,-18 20 1451,1 1-1,1 1 1,1 1 0,-27 49 0,36-55-1342,0 1 0,2 0-1,0 1 1,2 0 0,0 0 0,1 1 0,-2 30 0,7-40-197,1-1 1,0 1-1,1 0 0,0-1 0,1 1 1,1-1-1,0 0 0,6 15 1,-8-26-104,0-1-1,0 1 1,0 0 0,0-1 0,1 1 0,-1-1 0,0 0 0,1 1 0,-1-1 0,1 0 0,-1 0 0,1 0 0,0 0 0,-1 0 0,1 0 0,0 0 0,0 0 0,-1-1 0,1 1 0,0-1 0,0 1 0,0-1 0,0 0 0,0 0 0,0 0 0,0 0 0,0 0 0,0 0 0,0-1 0,0 1 0,-1-1 0,1 1 0,0-1 0,0 1-1,0-1 1,2-1 0,2-1 8,1-1-1,0 1 1,-1-1-1,0 0 1,0 0-1,0-1 1,0 0-1,8-10 1,3-6-9,-1 0 0,-1-2 0,0 0 0,-2 0 0,-1-1 0,-1-1 1,-1 0-1,-1 0 0,-1-1 0,6-35 0,10-121-58,2-247-1,-29 184 560,0 79 886,-6 239 449,-14 403-1272,22-109-6603,18-124-5113,-4-115-1026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8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158 1 13369,'-21'0'7389,"20"3"-5604,-11 41 202,2 1-1,-7 58 1,1 96-243,12-123-1038,-18 212 761,-13 228-1120,16 9-347,19-401 0,29 216 0,-17-271 0,2-1 0,4-1 0,2 0 0,49 106 0,-56-146-7,2 0 0,0-1 1,2-1-1,1 0 0,1-1 0,1-1 0,2-1 0,32 26 1,-41-37-99,1-1 0,0-1 1,0 0-1,1-1 1,0 0-1,1-2 0,0 1 1,0-2-1,0 0 1,1-1-1,-1-1 0,1-1 1,0 0-1,0-1 1,0 0-1,22-4 0,-19 0 16,-1-1-1,1 0 1,-1-2-1,-1-1 1,1 0-1,-1-1 1,-1-1-1,1 0 1,-1-2-1,-1 0 1,0-1-1,-1 0 1,0-1-1,-1-1 1,0 0-1,-1-1 1,-1-1-1,0 0 0,-1 0 1,-1-1-1,-1-1 1,0 1-1,-1-1 1,-1-1-1,-1 0 1,-1 0-1,0 0 1,-1 0-1,-1-1 1,-1 0-1,-1-37 1,-3 28 65,-1-1 1,-1 1 0,-2 0 0,-1 0 0,-1 1-1,-1-1 1,-2 2 0,-1 0 0,0 0 0,-3 1 0,0 0-1,-1 2 1,-1 0 0,-2 1 0,0 0 0,-32-28 0,6 13 48,26 23 61,1-1-1,-20-24 1,37 39-80,0 1 0,0-1 1,0 0-1,1 0 1,-1 0-1,0 0 1,1 0-1,-1 0 0,1-1 1,-1 1-1,1 0 1,0 0-1,-1 0 1,1 0-1,0-1 0,0 1 1,0 0-1,0 0 1,0 0-1,0-1 0,0 1 1,0 0-1,1 0 1,-1 0-1,0-1 1,1 1-1,-1 0 0,1 0 1,-1 0-1,1 0 1,-1 0-1,1 0 1,0 0-1,-1 0 0,1 0 1,0 0-1,0 0 1,0 1-1,0-1 1,0 0-1,0 1 0,1-2 1,6-2 9,-1 0 0,1 0 0,0 0 0,0 1 0,8-2 0,42-12 23,1 2-1,1 3 0,0 3 0,91-3 1,-120 11-38,1-1 6,0 1 0,0 2 0,1 1 1,54 12-1,-73-11 50,0 1 0,0 1 0,-1 0 0,1 1 0,-2 1 0,1 0 0,-1 0 0,0 2 0,0-1 0,-1 1 0,0 1 1,-1 0-1,0 0 0,11 16 0,-10-10 51,-1 0 0,0 1 1,-2 1-1,0 0 0,0 0 1,-2 0-1,0 1 0,-1 0 0,4 38 1,-3 25 55,-6 84 1,6 79-2347,-2-212-476,13 53 0,-10-63 190,1 0 0,1-1-1,12 23 1,-1-11-7997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8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0 14649,'-37'9'3149,"40"7"-429,-6 14-280,-4 12-248,4-24-528,3 18-319,0 24-301,7-8-232,-7 5-352,3-3-480,4 4-676,-1-4-676,8-6-413,-4 0-791,-7-27-568,0 19-3045,4 14-5520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8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10521,'10'-3'924,"-13"19"-436,19-7-500,5 0-516,-8 12-1264,0 0-1044,4 0-945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9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1 144 10881,'0'0'71,"0"0"-1,0 1 1,0-1-1,1 0 1,-1 0-1,0 1 1,0-1 0,0 0-1,0 0 1,1 0-1,-1 1 1,0-1-1,0 0 1,1 0 0,-1 0-1,0 0 1,0 1-1,1-1 1,-1 0 0,0 0-1,1 0 1,-1 0-1,0 0 1,0 0-1,1 0 1,-1 0 0,0 0-1,1 0 1,-1 0-1,0 0 1,0 0-1,1 0 1,-1 0 0,0 0-1,1 0 1,-1 0-1,0 0 1,0-1-1,1 1 1,-1 0 0,0 0-1,0 0 1,1 0-1,-1-1 1,0 1 0,0 0-1,0 0 1,1 0-1,-1-1 1,-1-20 2485,-1-13 7860,2 33-10311,0 0-1,0 0 0,0 0 0,0 0 0,1 0 0,-1 0 0,0 0 0,0 1 0,1-1 0,-1 0 0,0 0 0,1 0 0,-1 1 0,0-1 1,1 0-1,-1 0 0,1 1 0,0-1 0,-1 0 0,1 1 0,0-1 0,-1 1 0,1-1 0,0 0 0,-1 1 0,1 0 0,1-1 0,1 0 62,0 1-1,0-1 0,0 1 0,0 0 0,1 0 0,-1 1 1,0-1-1,3 1 0,0 1-97,0 0 1,0 0-1,-1 1 0,1-1 0,-1 1 1,1 1-1,-1-1 0,0 1 1,0-1-1,-1 1 0,1 1 1,-1-1-1,0 1 0,7 9 1,-1 0-78,-1 0 1,-1 0 0,0 0 0,8 24 0,0 7 8,-2 0 0,-2 2 0,-2 0 0,-2 0 0,-3 0 0,1 61 0,-3-58 0,2-29 0,-5-21 0,0 0 0,0 0 0,1 0 0,-1 0 0,0 1 0,0-1 0,0 0 0,1 0 0,-1 0 0,0 0 0,0 0 0,1 1 0,-1-1 0,0 0 0,0 0 0,1 0 0,-1 0 0,0 0 0,1 0 0,-1 0 0,0 0 0,0 0 0,1 0 0,-1 0 0,0 0 0,0 0 0,1 0 0,-1-1 0,0 1 0,0 0 0,1 0 0,-1 0 0,0 0 0,0 0 0,1-1 0,23-29 0,-17 21 0,52-81 0,34-46 0,-93 135 0,43-53 0,2 1 0,62-56 0,-93 96 0,1 1 0,0 1 0,0 0 0,1 1 0,1 0 0,0 1 0,0 1 0,0 1 0,1 0 0,0 2 0,1 0 0,-1 1 0,23-3 0,-29 7 0,0 0 0,0 1 0,0 0 0,0 1 0,0 0 0,-1 1 0,1 1 0,-1-1 0,0 2 0,0 0 0,0 0 0,0 1 0,-1 0 0,0 0 0,0 1 0,-1 1 0,10 9 0,11 14 0,-2 2 0,-1 0 0,32 53 0,-15-22 0,-16-34 0,-12-17 0,-12-13 0,-1 0 0,1 0 0,-1 0 0,1-1 0,-1 0 0,1 0 0,-1 0 0,0 0 0,1 0 0,-1 0 0,0-1 0,0 0 0,4-2 0,1-2 0,-1-1 0,0 0 0,0 0 0,-1 0 0,0-1 0,0 0 0,-1 0 0,0 0 0,5-11 0,9-13 0,21-32 0,-15 22 0,47-59 0,-64 91 0,1 0 0,1 0 0,0 1 0,0 0 0,0 1 0,1 0 0,0 1 0,1 0 0,0 0 0,17-6 0,-21 10 0,1 1 0,-1 0 0,0 0 0,1 0 0,-1 1 0,1 1 0,0-1 0,-1 1 0,1 1 0,-1 0 0,1 0 0,-1 0 0,1 1 0,9 4 0,-8-2 0,1 1 0,-1 1 0,0 0 0,-1 0 0,1 1 0,-1 0 0,-1 0 0,1 1 0,10 13 0,5 11 0,-2 1 0,-1 0 0,-2 2 0,-1 0 0,12 39 0,-7-6-11,-8-20 1245,-2-17-3657,0-7-3252,3-1-4537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49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6 15421,'-34'-6'11729,"21"18"-12505,0-3-1000,-1 9-1544,-6 13-2977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0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0 406 14921,'4'-161'2928,"-2"132"-1230,1 0-1,9-43 1,-3 27 986,-8 39-2173,0 1 0,0 0 0,1-1 0,0 1-1,0 0 1,0 0 0,1 0 0,0 0 0,0 1-1,4-6 1,-3 4 54,-4 6-552,0 0-1,0 0 0,0 0 1,0-1-1,0 1 0,0 0 0,0 0 1,0 0-1,0 0 0,0 0 1,0 0-1,1-1 0,-1 1 1,0 0-1,0 0 0,0 0 1,0 0-1,0 0 0,0 0 0,0 0 1,0 0-1,1 0 0,-1-1 1,0 1-1,0 0 0,0 0 1,0 0-1,0 0 0,0 0 1,1 0-1,-1 0 0,0 0 0,0 0 1,0 0-1,0 0 0,0 0 1,0 0-1,1 0 0,-1 0 1,0 0-1,0 0 0,0 0 1,0 0-1,0 0 0,0 0 1,1 0-1,-1 0 0,0 1 0,0-1 1,0 0-1,0 0 0,0 0 1,0 0-1,0 0 0,1 0 1,-1 0-1,0 0 0,0 0 1,0 1-1,0-1 0,0 0 0,0 0 1,0 0-1,0 0 0,0 0 1,0 1-1,8 7 4,-1 1 0,-1 1 0,0-1 0,0 1 0,-1 0 1,0 1-1,-1-1 0,5 17 0,19 98-38,-25-105 31,164 1114-9,-133-751-369,-32-350-1037,-2 1 1,-1 0-1,-7 49 1,3-54-2376,-2-2 0,-11 34 0,-2-16-8668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0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77 404 14013,'-40'-117'2593,"23"72"-61,-3-1-452,20 10-492,7 3-264,13 6-232,14 0-264,16 0-460,13 9-792,21 2-316,17 4-724,13 12-376,6 12-452,-16 1-788,-7 14-1797,7 21-3840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0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14 339 12757,'-13'9'10237,"23"-28"-8445,27-5-384,10 9-432,16-9-487,21-3-801,13-6-697,10-3-723,4-7-992,-7-2 340,-4 6-3417,-6-3-4912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0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0 11857,'-60'143'6331,"-5"0"165,53-117-4953,0 0-1,-13 51 1,13-37 1007,34-46-1678,-10 0-867,-1 0 1,1-1-1,-1-1 0,-1 0 1,19-17-1,7-5-4,-29 24-1,18-15 0,2 1 0,0 1 0,1 1 0,1 2 0,36-16 0,-60 31 0,0-1 0,1 1 0,-1 0 0,0 1 0,1-1 0,-1 1 0,1 0 0,-1 0 0,0 1 0,1 0 0,-1 0 0,0 0 0,10 3 0,-7 0 0,0-1 0,-1 1 0,1 0 0,-1 1 0,0-1 0,0 1 0,10 10 0,-9-7 0,0 0 0,-1 1 0,0 0 0,0 1 0,-1 0 0,-1 0 0,1 0 0,-2 0 0,7 20 0,-3 2 0,9 67 0,-3-13 0,-14-85-41,0 0 0,0 0-1,0 0 1,0 0 0,0 1 0,1-1-1,-1 0 1,0 0 0,1 0 0,-1 0 0,1 0-1,-1 0 1,1 0 0,-1 0 0,1 0-1,0 0 1,0 0 0,-1 0 0,1-1 0,0 1-1,0 0 1,0 0 0,0-1 0,0 1-1,0-1 1,0 1 0,0-1 0,0 1 0,0-1-1,0 1 1,0-1 0,0 0 0,0 0-1,1 0 1,-1 1 0,0-1 0,0 0 0,0-1-1,0 1 1,1 0 0,0 0 0,0-1-127,10-1-285,0-2 0,0 1 0,-1-1 0,1-1 1,-1 0-1,0-1 0,0 0 0,-1-1 0,0 0 1,17-15-1,10-13-1679,42-50 0,-52 55 774,-7 7 304,52-52-6192,-19 27-1735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1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631 1537 15441,'-72'-47'3051,"70"45"-2822,0 0 0,0 1 0,0-1 0,0-1 0,0 1 0,1 0 0,-1 0 0,1-1 0,-1 1 0,1-1 0,0 1 0,0-1 0,0 1 0,-1-5 0,-5-12 1631,3 15-1532,1 0 0,0 1-1,-1-1 1,0 1-1,1 0 1,-1 0-1,-1 0 1,1 0-1,0 1 1,-1-1-1,1 1 1,-1 0 0,0 1-1,1-1 1,-1 1-1,0 0 1,0 0-1,0 0 1,0 1-1,0 0 1,0 0-1,0 0 1,0 1-1,-6 0 1,0 1-256,1 0 0,-1 1 0,1 0 0,0 0 0,0 1-1,1 0 1,-1 1 0,1 0 0,0 1 0,-14 10 0,0 6-72,2 0 0,0 1 0,1 1 0,1 1 0,2 1 0,-22 42 0,13-17 0,4 2 0,-27 90 0,40-110 0,2 1 0,1-1 0,-3 64 0,8-80 0,1 1 0,1-1 0,1 0 0,0 0 0,2 0 0,0 0 0,0-1 0,2 1 0,10 22 0,-12-32 2,-1 0 1,2-1-1,-1 1 0,1-1 1,-1 0-1,2-1 0,-1 1 1,1-1-1,0 0 0,0 0 1,0-1-1,0 0 1,1 0-1,0 0 0,0-1 1,0 0-1,14 4 0,-12-6-78,-1 1-1,1-2 0,0 1 1,0-1-1,-1-1 0,1 1 1,0-1-1,-1-1 0,1 0 1,-1 0-1,1-1 0,-1 0 1,0 0-1,0-1 1,10-6-1,22-13-322,-1-2 0,-1-1 1,-1-2-1,-2-2 0,-1-1 0,-1-2 1,-2-1-1,-1-1 0,43-68 0,-50 62 250,-1-2-1,-2-1 1,-2 0 0,22-87-1,23-196-3,-58 292 186,12-89 187,-6 0 0,-10-242 0,-15 187 649,-54-250 1,65 412-749,-1-1 1,-1 2-1,-9-23 1,14 39-112,0-1 0,0 1 0,0-1 1,0 1-1,0 0 0,0-1 0,0 1 1,0 0-1,0-1 0,0 1 0,0 0 1,-1-1-1,1 1 0,0-1 0,0 1 1,0 0-1,-1 0 0,1-1 0,0 1 1,0 0-1,-1-1 0,1 1 0,0 0 1,-1 0-1,1 0 0,0-1 0,-1 1 1,1 0-1,0 0 0,-1 0 0,1 0 1,0 0-1,-1-1 0,1 1 0,0 0 1,-1 0-1,1 0 0,-1 0 0,1 0 1,0 0-1,-1 0 0,1 0 0,0 1 1,-1-1-1,1 0 0,-1 0 0,1 0 1,0 0-1,-1 0 0,1 1 0,0-1 0,-1 0 1,1 0-1,0 0 0,0 1 0,-1-1 1,-11 25 578,11-23-558,-6 20 220,1-1-1,1 1 1,1 1 0,-2 32 0,2 102 411,4-95-643,8 484-3,3-393-16,47 236-1,-51-360 1,0 0 1,2-1-1,1 0 1,1-1-1,1 0 1,2-1-1,0 0 1,31 40 0,-35-54-4,0-1 0,0 0 0,1 0 0,1-1 0,0-1 0,0 0 0,1-1 0,0 0 0,1-1 0,-1 0 0,1-1 0,1-1 0,-1 0 0,1-1 0,-1 0 0,1-1 1,1-1-1,21 1 0,-17-4-109,0-1 1,-1 0-1,1-2 1,0 0-1,-1-1 1,1-1-1,-2 0 1,1-2-1,-1 0 1,0-1-1,0-1 1,-1-1-1,-1 0 1,0-1-1,0-1 1,25-28-1,-24 23 52,-2 0-1,0 0 0,-1-2 1,-1 0-1,-1 0 0,0-1 0,-2 0 1,0-1-1,-2-1 0,0 1 1,-2-1-1,0 0 0,4-44 1,-10 64 77,0 0 0,0 0 0,0 0 0,0 0 0,-1 0 0,1 0 1,-1 0-1,0 1 0,1-1 0,-1 0 0,-1 0 0,1 1 0,0-1 0,-1 1 0,1-1 1,-4-3-1,4 5 7,0 0 1,0 0-1,0 0 1,-1 0-1,1 1 1,0-1 0,0 1-1,-1-1 1,1 0-1,0 1 1,-1 0-1,1-1 1,-1 1 0,1 0-1,0 0 1,-1 0-1,1 0 1,-1 0-1,1 0 1,0 0-1,-1 0 1,1 1 0,-1-1-1,1 1 1,0-1-1,-1 1 1,1-1-1,0 1 1,0 0-1,-1-1 1,1 1 0,-2 1-1,-5 6 88,1 0 0,-1 0 0,1 0 0,0 1-1,1 0 1,0 0 0,0 0 0,1 1 0,1 0-1,-7 19 1,5-15-66,2-1-1,0 1 1,0 0-1,1 0 0,1 1 1,0-1-1,2 0 1,-1 1-1,1-1 1,3 18-1,-1-23-47,0 0 0,0-1 0,1 1 0,0-1 0,0 1 0,1-1 0,0 0 0,0-1 0,1 1 1,0-1-1,1 0 0,-1 0 0,1 0 0,1-1 0,-1 0 0,1 0 0,12 8 0,2-3-21,0 0-1,0-2 1,1 0 0,0-1-1,0-2 1,1 0 0,0-1-1,0-1 1,0-1 0,29-1-1,13-2-1305,-1-3 0,92-17 0,24-18-3869,-63 4-3118,-31 7-3709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1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276 0 13737,'5'13'1542,"0"0"-1,6 22 1,-8-23-561,1 0 0,0 0 0,1 0 0,6 11 0,2-3-362,2-1 1,0 0-1,1-2 1,1 1-1,1-2 1,32 24 0,15 13-1521,-55-43 40,1-1 0,0-1 1,1 0-1,-1-1 0,23 11 0,-30-16 503,1 0-1,0 0 1,0-1-1,0 0 1,0 0 0,0 0-1,0 0 1,1-1-1,-1 0 1,0 0-1,0 0 1,0-1 0,0 0-1,0 0 1,0 0-1,0 0 1,0-1-1,6-2 1,-9 2 388,0 0-1,0 0 1,0 0 0,0 0 0,0 0-1,0-1 1,0 1 0,-1 0-1,0-1 1,1 1 0,-1-1-1,0 1 1,0-1 0,0 0 0,0 0-1,-1 1 1,1-1 0,0-4-1,0-2 651,0 0-1,-1 0 0,0 0 0,-2-16 0,2 24-538,0-1 0,0 0 0,-1 0 0,1 0 0,-1 0 0,1 1 0,-1-1-1,0 0 1,1 0 0,-1 1 0,0-1 0,0 1 0,0-1 0,0 1 0,-1-1-1,1 1 1,0-1 0,-1 1 0,1 0 0,0 0 0,-1 0 0,0 0 0,1 0 0,-3-1-1,1 1 77,-1 1-1,1-1 1,-1 1-1,1 0 1,-1 0-1,1 0 1,-1 1-1,1-1 1,-1 1-1,1-1 1,-1 1-1,-4 2 1,-6 3 320,1 0 0,0 0 0,0 1 0,0 1 0,1 0 0,-18 16 0,-66 68 1178,68-63-1256,-8 8-283,-93 91-2215,-10-10-5057,65-60-128,11 4-4567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1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31 13289,'-20'0'2448,"13"-18"-2704,0 6-1276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3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124 208 14653,'-72'-61'2943,"68"57"-2382,-1-1-1,1 1 1,0-1-1,1 0 1,-1 0-1,1 0 1,0 0-1,0 0 1,0-1-1,1 0 1,0 1-1,0-1 1,1 0-1,-1 0 1,1 0-1,1 0 1,-1 0-1,1 0 1,0 0-1,0 0 1,1-7-1,0-3-94,-1 12-189,-1 7-1150,-2 28 173,0 50 3001,36-86-10747,-26 4 6497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3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58 10793,'-1'-6'1016,"0"1"0,0 0-1,0 0 1,-1 0 0,0 0 0,0 0 0,-1 0 0,1 0-1,-6-7 8501,9 13-9400,0-1-1,0 1 0,1 0 0,-1-1 0,0 1 1,0 0-1,0 0 0,0 0 0,0 0 1,0-1-1,-1 2 0,1-1 0,0 0 0,0 0 1,-1 0-1,1 0 0,0 2 0,10 21 471,-2 5-377,-2 2 0,6 54 0,-7-39-180,9 114-29,-9-61 0,29 237 0,-30-295 0,-5-36 0,1 0 0,0 0 0,0 0 0,0 0 0,1 0 0,0-1 0,3 8 0,-4-11 0,0 0 0,0 0 0,-1 1 0,1-1 0,0 0 0,1 0 0,-1 0 0,0 0 0,0 0 0,0 0 0,0 0 0,1-1 0,-1 1 0,0 0 0,1-1 0,-1 1 0,1-1 0,-1 1 0,1-1 0,-1 0 0,1 1 0,-1-1 0,1 0 0,-1 0 0,1 0 0,-1 0 0,1-1 0,-1 1 0,3-1 0,30-9 0,-1-3 0,-1 0 0,0-2 0,48-30 0,0 0 0,-44 26 0,123-60 0,-128 66 0,0 0 0,1 3 0,37-8 0,-63 17 0,1 0 0,0 0 0,0 1 0,0-1 0,0 2 0,0-1 0,0 1 0,-1 0 0,1 1 0,0-1 0,9 5 0,-14-5 0,0 0 0,0 0 0,0 0 0,0 0 0,0 0 0,0 1 0,-1-1 0,1 1 0,0-1 0,-1 1 0,1 0 0,-1 0 0,0-1 0,1 1 0,-1 0 0,0 0 0,0 0 0,0 1 0,-1-1 0,1 0 0,0 0 0,-1 0 0,1 1 0,-1-1 0,0 0 0,0 0 0,0 1 0,0-1 0,0 0 0,0 0 0,-1 1 0,1-1 0,-1 0 0,0 0 0,1 0 0,-3 3 0,-1 5 0,0-1 0,-1 0 0,-1 0 0,1 0 0,-2-1 0,1 0 0,-1 0 0,0-1 0,-1 1 0,1-1 0,-14 8 0,-14 8 0,-58 30 0,62-37 0,-258 118-1215,277-130 532,0 0 0,1-1 0,-1 0 0,-1-1 0,1 0 1,-19 0-1,-3-4-3537,-2-3-3726,13-1-3676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4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363 1 13497,'-24'17'1587,"0"1"0,1 2 0,2 0-1,0 1 1,-33 43 0,31-25-323,1 0 0,3 2 0,1 0 0,2 1 1,-14 55-1,8-3-182,-14 135 0,29-160-1082,4-1 0,3 1 0,3 0 0,3-1 0,2 0 0,4 0 0,3-1 0,40 114 0,-37-139 0,1-1 0,3-1 0,1-1 0,2-1 0,1 0 0,2-3 0,2 0 0,61 56 0,-49-56 0,1-2 0,2-1 0,1-2 0,2-3 0,0-2 0,2-1 0,56 17 0,-55-24 0,2-3 0,-1-2 0,2-3 0,-1-1 0,1-3 0,0-3 0,64-4 0,-73-2 0,-1-2 0,0-2 0,0-1 0,-1-3 0,0-1 0,-1-3 0,-1-1 0,0-2 0,39-25 0,-50 24 0,-1-1 0,-1-1 0,-1-2 0,-1 0 0,-1-2 0,-2-1 0,0 0 0,-2-2 0,-1-1 0,-1 0 0,-2-1 0,-1-1 0,-1-1 0,-2 0 0,-2-1 0,0 0 0,-3-1 0,-1 0 0,-1 0 0,-2 0 0,-1-1 0,-2 0 0,-2 1 0,-1-1 0,-8-41 0,-1 24 0,-2 0 0,-2 1 0,-3 1 0,-2 1 0,-2 0 0,-44-72 0,26 61 0,-3 1 0,-2 2 0,-3 1 0,-71-64 0,79 85-24,-2 1 1,-2 3-1,-87-51 0,98 66-693,0 1 0,-1 2 0,-1 1 0,0 2 0,0 1 0,-60-8 0,77 17-305,-1-1 0,0 2 1,1 1-1,-34 5 0,41-4-340,0 0 0,0 1 0,1 1 0,0 0 1,-14 8-1,-26 24-10027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7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58 11553,'-4'-10'632,"3"7"-252,0-1 1,0 0-1,-1 1 1,1-1-1,-1 1 1,0 0-1,0-1 0,0 1 1,0 0-1,-1 0 1,1 0-1,-4-2 1,-6 3 3906,-14 12-1575,24-8-2418,0 0 1,0 1-1,0-1 1,0 1-1,1-1 1,-1 1-1,1 0 1,-1-1-1,1 1 1,0 0 0,0 0-1,-1 4 1,-5 40 1871,7-46-2091,-14 219 2566,13 116-2897,2-176 438,-1-98-182,15 541 0,-12-560-216,15 65 0,-11-83-2729,17 45 0,-8-40-2019,1-15-1771,0-5-5027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7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18 300 13877,'-1'-4'109,"-3"-12"1257,0 0-1,1 0 1,0 0 0,0-20 0,3 31-1108,0 1 1,1-1 0,-1 1 0,1-1-1,0 1 1,0-1 0,1 1 0,-1 0 0,1-1-1,0 1 1,0 0 0,0 0 0,0 0 0,1 0-1,0 1 1,0-1 0,0 1 0,0 0 0,0-1-1,6-3 1,10-5 82,1 0 0,1 1-1,0 1 1,0 1 0,1 1 0,0 1-1,34-6 1,2 3-335,103-5 0,-106 15-969,0 2 0,0 3 1,-1 2-1,0 2 0,93 29 1,-124-31 129,0 2 0,-1 0 0,0 2 0,35 22 0,-42-22-546,0 0 1,-2 1-1,1 0 1,11 15-1,22 37-7790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7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67 401 11169,'-43'54'2420,"19"-48"6909,34-18-7333,20-6-396,7 3-363,10-9-105,7 0-736,19-12-608,14-6-940,7-13-605,3-11-1135,4 3 48,9 11-3217,-6-2-5316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8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3 13161,'-42'-2'2420,"34"1"18,5 3-202,-8 5-514,0 0 0,1 0 0,-14 14 0,23-19-376,-8 6-349,8-8-872,0 1 1,0-1-1,1 0 0,-1 1 1,0-1-1,0 1 1,1-1-1,-1 1 1,1-1-1,-1 1 1,0-1-1,1 1 1,-1 0-1,1-1 1,0 1-1,-1 0 1,1-1-1,-1 1 1,1 0-1,0 0 1,0-1-1,-1 1 0,1 1 1,43 48 166,-32-39-297,0 1-1,-1 1 1,9 13-1,23 61 6,-27-53 0,-2-1-144,-2 1 0,-2 0 0,9 57 0,-2-9-261,1 32-114,-16-110 442,1-7 71,33-56 205,23-44 480,-32 49-509,3 1 0,2 1 1,56-72-1,-64 96-167,1 1 0,2 2 0,0 0 0,2 2 0,0 1 0,1 1 0,42-22 0,-62 38-3,0 1 0,0 0 0,1 0 0,0 1 0,-1 0 0,1 1 0,0 0 0,0 0 0,0 1 0,0 1 0,1 0 0,-1 0 0,11 2 0,-9 0 0,-1 1 0,0 1 0,0 0 0,0 0 0,0 1 0,-1 0 0,0 1 0,0 0 0,0 1 0,-1 0 0,11 10 0,-8-5 1,0 0 1,-1 1-1,-1 0 0,0 1 0,0 0 1,-1 0-1,11 27 0,-2 4-60,17 65 0,-34-104 48,20 55-1345,-5-15-2739,-3 1-6423,-6-11-3177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9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1359 17910,'-19'-40'2518,"19"38"-2356,0 1 0,-1-1 0,1 0 0,0 0 0,0 0 0,1 0 0,-1 0 0,0 0 0,1 1 0,-1-1 0,1 0 0,-1 0-1,1 0 1,0 1 0,0-1 0,0 0 0,0 1 0,0-1 0,0 1 0,2-2 0,2-6 403,18-23 403,1 0 0,1 2 0,1 1 1,52-44-1,45-50-80,-101 97-789,-1 0 0,-1-1-1,-1-1 1,-1-1-1,-2-1 1,-1 0 0,-2-1-1,-1 0 1,13-50 0,-3-21 312,-5-1 0,5-143 0,-21 226-251,0-22-28,7-44 0,-7 77-132,0 3 0,1 24 0,83 1515 0,-60-912 0,121 708 0,-145-1322 0,41 204 0,-35-182 0,2-2 0,1 1 0,1-1 0,1 0 0,17 27 0,-27-51 0,2 3 0,0 0 0,0-1 0,0 1 0,0-1 0,6 5 0,-8-8 0,-1-1 0,0-1 0,1 1 0,-1 0 0,1 0 0,-1 0 0,1-1 0,-1 1 0,1 0 0,-1-1 0,1 0 0,0 1 0,-1-1 0,1 0 0,0 0 0,-1 0 0,1 0 0,0 0 0,-1 0 0,1-1 0,0 1 0,-1 0 0,1-1 0,-1 1 0,1-1 0,1 0 0,3-3-54,0 0 0,0 0 0,0-1 0,-1 0-1,1 0 1,-1 0 0,0 0 0,-1-1 0,1 0 0,-1 0 0,-1 0 0,1 0 0,-1-1 0,0 1-1,0-1 1,-1 0 0,3-11 0,-1 0-373,0 0 1,-1 0-1,-1 0 1,-1-1-1,-3-36 0,-3 14-13,-2 1 0,-2-1 0,-1 2 0,-2-1 0,-29-62 0,-111-179-557,13 25 896,116 207 114,-82-188 92,87 189-82,2-2-1,-19-99 1,27 97-23,2 1 0,3-1-1,2 0 1,11-102 0,-6 130 0,1 1 1,1 0-1,1 0 0,1 0 1,17-31-1,-17 39 1,0 1 0,1 1-1,1 0 1,0 0 0,0 1-1,2 0 1,-1 1 0,1 1-1,15-11 1,-17 15 40,0-1 0,1 1 0,-1 1 0,13-5 0,-18 8 29,0 1-1,0-1 0,0 1 0,0 0 0,0 1 0,0-1 0,1 1 0,-1 0 1,0 0-1,0 0 0,1 1 0,7 2 0,-9-2-10,0 0-1,0 1 1,0 0-1,-1 0 1,1 0-1,0 0 1,-1 1-1,0-1 1,1 1-1,-1 0 1,0 0-1,0 0 0,3 4 1,-1 1 57,-1-1 0,0 1 0,0 0 0,-1 0-1,0 0 1,3 9 0,10 59 381,-12-51-360,2 0 0,9 29 0,-12-48-115,0 1 0,0-1 1,0 0-1,0 1 0,1-1 0,0-1 1,1 1-1,-1-1 0,1 1 0,0-1 1,0-1-1,8 7 0,-7-8-11,1 1 0,-1-1 0,1 0 0,0-1 0,0 0 1,0 0-1,0 0 0,0-1 0,0 0 0,1 0 0,7-1 0,6 0-30,0-2-1,23-3 1,-31 2 2,0 1 1,0-2 0,-1 0 0,0 0-1,0-1 1,0-1 0,0 0-1,-1 0 1,0-1 0,0-1-1,-1 1 1,1-2 0,-2 0 0,13-14-1,-17 17 13,0 0-1,-1-1 1,1 0-1,-1 0 1,-1 0-1,1 0 1,-1-1-1,0 1 1,-1-1-1,0 0 1,0 0-1,-1 0 1,0 0-1,0 0 1,-1 0-1,0 0 1,0 0-1,-1 0 1,0 0-1,-1 0 1,0 0-1,0 0 1,-6-14-1,-16-28-335,-33-48 1,40 70-70,7 10-2263,-1 1 1,-25-29-1,28 36 849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9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1 266 14673,'2'-2'283,"-1"0"0,1 0 0,1 0-1,-1 0 1,0 0 0,0 0 0,1 1 0,-1 0-1,1-1 1,-1 1 0,1 0 0,0 0 0,-1 0-1,4 0 1,-2 1 85,-1 0-1,1 1 0,-1-1 1,1 1-1,-1 0 1,1 0-1,-1 0 0,0 0 1,1 1-1,-1-1 1,0 1-1,3 2 1,12 8 177,0 0 0,-1 1 0,0 0 0,-1 1 0,-1 1 0,0 1 0,-1 0 0,-1 1 0,21 35 0,-25-36-449,-1 0 0,0 1 0,-1 0 0,-1 1 0,-1 0 0,0 0 0,-2 0 0,0 0 1,0 0-1,-2 1 0,-1 31 0,-5-16-10,-2 0 0,-1 0 0,-1-1 0,-2-1 0,-1 0 0,-1 0 0,-26 42 1,30-55 185,-2 4 426,9-23-358,4-14-96,2-4-202,1 1 0,1 1-1,0-1 1,1 1-1,11-18 1,52-77-74,-63 101 43,223-305-1252,14 14-7502,-168 215 1331,-4 14-4975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6:59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48 133 12061,'-1'-1'268,"0"1"1,0-1-1,0 0 0,0 1 0,0-1 0,0 0 1,0 1-1,0-1 0,0 1 0,0-1 0,0 1 1,0 0-1,0 0 0,-1-1 0,1 1 1,0 0-1,0 0 0,0 0 0,-1 0 0,1 0 1,0 0-1,0 1 0,0-1 0,0 0 0,-2 1 1,-14 2 9842,30 10-7508,3 1-1747,-10-12-832,-1-1 1,1 0-1,0 0 1,0 0-1,-1-1 1,12-1-1,23 3-33,-33-1 9,0 1 0,0 0 0,0 0 0,-1 0 0,1 1 0,0 0 0,-1 0 0,0 1 0,0 0 0,0 0 0,0 0 0,-1 1 0,0 0 0,0 0 0,0 0 0,0 1 0,-1-1 0,0 1 0,0 0 0,0 1 0,-1-1 0,0 0 0,4 12 0,-6-13 0,4 8 0,-2 1 0,1-1 0,-2 1 0,2 20 0,-4 142 0,0-175 0,0-1 0,0 0 0,0 0 0,0 0 0,0 1 0,0-1 0,0 0 0,0 0 0,-1 1 0,1-1 0,0 0 0,0 0 0,0 1 0,1-1 0,-1 0 0,0 1 0,0-1 0,0 0 0,0 0 0,0 0 0,0 1 0,0-1 0,0 0 0,0 0 0,1 1 0,-1-1 0,0 0 0,0 0 0,0 0 0,0 1 0,1-1 0,-1 0 0,0 0 0,0 0 0,0 0 0,1 0 0,-1 1 0,0-1 0,0 0 0,1 0 0,-1 0 0,0 0 0,10-9 0,12-25 0,-20 30 0,15-26 0,50-77 0,-57 93 0,1 1 0,0 0 0,1 0 0,0 1 0,20-14 0,-27 23 0,0 0 0,0 0 0,0 1 0,0 0 0,1 0 0,-1 0 0,1 0 0,-1 1 0,1 0 0,0 0 0,-1 1 0,1-1 0,0 1 0,0 1 0,-1-1 0,1 1 0,0 0 0,8 2 0,-6 0 0,0-1 0,-1 1 0,1 1 0,-1 0 0,1 0 0,-1 0 0,0 1 0,-1-1 0,1 2 0,-1-1 0,0 1 0,8 9 0,9 15 0,-12-17 0,-11-13 0,0 1 0,0-1 0,0 0 0,0 1 0,1-1 0,-1 0 0,0 0 0,0 1 0,1-1 0,-1 0 0,0 0 0,0 1 0,1-1 0,-1 0 0,0 0 0,0 0 0,1 1 0,-1-1 0,0 0 0,1 0 0,-1 0 0,0 0 0,1 0 0,-1 0 0,0 0 0,1 0 0,-1 0 0,0 0 0,1 0 0,-1 0 0,1 0 0,-1 0 0,0 0 0,1 0 0,-1 0 0,0 0 0,1 0 0,-1 0 0,0-1 0,0 1 0,1 0 0,-1 0 0,0 0 0,1-1 0,-1 1 0,0 0 0,0 0 0,1-1 0,-1 1 0,0 0 0,0 0 0,0-1 0,1 1 0,-1 0 0,0-1 0,0 1 0,0 0 0,0-1 0,0 1 0,7-22 0,-6 20 0,4-19 0,-4 13 0,1 0 0,0 0 0,1 1 0,0-1 0,0 0 0,0 1 0,1 0 0,0 0 0,1 0 0,0 0 0,0 1 0,8-9 0,6-6 0,1 1 0,1 1 0,1 1 0,0 1 0,38-22 0,-30 24 0,1 1 0,0 1 0,1 2 0,0 1 0,65-11 0,-83 19 0,0 0 0,0 1 0,0 1 0,0 1 0,0 0 0,0 0 0,0 2 0,-1-1 0,1 2 0,0 0 0,-1 1 0,0 0 0,0 1 0,-1 0 0,1 1 0,21 16 0,-27-17 6,-1 1 1,1-1-1,-1 1 1,-1 0-1,1 1 1,-1 0-1,-1-1 1,1 2-1,-1-1 0,-1 0 1,0 1-1,4 12 1,-3-3-222,-1 1 0,0 0 0,-2 0 1,0 37-1,-2-43-1334,-1 0 0,0 0 1,-7 19-1,-7 16-9240,1-6-1020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0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519 0 12929,'-23'5'1184,"1"0"-1,0 2 1,0 0-1,1 2 1,0 0-1,1 1 1,-21 14-1,4 0 341,0 1-1,-56 53 1,71-57-1344,1 1 1,1 2 0,1 0-1,1 1 1,2 0-1,-27 53 1,43-77-202,0 0 0,0 0 1,0 0-1,0 0 0,-1 0 1,1 0-1,1 0 0,-1 0 0,0 0 1,0 0-1,0 0 0,0 0 1,1 0-1,-1 0 0,1 0 0,-1 0 1,1 0-1,-1 0 0,1 0 1,-1 0-1,1-1 0,0 1 0,-1 0 1,1 0-1,0-1 0,0 1 1,-1 0-1,3 0 0,0-1 22,1 0-1,0-1 0,0 1 1,0-1-1,0 0 0,0 0 1,0 0-1,-1-1 0,1 1 1,5-4-1,0 0 42,56-25 463,-34 15 78,60-21 0,-80 32-453,-1 2 0,2-1 0,-1 1 0,0 1 0,0 0 0,0 1 0,1 0 0,-1 1-1,20 3 1,-9 3-196,1 0-1,-1 2 1,-1 0-1,1 2 0,37 25 1,-6-5-4638,3-2-6141,-21-12-870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0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17298,'21'47'4279,"-2"2"1,24 97-1,-32-104-3454,22 100 78,24 241 0,-49-202-888,-5-89-262,-4 23-2394,0-101 1385,-1-1 1,0 1-1,-1-1 0,-1 0 1,0 0-1,-8 17 1,-1 2-5697,8-12-4217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0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0 128 13793,'22'-16'627,"-8"6"473,0-1-1,1 2 1,0 0-1,0 1 1,29-11-1,-30 15-353,15-6 507,1 1 1,0 1-1,1 2 0,32-2 1,-54 7-1092,-1 1 0,1 0 0,-1 1 0,1 0 0,-1 0 0,1 1 0,-1 0 0,0 0 0,0 1 0,0 0 0,0 1 0,0-1 0,-1 2 0,1-1 0,-1 1 0,0 0 0,0 0 0,-1 1 0,10 11 0,-7-6-18,-1 0 0,0 0 0,-1 1 1,-1 0-1,0 0 0,0 1 0,-1 0 0,3 15 0,2 13-120,5 55 0,1 8-2479,-7-42-2197,-3-20-5949,0-26-1322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0.7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46 6693,'-3'-37'1368,"20"28"-780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1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51 233 12349,'-1'21'1250,"-1"0"0,-1 0-1,0 0 1,-2 0 0,-8 23 0,11-40-710,1 1 0,-1 0 0,1 0 0,0 0 0,0 0 0,0 0 1,1 0-1,0 0 0,0 0 0,0 0 0,1 0 0,-1 0 0,3 9 0,-1-10-228,0 0 0,0 1-1,0-1 1,0 0 0,1 0-1,-1-1 1,1 1 0,0 0-1,0-1 1,1 0 0,-1 1 0,6 3-1,-2-3-224,0 1 0,1-1 0,-1-1 0,1 0 1,-1 0-1,1 0 0,0-1 0,0 0 0,1 0 0,-1-1 0,0 0 0,0-1 0,1 0 0,13-1 0,-11-1-87,0-1 0,0 0 0,0-1 0,-1 0 0,1 0 0,-1-1 0,0-1 0,-1 1 0,1-2 0,-1 1 0,0-1 0,0-1 0,7-8 0,-11 11 0,-1 1 0,0-1 0,-1 0 0,1 0 0,-1 0 0,0 0 0,0 0 0,0-1 0,-1 1 0,0-1 0,0 0 0,0 0 0,-1 0 0,0 0 0,0 0 0,-1 0 0,1 0 0,-1 0 0,-1 0 0,1 0 0,-1 0 0,0 0 0,0 0 0,-1 0 0,-3-9 0,-6-9 0,-2 1 0,0 1 0,-2 0 0,0 1 0,-1 0 0,-2 1 0,0 1 0,0 1 0,-2 1 0,0 0 0,-1 2 0,-1 0 0,-28-14 0,40 24-806,1 1 1,-1 0-1,-14-3 0,-24 1-6985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1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9765,'5'0'525,"0"1"-1,0 0 1,0 0 0,0 0 0,-1 0-1,1 1 1,0 0 0,-1 0 0,1 0-1,-1 1 1,0-1 0,0 1 0,0 0-1,0 0 1,0 1 0,-1-1 0,0 1-1,1-1 1,-1 1 0,2 5-1,0 0-20,-1 0-1,0 0 0,-1 0 0,0 1 0,-1-1 0,0 1 0,0 0 0,-1-1 1,0 13-1,-7 142 1809,-1-39-228,7-122-408,5-5-1168,3-1-477,0-2 0,1 1 0,-2-1 0,1 0 0,0-1 0,-1 0 0,0 0-1,-1-1 1,1 1 0,-1-2 0,7-9 0,19-23-31,2 2 0,1 2 0,57-45 0,-63 59 0,1 1 0,1 1 0,1 1 0,1 2 0,47-17 0,-65 29 0,0 0 0,1 1 0,0 1 0,-1 0 0,1 1 0,1 1 0,-1 1 0,0 0 0,0 1 0,0 1 0,0 0 0,24 7 0,-29-5 0,1 0 0,-1 1 0,0 0 0,0 0 0,0 2 0,-1-1 0,0 1 0,0 1 0,-1 0 0,0 0 0,0 0 0,-1 1 0,0 1 0,-1 0 0,0 0 0,0 0 0,5 13 0,2 9-46,-1 1 0,-2 0 0,-2 1-1,10 63 1,-8 3-3650,-10-50-1392,-5-18-1960,-2 5-6672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3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316 246 11993,'-10'-16'477,"0"-1"379,0 0-1,1-1 1,0 1 0,-7-26 0,-20-67 10593,36 110-11410,0-1-1,0 1 1,0 0 0,0 0-1,-1-1 1,1 1 0,0 0-1,0-1 1,0 1 0,0 0-1,0-1 1,0 1 0,0 0-1,-1 0 1,1-1 0,0 1-1,0 0 1,0 0 0,-1-1-1,1 1 1,0 0 0,0 0 0,-1 0-1,1 0 1,0-1 0,-1 1-1,1 0 1,0 0 0,0 0-1,-1 0 1,1 0 0,0 0-1,-1 0 1,1 0 0,0 0-1,-1 0 1,1 0 0,0 0-1,-1 0 1,1 0 0,0 0-1,0 0 1,-1 0 0,1 0-1,0 0 1,-1 0 0,1 0-1,0 1 1,0-1 0,-1 0 0,-16 20 1154,-12 34 15,14-18-1136,2 0-1,-16 75 0,-2 82-107,21-128 53,-45 419-17,51-410 0,4 0 0,2 0 0,4 0 0,25 115 0,-22-153 0,1 0 0,2-1 0,2 0 0,1-1 0,1 0 0,2-2 0,2 0 0,1-1 0,1 0 0,1-2 0,2-1 0,1-1 0,1-1 0,1-2 0,1-1 0,1 0 0,1-3 0,1 0 0,1-2 0,0-2 0,71 24 0,-63-29-330,0-1 1,1-2-1,0-3 0,0-1 1,1-2-1,-1-1 0,1-3 1,-1-2-1,0-1 0,0-2 1,0-2-1,61-22 0,-85 25 14,-1-2 0,0 0 0,0 0 0,30-23 0,-39 26 178,0-2 0,-1 1 1,1-1-1,-1-1 1,-1 1-1,1-1 1,-1 0-1,-1 0 1,9-17-1,-13 22 104,1-1 0,-1 1 0,0-1 1,0 0-1,-1 1 0,1-1 0,-1 0 0,0 1 0,0-1 0,0 0 1,0 1-1,-1-1 0,1 0 0,-1 1 0,0-1 0,0 0 0,-1 1 0,1 0 1,-1-1-1,1 1 0,-1 0 0,0 0 0,0 0 0,0 0 0,-4-3 1,0-1-14,-2 0 0,1 1 1,0 0-1,-1 0 0,0 1 1,-1 0-1,-16-8 1,-24-5-57,-90-21 1,-13-5 1148,147 43-991,0-1 1,1 0-1,-1 0 0,1-1 0,-1 1 1,1-1-1,0 0 0,0 0 0,0 0 1,1-1-1,-1 1 0,1-1 1,0 0-1,0 0 0,0 0 0,0 0 1,-2-6-1,4 7-41,0 0 1,1-1-1,-1 1 1,1-1-1,-1 1 1,1 0-1,0-1 1,0 1-1,1-1 1,-1 1-1,1-1 1,-1 1-1,1 0 1,0-1 0,1 1-1,-1 0 1,0 0-1,1 0 1,0 0-1,0 0 1,-1 0-1,2 0 1,-1 1-1,0-1 1,4-2-1,9-9-1,1 0 0,1 1-1,0 1 1,1 1 0,0 0 0,1 1 0,32-12-1,4 3 35,88-20-1,-120 34 87,1 2 1,0 0 0,0 1 0,0 2-1,0 0 1,1 1 0,-1 2-1,-1 1 1,1 0 0,0 2 0,23 8-1,-34-9-11,1 1 0,-1 0-1,0 1 1,-1 0 0,1 1-1,-1 0 1,-1 1 0,0 0 0,0 1-1,-1 0 1,0 1 0,-1 0-1,0 1 1,-1 0 0,0 0-1,-1 0 1,0 1 0,-1 0-1,7 23 1,-6-13 0,-2 0 0,-1 1-1,-2 0 1,1 37 0,-12 97 273,0-6-1724,9-127 434,1 0 0,2 0 0,0 0 0,8 26 0,-10-45 486,1 0 0,0-1 1,1 1-1,-1 0 1,1-1-1,0 0 0,1 1 1,-1-1-1,1 0 1,6 5-1,-5-5-566,0-1 0,0 0-1,1 0 1,-1 0 0,1-1 0,0 0 0,0 0-1,0-1 1,13 4 0,40 9-7712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4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8 9621,'-4'-1'553,"1"0"-1,-2 0 1,1 0 0,0 1 0,0-1 0,0 1-1,-6 1 1,-19-2 1796,23 0-1958,0 0 0,0 1 0,-1 0 0,1 0 0,0 0-1,0 1 1,0 0 0,0 0 0,0 1 0,0-1 0,0 2 0,0-1 0,-9 6 0,6-3-94,1 1 1,0 0-1,0 1 1,0 0-1,1 0 1,0 1 0,-10 13-1,0 6-190,1 1-1,1 0 1,1 2-1,-12 35 1,22-51-389,0 0 1,1 0-1,-1 18 1,-1-4-262,5-25 283,1-2 28,1 1 211,0-1 0,-1 0 0,1 1 1,0-1-1,0 0 0,0 0 0,0-1 1,0 1-1,0 0 0,0-1 0,0 1 1,0-1-1,0 1 0,0-1 0,1 0 1,-1 0-1,0 0 0,0 0 0,0 0 1,0-1-1,3 0 0,4-1 10,0-1 0,0-1 1,16-8-1,9-3-14,4 6 170,0 1 0,1 2 0,74-2 0,-64 6 88,78-15 1,-112 14-41,-1-1 1,1-1 0,-1-1 0,-1 0-1,1 0 1,-1-2 0,0 1-1,-1-2 1,0 0 0,0 0 0,-1-1-1,0 0 1,-1-1 0,0 0-1,-1-1 1,11-17 0,-14 19 178,-1 1 0,1 0 0,1 0 0,0 1 1,0 0-1,1 0 0,0 1 0,10-8 0,-17 15-322,0-1 0,0 1 0,0 0-1,0 0 1,0 0 0,0 0 0,0 0-1,0 0 1,0 0 0,0 0-1,0 1 1,0-1 0,0 0 0,0 0-1,0 1 1,0-1 0,0 1 0,1 0-1,1 0 101,0 1-81,1 0 1,-1 0-1,0 0 1,1 0-1,-1 1 1,0-1-1,0 1 1,0 0-1,-1 0 1,1 0-1,-1 0 1,0 0 0,1 0-1,-2 1 1,1-1-1,0 1 1,2 6-1,3 9 118,-1 1-1,4 21 1,-9-36-146,25 82-11,-15-52-263,-6-7-430,-5-25 493,0 0-1,0 1 0,1-1 1,-1 0-1,1 1 0,0-1 1,0 0-1,0 0 0,1 1 0,2 3 1,-1-3-886,0 1 2878,-1-2-3437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4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40 11057,'3'-27'2008,"-10"15"5849,1 24-11321,-1 0-1713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4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12057,'1'2'253,"-1"-1"0,0 1-1,1 0 1,0 0 0,0 0-1,-1 0 1,1-1 0,0 1-1,0 0 1,1-1 0,-1 1-1,0-1 1,0 1 0,1-1 0,-1 1-1,1-1 1,-1 0 0,4 2-1,-2-1 107,-1 0-1,1-1 0,-1 2 1,0-1-1,0 0 0,0 0 0,0 1 1,0-1-1,2 4 0,9 24 701,-2-1-1,-1 1 0,-1 1 0,-2 0 1,6 57-1,-6 114 209,-7-168-1115,-2 1 583,2-33-463,1-5-37,0-9-43,2 4-103,-1-1-1,1 1 1,1 0 0,-1-1 0,1 2-1,1-1 1,-1 0 0,1 1-1,8-9 1,13-21 412,-7 7-151,2 0 0,2 1 0,34-35 0,-44 52-313,0 0 0,1 0 1,0 1-1,0 1 0,1 1 0,1 0 1,0 1-1,32-13 0,-38 19-37,0 0 0,0 0 0,0 1 0,0 0 0,0 1 0,0 0 0,1 0 0,-1 1 0,0 0 0,0 1 0,-1 0 0,1 1 0,0 0 0,-1 1 0,1 0 0,-1 0 0,0 1 0,12 8 0,-10-5 0,0 1 0,0 0 0,-1 0 0,0 1 0,-1 0 0,0 1 0,0 0 0,-1 0 0,-1 1 0,0 0 0,-1 1 0,9 23 0,-7-12-136,-2-1 0,0 1 0,-2 1 0,2 35-1,-5-45-987,-1-1-1,-1 1 1,-1-1-1,0 1 1,-5 16-1,3-16-2488,2 0-1,-3 29 1,5-19-7902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5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94 11997,'-4'2'544,"-1"1"1,1-1-1,0 0 1,-1-1-1,1 1 0,-1-1 1,1 0-1,-1 0 0,0-1 1,0 1-1,-6-1 0,-29 5 7595,64 8-4662,-13-8-3163,1 0-1,0-1 0,0-1 0,1 0 0,-1-1 0,1 0 1,17 0-1,97-6-245,-86 2-20,83-7-746,-1-5-1,134-33 1,-248 45 256,0 0-1,0-1 1,-1 0 0,1-1-1,-1 0 1,11-7 0,24-21-5684,-26 22-836,3 4-4542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09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1042 11381,'-54'20'9753,"51"-19"-7635,0 0-216,-7 3-1580,-4-1 6649,20-11-6651,16-16-320,-1 0 0,-1-1 0,-1-1 0,-1 0 0,-2-2 0,-1 0 0,-1-1 0,-1 0 0,11-38 0,-16 39 0,0 5 0,-2 0 0,6-39 0,-10 47 0,6-39 0,-3 0 0,-1-62 0,-16-116 0,5 123 0,7 107 0,0 0 0,0-1 0,0 1 0,0 0 0,0-1 0,-1 1 0,1 0 0,-1-1 0,0 1 0,1 0 0,-1 0 0,0 0 0,0 0 0,0 0 0,-1 0 0,-1-3 0,3 5 0,-1 0 0,0 0 0,0 0 0,0 0 0,1 0 0,-1 0 0,0 0 0,0 0 0,1 0 0,-1 1 0,0-1 0,0 0 0,1 0 0,-1 1 0,0-1 0,0 0 0,1 1 0,-1-1 0,1 1 0,-1-1 0,0 1 0,1-1 0,-1 1 0,1-1 0,-1 1 0,1 0 0,-1-1 0,1 1 0,-1 1 0,-6 8 0,0 1 0,1 0 0,0 0 0,-5 17 0,-4 19 0,3 1 0,2 0 0,-7 90 0,12-87 0,-105 1137 0,65-424 0,70-1 0,-24-755 0,23 155 0,-21-148 0,1-1 0,1 0 0,0 0 0,0-1 0,2 1 0,-1-1 0,2 0 0,15 20 0,-23-33-1,1 1 1,-1-1-1,0 1 1,1-1-1,-1 1 1,1-1-1,-1 1 1,1-1-1,-1 1 1,1-1-1,-1 1 1,1-1-1,-1 0 1,1 1-1,0-1 1,-1 0-1,1 0 1,0 1-1,-1-1 1,1 0-1,0 0 1,-1 0-1,1 0 1,1 0-1,2-1-82,0-1 0,1 1-1,-1-1 1,0 0 0,0 0 0,-1-1-1,1 1 1,0-1 0,-1 0-1,0 0 1,1 0 0,-1 0 0,0-1-1,-1 1 1,1-1 0,0 1-1,-1-1 1,0 0 0,0 0-1,0 0 1,-1-1 0,2-4 0,2-6-284,-1-1 1,0 1 0,-1-1 0,-1 0 0,1-18 0,-4-2-99,-1 1 1,-1 0-1,-15-61 1,-38-100-314,16 84 1309,-95-188-1,124 279-334,1 0-1,1 0 0,0-1 1,2 0-1,1-1 1,1 1-1,-4-29 0,9 40-138,-1 1-1,2-1 0,-1 0 1,1 1-1,1-1 1,0 1-1,0 0 0,1-1 1,1 1-1,0 0 0,0 1 1,0-1-1,2 1 1,-1 0-1,1 0 0,0 0 1,1 1-1,9-9 0,9-7-38,1 2-1,2 0 1,0 2-1,1 1 0,1 1 1,34-14-1,201-71-1597,-175 71 650,132-56-2576,-92 36-379,2 3-3284,-36 17-2600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0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0 428 13781,'45'-2'2564,"0"-1"-1,-1-2 0,49-13 0,-35 4-1888,-1-4-1,0-1 0,92-48 1,-135 61-593,0-2 0,-1 0 0,0 0 0,0-1 0,-1-1-1,0 0 1,0-1 0,-1 0 0,-1-1 0,13-17 0,-22 26-47,0 1 0,0-1 0,0 0 0,0 0 0,0 1 0,0-1 0,-1 0 0,1 0 0,-1 0 0,0 0 0,0 0 0,0 0 0,0 0 0,-1 0 0,1 1 0,-1-1 0,1 0 0,-1 0 0,0 0 0,0 1 0,-3-5 0,2 2 39,-1 0 0,-1 0 0,1 0 0,-1 0 0,0 1 0,0-1 0,0 1 0,-9-7 0,2 5 81,1 0 1,-1 1 0,-1 0-1,1 0 1,-1 1 0,1 1-1,-1 0 1,0 0-1,0 1 1,0 1 0,-1 0-1,1 1 1,0 0 0,0 1-1,-1 0 1,-20 5 0,9 0-25,1 0 1,0 2-1,1 0 1,0 2-1,0 0 1,1 2-1,-33 22 1,36-20-132,0 1 0,1 0 0,0 2 0,2 0 0,0 0 0,1 2 0,0 0 0,2 0 0,0 1 0,-10 25 0,18-36 0,0 1 0,0 0 0,1-1 0,1 1 0,0 0 0,0 0 0,1 0 0,0 1 0,1-1 0,0 0 0,1 0 0,0 0 0,0 0 0,1 0 0,0 0 0,1 0 0,0 0 0,1-1 0,0 1 0,0-1 0,1 0 0,0 0 0,1-1 0,0 1 0,10 9 0,0-2 1,2 0 1,0-2-1,1 0 0,0-2 1,1 0-1,0 0 0,1-2 1,0-1-1,0-1 0,1 0 1,0-2-1,28 5 0,0-3-44,0-2 0,1-2 0,-1-2 0,77-7-1,-68-1-741,0-3 0,64-18-1,-90 18 474,0-2 0,-1-1 0,0-2 0,-1-1 0,30-19 0,-53 28 270,1 0-1,-1 0 1,0-1-1,0 0 1,13-16-1,-20 21 53,1 0-1,0 0 1,-1-1-1,1 1 1,-1-1-1,0 1 1,0-1-1,0 1 0,0-1 1,-1 0-1,1 1 1,0-1-1,-1 0 1,0 1-1,0-1 1,0 0-1,0 0 0,0 1 1,-1-1-1,1 0 1,-1 0-1,1 1 1,-1-1-1,0 0 1,0 1-1,0-1 0,-2-2 1,0 1 21,-1-1-1,0 1 1,1 0-1,-1 0 1,-1 0-1,-7-6 1,10 9-4,-15 18-29,23-9-539,0-1-1,1-1 1,14 12-1,19 9-1104,-23-23 3968,-17 17-979,1-19-1280,-1 0 0,0 1 0,1-1 0,0 0 0,-1 1 0,1-1 0,0 0 0,0 0 0,1 0 0,-1 0 0,0 0 0,1 0 0,-1 0 0,1 0 0,-1 0 0,1-1 0,0 1 0,0-1 0,0 1 0,0-1 0,0 0 0,0 0 0,0 0 0,0 0 0,0 0 0,1 0 0,3 1 0,2 0-179,1 0 0,0 0 0,0-1 0,0 0-1,-1 0 1,15-1 0,-4-2-837,0-1 0,-1 0-1,32-10 1,20-17-4622,-29 12-933,-3 5-4005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0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33 14645,'-64'-26'8516,"73"23"-6400,12 0 135,-21 3-1701,0 0-508,0-1 0,1 1 0,-1 0-1,0 0 1,0 0 0,0 0 0,0 0 0,0 0 0,0 0 0,0 0-1,1 0 1,-1 0 0,0 0 0,0 0 0,0 0 0,0 0 0,0 0-1,0 0 1,1 0 0,-1 0 0,0 0 0,0 0 0,0 1 0,0-1 0,0 0-1,0 0 1,0 0 0,0 0 0,1 0 0,-1 0 0,0 0 0,0 0-1,0 0 1,0 0 0,0 0 0,0 1 0,0-1 0,0 0 0,0 0 0,0 0-1,0 0 1,0 0 0,0 0 0,0 0 0,0 1 0,0-1 0,0 0-1,0 0 1,0 0 0,0 0 0,0 0 0,0 0 0,0 1 0,0-1 0,0 0-1,0 0 1,0 0 0,4 49 717,-3 0 1,-5 60-1,-1 7-776,35 560 17,-20-567-66,-4-39-1263,21 106 1,-15-124-4315,-6-24-1414,0-4-7303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1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462 70 7081,'0'-3'885,"-1"-1"1,0 1 0,0 0 0,0-1 0,0 1-1,0 0 1,0 0 0,-1 0 0,0 0 0,1 0-1,-1 0 1,0 0 0,-1 0 0,-2-2 0,3 3-392,-1 0 0,0 0 0,0 0 0,0 0 0,-1 0 1,1 1-1,0-1 0,0 1 0,-1 0 0,1 0 1,-1 0-1,-3 0 0,-1 1-59,0 0 0,0 0 0,0 0 0,1 1 0,-1 0 1,0 1-1,0 0 0,1 0 0,-1 0 0,1 1 0,0 1 0,-12 6 0,-4 4-415,1 2 0,1 0 0,0 2 0,1 0 0,1 1 0,1 1 0,1 0 0,0 2 0,2 0-1,0 0 1,2 2 0,1 0 0,0 0 0,2 1 0,-13 48 0,22-72-20,0 1 0,1 0 0,-1-1 0,1 1 0,0 0 0,0 0 0,-1-1 0,1 1 0,0 0 0,0 0 0,0-1 0,1 1 0,-1 0 0,0-1 0,1 1 0,-1 0 0,1-1 0,0 1 0,-1 0 0,1-1 0,0 1 0,0-1 0,0 1 0,2 1 0,-1-2 0,0 0 0,0 0 0,0 0 0,0 0 0,0-1 0,0 1 0,0-1 0,1 1 0,-1-1 0,0 0 0,0 0 0,0 0 0,1 0 0,-1 0 0,0 0 0,3-1 0,10-3 0,-1 0 0,1-1 0,26-13 0,6-8 0,71-51 0,-87 55 0,0 1 0,1 1 0,1 2 0,67-27 0,-94 44-2,0-1 0,0 1 1,0 0-1,0 1 0,0 0 0,0 0 0,0 0 1,0 0-1,0 1 0,0 0 0,0 1 1,0-1-1,0 1 0,0 0 0,8 5 0,-6-4-802,-1 2 0,0-1 0,0 1 0,9 8 0,-10-7-1690,-1-1 0,1 1 0,-1 0 0,6 12 0,0 2-10770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1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0 290 14865,'77'-69'2161,"-46"48"-117,2 6-468,7-6-296,1 0-304,5 2-580,5 4-440,2-12-536,-3 0-1004,-3-3-916,0 9-3049,-3 18-4508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2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16510,'23'25'3102,"-20"-14"960,-9-1-3177,6-9-397,-1 2-154,0-1-1,0 1 1,0 0 0,0 0-1,1 0 1,-1 0 0,1 0-1,0 0 1,0 0 0,0 0-1,0 0 1,1 0 0,0 3 0,12 42 1891,-8-31-1685,8 25-386,28 63 0,-36-94-156,0 1-1,1-1 1,1 0 0,0-1 0,0 0-1,1 0 1,1 0 0,-1-1-1,1 0 1,12 8 0,-16-14-22,1 0-1,0 0 1,0-1-1,0 1 1,1-1 0,-1-1-1,0 1 1,1-1 0,-1 0-1,1-1 1,0 0-1,-1 0 1,1 0 0,-1 0-1,1-1 1,-1 0-1,1-1 1,-1 0 0,0 0-1,0 0 1,0 0-1,0-1 1,0 0 0,8-6-1,4-2-14,-1-1 0,-1-1 0,1-1 0,-2 0 0,0-1 0,16-22 0,52-81 922,-81 114-883,0 1 0,1 1 0,-1-1 0,1 0 0,0 0 0,5-3 0,-1 0 0,11-5 0,-16 10 0,-1 1 1,1 0-1,0-1 1,0 1-1,-1 0 0,1 0 1,0 0-1,0 0 1,-1 0-1,1 1 0,0-1 1,0 1-1,-1-1 0,1 1 1,0-1-1,-1 1 1,1 0-1,-1 0 0,1 0 1,-1 0-1,1 0 1,-1 0-1,0 0 0,1 0 1,-1 0-1,0 1 1,0-1-1,0 1 0,0-1 1,0 1-1,0-1 1,0 1-1,-1-1 0,1 1 1,0 0-1,-1-1 0,0 1 1,1 3-1,2 9-21,-1-1 0,-1 1 0,0 0 0,-1 15 0,0-4-193,2 10-1851,1 8-3173,-4-1-4514,-2-14-2672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2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1 450 14541,'34'39'3344,"-14"-17"-1550,-1 0 0,-1 1 1,-2 2-1,0-1 0,25 54 1,-28-44-1115,-2 1 1,-1 0 0,-2 0 0,-2 1 0,4 56 0,-4-44-650,0-137-31,-5 49 0,0-1 0,3 1 0,1-1 0,3 1 0,20-68 0,-27 105-4,21-63-123,3 1 0,64-119 0,-70 153-840,5-9-1459,34-43 1,-48 71 1016,0 0 0,1 1 0,1 0 0,0 1 0,0 0 1,1 0-1,18-8 0,36-15-10900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2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63 308 12249,'34'-24'2141,"-1"2"2975,23-35 1610,-49 49-6332,0 0 0,0 0 1,-1-1-1,0 0 0,0 0 0,-1 0 1,5-12-1,-10 20-354,0-1-1,1 1 1,-1 0-1,0 0 1,0 0-1,0-1 1,0 1-1,0 0 1,-1 0-1,1 0 1,0 0-1,0-1 1,-1 1-1,1 0 1,-1 0-1,1 0 1,-2-1-1,0-3 83,2 3-70,-1-1 0,1 1 0,-1-1 0,0 1 0,0 0 0,0 0 0,0-1 0,-1 1 0,1 0 0,0 0 0,-1 0 0,0 0 0,1 0 0,-1 1 0,0-1 0,0 0 0,0 1 0,0-1 0,0 1 0,0 0 0,-1 0 0,1 0 0,0 0 0,-1 0 0,1 0 0,0 1 0,-1-1-1,1 1 1,-1-1 0,1 1 0,-1 0 0,1 0 0,-1 0 0,1 1 0,-4 0 0,-1 0 0,0 1 0,1 0 1,-1 1-1,1-1 0,0 1 0,0 0 0,0 1 0,0 0 0,0 0 0,1 0 0,0 0 0,-6 7 0,2 0-52,0 0 0,1 1 0,0 0 0,1 1 0,0-1 0,1 1 0,1 0 0,0 1 0,1-1 0,0 1 0,1 0 0,1 0 0,0 0 0,1 1 0,0 23 0,2-24 0,0-1 0,0 1 0,2-1 0,-1 1 0,2-1 0,0 0 0,0 0 0,1 0 0,1-1 0,0 0 0,1 0 0,0 0 0,1-1 0,0 0 0,1 0 0,11 11 0,-9-13 3,1 0-1,-1-1 1,1-1-1,1 1 1,-1-2 0,1 0-1,1 0 1,-1-2 0,1 1-1,-1-2 1,1 1-1,0-2 1,0 0 0,1-1-1,21-1 1,-23 0-49,-1-1 0,1-1 0,-1 0 0,1-1-1,-1 0 1,0-1 0,0 0 0,-1-1 0,1-1 0,-1 1 0,0-2 0,0 1-1,-1-2 1,0 1 0,0-2 0,-1 1 0,16-19 0,-17 15 133,0 0 0,0-1 0,-1 1 0,-1-2 0,0 1 0,6-21 0,14-86 106,-19 82-205,19-61 0,-22 87 13,1 0 0,0 0 0,1 0 0,0 1 0,1 0 0,0 1 0,1-1 0,0 2 0,10-10 0,-14 15-1,1 0 0,-1 0 0,1 0 0,0 1 0,0 0 0,0 0 0,1 0 0,-1 1 0,1 0 0,-1 0 0,1 0 0,0 1 0,0 0 0,0 0 0,0 0 0,0 1 0,0-1 0,0 2 0,0-1 0,0 1 0,-1-1 0,1 2 0,0-1 0,0 1 0,6 2 0,-1 1 0,0 0 0,0 1 0,-1 1 0,0-1 0,0 2 0,0-1 0,-1 1 0,0 1 0,-1-1 0,0 2 0,11 14 0,-7-5 0,-1 1 0,-1-1 0,-1 2 0,-1 0 0,0 0 0,6 30 0,-7-15 0,-1 0 0,-2 0 0,0 45 0,-5-52 0,-1 1 0,-1-1 0,-1 0 0,-2 0 0,-1-1 0,-1 0 0,-21 50 0,19-58 0,0 0 0,-2-1 0,0 0 0,0-1 0,-2 0 0,-1-1 0,0-1 0,0 0 0,-2-1 0,-36 25 0,18-19-965,-1-2 1,-75 29-1,-82 12-12104,92-35-751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1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59 957 12073,'0'0'8598,"-3"-1"-7364,-6-1-618,-25-9 3871,33 11-4452,0-1-1,1 1 1,-1 0 0,1 0 0,-1 0-1,0-1 1,1 1 0,-1 0 0,1-1-1,-1 1 1,1 0 0,-1-1-1,1 1 1,-1-1 0,1 1 0,0-1-1,-1 1 1,1-1 0,0 1 0,-1-1-1,1 1 1,0-1 0,-1 1 0,1-1-1,0 0 1,0 1 0,0-1 0,0 1-1,0-1 1,0 0 0,0 1 0,0-1-1,0 1 1,0-1 0,0 0 0,0 1-1,0-1 1,0 0 0,0 1 0,1-1-1,-1 1 1,0-1 0,1 0 0,21-36 182,-2-1 0,-1-1 1,18-57-1,-18 48-83,1-9 56,-2-2-1,15-92 1,4-125 703,-29 211-460,-9 21-49,-4 33-28,-3 26 129,-2 26-460,2 1 1,2 0-1,-1 67 0,1-29-19,-20 230-6,-23 297 0,26 0 0,30-350 0,-3-203 0,2 0 0,24 90 0,-27-129 1,2-1-1,0 0 1,1 0-1,0 0 1,1-1-1,1 1 1,10 13-1,-16-24-1,0-1-1,1 1 1,-1-1-1,1 1 1,-1-1-1,1 0 1,0 0 0,0 0-1,0 0 1,0 0-1,0-1 1,1 1-1,-1-1 1,0 0-1,1 0 1,-1 0-1,1 0 1,-1-1 0,1 0-1,-1 1 1,1-1-1,-1 0 1,1-1-1,-1 1 1,1-1-1,-1 1 1,1-1-1,-1 0 1,0 0 0,1-1-1,-1 1 1,0-1-1,0 1 1,6-5-1,-1-1-261,1 0 0,-1 0-1,0 0 1,-1-1 0,0 0-1,0-1 1,10-17 0,3-2-632,-2 1 254,-1 0 0,-1-1 0,-1-1 0,-2 0 0,15-48 0,-14 27-124,-2-1 0,10-88 0,-20 118 651,-1 1-1,-1-1 1,-1 1-1,-1-1 1,0 1-1,-1 0 1,-2 0-1,0 0 1,-1 0-1,-9-20 1,7 24 140,0 1-1,-1 0 1,-1 0 0,0 1 0,-1 0 0,0 1-1,-1 0 1,-1 1 0,0 1 0,0-1-1,-1 2 1,-19-11 0,-9-1 247,-2 2 1,-71-23-1,45 18 216,67 24-478,-1 0 20,-1-1 0,1 0 0,0 0 0,0 0 0,-8-5 0,12 6-30,-1 1 1,1-1 0,-1 1 0,1-1 0,-1 1 0,1-1 0,-1 1 0,1-1 0,0 1-1,-1-1 1,1 0 0,0 1 0,0-1 0,0 1 0,-1-1 0,1 0 0,0 1 0,0-1-1,0 0 1,0-1 0,0 1-7,1 0 0,-1 0 0,1 0 0,-1 0 0,1 0 0,-1 0 0,1 0 0,0 0 0,0 0 0,-1 0 0,1 0 0,0 0 0,0 1 0,0-1 0,0 0 0,1 0 0,49-31-484,0 3 0,2 2 0,63-23-1,-61 27-72,235-87-2177,-250 98 1736,14-8-1371,-29 14 985,-4 1-975,-7-1-1996,3-4-22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1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26 10969,'0'0'83,"-1"1"-1,1-1 1,-1 1-1,1-1 1,-1 1-1,1-1 1,-1 1-1,1-1 1,-1 0 0,0 1-1,1-1 1,-1 0-1,0 1 1,1-1-1,-1 0 1,0 0-1,1 0 1,-1 0-1,0 0 1,1 1 0,-1-1-1,0 0 1,0-1-1,1 1 1,-1 0-1,0 0 1,1 0-1,-1 0 1,0 0 0,1-1-1,-2 0 1,-17-15 987,6 3-18,11 13-929,0 0-1,0 0 0,0 0 1,0 0-1,0 0 0,0 0 1,0 1-1,1-1 0,-1 1 1,0-1-1,0 1 0,0 0 0,1-1 1,-1 1-1,0 0 0,1 0 1,-1 1-1,1-1 0,-1 0 1,-1 2-1,-30 30 2107,19-15-1338,1 1 0,1 0 0,1 0 0,1 1 0,0 1 1,-10 33-1,9-19-206,2 1 0,2 1 1,-4 43-1,10-66-545,1 0-1,0 1 1,1-1-1,0 1 1,1-1 0,1 0-1,0 0 1,1 0 0,0 0-1,1-1 1,1 0-1,11 21 1,-12-26-109,1 0 0,-1-1 1,1 0-1,1 0 0,-1 0 0,1-1 1,0 1-1,1-2 0,-1 1 0,1-1 1,0 0-1,1-1 0,-1 0 0,1 0 1,0-1-1,0 0 0,0 0 0,0-1 0,0-1 1,11 2-1,-9-2-44,0-1 0,0 0 1,0 0-1,0-1 0,-1 0 0,1-1 0,0 0 1,-1-1-1,1 0 0,-1-1 0,0 0 1,0 0-1,-1-1 0,1 0 0,-1-1 0,0 0 1,0-1-1,-1 0 0,0 0 0,0-1 0,-1 0 1,11-13-1,-16 16 3,0-1 0,0 0 0,-1 0-1,1 0 1,-1 0 0,-1 1 0,1-1 0,-1-1 0,0 1 0,0 0-1,-1 0 1,1 0 0,-3-7 0,2 10 6,-1-6-1,0 0 0,-1 0 0,0 1 0,0-1 0,-1 1 0,-1 0 0,1 0 0,-1 1 0,-9-12 1,-7-5-42,-31-28 1,46 46 21,-26-22-1258,-48-33 0,64 49 241,-18-22-3494,27 26 2117,14-13-15417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1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0 335 12905,'3'1'188,"-1"-1"-38,-1 0-1,1 0 0,-1 0 1,1 0-1,-1 1 0,1-1 1,-1 1-1,0-1 0,1 1 0,-1 0 1,0-1-1,1 1 0,-1 0 1,0 0-1,0 0 0,0 0 1,1 0-1,-1 0 0,0 0 1,-1 0-1,1 1 0,0-1 1,0 0-1,0 1 0,-1-1 1,1 0-1,-1 1 0,1-1 1,-1 1-1,1 1 0,1 3 244,0 0 0,1 0 0,0 0-1,0 0 1,0-1 0,1 1 0,0-1-1,0 0 1,0 0 0,0-1 0,1 1-1,0-1 1,0 0 0,6 4 0,15 14 830,82 69 1369,-34-32-1673,-32-21-452,-28-23-137,2-1 0,0 0 0,0-2 0,33 19 0,-49-30-308,1-1-1,0 0 0,-1 1 0,1-1 0,0 0 1,0 0-1,-1 1 0,1-1 0,0 0 1,0 0-1,0 0 0,-1 0 0,1 0 0,0 0 1,0 0-1,0 0 0,-1-1 0,1 1 0,0 0 1,0 0-1,-1-1 0,1 1 0,0 0 0,-1-1 1,1 1-1,0-1 0,-1 1 0,1-1 0,0 0 1,1-1 10,0 0 0,0-1 0,-1 1 0,1-1 0,-1 1 0,0-1 0,0 0 1,2-5-1,1-10 17,-1 0 0,2-21 1,-4 30-13,36-230-1181,-25 186-1037,3 2 0,31-78-1,-38 113 482,0 0 1,1 0-1,0 1 0,1 0 1,17-18-1,16-11-9006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5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1 317 11685,'9'-34'2238,"9"-62"-1,-10 4 4544,-5 73-4657,0 0 1,12-34-1,-14 49-1043,2 8 160,1 1-1105,-1 1 0,1 0-1,-1 0 1,0 1 0,0-1 0,-1 1-1,0-1 1,3 14 0,4 61-307,-6-37 251,19 282-80,-11-131 0,5 45 0,22 277 0,-21-396-516,-6-48-2268,-2 3-5149,-6-52 876,3 3-4436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6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13 336 13121,'-1'0'108,"0"-1"1,0 0-1,0 0 0,0 1 0,1-1 1,-1 0-1,0 0 0,0 0 0,1 0 0,-1 0 1,0 0-1,1 0 0,-1 0 0,1 0 1,-1-1-1,1 1 0,0 0 0,0 0 0,-1 0 1,1 0-1,0-1 0,0 1 0,0 0 1,0 0-1,0 0 0,1-1 0,-1 1 0,0 0 1,0 0-1,1 0 0,-1 0 0,1 0 1,-1 0-1,1-1 0,-1 1 0,1 0 0,0 0 1,0 1-1,-1-1 0,2-1 0,1-3 100,1 1 0,-1-1-1,1 1 1,0 0 0,0 0-1,1 1 1,-1-1-1,7-3 1,18-7 204,0 1 0,1 2 0,1 1-1,0 1 1,0 2 0,32-3 0,195-7 309,-193 17-595,-1 2 0,0 3-1,71 15 1,-99-12-56,-1 2-1,0 1 0,0 1 0,-2 2 0,0 2 0,0 1 0,31 22 1,9 12 551,121 115 1,-177-149-527,1-1 0,0 0 0,1-2 0,1 0 0,0-1 1,1-1-1,32 13 0,-46-23-65,1 0 0,-1-1 0,0 0 0,1-1 0,-1 0 0,1 0 0,-1 0 0,0-1 0,1 0 0,-1-1 0,0 1 0,0-1 1,0-1-1,0 1 0,0-1 0,0-1 0,-1 1 0,1-1 0,-1 0 0,0-1 0,0 1 0,9-11 0,-8 6 64,-1 0-1,0 0 1,-1-1-1,0 0 1,0 0-1,-1 0 1,0-1-1,-1 1 1,0-1-1,-1 0 1,0 0-1,-1 0 1,0 0-1,-1 0 1,0 0-1,0 0 1,-1 0-1,-1 0 1,0 0-1,-4-12 1,0 3-2,-1 1 1,-1 0 0,0 0-1,-1 1 1,-1 0 0,-1 1-1,-1 0 1,0 1 0,-1 0-1,-17-16 1,9 12-89,-1 0 0,-1 2 0,-1 0 0,0 2 1,-2 1-1,-31-15 0,41 24-493,1 0 0,-2 1 1,1 0-1,-1 2 0,-17-2 0,20 4-735,1 0 0,-1 1 0,1 1 0,-1 0 0,0 1 0,-25 7 0,32-7 232,1 1 0,0-1 1,0 1-1,0 0 0,-6 4 1,9-5-173,0 0-1,1 1 1,-1-1 0,1 1 0,0 0 0,0 0 0,-3 5-1,5-8 1119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6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7 585 16510,'-1'-4'324,"-1"1"1,1-1 0,0 0-1,1 0 1,-1 0 0,1 0 0,-1 1-1,1-1 1,1 0 0,-1 0 0,0 0-1,1 0 1,0 0 0,2-6-1,2-1 1214,0 0-1,1 0 1,12-16-1,-10 15-678,67-96 3025,44-55-3390,-18 14-494,-99 146 0,0 1 0,1-1 0,0 1 0,-1 0 0,1 0 0,0 0 0,0 0 0,0 1 0,1-1 0,-1 1 0,0 0 0,1 0 0,-1 0 0,0 0 0,4 0 0,3 0 0,-1 0 0,1 1 0,-1 0 0,12 2 0,-7 1 0,0 0 0,-1 1 0,1 0 0,-1 1 0,0 1 0,0 0 0,0 1 0,-1 0 0,0 1 0,0 0 0,-1 1 0,0 0 0,0 1 0,-1 0 0,-1 1 0,0 0 0,0 0 0,10 18 0,-7-9 0,-1 0 0,-1 1 0,-1 0 0,-1 0 0,-1 1 0,-1 0 0,0 0 0,-2 1 0,0-1 0,-2 1 0,0 24 0,-4-15 0,-2 1 0,0-1 0,-3 0 0,0-1 0,-2 0 0,-2 0 0,0 0 0,-2-2 0,-1 1 0,-2-2 0,-1 0 0,-1-1 0,-22 26 0,10-13-100,-30 35-1993,52-66 941,0 0 0,-1-1 0,0 0 0,-1-1 0,-13 9 0,4-6-6567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6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1156 11777,'4'-1'330,"0"0"-1,-1 0 1,1 0 0,0 0-1,-1-1 1,1 1 0,-1-1-1,0 0 1,1 0 0,-1-1-1,0 1 1,0-1 0,0 1-1,-1-1 1,1 0 0,-1 0-1,5-6 1,2-2 553,1 0 0,1 1 0,19-14 0,-17 14-166,0 0-1,-1-1 0,20-23 0,-30 30-593,1 1 0,-1 0 0,0 0 0,0-1 0,-1 1 0,1-1-1,-1 1 1,0-1 0,0 0 0,0 0 0,0 1 0,-1-1 0,1 0 0,-1 0 0,0 0 0,0 0-1,0 0 1,-1 1 0,1-1 0,-3-7 0,2 8-45,0 1 0,0-1 0,0 1-1,0 0 1,-1-1 0,1 1 0,0 0 0,-1 0 0,0 0-1,0 0 1,1 0 0,-1 0 0,0 0 0,0 1 0,-1-1-1,1 1 1,0-1 0,-5-1 0,2 1 17,0 1 0,1 0 0,-1 0 0,0 0 0,0 1 0,1-1 0,-1 1 0,0 1 0,0-1 0,-5 1 0,1 1 69,0 0 0,0 0 1,1 1-1,-1 0 0,0 1 1,1 0-1,0 0 0,0 1 1,0 0-1,-13 11 0,6 1-55,1 1 1,0 1-1,1 0 0,2 1 0,0 0 0,1 1 0,0 0 1,2 0-1,1 1 0,1 0 0,0 1 0,2-1 0,0 1 1,2 0-1,1 40 0,1-49-109,2-1 0,0 1 0,0-1 0,1 0 0,1 0 0,0 0 0,1 0 0,0-1 0,1 1 0,0-1 0,1-1 0,0 1 0,1-1 0,1-1 0,-1 1 0,2-1 0,-1-1 0,1 0 0,1 0 0,0-1 0,0 0 0,0-1 0,1 0 0,0-1 0,1 0 0,-1-1 0,1-1 0,20 5 0,-8-5-259,1 0-1,0-2 1,-1-1 0,1-1-1,0-2 1,-1 0-1,1-1 1,-1-2 0,1-1-1,-2 0 1,1-2 0,-1-1-1,0-1 1,-1-1 0,30-19-1,-26 13-118,-1-2-1,-1-1 0,0-1 0,-1-1 1,-2-1-1,0-1 0,-2-1 1,0 0-1,-2-2 0,-1 0 1,27-58-1,-21 25 195,-2-1 1,-3 0-1,-3-1 0,12-99 1,-17 52 855,-8-200 1,-8 223 1153,-26-132 1,31 214-1652,0 0 1,0 0-1,-1 0 0,1 0 1,-1 0-1,-4-5 1,6 8-136,0 1 0,-1-1 0,1 1 0,0-1 0,-1 1 0,1-1 0,0 1 0,-1 0 0,1-1 0,-1 1 0,1 0 0,-1 0 0,1-1 0,-1 1 0,1 0 0,-1 0 0,1 0 0,-1-1 0,1 1 0,-1 0 0,-1 0 0,2 0 10,-1 1 0,0-1 0,0 0-1,1 1 1,-1-1 0,0 1 0,1-1 0,-1 1-1,0-1 1,1 1 0,-1 0 0,1-1 0,-1 1 0,1 0-1,-1-1 1,1 1 0,-1 0 0,1-1 0,-1 3 0,-4 12 234,1 0 1,0 1 0,1 0 0,-3 30 0,4-27-250,-15 247 17,7-79-54,8 348 2,8-250 0,-6-241-116,-1 22-477,3 0 0,12 72 0,-9-107-1092,-3-10-554,10 35 0,-8-44-608,0 0 1,11 21-1,8 3-10338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7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49 220 13173,'4'-5'573,"0"1"0,-1 1-1,1-1 1,1 0 0,-1 1 0,0 0-1,1 0 1,0 0 0,0 1 0,-1 0-1,8-3 1,67-18 1709,-35 11-1773,-35 9-396,1-1 0,-1 1 0,0-1-1,0-1 1,0 0 0,-1 0 0,0 0 0,0-1 0,0-1 0,0 1 0,-1-1 0,11-14 0,-17 20-102,-1 0 0,1 0 1,0 0-1,-1 0 0,1 0 0,-1 0 0,0 0 1,1 0-1,-1 0 0,1 0 0,-1 0 0,0 0 1,0 0-1,0 0 0,0 0 0,0 0 1,0-1-1,0 1 0,0 0 0,0 0 0,0 0 1,-1 0-1,1 0 0,0 0 0,-1 0 1,0-2-1,-1 2 60,1-1 0,-1 0 0,1 1 1,-1-1-1,0 1 0,0-1 0,0 1 1,0 0-1,0 0 0,0 0 0,0 0 0,-3-1 1,-6-1 271,0 0 0,0 1 0,0 0 0,-18 0 0,15 1-129,7 0-40,-1 1 1,0 0 0,1 0 0,-1 0 0,0 1-1,1 0 1,-1 1 0,1-1 0,0 1 0,-1 1 0,1-1-1,0 2 1,-12 6 0,9-4 4,1 1-1,-1 0 1,1 1-1,1-1 1,-1 2-1,2 0 1,-1 0 0,1 0-1,0 1 1,1 0-1,0 0 1,1 0-1,0 1 1,0 0-1,-4 16 1,7-13-178,1 1 0,1-1 0,0 0 1,0 0-1,2 0 0,0 0 0,0 0 0,1 0 0,1 0 1,0-1-1,1 1 0,1-1 0,0-1 0,0 1 0,1-1 1,11 14-1,-9-13-19,2 0 1,-1-1-1,2 0 1,-1 0 0,2-1-1,0-1 1,0 0-1,0 0 1,1-2 0,1 0-1,0 0 1,0-2-1,28 10 1,-20-11-835,0-1-1,1-1 1,0-1 0,45-2 0,15-8-3759,-2-6-3803,-22 2-3859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7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333 245 10757,'-7'-4'1363,"0"0"-1,0 1 1,0 0 0,0 0 0,-9-2-1,9 3 272,-1 0-1,1-1 0,0 0 0,-8-5 0,1 4 1634,-21 9-1143,27-2-2103,0 1 1,1 0-1,-1 0 1,1 1-1,0 0 1,0 1-1,1-1 1,-1 1 0,1 0-1,0 1 1,1 0-1,0-1 1,-6 12-1,-4 6-29,2 1 0,-18 49 0,23-50 8,1-1 0,2 1 0,0 0 0,2 0 0,1 1 0,0-1 0,2 1 0,1-1 0,1 1 0,1-1 0,1 0 0,13 44 0,-10-48 0,0 0 0,1 0 0,1 0 0,1-1 0,1-1 0,0 0 0,1 0 0,1-1 0,1-1 0,1 0 0,0 0 0,1-2 0,0 0 0,36 22 0,-40-29-14,1-2 1,0 0-1,0 0 1,0-1-1,1-1 1,0 0-1,-1 0 1,1-2-1,0 0 1,0 0-1,16-3 1,2 0-642,1-3 0,-1 0 0,52-17 0,-55 12 207,-1-2 0,-1 0 0,0-2 0,0-1 0,-2-1 0,0-1 0,0-1 0,39-39-1,-39 31 325,-1-1 0,-1-1 0,-2 0 0,0-2 0,-2-1 0,-1 0 0,15-39 0,11-50 2791,53-234 0,-91 317-1862,-6 30-686,0 0 0,1 0 0,0 0 1,1 0-1,-1 1 0,1-1 0,1 0 0,-1 1 0,1-1 0,0 1 1,1 0-1,-1 0 0,7-8 0,-10 14-119,1 0 0,-1-1 0,0 1 0,0 0 0,1-1 0,-1 1 0,0 0 0,1 0 0,-1-1 0,0 1 0,1 0 0,-1 0 0,1 0 0,-1 0 0,0-1 0,1 1 0,-1 0 0,1 0 0,-1 0 0,0 0 0,1 0 0,-1 0 0,1 0 0,-1 0 0,0 0 0,1 0 0,-1 0 0,1 0 0,-1 1 0,0-1 0,1 0 0,-1 0 0,1 0 0,0 1 0,7 16 0,-2 36 0,-4-38 0,6 150 0,-3-27 0,4 14 184,3 39-3455,-9-145-7761,-2-42 9361,1 25-12322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17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1 293 18910,'23'-15'3484,"1"0"-440,9-6-687,1 3-485,6 3-484,7-1-440,16-2-820,18-3-836,13-12-1164,3-3-1193,13 0-403,14 12-3313,-3 0-6472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2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7 14005,'-27'-6'15675,"19"249"-12317,-1 0-3629,9-157 271,5 221 0,-1-236 0,4-1 0,21 90 0,-11-77-2134,-17-81 1693,-1 0 0,1 0-1,0 0 1,0 0-1,0 0 1,1 0-1,-1 0 1,0 0-1,1 0 1,-1 0-1,1-1 1,0 1-1,0-1 1,-1 1-1,1-1 1,0 0-1,0 1 1,4 0-1,11 4-6076,12-7-6225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2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32 15361,'3'-4'1035,"1"1"-1,0 0 1,1 1-1,-1-1 1,0 1-1,9-4 1,29-2 2425,-25 7-2589,-1 2 0,32 4 0,-35-3-98,173 36 2333,77 52-2894,-217-72-212,-1 2 0,0 3 0,-2 1 0,-1 2 0,-1 2 0,67 59 0,-92-72 0,-1 1 0,-1 0 0,0 1 0,-1 0 0,-1 1 0,-1 1 0,0 0 0,-1 0 0,-2 1 0,0 0 0,-1 0 0,0 1 0,-2 0 0,-1 1 0,-1-1 0,0 0 0,-2 1 0,0 23 0,-4-18 0,0 1 0,-1-1 0,-2 0 0,-1 0 0,-1-1 0,-1 0 0,-18 37 0,8-27 0,-2-1 0,-1-1 0,-2-1 0,-39 42 0,9-18 0,-89 70 0,-66 32 0,163-125 0,7-5-67,-9 8-1270,-63 35-1,110-71 1260,-2 1-353,0 0 1,-1 0 0,1 0 0,-1 0 0,1 0-1,-1-1 1,0 0 0,0 1 0,0-1-1,0-1 1,1 1 0,-1-1 0,0 1-1,0-1 1,0 0 0,-6-1 0,10 1 108,-1 0 0,1 0 0,-1 0 0,1-1 0,-1 1 0,1 0 0,-1 0 0,0 0 0,1-1 0,-1 1 0,1 0 0,-1-1 0,1 1 0,0 0 0,-1-1 0,1 1 0,-1-1 0,1 1 0,0-1 0,-1 1 0,1-1 0,-1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2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1 425 17878,'33'-10'3442,"40"-17"0,24-7 880,305-63-756,204-20-3474,-96 20-67,-483 91-150,183-31-1249,-233 49-3788,-79 14-6091,47-7-616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2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0 14301,'1'2'447,"0"0"0,-1 0-1,1 0 1,0-1 0,0 1-1,-1 0 1,0 1-1,1-1 1,-1 0 0,0 0-1,0 0 1,0 0 0,0 0-1,0 0 1,0 0 0,-1 0-1,1 0 1,-1 0-1,0 2 1,-1 15 1248,9 120 5500,1 18-6552,-22 226-643,-1 148 0,15-499-1002,-1 1-1,-8 47 1,0-3-4969,7-29-862,-1 6-7139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4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201 139 9741,'0'0'60,"0"1"-1,0-1 1,0 0 0,0 1-1,-1-1 1,1 0 0,0 0 0,0 1-1,0-1 1,0 0 0,-1 0-1,1 1 1,0-1 0,0 0-1,0 0 1,-1 0 0,1 1 0,0-1-1,0 0 1,-1 0 0,1 0-1,0 0 1,0 0 0,-1 1-1,1-1 1,0 0 0,-1 0 0,1 0-1,0 0 1,-1 0 0,1 0-1,0 0 1,0 0 0,-1 0 0,1 0-1,0 0 1,-1 0 0,1 0-1,0 0 1,-1-1 0,1 1-1,0 0 1,0 0 0,-1 0 0,-3-15 2278,3 7-1145,0 5 500,1-18 1329,-4-1 259,4 21-3012,-1 1 0,1-1 0,0 0 0,0 0 1,-1 1-1,1-1 0,-1 0 0,1 1 0,-1-1 0,1 0 1,-1 1-1,1-1 0,-1 0 0,1 1 0,-1-1 1,0 1-1,1-1 0,-1 1 0,0 0 0,0-1 1,1 1-1,-1 0 0,0-1 0,0 1 0,-1 0 1,21-22 1492,-2-4-1711,-9 13-51,-56 145 0,17-67 0,3 2 0,4 1 0,2 1 0,-23 127 0,40-159 0,2 0 0,2 1 0,1-1 0,7 56 0,-2-66 0,0 0 0,2 0 0,1-1 0,1 0 0,1-1 0,26 47 0,-30-61 0,2 0 0,-1 0 0,2-1 0,-1 1 0,1-2 0,1 1 0,0-2 0,0 1 0,0-1 0,1-1 0,1 0 0,-1 0 0,1-1 0,0-1 0,0 0 0,1 0 0,0-1 0,0-1 0,0 0 0,0-1 0,0 0 0,0-1 0,0-1 0,1 0 0,24-4 0,-13 1 0,-1-2 0,-1-1 0,1-1 0,-1 0 0,0-2 0,-1-1 0,0-1 0,36-23 0,-19 7 0,-2-2 0,-1-2 0,49-52 0,-49 48 0,-25 25 0,0 0 0,-1-1 0,11-15 0,-20 24 0,0 1 0,0-1 0,0 1 0,0-1 0,1 1 0,-1-1 0,0 1 0,1 0 0,-1-1 0,1 1 0,-1 0 0,1 0 0,0 0 0,-1 0 0,1 0 0,0 1 0,0-1 0,0 1 0,0-1 0,-1 1 0,1-1 0,0 1 0,0 0 0,0 0 0,0 0 0,0 0 0,0 0 0,0 0 0,0 1 0,-1-1 0,1 1 0,0-1 0,0 1 0,0 0 0,1 1 0,7 3 0,-1 1 0,-1 1 0,1 0 0,-1 0 0,10 11 0,4 3 0,-2-4 0,1-2 0,0 0 0,0-1 0,2-2 0,0 0 0,0-1 0,45 14 0,-56-22 0,1 0 0,-1 0 0,1-1 0,0-1 0,0 0 0,0-1 0,0 0 0,0-1 0,0 0 0,0-1 0,0 0 0,-1-2 0,1 1 0,-1-1 0,0-1 0,0 0 0,13-8 0,-13 4 0,1 0 0,-2 0 0,1-1 0,-1-1 0,15-19 0,-25 28 0,1 0 0,-1 0 0,-1 0 0,1 0 0,0-1 0,0 1 0,-1 0 0,1-1 0,-1 1 0,0 0 0,0-1 0,0 1 0,0 0 0,0-1 0,0 1 0,0-1 0,-2-2 0,-11-33 0,12 35 0,-3-4 0,0 0 0,0 0 0,-1 1 0,0 0 0,0 0 0,0 0 0,-1 0 0,0 1 0,-11-9 0,-4 0 0,-37-19 0,26 16-30,-1 1-1,0 2 1,-1 2 0,-1 1-1,0 1 1,0 2 0,-1 1-1,0 2 1,-65 0 0,64 5-1671,15 0 279,0 0 0,-22 5 0,36-4-358,2 1-1,-1-1 1,0 2 0,0-1-1,1 1 1,-7 3 0,-7 4-9271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4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5 503 13017,'-4'-1'9012,"19"3"-6108,30 7-1167,-32-3-1257,0-1 0,0 2 0,-1-1 1,0 2-1,13 10 0,-18-13-307,-1 0 0,1 1 1,-1 0-1,-1 0 0,1 1 0,-1 0 0,0 0 1,-1 0-1,8 15 0,-8-12-11,2 2-43,-1 0 1,-1 0-1,0 1 0,-1-1 1,0 1-1,0 0 0,-2 0 1,0 0-1,0 18 0,-4 16 10,4-27-129,4-15 0,2-10 0,5-3 0,-1 1 0,0-1 0,0-1 0,-1 0 0,12-14 0,1 0 0,174-142 0,-109 95 0,-82 65 0,1 0 0,-1 1 0,1 0 0,0 0 0,0 0 0,0 1 0,0 0 0,1 0 0,-1 1 0,1 0 0,14-2 0,-16 4 0,0 0 0,0 0 0,0 0 0,-1 1 0,1 0 0,0 0 0,-1 1 0,1-1 0,-1 1 0,1 1 0,-1-1 0,0 1 0,0 0 0,0 0 0,0 0 0,6 6 0,2 3 0,-1 1 0,0 0 0,-1 1 0,17 26 0,-5-5 0,-19-29 0,0 0 0,1 0 0,0 0 0,0 0 0,0-1 0,0 1 0,1-2 0,0 1 0,0 0 0,0-1 0,1 0 0,-1-1 0,1 1 0,0-1 0,0-1 0,0 1 0,11 1 0,-12-3 0,0-1 0,1 1 0,-1-2 0,1 1 0,-1 0 0,0-1 0,1-1 0,-1 1 0,0-1 0,0 0 0,0 0 0,0-1 0,0 1 0,-1-1 0,1-1 0,-1 1 0,1-1 0,-1 0 0,7-7 0,3-4 0,-1 0 0,-1-1 0,0 0 0,19-35 0,-7 2 0,-1-2 0,22-72 0,23-50 0,-43 113 0,-21 46 0,1 0 0,1 0 0,0 1 0,1 0 0,12-17 0,-18 28 0,0-1 0,0 1 0,0 0 0,0 0 0,0 0 0,0 0 0,1 0 0,-1 1 0,1-1 0,-1 1 0,1-1 0,0 1 0,-1 0 0,1 0 0,0 0 0,0 0 0,0 1 0,-1-1 0,1 1 0,4-1 0,-3 2 0,1-1 0,-1 1 0,0 0 0,0 1 0,0-1 0,1 1 0,-2-1 0,1 1 0,0 0 0,0 1 0,0-1 0,4 4 0,1 3 0,1 0 0,-2 0 0,1 0 0,-1 1 0,-1 1 0,1-1 0,-2 1 0,7 14 0,-5-7 0,-2 0 0,0 0 0,-1 1 0,-1-1 0,-1 1 0,0 0 0,-1 0 0,-2 1 0,1-1 0,-2 0 0,-1 0 0,0 0 0,-2 0 0,0 0 0,-1-1 0,-1 0 0,0 0 0,-2 0 0,0 0 0,0-1 0,-13 16 0,8-14 0,-1 0 0,-1-1 0,-1-1 0,-1-1 0,0 0 0,-1-1 0,-31 20 0,-25 13-393,72-47-3,0 1 1,0-1 0,-1 1-1,1-1 1,-1 0 0,1 0-1,-1 0 1,1 0 0,-1 0 0,-4 1-1,-11-2-5756,10 0 1513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4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0 16766,'-15'213'10424,"6"-43"-4851,-23 151-5569,29-298-1036,-14 138 3615,8-93-4466,2-18-4014,-2 3-5522,6-33-716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5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0 188 16229,'34'-45'3125,"6"17"-557,-7 10-440,4 3-432,0 3-412,7 0-187,-4 0-669,3 3-724,14-3-749,-7 6-515,1-3-1064,-4 0-912,-7 9-2265,-3 9-4908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5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11877,'2'3'281,"1"0"-1,0 0 1,-1 1-1,1-1 1,-1 1-1,0-1 1,0 1-1,0 0 1,-1 0-1,1 0 1,-1 0-1,0 0 1,0 0-1,-1 0 1,1 0-1,-1 1 1,0-1-1,0 0 1,0 0-1,0 0 1,-1 1-1,0-1 1,-1 6-1,1-6-25,0 1 0,0 0-1,1-1 1,0 1 0,0-1 0,0 1 0,1 0 0,0-1-1,1 7 1,-1-5-97,0-1-1,0 0 1,0 1 0,-1 0-1,0-1 1,0 7 0,-16 69 1396,16-78-1187,-7 10 618,5-9-254,3-7-290,7-18-161,19-32-229,0 19 48,60-58 0,-84 88-117,0 1 1,1 0-1,0 0 1,0 1-1,0-1 1,0 1-1,0 0 1,0 0-1,1 0 0,7-2 1,-10 4 9,1-1 1,-1 1-1,0 0 0,0 0 0,1 0 1,-1 0-1,0 0 0,0 0 0,1 1 1,-1-1-1,0 1 0,0-1 1,0 1-1,1 0 0,-1 0 0,0 0 1,0 0-1,0 0 0,-1 1 1,1-1-1,0 1 0,0-1 0,2 4 1,9 8-43,0 0 0,1 0 1,29 20-1,-41-31 28,1-1 0,-1 1 0,1-1-1,-1 0 1,1 0 0,0 0 0,0 0 0,0 0 0,0-1 0,-1 1-1,1-1 1,0 0 0,0 0 0,0 0 0,0 0 0,0 0 0,0-1-1,0 1 1,0-1 0,-1 0 0,1 0 0,4-2 0,4-2-69,0-1 0,-1-1 1,0 0-1,11-9 0,3-3 214,-16 13 70,1-2 1,-1 1-1,-1-1 0,12-14 1,-13 14 158,0 1 0,0 0 0,1 1 0,8-7-1,-11 10-260,-1 1-1,1 0 1,0 0-1,0 0 0,0 1 1,0-1-1,0 1 1,0 0-1,0 0 0,0 1 1,0-1-1,9 1 1,-3 0 47,1 1 1,-1 0-1,0 0 1,1 1-1,-1 1 1,0 0-1,13 5 0,-18-6-134,-1 1-1,1-1 1,-1 1-1,1-1 0,-1 1 1,0 1-1,0-1 1,0 0-1,0 1 0,-1 0 1,1 0-1,-1 0 1,0 0-1,0 1 0,-1-1 1,1 1-1,1 5 0,3 7-1367,0 1 0,15 25 0,12 4-10743,-20-29 769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6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0 13117,'-11'6'590,"1"-1"0,-1 1 0,1 1 0,0 0 0,1 0-1,0 1 1,0 0 0,1 1 0,0 0 0,0 0 0,1 0 0,0 1-1,1 0 1,0 1 0,0 0 0,1-1 0,1 2 0,0-1 0,0 0-1,-3 21 1,2-6-152,2 0-1,0 0 0,2 0 1,2 29-1,0-44-384,0-1-1,0 0 1,1 1 0,0-1-1,1 0 1,0 0 0,1 0-1,0-1 1,0 1-1,1-1 1,0 0 0,12 15-1,-13-20-170,0 0-1,1-1 0,-1 0 1,0 0-1,1 0 0,0 0 0,0-1 1,0 0-1,0 0 0,0 0 1,6 1-1,2 0-251,0-1 0,24 2 1,-17-5 63,0-1 1,1-1-1,-1 0 1,0-2-1,-1 0 1,1-1-1,-1-1 1,29-15-1,-15 8 19,-14 4 326,0-1 0,0-1 1,-1 0-1,0-1 0,-2-1 0,1-1 0,-2 0 0,0-2 0,-1 1 0,0-2 0,-1 1 0,18-37 0,18-26 2662,-47 77-1278,-1 5-1299,0 0 0,0 0 0,0-1 0,0 1 0,0-1 0,0 1 0,1-1 1,-1 1-1,1-1 0,2 3 0,8 8 211,-9-6-254,0 0 0,-1 0 1,0 0-1,0 0 0,-1 1 1,1-1-1,-1 0 0,-1 1 1,1-1-1,-1 9 1,-2 10 132,-7 34 0,5-37-1363,-3 42 1,7-50-151,-1 18-379,3-21-2762,2-1-3779,1 3-1324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6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1 139 10769,'57'-3'2316,"-34"-3"-284,1 3-339,33-9 703,-27 6-1616,27 0-156,-10-3-144,-7 3-260,0-6-228,4 6-380,-4-3-368,-3 0-472,-4 0-372,1-3-229,-14 6-575,0-6-1400,3 0-2505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6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6 9937,'0'-1'248,"-1"1"0,1-1-1,0 1 1,0 0 0,-1-1 0,1 1 0,0 0-1,-1 0 1,1-1 0,0 1 0,-1 0 0,1 0-1,-1-1 1,1 1 0,0 0 0,-1 0 0,1 0-1,-1 0 1,1 0 0,0 0 0,-1 0 0,1 0-1,-1 0 1,1 0 0,-1 0 0,1 0 0,0 0-1,-1 0 1,1 0 0,-1 0 0,0 0 0,-3 15 3702,8 35-1596,-2-32-650,26 275 4402,-12-198-8335,0-34-6205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7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8289,'0'0'4796,"0"21"-5328,-3-3-584,3 3-7337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7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29 9449,'0'-1'81,"1"1"1,-1 0-1,1-1 1,-1 1-1,0 0 1,1 0-1,-1 0 1,1 0-1,-1-1 1,1 1-1,-1 0 1,1 0-1,-1 0 1,1 0-1,-1 0 1,1 0-1,-1 0 1,1 0-1,-1 0 1,1 1-1,-1-1 1,0 0-1,1 0 1,-1 0-1,1 0 1,-1 1-1,1-1 1,-1 0-1,0 0 1,1 1-1,-1-1 1,0 0-1,1 1 1,0 0-1,0 16 2434,-1-6 2903,-3-10-4039,-6 5-767,0 0 1,0 0 0,1 1-1,0 0 1,0 1 0,1-1-1,0 1 1,0 1 0,1 0-1,0-1 1,-8 18 0,7-11-415,0 0 1,1 1 0,1 0 0,0 0-1,1 0 1,1 0 0,0 1 0,2-1-1,0 34 1,2-44-183,0 0-1,0 0 1,1-1-1,0 1 1,0-1-1,1 1 1,0-1-1,0 0 1,0 0-1,0 0 1,1 0-1,0-1 1,0 1-1,5 4 1,0-1-101,1-1 1,1 1-1,-1-2 0,1 1 1,16 5-1,-26-11 62,0-1-1,0 1 1,0-1 0,1 0 0,-1 1-1,0-1 1,0 0 0,1 0 0,-1 0-1,0 0 1,1 0 0,-1 0 0,0-1-1,0 1 1,1 0 0,1-1 0,4-1-52,47-7-535,-52 8 586,1-1 1,-1 0 0,1 0-1,-1 0 1,0 0-1,0 0 1,0 0 0,0 0-1,0-1 1,-1 1-1,1-1 1,1-2 0,0-2-2,-1 1 1,0 0-1,0-1 1,0 0 0,-1 1-1,0-1 1,0 0-1,0 0 1,-1 1 0,-1-10-1,-10-70-27,8 71 41,-4-15-33,-1 1 0,-2 0 0,-17-37 1,7 19-400,18 43 222,0 0 1,0 0 0,0 0 0,-1 1 0,0-1 0,0 1 0,0 0 0,0-1-1,0 1 1,-1 1 0,1-1 0,-1 0 0,0 1 0,1 0 0,-1 0 0,0 0-1,-8-2 1,4 1-702,0 1 0,0 0 0,0 1 0,0 0-1,-1 0 1,1 1 0,-15 0 0,3 6-4549,3 9-3077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8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61 10485,'0'1'108,"0"-1"1,0 0-1,-1 1 0,1-1 1,0 0-1,0 1 1,0-1-1,0 1 0,0-1 1,-1 0-1,1 0 0,0 1 1,0-1-1,-1 0 0,1 1 1,0-1-1,0 0 1,-1 0-1,1 1 0,0-1 1,-1 0-1,1 0 0,0 0 1,-1 0-1,1 1 0,0-1 1,-1 0-1,1 0 1,0 0-1,-1 0 0,1 0 1,-1 0-1,1 0 0,0 0 1,-1 0-1,1 0 0,0 0 1,-1 0-1,1 0 1,-1 0-1,1 0 0,0-1 1,-1 1-1,1 0 0,-27-9 3427,6 2 9344,22 11-12330,7 42-103,-4-27-446,-1 1-1,0-1 0,-1 1 1,-2 21-1,0 4 1,0-21 0,4-14 0,3-14 0,7-16 0,-13 18 0,35-49 0,3 1 0,1 2 0,51-47 0,-88 92 0,1 0 0,-1 0 0,1 0 0,-1 0 0,1 1 0,0 0 0,7-4 0,12 1 0,-20 5 1,1 1 1,-1-1-1,1 1 1,-1 0-1,1 0 1,-1 0-1,0 0 1,1 1-1,-1-1 1,0 1-1,0 0 1,0 0-1,0 0 1,-1 0-1,1 0 1,0 1-1,-1-1 1,0 1-1,1 0 1,-1 0-1,0 0 1,-1 0-1,1 0 1,0 0-1,-1 0 1,0 1-1,2 4 1,3 11-100,-1 1 1,-1-1 0,3 34 0,-6-38-134,11 45-4195,-6-41-2,1-1-4089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8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0 11165,'-17'25'5188,"10"-37"-2751,-3 2 4359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29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78 326 7673,'-48'10'2267,"30"0"1664,7 13 7934,17-24-10710,576-75 2901,-6-59-9279,-299 36-4775,-245 86 8041,79-31-8828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0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261 0 12213,'-11'4'483,"4"0"43,-1-1-1,0-1 1,0 0 0,0 0-1,0 0 1,-13 0 0,20-2-380,0 1 0,0-1 0,1 0 1,-1 1-1,0-1 0,0 1 0,0-1 1,0 1-1,1-1 0,-1 1 0,0 0 1,0-1-1,1 1 0,-1 0 0,1-1 1,-1 1-1,1 0 0,-1 0 0,1 0 1,-1 0-1,1-1 0,-1 1 0,1 1 1,-1 0 345,-1 1-274,1 1-1,0-1 1,-1 0 0,1 1 0,1-1 0,-1 0 0,0 1-1,1-1 1,0 1 0,-1-1 0,1 1 0,1-1-1,-1 1 1,1-1 0,-1 1 0,1-1 0,0 1-1,0-1 1,0 0 0,1 1 0,2 4 0,4 6 269,0-1 0,0 0 1,18 20-1,212 209 3706,-83-92-2885,-94-87-1281,-2 3 0,-4 3-1,-3 2 1,-3 2-1,43 85 1,-72-116-31,-2 2-1,-1 0 1,-3 1 0,14 71-1,-23-80 7,-1 0-1,-1-1 0,-3 1 0,0 0 1,-3 0-1,-11 60 0,1-45 10,-2 0-1,-2-1 1,-2-1-1,-3-1 1,-2-1-1,-35 54 1,7-24-890,-3-3 0,-111 114 0,94-118-1955,-103 75-1,0-15-4099,137-102 4816,-130 95-10381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2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76 229 7629,'-3'-11'14513,"-7"16"-12572,7-6-1114,-6-3-1042,5 2 1037,-1 1-1,1-1 1,-1 1 0,1-1-1,-1 1 1,-6 0-1,0 2-741,10 2 221,13 7 125,-8-8-541,-2 0 317,-3-4-957,0-1 770,-1 1-1,1-1 1,-1 1 0,1-1 0,0 0 0,0 1 0,0-1 0,0-4 0,51-155 1954,-41 129-1890,-9 33-79,0 0 0,0 0 0,0 0 0,0 0 0,0 0 0,0 0 0,0 0 0,0 0 0,0 0 0,0 1 0,0-1 0,0 0 0,0 0 0,1 0 0,-1 0 0,0 0 0,0 0 0,0 0 0,0 0 0,0 0 0,0 0 0,0 0 0,0 0 0,0 0 0,0 0 0,0 0 0,0 0 0,0 0 0,0 0 0,0 0 0,0 0 0,1 0 0,-1 0 0,0 0 0,0 0 0,0 0 0,0 0 0,0 0 0,0 0 0,0 0 0,0 0 0,0 0 0,0 0 0,0 0 0,3 14 0,2 20 0,-4 279 0,1-2 0,25-3 0,-15-227-407,18 92 1259,-25-152-1798,1-1 0,1 0 0,0 0 0,2 0 0,21 35 1,-28-52-14,0 0 1,0 0 0,1 0 0,-1 0-1,1 0 1,0-1 0,0 1-1,0-1 1,0 0 0,4 3 0,-2-2-505,36 20-11086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2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2 12297,'-15'-1'1857,"25"5"381,27 13 1026,-3 5-1113,52 25-1,80 21-620,49 11-453,91 47-371,-283-115-664,0 2 1,-2 0-1,1 1 0,-1 1 1,-1 1-1,18 19 0,-32-29-32,0 0-1,-1 0 0,0 1 0,0 0 0,0 0 1,-1 0-1,0 1 0,-1-1 0,1 1 0,-1 0 1,-1 0-1,1 0 0,-2 0 0,1 1 0,-1-1 0,0 0 1,-1 1-1,0-1 0,0 1 0,-1-1 0,-3 16 1,0-9 11,-1 0 1,-1-1 0,0 0-1,-1 0 1,0-1 0,-2 0-1,1 0 1,-15 16 0,-11 9-70,-48 39 1,35-33-226,-67 55-963,4-3-2738,45-29-5311,52-52-832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3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 43 11441,'-34'-23'3405,"12"4"12456,21 25-15503,0-1 0,0 1-1,0-1 1,0 1 0,-4 7 0,-5 24-445,7-7 87,1 1 0,1 0 0,1-1 0,2 1 0,2 0 0,0-1 0,2 0 0,1 0 0,16 40 0,-17-54 0,1 0 0,0 0 0,2 0 0,0-1 0,0-1 0,1 0 0,1 0 0,0-1 0,1 0 0,1-1 0,0 0 0,0-1 0,1-1 0,1 0 0,-1-1 0,2 0 0,-1-1 0,18 6 0,-21-11 0,0 0 0,0-1 0,0-1 0,0 0 0,0 0 0,0-1 0,0-1 0,0 0 0,-1 0 0,1-1 0,0-1 0,0 0 0,-1-1 0,0 0 0,0 0 0,0-1 0,0-1 0,10-7 0,2-2 0,0 0 0,-1-2 0,-1-1 0,-1-1 0,0 0 0,29-39 0,56-104 0,-22 32 0,-82 129 0,-1 0 0,1-1 0,-1 1 0,1 0 0,0 0 0,0 1 0,-1-1 0,1 0 0,0 0 0,0 0 0,0 0 0,0 1 0,0-1 0,0 0 0,0 1 0,0-1 0,0 1 0,0-1 0,0 1 0,0 0 0,1-1 0,-1 1 0,0 0 0,0 0 0,2 0 0,-2 0 0,1 1 0,-1 0 0,0-1 0,1 1 0,-1 0 0,0 0 0,0 0 0,0 0 0,0 0 0,0 0 0,0 1 0,0-1 0,0 0 0,-1 0 0,1 1 0,0-1 0,0 2 0,4 11 0,0-1 0,-1 1 0,2 18 0,-4-25 0,4 33-1,2 76 0,-7-77 94,11 69 1,-9-95-913,0 0 0,1 0 0,0 0 0,1-1 0,1 1 0,0-1 0,0 0 0,1-1 0,9 12 0,9 6-7232,-3-7-5676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3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0 127 14265,'17'2'897,"0"0"-1,0 1 0,0 1 1,-1 0-1,0 1 0,0 1 0,0 1 1,0 0-1,23 15 0,-23-11-363,0 1 0,-1 0 0,0 1 0,24 28-1,-22-19-273,0 0 0,-1 1-1,-1 0 1,-1 1 0,18 47-1,-27-59-194,-1 0 0,0 0-1,-1 0 1,-1 1 0,0 0 0,0-1 0,-1 1-1,-1 0 1,0 0 0,-1-1 0,0 1-1,-1 0 1,-1-1 0,-7 22 0,5-19 592,-2 0 0,0 0 0,-15 22 0,20-34 65,-18-9 249,18 5-968,1 0-1,-1 0 1,1 0 0,-1 0 0,1 0 0,0 0 0,-1-1 0,1 1-1,0 0 1,0-1 0,0 1 0,0-1 0,0 0 0,0 1 0,1-1-1,-1 0 1,0 1 0,1-1 0,-1 0 0,1 0 0,0 1 0,-1-1-1,1 0 1,0 0 0,0 0 0,0 1 0,1-1 0,-1 0 0,1-3 0,1-9-4,1 0 1,7-25-1,6-1 2,2 1 0,1 1 0,44-65 0,-38 63 0,-2 5-522,1 2 0,2 1 0,1 1 1,1 1-1,2 1 0,61-46 0,13 5-3106,-33 32-2653,-68 37 5921,-1 1-1,1 0 0,-1-1 1,1 1-1,-1 0 1,1 0-1,-1 1 1,1-1-1,-1 0 1,1 1-1,-1 0 1,4 1-1,-2-1-548,-3 0 683,-1 0 0,0-1 0,0 1 1,0 0-1,0 0 0,0 0 0,0-1 0,0 1 1,0 0-1,-1 0 0,1 0 0,0-1 1,0 1-1,-1 0 0,1 0 0,0-1 1,-1 2-1,-3 11-2490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3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0 8593,'-44'88'1360,"37"-67"-64,14 6 156,0 0-12,-7 0-108,0 0-231,-4-3-213,4 6-264,0-5-324,0 5-544,-3-9-696,3 3-533,3 18-11272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3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19778,'0'0'11741,"10"-12"-10493,0-3-1248,6 18 0,8 6 0,6-6-1816,0 6-1692,10 3-245,27 21-3215,-16-2-6770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4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19982,'0'3'353,"0"0"-1,0 1 1,0-1 0,0 0 0,1 0-1,-1 1 1,1-1 0,0 0-1,0 0 1,0 0 0,0 0 0,0 0-1,1 0 1,0 0 0,-1 0 0,1-1-1,0 1 1,0-1 0,0 1 0,1-1-1,2 3 1,13 18 1309,-12-12-1111,-1 1-1,-1 0 1,0 1 0,0-1-1,3 22 1,1 6-492,11 36-59,-4 0 0,10 130 0,-14 13 0,15-5-302,-23-189-1189,-2 1-1,-1 27 1,-1-30-2642,1 0 1,5 37 0,5-19-8478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4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0 489 15433,'26'-52'2702,"-23"46"-2254,1 0 0,-1 0 0,1 0 0,1 0 0,-1 1-1,1-1 1,0 1 0,0 0 0,0 1 0,1-1 0,-1 1 0,1 0 0,0 1 0,12-6 0,6-1 147,1 1 1,40-10-1,-30 10-297,-16 4-219,122-31-621,-120 32 293,-1 1 1,1 1-1,0 1 0,38 3 1,-53-1 220,-1 1 0,1 0-1,0 0 1,-1 0 0,0 1 0,1 0 0,-1 0 0,0 0 0,-1 1 0,1 0 0,0 0 0,-1 0 0,0 0 0,7 10 0,-5-7 23,1 0 0,0 0 0,0 0 0,16 10 0,-5-7-82,1 0 0,1-2 0,-1 0 0,2-1 0,-1 0 0,1-2 0,-1-1 0,2 0 0,36 0 0,-32-4-139,0-1 1,0-2-1,0-1 1,-1-1-1,1 0 0,-1-3 1,43-17-1,-57 21 330,-1-1 0,1 0 0,-1-1-1,0 0 1,0-1 0,-1 0 0,0 0-1,10-11 1,-14 12 287,0-1-1,-1 1 1,0-1-1,0 0 1,0 0-1,-1 0 1,0-1-1,-1 1 1,0-1-1,0 1 1,0-1 0,-1 0-1,1-10 1,-1 7 285,1 1 1,1-1-1,4-14 1,6-19 816,-13 43-1491,0 1 0,0-1 0,0 0 0,0 1 0,0-1 0,0 1 0,0-1 0,0 1 0,1-1 0,-1 1 0,0-1 0,0 1 0,1-1 0,-1 1 0,0-1 0,1 1 0,-1-1 1,0 1-1,1-1 0,-1 1 0,1 0 0,-1-1 0,0 1 0,1 0 0,-1-1 0,2 1 0,0 0-2,1 0 0,-1 0 0,0 0 0,1 1 0,-1-1 0,1 1 0,-1-1 0,0 1 0,1 0 0,-1 0 0,0 0 0,0 1 0,0-1 0,0 0 0,0 1 0,0-1 0,0 1 0,0 0 0,-1-1 0,1 1 0,0 0 0,-1 0 0,0 0 0,1 0 0,-1 1 0,1 3 0,4 5 0,-1 1 0,0 0 0,-1 0 0,4 15 0,-1 15 0,-1 0 0,-2 0 0,-2 1 0,-2-1 0,-2 1 0,-1-1 0,-2 0 0,-3 0 0,-18 62 0,3-32 0,-3-2 0,-3-1 0,-3-1 0,-63 97 0,79-139 0,-1-1 0,-1-1 0,-1-1 0,-1-1 0,-1 0 0,-1-2 0,0 0 0,-2-2 0,0 0 0,-51 26 0,72-42 0,0 0 0,0-1 0,0 1 0,-1-1 0,1 0 0,0 0 0,-1 0 0,1-1 0,-1 1 0,1-1 0,-1 0 0,1 0 0,-1 0 0,1 0 0,-1 0 0,1-1 0,-1 0 0,1 0 0,0 0 0,-5-2 0,6 2 0,0-1 0,0 1 0,0-1 0,0 0 0,0 0 0,1 0 0,-1 0 0,0 0 0,1 0 0,0 0 0,-1-1 0,1 1 0,0 0 0,0-1 0,0 1 0,1-1 0,-1 0 0,1 1 0,-1-1 0,1 1 0,0-1 0,0 0 0,0 1 0,1-6 0,0-6 0,2 1 0,0-1 0,1 0 0,0 1 0,1 0 0,10-20 0,48-76 0,-41 74 0,200-279 0,15 46-1069,-195 223 643,244-261-9125,-213 231 2408,-2 9-4451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5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1042 12273,'-14'-15'2393,"9"14"1399,-19 16 8885,25-25-12458,2 0-1,-1 0 1,2 0 0,-1 1-1,1-1 1,0 1 0,11-16-1,48-57-399,-12 16 245,-1-7-64,-4-1 0,46-102 0,-69 123 0,-3 0 0,-1-2 0,-3 0 0,13-86 0,-29 140 0,3-25 0,1 1 0,11-35 0,-11 53 0,-1 10 0,-2 13 0,-1-14 0,5 60 0,2 0 0,27 105 0,59 119 0,-36-148 0,-21-54 0,31 106 0,-60-164 0,-1 0 0,-1 1 0,-1 0 0,-1 0 0,-2 1 0,0-1 0,-2 0 0,-7 40 0,5-54 0,0 0 0,-1-1 0,-1 0 0,0 0 0,-1 0 0,0-1 0,-1 0 0,0 0 0,-1 0 0,0-1 0,0 0 0,-1-1 0,-1 0 0,0 0 0,0-1 0,0 0 0,-1-1 0,0 0 0,-20 9 0,2-4 0,0 0 0,-1-2 0,0-1 0,0-2 0,-1 0 0,0-3 0,-33 2 0,54-5-100,1-1 0,0 0 0,0-1 0,-1 1 0,-17-6 0,23 5-327,0-1 1,0 1 0,0-1-1,0 0 1,0 0 0,0-1 0,1 1-1,-5-4 1,7 5 176,0 0 0,0 1 0,0-1 0,1 0 0,-1 0 0,0 1 0,1-1 0,-1 0 0,0 0 0,1 0 0,-1 0 0,1 0 0,-1 0 0,1 0 0,0 0 0,-1 0 0,1 0 0,0 0 0,-1-2 0,2 1-415,0 1 0,-1-1 0,1 0 0,0 0 0,0 0 0,0 1 0,0-1-1,0 1 1,0-1 0,3-2 0,29-32-12365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5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16670,'-18'18'844,"9"-10"-266,0 0 1,1 1-1,-14 19 1,20-23-261,-1 0 0,1 0 1,0 0-1,0 0 0,0 0 0,1 0 0,0 0 1,0 1-1,0-1 0,1 0 0,-1 1 1,2 7-1,1 209 7836,3 47-7506,44 149-648,-38-347-66,38 183 207,-41-226-261,1 0 1,1-1 0,1 0-1,2-1 1,0 0 0,31 42-1,-37-60-782,0 0-1,0 0 1,0-1 0,1 0-1,14 9 1,21 6-8816,-23-14-4172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5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409 19 12889,'0'0'2023,"11"-10"1386,-10 9-3271,1 0 0,0 0-1,0 0 1,0 0 0,0 0 0,0 1 0,0-1-1,0 1 1,1-1 0,-1 1 0,0 0 0,0-1 0,0 1-1,0 0 1,1 1 0,-1-1 0,0 0 0,0 1-1,0-1 1,0 1 0,0-1 0,0 1 0,0 0-1,0 0 1,4 2 0,-1 0 58,1 0-1,-1 0 1,1 1-1,-1-1 1,0 1-1,0 1 1,-1-1-1,9 10 1,-11-11-106,0 0 1,0 0 0,0 0 0,-1 0 0,1 0 0,-1 1 0,0-1 0,0 1 0,0-1 0,0 1 0,0-1-1,-1 1 1,1 0 0,-1-1 0,-1 6 0,0-3 0,0 0-1,-1-1 1,0 1-1,0-1 1,0 1-1,-1-1 1,0 0-1,0 1 1,-4 4-1,-6 5 70,0-1 1,-1 0-1,-1 0 0,-1-2 0,1 0 1,-2 0-1,-34 17 0,21-12-44,-14 7-127,-63 24 1,21-10-2818,59-25-2875,-29 19 0,39-20-4479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6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1598 11709,'-4'-23'5746,"13"-8"-2654,-3 16-1538,2-12-441,2 1-1,0 0 1,22-36 0,-17 32-634,19-50 1,-14 22-242,-4-1 1,-2 0 0,-2-1 0,3-62 0,-2-754 755,-13 873-974,0 0 0,-1 0-1,1 1 1,-1-1 0,0 0-1,0 0 1,0 1 0,0-1-1,0 1 1,-1-1 0,1 1-1,-3-4 1,4 6-9,-1-1 0,1 1 0,-1-1 0,1 1 1,-1 0-1,1-1 0,-1 1 0,1 0 0,-1-1 0,1 1 0,-1 0 0,0 0 1,1-1-1,-1 1 0,1 0 0,-1 0 0,1 0 0,-1 0 0,0 0 0,1 0 1,-1 0-1,0 0 0,1 0 0,-1 0 0,1 0 0,-1 0 0,0 0 1,1 1-1,-1-1 0,1 0 0,-1 0 0,1 1 0,-1-1 0,1 0 0,-1 1 1,1-1-1,-1 1 0,1-1 0,-1 0 0,1 1 0,-1-1 0,1 1 0,0-1 1,-1 1-1,1-1 0,0 1 0,0 0 0,-1-1 0,1 1 0,0-1 1,0 1-1,0 1 0,-7 15 215,0 0 1,2 0 0,0 1 0,-4 31-1,-4 77 486,9-56-644,3-1 0,2 1 1,4 0-1,3-1 1,19 77-1,-17-107-71,1 0 0,2-2 0,2 1 0,1-2 0,2 0 0,1-1 0,2-1 0,1 0 0,2-2 0,37 40 0,-44-56 3,0 0 0,1-1 0,1-1 0,0-1 0,1-1 0,0 0 0,1-2 0,0 0 0,44 13 0,-50-19 0,0-1 0,0 0 0,0-1 0,0-1 0,1 0 0,-1-1 0,0-1 0,0 0 0,1-1 0,-1-1 0,0 0 0,-1-1 0,1-1 0,-1 0 0,0-1 0,14-8 0,-5 0 0,-1-2 0,27-24 0,-31 24 0,0 1 0,1 1 0,29-16 0,-32 23 0,1 4 0,-14 4 0,-1-1 0,1 1 0,-1 0 1,0 0-1,1 0 0,-1 1 0,0-1 0,0 0 0,0 1 0,0 0 1,0-1-1,0 1 0,0 0 0,0 0 0,-1 0 0,1 0 0,-1 0 1,2 4-1,3 6-3,-1-1 1,7 23 0,2 7-233,5 13-6224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6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22 13793,'-24'-22'2568,"51"22"3661,-23 19-6525,-1-1-580,10 3-916,14 30-5637,-3-15-1784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6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14945,'1'0'127,"-1"0"-1,1 0 0,0 0 0,-1 0 1,1 0-1,-1 1 0,1-1 0,-1 0 1,1 0-1,-1 1 0,1-1 0,-1 0 1,1 1-1,-1-1 0,0 1 0,1-1 1,-1 0-1,1 1 0,-1-1 0,0 1 1,1-1-1,-1 1 0,0-1 0,0 1 1,0-1-1,1 1 0,-1-1 0,0 2 1,-5 16 2966,-3 9-861,8-7-910,1-1-1,1 1 1,4 24-1,4 24 973,-8-34-1770,31 346 207,-19-179-540,-2-10-866,9-68-5961,-18-101-1730,-5 6-5931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36.8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11 254 16890,'-10'-9'3084,"30"-10"-304,13-8-376,-3 12-528,4 3-435,9 0-309,8-6-612,5 0-784,15-6-1036,2 0-685,1-6-1291,0 2-3588,-10 10-6590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40.2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3115 7801,'9'-30'1853,"-10"28"-1534,0 0 0,1 1 0,-1-1 0,0 1 0,0 0 0,0-1 0,0 1 0,0 0 0,0-1 0,0 1 0,-1 0 0,1 0 0,0 0 0,-1 0 0,1 0 0,-1 0 0,1 1 0,-1-1 0,-1 0-1,-25-19 9407,38 14-9438,0 0-1,1 1 0,0 0 0,0 1 0,0 0 1,17-3-1,76-9-7,-63 11-45,512-78 440,-255 38-562,3567-624 83,-3479 588-234,262-64 65,-296 64-10,471-134-8,-380 96 9,124-38 4,-188 51 349,-119 26 215,-206 59-321,0-2-1,81-48 0,-89 44-116,-15 9 14,48-36 1,-64 43-142,0 1 1,2 0 0,24-11 0,-10 6-38,10-4 37,1 3 0,0 1 0,86-17 0,-24 7-4,466-120 70,-269 70-120,318-92 50,-417 104-25,194-91 0,-339 127 41,30-13-40,-33 25 118,-51 14-129,17-4 21,-4-2 68,-14 6 9,0 0 0,1 0 0,-1-1 0,1 2 1,-1-1-1,1 0 0,-1 0 0,1 1 0,3-1 0,15-18-49,-19 17-296,-5-19-2413,-3-12-2043,-7 13-4549,-2 10-3547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42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68 914 6237,'-14'-2'1817,"1"0"0,-27 0 8729,45 2-9984,256-44 1278,-133 18-1521,756-119 528,-381 66-725,1077-163-65,-349 56-317,54 14-1673,-1229 170 583,-11 0-1455,-10-4-4355,-16 3-512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42.6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74 477 7801,'-13'1'913,"0"0"1,0 1-1,-22 6 7253,43-8-7212,534-38 1979,6-44-2375,-410 60-395,374-70 25,-249 43-212,-217 40-317,304-60 262,-179 23-2700,-7-14-5381,-119 39-976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44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73 7625,'0'0'2080,"-1"-4"-22,-1-10 1075,-1 1-1,-11-29 2672,11 60-3845,3-2-1592,0-1 0,1 1 1,1-1-1,1 0 0,0 0 0,9 25 0,3 21 215,34 269 46,-28-109-5576,-20-193 2718,-1 0 0,-5 34-1,1-10-3425,2 2-3636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44.6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0 660 10661,'18'43'1552,"-13"-29"-855,1 1-1,0-1 1,1-1 0,1 1-1,0-1 1,0 0 0,1-1-1,14 15 1,11 2-237,1-2 0,1-2 0,1-1-1,1-2 1,1-1 0,1-2 0,0-2 0,2-2 0,45 11-1,-65-21-88,1-1 0,0-1 0,0-1 0,0-1 0,36-3 0,-44 0-140,0 0 1,0-1-1,-1-1 0,1 0 0,-1-1 0,0 0 1,0-1-1,-1-1 0,20-13 0,-6 0 36,0-2 0,-2-1 0,-1-1 1,0-1-1,-2-1 0,-1-1 0,33-57 0,-3-11-437,44-117 0,-44 92-1057,6-29-1937,-28 70-509,3 1-4571,-15 44-1880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47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1243 6645,'1'-2'113,"1"-1"1,-1 0-1,0 0 1,0 1 0,-1-1-1,1 0 1,0 0 0,-1 0-1,0 0 1,0-5 0,-1 7 1,0-1 1,0 1 0,0 0 0,0 0 0,0 0 0,0 0 0,0 0 0,-1 0 0,1 0 0,0 0 0,-1 0 0,1 0-1,0 1 1,-1-1 0,1 1 0,-1-1 0,1 1 0,-1-1 0,-5 0 5463,2-5-5943,-24-9 9174,20 12-7488,-2-1-749,27 2 143,-3 2-820,1147-112 1743,0-46-1399,1222-222-148,-1997 315-72,612-109-85,-280 48 29,-540 95 61,553-80 593,-698 110-582,-1 0 1,52 7-1,-25-1-33,26 3 77,-80-8-79,-1 0-32,31 3 54,-31-3-9,16 3-41,19-1 270,-21-4-9212,-27-2 1961,6 2 5002,-9-7-6604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48.0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1 11781,'-66'5'1786,"64"-5"-1604,1 0 1,-1 1 0,0-1-1,1 1 1,-1 0 0,0 0 0,1-1-1,-1 1 1,1 0 0,-1 0-1,1 1 1,0-1 0,-1 0 0,1 0-1,0 1 1,0-1 0,0 0-1,0 1 1,0-1 0,0 1 0,1 0-1,-1-1 1,0 1 0,1-1-1,-1 1 1,0 2 0,1-1 38,-1 0 0,1 0 0,0 0 0,-1 0 0,1 0 0,1 0 0,-1 0 0,0 0 0,1-1 0,-1 1 0,1 0 0,2 5 0,5 2 19,0 0 0,0 0 1,1-1-1,0 0 0,1-1 1,0 0-1,0 0 1,1-1-1,12 6 0,26 20 287,124 109 613,-139-111-942,-2 2 0,52 68-1,-75-89-162,-2 0-1,0 1 0,0 0 0,-1 1 0,-1-1 0,0 1 1,-1 0-1,0 0 0,-1 1 0,-1-1 0,0 0 0,-1 1 1,-1 0-1,0-1 0,-1 1 0,0-1 0,-1 1 0,-1-1 1,0 0-1,-1 1 0,-1-2 0,0 1 0,-12 22 0,-14 19-1310,-62 86 0,-2-19-4707,62-79 109,8 2-3589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7:48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312 10 14649,'-30'-3'2317,"-4"-3"-129,7 9-272,1 0-312,-1 0-328,0 0-256,0 3-300,1-3-472,12 6-704,4 0-312,-10 3-2924,7 0 520,-4-3-2137,3 3-4248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16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711 157 10713,'-3'-10'1932,"-1"-7"211,-1 1 0,-1-1-1,0 1 1,-10-18-1,14 31-2013,0 0-1,0 0 1,0 0-1,0 0 1,0 0 0,0 1-1,-1-1 1,0 1-1,1-1 1,-1 1-1,0 0 1,0 0-1,0 0 1,0 0-1,-1 1 1,1-1-1,0 1 1,-1 0-1,1 0 1,-1 0-1,1 1 1,-1-1-1,1 1 1,-1-1-1,0 1 1,-4 1-1,-11 2 92,0 2 0,1 0 0,0 1-1,0 1 1,0 1 0,1 0 0,0 1 0,1 1-1,-29 22 1,-2 7 171,-73 79 0,94-91-315,0 1 1,2 1-1,2 1 0,0 2 1,3 0-1,0 1 0,-26 65 1,43-90-68,-1 0-1,1 1 1,0-1 0,1 1 0,0-1 0,1 1 0,-1 0-1,2-1 1,-1 1 0,1 0 0,0-1 0,1 1-1,4 13 1,-3-16-3,0 0 0,0 0 0,0 0 0,1 0 0,0-1 0,0 1 0,0-1 0,0 0 1,1-1-1,0 1 0,0-1 0,0 0 0,1 0 0,0 0 0,-1-1 0,1 0 0,0 0 0,8 2 0,1 0-3,1-1 0,0-1 0,0 0 0,0-2 0,0 1 0,1-2 0,-1 0 0,0-1 0,0-1 0,0 0 0,19-6-1,-6 0-2,0-1-1,-1-1 0,0-1 0,-1-2 0,32-19 0,-45 22-7,0-1 1,0 0 0,-1-1-1,0 0 1,-1-1 0,0-1-1,-1 0 1,-1 0 0,0-1-1,-1 0 1,0-1 0,-2 0-1,10-28 1,-13 33-4,-1-1 0,-1 0 0,0 0-1,-1-1 1,0-13 0,4-29-125,-4 52 121,-1 7-7,5 16 23,0 1 1,1-1-1,1 0 0,1 0 0,1-1 1,22 36-1,25 28-2289,1-12-5200,-44-56 863,-6 1-4343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17.3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395 64 11889,'-1'-3'2210,"0"-2"-1641,1 0 0,-1 1 0,-1-1 0,1 0 0,-1 1 1,0-1-1,0 1 0,0 0 0,0-1 0,-1 1 0,-3-4 1,4 6 692,-3 2-181,-4 1-850,0 0 0,0 1-1,1 0 1,-1 1 0,1-1-1,-1 2 1,1-1 0,-11 7-1,7-1-8,0-1-1,0 2 0,1 0 1,-18 19-1,15-13-131,-1 1 0,2 0 0,1 1 0,0 1 0,1 0 0,1 0 0,1 1 1,0 0-1,2 1 0,0 0 0,2 0 0,0 0 0,1 1 0,-1 29 0,5-40-83,0 0 0,1 1 0,0-1 0,1 1 0,1-1 1,-1 0-1,2 0 0,7 17 0,-9-24-21,-1-1 0,1 0 0,1 0 0,-1 1 0,0-1 0,1 0 0,-1-1 0,1 1 0,0 0 0,0-1 0,0 0 0,0 0 0,0 0 0,1 0 0,-1 0 0,1 0 0,-1-1 0,1 0 0,0 0 0,-1 0 0,1 0 0,0 0 0,0-1 0,0 0 0,0 1 0,-1-1 0,9-2 1,-2 1-2,0-1 1,0-1 0,0 0-1,0-1 1,0 1 0,-1-2-1,1 1 1,-1-2 0,0 1-1,-1-1 1,1 0 0,-1-1-1,-1 0 1,10-10 0,-11 9 81,0 1 1,0-1-1,-1-1 1,0 1-1,-1-1 1,0 0-1,0 0 1,-1 0-1,0 0 1,-1-1-1,0 1 0,0-1 1,0-16-1,12-44 1443,-13 67-559,1 6-628,4 8-200,0-1-1,0 2 1,-1-1-1,0 0 1,-1 1 0,-1 0-1,4 21 1,8 94 305,-6-4-355,-6 0 0,-5 0 1,-5 0-1,-29 150 0,32-253-79,-1 0 0,-1-1 0,-1 1 0,0-1 0,-1 0 0,-2-1 0,1 0 0,-2-1-1,-1 0 1,-16 20 0,19-27 0,-1-1-1,0 1 0,0-2 1,-1 1-1,0-2 0,0 1 0,-1-2 1,0 1-1,0-1 0,-1-1 1,1-1-1,-1 1 0,0-2 0,-1 0 1,1-1-1,-21 2 0,28-4 5,0 0 0,1 0 0,-1 0-1,1-1 1,-1 0 0,0 0 0,1-1-1,0 1 1,-8-4 0,11 4 1,0 0 0,0 0 0,0 0 0,1-1 0,-1 1 0,0-1-1,0 1 1,1-1 0,-1 1 0,1-1 0,0 0 0,-1 0 0,1 0 0,0 0 0,0 0 0,0 0 0,0 0 0,1 0 0,-1 0 0,0 0 0,1 0 0,-1 0 0,1-1 0,0 1 0,0 0 0,0-3 0,2-8-43,0 0 0,0-1 1,2 1-1,-1 1 0,2-1 1,0 0-1,9-16 0,55-87-529,-55 94 442,195-268-2081,-24 34-1034,-7 7-3140,-158 224 4544,27-27 1,4 6-5413,-35 34 1537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17.7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147 308 9085,'30'-24'7535,"-27"23"-7129,1 0-1,-1 0 1,0 1-1,1-1 1,-1 1-1,1 0 0,5 0 1,-5 1 93,-3-2-413,0 1 1,0-1 0,0 1 0,0-1-1,0 1 1,0-1 0,-1 1 0,1-1-1,0 0 1,0 1 0,0-1 0,-1 0-1,1 0 1,-1 0 0,1 0 0,0 1 0,-1-1-1,1 0 1,-1-1 0,2-1 181,65-61 3536,-67 63-3791,10-11 445,-1 0 1,12-20 0,-18 27-382,-1 0 0,0 0 0,0 0 1,-1 0-1,1-1 0,-1 1 1,0 0-1,0-1 0,-1 1 0,0 0 1,0-7-1,0 9-37,0 0-1,-1-1 1,1 1-1,-1 0 1,0 0 0,0 0-1,0-1 1,0 1-1,-1 0 1,1 1 0,-1-1-1,1 0 1,-1 0-1,0 1 1,0-1-1,0 1 1,-1-1 0,1 1-1,-1 0 1,1 0-1,-1 0 1,0 0 0,-4-2-1,3 3 32,0 0 0,1 0-1,-1 0 1,-1 0 0,1 1-1,0-1 1,0 1 0,0 0-1,0 0 1,0 1 0,0-1-1,0 1 1,0 0 0,0 0-1,0 0 1,0 1-1,0-1 1,1 1 0,-6 3-1,-8 6 26,0 1 0,1 1 0,0 0 0,0 1 0,2 1 0,0 0 0,1 1-1,0 1 1,1 0 0,1 1 0,1 0 0,1 0 0,0 1 0,1 0 0,1 1 0,1-1-1,1 2 1,0-1 0,-2 32 0,7-40-92,-1 0 0,2 0-1,-1 0 1,2-1 0,0 1 0,0 0 0,1-1 0,0 1-1,1-1 1,0 0 0,1 0 0,1 0 0,-1-1 0,1 0-1,1 0 1,0 0 0,1-1 0,-1 0 0,12 9-1,-2-3-101,0-2 0,0 0 0,1-1-1,1-1 1,0 0 0,0-2-1,1 0 1,0-1 0,36 9-1,-6-7-2017,0-1 1,76 3-1,29-11-8166,-59-5-1965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17.9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27 139 14633,'-26'-24'2585,"39"6"-209,4 3 1040,-4-6-2220,-3 3-320,20 12-660,17-9-728,-3 9-472,-1 0-636,1 3-528,-4-3-684,7 9-2253,0 15-4048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18.1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68 148 12949,'-67'-33'16170,"87"24"-16566,23-9-724,-12 3-649,2-12-1091,14 6 72,10 11-3205,7-5-5216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20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 1 11485,'1'2'138,"8"20"2066,-10-21-1988,0-1-1,0 0 0,0 0 0,-1 0 0,1 0 0,0 0 1,0 0-1,0-1 0,0 1 0,0 0 0,0 0 0,0-1 1,0 1-1,0-1 0,-6-3 5722,5 3-4732,0 1-1019,1-1 0,-1 0-1,0 1 1,0 0 0,1-1 0,-1 1-1,0 0 1,0 0 0,0 0 0,0 0-1,1 0 1,-1 0 0,0 0-1,-3 1 1,-2 33 369,1-1 0,1 1 0,2 0 0,3 62 0,0-68-562,2 5-884,1 0-1,2-1 0,10 38 0,-6-33-3534,7 75 0,-12-80-1162,8-1-3172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21.3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3 9765,'1'-1'113,"0"1"0,0 0 0,0-1 0,0 1 0,0 0 0,0 0 0,0 0 0,0 0 0,0 0 0,0 0 0,0 0-1,0 0 1,0 0 0,0 1 0,0-1 0,0 0 0,0 1 0,0-1 0,1 1 0,-16 15 2868,12-14-2721,0 0 1289,-5 78 2717,1-28-3473,-1 2-452,-2-1-1,-3 0 1,-2-1-1,-33 81 0,43-121-271,1 1-1,0 1 0,-2 22 0,2-16 17,3-18-85,0-1 1,-1 1-1,1 0 1,0 0-1,0-1 0,1 1 1,-1 0-1,0-1 1,0 1-1,1 0 0,-1-1 1,1 1-1,0 0 1,-1-1-1,1 1 0,0-1 1,0 1-1,0-1 1,0 0-1,0 1 1,0-1-1,0 0 0,1 0 1,-1 0-1,0 0 1,1 0-1,-1 0 0,1 0 1,-1 0-1,1 0 1,-1-1-1,1 1 0,0-1 1,-1 1-1,1-1 1,0 1-1,-1-1 1,1 0-1,0 0 0,3 0 1,7 0-109,0 0 1,0 0-1,0-1 1,14-3-1,-24 3 95,22-4-534,46-17 0,-19 6-143,11-5-698,0-1 0,109-58 0,8-31 1979,-96 63 3274,-81 46-2636,0 102 3470,10 51-2581,-1-76-1601,45 250-1785,-24-177-3511,-14-49-5023,-11-44-1835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21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85 14509,'10'-33'2345,"-7"18"2475,-6-3-5400,3 0-1228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23.6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15121,'0'0'1797,"0"18"-321,4 0 584,2 0-1340,1 3-100,-4 3-276,4 3-272,-4 0-536,7 22-592,-6-16-736,-11 0-664,0 0-2373,4-12-3800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23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14 109 8709,'-13'-61'2116,"19"40"-468,1 9-324,3-3 744,-3 33-8204,0-3-609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24.3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127 711 9401,'101'-97'8777,"-65"63"-7675,52-56 902,-78 78-1797,0-1-1,-1-1 1,0 1 0,-1-1-1,12-29 1,-13 20-24,-1 0-1,0 0 1,-2 0 0,0 0-1,-2-1 1,-1-26 0,-3-10 1690,-12-69 1,14 129-1854,0 0 0,0 0 0,0-1-1,-1 1 1,1 0 0,0 0 0,0 0 0,-1 0 0,1-1 0,0 1 0,0 0 0,-1 0 0,1 0 0,0 0 0,-1 0-1,1 0 1,0 0 0,0 0 0,-1 0 0,1 0 0,0 0 0,-1 0 0,1 0 0,0 0 0,-1 0 0,1 0-1,0 0 1,0 0 0,-1 0 0,1 0 0,0 0 0,-1 0 0,1 0 0,0 1 0,0-1 0,-1 0 0,1 0-1,0 1 1,-12 5 180,8-3-126,0 1 1,0-1-1,0 1 1,1 0-1,-1 0 1,1 0-1,0 1 1,0-1-1,1 1 0,-1-1 1,1 1-1,0 0 1,-2 9-1,-2 11 367,-6 44 1,5-17-52,-36 166 794,-134 823-442,170-976-743,-60 670 4,60-572-10,8 0 1,33 245-1,-29-374-344,2-1 0,18 56 0,-23-81 65,1 0 1,0 0-1,1-1 1,-1 0 0,2 1-1,-1-1 1,1-1-1,0 1 1,0-1 0,0 0-1,1 0 1,0 0-1,0-1 1,1 0 0,9 6-1,-15-11 213,1 1 0,-1-1-1,1 1 1,-1-1 0,1 0 0,0 1-1,-1-1 1,1 0 0,0 0 0,-1 0-1,1 0 1,0 0 0,-1-1 0,1 1-1,-1-1 1,1 1 0,0-1 0,-1 1-1,1-1 1,-1 0 0,1 1 0,-1-1-1,0 0 1,1 0 0,-1 0 0,0 0-1,0-1 1,0 1 0,0 0 0,1 0-1,-2-1 1,1 1 0,1-2 0,2-4-179,0 0 0,-1 0 0,0 0 1,0 0-1,3-13 0,-3 4-68,-1 0 1,0 0-1,-1 0 0,-1 0 1,-3-29-1,-18-83-765,17 106 925,-20-98 160,-4 1 0,-54-141-1,50 183 801,5-2-1,-20-88 1,44 155-758,1 0 0,1-1 0,0 1 0,0 0 0,1 0 0,1 0 0,0-1 0,1 1 0,0 0 0,1 0 0,0 0 0,0 1 0,9-18 0,-2 12-281,1 0 1,0 1-1,1 0 1,1 0-1,0 2 1,1 0 0,1 0-1,24-17 1,84-57-3816,-13 28-1615,1 12-2429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25.5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364 403 5973,'12'-38'2893,"9"-24"7484,-20 59-9392,-3 0-91,1 1-765,0 1 0,0-1 0,0 0 0,0 0 0,-1 1 0,1-1 0,0 1 0,-1-1 0,1 1 0,-1 0 0,0 0 0,1-1 0,-1 1 0,0 0 0,0 1 0,1-1 0,-1 0 0,0 0 0,0 1 0,0-1 0,-3 1 0,-1-1 65,0 1 0,-1 1 0,1 0 0,-1 0-1,1 0 1,-7 2 0,2 0-33,0 1 0,1 1 0,-1-1 0,1 2 0,-1-1 0,2 1 0,-1 1 0,1 0 0,0 0 0,-11 12 0,0 3 31,0 0 1,-27 43-1,29-33-709,2 0 0,1 1 0,2 0 0,1 2-1,-9 39 1,20-72 473,0 1 1,1-1-1,-1 0 0,0 1 0,1-1 0,-1 1 1,1-1-1,0 1 0,0-1 0,0 1 0,0-1 1,1 1-1,-1-1 0,0 1 0,1-1 0,0 1 1,0-1-1,0 0 0,0 1 0,0-1 0,0 0 1,2 3-1,5-4-115,200-52-264,-156 34 405,-1 3 0,2 3-1,0 1 1,80-3 0,77 23 18,-96-2 5,-45-5 172,133-11-1,-176 5-128,1-1 0,-1-2 0,0 0 0,0-2 0,-1-1 0,0-1 0,-1-1 0,25-15 0,-38 20 62,0-1-1,-1-1 0,0 0 1,0 0-1,-1-1 1,0-1-1,13-17 1,-19 22-48,0 0 0,0 0 0,-1 0 1,1-1-1,-1 1 0,-1-1 0,1 1 1,-1-1-1,0 0 0,0 1 0,-1-1 1,1 0-1,-1 0 0,0 0 0,-1 1 1,0-1-1,0 0 0,-3-9 0,3 11-40,0 1-1,-1-1 0,1 0 0,-1 1 0,0 0 0,0-1 0,0 1 1,-1 0-1,1 0 0,-1 0 0,1 0 0,-1 1 0,0-1 1,0 1-1,-6-3 0,2-1 36,4 5-46,1-1 0,-1 1 0,1-1 0,-1 1 0,0 0 0,1 0 0,-1 0 1,0 1-1,0-1 0,0 1 0,0-1 0,0 1 0,1 0 0,-1 0 0,0 0 0,0 1 0,0-1 1,0 1-1,0-1 0,0 1 0,-3 1 0,1 0 7,0 1 0,0-1 0,0 1 0,0 0 0,0 0 0,1 0 0,0 1 0,-1-1 0,-3 6 0,5-5-113,0 0-1,0 0 0,1 0 0,-1 0 0,1 1 0,0-1 0,0 1 0,1-1 0,-1 1 0,1 0 0,0 0 0,0 0 0,1 0 0,0-1 1,0 7-1,0-10 60,0 0 1,1 0 0,-1 0 0,0 0 0,1 0 0,-1-1 0,1 1 0,0 0-1,-1 0 1,1 0 0,0 0 0,-1-1 0,1 1 0,0 0 0,0-1 0,0 1-1,0 0 1,0-1 0,1 1 0,0 1-74,1 0 46,1 0 1,-1 0 0,0-1 0,1 1 0,-1-1 0,1 1 0,-1-1 0,1 0 0,0-1 0,0 1 0,-1-1 0,1 1 0,0-1 0,0 0-1,-1-1 1,1 1 0,0-1 0,0 1 0,-1-1 0,5-2 0,7-1-4,0-1 1,0-1-1,20-11 0,-24 11 233,-1-1 0,0-1 0,15-14 0,12-8 1256,-35 28-935,31-3 830,-32 5-1292,0 1 1,-1 0 0,1-1 0,-1 1-1,1 0 1,-1-1 0,1 1-1,-1 0 1,1 0 0,-1 0-1,0-1 1,1 1 0,-1 0 0,0 0-1,0 0 1,0 0 0,0 0-1,0 0 1,0 1 0,1-1 33,21 93-154,-3 1 1,-4 1-1,-5 0 0,-4 1 1,-4 0-1,-17 162 0,6-204-23,-2-1 0,-29 87 0,31-114 98,-2 0 0,0 0 1,-1-1-1,-2-1 0,-1 0 0,0-1 0,-2-1 0,-1 0 0,0-2 1,-29 27-1,30-35 28,0 0 1,0 0-1,-1-2 1,-1 0-1,0-1 1,0-1-1,-1-1 1,0 0-1,0-2 1,-1 0 0,0-2-1,0 0 1,-34 2-1,44-6 51,-1 0 0,1-1-1,-1 0 1,1 0 0,-1-1-1,1-1 1,0 0 0,-19-8 0,25 9-42,1 0 0,0 0 0,0-1 0,0 1 0,0-1 1,0 0-1,0 0 0,1 0 0,0-1 0,-1 1 0,1-1 1,0 0-1,1 0 0,-1 0 0,1 0 0,0 0 0,0 0 1,0-1-1,0 1 0,1-1 0,0 0 0,0 1 0,-1-7 0,2-2-24,0 0-1,1 1 0,1-1 0,0 0 0,0 1 1,2 0-1,-1-1 0,1 1 0,1 1 0,0-1 0,8-12 1,12-16-365,49-63 1,-31 47-18,64-79-1012,173-168 0,-52 63 196,-162 163 788,71-106 1,-108 136 535,-1-1 0,-3-1 1,-1-2-1,31-102 1,-54 147-9,0 1 1,0-1 0,0 0-1,-1 0 1,1 0 0,-2-11-1,0 14-9,1 1 1,0-1-1,-1 0 0,0 1 0,1-1 0,-1 1 1,0-1-1,0 1 0,-1 0 0,1-1 0,0 1 0,-1 0 1,1 0-1,-1 0 0,-2-3 0,2 4-7,0 1 0,0-1-1,0 0 1,0 1 0,0-1-1,0 1 1,0-1 0,0 1-1,0 0 1,0 0 0,0 0-1,0 0 1,0 0 0,0 1-1,0-1 1,1 1 0,-1-1-1,0 1 1,0 0 0,0-1-1,0 1 1,0 0 0,1 0-1,-1 0 1,0 1 0,1-1-1,-1 0 1,-1 3 0,-4 1 215,1 1-1,0 0 1,0 0 0,0 1 0,-8 12-1,10-10-211,-1 0 0,2 1 0,-1-1 0,1 1-1,1 0 1,0 0 0,0 0 0,1 0 0,0 0-1,1 0 1,0 0 0,1 0 0,0 1 0,0-1-1,1 0 1,0-1 0,1 1 0,0 0 0,1-1-1,0 1 1,0-1 0,1 0 0,0-1 0,9 13 0,-6-13-303,0 1 0,1-2 0,0 1 0,0-1 0,0 0 0,1-1 0,0 0 0,0-1 0,0 0 0,18 6 1,-5-3-723,1-2 0,0 0 0,0-1 0,25 1 0,109-5-9382,-69-6-653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26.2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768 22 7329,'-24'-21'8636,"21"25"-8232,1 0 0,-1 0-1,0 0 1,1 1-1,0-1 1,-3 9-1,-1 2 69,-2-2-84,0 0 1,-1 0-1,-1-1 1,0 0-1,-22 19 1,-9 10 369,-90 104 1273,-118 136-141,199-217-1490,2 2 1,-49 89-1,94-148-347,-1 0-1,1 0 0,0 0 1,0 1-1,1-1 1,0 1-1,-2 13 1,4-19-38,0 1 0,0-1 1,0 1-1,1 0 0,-1-1 1,1 1-1,-1-1 0,1 1 1,0-1-1,0 1 0,0-1 1,0 0-1,1 1 0,-1-1 1,0 0-1,1 0 0,0 0 1,-1 0-1,1 0 0,0 0 1,0-1-1,0 1 0,0-1 1,1 1-1,-1-1 0,4 2 1,14 5-117,-1-2 1,1 0 0,0-1-1,1-1 1,-1-1 0,1-1-1,38-1 1,-33 0-112,98 1-1885,156-19 0,-79-8-1891,-1-7-3282,-76 11-1586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35.6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1 163 6901,'0'0'14434,"0"-3"-13569,0 0-688,1-1 0,-1 1 0,1-1 0,0 1 0,0 0 0,0-1 0,0 1 0,1 0 0,-1-1 0,1 1 0,0 0 0,0 0 0,0 1 0,0-1 0,0 0 0,1 1 0,-1-1 0,1 1 0,0 0 0,0-1 0,0 1 0,5-2 0,18-5-127,-1 2 0,1 2-1,0 0 1,1 1 0,30 0-1,-10 1-246,297-24-4371,-114 11-4379,-96 5-926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0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920 121 5424,'-23'-28'1150,"19"23"1630,4 2-2666,-1 1-1,1-1 1,-1 1-1,1-1 0,-1 1 1,0-1-1,0 1 1,0 0-1,0-1 1,0 1-1,0 0 1,-1 0-1,1 0 0,-1 0 1,0 0-1,1 0 1,-4-2-1,0-1-1,0 1-1,-1 1 1,1-1-1,-1 1 1,-7-3-1,11 5 38,-2-1-206,-1 0 58,1 1-1,-1 0 0,1 0 0,-7-1 0,7 2 1236,0-2-283,-2 0-633,0 1 1,-1-1 0,1 1-1,-1 0 1,0 1 0,1 0-1,-1 0 1,1 0 0,-1 1-1,1 0 1,-1 0-1,1 1 1,-1 0 0,1 0-1,-10 5 1,-1-2 17,0 1 1,1 1-1,1 1 0,-1 0 0,1 1 0,0 0 0,-16 15 1,-10 16 503,1 2 1,3 1-1,1 2 1,2 1 0,-27 52-1,13-11 96,4 2 1,-34 102-1,51-111-658,4 0 0,3 1 0,4 2 1,3-1-1,4 2 0,3-1 0,9 132 0,4-138-546,2-1 0,4-1 0,4 0 0,2-1 0,4-1 0,3-1 0,3-1 0,56 98-1,-31-83-1202,4-1-1,3-3 1,127 128-1,-80-106-4295,234 173-1,-143-147-3729,-199-130 9484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38.7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0 253 12401,'18'-31'1400,"-11"20"-326,-1 1 0,-1-1 1,0 0-1,5-14 0,-6 14 318,0 0-1,1 0 0,1 0 0,10-16 0,13-11 464,-27 35-1285,-1 2-611,1-1 1,-1 1 0,0-1 0,0 1-1,1-1 1,-1 1 0,0 0-1,1 0 1,0 0 0,-1-1 0,1 2-1,-1-1 1,1 0 0,4-1 0,-3 5-310,-1 0 0,1 0 0,0 1 0,-1-1 0,1 1 0,-1 0 1,0-1-1,2 8 0,-1-5 546,-2-3 743,-24-43 897,-14 10 2559,37 34-3894,-3 27-467,0 0 1,-15 56-1,-2 11-37,13-55-39,2-12-199,1 0-1,1 0 1,2 34-1,6 37-6327,-3-36-2035,1-11-4998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39.0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12 14329,'3'-12'5435,"-19"24"79,13-10-4218,-3 4-1029,-1 0-1,1 1 0,0 0 0,0 0 0,1 0 0,0 1 0,0 0 0,1 0 0,0 0 0,0 0 0,1 1 0,0-1 0,1 1 0,0 0 0,-2 10 0,1-1-169,1 1-1,1-1 0,0 1 0,2-1 0,0 1 0,1-1 0,0 0 0,2 0 0,0 0 0,7 18 0,12 24 160,48 91-1,-2-8-86,-66-135-159,-1 0 1,0 0 0,0 0 0,-1 1 0,1-1 0,-2 0-1,1 0 1,-1 1 0,-1-1 0,1 0 0,-1 1 0,-1-1 0,0 0-1,0 0 1,0 0 0,-1 0 0,-7 13 0,6-13-323,-1 0-1,0-1 1,0 1 0,-1-1 0,0 0 0,0 0-1,-1-1 1,1 0 0,-1 0 0,-10 6 0,-26 11-4300,13-14-5675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39.2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 11397,'64'-9'1884,"-10"0"-344,6 6 761,4 3-1569,-14 0-476,10 0-732,4 3-865,-4-6-711,7 0-2048,3 9-3057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39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1437 1 15713,'-44'0'2813,"35"0"-394,11 3-96,135 219 6462,-9 8-7307,-88-147-1669,-3 1 0,-3 1 0,38 156 0,-58-174 191,-3-1 0,-3 1 0,-3 1 0,-3-1 0,-3 1 0,-3-1 0,-2 1 0,-4-1 0,-2-1 0,-4 0 0,-2-1 0,-53 123 0,31-106-198,-4-2 1,-4-2-1,-2-2 0,-118 134 0,76-114-1684,-4-5 0,-190 142 0,190-163 589,-345 238-5792,207-187 676,210-110 5312,-92 46-6167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0.7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48 14069,'0'9'2168,"-13"-30"-195,10 0-193,-1 6 2000,24 30-11565,17 15 3113,3 6-3657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0.9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386 127 11669,'-64'-6'2492,"34"-3"373,-3 0-117,-11-6-256,27 9-228,-13-3-380,0 3-451,0-6-269,3 6-344,4-3-464,2 3-620,1-12-2985,4 3 1469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2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31 11013,'7'-30'10436,"-9"33"-8554,-4 5-1369,2 1 0,-1-1-1,1 1 1,0 0-1,1 0 1,0 1-1,1-1 1,0 1-1,0-1 1,0 20-1,1 12 703,6 54-1,-2-61-629,0 19-402,43 565 481,28-3-727,-1-299-352,-5-111-4734,-68-204 5068,26 62-4164,-4-25-2923,6-5-5557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2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19 13089,'-34'-19'8584,"35"24"-8333,0 0-1,-1-1 1,2 1-1,-1 0 1,0-1-1,1 0 1,0 1-1,0-1 1,0 0-1,1 0 1,-1 0-1,5 5 1,37 38 448,-36-39-381,96 86 695,-76-72-913,0 2-1,-2 1 0,-1 1 0,41 55 1,-63-75-147,1 0 1,-1 0 0,0 0 0,-1 0-1,1 0 1,-1 1 0,-1-1 0,1 1 0,-1-1-1,0 1 1,-1-1 0,1 1 0,-1 0 0,-1-1-1,1 1 1,-1 0 0,0-1 0,-1 1 0,1-1-1,-1 1 1,-1-1 0,1 0 0,-1 0 0,0 0-1,0 0 1,-1 0 0,0-1 0,0 0 0,0 1-1,-1-2 1,1 1 0,-9 6 0,-41 34-2383,52-43 1967,-1 1 0,0-1 0,1 0 0,-1-1 1,0 1-1,0 0 0,0-1 0,-1 1 0,1-1 0,0 0 0,0 0 1,-1-1-1,-5 2 0,-10 2-4311,4 2-4507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3.3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18 10133,'2'-2'2037,"0"0"-1783,0 1-1,0-1 1,1 1-1,-1-1 1,1 1-1,-1 0 1,1 0-1,-1 0 1,1 0-1,0 0 1,-1 1-1,1-1 0,0 1 1,0 0-1,0 0 1,-1 0-1,1 0 1,0 0-1,0 1 1,-1-1-1,4 2 1,13 2 613,36 13 1,-38-11-611,46 14 226,-2 3 0,-1 2-1,-1 4 1,65 41 0,-111-60-426,0 1 0,15 15 0,2 1 28,-20-19 31,-1 1 1,0-1 0,13 19-1,-15-18 110,-5-7 545,0-10-417,6-17-166,37-112 336,-37 118-522,1 1 1,0 1-1,1-1 0,1 2 0,21-26 0,-10 12-22,-21 30 13,-1-1 1,1 1-1,0 0 1,0-1-1,0 1 1,0-1-1,0 1 1,-1 0-1,1 0 1,0 0-1,0 0 0,0-1 1,0 1-1,0 0 1,0 0-1,0 1 1,0-1-1,0 0 1,1 1-1,1-1-20,-1 0-34,1 0-1,0 1 1,-1-1 0,1 0-1,-1 1 1,1 0 0,-1 0 0,1 0-1,-1 0 1,1 0 0,-1 0-1,0 1 1,0-1 0,1 1 0,-1-1-1,0 1 1,0 0 0,-1 0-1,1 0 1,0 0 0,-1 0-1,1 0 1,-1 1 0,0-1 0,1 0-1,-1 1 1,0-1 0,-1 1-1,1-1 1,1 6 0,0 7-983,1 0 0,-2 0 0,0 0 1,-1 18-1,0-18-453,1 4-270,1-3-4316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3.4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1 158 3316,'13'-70'372,"-9"55"-968,2-12-324,14-18 244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3.9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0 298 4524,'2'0'521,"15"-1"-252,-9 4 1548,-5 4 4377,-9 0-3776,5-7-2257,0 1-1,0-1 0,1 1 0,-1-1 0,0 1 1,0-1-1,1 1 0,-1 0 0,1-1 0,-1 1 1,0 0-1,1 0 0,-1-1 0,1 1 0,0 0 1,-1 0-1,1 0 0,0 0 0,-1-1 1,1 3-1,22 19 691,-1 1 0,0 1 0,22 35 1,-41-56-497,21-9-50,-17 3-278,1-1 1,-1 0-1,0 0 0,0 0 1,0 0-1,-1-1 0,0 0 1,0 0-1,0-1 0,0 1 1,-1-1-1,5-9 0,20-21 95,-18 25-81,0-1 0,1 1 0,18-12 0,-26 21-20,0-1-1,1 0 0,-1 1 1,1 0-1,0 0 1,-1 1-1,1-1 0,0 1 1,0 0-1,0 0 0,0 1 1,0-1-1,0 1 0,0 0 1,6 1-1,-3 1-8,0 0 0,-1 0-1,1 0 1,-1 1 0,1 0 0,-1 1-1,0 0 1,0 0 0,-1 0-1,1 1 1,7 7 0,5 6 22,0 2 0,16 22 1,17 19-197,-49-57 102,0-1 1,1 0-1,-1 0 0,1 0 0,-1-1 0,1 1 1,0-1-1,0 0 0,0 0 0,7 2 0,-8-3 17,-1-1-1,1 0 0,0 0 0,0 0 1,-1 0-1,1 0 0,0 0 0,-1-1 0,1 1 1,0-1-1,-1 0 0,1 0 0,-1 0 1,1 0-1,-1 0 0,0 0 0,1-1 1,2-2-1,5-4-12,0 0 0,-1 0 1,-1-1-1,1 0 0,-1-1 1,-1 0-1,0 0 0,0 0 1,-1-1-1,-1 0 0,1-1 1,3-12-1,1-9 154,-2-1 1,9-68-1,12-42 671,-29 143-757,0 0 1,0-1-1,0 1 1,1 0-1,-1 0 1,0-1-1,1 1 1,-1 0-1,1 0 0,0 0 1,-1 0-1,1 0 1,0 0-1,0 0 1,0 0-1,-1 0 1,1 0-1,0 0 1,0 0-1,0 1 1,2-2-1,-2 2-11,0 0 0,1 0 0,-1 0 0,0 0 0,0 0 0,0 0 0,0 0 0,0 1-1,0-1 1,0 0 0,0 1 0,0-1 0,0 1 0,-1-1 0,1 1 0,0-1 0,0 1 0,0 0 0,0-1 0,0 2 0,5 4-100,-1 0-1,0 0 1,0 1 0,-1 0 0,5 7 0,45 75-3226,-13-31-5006,-21-31 199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4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37 317 11725,'-30'-33'2424,"24"18"-292,6-3-207,0-4-449,6 4-328,11-6-248,17 6-396,-4 0-428,10-6-640,7-3-892,3-6-816,7 0-3093,10-1-4304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4.2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218 0 13669,'-16'6'914,"0"-1"-1,0 2 1,1 0-1,-19 12 1,27-14-492,1-1 1,0 1 0,1 0-1,-1 1 1,1-1-1,0 1 1,1 0-1,-1 1 1,1-1-1,0 1 1,1 0 0,-4 8-1,-5 21 995,1 0-1,2 1 1,1 1-1,-5 74 1,13 152 512,3-220-1927,1-1 0,2 0 0,2 0-1,2-1 1,1 0 0,3 0 0,1-1 0,2-1 0,2-1 0,2 0 0,1-2 0,29 38 0,-19-34-208,1-2-1,2-1 1,76 64-1,-87-83-568,2-2 0,0 0 0,1-2 1,1 0-1,0-2 0,1-2 0,53 16 0,-48-20-1597,39 3 1,-2-4-3803,13 0-5667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2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7 115 11041,'-6'-48'2348,"6"29"-412,0-2 869,6 9-1905,4-3-520,10 21-884,17 15-744,-13 3-513,13 13-2883,-7 5-3625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8.5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31 100 9093,'-9'-30'2432,"7"24"-212,0-15 1793,1 18-3071,1-1 0,-1 1 1,0 0-1,0 0 1,0-1-1,-1 1 0,1 0 1,-4-6-1,0 2 1760,6 21-2075,1 0 0,0 0 1,1 0-1,1 0 1,8 23-1,8 29-565,19 215 76,-12-68-1688,-24-196 497,-1 0-1,-1 0 1,-1-1 0,-1 1 0,-2 19-1,-14 38-10352,13-58 761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8.7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0 404 12461,'20'-81'2068,"-6"72"-264,6-12-247,17-10-149,-7 7-428,10-6-188,7 3-160,10-3-124,13 0-112,11 6-12,-1 3-392,4-4-300,-1 7-528,8 3-500,-4 3-472,-7 6-376,-6 12-2665,-10 6-3828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9.2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9029,'0'0'7301,"2"3"-5984,114 285 2855,-81-196-3768,-6-8-188,25 57 102,-53-139-313,0 0 0,0-1 0,-1 1 0,2 0 0,-1-1 0,0 1 0,0-1 0,0 0 0,1 1 0,-1-1 0,1 0 0,-1 0 0,1 0 0,-1 0 0,1 0 0,0 0 0,-1 0 0,1 0 0,0-1 0,0 1 0,0-1 0,0 1 0,-1-1 0,1 0 0,0 0 0,0 0 0,0 0 0,0 0 0,0 0 0,0 0 0,-1-1 0,5 0 0,3-2 5,1-1 0,0 0 0,-1 0 0,16-11 0,-5 4-41,28-10 17,2 1 1,89-21-1,-109 35 9,1 1 0,0 1 0,0 2 0,0 1 0,60 6 0,119 33 8,-205-37-1,9 3 1,0-1 0,1-1 0,-1-1 0,0 0 0,26-2 0,-35 1-3,0-1 1,0-1-1,0 1 0,0-1 1,0 1-1,0-1 1,0-1-1,-1 1 0,1-1 1,-1 0-1,0 0 0,0 0 1,0 0-1,0-1 1,0 0-1,-1 0 0,1 0 1,4-8-1,2-3 122,-1-1 0,0-1 0,-1 0-1,-1 0 1,0 0 0,-2-1 0,6-28 0,-5 27 163,-4 10 1367,-13 15-514,8-3-1038,-1 1 0,1 0 1,1 0-1,-1 0 0,1 0 0,-1 0 1,1 1-1,0-1 0,1 1 1,-1-1-1,1 1 0,0 0 0,0-1 1,0 1-1,1 0 0,-1 6 1,1-2-23,0-1 0,0 1 0,1 0 0,0 0 0,0-1 0,1 1 0,0-1 0,5 12 0,-5-15-112,1 0 0,0 0 1,0 0-1,0 0 0,0-1 0,1 1 0,0-1 0,0 0 0,0 0 0,1-1 0,-1 1 0,1-1 0,8 5 0,-4-4-205,-1-1-1,1 0 1,0 0-1,-1-1 1,1 0-1,0-1 0,18 1 1,6-3-2694,-1-1 0,1-2 0,56-14 0,-78 15 1558,56-14-9500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49.8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37 12569,'-44'-30'2821,"35"24"2270,8 8-3061,-1 2-1406,1 1 0,-1-1 0,1 0 0,0 1-1,1-1 1,-1 1 0,1 7 0,1 5 205,1 0 0,5 22 0,-1-8 192,74 684 632,-60-478-1549,-18-214-83,42 321-2962,-43-341 2828,29 130-4094,-4-49-3700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0.0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19 11149,'31'-17'3404,"-28"16"-1875,2 1-155,18 2-861,0 1 0,0 0 0,0 2 1,0 1-1,-1 1 0,0 1 0,0 1 1,0 1-1,35 22 0,-54-31-461,-1 0 0,0 0-1,0 1 1,0-1 0,0 1 0,0-1 0,0 1-1,0-1 1,-1 1 0,1 0 0,0 0-1,-1 0 1,0 0 0,1 0 0,-1 0 0,0 0-1,0 1 1,0-1 0,0 0 0,-1 1-1,1-1 1,-1 0 0,1 1 0,-1-1 0,0 1-1,0-1 1,0 1 0,0-1 0,0 1-1,0-1 1,-2 5 0,-1 0 35,-1 1 1,1-1-1,-1 0 1,-1-1-1,1 1 0,-1-1 1,-1 0-1,-7 7 1,-46 50-918,23-24-2737,34-37 1602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0.2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104 25 6089,'-10'1'2085,"9"-1"-1646,0 0 0,1 0 1,-1 0-1,0 0 0,0 0 1,1 0-1,-1 0 1,0-1-1,0 1 0,1 0 1,-1 0-1,0-1 0,1 1 1,-1-1-1,0 1 0,1-1 1,-1 1-1,1-1 0,-1 1 1,1-1-1,-1 1 0,1-1 1,-1 0-1,0 0 0,-2-15-662,-14 28 1189,12-8-867,1 0-1,-1 0 1,1 1-1,0 0 1,0 0-1,0 0 0,0 0 1,1 0-1,0 1 1,0 0-1,1 0 1,0-1-1,0 1 0,0 1 1,1-1-1,-1 0 1,0 12-1,2-1-18,0-1 1,0 0-1,2 0 0,0 0 1,8 30-1,-7-36-138,0-1 0,1 1-1,0-1 1,0 0 0,1 0 0,0-1-1,1 1 1,0-1 0,0 0 0,1-1 0,0 0-1,11 9 1,-5-5-760,1-1 1,17 9-1,33 13-5190,-56-30 2015,17 1-1966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0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1 113 6109,'1'-10'631,"1"0"1,0 0 0,1 0 0,4-10 0,-6 17 964,-1-31 2157,2 33-3635,-1 0 1,0-1 0,0 1-1,1 0 1,-1 0 0,0 0-1,1 0 1,0 0-1,-1 0 1,1 0 0,-1 1-1,1-1 1,0 0 0,-1 1-1,1-1 1,0 1 0,0 0-1,2-1 1,3 2-24,-1 0 1,0 1-1,0-1 1,0 1-1,0 1 0,0-1 1,0 1-1,-1 0 1,1 0-1,-1 0 0,0 1 1,0 0-1,0 0 1,7 7-1,4 5 80,-1 1 1,22 33-1,-31-40-17,-1 0-1,0 0 0,-1 1 0,0 0 0,-1 0 0,0 0 0,-1 0 0,0 1 0,-1-1 0,0 18 1,-1-26 300,0 15 445,3-3-390,3-28-10,8-12-738,9-4-1427,41-39-1,1 6-4115,-46 43 2856,18-18-4768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1.2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21 7321,'-2'-2'2095,"-13"-12"1429,15 14-3420,0 0-1,0-1 1,0 1-1,0 0 1,0 0 0,0 0-1,0-1 1,0 1 0,0 0-1,0 0 1,1 0-1,-1-1 1,0 1 0,0 0-1,0 0 1,0 0 0,0 0-1,1-1 1,-1 1-1,0 0 1,0 0 0,0 0-1,1 0 1,-1 0-1,0 0 1,0 0 0,1 0-1,-1 0 1,0 0 0,0-1-1,0 1 1,1 0-1,-1 0 1,0 0 0,0 0-1,1 1 1,-1-1 0,0 0-1,0 0 1,0 0-1,1 0 1,-1 0 0,26 4 3223,-7 2-4178,-3 3 1000,0 0 0,0 1 0,-1 1 0,0 0 0,-1 1-1,0 1 1,-1 0 0,20 26 0,-26-29-119,-1-1-1,-1 0 1,0 1 0,0 0 0,-1 0-1,0 1 1,0-1 0,-1 1-1,-1 0 1,0 0 0,0 0-1,-1 0 1,-1 16 0,-1-3 6,-1 1 1,-1-1 0,-1 0-1,-1 0 1,-8 23-1,12-45-14,1 1 0,-1-1 0,1 1 0,-1-1 0,1 1 0,0 0 0,0-1 0,1 6 0,0 3 62,16-17-11,-8 0-44,1 0 0,-1 0 0,0-1 0,0 0 1,-1-1-1,8-8 0,12-11 46,2 1-10,-17 13-3,2 1 0,-1 1 0,28-16 0,-35 23-42,0 1 1,0 0-1,1 0 0,-1 1 0,1 0 1,0 1-1,-1 0 0,1 0 0,0 0 1,0 1-1,0 0 0,10 2 0,110 23 159,-97-16-107,1-2 0,1-2 0,-1 0 0,57-1-1,-73-8 60,18-9-75,-34 12-56,0-1 0,0 0 1,0 1-1,0-1 1,0 1-1,-1-1 1,1 0-1,-1 1 1,0-1-1,1 1 0,-2-3 1,0 1 2,1 0 0,-1 0 1,1 0-1,-1 1 0,0-1 0,0 0 1,0 1-1,-1 0 0,1-1 1,0 1-1,-1 0 0,0 0 0,1 0 1,-1 1-1,0-1 0,-4-1 0,-59-20-40,11 5 140,50 16-144,0-1 1,-1 0-1,1 0 0,0 0 1,0 0-1,1-1 0,-1 0 0,1 0 1,0 0-1,0-1 0,0 1 1,-5-9-1,9 9 7,-1 0 0,1 1 1,0-1-1,0 0 0,1 0 0,-1 1 1,1-1-1,-1 0 0,3-5 0,1 2 4,0 1 0,1 0 0,-1 0 0,1 0 0,0 1 0,11-10 0,-1 1-4,-13 12 36,1-1 1,-1 1 0,0 0 0,1 0-1,0 0 1,0 1 0,-1-1-1,1 0 1,0 1 0,0 0-1,0 0 1,0 0 0,1 0-1,-1 0 1,0 1 0,0-1-1,1 1 1,-1 0 0,0 0 0,0 0-1,1 0 1,-1 1 0,0-1-1,0 1 1,0 0 0,5 2-1,-2 0 7,0 0-1,0 0 1,-1 0 0,1 1-1,-1 0 1,0 0-1,0 0 1,-1 1-1,1 0 1,-1-1 0,0 2-1,5 7 1,9 18 40,-1-3 51,30 41 0,-46-67 405,4-3-204,10-4-191,-9 4-70,1-1 0,-1 0 0,0 0 0,1-1 0,-1 0 0,6-4 0,50-38 386,-40 27 10,1 1-1,1 1 1,31-15-1,-47 27-489,-1 1 0,1 0 0,0 0 1,0 1-1,1 0 0,-1 0 0,0 1 0,1 0 1,-1 1-1,0 0 0,1 0 0,-1 1 0,1 0 1,-1 0-1,13 4 0,33 16-2636,-15-1-3516,-2 0-7647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1.7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 12237,'0'0'6821,"6"-18"-6753,1 3-320,13 15-15638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2.3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0 14141,'1'3'235,"-1"-1"0,1 1 0,-1-1 0,0 1 0,1-1 0,-1 1 0,-1-1 0,1 1 0,0-1 0,0 1 0,-1-1 0,0 1 0,1-1-1,-1 0 1,0 1 0,0-1 0,0 0 0,-1 0 0,1 1 0,0-1 0,-1 0 0,0 0 0,1-1 0,-1 1 0,0 0 0,0-1 0,0 1 0,-3 1 0,2 0 407,-1 0 0,1 1 0,0-1 0,0 1 0,0-1 0,0 1 0,0 0 0,-2 5 0,-1 0-106,6-1 397,2 2-814,0 0 0,1 0 0,1 0 0,0-1 0,0 1 0,0-1 0,2 0 0,-1 0 0,1 0 0,0-1 0,12 13 0,-7-11-976,1-1 0,0 0 0,1 0 0,23 11 0,28 8-10460,-33-16 273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2.7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6 342 8917,'-5'-57'10863,"5"47"-10227,1 1 1,0 0-1,1 0 1,0 0-1,0 0 1,1 0-1,6-12 1,-2 4-178,1 1 1,1-1 0,0 1 0,2 1-1,-1 0 1,19-19 0,-23 27-338,1 1 1,0 0-1,0 0 0,1 0 1,0 1-1,0 0 1,0 0-1,0 1 1,1 0-1,0 1 0,0 0 1,0 0-1,0 1 1,18-2-1,-16 4-46,0 0-1,1 1 1,-2 0-1,1 1 1,0 0-1,0 1 1,0 0-1,-1 1 1,0 0 0,0 1-1,0 0 1,0 0-1,-1 1 1,0 0-1,0 1 1,15 14-1,-8-5-22,0 1 0,-1 0-1,-1 1 1,-1 1 0,-1 0-1,0 1 1,10 24 0,-15-28-112,-1 0 1,-1 0-1,0 1 1,-2-1-1,1 1 1,-2 0 0,0 0-1,-1 0 1,-1 0-1,-1 0 1,0 0 0,-1 0-1,-6 25 1,4-29-499,-1 1-1,0-1 1,0 0 0,-2-1 0,1 1 0,-1-1 0,-1 0-1,-1-1 1,1 0 0,-2 0 0,1-1 0,-1 0 0,-1 0-1,0-2 1,0 1 0,-23 12 0,-42 18-6366,-9 3-4512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3.3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56 138 9365,'8'-27'2319,"-6"24"-1924,-1 1-1,0-1 1,0 1 0,0-1-1,-1 0 1,1 1-1,0-1 1,-1 0 0,0 0-1,0 1 1,0-1-1,0 0 1,0 0 0,0 1-1,-1-1 1,1 0-1,-1 1 1,0-1 0,0 0-1,0 1 1,0-1-1,0 1 1,-1-1 0,-1-2-1,-6-8 1808,7 11-86,1-1-254,-1-5-1518,-5-7 2807,6 15-3109,1 0 0,0 0-1,-1 0 1,1 0 0,-1 0-1,1 0 1,-1 0 0,1 0 0,-1 0-1,1 0 1,-1 0 0,1 0-1,0 0 1,-1 0 0,1 1-1,-1-1 1,1 0 0,-1 0-1,1 0 1,0 1 0,-1-1 0,1 0-1,0 1 1,-1-1 0,1 0-1,0 1 1,-1-1 0,1 0-1,0 1 1,0-1 0,-1 1 0,1-1-1,0 0 1,0 1 0,0-1-1,-1 1 1,-1 4-42,-1 0 0,1 0 0,0 0 0,0 1 0,0-1 0,1 0 0,0 1 0,-1 7 0,-2 52 0,3-36 0,-1-1-311,3 41-1,6-4-7552,-3-41-50,-1 3-5468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3.4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 11881,'0'0'1672,"14"-6"-328,6 6 321,-3 3-1717,-4 6-757,7-3-603,4 3-872,-4 0-1232,10 18-1989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3.7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31 240 6473,'-7'8'1051,"-11"15"-199,13-6 6839,5-15-7502,0-1 0,-1 0 0,1 0 0,0 0 0,1 0 0,-1 0 0,0 1 0,0-1 0,0 0-1,1 0 1,-1 0 0,0 0 0,1 0 0,-1 0 0,1 0 0,-1 0 0,1 0 0,1 2-1,-1-3-44,-1 0-1,1 0 0,-1 0 0,1 0 0,-1 0 0,1 0 0,-1 0 0,1 0 0,-1 0 0,1 0 1,-1 0-1,1 0 0,-1 0 0,1 0 0,-1 0 0,1-1 0,-1 1 0,1 0 0,-1 0 0,1-1 0,-1 1 1,1 0-1,-1 0 0,0-1 0,1 1 0,-1-1 0,1 0 0,1-1 52,0 0-1,0 0 0,0-1 1,-1 1-1,1-1 1,-1 1-1,1-1 1,-1 1-1,0-1 1,0 0-1,0 0 0,0 0 1,-1 0-1,1-3 1,0-11 19,1 0-1,1 0 1,1 0 0,0 0 0,1 0 0,1 1-1,0 0 1,1 0 0,1 0 0,1 1 0,0 1 0,11-15-1,-18 26-180,0 0 0,0 0 0,0 0 0,1 1 0,-1-1 0,1 1-1,-1 0 1,1-1 0,0 1 0,0 0 0,0 1 0,0-1 0,0 0 0,0 1-1,1 0 1,-1 0 0,0 0 0,1 0 0,-1 0 0,1 1 0,-1-1-1,0 1 1,1 0 0,-1 0 0,1 1 0,6 0 0,-4 1-5,0 0 0,0 1 1,0 0-1,0 0 0,-1 0 0,1 0 0,-1 1 1,0 0-1,0 0 0,0 1 0,-1-1 1,1 1-1,5 9 0,0 2-42,0 1 1,-1 1-1,-2-1 0,1 1 0,6 28 1,1 1-416,-1-10-1319,13 63 0,-24-84 507,-1-1-1,-1 0 1,0 1 0,-2 17 0,-3 3-5351,5-11-4261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4.0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13 474 13829,'-1'-2'235,"-1"0"0,1 0 0,0 0 0,-1-1 0,1 1 0,0-1 0,0 1 0,1 0 0,-1-1 0,0 1 0,1-1 0,0 0 0,0 1 0,-1-1 0,1 1 0,1-1 0,-1 0 0,0 1 0,1-1 0,-1 1 0,1-1 0,0 1 0,0-1 0,2-3 0,-2 0 39,6-40 2764,-7 40-2726,0 0-1,1 0 0,0 0 0,0 0 1,0 1-1,0-1 0,1 0 0,3-7 1,120-191 3258,-92 153-3224,-31 48-323,0 0 1,0-1-1,0 1 0,1 0 0,-1 0 1,1 1-1,0-1 0,-1 1 0,1-1 1,1 1-1,-1 0 0,0 0 0,7-3 1,-8 4-18,1 1 0,0 0 1,-1 0-1,1 0 1,-1 0-1,1 0 1,-1 0-1,1 1 1,-1-1-1,1 1 0,-1 0 1,1 0-1,-1 0 1,0 0-1,1 0 1,-1 0-1,0 0 0,0 1 1,0-1-1,4 5 1,10 7 41,-1 2 0,0 0 1,-2 1-1,0 0 0,0 1 0,-1 0 0,-2 1 1,1 0-1,-2 1 0,10 29 0,-13-32-49,-2-1 0,0 1 0,0-1 0,-2 1-1,0 0 1,0 0 0,-2 0 0,0 0 0,-1 0-1,0 0 1,-1 0 0,-1 0 0,-1 0 0,-8 23-1,-26 52-2100,11-30-2729,24-47 3037,-1 0-1357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5.0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61 844 10285,'-6'7'712,"0"0"0,0 1-1,1 0 1,0 0 0,0 0 0,1 1-1,0 0 1,0 0 0,1 0 0,-2 10 0,2-5-241,1 0 1,1 0-1,0 0 1,1 0 0,0 0-1,5 24 1,-3-25-348,1 0 0,1-1-1,0 1 1,0-1 0,1 0 0,1-1 0,0 1-1,1-1 1,0 0 0,11 13 0,-12-17-155,1 1 0,0-1 0,0-1 0,1 1 1,0-1-1,0-1 0,0 1 0,0-2 0,1 1 0,0-1 0,0 0 0,0-1 0,1 0 1,14 3-1,-11-4-118,1-1 0,0 0 1,0-1-1,-1 0 0,1-1 1,0 0-1,-1-2 0,1 1 1,-1-2-1,0 0 0,0 0 1,0-1-1,0-1 0,-1 0 1,0 0-1,0-2 0,-1 1 0,0-2 1,0 1-1,-1-1 0,0-1 1,0 0-1,-1 0 0,-1-1 1,9-13-1,17-33 913,-3-1 0,-2-1 0,23-69 0,-47 117-568,-4 7-149,0 1 1,1 0-1,0 0 0,0-1 0,0 1 0,0 1 0,0-1 0,0 0 1,1 0-1,-1 1 0,1-1 0,4-2 0,-4 6-33,0-1 1,-1 1-1,1 0 0,-1 0 1,1 0-1,-1 0 1,0 1-1,1-1 0,-1 0 1,0 1-1,0 0 0,2 2 1,-1-2-68,0 0 1,-1 1-1,1 0 1,-1 0-1,0-1 0,0 1 1,0 0-1,0 1 1,0-1-1,-1 0 1,1 1-1,0 4 1,2 2-110,-3-7-66,-1-2-64,1 0 294,-1 0 1,0 0-1,1-1 1,-1 1-1,0 0 0,1 0 1,-1 0-1,1 0 1,-1-1-1,1 1 1,0 0-1,-1 0 1,1-1-1,0 1 0,-1-1 1,1 1-1,0-1 1,0 1-1,0-1 1,0 1-1,-1-1 1,1 1-1,0-1 1,0 0-1,0 0 0,0 1 1,2-1-1,27 3 746,-11-2-562,1 1 1,25 5-1,28 4 6,-3-1-89,-43-5-56,0-1 0,54 1 0,-7-6 278,-51 2-47,-8 0 157,1 1 0,-1 1 0,0 0 0,0 1 0,-1 1 0,21 9 1,-15-6-36,1-1 1,27 5-1,-38-10-348,19 4 146,1-2 0,37 1-1,-57-5-280,0 0-1,-1-1 0,1 0 0,-1-1 0,0 0 0,1 0 0,-1-1 0,0-1 0,-1 1 1,1-1-1,11-8 0,-19 12 34,0-1 0,1 0 0,-1 1 0,0-1 0,0 0 0,-1 0 0,1 0 0,0 0 0,0 0 1,0 0-1,-1 0 0,1 0 0,0 0 0,-1 0 0,1 0 0,-1-1 0,1 1 0,-1 0 0,1-2 0,-1 1-23,0-1 1,-1 1-1,1-1 0,0 0 0,-1 1 1,0-1-1,1 1 0,-1 0 0,-2-5 1,-1 2-22,1-1 1,-1 1-1,0 0 1,0 1 0,-1-1-1,1 1 1,-1-1-1,0 1 1,0 1-1,-1-1 1,-7-4-1,5 4 49,1-1 0,-1 0 0,1 0-1,1-1 1,-9-9 0,11 11 10,0-1 1,1 0-1,-1 0 0,1 0 1,0 0-1,1-1 1,0 1-1,-1-1 0,2 0 1,-4-11-1,5 13 14,0 0 0,0 0 0,1-1 0,-1 1 0,1 0 0,0 0 1,0 0-1,0 0 0,0 0 0,1 0 0,-1 0 0,1 0 0,0 0 0,1 1 0,-1-1 0,5-5 0,4-2-10,0 0 0,1 0-1,0 2 1,0-1 0,1 2 0,0-1-1,0 2 1,1 0 0,0 0-1,24-7 1,-36 14 41,-1 0 1,0 0-1,0 0 1,0 0-1,1 0 0,-1 0 1,0 0-1,0 1 0,0-1 1,0 0-1,1 1 0,-1-1 1,0 0-1,0 1 0,0 0 1,0-1-1,1 2 1,3 1 33,2 0 3,-1 0 0,0 0 0,0 1 0,0 0 0,0 1 0,-1-1-1,0 1 1,8 9 0,35 47 569,-38-47-522,-6-10-66,0 0-1,1 0 1,0 0 0,-1-1-1,1 1 1,0-1 0,1 0 0,-1 0-1,1-1 1,-1 0 0,1 0-1,6 1 1,4 3 12,4 2-124,0-1 0,1-1 0,25 4 0,-39-9 27,0 0-1,1 0 0,-1-1 0,0 0 0,0 0 0,0-1 0,0 0 0,0 0 0,0-1 0,0 1 1,0-2-1,0 1 0,6-4 0,-12 5 50,0 1-1,0-1 1,0 0 0,0 1-1,0-1 1,0 0 0,0 0 0,-1 0-1,1 0 1,0 1 0,-1-1-1,1 0 1,0 0 0,-1 0-1,0-1 1,1 1 0,-1 0 0,1 0-1,-1 0 1,0 0 0,0 0-1,0 0 1,0-1 0,0 1 0,0 0-1,0 0 1,0 0 0,0 0-1,0 0 1,-1-1 0,1 1-1,0 0 1,-1 0 0,1 0 0,-1 0-1,1 0 1,-1 0 0,0 0-1,0-1 1,-5-7 86,-1 1 0,1-1 1,-13-11-1,6 6 136,3 3-121,3 3 17,-1 0 0,2-1 0,-1 0 0,-9-18 0,15 23-114,-1-1 1,1 0-1,-1 1 1,2-1-1,-1 0 1,0 0-1,1 1 1,0-1-1,0 0 1,0 0-1,1 0 1,-1 0-1,1 1 1,2-8-1,5-10-421,0-1-1,1 2 0,2-1 0,0 1 1,1 1-1,16-21 0,98-109-5827,-56 69 4311,-62 71 2471,-1-1 0,0 0 0,9-22 0,3-4 2020,-18 36-2340,-1 0 1,1-1 0,-1 1 0,1 0-1,0 0 1,-1 0 0,1-1 0,0 1-1,0 0 1,0 0 0,-1 0 0,1 0-1,0 0 1,1 1 0,-1-1 0,0 0-1,0 0 1,2 0 0,0 24 4058,-3-4-3946,1 131 4637,-15 76-3854,-32 87-1105,34-236 25,9-52-701,-1-1 0,-1 0 0,-13 36 0,-5-8-2472,0 0-5623,3-1-6414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5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204 4 17810,'0'0'70,"0"0"0,1 0 1,-1 0-1,0-1 1,0 1-1,0 0 0,0 0 1,0 0-1,0 0 0,0-1 1,1 1-1,-1 0 1,0 0-1,0 0 0,0 0 1,0 0-1,1-1 0,-1 1 1,0 0-1,0 0 1,0 0-1,0 0 0,1 0 1,-1 0-1,0 0 0,0 0 1,1 0-1,-1 0 1,0 0-1,0 0 0,0 0 1,1 0-1,-1 0 0,0 0 1,0 0-1,0 0 1,1 0-1,-1 0 0,0 0 1,0 0-1,0 0 0,1 0 1,-1 1-1,0-1 1,0 0-1,0 0 0,0 0 1,1 0-1,-1 1 1,13 15 2314,15 39 648,-16-30-1328,61 110 2357,108 203-3809,-139-255-253,43 114 0,-72-158 0,-2 0 0,-1 1 0,-2 1 0,-1-1 0,1 62 0,-8-69 10,-2 1 0,-1-1 0,-2 0 0,-1 0-1,-1 0 1,-2-1 0,-1 0 0,-2-1 0,-22 44 0,13-39-648,-1 0 1,-2-1 0,-1-2-1,-2 0 1,-1-2-1,-1-1 1,-38 30 0,-75 48-4667,44-43-1102,-35 12-6667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5.6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45 13873,'-20'0'3685,"10"-24"-4641,0 3-1041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7.5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71 585 8969,'-9'-4'693,"-12"-1"11162,23 3-11007,17-12-265,1 0 0,0 2 0,0 0 0,1 1 0,38-14-1,21-11-268,-23 9-146,-38 20-124,-1-1 1,0-1 0,0-1-1,-1-1 1,-1 0 0,0-1-1,28-27 1,-40 36-51,-1-1 1,0 0-1,0 0 1,0-1-1,0 1 0,-1 0 1,1-1-1,-1 0 0,0 1 1,-1-1-1,2-8 0,-2 7-1,-1 1 0,-1-1 0,1 0 0,-1 1 0,0-1 0,0 1 0,0-1 0,-1 1 0,0 0 0,-4-8 0,2 5 17,-39-82-79,37 80 52,0 1 0,-1 0-1,1 0 1,-2 1 0,1-1-1,-1 2 1,-11-9-1,16 14 23,0 1-1,1-1 0,-1 1 1,0-1-1,-1 1 0,1 0 0,0 0 1,0 1-1,0-1 0,-1 1 1,1-1-1,0 1 0,0 0 0,-1 0 1,1 1-1,0-1 0,-1 0 0,1 1 1,-5 2-1,0 0 71,0 0-1,0 0 1,0 1-1,0 1 1,1-1-1,-13 11 1,-8 9 195,1 1 0,2 1 1,0 1-1,2 2 0,1 0 0,-31 54 1,42-63-198,1 1 1,1-1 0,0 1-1,2 1 1,1 0-1,0 0 1,2 0 0,0 0-1,2 1 1,0-1 0,2 1-1,2 26 1,0-38-49,0-1 0,0 1 0,1 0 0,0-1 0,1 0 0,0 1 0,1-2 1,0 1-1,0 0 0,1-1 0,12 14 0,-8-12-76,1 0-1,1-1 1,-1 0 0,2 0-1,-1-2 1,1 1 0,21 9-1,-1-5-366,0 0-1,1-3 0,0 0 0,1-2 0,0-2 1,48 3-1,-42-8-559,0 0 0,0-3 0,0-2 0,0-1 0,61-17 0,-48 7-4191,85-37 0,-81 25-2415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7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28 14017,'-30'-27'13043,"31"42"-11920,1 1 1,0 0 0,1-1 0,9 29-1,28 60-1220,-29-76 283,21 49-186,69 186 0,-60-147-793,16 55-7133,-37-96 47,0-2-5306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8.1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87 270 13813,'-6'-13'462,"4"10"485,-1 0 1,0 0-1,1 0 0,-1 1 0,0-1 1,-1 1-1,1-1 0,0 1 1,-1 0-1,1 1 0,-6-3 0,6 2-756,1 0 0,0 0 0,-1 0 0,1 0-1,0 0 1,0 0 0,0 0 0,0-1 0,1 1-1,-1-1 1,1 1 0,-1-1 0,1 0 0,0 0 0,0 1-1,0-1 1,0-5 0,-2-3 171,2 0 1,-1 0-1,1-15 1,10-79 1877,-8 93-2240,3 10 0,5 13 0,-8-9 0,6 9 0,0-1 0,-1 1 0,0 0 0,-1 1 0,0-1 0,-1 1 0,3 16 0,15 95 0,-16-86 0,17 84 0,-10-64 0,5 63 0,-7-60-167,-6-35-4404,-1-1-9075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8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21 11637,'-13'-6'1916,"19"-9"1925,1 36-4021,3-3-745,4-3-743,9 12-2544,-3 1-3213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8:58.7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79 341 11229,'18'-142'8727,"-13"119"-7391,-4 17-968,0 0 0,0 0-1,0 0 1,0 0-1,-1 0 1,-1-7 0,-5-110 4009,6 119-3145,1 10-929,10 72 349,2 149 1,-12-164-465,-16 560 883,4 90-646,11-709-430,14 151-29,-11-133-123,1-1-1,1 0 1,1 0-1,17 39 0,-23-58 105,1-1 0,0 1-1,0-1 1,0 1 0,0-1-1,0 1 1,0-1 0,0 1-1,0-1 1,1 0 0,-1 0-1,0 0 1,1 0 0,-1 0-1,1 0 1,0 0-1,-1 0 1,1 0 0,-1-1-1,1 1 1,3 0 0,-2-1-2,0 0 0,0 0 0,-1 0 0,1-1 0,0 1 1,0-1-1,0 0 0,-1 0 0,1 0 0,0 0 0,-1 0 0,4-2 0,3-3-108,-1 0 0,0 0-1,-1 0 1,1-1 0,-1 0-1,11-15 1,-7 7-27,-1 0 0,-1-1 1,0 0-1,-1-1 0,-1 0 0,0 0 1,-2-1-1,0 0 0,0 0 0,-2 0 1,0 0-1,-2-1 0,0 1 0,0 0 1,-2-1-1,0 1 0,-2-1 0,0 1 0,-1 0 1,-7-21-1,5 23 128,0 0-1,-2 0 1,0 0 0,-1 1-1,0 1 1,-1-1 0,-13-13-1,-90-84 88,74 77 227,-60-49 285,98 83-546,-1-1 1,0 1-1,0-1 0,1 0 0,-1 1 0,1-1 0,0 0 0,-1 0 0,1 0 0,0 0 1,0 0-1,0 0 0,0 0 0,1-1 0,-1 1 0,1 0 0,-1 0 0,1-1 0,0 1 1,0 0-1,0-1 0,0 1 0,0 0 0,0-1 0,1 1 0,-1 0 0,1 0 0,-1-1 1,1 1-1,0 0 0,0 0 0,0 0 0,0 0 0,0 0 0,4-3 0,2-4-199,0 1 0,1 0 0,0 1 0,0 0 0,19-12 0,173-100-5120,-59 49-1276,-16 15-2152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0.0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562 773 10185,'0'0'2255,"1"-3"-224,2-2-1123,-1 1 0,-1-1 1,1 0-1,-1 0 0,0 0 0,0-1 1,0-5-1,-6-25 973,2 29-1594,-5-28 1072,-2 20-1040,-5-4 86,11 11-351,1-1 1,0 1 0,1-1 0,-1 0 0,2 0-1,-1 0 1,1 0 0,1 0 0,0 0-1,0-1 1,1 1 0,0 0 0,2-10-1,19-62 54,4-24-19,-25 104-89,-1-1-1,1 1 0,-1 0 1,0 0-1,0 0 1,0 0-1,0-1 1,1 1-1,-2 0 1,1 0-1,0 0 0,0-1 1,0 1-1,0 0 1,-1 0-1,1 0 1,-1 0-1,1 0 1,-1-1-1,1 1 0,-1 0 1,1 0-1,-1 0 1,0 0-1,0 1 1,0-1-1,1 0 1,-1 0-1,0 0 1,0 1-1,0-1 0,0 0 1,0 1-1,0-1 1,-1 1-1,1-1 1,0 1-1,0 0 1,0-1-1,0 1 0,-3 0 1,-2 0 21,-1 0 1,0 0-1,0 1 1,0 0-1,-12 4 0,10-3 5,-16 5 29,1 1 0,-1 1-1,1 1 1,1 1-1,0 1 1,0 2 0,2 0-1,-1 1 1,2 1-1,-27 26 1,22-16-39,1 1 0,1 1 0,1 1 0,2 1 1,1 0-1,-29 65 0,43-84-84,1 1 1,0 1-1,1-1 0,0 0 1,1 1-1,1-1 1,-1 25-1,2-34 18,0 1-1,0-1 1,0 1-1,1-1 1,0 0 0,-1 1-1,1-1 1,0 0 0,0 0-1,1 1 1,-1-1 0,1 0-1,-1 0 1,1-1 0,0 1-1,0 0 1,0 0-1,0-1 1,1 0 0,-1 1-1,1-1 1,0 0 0,-1 0-1,1 0 1,0-1 0,0 1-1,0 0 1,0-1-1,1 0 1,-1 0 0,0 0-1,0 0 1,1-1 0,4 1-1,6 0-66,0-1-1,0-1 1,0 0-1,0-1 1,0-1-1,0 0 0,-1 0 1,26-12-1,5-5-162,54-34-1,-62 32 153,1 2 0,44-17 0,-62 32 124,0 1 0,0 1 1,0 0-1,1 2 0,-1 0 0,0 1 0,1 1 1,-1 1-1,20 4 0,-12-2 19,0-2-1,0 0 1,32-3-1,-11-4-27,-8 2 13,0-1 0,0-3 0,0-1 0,51-17 0,-37 4-27,-1-2 0,-1-2 0,53-35-1,-86 48 3,10-6-59,-2 0 0,0-2 0,44-42-1,-57 46 54,-2 4-14,-1-1 1,0 0 0,-1-1 0,12-20 0,-18 26 25,0 0 1,0 0 0,0 0 0,-1 0-1,0 0 1,-1-1 0,0 0 0,0 1-1,-1-1 1,0 0 0,0 0 0,-2-10-1,0 16 15,-1 1-1,0 0 0,1 0 0,-1 0 1,0 1-1,-1-1 0,1 0 0,0 1 1,0-1-1,-1 1 0,1 0 0,0 0 0,-6-2 1,4 2 2,-1 1 1,0 0-1,0 0 1,1 0-1,-1 0 1,0 1-1,0-1 1,1 1-1,-1 1 0,0-1 1,1 1-1,-1-1 1,1 1-1,0 1 1,0-1-1,0 0 1,0 1-1,0 0 1,-4 4-1,-3 2 21,1 0 0,0 1 0,0 1 0,-15 22 0,25-33-19,0 1 1,0 0 0,0-1-1,0 1 1,0 0 0,0 0 0,0-1-1,0 1 1,0 0 0,0 0-1,0-1 1,0 1 0,0 0-1,1 0 1,-1-1 0,0 1-1,1 0 1,-1-1 0,0 1-1,1 0 1,1 2 1,-2 0 2,1-1 1,0 0-1,0 1 1,0-1-1,0 0 1,1 1-1,-1-1 0,1 0 1,-1 0-1,1 0 1,0 0-1,0-1 1,-1 1-1,1 0 1,0-1-1,4 3 1,-4-3-15,3 0 14,40 2 12,-35-2-6,-1 0 0,0 1-1,1 0 1,-1 1 0,0-1 0,0 2 0,0 0 0,-1 0 0,1 0 0,-1 1 0,0 0 0,0 1 0,-1 0-1,1 0 1,7 9 0,5 9 19,0 0-1,-2 2 0,20 34 0,-37-58-27,15 27-9,-1 2 0,-1 0 0,-2 0 0,-1 1 0,-2 1-1,-1 0 1,-1 0 0,-2 1 0,-1-1 0,-2 1-1,-1 0 1,-2 0 0,-1-1 0,-2 1 0,-1 0-1,-2-1 1,-11 35 0,13-53 89,0 0 0,-1 0 1,-1-1-1,0 0 0,-1-1 0,-12 17 0,18-27 82,0-3-147,1 0-1,0 0 0,0 0 0,-1 0 1,1 0-1,0 0 0,0-1 0,-1 1 0,1 0 1,0-1-1,0 1 0,0-1 0,0 1 1,0-1-1,0 1 0,-1-1 0,1 0 0,1 1 1,-1-1-1,0 0 0,0 0 0,0 0 1,0 0-1,0-1 0,0 0-1,0 0 0,1 0 0,-1-1 0,1 1 0,-1 0 0,1 0-1,0 0 1,0 0 0,0 0 0,0 0 0,0 0 0,1-1 0,0-1 0,2-8 26,1 0 0,1 0 1,10-20-1,-15 32-40,35-60 41,2 1 0,53-62 1,6-8-234,-94 126 183,115-186-335,-100 154 286,-1-1 1,-2-1-1,-2 0 1,10-49-1,6-57-96,-24 120 168,0 0 0,-2 0 0,-1 0 1,-2-38-1,0 50-1,1 8 11,0 0 1,0 0 0,-1 0-1,1 1 1,-1-1-1,0 0 1,0 1-1,0-1 1,0 1 0,0-1-1,0 1 1,-1-1-1,-2-3 1,3 5 12,0 1 0,0-1-1,0 0 1,-1 0 0,1 1 0,0-1 0,0 1 0,0-1-1,-1 1 1,1-1 0,0 1 0,-1 0 0,1 0 0,0-1-1,-1 1 1,1 0 0,0 0 0,-1 0 0,1 1 0,0-1-1,-1 0 1,1 0 0,0 1 0,-1-1 0,1 1 0,0-1-1,0 1 1,-1-1 0,1 1 0,0 0 0,-2 1 0,-6 5 145,0-1 0,1 2 0,0-1 0,0 1 0,1 0 0,0 0 0,0 1 0,1 0 0,0 1 1,0-1-1,1 1 0,1 0 0,0 0 0,-4 12 0,5-10-88,-1 1 1,2-1-1,0 1 1,0 0-1,1-1 1,1 1-1,0 0 0,1 0 1,0 0-1,1-1 1,0 1-1,5 14 1,-3-17-153,0-1 1,1 0 0,0 0-1,0-1 1,1 1 0,0-1-1,1 0 1,-1-1 0,2 1-1,-1-2 1,1 1 0,0-1-1,0 0 1,0 0 0,1-1-1,15 6 1,-2-1-611,0-2 0,0-1 0,1-1 0,0-1 0,0 0 0,25 0 0,-13-3-1955,53-4 1,-4-5-3889,-11 0-2029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1.8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38 6533,'-7'-21'11505,"4"22"-10794,-19 11 3089,36-16-3194,13-3-545,1 1-1,-1 1 0,1 1 1,1 2-1,-1 0 0,54 6 0,-66-2-58,1 1-1,-1 1 1,0 1-1,0 1 1,0 0-1,0 0 1,-1 2-1,-1 0 0,1 1 1,-1 0-1,23 20 1,-20-13 0,0 1 0,-2 0 0,0 1-1,-1 0 1,0 1 0,-2 1 0,0 0 0,9 24 0,-16-33 14,3 4-10,-2-1 1,0 1-1,0 1 0,-1-1 0,-1 1 1,-1-1-1,0 1 0,-1 0 1,-1 28-1,-3-16 27,-1-1 0,-2 0 0,-1-1 0,-12 36 0,2-21 25,6-15-41,0-1 0,-2-1 0,-19 32 0,22-40-11,1 2 0,-12 32 0,15-35-134,4-12-70,19-31-11967,-3 16 3640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2.6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536 1 7241,'-20'6'8556,"-2"8"-5436,-23 28-2891,30-26 1116,-32 32 7,2 1 0,3 3 0,2 1 1,-61 108-1,74-109-948,2 1 1,2 1-1,3 0 0,2 2 1,-19 106-1,33-131-325,1 1 0,2 0-1,1 0 1,1 0 0,2 0 0,1 0 0,11 41-1,-9-49-143,2-1 0,0 0-1,2-1 1,0 1 0,2-2-1,0 1 1,1-2-1,1 0 1,1 0 0,23 22-1,-8-16-305,1-1 0,1-1 0,1-2 0,1-2 0,1 0 0,1-3 0,0-1 0,1-1 0,45 10 0,28 3-2615,221 26-1,-101-33-3430,10-8-4088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2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0 13797,'-30'3'4233,"16"15"-2333,8 0-256,-8 1-288,1 2-272,6 0-208,-6 21-240,6-9-144,0 3-560,7 3-468,-3 1-352,0 2-540,-4 3-616,0-6-432,1 0-3069,6 7-4504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3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221 109 7657,'-1'-4'78,"0"-3"715,-1-1 0,0 1 0,-1-1 0,1 1 0,-1 0 0,-1 0 0,1 0 0,-1 1 0,0-1 0,-1 1 0,0 0-1,0 0 1,-8-7 0,11 12-710,1 1 0,0 0 0,0-1 0,-1 1 0,1 0 0,0 0 0,-1 0 0,1 0-1,0 0 1,0 0 0,-1 1 0,1-1 0,0 0 0,0 1 0,-1-1 0,1 1 0,0-1-1,0 1 1,0-1 0,-2 2 0,0 0 175,-4 1-40,0 1 1,1 1-1,-1-1 1,1 1 0,0 0-1,1 1 1,-1-1-1,1 1 1,0 0-1,0 1 1,1-1 0,0 1-1,-6 12 1,1 0 147,1 0 0,0 1 1,2 0-1,-5 23 0,8-22-235,0-1 0,2 1 0,0 0 0,2-1 0,0 1-1,1 0 1,1-1 0,1 0 0,1 1 0,1-2 0,0 1 0,2-1-1,9 20 1,16 20-400,1-1-1,68 85 0,-73-104-447,-26-36 403,-1 1 0,0-1 1,1 1-1,-2 0 0,1-1 0,0 1 1,-1 0-1,0 0 0,1 0 1,-2 0-1,1 1 0,0-1 0,-1 0 1,0 0-1,0 0 0,0 1 1,0-1-1,-1 0 0,0 0 0,-1 4 1,1-6 60,1-1 0,-1 0-1,0 0 1,1 0 0,-1 0 0,0 0 0,0 0 0,0 0 0,0 0 0,0 0-1,0 0 1,0 0 0,-1-1 0,1 1 0,0 0 0,0-1 0,-1 1 0,1-1-1,0 1 1,-1-1 0,1 0 0,0 1 0,-1-1 0,1 0 0,0 0 0,-1 0-1,-1-1 1,-4 2-1035,-23 2-6796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3.3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40 9921,'13'-18'1504,"7"6"-316,7 3-252,-3 12-452,-1-3-580,17 9-708,1 0-960,-1 0-1588,20 6-1681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3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464 45 10933,'27'-37'7293,"-20"29"-1771,-11 9-4396,-13 4-816,1 1 1,0 1-1,1 1 1,-1 0 0,1 1-1,1 0 1,0 1 0,0 1-1,1 0 1,-16 18-1,-15 20 80,-53 76-1,60-75-151,9-12-633,2 1-1,2 1 0,-34 80 1,58-120 383,0 1 0,0-1 1,0 1-1,0-1 0,1 1 1,-1-1-1,0 0 1,0 1-1,1-1 0,-1 1 1,0-1-1,1 0 0,-1 1 1,0-1-1,1 0 1,-1 1-1,0-1 0,1 0 1,-1 1-1,1-1 1,-1 0-1,1 0 0,-1 0 1,1 0-1,-1 1 0,1-1 1,-1 0-1,1 0 1,-1 0-1,1 0 0,-1 0 1,1 0-1,-1 0 0,1 0 1,-1 0-1,1-1 1,0 1-14,6 0 2,-1 0-1,0-1 1,1 0-1,-1 0 0,0-1 1,1 1-1,-1-1 0,0-1 1,8-4-1,57-35-91,-36 20 58,-15 10 35,131-72-89,-128 73 44,1 1 0,0 1 0,0 1 0,41-8 0,-51 14-305,0 1 0,0 0 0,0 1 0,0 0 0,0 1 0,0 1-1,0 0 1,0 1 0,26 8 0,-28-6-1010,-1 0-1,0 1 0,0 0 1,0 1-1,-1 0 1,0 0-1,11 11 0,8 13-7245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4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0 650 10669,'13'-12'7433,"-13"16"-6665,-1 10-391,2 0-1,-1 0 0,2 0 0,0-1 0,0 1 0,8 23 0,4 22 98,-13-55-162,20 15-47,-15-18-248,-1 0 1,1-1-1,-1 0 1,1 0-1,0 0 1,-1 0-1,1-1 0,-1 0 1,9-3-1,28-2 8,-9 8-8,0 1 1,0 2 0,-1 2 0,64 20-1,-75-20-10,2-1 0,-1-1 0,1-1 0,0-1 0,35 0-1,-48-3-1,0-1 0,0 0 0,0-1-1,0 0 1,0 0 0,0-1 0,-1 0-1,0-1 1,1 0 0,-1 0-1,0-1 1,-1 0 0,1-1 0,-1 0-1,9-8 1,-1-2 81,-1-1 0,-1 0 1,0 0-1,-2-1 0,0-1 0,13-26 0,27-69 1459,-50 111-902,-19 21-744,12-11 19,1-1 1,0 1 0,0 0 0,1 0 0,0 0-1,0 1 1,1-1 0,-1 1 0,2-1 0,-1 1-1,1 0 1,0-1 0,1 1 0,0 0 0,0 0-1,1 0 1,0 0 0,0-1 0,0 1 0,1 0-1,1-1 1,-1 1 0,1-1 0,7 13-1,-9-20 71,-1 1 0,1-1 0,0 0 0,0 1 0,-1-1 0,1 0 0,0 0 0,0 0 0,-1 0 0,1 1 0,0-1 0,0 0 0,-1 0 0,1 0 0,0-1 0,0 1 0,-1 0 0,1 0 0,0 0 0,0 0 0,0-1 0,1 0-23,-1 1 24,1 0 0,-1 0-1,0 0 1,0 0 0,0 0-1,0 0 1,1 0 0,-1-1-1,0 1 1,0 0-1,0-1 1,0 1 0,0-1-1,0 0 1,0 1 0,0-1-1,0 0 1,0 1 0,0-1-1,0 0 1,0 0-1,-1 0 1,1 0 0,0 0-1,-1 0 1,1 0 0,0 0-1,-1 0 1,0 0 0,1 0-1,-1 0 1,1-2-1,8-19-34,-1 0-1,-1-1 1,-1 0-1,3-27 1,5-94 80,4-27 157,-9 122-126,5-29 1132,32-101-1,-41 167-690,-5 17 420,-6 21-322,-14 72-1066,4 1-1,-4 138 1,7-70-2278,1-40-1322,4-44-1488,-2 18-5233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8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503 226 11189,'21'4'23988,"-19"-1"-22302,1 2-5782,-2-4 4096,-1-1 0,0 1 0,0-1 0,1 1 0,-1-1 0,0 1 0,0-1 0,1 1 0,-1-1 0,1 0 0,-1 1 0,0-1 0,1 1 0,-1-1 0,1 0 0,-1 0 0,1 1 0,-1-1 0,1 0 0,-1 0 0,1 1 0,-1-1 0,1 0 0,-1 0 0,1 0 0,0 0 0,4-5 0,-4 5 0,-1-1 0,1 1 0,0 0 0,0-1 0,0 1 0,-1-1 0,1 0 0,0 1 0,0-1 0,-1 1 0,1-1 0,-1 0 0,1 0 0,0 1 0,-1-1 0,1 0 0,-1 0 0,0 0 0,1 0 0,-1 1 0,0-1 0,1 0 0,-1 0 0,0 0 0,0 0 0,0 0 0,0 0 0,0 0 0,0 0 0,0-1 0,-1-1 0,3-5 0,-1 13 0,1 25 0,0 18 0,-1-24 0,0-22 0,7 17 0,-4-4 0,-1 8 0,-6-18 0,0-3 0,3-1 0,-7 15 0,-3-14 0,-10 0-10,16-2-43,-16 0-1509,17 0 1469,0 0 0,0 1 0,0-1 1,0 1-1,0 0 0,0 0 0,0 0 1,0 0-1,0 0 0,0 1 0,0-1 1,-2 3-1,5-4 101,-2 1-37,-18-6-585,11 1 610,6 3-24,0 0 1,0 0-1,-1 0 1,1 0-1,0 1 1,-1-1-1,1 1 1,0 0-1,-7 0 1,8 0 43,35-9-2612,4 3 1324,-37 5 1253,0 0 0,0 0 0,0 1 0,1-1 0,-1 0 0,0 0 0,0 0 0,1 1 0,-1-1-1,0 0 1,1 1 0,-1-1 0,1 0 0,-1 0 0,1 1 0,0-1 0,-1 1 0,1-1 0,0 0 0,4-5-1056,-15-3 666,-37-8 135,44 16 265,-7-8-8,-3 1 17,7 7 2,-1 1 0,1-1 0,-1 1 0,1 1 1,-1-1-1,1 1 0,-1 0 0,1 0 0,0 1 0,0 0 0,0 0 0,0 1 0,0-1 0,0 1 0,-8 6 0,-12 8 76,2 1 0,-24 21-1,32-25-20,-4 4-21,0 2 0,1 0-1,1 1 1,-16 24 0,23-29-91,1 0 1,1 1-1,0 0 0,1 1 1,1 0-1,-8 28 1,15-43-16,27-2-104,-24 0 164,1-1 0,0 0 0,0 0 0,0 0 0,0 0 0,0-1 0,0 1 0,0-1 0,0 0 0,0 0 0,0-1 0,4-1 0,1-1-1,486-183-266,-486 184 334,1 1 0,0 0-1,0 0 1,0 1 0,1 0-1,11 1 1,-16 1-7,-1 0-1,1 0 1,-1 0 0,0 1 0,1-1-1,-1 1 1,0 1 0,0-1-1,0 1 1,-1-1 0,1 2-1,5 3 1,1 2 32,1 1 0,-1 0 0,-1 0 0,0 1 0,-1 0 0,0 1 0,0 0 0,-2 0 0,9 18 0,-9-15-65,30 56 178,-34-67-184,-1 0 0,1 0 0,0 0 0,0-1 0,0 1 0,0-1 0,1 1 0,-1-1-1,1-1 1,0 1 0,0 0 0,0-1 0,9 4 0,1-2-46,0 0-1,1-1 1,0-1 0,0 0 0,0-1-1,0-1 1,0 0 0,0-1 0,-1 0-1,1-1 1,0-1 0,-1-1-1,1 0 1,-1 0 0,0-2 0,0 0-1,-1 0 1,21-14 0,-20 11 17,-2 2-14,0 0 1,-1-1-1,0-1 0,0 1 0,-1-2 1,0 1-1,0-1 0,-1-1 1,-1 0-1,11-17 0,-6 5-24,-1 1 0,-1-2 1,-1 1-1,-1-1 0,-2-1 0,0 0 0,5-34 0,-7 20-31,-3 26 65,0-1 1,-1 0-1,0 0 0,-2-21 1,0 32 16,1 0 1,-1 0 0,1 0-1,-1 0 1,0 0 0,0 0-1,-1 0 1,1 0 0,-1 0-1,1 1 1,-1-1-1,0 1 1,0-1 0,0 1-1,0 0 1,0-1 0,-1 1-1,1 0 1,-1 1 0,1-1-1,-1 0 1,0 1 0,0-1-1,-4-1 1,1 2 2,0 0 0,1 0 1,-1 1-1,1 0 1,-1 0-1,0 0 0,1 0 1,-1 1-1,0 0 0,1 0 1,-1 1-1,1 0 0,0 0 1,0 0-1,-6 3 1,1 0-28,0 0 0,1 1 0,0 0 0,0 0 0,0 1 1,-11 12-1,19-18 20,0 0-1,0 0 1,0 0 0,0 0 0,0 0-1,0 0 1,0 0 0,1 1 0,-1-1 0,0 0-1,1 0 1,-1 1 0,1-1 0,0 1-1,-1-1 1,1 0 0,0 1 0,0-1 0,0 1-1,0 1 1,0-2 6,1 0-1,-1 0 1,1 0-1,0 0 1,-1 0-1,1 0 1,0-1-1,-1 1 1,1 0-1,0 0 1,0-1-1,0 1 1,0-1-1,0 1 1,0-1-1,0 1 1,0-1-1,0 1 1,0-1-1,1 1 1,6 0-13,0 1 1,0-1 0,0-1 0,0 1-1,10-2 1,34-4-40,-39 3 49,-1 0 0,1 1-1,0 0 1,0 1-1,0 0 1,0 1-1,0 1 1,0 0 0,0 1-1,16 5 1,-13-1 44,-1 1-1,0 0 1,0 1 0,-1 1 0,0 0 0,-1 1 0,0 1 0,-1 0 0,13 16-1,-8-6 28,-2 0 0,0 1-1,-2 1 1,-1 1 0,12 31-1,-15-33-18,0 1-1,-2 0 0,-1 1 1,-1 0-1,4 42 0,-6-19-38,-2 0-1,-2 0 0,-2 0 1,-2 0-1,-17 70 0,-31 44 17,-16-6 74,62-142-77,6-11 6,0-5-23,1 0 0,1 0 0,-1 0 0,0 1 1,0-1-1,1 0 0,-1 0 0,1 0 0,-1 0 0,2-2 0,-1 1 2,13-28-2,0 1 1,3 0-1,0 1 1,2 1-1,35-41 0,-2 0-30,168-220-321,-169 220 169,-2-2 0,-3-3 0,55-120 0,-57 92 105,-4-2-1,33-139 1,-73 242 88,1 0-1,-1 0 1,1 0-1,-1-1 1,0 1-1,1 0 1,-1 0-1,0-1 1,0 1-1,0 0 1,0-1-1,0 1 1,0 0-1,0-1 1,0 1-1,-1 0 1,1 0-1,0-1 1,-1 1-1,1 0 1,-1 0-1,1 0 1,-1 0-1,0 0 1,0-1-1,1 1 1,-1 0-1,-2-1 1,2 2-1,-1-1 0,1 1 0,0 0 0,-1 0 0,1 0 1,-1 0-1,1 0 0,-1 1 0,1-1 0,0 0 0,-1 1 0,1-1 0,0 1 1,-1-1-1,1 1 0,0-1 0,-1 1 0,1 0 0,0 0 0,0 0 0,0 0 1,0 0-1,-1 1 0,-14 14 65,0 1 0,2 0 0,0 1 0,1 0 0,0 1 0,2 1 0,0 0 0,2 0 1,0 1-1,1 0 0,1 1 0,1 0 0,1 0 0,1 0 0,-2 30 0,6-45-121,-1-1 1,1 0-1,1 1 0,-1-1 0,1 0 0,0 0 1,0 1-1,1-1 0,0 0 0,0 0 0,0 0 1,1-1-1,0 1 0,0 0 0,0-1 1,1 0-1,0 0 0,0 0 0,0 0 0,0-1 1,9 7-1,2 0-578,1-1 0,0-1 0,1 0 0,0-1 1,0-1-1,1-1 0,-1 0 0,1-1 0,1-2 0,20 3 1,42-5-4570,6-3-3000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8.7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240 0 9509,'-7'1'-572,"-4"2"4824,8 16-541,2 12-3005,-1-1 1,-2 1-1,-2-1 0,-15 52 0,7-27-197,-15 73 406,-34 126 350,51-216-1068,-38 135 657,44-147-494,2 0 0,0 0 0,2 1 0,1 44 0,1-66-296,1 1-1,-1-1 1,1 1-1,0-1 1,0 0-1,1 1 1,0-1-1,0 0 0,0 0 1,0 0-1,1 0 1,0-1-1,0 1 1,0-1-1,1 1 1,-1-1-1,1 0 1,0 0-1,0-1 1,0 1-1,1-1 1,-1 0-1,1 0 1,0 0-1,0-1 1,0 0-1,0 0 1,0 0-1,9 1 1,11 3 23,0-2-1,0-1 1,0-1-1,0-1 1,41-4 0,128-26-816,-155 22 417,64-13-1788,173-58 0,-194 47-3180,78-41-1,-85 33-4329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09.0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0 335 13953,'30'-18'2188,"11"18"285,-1 0-317,-10-6-356,24 0-304,-8-6-308,15 0-264,9-6-208,7 3-131,7-6-273,6 0-212,7-1-604,4 1-349,-4-6-363,-3-3-696,0 0-672,-11-6-3589,-9-3-5492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0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23 132 5677,'0'0'1742,"-2"-1"-47,-8-7 682,4-3 6139,12 1-2626,6 1-3575,-20 4-2297,8 5-14,-1 0 0,0 0 0,1 0-1,-1 0 1,0 0 0,1 0 0,-1-1-1,0 1 1,1 0 0,-1-1 0,1 1 0,-1 0-1,0-1 1,1 1 0,-1-1 0,1 1 0,-1 0-1,1-1 1,-1 0 0,1 1 0,0-1-1,-1 1 1,1-1 0,0 1 0,-1-1 0,1 0-1,0 1 1,0-1 0,0 0 0,-1 1-1,1-2 1,1 0-4,-1 0 0,1-1 0,0 1 0,0 0 0,0 0 0,0-1-1,0 1 1,0 0 0,1 0 0,-1 0 0,0 0 0,1 1 0,0-1 0,0 0 0,-1 1 0,5-3-1,-1 0-3,1 1-1,0 0 1,0 0-1,0 1 0,1-1 1,5 0-1,13-2 7,-1 1 1,35-2-1,-43 5-2,0 1 0,0 0 0,0 1-1,0 1 1,-1 0 0,1 1 0,29 10 0,-37-10 9,-1 1 0,1 0 0,-1 0 0,0 0 0,0 1 0,-1 0 0,1 0 0,-1 0 0,0 1 0,-1 0 0,1 0 0,-1 1 0,0 0 0,-1 0 0,1 0 0,-2 0 0,5 9 0,-5-6-3,0 1 1,0 0 0,-1-1 0,-1 1-1,1 0 1,-2 0 0,0 0 0,0 0 0,-1-1-1,0 1 1,-1 0 0,0 0 0,-5 15-1,-7 13 34,-1 0 0,-25 43-1,31-65-30,-47 82 226,-75 101 0,47-77 275,81-119-443,1 0 0,-1 0 0,1 0 0,0 0 0,0 1 0,1-1 0,-1 0 0,1 1 0,-1 7 1,2-11-55,0 0 1,0 1 0,0-1 0,0 0 0,0 1 0,1-1 0,-1 0 0,1 0 0,-1 1 0,1-1 0,-1 0 0,1 0-1,0 0 1,-1 0 0,1 1 0,0-1 0,0 0 0,0 0 0,0-1 0,0 1 0,0 0 0,0 0 0,0 0 0,0-1 0,0 1-1,0-1 1,1 1 0,-1-1 0,0 1 0,0-1 0,1 1 0,-1-1 0,2 0 0,13 3 59,0-1 1,0 0-1,0-1 1,1-1-1,-1-1 0,30-4 1,101-29-429,-136 31 296,394-117-4759,-205 46-3,-5-14-4077,-111 43-512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0.5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12 8465,'15'-11'6903,"-15"11"-6818,0 0 1,0 0 0,0 0 0,1 0 0,-1 0 0,0 1 0,0-1 0,0 0-1,0 0 1,1 0 0,-1 0 0,0 0 0,0 0 0,0 1 0,0-1-1,0 0 1,1 0 0,-1 0 0,0 1 0,0-1 0,0 0 0,0 0-1,0 0 1,0 1 0,0-1 0,0 0 0,0 0 0,0 0 0,0 1 0,0-1-1,0 0 1,0 0 0,0 0 0,0 1 0,0-1 0,0 0 0,0 0-1,0 0 1,0 1 0,0-1 0,-11 41 2256,4-20-592,3 4-680,1 1 0,1 0 0,1 1 0,3 28 0,0 4 89,-3 23 56,3 181 848,13-1-4331,-6-87-3186,-9-2-5261,-5-86-631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1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332 58 5973,'-1'-2'255,"0"1"0,0-1 1,0 0-1,1 0 0,-1 0 1,1 0-1,-1 0 0,1 0 1,0 0-1,0 0 0,0 0 1,0 0-1,0 0 1,0 0-1,1 0 0,-1 1 1,0-1-1,1 0 0,0 0 1,-1 0-1,1 0 0,0 0 1,0 1-1,0-1 0,0 0 1,0 1-1,1-1 1,3-3 4484,-1 6-4511,0 1-1,0-1 1,0 1 0,0 0-1,0 1 1,0-1-1,0 1 1,-1-1 0,1 1-1,-1 0 1,6 7 0,-8-9-144,13 14 368,0 1 0,-2 1 0,0 0 0,14 28 0,33 78 1134,-58-121-1561,31 77 440,-3 1 1,-3 2 0,-4 0 0,-4 2 0,-4 0-1,-3 0 1,0 133 0,-13-164-811,-2 0 1,-2-1-1,-3 0 0,-2-1 1,-2 0-1,-2 0 1,-3-2-1,-2 0 0,-2-1 1,-1-1-1,-3-1 0,-56 73 1,12-34-4655,-136 127 0,38-61-5859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4.4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1 13621,'-2'10'900,"-1"-1"0,0 1-1,-6 12 1,5-15-210,1 1-1,0-1 1,1 1 0,0 0 0,-3 15 0,0 65 3706,7 100 0,30 86-1401,-4-131-4405,86 249 0,-59-217-3976,-28-56-4722,-16-58-1740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4.7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13341,'73'-16'5595,"-61"13"-4986,0 0-1,0 0 1,0 1-1,0 0 1,0 1-1,19 1 1,75 11 854,-73-7-1063,-8 0-13,47 12-1,-67-15-367,0 0 0,-1 0 0,1 1 0,0 0 0,-1 0 0,1 0 0,-1 1 0,0-1 0,0 1 0,0 0 0,0 0-1,0 1 1,-1-1 0,1 1 0,-1 0 0,0 0 0,3 5 0,-5-4-55,0 0-1,-1-1 1,0 1 0,0 0-1,-1 0 1,1 0 0,-1 0-1,0 0 1,0-1 0,-1 1 0,-1 4-1,3-8 27,-6 11-450,0 0-1,-1 0 1,0-1 0,-1 1-1,0-2 1,-1 1 0,0-1-1,-1-1 1,0 0 0,-14 10-1,19-15-652,-1 0 0,0 0 0,0-1 0,0 0 1,-11 4-1,5-2-2058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5.0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11213,'0'0'3194,"2"2"-1797,21 26 710,29 42 0,-33-39-1984,-1 1 0,-2 1 1,14 38-1,-6-23-226,-15-34 153,-8-12 17,20-7 0,-15 2-47,0 0 0,0 0 0,0-1 1,-1 0-1,1 0 0,-1 0 0,0 0 0,0-1 0,-1 0 1,1 0-1,-1-1 0,5-7 0,26-27 45,-22 29-44,1-1-1,1 2 1,0 0-1,0 0 0,1 1 1,0 1-1,0 1 1,1 1-1,0 0 1,0 1-1,1 0 0,-1 2 1,1 0-1,0 1 1,0 1-1,0 0 1,0 2-1,0 0 1,21 4-1,-8 0-1238,1 1-1,54 18 1,-83-23 276,37-10-2678,-36 9 2997,-7-2 47,-4-7 135,1 1 1,-1-1 0,1 0 0,1 0-1,0 0 1,0-1 0,-5-16-1,-4-6-2412,5 10 301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5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4660,'27'12'977,"-17"0"-285,3 3-148,7-12-804,4-3-548,6-6-2013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5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68 6693,'-41'-35'1648,"40"34"-1594,1 1 0,0 0 0,0 0 0,-1-1 0,1 1 0,0-1 0,0 1 0,0 0 0,-1-1 0,1 1 0,0 0 0,0-1 0,0 1 0,0-1 0,0 1 0,0 0 0,0-1 0,0 1 0,0-1 0,0 1 0,0 0 0,0-1 0,0 1 0,0-1 0,1 1 0,-1 0 0,0-1 0,0 1 0,0 0 0,1-1 0,-1 1 0,0 0 0,0-1 0,1 1 0,-1 0-1,0-1 1,0 1 0,1 0 0,-1 0 0,0-1 0,1 1 0,-1 0 0,1 0 0,-1 0 0,0-1 0,1 1 0,-1 0 0,0 0 0,1 0 0,-1 0 0,1 0 0,-1 0 0,0 0 0,1 0 0,-1 0 0,2 0 122,14-5 1365,-13 4-84,10-5 960,-11 5-2285,0 0 0,0 1 0,1-1-1,-1 1 1,0-1 0,0 1 0,0 0 0,0 0 0,0 0 0,0 0 0,0 0 0,0 1-1,1-1 1,-1 1 0,0-1 0,0 1 0,0 0 0,0-1 0,-1 1 0,1 0 0,0 1-1,0-1 1,0 0 0,-1 0 0,1 1 0,-1-1 0,1 1 0,-1-1 0,2 3 0,4 5-51,-1 0 1,0 0 0,0 0 0,4 13 0,47 102-3097,-23-40-6431,-24-63 3570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5.5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28 196 11621,'-27'24'7053,"44"-11"-6037,16-1-24,14-15-380,17-9-212,16-10-300,14-5-656,16-9-904,11-12-960,6-3-2721,14 5-4092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5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65 16241,'-3'-64'5694,"-14"74"-2846,13-5-2634,1-1 0,1 1 0,-1 0 0,0-1 0,1 1 0,0 0 0,0 1 0,1-1 0,-2 10 0,-5 56 1155,4-32-618,-2 39 884,5 142 0,10-110-1483,5 0-1,31 120 0,-26-153-139,3-1-1,3-1 1,4-2-1,59 111 1,-68-150-72,1-1 0,2-1 0,1 0 1,1-2-1,1-1 0,2-2 0,1 0 1,1-2-1,1-1 0,2-2 0,43 24 1,-36-27-626,2-1 1,0-2-1,1-2 1,0-2 0,1-1-1,51 4 1,-41-9-1500,75-3-1,55-20-5877,-39-11-3840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6.5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116 103 6941,'13'-7'5160,"-28"4"996,3 2-6231,12 0 174,-1 1-1,0-1 1,1 1-1,-1-1 0,0 1 1,1-1-1,-1 1 0,0-1 1,1 1-1,-1-1 1,1 0-1,0 1 0,-1-1 1,1 0-1,-1 0 1,1 1-1,0-1 0,-1 0 1,1 0-1,0 1 1,0-1-1,0 0 0,0-1 1,-8-14 3075,-38-26 342,44 41-2745,1 0-751,1-1 0,-1 1 1,0 0-1,0 0 0,1 0 1,-1 0-1,0 0 0,0 0 1,0 1-1,0-1 0,0 0 1,0 0-1,0 1 0,-1-1 1,1 1-1,0-1 0,-2 0 1,1 5-11,0 0 1,0 0 0,0 0 0,0 0 0,1 0 0,0 0 0,0 1 0,0-1-1,0 0 1,0 1 0,1-1 0,0 1 0,0-1 0,0 1 0,1-1-1,-1 0 1,1 1 0,0-1 0,0 0 0,1 0 0,-1 1 0,1-1 0,3 5-1,-1-2-27,0-1 0,0 1-1,1-1 1,0 0 0,1 0-1,-1 0 1,1-1 0,0 0-1,0 0 1,1-1 0,-1 1-1,1-1 1,9 4 0,8 1-521,0-1 0,0-1 1,1-1-1,0-1 1,42 3-1,32-7-3239,-1-8-3987,-31 1-2874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6.7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1 14085,'-57'18'3017,"37"9"-181,17-9-340,-7 9-184,0 15-432,0-9-383,6 7-297,1 2-124,3 0-312,10 3-456,0 0-604,7-2-1044,10-4-596,6-9-917,7-3-103,14 0-3569,-1-6-6056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7.8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0 479 9833,'37'-6'9229,"-37"9"-8299,0 2-778,0 0-1,1 0 0,-1 0 0,1 1 0,0-1 0,1 0 0,-1 0 0,1 0 0,0-1 0,0 1 0,0 0 0,1-1 0,0 1 0,0-1 0,0 0 0,0 0 0,1 0 0,-1-1 0,1 1 0,6 4 0,11 7 103,-18-13-229,-1 0 0,1 1 0,0-1 0,0 0 1,0 0-1,1 0 0,-1-1 0,0 1 0,1-1 0,-1 0 1,1 0-1,-1 0 0,1 0 0,-1-1 0,1 1 1,0-1-1,-1 0 0,8-1 0,38-9-326,60-22 1,-9 2 174,-43 14 182,-1-3 0,-1-1-1,0-4 1,-2-2-1,-1-2 1,61-43-1,-70 42 769,64-34 0,-87 53-575,0 1-1,1 1 1,0 0 0,0 2-1,38-6 1,-9 8-346,-39 4-88,-1 0-1,0-1 1,0 0-1,0-1 1,0 0-1,18-7 1,14-6-172,-31 11 321,1 1 0,-1-2 0,0 0 0,0 0 0,-1-1 0,0 0 0,0-1 0,15-12 0,-19 13 334,0 0 0,1-1 0,-2 0 0,1-1 0,-1 1 0,0-1 0,4-10 0,-8 16 1222,-2-1-1463,0 1 0,0-1 0,1 0 0,-1 1 0,1-1 0,0 1 0,0-1 0,0 0 0,0-3 0,7 9-45,-1 0 1,1 0-1,-1 0 0,0 0 0,0 1 1,-1 0-1,1 1 0,-1-1 0,0 1 1,0 0-1,0 0 0,-1 0 0,1 1 1,4 9-1,5 10 18,-1 1 1,13 35-1,-18-41 1,1 5-15,-2 1-1,0-1 1,-2 1 0,0 1-1,-2-1 1,-1 49 0,-4-10 31,-18 104 0,9-108-23,-36 112 1,36-141-25,-1 0 0,-2-2 0,-2 1 1,0-2-1,-23 31 0,32-52 16,1 0 0,-1-1-1,0 0 1,-1 0 0,0 0 0,0-1 0,0 0-1,-1-1 1,-12 6 0,20-11-7,0-1 1,1 1-1,-1-1 1,0 0-1,1 1 0,-1-1 1,1 0-1,-1 0 1,1 1-1,-1-1 0,1 0 1,0 0-1,-1 0 0,1 1 1,0-1-1,-1-2 1,1 3 5,-1-3-5,1 1 0,-1 0-1,1-1 1,0 1-1,0-1 1,0 1-1,0 0 1,0-1 0,1 1-1,-1-1 1,1 1-1,-1 0 1,1-1-1,0 1 1,0 0-1,1-3 1,25-38 34,-18 30-33,21-31-286,2 2 0,69-71 0,91-64-2412,-54 54 78,57-74-2708,-84 83-1051,-13 16-3049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8.6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10 15949,'-7'-10'9177,"-1"29"-4563,6-5-5743,0 4 1598,1 0 0,3 30-1,0 2 38,-18 288 1104,9-240-1474,7-96-137,-1 0 1,1 0-1,0 0 0,0 0 1,0 0-1,0 0 0,1 0 1,-1 0-1,1 0 0,-1 0 1,1 0-1,-1 0 0,1-1 0,0 1 1,0 0-1,0 0 0,0-1 1,0 1-1,1-1 0,-1 1 1,0-1-1,1 1 0,-1-1 1,1 0-1,-1 1 0,1-1 1,0 0-1,-1 0 0,1 0 1,0-1-1,0 1 0,0 0 1,-1-1-1,1 1 0,0-1 1,0 0-1,0 1 0,0-1 1,0 0-1,0 0 0,0 0 1,2-1-1,11 0-29,0-1 0,0 0 1,0-1-1,20-7 0,-16 5-7,147-31-327,-147 33 286,0 1-1,0 1 0,0 1 0,0 0 0,0 1 1,30 6-1,-46-6 63,0-1 1,0 1-1,0 0 1,0 0-1,-1 0 0,1 0 1,0 0-1,-1 1 1,1-1-1,0 1 1,-1 0-1,0-1 0,1 1 1,-1 0-1,0 1 1,0-1-1,0 0 1,0 1-1,-1-1 1,1 1-1,-1-1 0,1 1 1,-1 0-1,0-1 1,0 1-1,0 0 1,0 0-1,-1 0 0,1 0 1,-1 0-1,0 0 1,0 0-1,0 0 1,0 3-1,-1 1-16,-1 0 0,1-1 0,-1 1 0,-1-1 1,1 0-1,-1 1 0,0-1 0,0 0 0,-1-1 0,0 1 0,0-1 0,0 1 0,-11 8 0,-35 29-307,47-41 209,29-21-2606,99-51 1018,-88 51 1407,-1-1 0,0-2 0,35-28 0,78-97-621,-84 78 615,-29 30 280,-3-2-1,31-48 0,-40 41 579,-22 45-199,-19 12 557,14-6-817,1-1 0,-1 1 0,1 0 0,-1 0 0,1-1 0,0 2 0,0-1 0,0 0 0,1 0 0,-1 1 0,1-1 0,0 0 0,-1 1 0,2 0 0,-1-1 0,0 8 0,-1 1 60,1 1 0,1 0 0,2 24 0,-1-26-184,1-1-1,1 1 0,0-1 0,0 0 0,1 0 0,1 0 0,-1 0 0,1-1 1,1 0-1,0 0 0,0 0 0,1 0 0,0-1 0,0-1 0,1 1 1,13 9-1,-8-8-396,1-1-1,-1-1 1,2 0 0,-1 0 0,1-2 0,0 0 0,0-1-1,0 0 1,0-1 0,25 2 0,-1-4-1235,0-1 0,0-1 0,42-8 0,-52 4 1103,-1-1 0,0-1 0,0-2 0,-1-1 0,32-16 0,124-80 2423,-137 72 63,-30 22-590,0 0 1,1 1 0,35-16 0,-47 24-1235,1 1 0,0 0 0,0 1 0,0 0 0,0 0 0,0 0 0,0 0 0,0 1 0,0 0 0,0 0 0,0 1 0,0 0 0,0 0 0,0 0 0,0 1 0,0 0 0,7 3 0,-2 1-889,5 9-8770,-3 3 1529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9.0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1 134 7641,'9'-25'1057,"-6"15"-453,1 0-1,0 0 0,1 0 1,0 1-1,10-14 1,-12 19-605,0 1 0,0 0 0,0 0 0,0 1 0,1-1 0,0 1 0,-1-1 0,1 1 0,0 0 0,0 1 0,0-1 0,0 1 0,0-1 1,1 1-1,-1 0 0,0 1 0,8-1 0,2 0-238,0 2 0,0-1 1,0 2-1,-1 0 0,1 0 1,-1 1-1,0 1 0,0 0 1,0 1-1,0 0 0,-1 1 1,1 1-1,-1 0 0,14 11 0,-13-8 67,-1 1 0,-1-1-1,0 2 1,0 0-1,-1 0 1,0 1-1,-1 0 1,-1 0-1,0 1 1,-1 1-1,0-1 1,6 22-1,18 97 2560,-31-129-2058,1 0 1,-1 0-1,0 0 0,0-1 1,-1 1-1,-1 7 0,1-1 332,1-6 478,2-3-21,1 1-890,0 0 0,0 0 0,0-1 0,0 1 0,0-1 0,0 0 0,1 0 0,-1 0 0,0 0 0,1-1 0,-1 1 0,0-1 0,1 0 0,-1 0 0,1 0 0,-1-1 0,1 1 0,-1-1 0,0 1 0,0-1 0,1 0 0,-1-1 0,4-1 0,4-1 170,-2 2-98,0-1 0,0 0 0,-1-1 0,0 0 0,1 0 0,13-11 0,-3 2 745,32-17 1,19-12 1407,-52 29-2077,38-19 0,-53 31-727,0 1-1,0-1 1,0 1 0,1 0-1,-1 0 1,0 0-1,0 0 1,0 0 0,1 1-1,-1-1 1,0 1-1,0 0 1,0 0 0,0 0-1,0 0 1,0 1-1,0-1 1,-1 1 0,1 0-1,3 3 1,1 1-3884,-2 0 2035,-2-2 234,8 11-6625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19.4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15 8297,'0'-14'10356,"-10"27"-4805,4 0-7680,3 6 2301,0-1 0,0 34-1,1-16-70,0-23-91,1 1-1,1-1 0,0 0 0,1 0 0,0 1 0,5 19 1,-4-28-50,-1-1 0,1 1 1,-1-1-1,1 0 1,0 0-1,1 0 1,-1 0-1,1 0 0,0 0 1,0-1-1,0 1 1,0-1-1,1 0 0,-1 0 1,1 0-1,0-1 1,0 1-1,0-1 0,0 0 1,0 0-1,5 2 1,7 0-256,1 0 1,-1 0 0,1-2-1,0 0 1,0-1-1,29-1 1,102-18-1155,-99 10 1098,-16 3-823,0-3-1,47-15 1,-21 1-5829,-39 14 2489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2.8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8 582 10697,'-3'-8'550,"-1"-8"9814,9 15-9165,31-4-520,0-2 0,0-1 1,0-2-1,-1-2 0,-1-1 0,0-1 0,39-24 0,-36 17-570,-2-2 0,-1-1-1,0-2 1,-2-1 0,-1-2-1,33-39 1,-54 56-94,0 0 1,-1-1-1,-1 0 0,0-1 1,8-18-1,-14 28-17,-1 1 0,1-1 0,-1 0 0,0 1 0,0-1 0,-1 0 0,1 1 0,-1-1 0,0 0 0,0 0 0,0 0 0,0 1-1,-1-1 1,1 0 0,-1 0 0,0 1 0,0-1 0,0 0 0,-1 1 0,1-1 0,-1 1 0,0 0 0,0-1 0,0 1 0,0 0 0,-1 0 0,-3-3 0,0 2-7,1 0 1,0 1-1,-1-1 1,0 1-1,1 1 1,-1-1 0,0 1-1,-1 0 1,1 1-1,0-1 1,0 1-1,-1 0 1,1 1 0,-1 0-1,1 0 1,0 0-1,-1 1 1,1-1-1,-1 2 1,-9 2-1,-6 2 7,0 2 0,1 0 0,0 2 0,-31 17 0,31-13-5,0 0-1,1 1 0,1 1 0,1 1 0,0 0 1,1 1-1,0 2 0,2-1 0,0 2 0,-16 31 1,22-36 0,2-1 0,0 1 1,0 1-1,2-1 1,0 1-1,1 0 1,1 0-1,0 1 1,1-1-1,1 0 0,1 1 1,0-1-1,1 1 1,1-1-1,7 30 1,-3-32-96,0 0 1,1-1 0,0 1-1,1-1 1,1-1-1,0 0 1,1 0 0,0 0-1,1-2 1,1 1 0,-1-1-1,2-1 1,17 12-1,-7-6-272,2-2 0,0 0 0,0-2 0,1 0 0,1-2 0,47 12 0,-33-14-788,0-2-1,0-1 1,62-2-1,49-14-6622,-49-1-1419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3.2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1988 8401,'0'0'9423,"2"-3"-8048,15-29-360,-1-1 0,-2-1 0,19-66 0,-25 75-857,14-54 229,22-150-1,-13-85-236,-24 219-145,14-696 384,-22 643 80,1 134-338,-1-1 0,0 1 0,-5-21-1,6 33-88,-1 1-1,1-1 0,-1 0 0,1 1 0,-1-1 0,0 0 0,0 1 0,1-1 0,-1 1 0,0-1 0,-1 1 0,1 0 0,0-1 0,-3-1 0,3 2-13,0 1-1,0 0 0,0 0 1,0 0-1,0 0 0,0 0 1,1 0-1,-1 0 0,0 0 1,0 0-1,0 0 0,0 1 1,0-1-1,0 0 0,0 1 1,0-1-1,0 0 0,0 1 1,1-1-1,-1 1 0,0 0 1,0-1-1,1 1 0,-1 0 1,0-1-1,1 1 0,-1 0 1,0 0-1,0 1 0,-8 10 127,0 0 0,1 1-1,0 0 1,1 0 0,0 1-1,1 0 1,-7 27-1,-22 116 579,27-115-560,-12 76 323,-7 182 0,30 120-165,2-335-623,4 1 0,3-2-1,4 0 1,30 91 0,-28-122-288,2-1 0,2-1 0,2-2 0,2 0 1,3-1-1,2-2 0,49 59 0,-63-86 39,1-1-1,1-1 0,0 0 0,1-2 1,1 0-1,22 12 0,-28-20-336,-1 0-1,1 0 0,0-1 1,1-1-1,0-1 0,-1 0 1,1-1-1,1-1 0,-1 0 1,24-1-1,29-6-7163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4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95 724 8217,'-28'17'1340,"22"-13"-193,-14 3 418,7-2 7052,10-4-8385,1 0 0,0 1 1,-1-1-1,1 0 0,-1-1 0,1 1 1,-1 0-1,-4 0 0,7-37 496,8-61 0,-2 72-253,15-36-1,5-22 522,-2-19-292,22-117 78,-20 79-687,-26 137-110,2 4 12,-1-1 0,1 1 0,-1 0 0,0 0 0,1 0 0,-1-1 0,0 1 0,0 0 0,0 1 1,0-1-1,0 0 0,2 2 0,0 1 10,25 31 66,-1 1 0,-3 1 0,40 79 1,-35-61-24,-2 1 0,-3 2 0,31 109 0,-50-148-39,-2 1 0,1 0-1,-2 0 1,-1 0 0,-1 0-1,0 0 1,-1 0 0,-2 0-1,0 0 1,-1 0 0,0-1-1,-2 1 1,-1-1 0,0-1-1,-18 34 1,9-28-41,0-1 0,-1-1 0,-2 0 0,0-1 1,-24 20-1,-117 82-2286,159-122 2293,-30 19-917,-11 6-3942,35-21 1299,17-14-1613,17-11-3277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4.5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27 107 7533,'-1'0'139,"-1"1"1,0-1-1,1 1 1,-1 0-1,1 0 1,0 0-1,-1 0 1,1 0-1,0 0 1,-1 0-1,1 0 1,0 0-1,0 1 0,0-1 1,0 0-1,0 1 1,0-1-1,1 1 1,-1-1-1,0 1 1,1-1-1,-1 1 1,0 5 2907,3-9-1838,10-10-418,1 1 0,0 0 0,1 1 0,21-13 0,-9 6 64,-7-9 581,-18 25-1398,-1 0 1,0-1-1,0 1 1,0-1 0,-1 1-1,1 0 1,0-1-1,0 1 1,-1 0 0,1-1-1,-1 1 1,1 0-1,-1-1 1,1 1 0,-1 0-1,0 0 1,0 0-1,-1-2 1,2 3-1,-1 0-1,1-1 1,-1 1 0,0 0 0,1 0-1,-1-1 1,0 1 0,0 0-1,1 0 1,-1 0 0,0 0 0,1 0-1,-1 0 1,0 0 0,0 0 0,1 0-1,-1 1 1,0-1 0,1 0-1,-1 0 1,0 1 0,1-1 0,-1 0-1,-1 1 1,0 1 53,-1 0 1,0 0-1,0 1 1,1-1-1,-1 1 0,1-1 1,0 1-1,0 0 0,0 0 1,0 0-1,0 0 0,0 0 1,-1 4-1,1 2-33,0-1 0,1 0 0,0 1 0,1-1 1,-1 1-1,2-1 0,-1 1 0,1-1 0,0 0 0,1 1 0,0-1 0,0 0 0,1 0 0,0 0 0,0 0 0,1-1 0,0 1 0,0-1 0,1 0 0,10 12 0,3 2-241,1-1 0,1-1-1,0-1 1,1-1-1,29 18 1,-33-24-357,1-1-1,1 0 1,0-1-1,0-1 1,32 8 0,24 0-2957,4-6-3557,-35-5-486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4.7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25 13253,'-14'-24'7245,"11"45"-8401,6 18-112,14 3-501,-10 3-559,-4 10-1700,1 11-2937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4.8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20 235 5777,'-19'8'5109,"30"-15"1874,7-4-3375,-1-1-4033,122-108 875,-110 83-2749,-25 31 1038,1-1 1,-1 1-1,1 0 0,1 1 0,7-8 0,3 0-7393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9.6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 10681,'0'0'1384,"0"4"-72,-5 251 6592,-1-97-5386,22 246 1,0-297-2516,5-1-1,35 108 1,-10-77-2918,65 135 1,-26-82-5707,-43-105-271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29.9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9949,'1'12'591,"1"-1"1,1 1 0,0-1-1,0 1 1,1-1-1,7 14 1,-8-19-476,0-1 0,0 1 1,1-1-1,0 0 0,0 0 0,5 6 0,-4-6-33,-1 0 0,0 0 0,0 0-1,0 1 1,0-1 0,-1 1 0,3 7-1,4 12 111,16 47 216,-25-66-389,1 0 1,-1 0-1,-1 1 1,1-1-1,-1 0 1,0 1 0,0-1-1,-1 0 1,0 1-1,-1 5 1,-4 8-254,-1 0 0,-12 26 0,14-38-535,1 0-1,-1-1 0,0 1 0,-11 10 0,7-8-2812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0.2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99 7053,'0'0'1442,"4"1"-104,21 10 727,34 23 0,-13-8-1072,-33-18-837,1-1 0,-1 2 0,-1 0 0,0 0 1,0 1-1,-1 1 0,18 20 0,-27-29-146,0 1 0,1-1 1,-1 1-1,1-1 0,-1 0 0,1 0 1,0-1-1,0 1 0,5 2 0,-7-4-1,3 0 14,0-1 0,0 0 0,0 0 0,-1-1-1,1 1 1,6-4 0,-3-2-9,1 1 0,-1-1 1,-1-1-1,1 1 0,8-16 0,13-14 227,-8 14 113,1 0 1,1 2-1,0 0 0,39-26 1,-51 41-352,0 0 0,0 0 0,0 1 0,1 1 0,0-1 1,0 2-1,0 0 0,1 0 0,-1 1 0,1 0 0,-1 1 1,1 0-1,-1 1 0,24 3 0,24 2-2078,-38-4-1323,37 8 0,-25-1-3368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0.4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4836,'0'0'58,"0"0"-1,0 0 0,0 0 0,0 0 1,1 0-1,-1 0 0,0 0 0,0 0 1,0 0-1,0 1 0,0-1 0,0 0 1,0 0-1,0 0 0,0 0 0,0 0 1,0 0-1,0 1 0,0-1 0,0 0 1,0 0-1,0 0 0,0 0 1,0 0-1,0 0 0,0 1 0,0-1 1,0 0-1,0 0 0,0 0 0,0 0 1,0 0-1,0 0 0,-1 0 0,1 0 1,0 1-1,0-1 0,0 0 0,27 1 1224,-14-1-772,0 1 1,23 3-1,-34-3-445,0 0 0,1 0 0,-1 0-1,0 0 1,0 0 0,0 0 0,0 1 0,0-1-1,0 1 1,0-1 0,0 1 0,-1 0 0,1 0-1,0 0 1,-1 0 0,0 0 0,1 0 0,0 3-1,1 2 99,-1 0 0,0 1 0,0-1-1,1 11 1,0 0 9,3 18 101,-2 1 0,-2 0 1,-1 0-1,-4 38 1,1-40-392,1 7-482,-5 62-5302,2-69 2078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0.65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0 260 9389,'10'-9'9621,"4"-6"-8901,19-15-148,4 9-380,13-3-520,11-10-764,19-2-764,14-6-3237,13-6-4048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1.0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129 103 11541,'-1'-13'70,"1"0"1486,0-1-1,-2 1 1,0 0-1,-6-24 3031,5 41-3204,-7 10-959,1 0 0,1 0 0,0 1 1,1 1-1,1-1 0,0 1 0,-4 23 1,-19 122 684,25-133-879,-6 48 239,4 1-1,6 125 1,4-144-484,3-1 1,2 1 0,3-1-1,21 61 1,-19-81-342,1 0-1,2-2 0,1 0 1,2-1-1,2 0 1,1-2-1,1-1 1,1-1-1,2-1 1,32 27-1,-31-33-562,1-1 1,1-1-1,1-2 0,49 24 1,-50-30-650,1-1 0,-1-2 1,2-1-1,-1-2 0,45 6 0,23-6-7353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1.2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248 1 11553,'-54'97'7069,"41"-73"-6018,-9 17 867,2 0 0,-16 49 0,15-22-855,3 1 1,-11 75-1,-2 143 160,28-217-1759,3 1 1,3-1-1,15 86 0,15 25-3748,8-4-5903,-27-120-55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1.7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0 379 11285,'10'-16'526,"1"0"0,0 1 0,0 0 0,2 1 0,0 1 0,0 0 0,22-16 0,13-4 897,53-29 0,-39 25-1024,-26 14-200,0 3 0,2 0 0,0 2 0,46-14-1,-80 32-191,0-1 0,0 0 0,-1 1 0,1 0 0,0 0 0,0 0 0,0 0 0,-1 1 0,1-1 0,0 1 0,-1 0 0,1 0 0,0 0 0,-1 1 0,1-1 0,-1 1 0,0 0 0,1 0 0,-1 0 0,0 0 0,0 1 0,4 4 0,-1-1 3,0 1-1,-1 0 1,1 0 0,-1 1-1,-1 0 1,1 0 0,-2 0-1,5 10 1,15 59 19,20 111 1,-19-68 10,15 36-634,59 151 1,-58-174-517,-39-131 1093,-1 0 1,1-1 0,0 1 0,0 0-1,-1 0 1,1 0 0,1-1 0,-1 1-1,0 0 1,0-1 0,0 1 0,1-1-1,-1 0 1,1 1 0,0-1 0,-1 0-1,4 2 1,-4-3 7,1 1 0,-1-1 0,1 0 0,-1 0 0,1 0 0,-1 0 0,1 0 0,-1 0 0,1 0 0,-1-1 0,1 1 0,-1 0 0,1-1 0,-1 1 0,1-1 0,-1 1 0,0-1 0,2-1 0,5-4-15,0 0 0,0-1 0,-1 0 0,0 0 0,9-12 0,-12 14 14,6-8 60,1 1-1,0 1 1,1 0 0,0 0 0,1 1 0,0 1 0,1 0 0,0 1 0,0 0 0,1 1 0,0 1 0,0 0 0,1 1 0,-1 0 0,1 2 0,0 0-1,0 0 1,29 1 0,48 4 137,156 23 0,-14 1-833,-220-26 554,1 0 1,0 0-1,-1-2 1,0 1-1,1-2 1,-1 0 0,0-1-1,28-12 1,-33 11 120,1 0 1,-1-1-1,-1 0 0,1-1 1,-1 0-1,0 0 1,-1-1-1,1 0 1,-2-1-1,1 0 1,-1 0-1,8-14 1,-7 8 466,0-1 1,-1 0 0,7-23 0,-14 36-395,1 1 0,-1 0 0,0-1 0,0 1 0,0-1 0,0 1 0,0 0 0,0-1 0,-1 1 0,0-3 0,0-4 264,-15 13 452,14-2-765,0-1-1,0 1 0,0 0 0,0 0 1,0 0-1,1 1 0,-1-1 0,1 0 0,-1 1 1,1-1-1,0 1 0,0-1 0,0 1 1,0-1-1,0 1 0,0 5 0,0-1 13,0 0-1,0 0 0,1 0 0,0 0 0,2 11 0,-1-12-47,0 1 1,1-1-1,0 0 0,1 0 1,-1 0-1,1 0 0,0 0 0,0-1 1,1 1-1,0-1 0,0 0 0,8 9 1,-4-7-100,1 0 0,0-1-1,0 0 1,0 0 0,1-1 0,0 0 0,11 4 0,3-1-454,0-1 0,0-1 0,1-1 0,-1-2 0,1 0 0,27-1 0,111-17-6149,-148 14 5645,81-11-7033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2.0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13481,'4'5'536,"0"0"0,-1 0 0,0 1 0,0-1 0,0 1 0,-1 0 0,0 0-1,0 0 1,0 1 0,1 9 0,-3-4 179,0 1-1,0-1 1,-1 1-1,-5 19 1,-4 49 1049,4-1 1,4 113 0,3-105-1209,7 156-456,0 62-4957,-9-278 3948,0-10-449,0-1 0,2 1 0,0-1 0,3 19 0,0-16-704,-4-16-293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2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65 510 7697,'11'-20'119,"2"-5"204,1 1-1,2 0 1,0 1 0,1 1-1,27-27 1,-36 41 68,0 1 102,0-1 0,0 2 1,1-1-1,0 1 0,16-8 1,-24 14-418,0-1-1,0 1 1,1 0 0,-1 0 0,0 1 0,0-1 0,0 0 0,1 0 0,-1 1 0,0-1 0,0 0 0,0 1 0,0-1 0,1 1 0,-1 0 0,2 1 0,1 0 158,-3-2-175,1 1 0,0-1-1,-1 1 1,1 0 0,-1 0 0,1-1 0,-1 1-1,0 0 1,1 0 0,-1 0 0,0 1 0,0-1 0,0 0-1,0 0 1,0 1 0,0-1 0,0 0 0,0 1-1,0-1 1,1 4 0,-2-2 27,1 1 0,-1 0 0,0-1 0,0 1 0,0-1 0,0 1-1,-1-1 1,1 1 0,-3 5 0,0 3 167,-1 0 0,-1-1 0,0 1 1,-1-1-1,0 0 0,-13 17 0,-52 58 880,54-67-914,-26 28 224,18-21-217,1 1-1,1 1 1,2 1-1,-19 32 1,39-59-207,0 0 0,0 0 1,0 0-1,0 0 1,0 1-1,1-1 0,-1 0 1,1 1-1,-1-1 1,1 0-1,0 1 1,0-1-1,0 5 0,1-6-11,-1 0-1,1 0 1,-1 0-1,1 0 0,-1 1 1,1-1-1,-1 0 1,1 0-1,0 0 1,0 0-1,0-1 0,-1 1 1,1 0-1,0 0 1,0 0-1,0-1 0,0 1 1,0 0-1,2 0 1,4 1 4,-1 0 0,1-1 0,0 1 0,0-1 0,0-1 0,0 1 0,9-2 0,28-2-96,0-2 0,0-2 0,0-2 0,44-16 0,-73 21 32,60-18-474,-2-3 0,-1-3 0,129-72 0,-148 69 147,-2-4 0,-1-1 0,-2-2 0,-1-3-1,58-66 1,52-105 131,-96 124 759,-61 88-458,0 0 0,1-1-1,-1 1 1,0-1 0,0 1 0,1-1 0,-1 1-1,0 0 1,0-1 0,1 1 0,-1 0 0,0-1 0,1 1-1,-1 0 1,0-1 0,1 1 0,-1 0 0,1 0-1,-1 0 1,0-1 0,1 1 0,-1 0 0,1 0 0,-1 0-1,1 0 1,-1 0 0,1 0 0,-1 0 0,1 0-1,-1 0 1,1 0 0,-1 0 0,0 0 0,1 0 0,7 16 712,-5 42-511,-2-45 0,0-2-232,0 1 0,1-1 0,1 1 0,0-1 1,0 0-1,1 0 0,1-1 0,0 1 0,0-1 0,1 0 0,0 0 0,1-1 0,0 0 0,0 0 0,1 0 0,10 8 0,-2-3-670,1-2 1,1 0-1,-1 0 0,2-2 0,-1 0 1,2-1-1,34 11 0,-50-18 89,0-1-1,0 0 0,0 0 1,0-1-1,0 1 1,0-1-1,0 0 1,0 0-1,7-1 0,-4 0-444,27-2-5072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2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61 7085,'14'15'973,"-2"0"0,1 1 0,-2 1 0,-1 0 1,0 0-1,14 34 0,-17-34-665,-2 1 0,0 0 0,0 0 0,-2 0 0,0 0 0,-1 1 0,-1-1 0,-1 1 0,0-1 0,-2 1 0,0-1 0,-5 22 0,-1-16 572,-1-1 0,0 0 0,-23 38 0,30-58 6,2-8-576,1-3-260,0-1-1,0 1 0,1 0 1,0-1-1,0 1 0,1 0 0,0 0 1,1 0-1,0 1 0,0-1 0,0 1 1,1 0-1,9-11 0,11-9-108,55-48 0,-49 48-205,207-170-4419,-65 80-4034,-120 86 2176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3.2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55 203 6381,'-30'0'3511,"30"-4"-1917,2-1-818,-1 3-516,0 0 1,0-1-1,-1 1 0,1-1 0,-1 1 1,1-1-1,-1 1 0,0-1 1,0 1-1,0-1 0,0 1 0,-1-1 1,1 1-1,-2-6 0,-3-1 419,0-1-1,1 0 1,1 0-1,0 0 0,0 0 1,-1-12-1,3 20-625,1-1-1,0 1 0,0-1 0,0 1 0,0-1 1,0 1-1,0-1 0,1 1 0,-1-1 0,1 1 0,-1-1 1,1 1-1,0 0 0,0 0 0,0-1 0,1 1 1,-1 0-1,0 0 0,1 0 0,-1 0 0,1 0 1,0 0-1,0 1 0,0-1 0,-1 0 0,2 1 1,-1 0-1,0-1 0,0 1 0,0 0 0,1 0 1,-1 0-1,0 0 0,4 0 0,1 0-18,0 0 0,0 0 0,0 1 0,0 0 1,0 0-1,0 1 0,0 0 0,0 0 0,0 1 0,0 0 0,12 5 0,7 4 96,38 22 1,-58-29-122,5 2 2,0 1-1,-1 0 1,0 1 0,0 0 0,-1 1 0,0 0 0,0 0-1,-1 1 1,0 0 0,-1 1 0,12 21 0,-15-23-11,-1-1 0,1 2 0,-1-1 0,-1 0 0,0 0 0,0 1 0,-1-1 0,0 1 0,-1 0 0,0-1 0,0 1 0,-1 0 0,0-1 0,-1 1 0,0-1 0,-5 13 0,-2 2-71,-2 1 0,-1-1 0,0-1 0,-2 0 0,-1-1 0,0-1 1,-2 0-1,-30 29 0,46-48-59,15-17-82,-2 5 148,1 1-1,0 0 0,0 1 0,20-9 1,11-7-75,11-8 20,2 1-1,1 3 0,72-23 1,-119 47 120,1 2 0,0-1 0,-1 1 0,1 1 0,0 0 0,0 1 0,0 0 0,0 1 0,0 0 0,20 6 0,137 34 533,-168-42-529,0 0 0,1-1 1,-1 1-1,0-1 0,0 1 0,0-1 0,0 0 1,0 1-1,0-1 0,-1 0 0,1 0 0,0 0 0,-1 0 1,0 1-1,1-1 0,-1 0 0,0-2 0,-10-16 14,8 14-21,-1 0 1,0 1-1,0-1 0,0 1 1,0 0-1,-1 0 0,0 0 1,0 1-1,-1-1 0,1 1 1,-8-6-1,-20-10-104,-36-25-1376,63 40 618,-1 0 1,1 0-1,0-1 1,-8-10-1,8 3-4468,5 8 3738,-3-12-4858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3.3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 5188,'20'-9'1397,"-3"0"467,10 3-1264,-4 0-396,4 3-972,0 3-432,-7 3-3101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3.7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8969,'0'0'3392,"2"2"-1907,1 2-1063,1 0 0,-1 0 0,0 0-1,0 0 1,0 1 0,-1-1 0,1 1 0,-1-1 0,2 8 0,12 51 1117,-4-15-911,0-5-188,-7-22-275,0-1 0,2-1 0,0 1 1,1-1-1,15 25 0,-1 0 75,-21-44-235,0 1 0,0 0 0,0-1 0,-1 1 0,1-1 0,0 0 0,0 1 0,0-1 0,0 0 0,0 1-1,0-1 1,0 0 0,0 0 0,0 0 0,0 0 0,0 0 0,1 0 0,1 0 9,0 1-8,-1-1-1,1 0 1,-1 0 0,1 0-1,0-1 1,-1 1 0,1-1-1,-1 1 1,1-1 0,-1 0-1,1 0 1,-1 0 0,0 0 0,1 0-1,-1-1 1,0 1 0,0-1-1,0 1 1,3-4 0,40-44 40,-31 31-31,-2 5 18,0 0 0,0 1 0,2 0-1,-1 1 1,28-17 0,-34 24-30,0 1 0,0-1-1,1 1 1,-1 1 0,1-1 0,0 2 0,0-1 0,0 1 0,-1 0 0,1 0 0,1 1 0,-1 0 0,0 0-1,15 4 1,8 4-864,-1 2-1,51 24 0,3 0-9335,-65-28 3542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4.5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58 214 9609,'2'-2'1991,"5"-9"74,0 0-1,-1-1 1,9-21-1,-2 2-881,-3 8 625,0 0 1,10-45 0,-36 102-961,3-9-656,-9 44 111,2 1 1,4 1 0,-7 74 0,-12 174 136,33-253-410,2 0 1,17 123-1,-16-179-61,1 0-1,1 1 0,5 15 0,-6-22-12,0 0 0,0 0-1,1 0 1,-1 0 0,1-1-1,0 1 1,0-1 0,0 0 0,1 0-1,-1 0 1,6 3 0,-1-1-48,1 0 1,0-1 0,0-1-1,1 1 1,-1-1-1,1-1 1,0 0 0,-1 0-1,1-1 1,0 0-1,0-1 1,0 0 0,11-1-1,22-4-311,73-18 0,-71 13 231,60-12-131,1 5 0,115-5 0,-72 20 196,71-2-1010,-206 4 1011,0-1 0,-1-1 0,1 0-1,0-1 1,-1 0 0,1-1 0,-1 0-1,0-1 1,0-1 0,-1 0 0,0-1-1,0 0 1,0-1 0,10-9 0,-8 5 24,-1 0 1,-1-2-1,0 1 0,-1-1 1,18-30-1,15-22-126,-42 63 177,6 5-11,-3 1 43,25-2-39,-25-1 41,1 0 0,-1-1 0,0 0 1,-1 0-1,1 0 0,0-1 0,0 1 1,0-1-1,-1 0 0,1 0 0,-1-1 1,6-3-1,3-4 132,-1-1 0,17-17 1,-17 14 74,-9 12-197,-1 0 1,0 1 0,0-1 0,1 0 0,-1 1-1,1 0 1,-1-1 0,1 1 0,0 0-1,0 0 1,-1 1 0,1-1 0,0 0-1,0 1 1,0 0 0,0 0 0,-1 0-1,1 0 1,0 0 0,5 1 0,3 2 16,0 0-1,0 0 1,18 9 0,-23-9-22,25 11 28,-2 1 0,0 1 0,-1 2 0,37 29 0,-49-33-42,0 0 0,-1 1 0,0 1 0,-1 0 0,-1 1-1,-1 0 1,17 32 0,-28-46 0,0 0 0,1 0 0,-2 0 0,1 1 0,0-1 0,0 0 0,-1 0 0,0 1 0,0-1 0,0 0 0,0 1 0,0-1 0,-1 0 0,1 0 0,-1 1 0,0-1 0,0 0 0,0 0 0,-1 0 0,-1 4 0,-1-1-16,0 1 0,-1-1 1,0 0-1,0 0 0,0 0 0,0-1 0,-8 6 0,-9 4-254,-2 0 0,0-2 1,-1 0-1,0-2 0,0-1 1,-30 8-1,-49 21-6640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4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398 32 7101,'2'-31'3152,"-6"41"2117,-9 35-3297,-107 299 3432,-32 180-2270,119-367-3562,-13 184 0,27-177-1693,16-137 987,-6 62-716,9-78-557,0 1 0,1-1 0,3 15 0,-1-14-5052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5.9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133 654 5256,'6'-3'405,"0"0"0,0 1-1,0-1 1,0 1 0,0 1-1,1-1 1,-1 1-1,1 0 1,-1 0 0,1 1-1,-1 0 1,1 0-1,0 0 1,-1 1 0,1 0-1,-1 0 1,0 1-1,1 0 1,6 3 0,37 22 1155,-48-25-1473,0 0 0,1 0 1,-1 1-1,0-1 0,0 1 0,0-1 1,-1 1-1,1 0 0,0 0 0,-1-1 1,0 1-1,0 0 0,0 0 0,0 0 1,0 1-1,-1-1 0,1 0 1,-1 0-1,0 0 0,0 0 0,0 1 1,0-1-1,-1 0 0,1 0 0,-1 0 1,0 0-1,-2 5 0,0 0 29,-1-1-1,0 0 1,0 0-1,-1 0 1,0-1-1,0 1 1,-1-1-1,0-1 1,0 1-1,-12 8 1,-10 5 218,-41 21 0,14-10-102,29-15-143,18-11-87,0 0 1,1 0 0,0 0-1,0 1 1,0 0 0,1 0-1,-1 0 1,1 1 0,0 0-1,1 1 1,0-1 0,-8 12-1,13-17-18,0 0-1,0-1 0,-1 1 0,1 0 0,0 0 1,0 0-1,0-1 0,0 1 0,0 0 0,0 0 1,0-1-1,0 1 0,0 0 0,0 0 0,1 0 1,-1-1-1,0 1 0,0 0 0,1 0 0,-1-1 1,0 1-1,1 0 0,-1-1 0,1 1 0,-1-1 1,1 1-1,-1 0 0,2 0 0,26 15-422,-16-12 141,1 0 1,26 3 0,-9-4-141,-1-2 0,1-1 0,-1-1 1,1-2-1,-1-1 0,0-1 0,49-16 1,-37 7 54,-2-1 0,0-3 0,0-1 0,59-40 0,-81 47 423,0-1-1,-1 0 1,-1-1-1,0 0 1,-1-2-1,-1 1 1,-1-2 0,13-21-1,-22 34 28,-1-1 0,0 1-1,0-1 1,0 0 0,-1 0 0,0 0-1,1-6 1,1-3 93,-3 11-121,1 1 0,-1-1 0,0 1 0,0-1 0,0 0 0,0 1 0,0-1-1,-1 1 1,0-5 0,0-1 60,1 5 11,4-6 27,-4 8-131,0 1-1,0-1 1,0 0-1,1 0 1,-1 1-1,0-1 1,0 0-1,0 0 1,1 1-1,-1-1 1,0 0-1,1 1 0,-1-1 1,0 0-1,1 1 1,-1-1-1,1 1 1,-1-1-1,1 1 1,0-1-1,-1 1 1,1-1-1,-1 1 1,1-1-1,0 1 1,-1 0-1,1-1 1,1 1-1,165 11 193,-159-11-188,-1 0-1,0 0 1,0-1-1,1 0 0,-1-1 1,0 0-1,0 0 1,0 0-1,-1-1 0,1 0 1,-1 0-1,1-1 1,-1 1-1,0-2 1,0 1-1,-1 0 0,1-1 1,-1 0-1,0-1 1,0 1-1,-1-1 0,1 0 1,-1 0-1,5-12 1,13-28 207,-16 31-113,0 0 0,1 1 1,1 0-1,12-16 0,-18 29-98,0 0-1,0 0 1,0 0-1,1 0 0,-1 1 1,0-1-1,0 1 0,1-1 1,-1 1-1,0 0 0,1 0 1,-1 0-1,0 0 1,1 0-1,-1 1 0,0-1 1,1 0-1,-1 1 0,0 0 1,0 0-1,3 1 0,2 3 15,1 0 0,-1 1 0,0 0 0,-1 1 0,1-1-1,-1 1 1,0 0 0,6 12 0,-1-1 33,-1-1-1,12 30 1,-20-40-40,0 0 1,0 0-1,-1 1 0,0-1 0,0 1 1,0-1-1,-1 0 0,0 1 1,-1-1-1,0 1 0,-3 12 0,-1 0 22,-1-1 0,-15 31-1,20-47 325,3-2-261,2 0-87,0-1 1,-1 1-1,1-1 0,0 0 1,0 0-1,-1 0 0,1 0 1,0-1-1,-1 1 0,1-1 0,-1 0 1,1 0-1,0-1 0,-1 1 1,0-1-1,1 1 0,-1-1 0,0 0 1,0 0-1,0-1 0,4-3 1,9-7 21,-1-1 0,23-27 0,-25 25-37,-1 0-1,-1 0 0,0-2 1,-1 1-1,-1-1 0,-1-1 1,11-36-1,31-124 53,-49 176-52,-1 0 1,1 0-1,0 0 0,1 1 1,-1-1-1,0 0 0,1 1 1,-1-1-1,1 1 0,0 0 1,0 0-1,0-1 0,0 1 1,0 0-1,0 0 0,1 1 1,-1-1-1,1 0 1,-1 1-1,5-2 0,-5 5 8,0-1 0,-1 1 0,1 0 0,0 0-1,-1 0 1,1 0 0,-1 0 0,1 0 0,-1 0 0,0 1 0,0-1-1,1 3 1,-1 7-4,1 1 1,-2-1-1,0 0 0,0 1 0,-1-1 1,-1 0-1,0 1 0,-7 21 0,9-34 0,-5 18-31,-1-1 1,-11 26-1,16-41 25,-1 1 0,1-1 0,1 1-1,-1-1 1,0 1 0,1-1 0,-1 1 0,1 3-1,-1 1-31,0-4-64,24 0-243,-21-2 318,-1 0-1,1-1 1,0 0 0,-1 1-1,1-1 1,0 0-1,-1 0 1,1 0-1,0 0 1,-1 0-1,1 0 1,0-1-1,-1 1 1,1 0-1,0-1 1,-1 0 0,1 1-1,-1-1 1,2-1-1,12-5-216,8-4-130,-1-2 1,-1 1-1,36-30 1,-54 39 210,-23 9 142,16-4 23,-1 0 0,0 0-1,1 0 1,-1 0 0,1 1 0,-1 0 0,1 0-1,0 0 1,1 1 0,-1-1 0,-6 8 0,2 0 33,0 0 0,0 0 1,-6 14-1,12-20-28,0-1-1,0 0 0,0 1 1,0 0-1,1-1 0,0 1 1,0 0-1,0-1 0,1 1 1,0 0-1,0 0 0,0 0 1,0-1-1,1 1 0,0 0 1,-1 0-1,2-1 0,1 7 1,-1-8-8,0 1 1,0 0-1,0-1 1,1 0-1,-1 1 1,1-1-1,0 0 1,0 0-1,0-1 1,0 1-1,0-1 1,1 1-1,-1-1 1,1 0-1,-1 0 1,1 0-1,0-1 1,0 0-1,0 1 1,0-1-1,4 0 1,7 1-68,-1 0 0,1-1 0,0-1 0,-1-1 0,1 0 0,-1 0 0,1-2 0,-1 0 0,0 0 0,0-1 1,0-1-1,0-1 0,-1 0 0,20-12 0,-5 0 195,-1-1-1,-1-2 1,-1 0 0,-1-2-1,32-38 1,-27 32 390,-26 27 31,-29 7-174,17-2-334,-1 1 1,1 1-1,0 0 1,1 0-1,-1 1 1,1 0-1,-13 12 1,-53 58 64,56-57-42,3-2-61,0 1 0,1 0-1,-14 24 1,26-39-87,7-5-1266,0 1 1143,0-1 0,0 0 0,0 0 0,0-1 0,0 0 0,-1 1 0,6-6 0,-9 8 133,12-12-158,-1 1 0,-1-2-1,0 1 1,0-2 0,-1 1 0,15-30-1,3-1-62,59-85-68,157-214 3188,-236 333-2334,1-1 1,1 2-1,-1-1 0,20-13 0,-29 23-465,1 0 0,-1 0 0,0-1 0,0 1 1,0 0-1,0 0 0,0 0 0,0 0 0,0 0 0,0 0 0,0 0 0,1 0 0,-1 0 0,0 0 0,0 0 0,0 0 0,0 0 0,0 0 0,0 0 0,0 0 0,1 0 0,-1 0 0,0 0 0,0 0 0,0 0 0,0 0 0,0 0 0,0 0 0,0 0 0,1 0 0,-1 0 0,0 0 0,0 0 0,0 0 0,0 0 0,0 1 0,0-1 0,0 0 0,0 0 0,0 0 0,0 0 0,1 0 0,-1 0 0,0 0 0,0 0 0,0 0 0,0 1 0,0-1 0,0 0 0,0 0 0,0 0 0,0 0 0,0 0 0,0 0 0,0 0 0,0 1 0,0-1 0,3 6 110,0 0 0,-1 0-1,1 0 1,-1 1 0,0-1 0,-1 1-1,0-1 1,0 1 0,0 0 0,-1-1-1,0 1 1,0 0 0,-2 12-1,-4 11 92,-16 54 0,7-33-218,-44 137-3162,8-65-3949,24-64 856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36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683 0 11045,'4'10'835,"-1"1"0,0-1 0,0 0 0,-1 1 0,-1 0 0,0-1 0,0 1 0,-2 14 0,3 24 749,23 99 1599,-8-58-1958,29 151 750,32 233 192,-73-413-2003,-2 1 0,-3-1 0,-3 0 1,-3 0-1,-23 109 0,23-147-291,-2 0 1,0 0 0,-1-1-1,-2 0 1,0-1 0,-1 0-1,-1-1 1,-1-1 0,-32 36 0,26-36-425,-1 0 0,-1-1 0,0-1 0,-2-2 0,0 0 1,0-1-1,-1-1 0,-36 12 0,-27 2-4259,-111 20 1,184-44 4050,-140 30-9337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42.6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7476 1835 29146,'-2'72'0,"-7"0"0,-6 0 0,-5 0 0,-5-2 0,-7 1 0,-5-1 0,-6-1 0,-5-1 0,-5-1 0,-6-1 0,-5-1 0,-5-2 0,-5-1 0,-6-1 0,-3-2 0,-6-1 0,-4-3 0,-5-1 0,-3-2 0,-5-2 0,-4-2 0,-3-2 0,-4-3 0,-4-2 0,-2-2 0,-4-2 0,-2-3 0,-3-3 0,-3-2 0,-2-3 0,-1-2 0,-3-3 0,-1-3 0,-1-2 0,-2-4 0,0-2 0,-1-3 0,-1-3 0,1-2 0,-1-4 0,0-2 0,1-3 0,1-3 0,1-2 0,0-4 0,2-2 0,2-3 0,1-3 0,2-2 0,3-3 0,2-2 0,2-3 0,4-3 0,2-2 0,4-2 0,3-2 0,3-3 0,5-2 0,3-2 0,4-2 0,5-2 0,3-1 0,6-3 0,4-1 0,5-2 0,5-1 0,4-1 0,6-2 0,6-1 0,4-1 0,6-1 0,5-1 0,6-1 0,6-1 0,5 1 0,6-2 0,6 0 0,5 0 0,6 0 0,6 0 0,6 0 0,5 1 0,6-1 0,6 1 0,5 1 0,6 0 0,6 1 0,5 1 0,6 1 0,4 1 0,6 1 0,6 2 0,4 0 0,5 3 0,5 1 0,4 1 0,6 2 0,3 3 0,5 1 0,4 2 0,3 2 0,5 2 0,3 3 0,3 1 0,4 3 0,2 3 0,4 2 0,2 3 0,2 2 0,3 2 0,2 4 0,1 2 0,2 3 0,2 2 0,0 4 0,1 2 0,1 3 0,1 2 0,0 4 0,-1 2 0,1 4 0,-1 2 0,-1 3 0,0 2 0,-2 4 0,-1 2 0,-1 3 0,-3 2 0,-1 4 0,-2 2 0,-3 2 0,-3 3 0,-2 2 0,-4 3 0,-2 3 0,-4 1 0,-4 3 0,-3 2 0,-4 2 0,-5 2 0,-3 1 0,-5 3 0,-4 2 0,-6 1 0,-3 1 0,-6 3 0,-5 0 0,-5 2 0,-5 1 0,-6 1 0,-5 1 0,-5 1 0,-6 1 0,-5 0 0,-7 1 0,-5 1 0,-5-1 0,-6 1 0,-7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49.9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618 225 6781,'-1'-3'2092,"-7"-30"3407,7 25-4631,0 1 0,-1 0 0,0 0 0,0 0-1,-4-8 1,-9-16 900,10 21-1077,1 0 0,-2 1 0,1 0-1,-14-16 1,16 22-557,0 0 0,0 0-1,-1 0 1,1 1 0,-1-1-1,0 1 1,1 0 0,-1 0-1,0 1 1,0-1 0,0 1-1,-1 0 1,1 0 0,0 0-1,0 0 1,-7 1 0,-9 0 22,-1 1 0,1 0 0,-1 2 0,1 1 0,0 0 0,0 1 0,0 2 0,-34 15 0,28-9-66,1 0-1,0 2 1,1 1 0,1 1 0,-41 37 0,57-46-75,-1 0 0,2 0 0,-1 1 0,1 0 0,0 0 1,1 0-1,0 1 0,-7 19 0,11-26-27,0 0 1,1 0-1,-1 0 0,0 0 0,1 0 1,0 0-1,-1 0 0,1 0 0,1 0 1,-1 0-1,0 0 0,1 0 0,-1 0 1,1 0-1,0 0 0,0 0 0,0 0 0,1 0 1,-1-1-1,1 1 0,-1 0 0,1-1 1,0 1-1,0-1 0,0 0 0,0 1 1,0-1-1,1 0 0,-1 0 0,1-1 1,-1 1-1,1 0 0,0-1 0,0 0 1,3 2-1,9 2-79,0 0 1,0-1-1,0 0 1,0-1-1,0-1 1,1-1-1,-1 0 0,1-1 1,-1 0-1,23-4 1,16-6-416,88-28 0,15-3-373,-139 40 840,0 0 1,1 2-1,-1 0 0,0 1 0,31 7 1,1-1 2,-11-3 90,0-1 0,53-3 0,-77-2-37,0 0 1,0-1-1,-1-1 0,1 0 1,-1-1-1,0 0 1,0-2-1,0 1 1,18-12-1,-25 13-22,0-1-1,-1 0 0,1 0 1,-1 0-1,-1-1 1,1 0-1,-1 0 1,0 0-1,0-1 1,-1 1-1,1-1 1,-2 0-1,1-1 0,-1 1 1,4-14-1,-2 11-8,-2 0-1,1-1 1,-1 1-1,-1-1 1,0 0-1,0 0 1,-1 0-1,0-19 1,-1 28 5,0 1 0,0-1 0,-1 0 0,1 0 1,0 0-1,0 0 0,-1 0 0,0 0 1,1 0-1,-1 0 0,0 1 0,0-1 0,0 0 1,0 0-1,0 1 0,0-1 0,0 1 0,0-1 1,-1 1-1,1 0 0,-1-1 0,1 1 0,-1 0 1,-2-1-1,2 1 2,0 1 0,-1-1 0,1 1 0,-1 0 0,1 0-1,-1 0 1,1 0 0,0 1 0,-1-1 0,1 0 0,-1 1 0,1 0 0,0 0 0,-1 0 0,1 0 0,-3 2 0,-3 1-43,0 1 0,0 1-1,1-1 1,-1 1 0,1 0 0,1 1-1,-1 0 1,1 0 0,-6 11 0,-15 39-332,28-55 365,-1 0-1,1 0 1,0-1-1,0 1 1,-1 0-1,1-1 1,0 1-1,1-1 1,-1 1-1,0-1 1,0 1-1,1-1 1,-1 0-1,0 0 1,4 2-1,5-4 49,0 0 0,-1-1-1,1-1 1,0 1 0,-1-2-1,0 1 1,0-1 0,16-10-1,-22 13 26,0-1 0,0 1 0,0-1 0,1 1 0,-1 0 0,0 0-1,6 0 1,-2-1 83,-6 2-108,0 0-1,1 0 1,-1 0 0,0 0 0,0 0 0,0 0 0,0 1 0,0-1 0,0 0-1,0 0 1,0 1 0,0-1 0,0 1 0,0-1 0,-1 1 0,1-1 0,0 1-1,0-1 1,0 1 0,1 1 0,0 0 74,3 1-44,-1 0 0,1 1 0,-1-1 0,0 1 1,0 0-1,-1 0 0,1 0 0,-1 0 0,0 1 0,0-1 0,0 1 0,0 0 0,-1 0 1,0 0-1,2 7 0,3 12 85,-2 0-1,4 29 1,-2-13-19,-2-4-170,-1 1 1,-2-1-1,-1 0 0,-8 69 0,-1-52-420,-2-1 0,-26 83 0,-11-28 559,46-104 246,-3-18-127,3 14-212,1 0-1,-1-1 1,1 1 0,-1 0-1,1 0 1,0-1-1,0 1 1,-1 0-1,1 0 1,0-1-1,0 1 1,0 0-1,0-1 1,0 1-1,1 0 1,-1-2-1,22-32-11,49-53-1001,91-86-1,35-35-282,-153 155 1142,-2-2 1,39-68-1,-75 113 271,0 0 0,0 0 0,-1-1 0,-1 0 0,0 0 0,-1-1 0,0 1 0,-1-1 0,0 1-1,-1-1 1,0 0 0,-2-18 0,0 30-79,1 0 0,-1 0 1,1 0-1,-1 1 0,1-1 0,-1 0 0,1 1 0,-1-1 0,0 0 0,0 1 0,1-1 0,-1 1 0,0-1 1,0 1-1,1 0 0,-1-1 0,0 1 0,0 0 0,0-1 0,0 1 0,0 0 0,0 0 0,1 0 1,-1 0-1,0 0 0,0 0 0,-1 0 0,-1 0 104,-4-1-25,0 2 0,1-1 0,-1 1 0,0 0 0,1 1-1,-1-1 1,0 1 0,1 0 0,0 1 0,-1 0 0,1 0 0,0 0-1,1 1 1,-1 0 0,0 0 0,1 0 0,0 1 0,0-1 0,-5 7-1,-4 5 150,1 0-1,0 1 1,1 0-1,1 1 1,-12 23-1,17-28-165,0 1-1,1 0 1,0 0-1,1 0 1,1 0 0,0 1-1,1 0 1,1-1 0,0 1-1,1 0 1,2 22-1,0-29-121,0 1 0,0-1 0,0 0-1,1 0 1,0 0 0,1 0-1,0 0 1,0-1 0,0 1-1,1-1 1,1 0 0,-1-1-1,1 1 1,0-1 0,0 0 0,1-1-1,-1 1 1,1-1 0,1-1-1,-1 1 1,10 3 0,12 4-766,0 0 1,1-3-1,0 0 1,1-2-1,-1-1 1,34 1 0,-34-5-973,0-1 0,0-1 1,46-8-1,-11-3-4027,5 2-3263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50.5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16241,'14'2'1030,"-1"0"549,0 0 6881,-13 20-5727,2 81-262,-3 83-2433,-1-114-2145,3-46-60,-2 0 1,-5 38-1,-7 7-8347,13-47 67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50.8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215 16 10429,'11'-16'3137,"-19"21"2398,-11 15-672,7-5-5508,-2 5 1151,-28 41 739,-62 118-1,100-170-1205,0 0 0,0 0 0,1 0 0,0 0 0,0 0-1,1 1 1,1-1 0,-1 1 0,2 0 0,-1-1 0,1 1 0,1 0 0,0-1 0,0 1 0,1 0 0,0-1 0,0 0 0,1 1 0,1-1 0,6 14 0,1-6 2,1 0 0,0 0 1,1-2-1,1 1 0,0-1 0,1-1 1,1-1-1,23 16 0,0-4-15,-14-10 0,0 2 1,22 19-1,-45-34-24,3 2-52,-1 0-1,0-1 1,0 1 0,-1 1-1,1-1 1,-1 0-1,4 7 1,-7-9-29,1-1 0,-1 0-1,0 1 1,1-1 0,-1 0 0,0 1-1,0-1 1,0 0 0,0 1 0,-1-1 0,1 0-1,0 1 1,-1-1 0,1 0 0,0 1-1,-1-1 1,1 0 0,-1 0 0,0 1 0,0-1-1,1 0 1,-1 0 0,0 0 0,0 0-1,0 0 1,0 0 0,0 0 0,0 0-1,0-1 1,0 1 0,-1 0 0,1 0 0,0-1-1,0 1 1,-2 0 0,-5 2-804,1 0 0,-1-1 1,0 0-1,1 0 0,-1-1 0,0 0 0,-13 1 1,-7 0-4847,9 1-2851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51.0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37 11597,'0'0'2128,"16"6"-236,1-3 965,3-9-1953,4 0-144,-1-1-208,4 4-344,-7 0-560,0-6-836,3 6-984,1-3-2909,-4 3-4040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59.4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470 263 4772,'-8'-43'1144,"8"42"-1077,-1 0 0,1 0 1,0 1-1,0-1 0,-1 0 0,1 0 1,0 0-1,0 0 0,0 0 0,0 1 1,0-1-1,0 0 0,1 0 0,-1 0 1,0 0-1,0 0 0,1 1 0,-1-1 1,0 0-1,1 0 0,-1 1 0,1-1 1,-1 0-1,1 0 0,-1 1 0,1-1 1,-1 0-1,1 1 0,1-2 0,-1 2 65,-1 0 0,1-1 0,-1 1 0,1-1 0,-1 1 0,1-1 0,-1 1 0,1-1-1,-1 0 1,1 1 0,-1-1 0,0 0 0,1 1 0,-1-1 0,0 0 0,0 1 0,0-1 0,1 0-1,-1 1 1,0-1 0,0 0 0,0-1 0,0-10 487,1 0 0,1 0 0,0 0 0,0 0 0,1 0 0,1 1 0,0-1 0,7-13 0,-1-4 2574,-9 26-2997,-1 0 1,1 0-1,0 0 0,1 0 1,-1 1-1,0-1 0,1 0 1,2-3-1,-2 4 1193,-18 13-1237,-105 57 96,20-14-226,61-27-13,2 0-1,0 3 0,3 1 1,0 1-1,-46 57 0,79-86-7,-1 1-1,0-1 1,1 1-1,0-1 1,-1 1-1,2 0 1,-1 0-1,0 0 1,1 0-1,0 0 1,-1 1-1,0 7 1,2-10 0,1 0 1,-1 1-1,0-1 0,1 0 0,-1 0 1,1 0-1,-1 0 0,1 0 1,0 0-1,0 0 0,0 0 1,0 0-1,0 0 0,1 0 1,-1-1-1,1 1 0,-1-1 1,1 1-1,-1-1 0,1 1 1,0-1-1,-1 0 0,1 0 1,0 0-1,0 0 0,4 2 0,12 4-1,0-1-1,0-1 0,1 0 0,0-2 0,37 4 0,105-7 8,-82-1 8,12 1-51,286-7-768,-364 7-39,16-1 725,-20-1-3375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39:59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12 140 6697,'-12'4'3029,"14"-15"796,1-7 1531,1 17-5025,-1-1 0,0 1 0,0-1 0,1 1 0,-1 0 0,1 0 0,5-1 0,254-20 1648,-35 4-3117,-4-17-4213,-134 17-82,0 8-3195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04.9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184 202 3528,'-51'-32'4528,"49"31"-3386,1-1-1006,0 0 0,-1 0 0,1 0-1,0 0 1,-1 1 0,1-1 0,-1 0 0,0 1 0,1-1-1,-1 1 1,-2-2 0,-5-4 908,1 0-596,3 3-11,0-1 1,0 1-1,1-1 1,-1 1-1,1-1 1,1 0-1,-1-1 1,1 1-1,-6-12 1,4 7 289,0-1 1,0 1 0,-2 1-1,1-1 1,-11-11 0,15 19 87,4 20-464,0-1 0,0 1 0,2-1 0,0 1 0,1-1 0,8 17 0,6 23 498,3 7-119,2 0 0,36 64 1,76 118 265,-70-131-702,473 776 726,414 631-502,-539-736-462,-395-740 300,2-1 0,2 0 0,2-2 0,39 51 0,-62-92-300,1 1 0,0-1 0,0 0 1,0 0-1,0 0 0,0-1 0,0 1 0,0-1 0,1 1 1,-1-1-1,1 0 0,4 0 0,19 4-56,-21-7 0,-2-1 0,5 3 0,-41 12 0,15-8 0,-3 3 0,17-3 0,3-3 0,-1 0 0,1-1 0,0 1 0,-1 0 0,1 0 0,-1 0 0,0 0 0,1 0 0,-1-1 0,0 1 0,1 0 0,-1 0 0,0-1 0,0 1 0,0-1 0,0 1 0,1-1 0,-1 1 0,0-1 0,0 1 0,0-1 0,-1 1 0,-4 0 0,5-1 0,-1 0 0,1 1 0,-1-1 0,1 0 0,-1 1 0,1-1 0,0 1 0,-1 0 0,1-1 0,0 1 0,-1 0 0,1 0 0,0 0 0,0 0 0,0 0 0,-1 1 0,-46 51 0,37-42 0,9-6 0,2 1 0,6 23 0,-3-17 0,1-1 0,0 0 0,1 0 0,0 0 0,1-1 0,9 13 0,6 14 0,140 251 0,200 326 0,-347-597-1,-7-8-22,0 0-1,0 1 0,8 15 1,-14-22-590,-4-8-659,-16-26-763,-26-32 0,20 31-1006,-24-43 0,20 22-3594,2-2-4381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05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10 8197,'0'0'9675,"1"3"-9217,7 13-323,1-1 0,0 0 0,1-1 0,1 0 0,0-1 0,1 0 0,0-1 0,1 0 0,23 17 0,-17-17-116,0 0 0,1-1 1,0-1-1,0-1 1,1-1-1,0-1 1,29 6-1,-28-9-55,0-1 0,-1 0 0,1-2-1,0-1 1,0 0 0,0-2 0,33-6 0,-38 4 37,-1 0 0,0-1 1,1-1-1,-2-1 0,1 0 1,-1-1-1,0-1 0,-1 0 1,0-1-1,13-12 0,-11 8 263,0 0-1,-2-1 1,0-1-1,-1 0 0,0-1 1,-1 0-1,14-29 0,-25 44-29,17 20 187,-12-7-363,1 1 0,-2-1 0,0 1 0,0 0 0,-1 1 1,-1-1-1,0 0 0,2 14 0,1 3 33,25 115 195,-6 0-1,8 216 1,-31-277-235,-4 1 0,-4-1 0,-3-1 0,-4 1 0,-45 149 0,-29-15 2225,85-214-2140,0 1 0,0-1-1,0 0 1,0 0 0,-1 0 0,1 0-1,-4 2 1,4-3 275,2-4-370,0 0 0,0 1 0,0-1-1,1 0 1,-1 0 0,1 1 0,-1-1 0,1 0 0,-1 1 0,1-1 0,0 0 0,1-1-1,2-6 42,10-23 39,1 0-1,38-58 1,53-55-1424,-13 20-967,85-140-7138,-156 233 6988,45-70-8042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06.3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0 625 9509,'2'-2'1631,"31"-40"3454,-26 34-4668,0 0 1,0-1 0,-1 0-1,0 0 1,0-1 0,8-19-1,11-35 67,-24 61-483,-14 21 50,10-12-63,0 0 1,0 0-1,1 0 1,0 1-1,0-1 1,0 0-1,1 1 1,0 0-1,0-1 1,1 8-1,-1 3-7,2 0 0,3 28 0,7-8-246,-10-36 268,-1 0-1,1-1 1,-1 1-1,1 0 1,0 0-1,-1 0 1,1-1-1,0 1 1,0-1-1,-1 1 1,1 0-1,0-1 1,0 1 0,0-1-1,0 0 1,0 1-1,0-1 1,0 0-1,0 1 1,1-1-1,1 1 8,-1 0-12,-1 0 0,0 0 0,1-1 1,-1 1-1,0 0 0,1-1 0,-1 1 0,1-1 0,-1 0 0,1 1 0,-1-1 0,1 0 0,-1 0 0,1 0 0,-1 0 0,1 0 0,0 0 0,-1 0 0,1-1 0,-1 1 0,1 0 0,-1-1 0,0 1 0,1-1 0,-1 0 0,1 1 0,-1-1 0,0 0 0,3-2 0,10-6 22,-1-1-1,0 0 0,0-1 1,-1-1-1,0 0 1,11-16-1,60-90 265,-53 73-77,114-162 593,0 26 847,-134 170-1436,-14 18-141,-6 11 1964,27-2-1383,-14-14-533,51 49 1049,67 79 1,-95-97-1001,-1 1 1,-1 1 0,35 72 0,-51-90-239,-1 0 0,-1 0 0,-1 1 0,-1 0 0,0 0 0,-1 0 0,-1 1 0,-1-1 0,0 1 0,-2-1 0,0 0 0,-1 1 0,0-1 0,-2 0 0,0 0 0,-1 0 1,-1-1-1,-1 1 0,0-1 0,-1-1 0,-1 0 0,-1 0 0,0 0 0,-1-2 0,0 1 0,-20 18 0,0-6-816,-2-1 0,-1-1 0,-1-2 0,-74 37 0,-166 53-6168,183-78 3130,-29 12-4163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03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5378 36 4252,'0'0'6816,"-2"-1"-5995,-5-1-1405,6 2 838,0 0 0,0-1 0,0 1-1,0 0 1,0-1 0,0 1 0,0 0-1,0-1 1,0 0 0,0 1 0,0-1-1,0 0 1,0 1 0,0-1 0,-1-1-1,2 0 27,1 1-1,-1-1 0,0 1 0,0-1 0,1 1 0,-1-1 1,1 1-1,-1-1 0,1 1 0,0-1 0,0 1 0,-1 0 1,4-4 2358,-23 16-1909,-289 213 3237,-329 248-769,-200 330-1161,76 72-1178,10 66-505,22 21-358,-120 48 5,745-898 0,-109 103 0,203-205 0,-1-1 0,0 0 0,-1 0 0,1-1 0,-22 9 0,31-16 0,1 1 0,-1-1 0,0 1 0,1-1 0,-1 0 0,0 0 0,1 0 0,-1 0 0,0 0 0,1-1 0,-1 1 0,0 0 0,1-1 0,-1 1 0,0-1 0,1 1 0,-1-1 0,1 0 0,-1 0 0,1 0 0,-1 0 0,1 0 0,0 0 0,-1 0 0,1 0 0,0-1 0,0 1 0,0 0 0,0-1 0,0 1 0,0-1 0,0 1 0,0-3 0,-2-1 0,0-1-1,1 1 1,0-1-1,0 1 1,1-1-1,0 0 0,0 1 1,-1-10-1,4-9-24,1 1-1,1-1 1,1 1-1,1 0 1,16-40-1,8-31-339,-20 58-701,21-54 0,-18 62-787,1 1 0,23-36 1,-6 9-1526,-24 39 1211,2 0 0,-1 0 0,16-17 0,14-5-7357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07.0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118 280 7453,'-17'-100'6809,"15"90"-6067,0 0 0,0 0 0,-1 0 0,-1 0 0,0 0 0,-8-15 0,-13-34 2132,14 26-2190,9 30-216,-11 28 1020,8-15-1307,2 0 0,0 0 0,0 0 0,1 1 0,0-1 0,0 1 0,1 18 0,8 82 573,-2-60-532,6 33-813,4-1 0,3-1 0,30 81-1,-20-70-1508,0-4-532,-3-13-1348,-10-24-1751,-3-10-1871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07.3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40 6233,'0'-1'86,"-1"1"1,0-1 0,1 1-1,-1-1 1,1 0 0,-1 1-1,1-1 1,0 0 0,-1 1-1,1-1 1,-1 0 0,1 1 0,0-1-1,0 0 1,-1 0 0,1 0-1,0 1 1,0-1 0,0 0-1,0 0 1,0 0 0,0 1 0,0-1-1,0 0 1,0 0 0,1 1-1,-1-1 1,0 0 0,0 0-1,1 1 1,-1-1 0,0 0-1,1 0 1,-1 1 0,1-1 0,-1 0-1,1 1 1,-1-1 0,1 1-1,-1-1 1,1 1 0,0-1-1,-1 1 1,2-1 0,4-5 671,0 4 461,11 3-838,0 1 0,0 1 0,0 0 0,-1 2 0,0 0 0,0 0 0,0 2 0,-1 0 0,0 1 0,23 15 0,16 14-44,69 62 0,-65-45-561,-37-32-67,2-1-1,27 19 0,-47-40 271,0-1-1,-1 1 0,1 0 0,0-1 0,0 0 0,-1 0 0,1 0 1,-1 0-1,5-2 0,-2-1 51,0 0 1,0-1-1,-1 1 1,0-1-1,1 0 1,-2 0-1,1-1 1,-1 1-1,0-1 1,5-10-1,6-10 248,-6 13-166,-5 5-75,1 2-1,0-1 1,0 0 0,1 1 0,-1-1 0,1 1-1,1 1 1,-1-1 0,1 1 0,0 0-1,0 0 1,1 0 0,-1 1 0,11-5 0,-9 7-665,0 1 0,-1 0 1,1 0-1,1 1 1,-1-1-1,0 2 1,0-1-1,0 1 1,12 3-1,-5-1-2459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07.5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17 7117,'-16'-16'6121,"15"29"324,1 16-6934,-5 170 327,5-64-3487,0-46-1703,2-31-1695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07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151 107 5629,'-12'13'523,"7"-8"-210,0 0 0,0 0 0,0 1 0,1-1 0,0 1 0,0 0 0,1 0 0,-4 9 0,-2 5 1406,2 0 0,-10 40-1,13-42-1257,2 0 0,0 1 1,1-1-1,1 0 0,1 1 0,4 29 0,0-22-140,0 0-1,2-1 1,13 34 0,-15-49-256,-1 0-1,1 0 1,1-1 0,-1 1 0,2-1 0,-1 0 0,1-1 0,1 0-1,-1 0 1,17 13 0,-17-17-38,-1-1 0,1 1-1,0-1 1,0 0 0,0-1-1,1 0 1,-1 0 0,0 0-1,1-1 1,0 0 0,-1-1 0,1 1-1,-1-1 1,1-1 0,0 0-1,-1 0 1,1 0 0,-1-1-1,0 0 1,13-6 0,-9 4 10,-1-1 1,0 0 0,0-1-1,0 0 1,-1-1-1,0 0 1,0 0-1,-1-1 1,1 0 0,-2-1-1,1 0 1,-2 0-1,9-12 1,-10 10-11,0 0 0,-1 0 1,0 0-1,-1-1 0,0 1 1,-1-1-1,0 0 0,-1 1 0,0-1 1,-1 0-1,0 0 0,-1 0 1,-3-19-1,-3 0-19,-1 1 0,-1 0 0,-25-54 1,26 65-48,-1 2 0,-1-1 0,0 1 0,-1 0 0,-1 1 0,0 1 0,-1 0 1,-1 1-1,0 0 0,-1 1 0,0 0 0,-22-12 0,31 22-80,1 0 0,-1 1-1,0 0 1,0 0 0,0 1-1,0 0 1,0 0 0,0 0-1,0 0 1,-1 1 0,1 0-1,-12 2 1,8 0-493,-1 1-1,1 0 1,0 0 0,0 1-1,1 0 1,-1 1 0,-15 10-1,-55 45-10298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11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349 39 4012,'-8'-4'1051,"19"8"3291,-13-6-3940,-18-12 702,-11-9 8069,28 25-9113,0-1 0,1 1 0,-1 0 0,1 0 0,-1 0 0,1 0 0,0 1-1,-3 2 1,5-4-59,-1 3 6,-1 1 1,0 0 0,0-1-1,-1 0 1,1 0-1,-1 1 1,-3 3 0,-3-1 43,1 0 0,-1 0 1,0-1-1,0-1 0,-11 6 1,-12 7 296,30-16 410,12 15-406,-5-12 349,-7-15-483,0 7 212,0 0-1,0 0 1,-1 1-1,1-1 1,0 1-1,-1-1 0,0 1 1,1 0-1,-6-3 1,6 4-925,0 0 2094,-18 0-1529,-28-12 534,42 11-584,3 1-13,-52-26-44,53 25 27,63 7-7189,-14 0-2190,-18-3-462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13.6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6511 1584 32025,'-3'62'0,"-4"0"0,-6 0 0,-4 0 0,-6-1 0,-4-1 0,-5 1 0,-5-2 0,-5 0 0,-5-1 0,-4-1 0,-5-1 0,-4-2 0,-5 0 0,-4-2 0,-4-1 0,-4-1 0,-4-2 0,-4-2 0,-4-1 0,-3-2 0,-3-1 0,-4-3 0,-3-1 0,-3-3 0,-2-1 0,-4-3 0,-1-2 0,-3-2 0,-3-2 0,-1-2 0,-1-3 0,-3-2 0,0-2 0,-2-3 0,-1-2 0,-1-2 0,0-3 0,0-2 0,-1-3 0,0-2 0,0-3 0,1-2 0,1-3 0,0-2 0,1-2 0,1-3 0,2-2 0,1-2 0,2-3 0,2-2 0,2-2 0,2-2 0,3-2 0,2-3 0,4-1 0,2-3 0,3-1 0,3-3 0,4-1 0,4-2 0,3-1 0,4-2 0,4-2 0,3-1 0,6-1 0,3-2 0,5 0 0,4-2 0,5-1 0,4-1 0,5-1 0,5 0 0,5-2 0,4 1 0,6-1 0,4-1 0,6 0 0,4 0 0,6 0 0,4 0 0,6 0 0,4 0 0,6 0 0,4 1 0,6 0 0,4 1 0,5 1 0,5 0 0,5 1 0,4 1 0,5 1 0,4 1 0,5 2 0,3 0 0,6 2 0,3 2 0,4 1 0,4 1 0,3 3 0,4 0 0,4 3 0,3 2 0,3 1 0,2 3 0,4 1 0,2 3 0,3 1 0,2 3 0,2 2 0,2 3 0,2 1 0,1 3 0,2 3 0,1 1 0,1 3 0,0 3 0,1 2 0,1 2 0,0 3 0,0 2 0,-1 3 0,0 2 0,0 2 0,-1 3 0,-1 3 0,-2 1 0,0 3 0,-3 3 0,-1 1 0,-1 3 0,-3 2 0,-3 3 0,-1 1 0,-4 3 0,-2 1 0,-3 3 0,-3 1 0,-4 2 0,-3 3 0,-3 0 0,-4 3 0,-4 1 0,-4 1 0,-4 2 0,-4 2 0,-4 0 0,-5 2 0,-4 1 0,-5 1 0,-4 1 0,-5 1 0,-5 0 0,-5 1 0,-5 1 0,-4 0 0,-6 1 0,-4 0 0,-6 0 0,-4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19.1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8336 2125 29456,'-3'83'0,"-7"1"0,-6-1 0,-6-1 0,-7 0 0,-6 0 0,-7-2 0,-5 0 0,-7-1 0,-5-1 0,-7-2 0,-5-1 0,-7-1 0,-4-2 0,-7-2 0,-4-2 0,-6-1 0,-5-3 0,-4-1 0,-6-3 0,-4-2 0,-4-3 0,-5-2 0,-3-3 0,-4-2 0,-4-3 0,-3-3 0,-4-2 0,-2-4 0,-3-3 0,-2-2 0,-3-4 0,-2-3 0,-1-3 0,-2-3 0,-1-3 0,-1-4 0,-1-2 0,0-5 0,-1-2 0,0-4 0,1-2 0,0-5 0,1-2 0,1-4 0,1-3 0,2-3 0,1-3 0,3-3 0,1-4 0,3-2 0,3-3 0,3-4 0,2-2 0,5-3 0,2-3 0,5-2 0,3-3 0,5-2 0,4-3 0,5-2 0,4-3 0,5-1 0,5-3 0,6-1 0,4-2 0,7-2 0,5-2 0,5-1 0,7-1 0,5-2 0,6-1 0,7-1 0,5 0 0,7-2 0,7 0 0,5 0 0,7-1 0,7-1 0,5 1 0,8-1 0,5 1 0,7 0 0,7 1 0,5-1 0,7 2 0,7 0 0,5 1 0,7 2 0,6 0 0,5 2 0,7 0 0,5 3 0,5 1 0,7 2 0,4 1 0,6 3 0,5 1 0,5 3 0,4 2 0,5 2 0,4 3 0,5 2 0,3 2 0,5 4 0,2 2 0,5 2 0,2 4 0,3 3 0,3 2 0,3 4 0,1 3 0,3 2 0,1 4 0,2 3 0,1 4 0,1 2 0,1 4 0,0 3 0,1 4 0,0 2 0,-1 4 0,0 3 0,-1 4 0,-1 2 0,-1 4 0,-2 3 0,-1 4 0,-2 2 0,-3 3 0,-2 4 0,-3 2 0,-2 3 0,-4 4 0,-3 2 0,-4 2 0,-4 4 0,-3 2 0,-5 2 0,-4 3 0,-4 2 0,-6 2 0,-4 3 0,-5 1 0,-6 3 0,-4 1 0,-7 2 0,-4 1 0,-7 3 0,-5 0 0,-7 2 0,-5 0 0,-7 2 0,-5 1 0,-7 0 0,-6 2 0,-7-1 0,-6 1 0,-6 0 0,-7 1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28.3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138 248 3908,'0'0'7615,"-23"-18"-5474,-11 21 1911,31-3-3995,-25-9 2235,27 7-2583,-2-6 231,3 7 72,0-1 1,-1 1-1,1-1 1,-1 1-1,0-1 0,0 1 1,1-1-1,-1 1 1,0-1-1,0 1 1,0 0-1,0 0 1,0 0-1,-1-1 1,1 1-1,0 0 1,-1 0-1,-2-1 0,3 2-16,0-1-1,-1 0 0,1 0 0,0 1 0,-1-1 0,1 0 0,0 0 0,0 0 1,0 0-1,0-1 0,0 1 0,0 0 0,0 0 0,0-1 0,1 1 0,-1 0 0,0-1 1,1 1-1,-1-1 0,1 1 0,-1-1 0,1 1 0,0-1 0,0-1 0,-1 1-22,1-1 528,3-30 1066,-4 30-1559,-1-3 51,1 1 1,0-1-1,0 1 0,1-1 0,0 0 0,0 1 0,0-1 0,2-10 0,-1 14-67,23-38-2568,-22 39 2194,0-1-1,1 1 1,-1-1 0,1 1-1,-1 0 1,1 0-1,0 0 1,-1 1 0,1-1-1,0 0 1,0 1-1,-1 0 1,1 0 0,0 0-1,0 0 1,2 0-1,1 0 390,-3 0-1834,1 0-1637,19 0-1592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43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1 524,'47'51'-184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44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309 55 7757,'3'-6'363,"-2"3"-80,1 0 0,-1 0 0,1 0 0,-1 0 0,0 0 0,0 0 0,0-1 0,-1 1 0,1 0-1,-1-1 1,0 1 0,0-8 7844,-3 16-7498,-22 60 301,-19 82-1,-9 23-696,24-91-805,-53 138-3124,23-74-3979,32-79 239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44.7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534 1 10173,'0'0'3384,"-11"12"-2376,-9 9-116,-10-6-164,-7 6-123,-10 9-133,1 3-112,-8 13-396,0 5-512,1 3-497,3 3-307,-1 1-436,4-4-1948,14 0-2397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45.1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83 108 4752,'27'-20'643,"-11"8"704,0 0 0,23-23 0,-38 34-1162,0 0 0,1 0 0,-1 0 0,0 0 0,0 0 0,-1-1 0,1 1 0,0 0 0,0 0 0,-1-1 0,1 1 0,0 0 0,-1-1 0,1 1 0,-1-1 0,0 1 0,1-3 0,-2 4-105,1 0 1,-1-1-1,1 1 0,-1 0 0,1-1 0,-1 1 0,1 0 0,-1-1 0,0 1 0,1 0 0,-1 0 0,1 0 0,-1 0 0,0 0 0,1 0 0,-1 0 0,0 0 0,1 0 0,-1 0 0,1 0 1,-1 0-1,0 0 0,1 0 0,-1 1 0,1-1 0,-2 0 0,-46 20 783,37-12-778,0 1-1,1 0 0,0 0 1,1 1-1,0 1 0,1-1 0,0 1 1,0 1-1,-8 18 0,11-22-74,1 1-1,0-1 1,1 1-1,0 0 1,0 0-1,1 0 1,0 1-1,0-1 1,1 1-1,0-1 1,1 1-1,0-1 1,1 1-1,2 12 1,-1-15-45,-1 0 0,2-1 0,-1 1 0,1-1-1,0 1 1,0-1 0,1 0 0,0 0 0,0 0 0,0-1 0,1 1 0,0-1 0,0 0 0,0 0 0,1-1 0,-1 0 0,1 0 0,0 0 0,11 5-1,0-3-121,1 1 0,0-2 0,0 0 0,0-2 0,1 0 0,-1 0 0,1-2 0,0-1 0,-1 0 0,1-1 0,0-1 0,-1-1 0,32-8 0,-10-1-234,0-1 1,0-3 0,-2-1 0,0-1 0,37-25 0,63-57-709,-103 72 1166,3 0-1,0 3 1,75-38 0,-109 61-11,0-1 0,1 1 0,-1 1 0,1-1-1,0 1 1,-1-1 0,1 2 0,0-1 0,0 0 0,-1 1 0,1 0 0,0 0 0,0 0 0,0 1 0,0-1 0,-1 1 0,8 2 0,-11-1-39,-1-1 0,1 0 0,-1 0 0,0 1 0,1-1 1,-1 0-1,0 1 0,0-1 0,0 0 0,0 1 0,0-1 0,0 0 0,0 1 0,0-1 0,0 0 0,-1 2 0,1-1 20,-3 14-19,1 0 0,-2-1 0,0 1 0,-1-1 0,-8 17 0,5-12-638,1 0-1,-7 29 1,14-44 416,-1-3 35,0-1 0,1 1 0,0 0 0,-1 0 0,1-1 0,0 1 0,0 0 0,0 0-1,0 0 1,0-1 0,1 1 0,-1 0 0,0 0 0,1 0 0,-1-1 0,1 1 0,0 0 0,0-1 0,0 1-1,-1-1 1,4 4 0,19 15-3208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45.2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95 73 4420,'-30'-3'1012,"23"-18"-283,0 2 179,-6 10-896,3 3-580,-4-3-1349,1 3 305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2.0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794 664 5469,'3'-3'239,"0"0"1,-1-1-1,0 1 1,0-1 0,0 0-1,0 0 1,0 1 0,-1-1-1,1 0 1,-1 0-1,0-1 1,-1 1 0,1 0-1,-1 0 1,0 0 0,0-6-1,2-21 1918,-1 25-1595,-1 0 0,1 0 0,-1 0 1,0 0-1,-2-9 0,-2-2 107,0 0 0,-1 1 1,-1 0-1,-1 0 0,0 0 0,-1 0 0,-1 1 0,0 1 1,-1-1-1,-15-15 0,19 23-459,0 1 1,0-1-1,-1 1 1,0 1-1,-1-1 0,1 1 1,-1 0-1,0 1 1,0 0-1,0 0 0,-1 1 1,1 0-1,-1 0 1,0 1-1,0 0 0,0 1 1,0 0-1,0 0 1,0 1-1,0 0 0,-14 2 1,4 3-30,0 0 1,1 1-1,-1 1 1,1 1-1,1 0 1,0 2-1,0 0 1,0 0-1,2 2 1,-29 25-1,12-6 40,2 2-1,1 1 1,-43 65 0,39-47-36,-35 80 1,59-113-165,1 0 0,1 1 0,0 0 1,2 0-1,0 0 0,1 0 0,1 1 0,0 21 0,3-38-30,0-1 0,0 1 0,0-1 0,1 1 0,-1-1-1,1 1 1,0-1 0,0 1 0,0-1 0,0 0 0,0 1 0,1-1 0,0 0 0,-1 0-1,1 0 1,1 0 0,-1-1 0,3 4 0,-2-4-13,-1 0-1,1 0 1,1 0-1,-1-1 1,0 0 0,0 1-1,1-1 1,-1 0 0,0 0-1,1-1 1,-1 1-1,1-1 1,-1 1 0,1-1-1,3-1 1,7 0-74,1-2 0,-1 0-1,0 0 1,0-1 0,0-1 0,0 0 0,16-10-1,154-87-1089,-96 50 228,165-70 1,-176 95 690,1 2 1,107-17-1,92-17 67,-269 57 198,1-1 0,-1-1 0,0 1 0,0-1 0,0-1 0,-1 1 1,1-1-1,-1-1 0,-1 1 0,8-8 0,4-6-25,30-43 0,-32 39 0,-9 14-107,0 0 0,1 0 0,0 0 0,0 1 0,1 0 0,0 1 0,0 0 0,1 0 0,15-7 0,-6 4-99,-1 0 0,-1-1 0,0 0 0,0-2 0,-1 0 0,-1-1 0,0 0 0,-1-1 0,0-1-1,-1 0 1,-1-1 0,-1 0 0,16-34 0,12-20-17,-38 68 186,1 3 24,-1 0 41,1 0-1,-1 0 0,1 1 0,-1-1 1,1 0-1,-1 1 0,0-1 0,1 1 0,-1-1 1,0 1-1,0 0 0,1-1 0,-1 1 1,0 0-1,0 0 0,0 0 0,0 0 0,0 0 1,0 0-1,0 0 0,0 0 0,0 1 1,0-1-1,-1 0 0,1 0 0,0 1 0,-1-1 1,0 0-1,1 1 0,0 2 0,0 4 3,0 0-1,0 0 0,-1 1 0,-1 11 1,1 0-7,-1 96 13,-5 1 1,-5-1 0,-5 0-1,-5-1 1,-71 221-1,17-152 34,19-55-12,21-41 946,33-84-576,5-7-273,303-424 142,-242 329-485,-5-2 0,-4-3 0,-5-2 0,-4-2 0,-5-2 0,41-172 0,-82 279 215,3-9 16,-1 1 0,0-1 0,-1 0 1,0 0-1,-1 0 0,-1-18 0,1 29-12,0-1-1,0 0 1,0 1 0,0-1-1,0 0 1,0 1-1,-1-1 1,1 1 0,0-1-1,0 0 1,0 1-1,-1-1 1,1 1 0,0-1-1,-1 1 1,1-1-1,0 1 1,-1-1 0,1 1-1,-1-1 1,1 1-1,-1-1 1,1 1 0,-1 0-1,1-1 1,-1 1-1,1 0 1,-1 0 0,1-1-1,-1 1 1,0 0-1,-1 0 8,1 0-1,0 0 1,0 1-1,-1-1 0,1 1 1,0-1-1,0 1 1,-1-1-1,1 1 0,0 0 1,0-1-1,0 1 0,0 0 1,-1 1-1,-3 3 35,1 0 0,0 0 0,0 0 0,0 0 0,0 0 0,-5 12 0,3-1 6,1 0 1,0 0 0,1 1-1,0-1 1,2 1 0,0 0-1,0 0 1,2 0 0,0 0-1,1 0 1,1-1 0,0 1-1,2 0 1,0-1 0,0 1-1,2-1 1,10 22 0,-11-28-65,1 0 0,1-1 0,0 1 0,0-1 0,1-1 0,0 0 0,0 0 0,1 0 0,0-1 0,0 0 0,1-1 0,0 0 0,14 6 0,-3-3-317,0 0 0,0-2-1,1 0 1,0-2 0,40 5-1,-38-8-445,1 0 0,-1-2 0,1-1 0,31-5 0,-28 0-2371,45-14 1,-13-1-3620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2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1 5909,'-32'1'1114,"4"1"2888,25-1-3692,1 1 0,0-1-1,0 1 1,0 0 0,0 0 0,0 0-1,0 0 1,0 0 0,1 1 0,-1-1-1,-1 3 1,2-1-156,0 1 0,1 0 0,-1-1 0,1 1 0,0 0 0,0-1 0,0 1 0,1 0-1,0-1 1,-1 1 0,2-1 0,-1 1 0,0-1 0,1 0 0,0 1 0,0-1 0,0 0 0,6 7 0,1 2 12,0 0 0,2-1 0,0 0 0,13 12 0,8 2 10,0-1 0,2-2-1,1-1 1,0-2 0,59 24 0,-5-10-49,114 28 0,35-9-314,-99-24-86,-109-21 187,35 12 0,76 38-87,-138-56 182,0-1 0,1 1 0,-1-1 0,0 1 0,0 0 0,0 1 1,0-1-1,0 0 0,0 1 0,-1 0 0,1-1 0,-1 1 0,1 0 0,-1 0 0,0 0 0,-1 1 0,1-1 0,0 0 0,1 7 0,-2-5 18,-1 0 0,0 0 0,-1 0 0,1 0 0,-1-1 0,0 1 0,0 0 0,0 0 0,-1-1 0,-2 5 0,0 2 31,-11 27 106,-1 0 0,-2-1 1,-2-2-1,-34 49 0,-111 126 79,114-149-228,-377 445-3089,424-502 2966,-12 12-539,2 1-1,0 0 1,1 0-1,1 1 1,-12 23-1,23-37-10,-1-1 0,0 0 0,0 0-1,0 0 1,0 0 0,0 0 0,-5 5-1,6-7 349,-10 11-4679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3.2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0 142 6265,'31'-45'2917,"39"-52"7776,-69 99-9847,2 4-598,-1 0 1,0 1 0,0-1-1,0 0 1,-1 0 0,0 1-1,0-1 1,0 1 0,-1 11-1,-9 64 941,5-53-772,3-18-306,-28 266 687,20-160-2515,0 3-2757,7-42-3037,2-40-1525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3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144 4 9717,'-2'-1'203,"1"0"1,-1 1-1,0-1 0,1 1 1,-1 0-1,1 0 0,-1-1 1,0 1-1,1 0 0,-1 0 1,1 1-1,-1-1 0,0 0 1,1 0-1,-1 1 0,1-1 1,-1 1-1,1-1 0,-1 1 1,1 0-1,-1 0 0,1-1 0,-1 1 1,1 0-1,0 0 0,0 1 1,0-1-1,-1 0 0,1 0 1,0 0-1,-1 3 0,-9 11 159,0 0 0,0 1-1,2 0 1,0 1 0,1 0-1,1 1 1,0-1-1,1 1 1,1 0 0,1 1-1,1 0 1,0-1 0,2 1-1,0 34 1,2-30-291,2 1 1,0-1-1,2 1 0,0-1 1,2 0-1,0-1 0,2 0 1,0 0-1,2-1 0,0 0 1,21 29-1,94 122 36,-123-167-278,1 0 0,-1 0 0,-1 0 0,1 1-1,-1-1 1,0 1 0,0-1 0,1 7-1,-2 25-4617,-5-39 2888,-8-1 573,-25-10-3417,36 12 4336,0 0-1,0 0 1,0 0 0,0 0-1,0 0 1,1-1-1,-1 1 1,0 0-1,1-1 1,-1 1-1,1 0 1,-2-3-1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3.6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0 299 5032,'60'-123'1317,"-39"77"-269,-1 13-128,0 6-36,-14 15-336,11-6-108,3 6-156,10 0-152,-3 0-156,10 9-96,17 3-416,-34 3-372,17 0-1728,20 3-761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4.2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137 607 6821,'-10'6'164,"-9"7"1834,-32 27 0,45-35-1697,1 1 0,0-1 0,1 1-1,-1 0 1,1 0 0,0 0-1,1 0 1,-1 1 0,1 0 0,-2 7-1,3-6-162,0 1-1,0-1 1,1 1-1,0-1 1,1 1-1,0-1 1,1 13-1,0-20-123,-1 1-1,1 0 1,0-1-1,-1 1 1,1-1-1,0 1 1,0-1-1,0 0 1,0 1-1,0-1 0,0 0 1,0 0-1,1 0 1,-1 0-1,0 0 1,1 0-1,-1 0 1,1 0-1,-1 0 1,1-1-1,-1 1 0,1 0 1,0-1-1,-1 0 1,1 1-1,2-1 1,0 1 10,1 0 0,-1-1 1,1 1-1,-1-1 0,1 0 1,-1-1-1,8-1 0,31-13-548,-1-3 0,58-32 0,-9 3-183,94-51-78,-64 32 1247,-18 19 1921,-46 22-1012,-47 21-1210,0 0 1,0 0-1,18-3 0,39-12-425,-63 34-148,-4-14 284,0 0 0,0 1 0,0-1 0,0 1 0,0-1 0,1 1-1,-1-1 1,0 0 0,1 1 0,-1-1 0,1 0 0,1 3 0,5 4-175,2-3-599,8-14 354,-7 1 463,0 0 1,-1 0-1,0-1 1,0-1-1,-1 0 0,0 0 1,0 0-1,9-19 1,-9 11 350,0-2 0,-1 1 0,-1-1 1,6-33-1,9-36 1133,6-33 2176,-19 86-2996,-7 33-374,4 27-730,17 57-4263,-15-59 1253,6 20-4611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7.2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605 163 4184,'-13'-2'415,"1"0"339,0 0 4536,-6-23-3683,-28-17 753,28 26-1633,16 15-676,0 0-1,0-1 0,0 1 0,0 0 0,0 0 0,0 0 0,0 1 0,0-1 1,-1 0-1,1 1 0,0-1 0,0 1 0,-1 0 0,1 0 0,0 0 1,-1 0-1,1 0 0,0 1 0,0-1 0,-1 1 0,-2 0 0,-5 2 114,0 1 0,1 0 0,-12 7 0,10-6-1,-27 15 241,0 1 0,2 1 0,-47 39 0,65-46-319,0 1 0,1 1 0,1 1-1,0 0 1,2 1 0,0 0-1,-18 35 1,26-39-30,0 1 1,-5 26-1,3-14 11,7-23-62,1 0 0,-1 0 1,1 0-1,0 0 0,0-1 0,0 1 0,1 0 0,-1 0 0,1 0 1,1 0-1,-1-1 0,1 1 0,-1 0 0,4 4 0,-3-5 4,-1-1-1,1 1 1,1 0-1,-1-1 1,0 1-1,1-1 0,0 0 1,-1 0-1,1 0 1,1 0-1,-1 0 1,0-1-1,1 0 1,-1 1-1,5 1 0,4-1-7,0-1-1,-1 0 0,1-1 1,0 0-1,0-1 0,0-1 0,0 1 1,-1-2-1,1 0 0,0 0 0,-1-1 1,19-7-1,15-8 46,75-42 1,-87 42-58,85-52-87,186-146 0,-301 213 95,20-13-30,0-2 0,-2-1-1,0-1 1,-1-1 0,-1 0 0,-1-2 0,-1 0 0,16-29-1,-29 39 20,-15 14 62,4 1-43,3 0 12,-1 0-1,1 0 1,0 0 0,0 0 0,0 0 0,0 1-1,0 0 1,1 0 0,-1 0 0,1 0 0,0 1-1,0-1 1,0 1 0,0 0 0,1-1 0,-1 1-1,1 1 1,0-1 0,0 0 0,1 0 0,-1 1-1,1-1 1,-1 8 0,0-3 30,0 1 1,1 0-1,0 0 0,1 0 0,0-1 1,1 1-1,0 0 0,0 0 0,1 0 1,3 10-1,6 3-21,0 0 0,1-1 0,1 0 0,1-1 0,1-1 0,27 28 0,-22-26-5,-2 1 1,-1 0-1,0 1 1,18 36-1,-27-42-52,-1 0-1,-1 1 1,0-1-1,-1 1 1,-1 0 0,-1 0-1,-1 1 1,-1-1-1,0 0 1,-1 1-1,-1-1 1,-1 1 0,-1-1-1,-1 0 1,0 0-1,-8 18 1,0-2-142,-23 42 0,0 5 183,33-79-87,-10-32 187,11 19-113,0 0-1,0 0 1,1 0-1,1 0 1,0 0-1,0 0 0,1 0 1,4-15-1,5-29 46,0-19-279,3 1 0,3 1 0,3 1 1,4 1-1,34-72 0,-41 109-622,1 0 0,24-31 0,-18 29-1426,20-40 0,-24 41-1162,6 5-1409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7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161 85 6021,'-14'1'-1214,"1"-5"11009,28-4-8130,-13 7-1468,1-2-27,25-19 75,-26 20-243,-1 1 4,-1 0 1,1 0 0,-1 0-1,1-1 1,-1 1-1,0 0 1,1 0-1,-1 0 1,0 0 0,0-1-1,0 1 1,0 0-1,0 0 1,0 0-1,-1 0 1,1-1 0,0 1-1,0 0 1,-1 0-1,1 0 1,-1 0-1,1 0 1,-1 0 0,0 0-1,1 0 1,-1 0-1,0 0 1,1 0-1,-1 0 1,0 0 0,0 1-1,0-1 1,0 0-1,0 1 1,0-1-1,0 0 1,0 1 0,0 0-1,0-1 1,0 1-1,0-1 1,-2 1-1,0-1 15,0 0 0,-1 0 0,1 0 0,0 1 0,-1-1-1,1 1 1,-1 0 0,1 0 0,0 0 0,-1 0-1,1 1 1,-1-1 0,-3 2 0,-1 2 49,0 0 0,0 1 0,1 0 0,0 0 0,0 1 0,0 0 0,0 0-1,1 0 1,0 1 0,1 0 0,-1 0 0,1 0 0,1 1 0,-8 16 0,10-20-62,0 1 0,0 0 0,1 0 0,0 0 0,0 0 0,0 0 0,0 0 1,1 0-1,0 0 0,0 0 0,0 1 0,1-1 0,0 0 0,0 0 0,0 0 0,1 0 0,-1-1 0,1 1 0,0 0 0,1-1 0,-1 1 0,1-1 0,0 0 1,0 1-1,0-1 0,7 6 0,-1-2-130,2 0 1,-1-1 0,1 0-1,0-1 1,0 0-1,1-1 1,0 0 0,0 0-1,0-1 1,0-1 0,22 3-1,1-2-1451,0-1-1,69-4 0,-47-4-2230,3-4-1952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7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283 0 5685,'-3'3'1260,"-8"15"-384,0 0 0,1 1 1,0 0-1,2 0 0,-11 36 1,-20 113 979,22-91-1458,-59 171 292,6-28-352,68-211-279,0 0-1,0 0 0,1 0 1,-1 18-1,2-25-48,0 0 1,1 0-1,-1 1 0,1-1 1,-1 0-1,1 0 0,0 0 0,-1 0 1,1 0-1,0 0 0,0 0 1,1 0-1,-1-1 0,0 1 1,1 0-1,-1-1 0,1 1 1,-1-1-1,1 1 0,0-1 1,-1 0-1,1 0 0,0 1 0,3 0 1,7 2 29,-1-1 0,0-1-1,1 0 1,-1 0 0,16 0 0,-18-1-23,38-1-459,0-2-1,0-2 0,0-1 1,-1-3-1,81-25 0,47-28-5067,-82 30 369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8.5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72 418 5569,'0'0'79,"1"-1"0,-1 1 0,0-1 0,1 1 1,-1-1-1,1 1 0,-1 0 0,1-1 0,-1 1 1,1 0-1,-1 0 0,1-1 0,-1 1 0,1 0 1,-1 0-1,1 0 0,-1 0 0,1-1 0,0 1 1,-1 0-1,1 0 0,-1 0 0,1 0 0,-1 0 1,1 0-1,0 1 0,-1-1 0,1 0 0,-1 0 1,2 1-1,-6 16 2692,0-3-2418,-3 10 798,-2-1 0,-12 25 0,13-32-1440,1 0 1,1 1-1,0-1 0,1 1 0,-6 35 1,11-48-64,0-1 1,0 1 0,1 0 0,-1-1 0,1 1 0,0 0 0,0-1 0,0 1 0,0 0 0,1-1 0,2 6 0,-3-10 279,0 1 0,1-1-1,-1 1 1,0-1 0,0 1-1,0-1 1,0 0 0,0 0-1,0 1 1,-1-1 0,1 0 0,0 0-1,0 0 1,0-1 0,0 1-25,16-18 200,-1 0-1,-1-2 1,-1 0-1,0 0 1,-2-2 0,-1 1-1,0-2 1,13-44-1,1-2 769,61-117-1,-56 126-446,-23 46-327,-2 3-12,0 1 1,1-1-1,1 1 1,-1 1-1,2-1 1,-1 1-1,2 1 0,-1-1 1,11-8-1,10-5 263,-28 22-336,-1 1-1,1 0 1,-1 0-1,0 0 0,1-1 1,-1 1-1,1 0 0,-1 0 1,1 0-1,-1 0 0,1 0 1,-1 0-1,1 0 1,-1 0-1,1 0 0,-1 0 1,1 1-1,-1-1 0,1 0 1,-1 0-1,1 0 1,-1 1-1,0-1 0,1 0 1,-1 0-1,1 1 0,-1-1 1,0 0-1,1 1 1,-1-1-1,0 0 0,1 1 1,-1-1-1,0 1 0,0-1 1,1 0-1,-1 1 0,0-1 1,0 1-1,0-1 1,1 1-1,-1-1 0,0 1 1,0 0-1,0-1 24,1 3 2,1 0-1,-1 0 1,0 0-1,0 0 1,0 1-1,0-1 1,0 0-1,-1 0 1,0 1-1,0-1 1,0 0-1,0 6 1,-9 40 149,7-41-142,-33 118 419,-2 11 175,33-115-481,-6 23 288,2 1 0,-2 61 0,10-104-455,-1 0 1,1 0-1,1 0 0,-1 0 1,0-1-1,1 1 0,-1 0 1,1 0-1,0 0 0,0 0 1,0-1-1,0 1 1,1 0-1,-1-1 0,1 1 1,-1-1-1,1 0 0,0 1 1,0-1-1,0 0 1,0 0-1,0 0 0,1 0 1,-1-1-1,0 1 0,1-1 1,0 1-1,-1-1 1,1 0-1,0 0 0,-1 0 1,1 0-1,0-1 0,0 1 1,0-1-1,0 1 1,0-1-1,0 0 0,0 0 1,-1-1-1,1 1 0,6-2 1,5 0-427,-1-2 0,1 0-1,-1 0 1,1-1 0,14-9 0,-14 7-1089,-2-1 0,21-15 0,4-7-3592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38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155 1 5609,'-37'66'1348,"17"-36"-188,3 6-176,7 4-88,0-4-252,0 6-92,3 3-140,1 9-172,-4-2-316,3 2-216,0 3-208,7-6-356,-6-8-420,-1-1-1304,7-6-701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48.8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2804 286 4748,'0'0'28,"0"0"0,0 0 0,0 0 0,-1-1 0,1 1-1,0 0 1,0 0 0,0 0 0,0 0 0,0-1-1,0 1 1,-1 0 0,1 0 0,0 0 0,0 0 0,0-1-1,0 1 1,-1 0 0,1 0 0,0 0 0,0 0 0,0 0-1,-1 0 1,1 0 0,0 0 0,0 0 0,-1 0-1,1 0 1,0 0 0,0 0 0,0 0 0,-1 0 0,1 0-1,0 0 1,0 0 0,-1 0 0,1 0 0,0 0-1,0 0 1,0 0 0,-1 0 0,1 0 0,0 0 0,0 1-1,-1-1 164,1 0-1,-1 0 0,0 0 0,1 1 0,-1-1 0,1 0 0,-1 0 1,0 0-1,1 0 0,-1 0 0,1-1 0,-1 1 0,0 0 0,1 0 1,-1 0-1,1 0 0,-1-1 0,1 1 0,-1 0 0,1 0 0,-1-1 0,0 0 1,-42-43 3246,41 42-3316,0-1 0,0 1 1,0-1-1,1 0 0,-1 0 0,1 0 1,-1 0-1,1 0 0,0 0 1,0 0-1,0-4 0,-5-38 649,4 33-611,1-6 249,0 0 0,0-1 0,2 1-1,0 0 1,7-30 0,-8 45 291,-4 7-266,-135 114 996,-57 44-774,-198 92-120,-21-26-381,-451 173-2920,453-219-1480,253-107-599,27-7-2861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49.8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28 3612,'-16'-18'4221,"9"9"2380,6 24-5666,15 70 300,3-1 1,3-1 0,59 149-1,-44-154-988,3-2-1,4-1 0,57 77 1,172 194-903,50-1-2519,-95-123-2427,-192-188 4258,113 107-6192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53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54 305 4548,'-1'0'9,"-2"-1"415,-1-1 1,1 0 0,0 0-1,0 0 1,0 0 0,0 0-1,0-1 1,1 1 0,-1-1-1,-4-5 1,-2-5 2443,8 10-1962,-5-30 4868,6 38-5494,0 28-32,2 1 0,7 44 0,-6-65-221,0 0 0,0-1 0,1 1 0,1-1 0,0 0 0,0 0 0,1 0 0,1-1 0,12 16 1,-15-23-33,-1 0 1,1 0-1,0-1 1,0 1-1,0-1 1,0 0-1,1-1 1,-1 1-1,1-1 1,0 0-1,0 0 1,0 0-1,6 1 1,-3-2-17,1 1 0,0-2 0,0 1 0,0-1 0,0 0 0,0-1 0,11-2 0,0-2-15,0 0 0,0-2 0,-1 0 0,0-1-1,0-1 1,20-13 0,60-33 28,-84 49 4,-1 0 0,1 0 0,1 1 0,-1 1 0,16-2 0,-28 5 2,0 1-1,0 0 1,0 0-1,0 0 1,0 0-1,0 0 0,0 0 1,0 1-1,-1 0 1,1-1-1,0 1 1,0 0-1,0 0 1,-1 0-1,1 1 1,-1-1-1,1 1 1,-1 0-1,1-1 1,1 4-1,-1-2-1,0 1 0,-1-1 0,1 1 0,-1 0 0,0 0 0,-1 0 0,1 0-1,0 0 1,-1 0 0,0 1 0,0-1 0,0 5 0,0 7-6,-1 1-1,0-1 1,-1 0 0,-1 0 0,0 0-1,-6 18 1,-31 87-59,38-117 164,8-5-168,0 0 45,-1 1 0,1-2 1,-1 1-1,1-1 1,-1 0-1,1-1 0,-1 1 1,12-8-1,3-3-232,27-23 0,-8 6 1,23-18 19,-1-1 0,-3-4 0,-2-2 0,72-90 0,-105 112 213,26-45 0,-32 47 216,2 0-1,29-34 0,-21 25 350,-26 38-300,1 33-179,-2-27-52,-1 0 0,0 0 0,0 0 0,0 0 0,0 0 0,0 0 0,-2 6 0,1-4 4,0-3 30,5 18-7,-4-17-28,1-1-1,0 0 1,0 0-1,0 0 1,1 0 0,-1 0-1,1 0 1,0 0-1,0-1 1,0 1-1,3 3 1,-4-4-9,1-1 6,1 0 1,-1-1-1,0 1 0,0 0 0,1-1 0,-1 0 0,0 1 0,0-1 0,1 0 1,3 0-1,4 0 10,22 8-15,-1 1 0,1 2 0,-2 1 0,49 26 0,-59-27-10,0 2 1,-1 0-1,-1 1 1,0 1-1,-1 1 1,0 0-1,22 30 1,-36-42-47,-1 0 1,1 0 0,0 0-1,-1 1 1,0-1-1,0 1 1,0-1 0,-1 1-1,2 8 1,-3-10-34,0-1 1,0 0-1,0 1 1,0-1-1,0 0 1,-1 1-1,1-1 1,-1 0-1,1 1 1,-1-1-1,0 0 1,0 0-1,0 0 1,0 0-1,-1 0 1,1 0-1,0 0 1,-1 0-1,1 0 1,-1-1-1,0 1 1,0 0-1,0-1 1,-2 2-1,-1 1-542,0 0-1,-1-1 0,0 1 1,0-1-1,0-1 0,0 1 1,0-1-1,0 0 0,-1 0 0,-12 1 1,-34 5-5176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53.7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276 21 9361,'10'5'5044,"-14"-21"-200,2 6-2535,-1 12-1420,-4 4-579,0 0-1,0 0 0,1 1 1,-1 0-1,2 1 0,-1-1 1,1 1-1,-5 10 0,-2 5-194,-17 45 1,24-54-240,-2 10-660,-1 0 0,-2-1 0,0 0 0,-2-1 0,0 0 0,-24 32 0,-40 44-8366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54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6049,'2'-1'141,"0"1"0,0-1 0,0 1 1,0-1-1,0 1 0,0 0 1,0 0-1,1 0 0,-1 0 1,0 0-1,0 0 0,0 0 0,0 1 1,0-1-1,0 1 0,0-1 1,0 1-1,0 0 0,-1 0 1,1 0-1,0 0 0,0 0 0,-1 0 1,1 1-1,0-1 0,-1 0 1,1 1-1,1 2 0,94 71 3261,49 49-2251,-117-101-2133,-24-23 827,1-1 1,0-1 0,0 1-1,-1-1 1,1 0 0,-1 0-1,0-1 1,9-4 0,25-11-192,-30 16 324,0 0 0,0 1 0,0 0 0,0 0 0,0 1 0,0 0 0,0 1 0,0 0 0,0 0 0,0 1-1,12 4 1,-4 0-383,0 1 0,-1 1-1,0 1 1,23 15-1,-37-23-965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54.3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178 142 4988,'0'0'1214,"-3"0"-319,-7 0-265,-1 0-1,1 1 1,0 0-1,-20 5 1,27-5-367,1 1-11,0-1-183,1 0 1,-1 1-1,0-1 0,1 1 1,0 0-1,-1-1 1,1 1-1,0 0 1,0 0-1,0 0 1,0 0-1,0 0 0,0 0 1,1 0-1,-1 0 1,1 0-1,-1 0 1,1 1-1,0-1 1,0 0-1,0 0 1,0 0-1,0 0 0,0 1 1,1-1-1,-1 0 1,1 0-1,-1 0 1,1 0-1,0 0 1,0 0-1,0 0 0,0 0 1,0 0-1,0-1 1,3 4-1,-4-5-118,1 1 0,-1 0 0,1-1 0,-1 1-1,1-1 1,0 1 0,-1-1 0,1 1 0,0-1 0,-1 1 0,1-1-1,0 0 1,0 0 0,-1 1 0,1-1 0,0 0 0,0 0-1,0 0 1,-1 1 0,1-1 0,0 0 0,0 0 0,0 0-1,0-1 1,-1 1 0,1 0 0,0 0 0,0 0 0,0-1 0,0 1-1,3-2-162,-1 0 0,0 0 0,0 0 0,0 0 0,-1 0 0,1-1 0,4-4 0,3-6-528,0 0-1,12-23 1,7-14 415,25-46 1609,-53 93 535,-29 28 135,-155 174 906,174-189-2855,0 2-1,0-1 0,2 1 1,-1 1-1,-6 16 1,13-26-270,21-10-2307,-19 6 2348,1 1 1,0-1 0,-1 1-1,1-1 1,-1 0-1,1 0 1,-1 0 0,0 0-1,1 0 1,-1 0-1,0 0 1,0-1-1,0 1 1,0 0 0,0-1-1,0 1 1,0-1-1,0 1 1,0-1 0,-1 1-1,2-3 1,4-14-4548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55.3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1266 141 5721,'-5'-5'-130,"3"4"752,0-1 0,0 1-1,0-1 1,1 0-1,-1 1 1,0-1-1,1 0 1,0 0 0,-1-1-1,1 1 1,0 0-1,0 0 1,-1-5-1,1 5-470,0-1 0,-1 1 1,1 0-1,-1 0 0,1 0 0,-1 0 0,1 0 0,-1 0 0,0 1 0,0-1 0,0 0 0,0 1 0,0-1 1,0 1-1,-1 0 0,1 0 0,0 0 0,-1 0 0,1 0 0,0 1 0,-5-2 0,-8-1 402,0 1 0,-21-2-1,25 3-453,-50-1 552,0 2-1,0 3 1,1 2-1,-1 3 0,1 3 1,1 2-1,-75 28 1,64-18 114,2 3 0,-90 49 1,135-62-638,1 0 1,0 2-1,1 0 1,1 2-1,1 0 1,0 1-1,1 1 1,1 0-1,1 1 1,-18 29-1,30-40-100,-1-1-1,1 1 0,1 0 0,-1 0 1,1 0-1,1 0 0,0 1 1,0-1-1,1 1 0,0-1 0,1 1 1,0-1-1,0 1 0,1-1 1,0 1-1,5 17 0,-2-16-12,0 0 1,1-1-1,0 1 0,1-1 0,0 0 0,1 0 1,0-1-1,0 0 0,1 0 0,0-1 0,0 0 1,1 0-1,14 9 0,8 3-61,0-2 0,1-2 1,1 0-1,0-3 0,1 0 0,1-2 0,52 9 1,-11-8-466,0-3 0,114-1 1,-130-9 186,-1-3 0,0-2 0,0-3-1,76-21 1,-99 20 163,-1-2 0,0-2 0,0-1 0,-2-2 0,0-1 1,-1-1-1,59-48 0,-75 52 122,0-1 0,-1-1 0,0 0 0,-2-1 0,0-1 1,-1 0-1,-1 0 0,-1-1 0,-1-1 0,0 0 1,-2 0-1,0-1 0,6-41 0,-10 49 30,-2 0 0,0 0 0,0-1 0,-2 1 0,0 0-1,0 0 1,-1 0 0,-1 0 0,0 1 0,-1-1 0,0 1 0,-1-1 0,-1 2 0,0-1-1,-1 0 1,0 1 0,-1 1 0,0-1 0,-1 1 0,0 0 0,-1 1 0,0 0 0,-12-9-1,1 6-23,0 0 0,0 1 0,-1 1-1,-1 0 1,0 2 0,0 1-1,-1 1 1,0 1 0,0 1-1,-1 1 1,1 1 0,-1 2 0,0 0-1,1 1 1,-1 2 0,0 0-1,1 2 1,0 1 0,0 0-1,-30 12 1,44-13-267,1 0 0,0 1-1,0 0 1,0 0 0,0 1 0,1 0-1,0 0 1,-9 11 0,13-13-497,0 1 0,1-1 0,-1 1 0,1 0 0,0 0 0,0 1 0,1-1 0,0 1 0,-3 9 0,0 20-8243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56.1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847 45 5469,'-5'-2'525,"0"0"0,-1 1 1,1 0-1,-1 0 1,1 0-1,-1 0 1,1 1-1,-8 0 0,12 0-462,-2 0 1269,-24-18 1973,21 15-2942,0 0 0,0 1 1,0 0-1,0 0 0,-1 0 0,1 1 0,0 0 0,-1 0 0,1 1 0,-1 0 0,1 0 0,-13 2 0,-8 2 249,-46 14 1,33-7-31,7-1-215,0 1 0,0 1 0,2 2 1,0 1-1,0 1 0,1 2 0,2 1 0,-1 1 0,2 2 0,1 0 1,1 2-1,1 1 0,1 1 0,-21 31 0,34-43-272,0 1 0,1 0-1,1 1 1,1-1 0,0 1-1,1 1 1,1-1 0,0 1-1,1 0 1,-1 21 0,4-28-68,1-1 0,0 1 0,0-1 0,1 1 0,1-1 0,-1 1 0,2-1 0,-1 0 0,1 0 0,1 0-1,-1 0 1,2-1 0,-1 1 0,1-1 0,0 0 0,1 0 0,0-1 0,0 0 0,0 0 0,10 7 0,1 0-1,1-1-1,0-2 0,1 0 1,0 0-1,1-2 0,0 0 1,0-2-1,27 7 0,-13-6-2,1-1 0,0-2 0,-1-2 0,50 0 0,-64-4-17,0-1-1,0 0 1,-1-1 0,1-1-1,-1-1 1,0-1 0,0-1-1,-1 0 1,28-16 0,-36 17-7,-2 1-1,1-1 1,-1-1 0,0 0 0,0 0 0,0 0-1,-1-1 1,-1 0 0,1 0 0,-1-1-1,-1 0 1,1 0 0,-2-1 0,1 1 0,-1-1-1,-1 0 1,1 0 0,-2 0 0,3-20 0,-4 14-41,-1 1 1,0-1-1,-1 0 1,-1 0-1,-1 0 1,0 1-1,-1-1 1,-1 1-1,0 0 1,-1 0-1,-1 1 1,0 0-1,-1 0 1,-1 0-1,-18-22 1,13 19-497,-1 1 0,0 0 1,-2 0-1,0 2 1,0 0-1,-2 1 1,1 1-1,-1 1 1,-1 0-1,-35-12 0,41 19-1280,0 0 0,-1 1-1,0 1 1,-18-1-1,-1 0-8442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0:59.3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7296 2385 5220,'36'0'550,"-15"0"5398,-31 5-5278,0 1 706,-3-5 7029,-125-21-7904,-139-37 1,175 33-395,-696-185 720,312 76-407,264 75-247,-1960-525 747,1122 266-766,24-59-183,301 29 87,695 324-72,-62-48 0,84 56-19,0 0 0,1-1 0,1-1 0,1-1 0,-14-19 0,2-21-1539,26 56 1385,25 22-8217,0 4 1934,-5-17 511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00.7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165 2834 4032,'-84'-3'3323,"80"3"-2755,2-2-128,-5-1 7,0 1 1,0-1-1,-1 1 0,1 0 1,-9 0-1,-7 0 4757,23-16-3984,1 10-994,0 0 0,0 0-1,0 1 1,1-1 0,0 1 0,1-1 0,0 1 0,6-11 0,37-58 737,-22 39-471,-8 12-279,157-243 881,141-276-638,-246 415-408,348-709 90,-321 641-143,116-240-29,-191 389 12,-11 26-4,21-39 0,-30 59 15,0 1 1,-1-1-1,1 0 1,-1 1-1,1-1 1,-1 1-1,0-1 1,0 1-1,1-1 0,-1 1 1,0 0-1,0-1 1,0 1-1,-1 0 1,1 0-1,0 0 1,0-1-1,-3 0 1,-33-1-156,34 3 143,0 0-75,-31-3 124,31 3-15,-10 4-581,5-1 199,1 0 0,-1 1 0,1 0 0,0 0-1,0 0 1,1 1 0,-1 0 0,1 1 0,1-1 0,-1 1 0,-6 9 0,10-13-470,2 2 543,-1 0 0,-1 0 1,1 0-1,0 0 0,-1 0 1,-3 6-1,4-8 22,30 5-914,-21-8 912,1 0 1,-1 0-1,0-1 0,13-3 0,-18 4 117,-1 0 0,1 1 1,-1-1-1,0 0 0,0 0 0,1 0 0,-1 0 0,0 0 1,0-1-1,0 1 0,0-1 0,0 1 0,-1-1 0,1 0 1,0 0-1,-1 0 0,1 0 0,-1 0 0,2-3 0,1-11-2229,2 2-561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01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817 29 4752,'-100'16'1306,"89"-14"-1022,1 1 0,-1 1 0,1 0 1,0 0-1,0 1 0,0 0 0,1 1 0,-16 12 0,1-1 283,0 0-139,0 2 0,2 0 0,0 2 0,2 0 0,0 2 0,1 0 0,1 1 0,2 1 0,0 0 0,2 1 0,1 1 0,-12 33 0,1 11 124,3 1 0,3 1 0,-14 124 0,24-126-238,2 1 1,4 0-1,10 115 1,-4-157-228,0 1 0,2-1 0,2 0 0,0-1 0,2 0 0,1 0 0,2-1 0,0 0 0,2-1 0,1-1 0,22 28 0,-26-40-41,1-1-1,1 0 0,0-1 1,0 0-1,1-1 0,1-1 1,0-1-1,0 0 0,1-1 1,0 0-1,0-1 0,1-1 0,-1-1 1,1-1-1,1 0 0,-1-2 1,1 0-1,-1 0 0,31-3 1,-26-1-23,-1-1 1,1-1-1,-1 0 1,0-2-1,0-1 1,-1 0 0,0-2-1,0 0 1,-1-1-1,0-2 1,-1 0 0,0-1-1,-1 0 1,0-2-1,27-28 1,-23 16-19,-1 0 0,-1-2 0,-2 0 0,0-1 0,18-46 0,-18 31-26,-2-1 0,-2-1 0,11-61 1,-20 64 19,-1 0 1,-1-1 0,-3 0 0,-2 1 0,-2-1 0,-2 1 0,-1 0 0,-3 0 0,-1 1 0,-19-45 0,9 36-19,-2 1-1,-2 1 1,-2 2 0,-2 0 0,-2 2-1,-3 2 1,-65-69 0,81 94-33,-2 2 1,0 0-1,-1 1 1,0 1-1,-1 1 1,-40-19-1,47 26-47,-1 2-1,1 0 1,-1 1-1,0 0 0,0 1 1,0 1-1,0 1 1,0 0-1,0 1 1,0 0-1,-31 6 0,21 0-264,1 1-1,0 2 0,0 0 0,1 1 1,0 2-1,1 0 0,0 1 0,-30 25 1,4 2-1807,2 2 1,-57 64-1,6 7-3827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03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2468 1550 3820,'-1'-1'548,"-1"0"0,1 0 0,0 1 0,0-1 0,-1 0 0,1 1 0,-1-1 0,1 1 0,0 0 0,-1-1 0,1 1 0,-2 0 0,2 0-409,0 0 1,1 0-1,-1 0 1,1 0-1,-1 1 1,1-1-1,-1 0 1,1 0-1,-1 1 1,1-1-1,-1 0 1,1 1-1,-1-1 1,1 0-1,0 1 0,-1-1 1,1 1-1,0-1 1,-1 0-1,1 1 1,0-1-1,-1 1 1,1-1-1,0 1 1,0 0-1,0-1 1,-1 1-1,1-1 1,0 1-1,0-1 1,0 1-1,0-1 1,0 1-1,0-1 1,0 1-1,0 0 1,1 0-1,-4-3 121,-43-20 484,-1 1 1,-65-19-1,-109-21-6,41 13-109,-442-154 806,484 147-1153,2-5 1,-179-108-1,253 128-202,3-2-1,1-3 1,2-2 0,-79-86-1,104 97-422,1-1 0,2-2 0,1 0 0,3-2 0,1-1 0,1-1 0,3-1 0,-14-47 0,30 80-286,0 0-1,2-1 1,-1 1-1,1 0 0,1-1 1,0 1-1,0-1 1,4-19-1,3 8-3697,10 7-2393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03.6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1016 551 4004,'-6'1'68,"-13"1"462,0 1 1,0 2-1,0 0 1,1 0-1,-27 13 1,-36 24 1907,-104 71 1,158-94-2145,1 2-1,0 1 1,2 2 0,0 0 0,2 1-1,0 1 1,-19 32 0,21-22 63,0 0 1,3 1-1,1 0 0,1 2 0,-13 61 1,21-72-186,2 0 0,1 0 1,2 1-1,0 0 0,2-1 0,2 1 1,0 0-1,11 48 0,-8-59-134,1 0 0,1-1 0,1 0-1,0 0 1,1 0 0,1-1 0,0-1 0,1 0-1,1 0 1,0-1 0,1-1 0,1 0 0,0 0-1,0-2 1,1 0 0,1 0 0,0-1 0,0-1-1,20 7 1,-7-4-28,0-2 1,0-1-1,1-1 0,0-2 0,1-1 0,-1-1 1,1-2-1,0-1 0,0-1 0,58-9 0,-48 2-22,51-17 0,151-56-62,-209 67 43,0-1 0,-2-1 0,1-2 1,58-41-1,-78 49 22,19-13-13,-2-2-1,-1 0 1,0-2-1,-2-1 1,-2-2-1,0 0 1,33-53 0,-45 61 4,-1-1 1,-2 0-1,0-1 1,-1 0-1,-2 0 0,0-1 1,-1 0-1,-2 0 1,0-1-1,-2 1 1,0-1-1,-4-45 1,-4 32-3,-1 1-1,-1 1 1,-2-1 0,-2 2 0,-1-1 0,-2 2 0,-1 0 0,-35-54-1,10 28 0,-3 2-1,-2 1 0,-83-78 0,81 90 5,-1 2-1,-2 2 1,-1 3 0,-3 1-1,-87-42 1,113 65 0,-2 3 1,1 0-1,-2 2 1,1 1-1,-46-5 0,52 11-18,0 1-1,0 1 0,0 1 0,0 1 0,0 1 1,1 1-1,-45 14 0,36-5-240,0 1 0,1 1 0,1 2 0,0 1 0,2 1 0,0 2 0,1 1 0,-29 29 0,10-3-1476,3 1 1,2 3-1,-52 81 0,25-17-3390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04.3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1983 109 5629,'2'0'121,"0"0"1,0 0 0,0 0-1,0-1 1,0 1 0,0 0 0,0-1-1,0 0 1,0 1 0,0-1 0,0 0-1,0 0 1,0 0 0,0 0-1,-1 0 1,1 0 0,0-1 0,3-4 2749,-6 5-2755,0-1 0,0 1 0,0-1 0,0 1 0,0 0 0,1-1 0,-1 0 0,0 1 0,1-1 0,-1 1 0,1-1-1,0 0 1,-1 1 0,1-1 0,0 0 0,0 1 0,0-1 0,0 0 0,0 1 0,1-1 0,-1 0 0,0 1 0,1-1 0,0-2 0,21-34 2525,-20 36-2050,-4 1-509,-1 0 1,1 0-1,-1 0 1,1 0 0,-1 0-1,1 0 1,-1 0 0,1 1-1,-1-1 1,0 1-1,1 0 1,-1 0 0,0 0-1,1 0 1,-1 1 0,0-1-1,1 1 1,-1-1 0,1 1-1,-1 0 1,1 0-1,-5 2 1,-2 0 39,-836 285 2863,674-218-3090,3 8 0,-215 135-1,330-180-1127,2 3 0,-81 71 0,98-77 451,-72 66-6079,104-94 6560,-21 26-6585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1:04.8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671 1 5949,'-40'8'602,"23"-5"-151,1 0 0,0 1 0,0 1 0,0 1 0,-25 13 0,17-6 316,0 1-1,1 1 1,0 1 0,1 0 0,1 2-1,1 1 1,-33 38 0,21-13-374,1 1 1,2 1 0,2 2 0,2 1 0,3 1-1,1 0 1,-15 61 0,14-25-141,4 0 0,4 1 0,-6 149-1,19-198-204,2 0-1,1 1 0,2-1 1,2-1-1,1 1 0,2-1 1,25 65-1,-25-82-31,0 0 0,1-1-1,1 0 1,1-1 0,0 0 0,2-1-1,0 0 1,1-1 0,0-1 0,1 0-1,1-2 1,0 1 0,1-2 0,1 0-1,23 10 1,-19-11-5,0-2-1,0 0 1,1-1-1,1-2 1,-1 0-1,1-2 1,0-1-1,0-1 1,0 0-1,0-2 1,0-1-1,26-5 1,-11 0-4,1-2 1,-1-1-1,0-2 1,58-25-1,-61 18-9,0-1 1,-2-2-1,0-1 0,-1-2 0,-2-2 1,0 0-1,-2-2 0,-1-2 0,-1 0 1,-2-2-1,-1-1 0,-1-1 0,-2-1 0,-2-1 1,-1 0-1,22-62 0,-25 51 10,-1 0 1,-3-1-1,-2 0 0,-2-1 0,-2 0 1,-2 0-1,-4-70 0,-2 84 11,-2 0 1,-1 0-1,-2 0 1,-2 0-1,-1 1 0,-1 0 1,-2 1-1,-1 1 1,-2 0-1,-39-58 1,49 81-92,-1 0 0,0 0 0,-1 1 0,0 1 1,0-1-1,0 1 0,-1 0 0,-13-7 1,18 12-135,-1 0 0,0 0 0,1 0 0,-1 0 0,0 1 0,0-1 0,-1 1 0,1 0 0,0 1 0,0 0 0,0-1 0,-1 2 0,1-1 0,0 1 0,0-1 0,0 1 0,0 1 0,-9 2 0,10-2-239,1 0 1,0 0-1,0 1 1,0-1-1,0 0 1,0 1-1,0 0 1,1 0-1,-1 0 1,1 0-1,0 0 1,0 0-1,-3 7 1,4-8-91,-8 13-5770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38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11 4080,'-8'-11'686,"11"18"2162,15 18 304,-7-15-2782,-8-8 474,-3 1-388,1 3-219,0-1-1,0 0 0,1 0 0,-1 0 0,1 0 0,0 0 1,4 6-1,-5-9-165,0-1 0,0 1 0,0-1 0,1 1 0,-1-1 0,1 1 0,-1-1 0,1 0 0,-1 0 0,1 0 0,0 0 0,0 0 0,-1 0 0,1 0 0,0 0 0,0-1 0,0 1 0,0-1 0,0 1 0,0-1 0,0 0 0,3 0 0,55-2 675,70-12-1,-57 5-899,172-30-3059,-64 7-2013,-43 14-647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39.4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0 167 5489,'0'0'5667,"2"2"-5371,16 24 570,0 1 0,-2 1 0,19 46 1,-34-72-357,15 4 749,-14-5-1167,-1-1 0,0 1-1,1 0 1,-1 0 0,1-1 0,-1 1-1,1-1 1,-1 0 0,1 1 0,-1-1-1,1 0 1,0 0 0,-1 0 0,4 0-1,35-8 342,-1-2 0,0-1-1,0-2 1,61-30 0,25-8-512,182-77-6303,-231 91 2059,8 1-2135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40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1 143 6045,'3'0'803,"-2"-1"-692,0 1 1,0 0-1,0 0 0,0 0 1,0 0-1,0 0 1,0 0-1,0 0 0,0 0 1,0 0-1,0 0 1,0 1-1,0-1 0,0 0 1,0 1-1,0-1 0,0 1 1,0-1-1,-1 1 1,1-1-1,0 1 0,0 0 1,0-1-1,-1 1 0,1 0 1,0 0-1,-1-1 1,1 1-1,0 0 0,-1 0 1,1 1-1,-1 2 135,0 1 0,0-1 0,0 0 1,-1 0-1,0 0 0,0 0 0,-2 7 0,2-7-398,-4 9 609,3-7 134,0-1 0,1 1 1,0-1-1,-1 1 0,1 7 0,6-13-54,11-2-204,-7 2-190,0-1-1,0 0 0,0 0 1,0-1-1,0-1 0,11-3 1,209-70 338,-150 54-3313,137-60 0,-155 53-1139,-1 1-1991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43.7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0 167 5665,'27'-30'15160,"-28"32"-14938,-1 7-137,0 1-1,1 0 1,0-1 0,1 1 0,-1 0 0,2-1 0,0 1 0,0 0 0,0-1 0,1 1 0,1-1 0,0 1 0,0-1 0,1 0-1,5 11 1,-6-15-40,1 1-1,-1-1 1,1 0-1,0 0 0,0 0 1,0-1-1,1 1 1,0-1-1,-1 0 0,1-1 1,1 1-1,-1-1 1,1 0-1,10 5 1,-4-4-7,0-1 0,0 0 0,0-1 0,0 0 0,0-1 1,1 0-1,13-1 0,16-4-39,0-2-1,0-1 1,52-17-1,-63 15-34,43-11-871,0-4 0,103-48 0,15-35-4867,-114 53 1080,-1-5-2468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32.4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2509 336 6073,'-25'-15'1696,"20"12"-161,15-48 7131,-9 47-7980,0 0 0,-1 0 0,1 1 0,1-1-1,-1 1 1,0-1 0,3-3 0,3-3-1137,-39-2 587,13 7-121,-1 0 0,0 1 1,0 1-1,-21-1 0,-17-3-6,-478-57 586,300 49-107,119 11-104,-90 9 608,195-4-933,-122 12 1110,-183 41 1,264-43-893,1 3 0,1 2 0,1 3 0,0 1 0,1 3 0,1 2 0,1 1 0,-55 44 0,83-54-156,1 2 1,0 0-1,2 1 1,0 0-1,1 2 1,1-1-1,1 2 1,1 0-1,1 0 1,1 1 0,-8 27-1,4-4 25,2 1 1,2 1-1,2-1 1,-3 90-1,11-97-146,2 0 0,2 0 0,1-1 0,2 1 0,2-1 0,2 0 0,1-1 0,2-1 0,2 0 0,1-1 0,2 0 0,1-2 0,35 45 0,-12-25 0,2-2 0,2-3 0,3-1 0,1-3 0,3-2 0,1-2 0,79 43 0,82 32 0,-114-71 0,1-4 0,119 29 0,222 24 0,-341-79 0,0-4 0,0-5 0,1-5 0,0-4 0,-1-4 0,0-5 0,0-5 0,-2-4 0,159-54 0,-154 36 0,-2-5 0,117-68 0,-167 80 0,-2-3 0,91-77 0,-112 82 0,-2 0 0,-1-2 0,-1 0 0,-1-2 0,25-46 0,-19 19 0,-2-2 0,-4-1 0,-2 0 0,-3-2 0,-2-1 0,-4 0 0,10-99 0,-18 99 0,-3-119 0,-7 145 0,-1 0 0,-2 1 0,-2 0 0,-16-48 0,18 70 0,-2-1 0,0 1 0,-1 0 0,-1 1 0,-1 0 0,0 0 0,-2 1 0,-19-20 0,12 16 0,-2 1 0,0 0 0,-2 2 0,0 1 0,-30-15 0,-12 0 0,-1 4 0,-2 2 0,-124-27 0,-309-27 0,439 77-44,1 3-1,0 2 1,-91 18 0,136-18-1136,-1 2 0,1 0 0,0 1 0,-26 14 0,18-8-768,-44 28-3458,12-7-2461,23-15-618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33.6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375 41 7405,'0'0'2323,"-3"-1"-274,-24-11 1937,17 7-3026,0 1 0,0 0 0,-1 0-1,1 1 1,-1 0 0,-14-2 0,19 6-749,-1 0 0,1 0 0,0 0 1,-1 1-1,1 0 0,0 0 0,0 1 0,1-1 0,-1 1 0,0 1 0,1-1 1,-7 6-1,0 1 105,0 0 0,1 1 0,-20 24 0,17-15-125,1 2-1,0 0 1,2 0-1,1 1 1,0 1-1,2-1 1,1 1-1,0 1 1,-4 39 0,9-52-159,1 0 1,1 0 0,0 0 0,1 0-1,0 0 1,0 0 0,2 0-1,-1 0 1,1-1 0,8 20 0,-6-23-17,-1 1-1,1-1 1,1 0 0,-1-1 0,1 0 0,1 1 0,-1-2 0,1 1 0,0-1-1,1 0 1,0 0 0,-1-1 0,2 0 0,-1-1 0,15 6 0,65 20 84,-74-27-85,0-1 1,0-1-1,0 0 0,0-1 1,0 0-1,0-1 1,0-1-1,27-6 1,-34 6-15,0 1 11,1-1 1,-1 0-1,0-1 0,0 1 1,0-1-1,0-1 1,-1 1-1,1-1 1,-1-1-1,0 1 1,0-1-1,-1 0 0,1 0 1,-1 0-1,0-1 1,0 0-1,-1 0 1,0 0-1,0-1 1,0 0-1,-1 1 0,0-1 1,0 0-1,-1 0 1,0-1-1,0 1 1,-1 0-1,0-1 1,0 1-1,0-1 0,-1 1 1,-1-1-1,1 1 1,-1-1-1,-2-10 1,-5-16-26,-2 0-1,0 1 1,-31-64 0,-9-19-4869,49 114 3339,-21 29-10392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34.3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1 196 7361,'39'-17'2045,"-31"13"3797,-6-6-4406,-2 8-1300,0 1 0,0-1 0,1 0 0,-1 1 0,0-1-1,1 1 1,-1-1 0,1 1 0,-1-1 0,1 1 0,0-1 0,1-1-1,43 31 673,-42-27 394,-14 36-515,4-19-327,1 3-71,1 1 0,1 0-1,-3 43 1,7-57-268,0 0 1,0-1-1,1 1 1,0 0-1,0 0 1,1-1-1,0 1 1,1-1-1,0 0 1,0 1-1,0-1 1,1 0-1,0-1 1,9 12-1,-7-9-10,1-1 0,0-1 0,0 1 0,1-1 1,0-1-1,0 1 0,1-1 0,-1-1 0,1 1 0,18 6 0,-24-11-7,1-1 1,2 0-2,-1 0 0,0 0 0,1-1 0,-1 0-1,0 0 1,1 0 0,-1-1 0,0 1 0,0-1-1,0-1 1,-1 1 0,1-1 0,0 0 0,-1 0-1,0 0 1,1 0 0,-1-1 0,-1 1 0,1-1-1,4-6 1,92-114 31,-93 117-39,0-1 0,1 1 0,0 1 0,0-1 0,11-5-1,-16 11 7,0 1-1,0 0 0,0 0 1,0 0-1,0 0 0,0 0 1,0 1-1,0-1 0,0 1 1,0 0-1,0 0 0,0 0 1,4 2-1,-4-2 0,9 5 0,1 1 1,-1 1-1,0-1 0,0 2 0,17 16 0,8 5-5,28 29-256,-62-57 190,20-2-158,-18 1 200,-1-1 0,1-1-1,-1 1 1,1-1 0,-1 1 0,0-1 0,1-1 0,-1 1 0,0-1 0,0 1 0,0-1-1,0 0 1,7-5 0,-4 2 9,-1-1-1,0 0 1,0 0-1,0 0 1,0-1-1,7-12 1,1-5 53,-2-1 0,0 0 0,11-38 1,60-169 833,-71 207-742,-10 23-100,-1-1 0,1 1-1,-1-1 1,0 0 0,0 1 0,0-1 0,0 0 0,0 0-1,-1 1 1,1-5 0,15 20 4,-13-11-28,0 1 0,-1 0 0,0 0 0,1 0 0,-1 1-1,-1-1 1,1 0 0,0 1 0,-1 0 0,1-1 0,-1 1-1,1 5 1,7 52-87,-7-41-39,22 212-6921,-27-191 2399,0-25 2393,-1 27-4108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35.2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0 474 7445,'6'-10'651,"1"0"-1,-1 0 1,1 1 0,1 0 0,0 1 0,0-1 0,1 2 0,0-1 0,0 1 0,1 0 0,11-5-1,30-20-249,1 3-1,79-32 0,-128 60-522,12 31-31,-12-25 169,-1 1 1,0 0 0,0 0-1,0 0 1,-1 0 0,1 10-1,7 20-36,-5-26 19,0 0-1,1 0 0,1-1 1,-1 0-1,2 0 0,-1 0 1,1-1-1,0 0 0,1 0 1,0-1-1,0 0 0,1-1 1,-1 1-1,2-1 0,-1-1 1,0 0-1,1 0 0,20 6 0,-26-11 56,0 0-1,0 1 1,0-1-1,0 0 1,0-1-1,-1 1 1,1-1-1,0 0 1,0 0-1,7-2 1,44-21 354,-19 8-344,-22 12-48,1 0 0,1 2 0,-1-1 0,0 2 0,1 0 0,30 2 0,-29 0-209,1-1 1,-1 0-1,0-1 0,1-2 0,22-4 0,-39 7 171,0 0-1,-1-1 0,1 1 0,0 0 0,0 0 0,-1 0 0,1-1 0,0 1 0,0 0 0,-1-1 0,1 1 0,0 0 0,-1-1 0,1 1 0,-1-1 0,1 1 0,0-1 0,-1 0 0,1 1 0,-1-1 0,0 1 0,1-2 0,-8-14-449,2 8 530,-20-20-176,22 26 104,0 0 1,1-1-1,-1 0 0,1 1 1,-1-1-1,1 0 1,0 0-1,0 0 0,0 0 1,0-1-1,1 1 0,0-1 1,-2-5-1,2 7 2,1 0 0,-1 0 0,1 0 0,0 0 0,0 0 0,0 0 0,0 0 0,0 0 0,0 0 0,1 0 0,-1 1 0,1-1 0,-1 0 0,1 0 0,0 0 0,0 0 0,-1 0 0,2 1 0,-1-1 0,0 0 0,0 1 0,0-1 0,1 1 0,-1-1 0,0 1 0,1 0 0,0 0 0,-1-1 0,1 1 0,0 0 0,-1 1 0,4-2 0,5-5-8,-8 6-8,60 8 122,-52-5 1,0 0 1,1-1-1,-1 0 1,0-1 0,1 0-1,-1 0 1,0-1-1,11-2 1,-13 0-10,1 1 1,-1-2-1,0 1 0,0-1 0,-1 0 0,1-1 1,-1 0-1,0 0 0,7-7 0,-12 11 38,-1-17 127,-5-28 16,4 43-147,0-21-86,1 18-30,0 0 0,1 0 0,-1 0 1,1 0-1,0 1 0,1-1 0,-1 0 1,1 1-1,7-10 0,36-42 464,-35 45-207,-8 10 4,-1 3-122,0 0-135,-1 0 0,1 0 1,-1 0-1,1 0 0,-1 1 0,0-1 0,1 0 0,-1 1 1,0-1-1,0 1 0,0-1 0,0 1 0,0 0 1,0-1-1,0 1 0,-1 0 0,1 0 0,-1-1 0,1 1 1,-1 0-1,0 0 0,0 0 0,1 0 0,-1 0 1,-1-1-1,1 1 0,0 0 0,-1 3 0,1 5-41,3 52-283,-1-41-297,-1 0 1,-4 36 0,2-52 398,1 1 1,-1-1 0,1 1 0,0-1 0,0 1 0,0-1 0,1 0 0,0 1 0,0-1-1,2 7 1,0-7 99,-1 0 0,1-1 0,0 1 0,0-1-1,0 0 1,1 1 0,6 5 0,-9-10 103,0 1 0,0-1 0,0 0 0,0 0 0,0 0 0,0 0 0,0 0 1,0 0-1,0 0 0,0 0 0,0 0 0,0 0 0,0-1 0,0 1 0,0 0 0,0-1 0,0 1 0,0-1 1,0 0-1,2 0-15,10-3 279,0 1 1,26-3 0,-34 6-207,0 0 1,0 0-1,0 0 0,0 1 1,0 0-1,0 0 0,-1 0 1,1 1-1,0 0 1,8 4-1,-11-5-84,58 26-364,-56-25-44,0-1 0,1 0-1,-1 0 1,0 0 0,0 0-1,1-1 1,-1 0-1,0 0 1,1 0 0,-1 0-1,1-1 1,5-1 0,10-4-4532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48.8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2551 61 6929,'37'-60'14453,"-59"72"-13190,10-2-933,1 1-1,1 0 1,0 1-1,1 0 1,-12 19-1,-6 7 265,-140 174 1443,-222 216 1,44-124-1496,-22-30-614,-131 106-1880,106-14-1646,347-316 1847,2 2 0,2 1 1,3 3-1,2 0 0,-54 118 0,87-167 1037,0 0-1,1 1 1,0-1 0,0 1-1,-1 10 1,3-11-573,0 0 0,1 0 0,0 0-1,3 11 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49.7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56 139 5881,'-2'14'2143,"3"-20"1806,5-17-1815,-6 20-1990,0 1 0,0-1 0,0 1 0,0-1 0,-1 1 0,1-1 0,-1 1-1,1-1 1,-1 1 0,0-1 0,-1-1 0,0 0 193,0-4 98,-1 0-1,1 0 0,-1 0 0,-8-12 0,2 2 105,8 15-297,0 2-193,0 0-1,0-1 1,0 1 0,0 0-1,0 0 1,0 0-1,0 0 1,-1 0 0,1 0-1,0 0 1,-1 0 0,-2-1-1,3 9 94,0 0 0,0 0-1,1 0 1,0 0 0,0 0-1,3 13 1,-3-19-130,4 23 246,1 0 0,0-1 0,2 0 1,1 0-1,1 0 0,15 25 1,79 121 747,-44-87-564,91 98 1,85 64 31,-173-181-373,333 326-369,40 42-4240,-364-361 2737,38 41-4747,-37-27-2466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50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124 168 2708,'-69'-11'2147,"64"10"-1643,-12-4 726,15 4-1121,1 1 0,-1-1 0,0 1 0,0-1 0,1 0-1,-1 0 1,1 0 0,-1 0 0,1 0 0,-1 0 0,1 0 0,-1-1 0,1 1 0,0 0 0,0-1 0,0 1 0,0-1 0,0 1 0,0-1 0,0 0 0,0 1 0,1-1 0,-2-2 0,1 1 385,5-21 454,-2 6-479,-1 15 22,-1 0 56,2-2-330,-1 1 0,1-1-1,0 1 1,0 0 0,0 0-1,1 0 1,-1 0 0,1 0 0,0 0-1,0 1 1,6-6 0,-8 7-152,1 1 0,-1 0 0,1 0 1,-1-1-1,1 1 0,0 0 0,-1 0 1,1 0-1,0 1 0,-1-1 0,1 0 0,0 1 1,0-1-1,0 1 0,0 0 0,0-1 0,0 1 1,0 0-1,-1 0 0,1 0 0,0 0 0,0 1 1,0-1-1,0 1 0,0-1 0,0 1 0,-1-1 1,1 1-1,0 0 0,0 0 0,-1 0 0,1 0 1,1 2-1,19 17 527,-2 1 0,32 44 1,8 9 301,28 17 181,161 129 1,126 47-296,156 55-278,-466-284-450,587 320 288,-565-312-308,977 487 271,-953-480-302,463 217 83,-409-188-158,30 13-208,-138-74-554,-54-19 373,-1-5-1682,0 2 1814,-1-1 0,0 0 0,0 1 0,0-1 0,0 0 0,0 1 0,0-1 0,-1 0 0,1 0 0,-1 0 0,1 0 0,-1 0 0,0 1 0,1-1 0,-1-3 0,-25-32-5931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52.2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20 115 4336,'-17'-17'1229,"14"13"-119,20-23 4499,5-36-1576,-21 60-3149,-1 8-305,-2 19-164,2-1 0,1 1 0,1 0 0,1 0-1,0-1 1,2 0 0,12 35 0,73 161 1064,-70-173-1224,143 274 1190,-13-26-501,-78-135-486,-8 3 0,73 287 0,-113-325-319,-6 1 0,-5 1 0,-6 0 0,-18 250-1,-14 325 255,25-688-448,0-1 1,1 1 0,1-1 0,1 1 0,-1-1 0,2 0 0,0 0 0,0 0 0,7 13 0,-9-23-28,-1 0 0,0 0 0,1 1 0,-1-1 1,1 0-1,0 0 0,0 0 0,0 0 0,0-1 1,0 1-1,0-1 0,0 1 0,1-1 0,-1 0 0,0 1 1,1-1-1,-1 0 0,1-1 0,-1 1 0,1 0 0,0-1 1,-1 0-1,1 1 0,0-1 0,-1 0 0,1 0 0,0 0 1,-1-1-1,6 0 0,-2-1-264,0 0 1,1-1-1,-1 0 0,0 0 0,0 0 1,0-1-1,10-7 0,-10 5-188,-1 0 0,0-1 0,0 1 0,0-1 1,-1 0-1,0 0 0,0 0 0,-1 0 0,0-1 0,0 1 0,-1-1 0,0 0 0,0 0 0,-1 0 0,1-12 0,6-20-3773,3 9-1780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53.2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942 0 5573,'0'0'8284,"-4"4"-7190,-14 19-42,-39 44 1107,-63 100 0,-309 595-1729,304-528-3101,-22 41-5920,105-185 2086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59.7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1237 143 10137,'2'-8'480,"-1"0"1,1 0-1,-1 0 0,-1 0 1,0-9-1,0 15-305,0-1 0,0 1 0,-1 0 0,1-1 0,-1 1 0,0 0 1,1 0-1,-1-1 0,0 1 0,0 0 0,0 0 0,-1 0 0,1 0 0,0 0 0,-1 0 0,0 1 0,1-1 0,-1 0 0,0 1 0,0-1 0,-2 0 0,-5-4 524,3 2-390,-1-1 0,1 2 0,-1-1 0,0 1 0,0 0 0,0 0 0,-1 1 0,1-1-1,-1 2 1,1-1 0,-1 1 0,0 1 0,-15-1 0,8 4-27,1-1 0,-1 2 1,1 0-1,-1 1 0,1 0 0,0 1 0,-17 10 0,-89 63 1061,117-76-1306,-65 49 612,3 3 1,-102 111-1,-93 148 208,204-240-631,-58 99 0,96-142-188,2 0 0,2 1 0,1 1 0,1 0 0,1 0 0,-8 52 0,17-71-24,1 1 0,0 0 0,1-1-1,1 1 1,0 0 0,1-1 0,0 1 0,1-1 0,1 0 0,0 1-1,1-2 1,1 1 0,0-1 0,1 0 0,0 0 0,1 0-1,0-1 1,1 0 0,1-1 0,-1 0 0,2-1 0,0 0 0,0 0-1,0-1 1,1-1 0,21 12 0,-5-6-9,1-1 0,0-2 1,1 0-1,1-2 0,-1-2 0,1 0 0,1-2 0,42 1 1,-10-5-29,0-2 1,-1-3 0,77-15-1,-86 9-57,-1-3 0,0-2-1,-1-2 1,0-2-1,-2-3 1,-1-2 0,90-58-1,-109 60 21,0-1 0,-1-1 0,-2-1 0,-1-2 1,0-1-1,-2 0 0,-2-2 0,0-1 0,-2-1 0,-2 0 0,-1-1 0,20-55 0,-29 63 31,-1-1-1,-2 1 1,0-1-1,-2 0 1,-1 0-1,-1 0 1,-1-1-1,-1 1 1,-7-41-1,3 44 9,0 1-1,-1 0 1,-1 0 0,-2 1-1,0 0 1,-1 0-1,-1 1 1,0 0-1,-2 1 1,-1 0 0,-18-19-1,13 18-43,-2 2-1,0 1 0,-1 0 0,-1 2 1,0 0-1,-1 2 0,0 0 1,-2 2-1,1 1 0,-1 1 1,0 1-1,-1 1 0,-52-6 1,51 10-572,0 2 0,0 1-1,0 1 1,0 1 0,-50 11 0,54-7-664,1 1 0,1 1 0,-1 1-1,1 1 1,0 1 0,1 1 0,-21 15 0,-13 22-7975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00.4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849 131 4992,'0'0'1597,"1"-3"-69,1-8-143,-1 1 1,0-1 0,-1 0 0,-1-15-1,0 24-1105,0 0-1,-1-1 0,1 1 0,-1 0 1,0 0-1,1 0 0,-1 0 0,0 0 0,0 0 1,0 1-1,-1-1 0,1 1 0,0-1 1,-4 0-1,6 1-241,-5-2 117,0-1-1,0 1 1,-1 0 0,1 1-1,0-1 1,-1 1 0,0 0-1,1 1 1,-1-1 0,0 1-1,0 0 1,0 1 0,0-1-1,0 1 1,-7 1 0,1 1 73,-1 1 0,0 1 0,1 0 1,0 1-1,0 0 0,0 1 0,-19 13 1,2 1 463,-42 39 1,18-10-228,2 3 1,3 2-1,2 1 1,2 3 0,-58 103-1,76-112-335,1 2-1,3 1 1,3 0 0,1 2-1,3 0 1,2 0-1,-9 102 1,20-124-92,1-1-1,2 0 1,1 0 0,1 0 0,2 0-1,1 0 1,2 0 0,1-1 0,13 29-1,-12-35-18,2-1-1,0-1 0,1 0 0,2-1 1,0-1-1,1 0 0,1-1 1,1-1-1,1 0 0,0-2 0,32 22 1,-21-20-16,1-2 0,1-1 0,0-1 0,1-2 0,0-1 0,1-2 0,0-1 0,0-1 0,1-2 0,0-2 0,0-1 0,0-2 0,62-7 0,-47 0-27,0-2-1,0-2 1,-1-2-1,0-3 0,-1-2 1,-1-1-1,-1-3 1,82-52-1,-90 47 10,-1-1 0,-1-2-1,-2-2 1,-1-1 0,-2-1 0,-1-2-1,-2-1 1,-1-1 0,33-65 0,-45 73-3,-2-1 0,-1 0 0,-2-1 1,-1 0-1,10-65 0,-16 70 10,-2 1 0,-1 0-1,0-1 1,-2 1 0,-2 0-1,0 0 1,-1 0-1,-11-29 1,3 19-5,-3 0 1,-1 1-1,-1 1 0,-2 1 1,-1 1-1,-2 0 0,-48-51 1,40 51-40,-2 2 1,-1 1 0,-1 1 0,-1 2 0,-2 2 0,-61-30 0,70 42-298,0 1 1,0 1-1,-1 1 1,-1 2-1,1 1 1,-1 2-1,0 0 0,0 3 1,-49 2-1,50 2-937,1 1-1,-30 8 0,32-4-1124,1 0 0,-34 16 0,-21 19-8439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58.3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11 4520,'1'-1'68,"0"0"0,0 0 0,0 1 0,0-1 0,0 0 0,0 0 0,0 1-1,0-1 1,0 0 0,0 1 0,0-1 0,1 1 0,-1 0 0,0-1 0,0 1-1,2 0 1,-3 0 86,1 0-1,0 0 0,-1 0 1,1 1-1,-1-1 0,1 0 1,0 1-1,-1-1 0,1 1 1,-1-1-1,1 0 1,-1 1-1,1-1 0,-1 1 1,0-1-1,1 1 0,-1 0 1,0-1-1,1 1 0,-1-1 1,0 1-1,1 0 0,-1-1 1,0 1-1,0-1 0,0 1 1,0 0-1,0-1 1,0 1-1,0 0 0,0-1 1,0 1-1,0 0 0,0-1 1,0 2-1,-16 9 15,3-2 10296,-27 29-10530,38-36 264,16 22-434,-45-32 270,28 8 84,6 0-150,31 8-16,-31-7 76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7:58.9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1419 647 4700,'-53'-12'1267,"42"9"-124,12 0-54,0-2-964,-1 4 19,0 0 1,1 0 0,-1-1 0,0 1 0,1 0 0,-1-1-1,0 1 1,0 0 0,0 0 0,0-1 0,0 1 0,-1 0 0,1-1-1,0 1 1,-1 0 0,1 0 0,-1-1 0,1 1 0,-1 0 0,1 0-1,-1 0 1,0 0 0,0-1 0,1 1 0,-1 0 0,-2-1-1,-2-4 319,-1-1-1,1 0 0,0 0 0,1-1 0,-1 1 0,1-1 0,1 0 0,-5-15 0,-13-26 968,10 28-931,7 14-362,0-1-1,0 1 0,0-1 0,-1 1 1,0 0-1,0 1 0,-1 0 0,0-1 1,0 2-1,-13-11 0,1 5-14,-1 0-1,-1 1 1,1 1-1,-2 0 1,1 2-1,-1 1 1,0 0-1,-1 1 1,1 2-1,-1 0 1,1 1-1,-1 1 1,0 1 0,0 1-1,0 1 1,1 1-1,-1 1 1,1 1-1,0 1 1,0 0-1,-29 14 1,6 2 18,2 2 0,0 2 0,1 1 0,2 2 0,1 2 0,2 1 0,-57 65 0,46-40 0,3 1 1,2 2-1,3 2 0,-47 104 0,71-134-102,2 2 0,1 0 0,1 0 0,3 1 0,0 0 0,3 0 0,-3 58 0,8-68-18,1 1 0,1 0 1,2-1-1,0 0 0,2 1 0,1-2 1,0 1-1,2-1 0,1 0 0,1-1 1,19 30-1,-10-23-8,2 0-1,1-1 1,1-1 0,2-2 0,1 0 0,46 34-1,-32-32-16,0-2-1,2-2 1,1-2-1,67 25 1,-35-22-59,2-4 1,0-3 0,1-4 0,1-3-1,154 2 1,-136-16 15,0-4-1,-1-5 1,0-3-1,150-45 1,-189 41 24,-2-2 0,0-2 0,-2-3 0,67-43 0,-81 43 3,-2-2-1,-1-2 0,-1-1 1,-1-1-1,-3-2 0,30-39 1,-49 56 10,-1-2 1,-1 1 0,-1-1-1,0-1 1,-2 0 0,11-35-1,7-34-1,22-146-1,-45 215 6,-1-1 0,-1 1 0,0-1 0,-2 1 0,0 0 0,-2-1 0,-6-28 0,-2 11-9,-2 0 0,-2 1 0,-1 1 0,-2 1 0,-1 0-1,-2 1 1,-1 1 0,-1 1 0,-2 2 0,-46-45 0,15 24 21,-1 2 1,-2 3-1,-3 3 0,-111-60 1,92 62-18,-2 4-1,-1 4 1,-2 3 0,-170-35 0,175 52-734,-150-5 1,160 18-931,0 4-1,-96 16 1,144-16-143,1 1-1,-33 12 0,33-7-2473,-36 21 0,57-30 4182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05.1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526 690 9509,'-8'7'2852,"-10"4"6106,8-4-8996,10 14 757,0-12-391,-1-1 1,0 1-1,-1-1 0,1 1 1,-2-1-1,1 0 1,-7 15-1,8-21 101,-25 21 1814,5-7 3054,23-18-5149,8-10-125,-8 11-23,-1 0 0,0 0 0,0 0 0,0 0 0,0 0 0,0 0 0,0 0 0,0 0 0,-1 0 0,1-1 0,0 1 0,-1 0 0,1 0 0,-1-1 0,1 1 0,-1 0 0,1-1 0,-1 1 0,0-1 0,0 1 0,0 0 0,0-1 0,0-2 0,-1-2 0,18-129 0,-1-223 0,-28 108 0,11 213 0,-1 30 0,-2 0 0,4 6 0,1 1 0,-1-1 0,0 1 0,0-1 0,0 1 0,0 0 0,0-1 0,-1 1 0,1-1 0,0 1 0,0-1 0,0 1 0,0 0 0,0-1 0,0 1 0,-1-1 0,1 1 0,0 0 0,0-1 0,-1 1 0,1 0 0,0-1 0,-1 1 0,1 0 0,0 0 0,-1-1 0,1 1 0,0 0 0,-1 0 0,1-1 0,0 1 0,-1 0 0,1 0 0,-1 0 0,1 0 0,-1 0 0,1 0 0,0-1 0,-1 1 0,1 0 0,-1 0 0,1 0 0,-1 0 0,1 1 0,0-1 0,-1 0 0,1 0 0,-1 0 0,0 0 0,-1 2 0,-1 1 0,1-1 0,-1 0 0,1 1 0,0-1 0,0 1 0,-3 4 0,-29 57 0,24-37 0,1 1 0,1 0 0,1 1 0,2 0 0,0 0 0,2 0 0,2 0 0,0 0 0,2 1 0,1-1 0,2 0 0,10 43 0,0-23 0,1 0 0,3-1 0,2-1 0,1-1 0,3-1 0,38 55 0,-50-82 0,49 77 0,-52-80 0,-1 0 0,-1 1 0,-1-1 0,7 25 0,-12-33 0,0 0 0,-1 0 0,0 0 0,0 1 0,0-1 0,-1 0 0,0 0 0,-1 0 0,1 0 0,-1 0 0,-1 0 0,1-1 0,-1 1 0,0-1 0,-1 1 0,0-1 0,0 0 0,0-1 0,-9 11 0,0-5 0,0-1 0,0 0 0,-1-1 0,0 0 0,-24 11 0,-84 28 0,67-27 0,-198 80-1201,180-70-2274,71-30 2035,15-14-2465,92-56-7192,-59 40 2432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05.4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8533,'0'1'12933,"3"17"-10444,12 28-2799,14 14 838,-19-38-431,0-1 0,2 1 1,0-2-1,1 0 0,23 27 0,-34-45-120,14 15-109,1-1 0,19 15 0,-31-28 113,0 1 1,0-1-1,1 0 1,-1 0-1,1 0 1,-1-1 0,1 0-1,0 0 1,0-1-1,0 1 1,0-1-1,10 0 1,-12-1 15,-1 0 1,1-1 0,0 0-1,0 0 1,-1 0 0,1 0-1,-1 0 1,1-1-1,-1 0 1,1 0 0,-1 0-1,0 0 1,4-3-1,35-37 74,-29 28-34,-8 7 98,0 1-1,-1-1 1,0 0 0,0 0 0,-1 0 0,0-1 0,0 1-1,3-16 1,3-7 1055,2-6 730,8 72-2727,-16-16-883,0 0 0,1 22-1,-4 12-8284,-5-30 318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06.3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9189,'3'-3'8048,"-4"3"-7929,8 11 3534,12 34-3473,-4-7 550,-4-12-526,-1 2 1,-2-1 0,10 54-1,-18-80-189,0 0-1,0 1 0,0-1 0,0 0 0,1 1 0,-1-1 0,1 0 0,-1 1 1,1-1-1,-1 0 0,1 0 0,-1 0 0,1 1 0,0-1 0,0 0 0,0 0 1,0 0-1,0 0 0,2 1 0,-2-1-9,0-1 0,0 0 1,0 0-1,0 1 0,0-1 1,0 0-1,0 0 0,0 0 0,0 0 1,0 0-1,0-1 0,0 1 0,0 0 1,0 0-1,0-1 0,0 1 1,0-1-1,0 1 0,2-2 0,4-3 1,1 0 0,-1-1 0,0 0 0,10-11 0,-9 9 30,8-9-32,1 1 0,0 1-1,2 0 1,0 1 0,39-21 0,-53 34-5,1 0 1,-1 0-1,1 0 0,-1 1 1,1 0-1,-1 0 0,1 0 1,-1 1-1,1 0 0,-1 0 1,1 0-1,7 3 0,-10-3 4,3 2-4,0-1-1,0 0 1,0 1 0,-1 0-1,0 1 1,9 6 0,-10-7 16,1 1 1,0-1 0,-1 0 0,1-1-1,0 1 1,11 3 0,-12-7-36,1-1-1,-1 1 1,1-1 0,-1 0 0,0-1 0,0 1-1,7-6 1,-8 6 7,1 0-18,1 0 0,0 0 0,0 1 0,0-1 0,0 1 0,0 1 0,0-1 0,0 1 0,0-1 0,0 1 0,0 1 0,0-1 0,0 1 0,0 0 0,0 0 0,5 2 0,-8-3 5,0 0 0,1 0 0,-1 0 0,0 0 0,0 0 0,0 0 0,0-1 0,0 1 0,0-1 0,0 1 0,0-1 0,-1 0 0,1 0 0,2-1-1,6-2-118,-2 1 56,0 0 1,1 0-1,-1 0 0,-1-1 1,1-1-1,-1 1 1,1-1-1,-1-1 1,0 1-1,-1-1 0,0 0 1,0 0-1,0-1 1,-1 0-1,1 0 1,-2-1-1,5-8 1,-8 14 200,0 2-98,0-1 0,-1 1 0,1-1 0,-1 0 0,0 1-1,1-1 1,-1 0 0,0 1 0,1-1 0,-1 0 0,0 1 0,0-1-1,1 0 1,-1 0 0,0 0 0,0 1 0,0-1 0,0 0 0,0 0-1,0 0 1,0 0 9,0 0 0,0 0 0,0 0 0,0 0-1,0 0 1,0 0 0,0-1 0,0 1 0,1 0-1,-1 0 1,0 1 0,1-1 0,-1 0 0,1 0-1,-1 0 1,1 0 0,0 0 0,-1 0 0,1 1-1,1-2 1,7 1 4,0 0 0,1 1 0,-1 0 0,0 0 0,0 1-1,0 1 1,0-1 0,0 2 0,0-1 0,10 5 0,-15-6 12,29 2 40,-29-3 347,-2 3-390,3 4-23,0 1-1,0-1 1,-1 1-1,0 0 1,0 1-1,-1-1 1,0 1-1,-1-1 1,1 1-1,-2 0 1,1 0-1,-1 16 0,0 11 34,-7 67 0,2-71-112,-2 0-1,-1 0 1,-2-1-1,0 0 1,-3 0-1,-21 43 1,4-23-316,-1-1-1,-64 79 1,45-64 196,47-63 493,3-6-264,1 0 0,-1 0 0,1 0 0,0 0 1,0 1-1,0-1 0,1 0 0,-1 1 0,1-1 0,5-5 0,-1 2 33,133-163 4,127-162-6025,-213 259 1042,-1 6-2893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10.9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16 6885,'26'-6'24957,"-45"0"-24068,18 5-887,0 1-1,1-1 1,-1 1-1,0 0 1,0 0-1,0-1 1,0 1-1,0 0 1,0 0-1,1 0 1,-1 0-1,0 0 1,0 0-1,0 0 1,0 0-1,0 0 1,0 0-1,1 1 1,-1-1-1,0 0 1,0 1-1,0-1 1,0 0-1,1 1 1,-2 0-1,-1 9-6,3-10 7,-8 14-2,2-15 0,-15-4 0,16 4 0,-23 10 0,24-9 0,2 1 0,1-1 0,-1 0 0,1 1 0,0-1 0,0 1 0,-1-1 0,1 1 0,0 0 0,0 0 0,0-1 0,-1 1 0,1 0 0,0 0 0,0 0 0,0 0 0,1 0 0,-3 2 0,-20 21 0,12-11 0,4 5 0,6-13 0,1 0 0,0 0 0,1-1 0,-1 1 0,1 0 0,0 0 0,0-1 0,0 1 0,1 0 0,0-1 0,-1 1 0,2-1 0,3 6 0,1 1 0,0 0 0,1-1 0,17 18 0,14 13 0,-15-24 0,-10-9 0,-14-8 0,-1 0 0,1-1 0,0 1 0,0 0 0,0-1 0,0 1 0,0 0 0,-1-1 0,1 1 0,0 0 0,0 0 0,0-1 0,0 1 0,0 0 0,0-1 0,0 1 0,0 0 0,0-1 0,0 1 0,0 0 0,0-1 0,1 1 0,-1 0 0,0-1 0,0 1 0,0 0 0,0-1 0,0 1 0,1 0 0,-1 0 0,0-1 0,0 1 0,0 0 0,1 0 0,-1-1 0,0 1 0,0 0 0,1 0 0,-1 0 0,0 0 0,1-1 0,-1 1 0,0 0 0,1 0 0,-1 0 0,0 0 0,1 0 0,-1 0 0,0 0 0,0 0 0,1 0 0,-1 0 0,0 0 0,1 0 0,-1 0 0,0 0 0,1 0 0,-1 0 0,0 0 0,1 0 0,-1 1 0,0-1 0,1 0 0,-9-20 0,4 16 0,0 1 0,1 0 0,2 3 0,1-1 0,0 0 0,0 1 0,-1-1 0,1 0 0,-1 1 0,1-1 0,0 1 0,-1-1 0,1 1 0,-1-1 0,0 1 0,1-1 0,-1 1 0,1 0 0,-1-1 0,1 1 0,-1 0 0,0-1 0,1 1 0,-1 0 0,0 0 0,1 0 0,-1 0 0,-1-1 0,-25-2 0,11-4 0,11 2 0,14 6 0,-8-1 0,23-1 0,-19-3 0,-3 1 0,-1 2 0,0 1 0,0 0 0,-1 0 0,1-1 0,0 1 0,0 0 0,0-1 0,-1 1 0,1-1 0,0 1 0,0-1 0,-1 1 0,1-1 0,0 0 0,-1 1 0,1-1 0,-1 0 0,1 1 0,-1-1 0,1 0 0,-1 0 0,0 1 0,1-1 0,-1 0 0,0 0 0,1-2 0,2-10-3,-3 11-36,-7-14-3862,6 16 3749,1-1 1,-1 0 0,1 1-1,-1-1 1,1 0-1,-1 1 1,1-1 0,0 0-1,-1 1 1,1-1 0,0 0-1,0 0 1,-1 0-1,1 1 1,0-1 0,0 0-1,0 0 1,0 0-1,0 1 1,0-1 0,0 0-1,0 0 1,1 0 0,-1 1-1,0-1 1,0 0-1,1 0 1,-1 1 0,0-1-1,1-1 1,0 0-601,-1-1 0,1 1 0,-1-1 0,0 0 1,0 1-1,0-1 0,0 0 0,0 1 0,-1-1 0,1 1 0,-1-1 0,0 1 1,0-1-1,0 1 0,-1-4 0,-2-3-1124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52.2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 61 3624,'0'0'3652,"-1"-3"-3181,-13-22 188,12 23 11,6 1-536,12-4-334,0 1 0,0 0 1,1 2-1,-1 0 0,28 0 1,19-2-2132,-4-2-366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53.0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202 552 2872,'-3'-2'788,"-40"-23"1526,28 17-2176,12 7-67,0 0 1,0 0-1,-1 0 1,1 0-1,0 1 1,0 0-1,-1-1 1,1 1-1,0 0 1,-6 1-1,-8-1 237,-13-5 847,-22-1 2036,65-13-1781,2 5-1115,1 1-1,0 1 1,1 1 0,0 0 0,34-14 0,-21 9-108,336-168 466,-178 91-2470,-44 24-3526,-76 35-84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53.5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3 540 5713,'-2'-42'5395,"3"36"-5231,-1 1 1,1 0-1,1 0 0,-1 0 1,1 0-1,0 0 1,0 0-1,0 0 1,1 0-1,-1 1 1,1-1-1,6-5 1,3-5 60,1 1 0,16-14 0,27-17-308,2 2-1,2 3 1,91-46-1,-11 19-2679,-41 22-858,-8 0-598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55.1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20 185 3916,'0'0'8836,"-2"1"-8570,-16 11 750,26-17 1341,30-20-1258,7 1-1118,2 1 0,1 2 0,1 3 0,81-20 0,-102 31-534,38-8-817,-23 2-4438,-26 5-872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56.6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332 197 2880,'0'0'2304,"-2"1"-1739,2-1-521,-3 1 193,1 0-1,0 0 1,0 0 0,0 0-1,0 0 1,0 1-1,0-1 1,0 1-1,0 0 1,-2 2-1,-15-9 381,12 3-516,0 1-1,0 0 1,0 0 0,-1 1-1,1 0 1,0 1 0,0-1-1,0 1 1,0 0-1,0 1 1,0 0 0,-10 4-1,-27 13-110,42-17 134,-1 0-55,1 0 0,-1 0 0,1 0 0,-1-1-1,0 1 1,0-1 0,0 0 0,-5 2 0,-6 1 391,-1 0-1,1-1 0,-1 0 0,0-2 0,-16 1 0,27-2-163,138-44-171,-41 13-70,367-93-1658,-249 76-3245,-107 24-2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58.85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161 735 4808,'-11'-37'2268,"-2"1"0,-35-69-1,38 82-1663,0-1 0,2-1 0,1 1-1,1-1 1,1 0 0,1-1 0,1 1 0,1-43 0,2 65-462,-4-15 88,4 18-210,0-1-1,0 1 1,0 0-1,0-1 0,0 1 1,0-1-1,0 1 1,0 0-1,0-1 0,0 1 1,0 0-1,0-1 1,0 1-1,-1 0 1,1-1-1,0 1 0,0 0 1,0 0-1,-1-1 1,1 1-1,0 0 1,0 0-1,-1-1 0,1 1 1,0 0-1,0 0 1,-1-1-1,1 1 0,0 0 1,-1 0-1,1 0 1,0 0-1,-1 0 1,1 0-1,0-1 0,-1 1 1,1 0-1,0 0 1,-1 0-1,1 0 1,-1 0-1,-9 15 179,8-8-156,0 0 0,0-1-1,0 1 1,0 13-1,2-10-23,1 1 0,0-1 0,1 0 0,0 0 0,0 0 0,1 0 0,0 0 0,1 0 0,1-1 0,-1 1 0,1-1 0,1 0 0,0-1 0,9 12 0,-4-8-1,0-1 0,0-1 0,1 0 0,1 0 0,0-1 0,0-1 0,0 0 0,1-1 0,18 6 0,18 6-125,0-2 0,61 11 0,-89-24-102,0 0 0,0-2-1,1 0 1,-1-2 0,1 0 0,-1-2-1,41-7 1,-54 6 154,0 1-1,0-2 1,0 1-1,0-1 1,0-1 0,-1 1-1,1-1 1,-1-1-1,-1 0 1,1 0-1,-1 0 1,8-10-1,-6 5 12,-2 1-1,1-1 0,-1-1 0,-1 1 0,0-1 1,-1 0-1,0-1 0,2-12 0,3-19 63,-3 0 0,-2 0 0,-2 0 0,-2-53 0,-1 93-5,-8-133 449,8 129-483,-5-24 101,5 32-78,0 0 0,1 0 0,-1 0 1,0 0-1,0 0 0,0 0 1,0 0-1,0 0 0,-1 0 1,1 0-1,0 0 0,0 0 1,0 0-1,0 1 0,0-1 1,0 0-1,0 0 0,0 0 1,0 0-1,0 0 0,0 0 1,0 0-1,0 0 0,0 0 1,0 0-1,0 0 0,0 0 1,0 0-1,0 0 0,0 0 1,0 0-1,0 0 0,-1 0 1,1 1-1,0-1 0,0 0 1,0 0-1,0 0 0,0 0 1,0 0-1,0 0 0,0 0 1,0 0-1,0 0 0,0 0 1,0 0-1,-1 0 0,1 0 1,0 0-1,0-1 0,0 1 1,0 0-1,0 0 0,0 0 1,0 0-1,0 0 0,0 0 1,0 0-1,0 0 0,0 0 1,0 0-1,0 0 0,-5 18 45,5-15-48,-2 3 7,0 0 10,0 0-1,0 0 1,-1-1 0,0 1 0,-5 7-1,4-5 62,3-6-86,-5 8-79,5-10 176,0 1 0,1 0 0,-1-1 0,0 1 0,1-1 0,-1 1 0,1 0 0,-1-1 0,1 1-1,-1 0 1,1 0 0,-1 0 0,1-1 0,0 1 0,0 0 0,-1 0 0,1 0 0,0 0 0,0-1 0,0 3 0,2 0-49,0 0 0,-1 0 0,1 1 0,-1-1 0,0 0 0,0 1 1,0-1-1,0 1 0,0 0 0,-1-1 0,1 1 0,-1 0 0,0-1 0,0 1 1,-1-1-1,0 5 0,-2 41 148,3 0-1,10 91 1,-4-75-71,40 295-936,3 44-7892,-44-271 1345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0:01.37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186 172 3104,'-3'17'196,"0"-1"240,2 0 4017,-1-19-4432,0 1 1,0 0-1,0-1 1,0 1-1,0 0 1,-1 0-1,1 0 1,-1 1-1,1-1 1,-1 1 0,0-1-1,0 1 1,-3-1-1,-8-3-10,11 4 46,1 0-79,-4-2 36,1-1 0,0 1 0,-1-1-1,1 0 1,0 0 0,1 0 0,-6-7 0,8 9-10,-25-23-362,21 21 299,3 1 62,0 1-1,-1 0 1,1 0 0,-1 0-1,0 1 1,1-1 0,-1 1-1,0 0 1,-5-1 0,19-30-1010,7-18-1999,-13 32 1742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0:03.0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13 2368,'11'-13'1815,"-1"16"1257,10 4-3286,0 24-275,14 27 147,-10-17-335,25 58-1,-21-28-493,4 9 471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5:19.90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2064 487 3720,'1'-2'257,"0"1"-1,0-1 1,0 1 0,-1-1-1,1 1 1,0-1-1,-1 0 1,1 1-1,-1-1 1,0 0-1,1 1 1,-1-1-1,0 0 1,0 0 0,0 1-1,0-1 1,0 0-1,-1-2 1,-10-43 2483,5 22-1612,5 18-950,1 0 1,0 0-1,1 0 0,-1 0 1,2 0-1,-1 0 0,0 0 1,1 0-1,1 0 0,-1 0 1,1 1-1,0 0 0,0-1 1,1 1-1,0 0 0,7-8 1,5-5 106,0 0 0,2 2 0,27-23 1,-19 20-127,1 1 0,1 1 0,1 1 0,0 2 0,1 1 0,1 1 0,0 2 0,1 0 0,0 3 0,43-7 0,-70 14-130,-1 1-1,1-1 1,0 1-1,0 0 1,-1 0 0,1 0-1,0 1 1,-1 0-1,1 0 1,0 0 0,-1 0-1,1 1 1,-1 0-1,0 0 1,0 0 0,1 0-1,-1 0 1,-1 1-1,1 0 1,0 0 0,-1 0-1,1 0 1,-1 1-1,0 0 1,0-1 0,0 1-1,-1 0 1,1 0-1,-1 0 1,0 1 0,0-1-1,0 0 1,-1 1-1,0-1 1,0 1 0,1 7-1,-1 14 67,-2 1 1,-1-1-1,0 0 0,-2 0 0,-1 0 1,-2-1-1,-15 42 0,-86 167 316,83-184-336,-143 250 259,-55 116-57,210-387-271,2 1-1,-10 38 1,19-58 1,0 1 1,0-1 0,1 1 0,0-1-1,1 1 1,0-1 0,1 1 0,0-1-1,1 1 1,4 16 0,-4-22-13,1 0 0,0-1 0,-1 1 0,2 0-1,-1-1 1,0 0 0,1 0 0,0 0 0,0 0 0,0 0 0,0-1 0,1 0 0,0 0 0,-1 0-1,1-1 1,0 1 0,0-1 0,0 0 0,9 2 0,5 1-39,-1-1 1,1-1-1,0 0 1,25-1-1,-7-2-116,1-2 0,0-2 1,48-11-1,109-37-534,-152 40 589,28-10 22,-1-3 0,-1-3 0,-2-3 0,-1-3 0,65-45 0,-125 75 143,-1 0 0,0-1 0,0 1 0,0-1-1,0 0 1,7-10 0,-11 13-37,1-1 153,-3 1-126,-1 1-1,1-1 1,0 1-1,-1 0 1,0-1-1,1 1 1,-1 0-1,0 0 0,1 0 1,-1 0-1,0 0 1,0 0-1,0 1 1,0-1-1,-3 0 1,1 1 8,0 1 0,0 0 0,0 0 0,1 0 0,-1 0 0,0 1 0,-5 3 1,7-5-33,-14 8 105,0 1 1,1 0 0,0 1-1,1 1 1,0 0 0,0 0-1,1 2 1,1 0 0,0 0 0,1 1-1,0 0 1,-13 25 0,11-14-26,1 0-1,1 1 1,2 0 0,0 1 0,2 0 0,1 1 0,-4 36 0,4-14 47,-12 187 6,-6 80 227,11-201-294,-8 92 124,-24 280 738,43-468-894,-33 947 2190,44-544-1688,20 475 388,8-507-634,-7-102-151,24 185 92,-8-83-34,55 962 434,-98-1295-645,17 616 174,-22-445-177,-7 165 124,2-309-154,-6 99 20,-40 188 0,40-308-7,-62 252 56,-95 193-86,141-423 44,-15 38-41,32-90 53,2-1 1,0 2-1,3-1 0,1 1 0,1 0 0,2 1 0,2 36 1,1-56-21,-1-1 1,0 1 0,0-1 0,-7 25 0,6-34 2,0 0-1,-1 0 0,1-1 1,-1 1-1,0 0 1,-1-1-1,1 0 1,-1 0-1,0 0 0,-1 0 1,1 0-1,-1-1 1,-9 7-1,1-2 3,-1-2 0,0 1 0,-1-2 0,0 0-1,0 0 1,-26 4 0,-98 13-17,129-22 9,-684 25-214,576-26 203,-37 0 6,-605-13-3355,679 7 1854,-80-14 0,127 13-207,-50-18 0,62 17-144,1-1 1,0-1-1,-22-14 1,-24-26-9086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5:34.0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0 326 3596,'674'-132'1889,"-540"111"-1505,13 3-88,7 0 32,20-4-156,7 1-16,3 0-32,4 0-24,-4 6-8,-3 3 60,-14 0-116,-2 3-4,-15 6 0,-9 3 0,-7 12-20,-20 3-232,-14 9-1877,-19 6-35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6:48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34 3044,'12'-5'11256,"-16"18"-6168,3-1-7433,14 49 2895,-8-42-263,-1 0 0,-1 1 0,2 25 0,-5-35-191,1 0 0,0 0-1,1-1 1,3 12 0,-5-18-28,1 0 0,-1 0 1,0 0-1,0 1 1,0-1-1,0 0 0,0 0 1,-1 1-1,0 3 0,0-5 16,1 1-1,-1 0 1,1-1-1,0 1 1,0 0-1,0 0 1,0-1-1,1 5 1,-1-5-40,1 0 1,0 0 0,-1 0 0,1 0 0,0 0 0,0 0 0,0 0 0,1 0 0,-1 0 0,0 0-1,1-1 1,-1 1 0,1-1 0,-1 1 0,1-1 0,0 1 0,0-1 0,0 0 0,0 0-1,0 0 1,0 0 0,0 0 0,0-1 0,0 1 0,0 0 0,0-1 0,0 0 0,0 1 0,4-1-1,7-1 43,-1 0 0,1-1 0,-1 0 0,21-8 0,-8 3 35,367-118 478,7-26-5530,-330 124 2787,18-3-2926,0 5-2963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6:50.3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0 4928,'0'0'12231,"3"1"-11724,25 12 353,-28-12-827,0 0 0,1 0 0,-1 0 0,1 0 0,-1 0 0,0 0 0,0 0 0,0 0 0,0 0 0,1 0 0,-1 0 0,0 0 0,-1 0 0,1 0 0,0 0 0,0 0 0,0 0 0,-1 0 0,0 1 0,1 0 53,0 32 400,-1 16 154,0-41-571,0 0 1,0 0-1,1 1 1,1-1-1,-1 0 1,2 0 0,2 12-1,2 2 301,15 38 1,-20-58-337,0 0 0,0-1 0,0 1 0,0 0 0,1-1 0,0 1 0,-1-1 0,1 1 0,0-1-1,4 3 1,-3-3-9,0 0-1,0 0 0,1-1 0,-1 0 0,1 1 0,-1-1 0,1-1 0,-1 1 1,1 0-1,0-1 0,-1 0 0,8 0 0,7 0 23,5 0 15,1 0 1,0-2 0,41-8 0,345-102-2682,-363 95 383,-1-3 1,53-30-1,-67 33-311,39-19-5276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6:57.58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37 151 7461,'13'4'-1918,"3"-3"15239,-29-8-11070,11 6-1539,-1 2-687,-19 11-8,20-10 173,0-1-264,-18 14 106,18-13 583,4-2-629,0 1 12,-1 0 0,1-1-1,0 1 1,-1 0 0,1 0-1,-1 0 1,1 0 0,-1 0-1,1 0 1,-1 0-1,0 1 1,0-1 0,2 2-1,-3-3 4,-1 4-3,1 1 0,0-1 1,0 0-1,1 0 1,-1 0-1,1 1 1,0-1-1,0 0 1,0 0-1,1 0 1,0 0-1,-1 0 1,5 5-1,-4-7 17,-2 1-5,5 17-24,3 21 7,1-1 13,-1-11 63,22-43-70,115-80 2,14-9-47,-103 65 25,-45 29 22,1 1 0,0 0 0,0 0 0,0 2 0,14-6 0,-21 10-2,-1 0-1,0 0 1,0-1 0,0 1-1,0-1 1,0 0 0,0 1-1,3-6 1,5-1 0,-10 7-14,1 1 25,49-32 61,-50 31-45,0 0-10,14-15 36,-14 15 229,-5 3-347,-4 1 65,0 0-1,0 1 0,0 0 1,0 1-1,-7 4 1,12-7 167,23-15-3458,-17 11-345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7:23.5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1 242 5721,'0'0'11201,"4"0"-10999,174-15 398,-98 6-388,78-7 34,522-74-2797,-627 79 1794,106-27-1424,-134 29 509,0 0 0,25-14 0,-9 2-3021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17.0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28 5889,'27'-9'16152,"-29"0"-14727,-4 0-3434,6 9 1891,0 0 0,-1 0-1,1 0 1,0 0-1,-1 0 1,1-1 0,0 1-1,-1 0 1,1 0-1,0 0 1,-1 0 0,1 0-1,0 0 1,-1 0-1,1 0 1,-1 0 0,1 0-1,0 0 1,-1 1-1,1-1 1,0 0 0,-1 0-1,1 0 1,0 0-1,-1 0 1,1 1 0,0-1-1,0 0 1,-1 0-1,1 1 1,0-1 0,0 0-1,-1 0 1,1 1-1,0-1 1,0 0 0,0 1-1,-1-1 1,1 0-1,0 1 1,0-1 0,0 0-1,0 1 1,0 0-1,-17 28-6503,7-14 99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18.7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234 12 7785,'-33'6'9615,"10"-12"-6846,-34-5 1912,54 11-4526,0 0 0,0 0 0,1 0 0,-1 1 0,0-1 0,1 1 0,-1-1 0,0 1 0,1 0 1,-1 0-1,1 1 0,-1-1 0,1 0 0,0 1 0,-5 3 0,3-1-14,0 1-1,0-1 0,1 1 0,-1 0 1,1 0-1,0 0 0,0 1 1,1-1-1,0 1 0,-3 7 1,-10 62 668,9-40-456,0 1-121,1 0 1,2 1-1,1-1 1,6 72-1,-3-92-203,1-1 1,1 0-1,1 0 0,0 0 0,0-1 1,2 1-1,0-1 0,0 0 0,2-1 0,-1 0 1,2 0-1,0 0 0,0-1 0,16 16 1,-19-23-29,0 0 1,0-1 0,0 0-1,0 1 1,1-2-1,-1 1 1,1-1 0,0 0-1,0-1 1,0 0 0,1 0-1,-1 0 1,1-1 0,-1 0-1,0 0 1,12-1 0,80-2-74,-90 2 63,-1-1 0,1 0 0,0 0 0,0-1 1,-1 0-1,1-1 0,-1 0 0,0 0 1,0-1-1,0 0 0,0 0 0,-1-1 1,1 1-1,-1-2 0,0 1 0,-1-1 0,1 0 1,-1-1-1,-1 1 0,1-1 0,-1-1 1,0 1-1,-1-1 0,1 1 0,-2-1 1,1 0-1,-1-1 0,4-16 0,-4 10-1,0 0 0,-2 0 0,0-1 0,0 1 0,-2 0 0,0-1 0,-1 1 0,0 0 0,-1 0 0,-1 0-1,0 0 1,-1 0 0,0 1 0,-16-27 0,9 23-64,-1 0 0,0 1-1,-2 0 1,0 2 0,-1-1 0,0 2-1,-1 0 1,-1 1 0,0 1 0,-1 0-1,0 2 1,0 0 0,-1 1-1,-1 1 1,0 1 0,0 1 0,-32-6-1,35 11-1067,-1 1 1,1 0-1,-31 5 0,45-4-537,6 10-6964,0-6 6283,4 15-7258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19.06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37 9457,'2'1'3532,"2"4"-2942,0-1 1,0 1 0,0 0-1,0 0 1,-1 0 0,0 1 0,0-1-1,0 1 1,-1-1 0,3 11 0,-2-9-577,23 52 1049,3-2 0,70 106 0,-92-154-998,61 84 3096,-66-91-1935,0-4-744,5-10-289,1-1-1,-2 0 1,1-1 0,-2 1 0,0-1-1,-1 0 1,5-27 0,-3 16-804,15-40-1,24-31-2280,10-23-5675,-48 95 3305,0-5-2976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19.59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1 221 8417,'3'-1'1851,"10"-1"-567,-8 2-751,0 0 1,0-1 0,0 0 0,0-1-1,-1 1 1,1-1 0,0 0 0,-1 0-1,1 0 1,6-5 0,66-36 3516,-75 42-3538,9-27 581,-16 30-1029,1 1 1,0 0-1,0 0 0,0 0 1,0 1-1,0 0 0,0-1 0,1 1 1,0 0-1,0 1 0,0-1 1,1 0-1,-1 1 0,1 0 0,0-1 1,0 1-1,1 0 0,-1 0 1,1 0-1,0 0 0,0 0 0,1 1 1,0-1-1,0 0 0,0 6 1,0-4-58,1 0 0,-1 0 0,1 0 0,0 0 0,1 0 0,0 0 0,0 0 0,0 0 0,1 0 0,0-1 1,1 0-1,-1 1 0,1-1 0,0 0 0,1-1 0,-1 1 0,1-1 0,7 6 0,-3-3-381,1-1-1,-1 0 0,2-1 0,-1 0 1,1-1-1,0 0 0,0 0 1,0-2-1,15 5 0,-20-8-70,0 1 0,0-1-1,0-1 1,0 1 0,0-1-1,0 0 1,0 0 0,-1-1-1,1 1 1,0-1 0,-1 0-1,7-4 1,-10 4 271,0 1 1,0 0-1,-1 0 0,1-1 0,0 1 1,-1-1-1,0 1 0,1-1 0,-1 0 1,0 1-1,0-1 0,0 0 0,0 0 1,0 0-1,0 0 0,0 0 0,-1 0 1,1 0-1,-1 0 0,1 0 0,-1-5 0,-1-52-658,0 35 860,-1-29 437,1 28 821,0 1 0,2-1 0,5-34 0,-4 56-1131,0 0 1,0 1 0,0-1 0,1 1-1,-1 0 1,1-1 0,0 1 0,0 0-1,-1 1 1,5-3 0,-5 4-103,1 0 0,-1-1 0,1 1 0,-1 0 0,1 0 0,-1 0 0,1 1 0,-1-1 0,1 0 0,-1 1 1,1 0-1,-1-1 0,1 1 0,-1 0 0,0 1 0,0-1 0,1 0 0,-1 0 0,4 4 0,-2-1 22,0 0 1,1 0-1,-2 0 1,1 0-1,0 1 1,-1 0-1,5 8 1,-8-13-70,6 11 134,-1-1 0,-1 1-1,5 16 1,-8-23-42,0 1 1,0-1-1,-1 1 0,0-1 0,0 1 1,0 0-1,-1-1 0,1 1 0,-1-1 1,0 1-1,-4 8 0,5-11-29,-1 0 1,1 0-1,-1 0 1,1 0-1,0 1 1,0-1-1,0 0 1,0 0-1,0 0 1,0 0-1,1 1 1,-1-1-1,2 2 1,1 17 603,-2-23-670,0-1 0,0 1-1,0 0 1,0 0 0,1-1 0,-1 1-1,1 0 1,3-3 0,4-7-143,19-27-1764,2 0 0,44-44 0,-22 22-3498,-43 48 3616,22-24-5313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20.79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78 268 5581,'0'0'3411,"-2"2"-2495,-4 1-675,1 0 0,1 1-1,-1-1 1,0 1 0,1 0 0,0 1 0,0-1 0,0 1 0,1-1 0,-1 1 0,1 0 0,0 1 0,1-1 0,-1 0 0,1 1 0,0-1 0,0 1 0,0 7 0,-1 1 10,1-1 1,0 1-1,1 0 0,1 1 0,0-1 1,1 0-1,0 0 0,1 0 1,1-1-1,0 1 0,1 0 1,1-1-1,0 0 0,1 0 0,0 0 1,0-1-1,2 0 0,0 0 1,0-1-1,17 18 0,-19-23-224,0-1 1,0 0-1,1-1 0,-1 1 0,1-1 0,0-1 1,1 1-1,-1-1 0,1 0 0,-1-1 1,1 0-1,0 0 0,0-1 0,0 0 0,0 0 1,0-1-1,11 0 0,-13 0-62,-1-1 1,1 1-1,0-1 1,-1 0-1,1 0 0,-1-1 1,1 0-1,-1 0 1,0 0-1,0 0 0,0-1 1,0 0-1,0 0 0,0 0 1,-1-1-1,0 1 1,1-1-1,-1 0 0,-1-1 1,1 1-1,-1 0 1,1-1-1,-1 0 0,4-10 1,0-8-272,-2-1 1,0 1 0,-2-1 0,2-39-1,1-13-68,-3 31 398,-2 41-71,2-17-110,-3-31-361,0 49 567,-2 4-262,-1-1 224,1 1-1,-1 0 1,1-1-1,-1 1 0,1 0 1,0 1-1,0-1 1,-1 0-1,1 1 0,0-1 1,0 1-1,0-1 1,1 1-1,-1 0 1,0 0-1,1 0 0,-3 3 1,-27 44 569,24-36-517,-7 13 190,2-1 0,1 2 1,0 0-1,-8 38 0,19-60-224,-1 0 0,1 0 0,0 1 0,0-1 1,1 0-1,-1 0 0,1 1 0,0-1 0,1 0 0,-1 0 0,1 0 0,0 0 0,0 0 0,5 7 0,-6-12-30,0 1 0,0-1 1,0 1-1,0-1 0,-1 0 1,1 0-1,0 0 1,0 1-1,0-1 0,0 0 1,0 0-1,0 0 0,0 0 1,0 0-1,0-1 0,0 1 1,0 0-1,0 0 0,0-1 1,1 0-1,0 1 8,21-5-9,-1-1-1,0 0 1,0-2-1,-1-1 1,0 0-1,0-2 1,21-14-1,58-27-17,-83 46 157,1 0 0,-1 0 0,1 2 0,0 0 0,0 1-1,0 1 1,0 1 0,0 0 0,0 2 0,1 0 0,-1 0 0,18 6 0,-33-7 21,17 6 64,-15-5-200,0 0-1,0 0 0,0-1 0,0 0 1,0 0-1,0 0 0,0 0 0,6-2 1,-8 1-56,-3-7-18,1-1 36,1 0 0,-1 1-1,1-1 1,1 1 0,-1 0-1,1 0 1,1 0 0,-1 0 0,2 0-1,-1 1 1,1 0 0,0 0 0,0 0-1,1 0 1,9-8 0,-11 11 22,0 1 1,0 0-1,0 0 1,0 0-1,0 0 1,0 1-1,1 0 1,0 0-1,-1 0 1,1 0-1,0 1 1,0-1-1,-1 1 1,1 1-1,0-1 1,0 1-1,0 0 1,0 0-1,0 0 1,0 1-1,0-1 1,0 1-1,0 0 1,0 1-1,0-1 1,-1 1-1,1 0 1,-1 0-1,7 4 1,-1 0 46,0 0 0,-1 1 0,0 0 0,0 0 1,-1 1-1,0 0 0,0 0 0,11 17 0,-16-21-32,3 5 36,0 1-1,0-1 1,-1 1 0,-1 0-1,5 13 1,-9-20-49,1 0 0,-1 0 0,1 0 0,-1 0 0,0-1 0,0 1 0,0 0 0,0 0 0,-1 0 0,1 0 0,-1 0 1,0 0-1,0-1 0,0 1 0,0 0 0,0 0 0,0-1 0,-1 1 0,0-1 0,1 0 0,-1 1 0,0-1 0,0 0 0,-4 4 0,1-3-171,1 0 1,-1 1-1,0-1 0,0-1 1,0 1-1,-1-1 1,1 0-1,-1 0 0,1-1 1,-1 1-1,0-1 0,1-1 1,-1 1-1,-10-1 0,10 0-438,-1 0 0,1-1-1,-1 0 1,1 0 0,0-1 0,0 0-1,-7-2 1,10 3-806,3-3 188,1-21 213,0 1-1,1 0 1,1 0 0,8-28 0,-4 30 826,1 0-1,0 1 1,2 1 0,21-36-1,64-110 3199,-57 95 752,-37 69-3648,0 1 0,0-1 0,0 0 0,0 1 0,0-1 0,0 1 0,0-1-1,0 1 1,1 0 0,-1-1 0,0 1 0,1 0 0,-1 0 0,1 0 0,-1 0 0,1 0 0,0 0 0,0 0-1,-1 1 1,3-1 0,-2 1-1,0 0 0,-1 0 0,1 0 0,0 1 0,-1-1 0,1 0 0,-1 1 0,1 0 0,-1-1 0,1 1 0,-1 0 0,0 0 0,1 0 0,-1 0 0,0 0 0,0 0 0,1 0 0,0 2 0,5 5 242,-1 0-1,-1 1 1,1-1-1,-1 1 1,6 17-1,29 65 776,-20-48-2047,-2 1 1,13 47 0,-16-55-2985,-15-30-700,-9 7-2715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20.9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0 214 8749,'47'-21'2060,"-30"9"-244,-1 6-128,5 3-236,-8-6-299,17-9-217,0 9-372,10-6-240,-3-6-384,7 5-748,-7-8-729,0 3-867,-7 3-1616,0-3-2909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41.9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101 3 4896,'-1'0'14,"-18"-2"903,29 1 4689,-10 3-5613,-1-1 0,1 0 0,0 0 0,0 1 0,-1-1 0,1 0 0,-1 1-1,1-1 1,-1 0 0,0 0 0,1 0 0,-1 0 0,0 1 0,0-1 0,0 0 0,1 0 0,-1-1 0,0 1 0,0 0 0,-1 0 0,1 0-1,0-1 1,0 1 0,0 0 0,0-1 0,-1 1 0,1-1 0,0 0 0,-1 1 0,0-1 0,-40 4-4367,41-4 4072,-20 0-3252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44.4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39 11569,'0'-4'1337,"1"-1"-1,-1 1 1,0-1 0,0 1-1,0-1 1,-3-6 5645,6 31-4899,27 93 702,-18-75-2342,-2-1-1,6 45 1,-4 24-861,32 213 808,-6-165-3826,-25-112-1136,30 62 0,-33-86-1929,2-3-4173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45.08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26 9965,'-1'-1'300,"1"0"0,0 0 0,0 0 0,-1 1 1,1-1-1,0 0 0,0 0 0,0 0 0,0 1 0,0-1 0,0 0 1,1 0-1,-1 0 0,0 1 0,0-1 0,1 0 0,-1 0 0,0 1 1,1-1-1,-1 0 0,0 1 0,1-1 0,-1 0 0,1 1 0,-1-1 1,1 1-1,0-1 0,-1 0 0,1 1 0,0-1 0,1 0-111,0 1 0,0-1-1,0 1 1,0 0 0,0-1-1,0 1 1,0 0-1,0 0 1,0 1 0,0-1-1,0 0 1,2 1 0,6 2-50,1 0-1,-1 0 1,16 9 0,-5 1-10,0 1 1,0 0-1,-1 2 1,-1 0 0,-1 2-1,0 0 1,-2 0-1,0 2 1,-1 0-1,0 1 1,-2 0 0,-1 1-1,0 1 1,9 27-1,-16-34-212,0-1 1,-1 1-1,-1 0 0,-1 0 0,0 0 0,-1 0 1,-1 0-1,0 1 0,-1-1 0,-1 0 0,-1 0 1,-7 26-1,6-27 7,-1 0 1,-1-1 0,0 0-1,-1-1 1,0 1 0,-1-1 0,-1-1-1,0 1 1,-1-1 0,0-1-1,0 0 1,-2-1 0,-17 14-1,27-23 44,0 1 1,0-1-1,-1 0 0,1 0 0,-1 0 0,1 0 0,-1 0 0,1-1 0,-1 1 0,1-1 1,-1 1-1,0-1 0,1 0 0,-1 0 0,0-1 0,1 1 0,-1 0 0,-4-2 0,-1 1-100,8 1 126,-1 0 0,1 0 0,0 0 0,0 0 0,0 0 0,0 0 0,0 0 0,0 0 0,0 0 0,-1 0 0,1 0 0,0 0 0,0 0 0,0-1 0,0 1 0,0 0 1,0 0-1,0 0 0,0 0 0,-1 0 0,1 0 0,0 0 0,0 0 0,0 0 0,0 0 0,0 0 0,0 0 0,0 0 0,0-1 0,0 1 0,0 0 0,0 0 0,0 0 0,0 0 0,-1 0 1,1 0-1,0 0 0,0 0 0,0-1 0,0 1 0,0 0 0,0 0 0,0 0 0,0 0 0,0 0 0,0 0 0,0 0 0,0-1 0,0 1 0,1 0 0,-1 0 0,0 0 0,0 0 0,0 0 1,0 0-1,0 0 0,0 0 0,0-1 0,0 1 0,0 0 0,0 0 0,0 0 0,2-5-112,-1-1 0,1 1 0,0 0 0,0 0 0,1 0 0,-1 0 1,1 0-1,5-6 0,-5 8 81,-1 1 0,1-1 0,0 1 1,0 0-1,0 0 0,0 0 0,1 1 1,-1-1-1,0 1 0,1 0 0,-1 0 1,1 0-1,-1 0 0,1 0 0,-1 1 1,1 0-1,0-1 0,3 2 0,6 0-5,0 0 0,0 1-1,0 1 1,0 0 0,-1 1-1,1 0 1,-1 1-1,19 10 1,16 13 168,-2 2 0,-1 1-1,-1 3 1,39 39 0,-45-41 62,-24-23-100,-1 1-1,15 16 1,-25-24-77,0-1 0,1 1 0,-1-1 0,1 0 0,-1 0 0,1 0 0,0 0 0,-1 0 0,1-1 0,0 1 0,3-1-1,-2 1 13,0 0-7,-2-2-72,3-3-26,0 1 0,-1-1 0,1 0 0,-1-1 0,1 1 0,-1-1 0,-1 1 1,1-1-1,-1 0 0,0-1 0,0 1 0,0-1 0,-1 1 0,3-8 0,34-95-726,-38 105 868,-1 0-71,2-17-78,2 16 2,4 13 71,0 4 12,-6-11 35,0 0 83,2 0-105,-1 0-1,1-1 1,0 1-1,0-1 1,0 0-1,0 0 1,1 0-1,-1-1 1,0 0-1,0 1 1,0-1-1,1-1 1,-1 1-1,0-1 0,0 1 1,0-1-1,0 0 1,0-1-1,0 1 1,6-4-1,0 1 107,0-1-1,0 0 0,-1 0 0,17-14 1,4-1 339,-27 18-335,0 1 0,0 1 0,1-1 0,-1 0 1,0 1-1,1 0 0,-1-1 0,0 1 0,1 1 0,3 0 1,2-1-164,-7 2 16,0-1 0,-1 1 0,0 0 0,1 0 0,-1 0 0,0 0 0,0 0 0,0 0 0,0 0 0,0 0 0,0 0 0,0 5 0,0-4-227,0 0 0,-1 1 1,1-1-1,-1 0 0,0 0 0,0 0 0,0 1 0,-1 5 0,0-2-528,1-4-924,-3 12-4656,-1 1 397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45.8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348 175 7017,'1'-10'1327,"1"-1"0,1 1 0,-1-1 0,2 1 0,6-17 0,-9 24-951,-1 0-1,1 0 1,-1 0-1,0 0 1,-1-1-1,1 1 0,0 0 1,-1 0-1,-1-5 1,1 4 124,0 0-85,0 0 1,0 0 0,0 0-1,0 1 1,-1-1-1,1 0 1,-1 1 0,-4-6-1,5 7-310,0 1 0,0 0-1,0 0 1,-1 0 0,1 0-1,0-1 1,-1 2 0,1-1-1,0 0 1,-1 0 0,1 0 0,-1 1-1,0-1 1,1 1 0,-1-1-1,1 1 1,-1-1 0,0 1 0,1 0-1,-1 0 1,0 0 0,-2 0-1,-6 2 77,0 0 0,0 1-1,0 0 1,0 0 0,1 1 0,-1 1-1,1-1 1,0 2 0,0-1-1,1 1 1,-12 10 0,-8 10 267,-44 51 0,58-57-423,0 1 1,1 0-1,1 1 0,1 0 1,-15 44-1,26-64-37,0-1-1,0 1 0,1 0 0,-1 0 1,1-1-1,-1 1 0,1 0 0,0-1 1,-1 1-1,1-1 0,0 1 1,0-1-1,0 1 0,0-1 0,1 1 1,-1-1-1,0 0 0,0 0 0,1 0 1,2 2-1,-1-2-3,1 1 1,-1-1-1,1-1 1,-1 1-1,1 0 0,0-1 1,-1 0-1,1 0 1,-1 0-1,1 0 0,0 0 1,-1-1-1,1 0 1,-1 0-1,1 0 0,-1 0 1,1 0-1,-1-1 1,4-1-1,8-5-23,-1 0 1,23-19 0,-20 13 20,1 1 0,1 1 1,0 0-1,0 2 1,22-10-1,-37 20 14,-1-1-1,0 1 0,0 0 1,0-1-1,0 1 0,0 1 1,0-1-1,7 2 1,6-1 4,1-1-211,-1 1-1,0 0 1,28 5-1,-40-5-217,33-7-1238,-34 6 1335,-2-2-174,10-23 107,-10 22 259,-1 0-368,1-11 1460,-1 13-1844,1-1 0,-1 0 1,0 0-1,1 0 1,-1 1-1,1-1 0,0 0 1,-1 1-1,1-1 0,0 0 1,0 1-1,0-1 1,0 1-1,0 0 0,1-1 1,-1 1-1,3-2 0,12-7-3957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46.0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11 7657,'-10'-10'4647,"27"15"-644,-11-3-199,-8 19-5533,1 10-2437,4-14 3794,-3-13 67,1-1 62,11 30 438,22-28-2064,-33-5 1704,0 0 1,-1 0 0,1 0-1,0 0 1,0 0 0,-1-1-1,1 1 1,0 0-1,-1-1 1,1 1 0,0 0-1,-1-1 1,1 1 0,0-1-1,-1 1 1,1-1 0,-1 1-1,1-1 1,-1 0-1,1 1 1,-1-1 0,1 0-1,0-1-591,10-7-3345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09.0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258 253 3772,'2'0'180,"-1"0"-1,1 0 1,-1 0-1,1 0 0,-1 0 1,1-1-1,-1 1 1,1-1-1,-1 1 1,1-1-1,-1 1 1,0-1-1,1 0 0,-1 0 1,0 0-1,0 0 1,0 1-1,1-2 1,-1 1-1,0 0 0,0 0 1,0 0-1,1-2 1,19-18 866,-10 15-703,-9 5 1,0-1-40,1 1-176,-1 0 0,0-1-1,0 0 1,0 0-1,0 1 1,0-1 0,0-1-1,0 1 1,0 0 0,-1 0-1,0 0 1,1-1-1,-1 1 1,0-1 0,0 1-1,0-1 1,0 0 0,0-3-1,0 4 855,-2-2-577,-2-28 404,3 29-407,9-31 1149,28-29 422,-36 60-1518,0 2-385,0-1-1,-1 1 0,1 0 0,0 0 0,0-1 0,0 1 0,0 0 0,0 0 1,0 0-1,0 0 0,1 0 0,1-1 0,2-3 1023,-8 41-656,-1 0 0,-2-1 0,-18 57-1,11-40-199,-82 369 431,83-373-1101,-3 0 0,-1-1-1,-25 48 1,-78 129-6614,86-164 3176,-8 12-4242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10.08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 1 4236,'0'0'9022,"-1"4"-8527,0 14-156,1-1 1,0 0-1,2 1 0,-1-1 1,9 31-1,-5-34-260,0 0 0,1-1 0,0 1 0,2-2 0,-1 1 0,1-1 0,1 0-1,0 0 1,1-1 0,0 0 0,1-1 0,0 0 0,20 13 0,-24-18-68,1 0 1,0-1-1,0 0 1,0 0-1,1-1 1,-1 0 0,1 0-1,0-1 1,-1 0-1,1 0 1,0-1-1,0-1 1,0 1-1,0-1 1,0-1 0,0 0-1,0 0 1,0-1-1,0 0 1,0 0-1,-1-1 1,1 0-1,11-6 1,-10 4-2,-1 0 0,0 0 1,0-1-1,0 0 0,-1-1 1,1 0-1,-2 0 0,1-1 0,12-15 1,0 1-32,-16 19 6,0 0 1,-1 0-1,0 0 1,0-1-1,0 1 1,0-1 0,0 0-1,-1 0 1,1 0-1,2-8 1,-8 32 131,0 0-1,-2 0 1,0-1 0,-1 1 0,-12 24 0,11-26-44,-3 6 45,-1 0 0,-2-1 0,-24 35 0,-55 60 93,37-51-231,7-11 90,34-42-31,1 1 0,0 0 0,2 1 1,0 1-1,-11 20 0,20-34 186,6-6-184,9-6 7,8-7-20,0 0 1,32-34 0,66-108-144,0 2-1536,-111 149 1183,-1 1-1,1-1 1,0 1 0,0 1-1,0 0 1,1 0-1,16-7 1,13-7-5760,-21 8 1717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10.43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1220 22 3804,'3'-22'6042,"-6"25"-5326,-14 11-187,1 1 1,1 1 0,0 0-1,1 1 1,1 0 0,-21 38-1,-71 114 1160,-239 296-1,65-90-1079,30 21-1628,243-386 842,-69 126-1600,68-122 1122,1 1-1,0 0 1,2 0-1,-1 1 1,2-1-1,0 1 1,-1 25-1,7-20-2333,-2-20 2763,-1-1 0,1 1 0,0-1 0,-1 1 1,1-1-1,0 1 0,-1-1 0,1 0 0,0 1 1,0-1-1,-1 0 0,1 1 0,0-1 0,0 0 1,-1 0-1,1 0 0,1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11.2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116 20 2688,'8'12'1434,"-11"-16"-78,-6-11 7198,-2 46-7501,2 1 0,-9 53 0,14-63-800,-7 43 585,-29 120 822,34-160-1499,1 0 1,2 0 0,0 1-1,2-1 1,0 1 0,2 0-1,1-1 1,1 1-1,11 42 1,-12-60-134,1-1-1,0 0 1,1 0 0,-1 0 0,1 0-1,1-1 1,-1 0 0,1 0-1,1 0 1,-1 0 0,1-1 0,-1 0-1,2 0 1,-1 0 0,0-1-1,1 0 1,0 0 0,0-1 0,0 1-1,0-2 1,1 1 0,-1-1-1,1 0 1,0-1 0,-1 1 0,1-2-1,14 1 1,2-3 36,0-1-1,0-1 1,0-2-1,27-9 1,-38 10-41,0-1 1,-1 0-1,1-1 0,-2 0 0,1-1 1,-1 0-1,0-1 0,17-18 0,-11 6-26,-1-1-1,-1 0 1,-1-1 0,-1 0-1,-1-1 1,-1-1-1,-1 0 1,-2 0-1,0-1 1,-1 0-1,-2 0 1,-1-1-1,2-36 1,-6 45-38,0-1 1,-1 1-1,-1 0 1,-1 0-1,0 0 1,-1 0-1,-1 0 1,-13-30-1,12 36-45,0 1 0,-1 0 1,0 0-1,-1 1 0,0 0 0,0 0 0,-1 1 1,-1 0-1,1 0 0,-1 1 0,-1 1 0,0 0 0,-13-7 1,16 9-27,0 1 0,-1 0 0,1 0 0,-1 1 0,0 0 0,0 0 0,-1 1 0,1 0 0,0 1 0,-1 0 0,1 1 1,-1 0-1,1 0 0,-12 2 0,5 2-181,-1 0 1,1 1-1,0 1 1,-17 9-1,26-12 70,0 1-1,1 0 0,0 0 1,-1 1-1,2-1 1,-1 1-1,0 1 0,1-1 1,0 1-1,0 0 0,1 0 1,-6 10-1,6-7-740,0 0 0,0 0 0,1 0 0,1 1 1,-1-1-1,-1 20 0,1 16-4503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11.80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 0 5372,'2'8'430,"0"-1"-1,0 0 0,-1 0 0,0 1 1,0-1-1,-1 1 0,0 10 0,-8 56 2203,6-58-2422,1-11-143,-4 23 100,2 1 1,1-1-1,1 1 1,4 40-1,-3-39-514,0-26 240,0 1-1,0-1 0,0 1 0,0 0 1,1-1-1,0 1 0,0-1 0,2 8 1,-2-11 96,-1 0 1,0-1 0,0 1-1,1 0 1,-1 0-1,0-1 1,1 1 0,-1 0-1,1 0 1,-1-1 0,1 1-1,-1 0 1,1-1-1,0 1 1,-1-1 0,1 1-1,0-1 1,-1 1 0,1-1-1,0 1 1,0-1-1,-1 0 1,1 0 0,0 1-1,0-1 1,-1 0 0,1 0-1,0 0 1,0 0-1,0 1 1,0-1 0,0 0-1,-1-1 1,1 1 0,0 0-1,0 0 1,0 0-1,-1 0 1,1-1 0,0 1-1,0 0 1,1-2 0,2 2 58,2-2-48,0-1 1,0 1-1,0-1 1,-1 0 0,1 0-1,-1-1 1,1 1-1,-1-1 1,9-9 0,39-48-115,-50 58 96,34-46 16,-19 25 80,0 0-1,2 1 1,1 1-1,41-34 1,-60 54-31,1 0 0,-1 0 0,1 0 0,0 1 0,-1-1 0,1 1 0,0 0 0,0-1 0,0 1 0,0 1 0,0-1 0,0 0 1,0 1-1,1-1 0,-1 1 0,0 0 0,0 0 0,0 0 0,0 1 0,0-1 0,0 1 0,1 0 0,-1-1 0,0 1 0,0 1 0,-1-1 0,1 0 1,0 1-1,0-1 0,-1 1 0,4 3 0,18 17 273,-2 2-1,-1 0 1,36 53 0,-33-43-162,1-1 0,32 32 0,-51-58-147,1-1 0,0 0 0,0 0-1,0-1 1,1 0 0,0 0 0,13 5 0,-17-8-18,0-1 0,-1 0 0,1 0 0,-1-1 0,1 1 0,0-1 0,0 0 0,-1 0 1,1 0-1,0 0 0,-1-1 0,1 0 0,0 1 0,-1-1 0,1-1 0,-1 1 0,1 0 1,-1-1-1,1 0 0,-1 0 0,5-3 0,11-11-64,0 1 0,-2-2 0,0-1 1,22-28-1,49-85-439,-74 109 447,69-105-147,-67 109 763,-28 44 78,0-2-625,3-5-153,2 0 1,0 1 0,1 0 0,1 0 0,1 0-1,-2 38 1,5-43-825,1 0-1,1 1 0,1-1 1,0 0-1,9 28 0,4-5-3535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11.96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36 5208,'-30'-6'1781,"27"-12"-361,-1 6 1716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21.04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3 5821,'14'-2'1528,"-39"12"3278,1-1-3098,22-8-1207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21.7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34 6597,'0'0'5513,"0"-4"-6884,3-26-3037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22.3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1 7569,'-17'3'1180,"-3"3"1316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23.14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46 6785,'-34'-21'7392,"34"-4"-18585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24.9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49 5733,'0'0'896,"3"-1"-150,4-1-913,-6 2 215,0 0 0,0 0 0,-1 0 0,1 0 0,0-1 0,0 1 0,0 0 1,0-1-1,0 1 0,0 0 0,-1-1 0,1 1 0,0-1 0,0 1 0,0-1 0,-1 0 0,1 1 0,0-1 0,-1 0 0,1 1 0,-1-1 1,1 0-1,-1 0 0,1 1 0,-1-1 0,1 0 0,-1 0 0,0 0 0,1 0 0,-1 0 0,0 0 0,0 0 0,0 1 0,0-1 0,0 0 0,0 0 1,0 0-1,0 0 0,0 0 0,0-1 0,-4-16-3720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27.40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 10 9713,'0'1'81,"-1"0"-1,1 0 1,0 0 0,0 1-1,0-1 1,0 0 0,0 0 0,0 0-1,1 0 1,-1 1 0,0-1-1,0 0 1,1 0 0,-1 0 0,1 0-1,-1 0 1,1 0 0,0 0-1,-1 0 1,1 0 0,0 0-1,0 0 1,-1 0 0,1 0 0,0-1-1,0 1 1,0 0 0,0-1-1,0 1 1,0-1 0,0 1 0,0-1-1,0 1 1,1-1 0,-1 1-1,0-1 1,0 0 0,0 0-1,2 0 1,8 3 312,1 0 0,-1 1-1,13 5 1,-21-7 675,-15-30-1235,18 38 327,2 3-755,-10-26-248,1 10 187,0 0 0,0 0 1,0 0-1,-1 0 0,1 1 0,-1-1 1,0 0-1,-4-4 0,-7-8-4593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28.4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589 161 6537,'-1'-8'426,"0"1"1,0-1 0,-1 1 0,0 0-1,-1-1 1,0 1 0,0 0 0,0 0 0,-1 1-1,0-1 1,0 1 0,-1 0 0,0 0-1,0 0 1,0 1 0,0-1 0,-1 1 0,0 1-1,0-1 1,-1 1 0,1 0 0,-1 0-1,0 1 1,0 0 0,0 0 0,0 1 0,-14-3-1,5 3-242,-1 0-1,0 2 0,0 0 1,0 1-1,0 0 0,1 2 1,-1 0-1,-18 6 0,11-2-64,2 1 0,-1 2-1,1 0 1,1 1 0,-25 18 0,35-21-84,0 0 1,1 1 0,0 0 0,1 1-1,0 0 1,0 1 0,1 0 0,-8 14-1,12-19-21,1 0-1,0 1 0,0-1 0,0 1 1,1 0-1,0 0 0,0 0 1,1 0-1,0 0 0,0 0 0,1 0 1,0 0-1,0 0 0,0 0 0,1 1 1,0-1-1,3 8 0,-2-7-28,1 0 0,0-1 0,0 1 0,0-1 0,1 0-1,0 0 1,0 0 0,1-1 0,0 0 0,0 1 0,1-2-1,0 1 1,0-1 0,10 8 0,-9-10-3,1 1 0,-1-1 0,1-1 0,0 1-1,-1-1 1,1 0 0,0-1 0,1 0 0,-1-1 0,0 1 0,0-1 0,0-1 0,0 0 0,0 0-1,0 0 1,0-1 0,0 0 0,13-6 0,-6 1 12,0 0 1,0-1-1,-1-1 0,1 0 1,-2-1-1,0 0 1,0-1-1,13-15 0,1-1 176,-12 11 199,0 0 1,23-33 0,4-10 461,-34 75-654,-5-5-183,0 0-1,-1 1 1,0-1 0,-1 1-1,0 21 1,0 11-417,21 127-3899,4-56-4026,-13-71 1389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28.9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5817,'4'5'574,"0"1"0,0-1 0,-1 1 1,0 0-1,5 13 0,3 6 626,-4-15-999,1 0 0,0-1 0,1 0 1,0 0-1,0-1 0,1 0 1,0 0-1,17 9 0,-11-8 158,0 0 0,33 11-1,-47-21-284,0 0-1,-1-1 0,1 1 1,0 0-1,0 0 1,-1-1-1,1 1 0,-1-1 1,1 0-1,-1 1 1,2-4-1,-2 4 28,9-13 676,0 0 0,-1-1 0,12-26 0,-20 38-265,12-29 623,-5 38-1047,-1-1 1,1 1-1,-1 0 1,0 1-1,0-1 1,-1 1-1,11 16 1,38 65 274,-40-61-238,12 22-22,-3 1 1,-2 1-1,-1 0 0,-4 2 1,-1 1-1,11 77 0,-15-42-42,-4 0 1,-4 0-1,-9 110 0,2-166-60,-2 1 0,-1-1 0,-1 0-1,-23 60 1,22-71 52,-2 0-1,0-1 1,-2 0-1,0-1 1,-1 0 0,-1-1-1,-26 28 1,36-44-1,0 1 1,0-1-1,0 0 1,-1 0-1,1 0 0,-1 0 1,0-1-1,0 0 1,0 0-1,0 0 1,0 0-1,0-1 1,-6 1-1,8-2-34,0 0 0,1 0 0,-1 0 1,0 0-1,1 0 0,-1-1 0,1 1 0,-1-1 0,1 0 0,-1 1 0,1-1 0,-1-1 1,1 1-1,0 0 0,-1 0 0,1-1 0,0 1 0,0-1 0,0 0 0,0 0 0,1 0 0,-1 0 1,0 0-1,1 0 0,-1 0 0,1 0 0,-2-4 0,-3-8 5,2 0 0,-1 1 0,2-2 0,0 1 0,0 0 0,2-1 0,0 1 0,0-1 0,1 1 0,1-1 0,0 1 0,1 0 0,5-17 0,5-15-237,2 0 0,34-75-1,-7 42-1860,2 2 0,99-131 0,-87 133-346,7-11-1936,7 6-2251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29.1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419 36 6573,'-1'-1'92,"-1"1"108,0-1 0,0-1 0,-1 1 0,1 0 0,0 0 0,1-1 0,-1 1 0,0-1 0,0 0 0,1 0 0,-1 1 0,1-1 0,-1 0 0,1 0 0,0 0 0,0-1 1,-2-5 4528,1 10-3528,-2 2-965,0 0-1,1 1 1,0-1-1,0 1 0,0-1 1,1 1-1,-1 0 1,1 0-1,0 0 1,-2 10-1,-10 63 643,9-44-492,-23 153 670,-15 88-289,-37 115-1408,-24 127-3027,48-171-3228,36-192-588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30.3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74 19 4576,'-16'-13'11914,"30"9"-10516,-12 3-900,-30 21-5527,6-16 947,-1-1-2209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32.26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 76 6537,'0'0'10116,"-1"-3"-9903,-1-9 42,2 9-447,-1-1 0,1 1-1,-1-1 1,0 1 0,0 0-1,0-1 1,-1 1-1,-2-4 1,2 2-282,-2-3-161,-2 2-4065,-5-2-1897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32.90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97 21 9117,'-6'2'455,"0"-2"-1,0 1 1,-1-1 0,1 0 0,0 0-1,-1-1 1,1 0 0,0 0 0,-12-4 0,15 4-37,3 1-354,0-1 0,-1 0 0,1 1-1,-1-1 1,1 0 0,-1 1 0,1-1-1,-1 0 1,1 1 0,-1-1 0,0 1-1,1-1 1,-1 1 0,0 0 0,0-1-1,1 1 1,-2-1 0,-6-4-966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33.42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28 1 9293,'0'0'1232,"-14"12"-396,1 0 344,30-6-3044,-4 0 108,0-15-4181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35.0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161 13 6013,'22'3'1415,"-17"-3"-81,-24-13 1424,12 10 3054,-8 21-5379,0 0 0,1 0 0,1 2 0,1 0 0,1 0 0,-11 26 0,13-26-162,0-3-151,1 1 0,1 0 0,1 1 0,0-1 0,2 1 0,0 0 0,1 1 0,-1 19 0,4-24-85,1-1 0,0 1-1,1 0 1,1-1 0,0 1-1,1-1 1,0 0 0,1 0 0,1 0-1,0-1 1,11 16 0,-4-8-9,2 0 0,0-2-1,2 0 1,0-1 0,1 0 0,31 23 0,130 74 115,-132-88-127,-1 1-1,-2 3 0,55 48 0,-97-78-23,0 1 0,0 0-1,0 0 1,0 0 0,0 0 0,-1 0 0,1 1-1,-1-1 1,0 0 0,1 1 0,-1-1 0,0 1-1,0 0 1,-1-1 0,1 1 0,-1 0 0,1-1-1,-1 1 1,0 0 0,0-1 0,0 1 0,0 0-1,0 0 1,-1-1 0,1 1 0,-1 0-1,0-1 1,0 1 0,0-1 0,0 1 0,0-1-1,0 1 1,-1-1 0,1 0 0,-1 1 0,0-1-1,1 0 1,-4 2 0,-3 3-161,-1-1 0,0-1 1,0 1-1,0-1 0,-1-1 0,0 0 1,0 0-1,0-1 0,-16 3 0,4 1-281,-178 41-3871,156-38 1877,0-3 0,-65 3 0,48-9-2857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35.1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41 160 4208,'-40'-78'1321,"50"60"-165,-4 3 620,-2-7-1124,-1 1 664,20 15-1200,14 12-224,-7 6-380,7-3-528,7 3-1592,6 1-733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35.4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0 9121,'-4'7'361,"-10"17"2743,-22 45-1,32-58-2648,0-1-1,1 1 1,1 0-1,0 0 0,0 0 1,1 0-1,0 22 0,3-6-316,1 1 0,2-1-1,1 0 1,0 0 0,2 0-1,15 33 1,-5-23-2495,37 62 1,-39-60-2416,-12-28 1899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35.80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4380,'22'14'922,"1"0"-1,-2 2 1,0 0-1,0 1 1,30 35 0,11 8-89,178 139-665,-151-124-1937,-87-74 1568,-5-21-75,-7-18 679,8 29-294,-1 1 1,2 0-1,-1 0 0,0-15 1,1-18 43,1 7 62,0 1 0,2-1 0,11-59 0,12 32-127,-24 58-58,1 3-81,0 0 0,-1 0 0,1 0 1,0 0-1,0 0 0,0 0 0,-1 0 0,1 1 0,0-1 0,0 0 0,-1 1 0,1 0 0,0-1 0,-1 1 0,1 0 0,-1 0 0,1 0 0,-1 0 0,1 0 0,1 2 0,-1 0-339,-1 0-1,0-1 0,1 1 0,-1 0 0,-1 0 1,1 0-1,0-1 0,0 5 0,2 16-2784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35.96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22 4616,'0'0'1409,"-13"-10"-257,-1-2 908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0:03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0 159 3916,'51'-10'1010,"53"-17"0,-56 14-689,63-15-143,1 6-1,1 4 1,147-3-1,-115 12-527,65-1-2172,-118 12 1411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0:04.67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0 163 4664,'6'-8'813,"-4"12"-555,3 3 2988,4-15-2522,0-3 275,0 10 5509,4 4-6359,0-1-1,0 0 1,0-1-1,1 0 1,-1-1-1,0 0 1,22-4-1,98-25 100,-103 22-222,115-36-1823,-77 21 87,42-15-4554,-56 24 345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5:50.10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302 395 4476,'3'-26'2124,"-1"-1"-1,-1 1 1,-4-36-1,0-8 489,4 32-1174,0 22-856,0 0 0,-1 0 0,-1 0 0,0 0-1,-1 0 1,-1 1 0,-5-17 0,7 30-206,-2 5 8,-5 5-245,0 0 0,1 0 0,0 1 0,1 0 1,0 1-1,1-1 0,-6 13 0,-27 78 584,26-65-545,-113 393 1053,107-340-1841,3 1 0,-4 176 0,19-254 330,0 1 1,1-1-1,1 0 1,-1 1-1,2-1 0,0 0 1,7 18-1,-9-27 205,0 1 0,0-1-1,0 0 1,1 1-1,-1-1 1,1 0 0,0 0-1,-1 0 1,1 0-1,0 0 1,0 0 0,0 0-1,1-1 1,-1 1-1,0-1 1,1 1 0,-1-1-1,0 0 1,1 0-1,0 0 1,-1 0 0,1-1-1,-1 1 1,1-1-1,0 0 1,0 1 0,-1-1-1,1 0 1,0-1-1,-1 1 1,1 0 0,0-1-1,-1 1 1,1-1-1,4-2 1,5-2-170,0 0 1,-1-1-1,0-1 0,0 0 1,-1 0-1,0-1 0,0 0 1,10-12-1,68-84-1667,-68 80 1499,253-334-2871,-266 349 3269,0-1-1,0-1-1,1 1 0,1 0 0,0 1 0,0 0 0,1 0 0,0 1 0,0 0 0,12-6 0,-18 12 69,-1 1 0,1 0-1,0 0 1,0 0 0,0 1-1,0-1 1,7 1 0,-3 0 56,-4 0-60,-1 1 0,0-1-1,1 1 1,-1 0 0,0 0 0,0 1 0,1-1 0,-1 1 0,0-1 0,0 1 0,-1 0 0,1 0 0,0 0 0,-1 0 0,1 1 0,2 3-1,4 2 10,1 0 0,0 0-1,0-1 1,0 0-1,1-1 1,0 0-1,0 0 1,1-2-1,-1 1 1,1-1-1,0-1 1,0 0 0,0-1-1,14 1 1,-7-2-290,0 0 0,0-1 0,0-1 0,0-1 0,-1 0 1,1-2-1,0 0 0,27-10 0,-16 0-765,-1-1 0,0-1 1,45-34-1,-30 20 183,-38 26 529,-1 0 0,1 1-1,0 0 1,0 1 0,0-1-1,0 1 1,1 0 0,6-1-1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5:51.0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31 124 6121,'0'0'1823,"-3"-2"-32,-24-20 8130,46 10-9167,-3 4-910,0 1 0,0 0 0,1 1 0,0 1 0,0 1 0,0 0 0,1 1 0,19 0 0,327-31-9897,-235 28 4084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5:51.55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1 115 6913,'0'0'2076,"17"-6"-1360,3 3 420,3-6-812,14-3-48,0 0-152,6 3-268,8-3-176,16 0-596,3-9-2120,17 3-1129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7:57.9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225 233 4148,'-3'-1'978,"-3"-1"261,1 1 0,-1 0-1,0 0 1,0 0 0,0 1 0,-11 1 0,1-1-869,12-1-249,0 1 0,0-1 0,0-1 0,0 1 0,0 0 1,0-1-1,0 0 0,0 0 0,0 0 0,1 0 0,-1-1 0,1 1 0,-5-5 0,6 5 1007,1-6-835,0 1 0,0-1 0,-1 1 0,0 0 0,-7-14 0,-1-9 239,9 27 1052,-5 3-1554,-1-1 1,1 0 0,-1 0-1,1 0 1,-1-1 0,1 0-1,0-1 1,-7-3 0,10 5 65,10-4-412,6-6-10,-9 6-4073,-4 4 4506,2-13-390,-1 11-373,-1 0 0,0 0 0,0 1 0,0-1 1,0 0-1,-1 0 0,1 0 0,-1 0 0,0 1 1,0-1-1,-1-3 0,-4-8-1639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7:53.02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0 179 9617,'2'-8'300,"-2"4"-53,0 0 1,1 0-1,0 0 1,0 0-1,0 0 0,0 0 1,0 1-1,1-1 0,0 0 1,0 1-1,0-1 0,0 1 1,0 0-1,1-1 0,-1 1 1,6-4-1,9-6 884,-5 2-650,1 1-1,0 0 1,0 1 0,1 1-1,0 0 1,1 1-1,0 1 1,0 0 0,23-5-1,-30 9-395,0 0 0,0 1 0,0 1 1,0-1-1,0 1 0,0 0 0,0 1 0,0 0 0,0 0 0,0 1 0,0 0 0,14 6 0,-21-7-79,8 3 103,-1 1 0,0 0 0,12 9 1,-18-12-80,1 0 1,-1 0 0,0 1-1,0-1 1,0 1 0,0-1-1,0 1 1,-1 0-1,1 0 1,-1 0 0,0 0-1,0 0 1,0 0 0,0 0-1,0 5 1,0 2 34,-2 0 0,1 0 1,-1 0-1,-1 0 0,0 0 0,0 0 0,-1 0 1,0 0-1,-1-1 0,-6 14 0,-10 14 340,-26 39 0,42-70-351,-35 53 264,-97 162 829,116-184-964,2 0-1,2 1 1,1 1-1,-11 48 1,24-80-146,1 0 0,0 0 0,0 0 0,1 0 0,0 0 0,0 0 0,1 0 0,0 0 0,3 14 0,-3-18-29,0 0 0,0 0 0,1 0 0,-1-1 0,1 1 0,-1 0 0,1-1 0,0 1 1,0-1-1,0 1 0,0-1 0,1 0 0,-1 0 0,1 0 0,-1 0 0,1-1 0,0 1 0,-1-1 0,1 0 0,0 1 0,0-1 0,0 0 0,0-1 0,0 1 0,0 0 0,4-1 0,18 1-276,0-1-1,-1-1 1,1-1-1,-1-1 1,0-1-1,0-2 1,44-15-1,-4-4-1953,98-52-1,-131 60 1272,0 0-1,-1-3 0,-1 0 1,-1-2-1,0 0 0,-2-2 1,-1-2-1,-1 0 1,28-40-1,-41 47 800,-1 0 1,-1-1-1,12-40 0,-8 24 611,-11 28-98,0 1 1,0-1-1,-1 1 0,0-1 0,0-13 1,4-20 1592,2 16 3966,-4 27-5351,12 5-228,0 2 0,-1 0 0,15 12 0,-11-7-182,0-2-1,34 19 0,-37-24-123,1 0 0,0-1 0,0 0 0,0-1-1,1-1 1,-1-1 0,1 0 0,0-1 0,27-1 0,-21-3-20,-1-1 1,0-2-1,0 0 0,-1-1 0,1-1 0,27-14 1,-41 17 8,0 0 0,0-1 1,-1 0-1,1-1 0,-1 1 0,0-1 1,-1-1-1,1 1 0,-1-1 1,-1 0-1,1-1 0,-1 1 0,-1-1 1,1 0-1,-1 0 0,-1 0 1,1-1-1,2-12 0,-3 6 368,-1-1 0,0 1 0,-1 0 0,-1-1 0,0 1-1,-2 0 1,-2-18 0,0-4 777,3 33 216,-1 6-1276,-1 1 0,1-1 0,0 1 0,-1 0 0,1-1 0,1 1 0,-1 0 0,-2 6-1,-2 9-24,1 0-1,1 1 1,-2 28-1,3-19-124,-7 113-1758,6-47-580,-15 71-3585,0-55-2163,6-35-1336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7:54.6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34 142 3524,'0'-1'38,"-1"1"0,1 0-1,-1-1 1,1 1 0,0 0-1,-1-1 1,1 1 0,-1 0-1,1-1 1,-1 1 0,1 0-1,-1 0 1,1 0 0,-1 0-1,1-1 1,-1 1 0,0 0-1,1 0 1,-1 0 0,1 0-1,-1 0 1,1 0 0,-1 0-1,1 0 1,-1 1 0,0-1-1,1 0 1,-1 0 0,1 0-1,-1 1 1,1-1 0,-1 0-1,1 0 1,0 1 0,-1-1-1,1 0 1,-5 8 6405,6-9-6220,1 1 1,0-1-1,0 0 1,-1 1-1,1-1 1,0 0-1,-1 0 0,1 0 1,-1 0-1,1-1 1,-1 1-1,0 0 0,1-1 1,-1 1-1,0 0 1,0-1-1,0 0 1,0 1-1,0-1 0,-1 0 1,1 1-1,0-1 1,-1 0-1,1-2 0,0 1 116,-1-1-1,1 1 0,-1 0 1,0 0-1,0-1 0,0 1 0,0 0 1,-1 0-1,0-1 0,1 1 0,-1 0 1,-3-6 2812,2 12-2890,-1-2-235,1 0 1,0 0-1,0 1 0,0-1 0,0 1 0,0 0 0,0-1 1,0 1-1,0 0 0,1 0 0,-1 0 0,1 0 1,0 1-1,-1-1 0,1 0 0,0 1 0,0-1 0,1 0 1,-1 1-1,0-1 0,1 1 0,-1-1 0,1 1 1,0 0-1,0-1 0,0 1 0,0-1 0,1 1 0,-1-1 1,0 1-1,1-1 0,0 1 0,0-1 0,0 1 0,0-1 1,0 0-1,2 3 0,-2-1-12,1 0 1,0 0-1,1 0 1,-1 0-1,1-1 0,0 1 1,0-1-1,0 0 0,0 1 1,0-2-1,1 1 1,-1 0-1,1 0 0,5 1 1,-4-2-12,0 0 1,0 0 0,0-1-1,1 0 1,-1 0-1,0-1 1,1 0-1,-1 1 1,0-2 0,1 1-1,9-2 1,-2-1-15,0 0 0,0-1 0,0 0 1,0-1-1,-1 0 0,0-1 0,0 0 1,0-1-1,-1-1 0,0 1 0,0-2 1,-1 0-1,0 0 0,-1-1 0,0 0 1,0 0-1,-1-1 0,0 0 0,-1-1 1,-1 0-1,9-19 0,-15 30 7,1 0 0,-1-1 0,1 1 0,-1 0 1,1 0-1,0-1 0,-1 1 0,1 0 0,0 0 0,0 0 0,0 0 0,0 0 0,0 0 0,0 0 1,0 0-1,0 1 0,2-2 0,-2 2 1,-1 0 0,1 0 0,-1 0 0,1 0 0,-1 1 0,1-1 0,0 0 0,-1 0 0,1 1 1,-1-1-1,1 0 0,-1 1 0,0-1 0,1 0 0,-1 1 0,1-1 0,-1 1 0,1-1 0,-1 1 0,0-1 0,1 1 0,-1-1 0,0 1 0,0-1 1,1 1-1,-1-1 0,0 1 0,3 8 15,0-1 1,-1 1-1,0 0 1,1 12 0,21 156-76,9 108 8,-31-244 45,-2 1-1,-2-1 1,-2 0-1,-16 78 1,16-108 9,1-1 0,-2 0 0,1 0 0,-1 0 0,-1-1 0,1 0 0,-2 0 1,1 0-1,-9 8 0,-7 5 55,-47 37-1,65-56-38,1-1 0,-1 0-1,0 0 1,0 0-1,0-1 1,0 1 0,0-1-1,0 0 1,-8 1-1,11-3-12,0 1 0,0-1-1,0 1 1,0-1 0,0 1-1,0-1 1,0 0 0,1 1-1,-1-1 1,0 0 0,0 0-1,0 1 1,1-1 0,-1 0-1,1 0 1,-1 0 0,1 0-1,-1 0 1,0-1 0,1 1 0,-1-1-9,-1-1 1,1 1 0,0-1-1,1 1 1,-1-1 0,0 1-1,1-1 1,-1 1 0,1-1-1,0 0 1,0 1 0,0-1-1,0 0 1,1 1 0,-1-1-1,1 1 1,-1-1 0,2-3-1,21-53-330,-15 41 147,-2 3 64,101-222-3084,-13 51-1066,-30 56-2323,-21 48-1014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7:54.8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 0 7749,'-20'174'9470,"11"-113"-7566,3 1 1,4 110-1,13 28-3055,-5-63-5607,-3-93 2580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7:59.37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655 12 4352,'0'0'3669,"-4"0"-2768,-10 1-235,-15 1 3265,1-16-1672,26 13-1028,-12 13 25,8-3-1037,0 0 0,1 1 1,1 0-1,0 0 0,0 0 0,1 0 0,0 1 0,1-1 1,-3 21-1,-4 15 265,-262 843 2474,211-713-3360,7 2 0,-39 245 0,58-132-2449,32-230-289,2-1-1,15 112 1,1-95-4297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00.29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88 54 3976,'0'0'3095,"2"-2"-2689,17-23 225,-17 22 206,-4 1-697,-14-18 63,14 18-147,-1 3-18,-31 1-29,31-2-120,1 2 121,-21 10 42,21-11-39,0 0-28,1 0 98,-16 7-624,14-6-476,13-4 428,4-1 131,-12 2-115,-2-2-1664,-3-15 1213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0:12.5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295 187 4948,'-1'-8'894,"-2"0"0,1 0-1,-1 0 1,0 0 0,-1 1-1,-4-8 1,-3-8 801,10 21-1535,1-1 1,-1 1-1,1 0 0,0 0 0,0-1 0,0 1 0,0 0 1,1-1-1,-1 1 0,0 0 0,2-3 0,-1-4 904,5-24 311,-5 30-681,-2 0-90,-3-9-285,-1 0 992,4 12-1285,1 0 0,0 1 1,-1-1-1,1 0 0,-1 0 0,1 0 1,-1 0-1,1 0 0,-1 0 0,1 1 1,0-1-1,-1 0 0,1 0 0,-1 1 1,1-1-1,0 0 0,-1 1 0,1-1 1,0 0-1,-1 1 0,1-1 0,0 0 1,0 1-1,-1-1 0,1 1 0,0-1 1,0 0-1,0 1 0,0 0 0,-4 6 60,1 0 0,0 0 1,0 1-1,1-1 0,0 1 0,0-1 0,-1 12 0,-2 9 63,-30 97 381,-40 164 38,56-200-464,-10 118 0,23-134-62,2 1-1,11 127 0,-2-157-28,-4-24-4,1-1 0,1 0-1,1 0 1,0 0 0,2 0-1,8 20 1,-13-36-7,0-1 0,1 1 0,-1 0 1,1-1-1,0 1 0,-1-1 0,1 0 1,0 0-1,0 1 0,1-1 0,-1-1 1,0 1-1,1 0 0,-1 0 0,1-1 0,-1 0 1,1 1-1,0-1 0,0 0 0,0 0 1,-1 0-1,1-1 0,0 1 0,0-1 1,0 0-1,0 1 0,0-1 0,0-1 0,0 1 1,0 0-1,0-1 0,0 1 0,0-1 1,0 0-1,-1 0 0,1 0 0,4-2 0,2-2-5,1-1-1,-1 0 0,0 0 0,0-1 0,-1 0 0,1 0 1,-2-1-1,13-15 0,-12 13-45,-1-1 0,0 1 0,-1-1 0,-1-1 0,1 1 0,-2-1 0,1 0 0,-2 0 0,0 0 0,0 0 0,-1-1 0,0 1 1,-1-1-1,-1 1 0,0-1 0,-3-18 0,2 26-24,-1 0 0,1 0 0,-1 0 0,-1 1 0,1-1 0,0 0 1,-1 1-1,0 0 0,0 0 0,-1 0 0,1 0 0,-1 0 0,0 0 0,0 1 1,0 0-1,0 0 0,-1 0 0,1 0 0,-1 1 0,0 0 0,1 0 0,-1 0 1,0 0-1,-6 0 0,-2-2-348,0 2 0,1 0 0,-1 0 0,0 1 0,-1 1 0,1 0 0,0 1 0,-18 3 0,18 0-856,0 1 1,1 1-1,-1 0 0,1 0 0,0 1 1,-17 14-1,15-9-3726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0:13.13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780 34 6173,'0'0'3147,"-1"-3"-1718,-5-25 895,6 25-571,-1 8-946,-129 394 5374,4-8-5048,-27 93-679,-24 74-1409,61-155-2176,59-130-2978,45-222 640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0:13.83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216 4 3844,'-22'-3'1294,"18"3"1388,3 6-2298,0 0 0,-1 0 1,0 0-1,0 0 0,0 0 0,0 0 0,-1 0 1,0-1-1,0 1 0,-1-1 0,-7 10 0,-16 27 1209,24-33-1305,-1 1 0,2-1-1,-1 1 1,1-1 0,1 1-1,0 0 1,0 0 0,1 0-1,0 0 1,3 19 0,-3-25-220,1 1 0,0-1 1,0 1-1,0-1 0,1 0 1,-1 1-1,1-1 0,0 0 0,0 0 1,1 0-1,-1-1 0,1 1 0,0-1 1,0 1-1,0-1 0,0 0 1,1 0-1,-1 0 0,1 0 0,0-1 1,0 0-1,0 1 0,0-1 1,0-1-1,6 3 0,-1-2-35,0-1-1,0 0 1,1-1-1,-1 0 1,0 0-1,0-1 1,1 0-1,-1 0 1,0-1-1,0-1 1,-1 1-1,1-2 1,0 1-1,-1-1 1,0 0-1,11-7 1,-3 0-15,-1 0 0,-1-1 0,1 0 1,-2-1-1,0-1 0,0 0 1,9-16-1,-16 23-11,-1 1 0,1 0 0,13-11 1,-9 8 4,-12 38 185,-16 71 132,-34 105 0,4-21-201,-87 256 90,75-264-259,-11 23 61,-11 36-18,78-223 43,0 1 1,-2 0 0,1-1 0,-2 0 0,-15 22 0,24-40-27,0 1 0,0-1-1,-1 0 1,0 1 0,0-1 0,0-7 0,2-12-16,38-148-235,6 2-1,9 2 1,84-180-1,-110 287-647,62-96 0,-71 127-488,2 2 0,0 0-1,2 1 1,48-40 0,-36 42-2235,7 9-1574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0:13.98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95 49 9285,'-34'-12'3676,"17"3"-2824,-3-1 280,7 1-2276,3 0 48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7:38.08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1159 273 4884,'-51'-28'2967,"51"27"-2912,0 0 0,0 0 0,1 0 0,-1 0-1,0 1 1,1-1 0,-1 0 0,0 0 0,1 0 0,-1 1-1,1-1 1,-1 0 0,1 0 0,0 1 0,-1-1-1,1 1 1,0-1 0,-1 0 0,1 1 0,1-1 0,6-8 468,24-37 3526,-51 49-3753,17-2-195,0-1-1,1 1 0,-1-1 0,1 0 1,-1 0-1,0 0 0,0 0 1,1 0-1,-1 0 0,1 0 1,-1 0-1,0-1 0,1 1 1,-1-1-1,0 1 0,1-1 0,-1 0 1,1 0-1,-1 1 0,1-1 1,-2-1-1,1 0-289,0 1 859,3-4-639,-1-1 1,1 1-1,1 0 1,-1 0-1,1 0 0,0 0 1,0 0-1,0 0 1,1 0-1,4-5 0,15-35 777,-11 12-261,-10 30-334,0 0-40,9-19 192,-13 43 211,-2 8-283,-31 161 1028,-110 340 0,-241 478-1066,135-373-2521,73-140-1392,69-165-3071,61-176-410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7:38.59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0 165 5016,'20'-13'947,"-1"0"0,0-1 0,21-21 0,-31 27-667,0 0-1,1 0 1,0 1 0,0 1-1,0 0 1,1 0 0,0 1-1,22-7 1,-15 6-7,0 1 0,1 1 0,-1 1 0,25-2 0,-38 5-215,0 0 0,0 0 0,1 0 0,-1 0 0,0 1 0,0 0 0,1 0 0,-1 0 0,0 1 0,0-1 0,0 1 0,-1 1 0,1-1 0,0 1 0,-1-1 0,0 1 0,1 1 0,-1-1 0,0 0 0,-1 1 0,1 0 0,-1 0 0,1 0 0,-1 0 0,0 1 0,-1-1 0,1 1 0,-1 0 0,0 0 0,0 0 0,0 0 0,-1 0 0,0 0 0,0 0 0,0 0 0,-1 1 0,1-1 0,-1 0 0,0 0 0,-1 1 0,0-1 0,-2 10 0,-9 26 175,-1-1 0,-3 0 0,-37 69 0,31-64-140,-45 82 105,28-55-76,-46 114 1,76-162-116,2 1 1,0 0-1,1 0 1,2 0-1,1 1 0,0-1 1,2 1-1,1-1 1,4 28-1,-2-31-163,-1 0 0,-2 32 0,-1-4-1430,2-46 1144,-1-1 1,1 1-1,-1-1 0,0 1 1,0-1-1,0 1 0,-1-1 0,1 1 1,-1-1-1,0 0 0,0 0 1,-3 4-1,3-4-188,-11 15-4682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7:39.06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 0 4960,'16'2'397,"0"-1"202,-1-1 2656,-19 19-1850,-26 182 850,27-184-2223,-2 17 107,0 38 0,-2-17 287,39-66-373,35-27-564,-40 22-264,41-19 0,55-19-4345,-75 39 1625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7:39.2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98 130 5781,'-10'-12'5288,"-4"0"-4548,-2 3 340,6 0-740,-4 0-256,7-12-884,1 3-104,-4 0-692,0-3-1380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26.33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3863 118 6613,'0'0'4901,"-1"-3"-4189,1 0-741,-1 1 204,0 0 0,1 0 0,0 0 0,-1 0 0,1 0 0,0 0 0,0-1 0,0 1 0,0 0 0,1 0 1,-1 0-1,1 0 0,-1 0 0,1 0 0,-1 0 0,1 0 0,2-2 0,19-30 1941,-20 32-520,-2-1-1273,0-28 294,0 28 324,-3 5-656,-15 17 1,0 0-1,-23 33 1,-16 19-20,-305 284 500,225-228-580,-704 630 385,50-48-609,438-347-859,-281 372-2289,547-628 2045,-95 149 1,-77 194-5982,153-239-242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27.45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 19 4292,'-13'-11'-469,"-3"3"7556,16 8-7018,0 0 1,0 0 0,0 0 0,0 0-1,0 0 1,0 0 0,0 0-1,0 0 1,-1 0 0,1 0 0,0 0-1,0 0 1,0 0 0,0 0 0,0 0-1,0 0 1,0 0 0,0 0 0,0 0-1,12 21 1921,5 6-1374,-1 1 0,-1 1 0,-2 0 0,12 39 0,30 130 817,-27-90-861,16 57 54,135 432 588,-91-377-918,8-4-1,188 305 1,316 364-313,215 140-1916,56-47-5192,-702-788 3094,-13-5-1985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28.60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1408 247 2152,'36'-5'544,"-36"5"-528,0 0 1,0 0-1,0 0 0,1 0 0,-1 0 1,0 0-1,0 0 0,0 0 0,0 0 0,0 0 1,1 0-1,-1 0 0,0 0 0,0 0 1,0 0-1,0 0 0,0-1 0,0 1 0,0 0 1,0 0-1,1 0 0,-1 0 0,0 0 1,0 0-1,0-1 0,0 1 0,0 0 0,0 0 1,0 0-1,0 0 0,0 0 0,0-1 1,0 1-1,0 0 0,0 0 0,0 0 0,0 0 1,0 0-1,0-1 0,0 1 0,0 0 1,0 0-1,0 0 0,0 0 0,0 0 0,0 0 1,0-1-1,-1 1 0,1 0 0,0 0 1,0 0-1,0 0 0,0 0 0,0 0 0,0 0 1,0-1-1,-1 1 0,-8-10 140,3 2 1357,11 1-1218,0 0-1,-1 0 1,0 0 0,0-1-1,0 0 1,-1 1 0,0-1-1,-1 0 1,0-1 0,0 1-1,1-12 1,3-13 864,-5 27-815,-1 1 0,0-1 0,0 0 0,-1 0 0,1 1 0,-1-1 0,0 0-1,-4-10 1,0 0 519,5 13-83,-3 9-212,-382 907 4417,266-636-4376,-458 1228 319,267-304-7115,267-956 1274,16-21-2832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29.02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44 0 5368,'6'15'5852,"-5"-12"-5312,3 26 234,-2 0 0,-1 1 0,-1-1-1,-8 58 1,2-20-101,4-40-448,-37 700 3282,37-501-3070,33 274 1,88 153-3038,-1-227-4759,-52-214-607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29.81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1384 1 4460,'0'0'3380,"2"1"-2888,0 0-425,-1 0 0,0 0 0,0 0 0,0 0 0,0 0 0,0 0 0,0 1 0,0-1 0,0 0 0,0 1 0,0-1-1,-1 1 1,1-1 0,-1 1 0,1-1 0,-1 1 0,1-1 0,-1 1 0,0-1 0,0 1 0,0-1 0,0 1 0,0 0 0,0-1 0,-1 3 0,-1 4 121,0 0 0,0 0-1,-8 15 1,2-3 129,-312 660 5438,242-528-4959,-659 1265 318,600-1136-4775,67-132-2384,36-92-71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30.51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275 114 3288,'-44'-17'3621,"41"16"-3353,-19-11 184,-24-8 776,44 19 397,-5-12-1385,1 1-134,5 10 458,-12-4-464,-35-6 207,45 12-209,1-2-227,-1 1 0,1 0 1,-1 0-1,0 0 0,0 0 0,0 1 0,1-1 0,-1 1 0,0 0 0,-5 0 1,4 2 106,-21 15-384,24-16 367,0 0 0,-1-1 0,1 1-1,0 1 1,0-1 0,0 0 0,0 0 0,0 0 0,0 1 0,0-1-1,0 0 1,1 1 0,-1-1 0,0 0 0,0 4 0,25-13 241,-14 5-3,0-1 0,0 1 0,0-1 0,0-1 0,14-9 0,-21 12 371,-2 1-512,1 0 0,0 0 1,-1 0-1,1 1 0,0-1 1,0 0-1,0 1 0,-1-1 1,1 1-1,0 0 0,0-1 1,0 1-1,0 0 0,4 0 0,11 71 1052,-3 1 0,-4 0 0,3 100-1,-18 228 714,-1-228-1279,1 204 202,-8 220-393,3-372-886,-14 298-2451,1-173-2782,0-75-2138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43.98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0 142 1888,'47'-39'476,"-30"15"-188,0-4-272,3 1-788,-10 3 136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50.5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84 6 4288,'0'1'40,"0"-1"0,0 0 0,-1 0 0,1 0 0,0 1 0,0-1 0,-1 0 0,1 0 0,0 0 0,-1 0 0,1 0 0,0 1 0,-1-1 0,1 0 0,0 0-1,-1 0 1,1 0 0,-1 0 0,1 0 0,0 0 0,-1 0 0,1 0 0,0 0 0,-1-1 0,1 1 0,0 0 0,-1 0 0,1 0 0,-7-8 6616,-9 35-5850,5-9-364,-28 109 1225,38-124-1611,1 1 1,0 0-1,0 0 1,0-1-1,0 1 0,1 0 1,0-1-1,-1 1 1,1 0-1,1-1 0,1 6 1,-1-6-6,0 0 0,0 1 0,0-1 1,0 0-1,1-1 0,-1 1 0,1 0 1,0-1-1,0 1 0,0-1 0,0 0 1,0 0-1,0 0 0,1 0 0,-1-1 1,1 1-1,-1-1 0,1 0 0,0 0 1,6 1-1,5 0 21,0-1-1,-1 0 1,25-2 0,-16-1-244,-1-2 0,1 0 0,-1-1 0,38-14 0,79-43-3277,-50 20-1017,-17 12-833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8:52.33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42 2508,'0'0'297,"1"0"-1,0-1 0,0 1 1,-1-1-1,1 1 1,0-1-1,0 1 0,-1-1 1,1 1-1,-1-1 1,1 1-1,0-1 0,-1 0 1,1 0-1,-1 1 1,0-1-1,1 0 0,-1 0 1,0 1-1,1-1 1,-1 0-1,0-1 0,0-12 3769,-2 4-5216,25 8-458,-4 1 723,-14 1-2379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19.30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17 25 3728,'0'0'6160,"-1"-2"-6104,-12-14 87,11 10-5240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20.39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4032,'0'0'8300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40.53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21 1 4856,'26'9'8705,"-29"-11"-8257,1 1 0,-1 0 0,-1 0-1,1 0 1,0 0 0,0 0 0,-6 0 0,3 29-122,3-11-156,0-1 0,1 1 0,0-1 0,2 24-1,0-36-151,0-1-1,1 1 1,0 0-1,-1 0 0,1-1 1,0 1-1,1-1 0,-1 1 1,1-1-1,-1 1 0,1-1 1,0 0-1,0 0 0,1 0 1,-1 0-1,1 0 0,-1 0 1,1-1-1,0 1 0,0-1 1,0 0-1,0 0 0,1 0 1,-1 0-1,4 1 0,10 3 9,1-1 1,-1-1-1,1 0 0,0-2 0,0 0 0,30-1 0,116-13-72,-84 3-202,232-33-3012,-107-6-2964,-104 18 33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49:42.89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10 1 4764,'-9'4'7918,"18"4"-5251,1 4-3327,73 139 3043,-78-143-2285,0 1 1,0-1 0,0 0 0,1-1 0,1 1-1,-1-1 1,1 0 0,0-1 0,1 1 0,-1-1-1,1-1 1,0 0 0,1 0 0,0 0 0,-1-1-1,1 0 1,0-1 0,1 0 0,-1-1 0,1 1-1,-1-2 1,1 1 0,-1-2 0,1 1 0,0-1-1,13-2 1,14-2-34,0-1-1,0-2 0,37-12 1,111-44-1120,-63 20-933,-75 26-1063,76-39 1,-96 43 1534,51-24-4837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45.2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1955 726 5188,'2'-12'312,"10"-46"1522,-11 54-1592,0-1 1,-1 1-1,0-1 0,1 0 1,-1 0-1,-1 1 0,1-1 0,-1 0 1,0 1-1,0-1 0,0 1 1,-3-7-1,-29-60 1555,14 33-874,-15-45 776,10 22-459,-38-68-1,52 112-1088,-1 0 0,0 0 0,-1 1 0,0 1 0,-2 0 0,0 1 1,0 0-1,-23-15 0,23 21-109,1 0 0,-1 2 0,-1 0 1,1 0-1,-1 2 0,0-1 0,0 2 1,0 0-1,0 1 0,-1 1 0,1 0 1,-1 1-1,1 0 0,-1 1 0,-21 5 1,7 0 64,1 1 0,-1 2 1,2 0-1,-1 2 1,2 1-1,-1 2 1,-26 17-1,2 5 64,2 2 1,2 3-1,1 2 0,-76 90 0,-136 222 283,176-223-375,6 5 0,6 2 1,6 3-1,7 3 0,6 2 0,6 3 0,-31 183 0,64-253-57,3 2 0,3-1 0,5 1-1,3 0 1,19 140 0,-8-157-10,2-1 1,4 0-1,2-1 1,2-1-1,4-1 1,2-1-1,55 86 1,-39-83-22,3-2 0,2-1 1,3-3-1,2-2 0,3-3 1,67 49-1,-47-47-22,2-2 1,2-4-1,3-4 0,143 55 1,-146-73 14,1-3 1,0-4 0,2-4 0,0-3 0,0-4-1,1-3 1,160-13 0,-131-5 11,0-4 0,-1-6 0,-1-4 0,-2-5 0,139-60 0,-158 50 1,-2-4-1,-2-3 0,-2-5 0,-2-3 1,84-75-1,-71 43 1,-3-3 1,-4-5-1,108-154 1,-122 143-29,-5-3 0,-4-2 0,92-225 0,-129 259 22,-4 0 1,-3-2 0,-3-1 0,-4 0 0,-4-1 0,-3 0-1,-4-95 1,-8 104 2,-3 1-1,-3 0 1,-3 1 0,-3 0-1,-4 2 1,-33-82-1,28 94 5,-2 2 0,-3 1-1,-2 2 1,-2 1-1,-2 1 1,-3 2 0,-73-71-1,55 69 26,-2 2 0,-2 3 0,-2 2 0,-132-67 0,110 72-4,-1 4-1,-2 3 0,-160-35 1,144 48-14,-2 4 1,0 5-1,0 4 0,0 5 1,-1 5-1,1 4 0,0 5 1,-108 28-1,96-9-230,2 5 1,1 5-1,3 5 1,1 5-1,-108 69 0,115-55-1139,3 5 0,-149 136 0,68-18-3861,18 11-3168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45.681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7 13733,'10'-6'1396,"10"33"-564,-10-18-732,0 0-1024,3 0-1272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57.45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12905,'54'84'1936,"-37"-51"-335,9-6-297,11-5-284,3-4-212,7-3-160,14-6-104,16-3-108,6-6-104,18-6-60,6-6-48,7-12-44,10-10-44,7 1-1284,13-6-5129,6-12-5660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8:57.82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27 34 4616,'-23'-33'5329,"20"51"-12290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6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25 18914,'0'0'2032,"-17"-12"-372,3 3 2596,-6 6-3667,0 3 415,34 9-3809,-4 6 221,0 3-1120,20 6-2061,-3 0-4848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7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0 351 10253,'54'-33'1004,"-7"-4"-624,-4 7-408,-6 3-180,6 0-100,4-6-300,7-3-140,-4-1-328,4-5-1440,6-6-645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7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78 148 8277,'-9'-5'1520,"0"-1"1,1 0 0,-16-13-1,21 16 1,-17-2 1518,20 5-2944,-1 0-1,1 0 0,0 0 1,0-1-1,-1 1 1,1 0-1,0-1 0,0 1 1,-1 0-1,1-1 0,0 1 1,0 0-1,0-1 1,-1 1-1,1 0 0,0-1 1,0 1-1,0 0 0,0-1 1,0 1-1,0-1 0,0 1 1,0 0-1,0-1 1,0 1-1,0-1 0,0 1 1,0-1-1,1-1-65,0 0-1,1 0 1,-1 1 0,0-1-1,1 0 1,-1 0 0,1 1-1,-1-1 1,1 1 0,0-1-1,-1 1 1,1 0 0,0 0-1,3-2 1,13-6-1202,0 1 0,33-10 0,12 0-4499,-60 18 5286,63-16-9139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3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34 15649,'1'0'209,"1"0"-1,-1 0 1,0 0-1,1-1 1,-1 1-1,1 0 1,-1-1-1,1 1 1,-1-1-1,0 1 0,1-1 1,-1 0-1,0 1 1,0-1-1,0 0 1,1 0-1,-1 0 1,0 0-1,0 0 1,0 0-1,0 0 1,-1 0-1,1-1 0,0 1 1,0 0-1,-1-1 1,1 1-1,-1 0 1,1-1-1,0-1 1,2-3 4219,0 7-4022,0 1-1,0-1 1,0 1-1,0 0 0,-1 0 1,1 0-1,0 0 1,-1 1-1,1-1 0,1 3 1,1 0 116,7 8-298,0 1 1,0 1 0,-2 0 0,0 1 0,13 25 0,31 91-329,-34-65 104,-3 0 0,-2 1 0,6 100 0,-2-29-41,3 37-4063,-20-135-440,0 0 0,-7 54 1,-4-35-7464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3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832 85 13193,'-98'-10'1739,"91"10"-1473,0 1-1,-1 0 1,1 0-1,0 0 1,0 1 0,0 0-1,0 0 1,0 1-1,0-1 1,-7 6-1,-20 7 1020,14-7-690,1 2 0,0 0 0,0 1 0,1 1 0,-29 24 0,13-5 510,-51 58 1,52-47-571,2 1 1,2 1-1,2 2 0,2 1 1,2 1-1,-31 93 0,19-21 667,-35 219 0,57-250-830,4 0 1,4 1-1,10 133 1,0-168-348,2-1 1,3 0 0,2-1 0,2 0 0,3 0 0,2-2 0,25 49 0,-22-61-26,1-2 0,2-1 0,1 0 0,2-2 0,1-2 0,2 0 0,1-2 0,2-1 0,0-2 0,72 42 0,-56-42 0,1-1 0,1-3 0,1-2 0,1-3 0,0-2 0,2-2 0,112 12 0,-129-23 0,1-2 0,-1-2 0,66-9 0,286-63 0,-351 64-9,0-3 1,-1-1-1,57-27 0,-39 11-66,-1-2 0,-2-3-1,-1-3 1,-2-1 0,-1-3-1,-2-2 1,-3-2 0,59-73-1,-75 80 30,-1-2 0,-3 0 0,-1-2 0,-2 0 0,-2-2 0,-1 0 0,-3-1 0,-2-1 0,-1 0 0,-3-1 0,9-95 0,-18 94 18,-2 1 1,-2-1-1,-2 0 0,-2 1 1,-2 0-1,-3 0 0,-25-67 0,13 55 37,-3 2-1,-2 1 1,-2 2-1,-3 0 1,-51-60-1,26 46 38,-4 2 0,-2 2 0,-3 4-1,-2 3 1,-3 3 0,-2 3 0,-3 3 0,-92-41 0,100 56-73,-3 3 0,-79-20 1,123 41-256,-1 3 0,0 0 0,-1 2 1,1 1-1,-1 1 0,0 2 0,1 1 1,-38 7-1,52-5-197,0 1 0,1 0-1,-1 2 1,1 0 0,0 0 0,0 2 0,-16 11-1,23-14-300,0 0-1,1 1 0,0 1 1,0-1-1,1 1 0,-1 0 1,1 0-1,1 1 1,0 0-1,0 0 0,0 0 1,1 1-1,-6 15 0,7-8-3012,0 0-1,-2 23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4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34 17510,'-27'-34'12247,"28"39"-10706,22 223 71,7 53-1755,4 10 143,9 63 0,-33-282-288,48 260 900,-44-273-1777,3 1 1,2-2-1,40 81 1,-56-132 638,4 7-273,0 0 1,1-1 0,10 13 0,10 0-2972,-25-24 2859,0 0 1,1-1-1,-1 1 1,1 0-1,0-1 1,-1 0-1,1 0 1,4 0-1,29 3-8854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4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285 268 12201,'-2'-8'206,"-2"-4"209,0 1 0,2-1-1,-1 1 1,2-1 0,-1 0-1,2 0 1,-1 0 0,3-17-1,1 6 381,-2 11-36,1 0 0,0 0 0,0 1 1,6-15-1,-7 24-629,0-1 0,0 1-1,0 0 1,0-1 0,1 1 0,-1 0 0,1 0 0,0 0 0,-1 0-1,1 0 1,0 0 0,0 1 0,0-1 0,0 1 0,0-1 0,1 1-1,-1 0 1,0 0 0,1 0 0,-1 0 0,1 0 0,-1 0 0,1 1-1,4-1 1,0 1-8,1 0-1,-1 1 1,1 0-1,-1 0 0,1 1 1,-1 0-1,0 0 1,0 1-1,0 0 1,0 0-1,0 1 0,-1-1 1,1 2-1,-1-1 1,0 1-1,9 9 1,3 4 95,0 0 1,-2 2-1,26 38 0,-29-36-120,-1 0 0,0 0 0,-2 1-1,-1 1 1,-1 0 0,0 0-1,-2 0 1,-1 1 0,3 41-1,-7-36-35,-1 0 0,-1 0 0,-2 0 0,-1 0 0,-1-1-1,-1 1 1,-20 52 0,-8-3-58,-5-1 0,-52 79 0,31-55-539,-107 166-2885,38-102-2706,82-107 228,8-3-3507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4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15701,'124'163'7184,"-97"-130"-6516,2-1 0,1-2 0,1-1 0,37 25 0,147 86 263,-197-130-899,-1-2 1,1 1 0,1-2-1,0-1 1,-1 0 0,2-1-1,-1-1 1,38 3 0,-48-7-13,-1 0 0,1-1 0,-1 0 0,1 0 1,-1-1-1,1 0 0,-1 0 0,0-1 1,16-7-1,-18 7 29,-1-1-1,1 0 1,-1 0 0,0 0 0,0-1-1,0 0 1,-1 0 0,0 0 0,0 0-1,0-1 1,0 0 0,-1 1 0,0-1-1,3-8 1,6-20 361,-5 14 497,1 0 0,1 1 0,18-30 0,-15 38-607,-11 11-298,1 0-1,0 0 1,0 0 0,-1 0 0,1 1-1,0-1 1,-1 0 0,1 1 0,0-1-1,-1 1 1,1 0 0,-1-1 0,1 1-1,-1 0 1,1 0 0,-1 0 0,0 0-1,1 0 1,-1 1 0,0-1 0,0 0-1,0 0 1,0 1 0,0-1 0,0 1-1,0-1 1,0 1 0,0 2-1,4 7-3,0 0-1,6 24 0,-8-22 7,8 20 20,36 121-3467,-38-117 618,-1 0 0,2 45 0,-3-15-4013,2-2-4213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5.0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20 163 15745,'24'6'534,"-17"-5"-331,0 1 0,0-1 0,0 1 0,-1 0 0,1 1 1,-1 0-1,1 0 0,-1 0 0,0 1 0,0 0 0,0 0 0,-1 0 1,0 1-1,9 9 0,-4 0 246,-1 0 0,-1 1 0,0 0 0,-1 0 0,0 1 0,-2 0 0,0 0 0,0 1 0,-2-1 1,0 1-1,-1 0 0,-1-1 0,0 1 0,-1 0 0,-4 26 0,1-15-137,-2 0 0,-2 0-1,0-1 1,-2 0 0,0 0 0,-2-1 0,-1-1 0,-23 37-1,22-43 675,-25 26 0,37-44-938,1-1-40,0 0 0,0 0 1,0 1-1,0-1 0,0 0 1,0 0-1,-1 0 0,1 0 0,0 0 1,0 0-1,0 0 0,0 0 0,0 1 1,0-1-1,0 0 0,-1 0 1,1 0-1,0 0 0,0 0 0,0 0 1,0 0-1,0 0 0,0 0 0,-1 0 1,1 0-1,0 0 0,0 0 1,0 0-1,0 0 0,0 0 0,-1 0 1,1 0-1,0 0 0,0 0 0,0 0 1,0 0-1,0 0 0,0 0 1,-1 0-1,1 0 0,0-1 0,0 1 1,0 0-1,0 0 0,0 0 0,0 0 1,0 0-1,-1 0 0,-10-7 201,9 6-178,-1 0 0,1 0 0,-1-1 1,1 1-1,-1-1 0,1 0 0,0 0 0,0 0 1,0 0-1,0 0 0,0 0 0,0 0 1,1-1-1,-1 1 0,1-1 0,-1 1 0,1-1 1,0 0-1,0 1 0,0-4 0,-2-7-12,1 1-1,0-1 1,1 0-1,0 0 0,1 0 1,1 0-1,0 1 1,0-1-1,1 0 1,7-21-1,7-12-308,32-68 1,-45 107 218,18-32-863,1 1 1,2 1-1,1 2 0,2 0 0,1 2 1,64-58-1,-67 71-514,0 1 1,2 1-1,0 2 0,0 0 1,2 2-1,0 1 1,56-16-1,-42 17-2909,2 10-2344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5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3764,'0'0'-1104,"3"24"328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5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97 13065,'-24'-21'2096,"24"0"-103,-3 0 743,0 2-1768,-1 4 200,24 15-11105,4 0 832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5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20454,'7'36'2406,"2"0"0,22 62 1,39 66 2486,-42-103-4746,14 34-109,33 73-30,52 178 0,-111-295-51,19 75-2210,-31-107 1072,-1 0 0,-2 0 0,1 0 0,-2 0 0,-2 19 0,-7 26-6477,-4-1-5085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6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0 357 15769,'47'-21'897,"88"-33"3535,-12 6 855,-12 4-3255,-105 42-2081,0 1 1,0 0-1,-1 0 0,1 1 0,0 0 0,0 0 0,0 0 0,0 1 0,7 1 1,58 17-1331,-11-3 367,-13-9-185,1-2-1,-1-2 1,1-2-1,0-3 1,-1-1-1,79-17 1,-110 17 1100,1 0 1,-1-2 0,0 0 0,-1-1 0,1 0 0,-1-1-1,0-1 1,26-18 0,-20 9 559,-15 13-165,0 0 1,0 0-1,-1 0 0,0-1 0,0 0 0,0 0 0,0-1 0,-1 1 0,0-1 0,0 0 0,3-6 0,0-4 674,-5 13 179,-2 0 13,3-33 683,-3 33-712,0 6-588,14 283 1570,11 244-1298,-1 37-633,-26-407-906,-8-1 0,-59 306-1,48-377 90,-5-2 1,-49 113-1,47-138 235,-3-1 1,-3-1 0,-74 96 0,91-133 208,-36 34 0,48-50 160,-1-1 0,0 0 0,-1-1 0,1 1 0,-1-1 0,0-1 0,0 1 0,0-1 1,-1 0-1,-12 3 0,18-6 29,0 1 1,0-1-1,0 0 1,0 0-1,0 0 1,-1 0-1,1 0 1,0 0 0,0 0-1,0-1 1,0 1-1,0-1 1,0 0-1,0 1 1,0-1 0,0 0-1,1 0 1,-1 0-1,0 0 1,0-1-1,1 1 1,-3-2 0,2 0 16,0 0 1,0 0 0,0-1 0,0 1 0,0-1 0,1 1 0,-1-1 0,1 0 0,0 1 0,0-1 0,0-5-1,-1-8 94,1-1-1,1 1 0,1 0 0,4-26 0,10-42 202,4 1-1,41-112 1,83-155 13,-26 110-692,11 7-1,170-236 1,-82 151-5839,-169 242 182,-17 13-3762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6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1 13301,'-14'18'1804,"-16"3"-147,20-9-173,-7-3-180,-3 3-196,-3 6-232,-4 12-180,20-18 20,1 21-320,-4 19-392,3-16-340,7 6-732,-3-3-1084,3 0 204,0 4-3361,0-4-4240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7:59:26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94 13757,'-20'-30'1988,"13"15"-335,0 3-289,-3 3 1856,3-3-3024,1-3-244,16 30-1644,0-3-220,7 9-1257,16 12-1291,-6-5-3453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30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6945,'0'0'13710,"-1"3"-13251,-12 35 420,1 0 1,2 2-1,2-1 1,2 1-1,2 0 1,0 76-1,6-85-737,0 0 0,2-1 0,2 0 0,0 0-1,2 0 1,2-1 0,0 0 0,2-1 0,27 47 0,-30-62-117,0-1 1,1 0-1,1-1 1,0-1 0,1 1-1,0-2 1,0 0 0,1 0-1,0-1 1,0 0-1,22 8 1,-29-14-16,-1-1-1,0 1 1,1-1 0,0 0 0,-1 0-1,1 0 1,-1-1 0,1 0 0,0 0-1,-1-1 1,1 1 0,0-1 0,10-3-1,-3 0 1,0-1 0,-1 0 0,1-1 1,17-10-1,-15 6-11,0-1-1,-1-1 1,-1 0 0,0-1 0,0 0 0,-2-1 0,1 0 0,-2-1-1,0 0 1,-1-1 0,0 0 0,9-26 0,3-17-57,-2-1-1,13-78 1,-25 104 48,17-131 89,-13 67 810,-5 80-421,-1 14 89,-1 18 819,-2 0-1270,4 35 48,0 62 1,-33 258-155,1-89 0,27-5-1135,3-184-2224,1-1-3369,-3-43 1445,-1 10-7995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3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443 58 11461,'-24'-31'7661,"19"21"-6163,-4-7 5163,4 17-6509,0 1 0,0-1 0,1 1 0,-1 0 0,0 0 0,0 1 0,0-1 0,1 1 1,-1 0-1,1 0 0,0 1 0,-7 4 0,8-6 102,-30 22 723,-18 7-22,48-28-886,-1-1-41,-1 0 0,0 1-1,1 0 1,-1 0 0,1 0 0,-1 1 0,1 0-1,0-1 1,0 1 0,-4 4 0,7-5-29,-12 4-23,12-5 20,0 0 0,1 0 0,-1 0 1,0-1-1,1 1 0,-1 0 0,1 0 1,-1 0-1,1 0 0,-1 0 0,1 0 1,0 0-1,-1 0 0,1 0 0,0 0 1,0 0-1,0 1 0,0-1 0,0 0 1,0 0-1,0 0 0,0 0 0,0 0 1,0 0-1,1 0 0,-1 0 0,0 0 1,1 0-1,-1 0 0,1 0 0,-1 0 1,1 0-1,0 1 0,0 0 20,0 0-3,15 20-19,-15-20 129,-3 9-708,-2 0 463,1 0 0,-1 0 0,-1 0 1,-9 17-1,13-26 456,1-5-287,0-25 33,0 25 172,-3 2-240,1 0 9,0 0 0,0 0 0,0 0 0,0 0 0,0 0 0,0 0 0,0 1 0,0-1-1,0 1 1,0-1 0,0 1 0,0 0 0,-1 0 0,1 0 0,-3 1 0,3 0 16,-1 0 0,1 0 1,0 0-1,0 1 0,0-1 0,0 0 0,0 1 0,1 0 0,-1-1 1,0 1-1,1 0 0,-1 0 0,1 0 0,0 0 0,-2 4 0,-6 14 29,1 0 0,1 1 0,1 0 0,1 1 0,1-1 0,-3 30-1,4-28-31,-43 578-33,46 3-5,3-259-23,-3-334 90,1 90-2005,4-6-5743,-4-90 4038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35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96 10385,'-1'-1'158,"0"1"1,0 0-1,-1-1 0,1 1 1,0 0-1,0-1 1,0 0-1,0 1 0,0-1 1,0 0-1,0 1 1,0-1-1,0 0 0,0 0 1,0 0-1,1 0 1,-1 0-1,0 0 0,1 0 1,-1 0-1,1 0 0,-1 0 1,1 0-1,-1 0 1,1-1-1,-1-1 0,4-34 4842,-3 35-5001,0 1 63,1-1 0,-1 1 0,0 0 0,1 0 0,0-1-1,-1 1 1,1 0 0,0 0 0,-1 0 0,1 0-1,0 0 1,0 0 0,0 0 0,0 0 0,0 0-1,0 0 1,0 0 0,0 1 0,3-2 0,0 0 26,0 1 1,0-1 0,0 1-1,0 0 1,0 0 0,6 0-1,4 0 101,0 0 0,0 2-1,17 2 1,2 3 182,1 1-1,-2 2 1,62 26-1,86 55 398,-122-57-357,72 54 1,-106-68-243,0 1 1,-2 0-1,0 2 0,-1 1 0,21 30 0,-35-43-65,0 1 0,-1 0 0,0 0 1,-1 1-1,0 0 0,-1 0 0,0 0 0,-1 0 0,0 0 0,-1 1 0,-1-1 0,1 25 0,-3-25-30,-1-1 1,0 1-1,0-1 0,-1 0 1,0 0-1,-1 0 1,-1 0-1,0 0 0,0-1 1,-1 0-1,0 0 0,0-1 1,-1 1-1,-11 9 1,-11 9 20,-2-2 1,0-1-1,-2-2 1,-69 37-1,-14 10-1012,32-17-683,-10 6-2540,37-16-4865,41-29-1655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35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 16366,'-9'7'969,"1"0"1,-1-1-1,-13 7 1,9-5 786,10-6-1270,1 0 0,0 1 0,0-1-1,0 0 1,0 1 0,1 0 0,-1-1 0,1 1-1,-1 0 1,1 0 0,-1 4 0,-10 33 2221,11-36-2478,-2 9-38,1 0-1,1 0 1,0 0 0,1 0-1,0 0 1,1 0-1,1 1 1,0-1-1,4 12 1,-4-13-96,4 14-95,2 0 0,1 0 0,1-1 0,1 0 0,1 0 0,1-1 0,1-1 0,1 0 0,1-1 0,1-1 0,1-1 0,1 0 0,31 25 0,-40-37 2,1 0 0,1-1-1,-1 0 1,1 0 0,0-2 0,0 1 0,1-2-1,-1 1 1,1-2 0,0 0 0,0 0-1,1-1 1,22 0 0,-25-2-45,-1 0-1,1-2 1,0 1-1,-1-1 1,1-1 0,-1 0-1,0 0 1,0-1-1,0 0 1,0-1 0,-1 0-1,1-1 1,-1 1-1,-1-2 1,1 1 0,-1-2-1,10-10 1,9-15-167,29-45 0,13-18 850,-28 41-104,-41 54-536,1 0 0,0 0 0,-1 0 0,1 0 0,0 0 0,0 0 0,0 0 0,-1 0 0,1 1 0,0-1 0,0 0 0,1 0 0,-1 1 0,1-1 0,-2 1 0,1 0 0,-1 0 0,1 0 0,-1 0 0,0 0 0,1 0 0,-1 0 0,0 0 0,1 0 0,-1 0 0,0 0 0,1 0 0,-1 1 0,0-1 0,1 0 0,-1 0 0,0 0 0,0 0 0,1 1 0,-1-1 0,0 0 0,0 0 0,1 1 0,-1-1 0,0 0 0,0 1 0,0-1 0,1 1 0,4 20 0,-5-2 0,-1 1 0,-1 0 0,-5 23 0,-2 19 0,3-6-123,-11 160-1988,12-134-2519,1-8-5252,3-27-3155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36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15533,'7'20'1594,"0"1"0,-1 0 1,5 36-1,-6-29 295,12 40 0,3-5-1050,-3 1 1,-3 0-1,-2 1 1,-3 1-1,0 79 1,-10-94-221,-2 0 0,-14 69 0,11-102-450,-2-8-154,1-15-13,0-14-3,4-17 1,3 0 0,1 0 0,1-1 0,11-50 0,-6 54-209,19-56-1,65-162-1839,-83 228 1390,2 0-1,0 1 0,2 0 0,0 1 0,25-32 1,-17 26-406,41-49-3495,-18 29-1529,11-6-5554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36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278 260 11193,'43'-22'3901,"-30"27"-470,-13-4-3316,1 0 0,-1-1-1,1 1 1,-1-1-1,1 1 1,0-1 0,-1 0-1,1 1 1,0-1-1,-1 0 1,1 1-1,0-1 1,0 0 0,-1 0-1,1 1 1,0-1-1,0 0 1,0 0 0,-1 0-1,1 0 1,0 0-1,0 0 1,-1 0 0,1-1-1,0 1 1,1-1-1,4-3 223,0 0-1,-1-1 1,0 1 0,0-1-1,0-1 1,0 1-1,-1-1 1,0 0 0,0 0-1,-1 0 1,1 0-1,-1-1 1,-1 1 0,1-1-1,-1 0 1,0 0-1,1-11 1,-2 13-254,-1-1 0,1 1-1,-1-1 1,0 1 0,0 0 0,-1-1 0,0 1 0,0 0 0,0 0-1,-1-1 1,1 1 0,-1 0 0,0 0 0,-1 0 0,1 1-1,-1-1 1,0 1 0,0-1 0,-8-7 0,8 9-24,0 1 0,-1-1 0,1 1 0,-1 0 0,1 0 0,-1 0 0,0 1 0,0-1 0,0 1 0,0 0 0,0 0 0,0 0 0,0 1 0,0 0 0,-1-1 0,1 1 0,0 1 0,0-1 0,0 0 0,0 1 0,0 0 0,0 0 0,0 0 0,0 1 0,0-1 0,0 1 0,-7 4 0,-7 6 119,0 1 0,0 1 0,1 0 0,1 1 0,0 1 0,1 0 0,1 1 0,1 1 0,-20 34 0,18-26-175,1 0 0,2 1 0,1 1-1,1 0 1,1 0 0,2 1 0,0 0 0,-3 52 0,9-67-18,1 0 1,0 0-1,2-1 1,-1 1-1,1 0 1,1-1 0,1 0-1,0 0 1,0 0-1,1 0 1,1 0-1,0-1 1,1 0-1,0-1 1,1 1 0,1-1-1,-1-1 1,1 0-1,1 0 1,0 0-1,15 10 1,-6-8-577,2 0 0,-1-1 1,1-1-1,1-1 0,0-1 0,0-1 0,35 7 1,-3-5-1774,1-1 0,61 0 0,-9-8-4326,3-2-4293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37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12 14549,'-37'-12'8036,"35"13"-7508,0 1 0,-1-1 0,1 0 0,0 0 1,0 1-1,0 0 0,0-1 0,0 1 0,1 0 0,-1 0 0,-2 2 1,1 4-43,0 1 1,0-1 0,1 0 0,0 1-1,0-1 1,-1 14 0,-3 18-92,-4 0-389,3 0 0,1 0 0,1 0 0,3 0 0,1 1 0,8 74 0,-3-90-6,-2 1 0,2-1 0,1 1 0,1-1 0,0 0 0,2 0 0,1-1 0,15 28 0,-16-38 0,1 1 0,1-2 0,0 1 0,1-1 0,0-1 0,1 0 0,25 19 0,-29-26 0,1 1 0,0-1 0,1 0 0,-1-1 0,1 0 0,0-1 0,0 0 0,0 0 0,0-1 0,1-1 0,-1 0 0,1 0 0,18-1 0,-17-1 0,0 0 0,0-1 0,0-1 0,-1 1 0,1-2 0,-1 0 0,1 0 0,-1-1 0,0 0 0,-1-1 0,0 0 0,0-1 0,12-10 0,-11 7 0,0-1 0,-1 0 0,-1-1 0,0 0 0,0 0 0,-1-1 0,-1 0 0,0 0 0,8-25 0,-8 15 0,0 0 0,-2 0 0,-1 0 0,-1-1 0,0 0 0,-2 1 0,-1-1 0,-1 0 0,-1 0 0,-1 1 0,-1-1 0,-1 1 0,-10-30 0,6 33 3,0-1 1,-1 2-1,-1 0 1,-1 0-1,0 1 1,-2 0-1,0 1 1,-1 1-1,0 0 1,-1 1-1,-1 1 1,-28-19-1,27 22-529,0 1-1,-1 1 1,0 0 0,-29-8 0,45 16-138,-1 1-1,0-1 1,1 1 0,-1 0 0,1 0 0,-1 1-1,0-1 1,1 1 0,-1 0 0,1 0 0,-5 2-1,2-1-1486,16 20-14924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37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0 188 12025,'26'92'7343,"-8"-34"-4772,14 79 0,-31-129-2453,6 23 270,-2 1-1,-1-1 1,-1 1-1,-2 1 1,-1-1-1,-6 42 1,4-62-14,1-1 0,0 0 1,1 1-1,0-1 0,0 1 1,1-1-1,4 18 0,-4-26 926,0-76-168,6 30-1269,1 1 0,3-1 0,2 2 0,1 0 0,2 0 0,38-67 0,48-58-3505,11 12-3650,-64 97 507,-2 7-4320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52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35 215 15381,'-4'-4'364,"1"1"-1,-1 0 0,1-1 1,0 0-1,0 1 0,0-1 1,1-1-1,-1 1 0,-2-6 1,5 7-38,-1 0 1,1 0 0,0 0 0,0 0 0,0 0 0,0 0-1,1 0 1,-1 0 0,1 0 0,0 0 0,0 0 0,0 0-1,0 0 1,0 1 0,0-1 0,1 0 0,2-3 0,2-2-7,0 0 1,1 0-1,-1 1 1,1 0-1,1 0 1,-1 1-1,1 0 1,0 0-1,1 1 1,-1 0 0,1 0-1,0 1 1,0 1-1,1-1 1,-1 1-1,18-3 1,15-1-222,-1 2 0,71 0 0,-98 5-120,243 0-3261,5 14-4298,-159-1 1143,-5 12-3903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52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0 13989,'-2'32'1557,"-2"-1"0,-1 0-1,-2-1 1,-1 1 0,-13 34 0,7-23 359,-15 77 0,27-108-1796,-9 59 130,3 1 1,1 80-1,7-143-542,-1 127-3252,-1-119 918,-1 0-1,0 0 0,-8 23 0,-2-6-8079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52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0 360 14397,'0'0'6401,"34"-6"-4849,19-6-224,4-4-332,20-5-720,134-42-1516,-87 24-404,10-3-648,4-7-896,2-2-1689,8-9-3848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53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272 347 9793,'-4'0'466,"-1"-1"0,1 1 0,-1-1 0,1 1 0,-1 0 0,1 1 0,0-1 0,-1 1 0,1 0 0,-1 0 0,1 0 1,0 1-1,0 0 0,-5 2 0,-18 6 1358,5-5 212,0-1 0,-38 3 0,7-1 4083,38-23-4740,12 15-978,14 9-250,-7-4-151,-1 0 0,1 0 0,-1 1 0,0 0 0,0 0 0,-1-1 1,1 2-1,-1-1 0,0 0 0,3 7 0,14 52 0,-15-32-79,-1 0 0,-1-1 1,-2 1-1,-1 0 0,-1 0 0,-10 45 1,9-38-148,3-35 150,1-4-52,1 0 122,-1 0 1,0 0-1,1 0 0,-1 0 0,0 0 1,1 0-1,-1 0 0,0 0 1,0-1-1,1-1 0,3-3-5,17-17-46,21-29-1,-26 30 45,1 0-1,1 1 0,22-19 1,-35 35-1,0 0 0,1 1 0,-1-1 1,1 1-1,0 1 0,1-1 0,-1 1 0,0 1 1,1-1-1,-1 1 0,1 0 0,0 1 1,0 0-1,0 0 0,11 1 0,-13 1-8,1-1-1,0 2 0,-1-1 1,1 1-1,-1 0 0,1 0 1,-1 1-1,0 0 1,0 0-1,0 1 0,6 4 1,6 6-158,32 33 1,-37-34 57,0 0 0,1-1 0,22 15-1,-33-27 114,0-1 0,0 1 0,0-1 0,0 0 0,0 0 0,0 0 0,0 0 0,0 0 0,0-1 0,0 1 0,4-4 0,2-4-5,-1 1 1,1-1-1,-2-1 0,1 1 1,-1-1-1,-1 0 1,0-1-1,8-18 0,-6 13 19,1-1-1,18-25 0,-18 30-8,1 0 0,0 1 0,1 0 0,0 0 0,18-12 0,-24 20-25,1 0 0,0 0 0,0 0 0,0 1 0,1 0 0,-1 0 0,0 1 0,1 0 0,-1 0 0,1 0 0,-1 1 0,1 0 0,0 0 0,-1 1 0,10 1 0,17 3-567,0-2 0,0-2 0,48-3 0,-60 0 317,0 0 0,-1-2 1,1-1-1,-1 0 0,1-1 0,27-14 1,-38 15 214,0-1 0,0-1 0,-1 1 0,0-1 0,-1-1 1,0 0-1,0 0 0,0 0 0,-1-1 0,9-14 0,-5 4 153,0-1-1,-2 0 0,0-1 1,7-26-1,-12 36-24,-1 3 180,-1 0 0,1 0-1,-2 0 1,1 0 0,-1 0 0,0-14 0,-1-42 1219,0 61-738,0 8-390,2 47-77,-3 1 0,-2-1 0,-13 67 0,3-19-126,-50 301 175,6-51-1947,30-185-1218,20-137 298,-18 48 1,1-33-8150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53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31 13297,'0'0'10839,"4"0"-9915,-2 0-821,1 1 1,-1-1 0,1 1 0,-1-1 0,1 1-1,-1 0 1,0 0 0,1 0 0,-1 0 0,0 0-1,0 1 1,0-1 0,0 1 0,0-1 0,0 1-1,2 2 1,-4-3-67,1 1-1,0 0 1,0-1-1,-1 1 1,1 0-1,-1 0 1,0 0-1,0-1 1,1 1-1,-1 0 1,0 0-1,0 0 1,-1 0-1,1 0 1,0-1-1,-1 1 1,1 0-1,-1 0 1,1-1-1,-1 1 1,0 0-1,0 0 1,0-1-1,-2 3 1,-11 19 232,-25 30 1,6-8-411,33-45 127,-1 0 0,1 1 0,0-1 0,-1 0 0,1 1 0,0-1 0,0 1 0,-1-1 0,1 1 0,0-1 0,0 0 0,0 1 0,0-1 0,0 1 0,0-1 0,0 1 0,0-1 0,0 1 0,0-1 0,0 1 0,0-1 0,0 1 0,0-1 0,0 1 0,0-1 0,0 1 0,0-1 0,1 0 0,-1 1 0,0-1 0,0 1 0,1-1 0,-1 0 0,0 1 0,1-1 0,-1 0 0,0 1 0,1-1 0,-1 0 0,0 1 0,1-1 0,-1 0 0,1 0 0,-1 1 0,0-1 0,1 0 0,-1 0 0,1 0 0,-1 0 0,1 0 1,-1 0-1,1 1 0,-1-1 0,1 0 0,-1 0 0,1-1 0,-1 1 0,1 0 0,-1 0 0,1 0 0,-1 0 0,1 0 0,4 0-104,0-1-1,0 1 1,0-1 0,0 0 0,0 0 0,7-2 0,28-16-303,1-1 0,-2-2 0,50-38 0,-47 31 181,93-48 0,-132 76 251,0 1 1,0 0-1,0 0 0,0 0 1,0 0-1,0 1 1,0-1-1,-1 1 0,1 0 1,0 0-1,0 0 0,-1 0 1,1 0-1,0 1 1,4 2-1,-5 0 16,0-1 0,1 1 1,-1 0-1,0 0 0,-1 0 1,1 0-1,-1 0 0,0 0 0,0 0 1,0 0-1,0 1 0,-1-1 0,0 0 1,0 1-1,0 7 0,1 10 50,1 3-7,1 0-1,1-1 0,2 0 0,0 0 1,2 0-1,13 29 0,-19-50-48,-1 0 0,1-1 1,0 1-1,0-1 0,1 1 0,-1-1 0,0 0 1,1 0-1,0 0 0,-1 0 0,1 0 0,0 0 1,0-1-1,0 0 0,0 1 0,0-1 0,0 0 0,0 0 1,1-1-1,-1 1 0,0-1 0,0 0 0,1 1 1,-1-1-1,0-1 0,1 1 0,-1 0 0,0-1 1,0 0-1,0 0 0,1 0 0,-1 0 0,0 0 1,0-1-1,-1 1 0,1-1 0,0 0 0,0 1 1,-1-2-1,1 1 0,-1 0 0,1 0 0,-1-1 0,0 1 1,0-1-1,2-3 0,8-12 585,1 0 0,1 2 0,23-23 0,-35 38-570,0-1 0,0 1 0,0 0 0,1 0 0,-1-1 0,0 2 0,1-1 0,-1 0 1,1 0-1,-1 1 0,1-1 0,-1 1 0,1 0 0,-1 0 0,1 0 0,-1 0 0,1 0 1,-1 1-1,1-1 0,-1 1 0,1-1 0,-1 1 0,0 0 0,3 1 0,9 5-119,-1-1-1,0 2 1,13 9-1,-2-2-774,82 36-7350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54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1 172 6397,'2'4'505,"1"-1"0,-1 0 0,1 1 0,0-1 0,0 0 0,1 0 0,-1-1 1,0 1-1,1-1 0,0 0 0,0 0 0,6 3 0,24 15 1807,-27-15-2040,0 0 0,0 1 0,0 0 0,-1 1 0,0-1 0,-1 1 0,1 0 0,-1 1 1,-1-1-1,1 1 0,-1 0 0,-1 0 0,1 0 0,-2 1 0,1-1 0,-1 1 0,0-1 0,-1 1 0,1 14 1,-2 44 3725,-1-67-3857,0 0 0,-1 0 0,1 0 0,-1 0 0,1-1 0,0 1 0,-1 0 0,1-1 0,0 1 0,0-1 0,-1 0 1,1 1-1,0-1 0,0 0 0,0 0 0,0 0 0,-2-1 0,2-2-68,0 0 0,0 0 1,0 0-1,0 0 0,1 0 0,0 0 1,0 0-1,0 0 0,0 0 1,1 0-1,-1 0 0,1 0 0,3-8 1,21-51 191,-25 62-265,14-25-665,2 1-1,0 0 0,33-36 0,-18 21-1105,54-59-8298,-36 53-989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54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499 124 9681,'1'-1'256,"1"0"1,0 0-1,-1 0 1,1 0-1,-1 0 1,0-1-1,1 1 1,-1 0-1,0-1 1,0 1-1,0-1 1,0 1 0,0-1-1,0 0 1,0 1-1,-1-1 1,1 0-1,-1 0 1,1 0-1,-1 1 1,1-1-1,-1 0 1,0 0-1,0 0 1,0 0-1,0 1 1,0-1-1,-1 0 1,1 0-1,0 0 1,-1 0-1,1 1 1,-1-1-1,0 0 1,0 0-1,-1-1 1,0-1 21,-1 1 1,-1-1-1,1 1 1,0-1 0,-1 1-1,0 0 1,0 0-1,0 1 1,0-1-1,0 1 1,0 0-1,-6-2 1,-54-15 2032,54 18-1976,-1 0 0,1 0 0,-1 1 0,1 0 0,0 1 0,-1 0 0,1 1-1,-1 0 1,-14 5 0,16-3-114,0-1 0,0 1 0,1 1 0,0-1 0,0 1 0,0 1 0,1 0 1,-1 0-1,-7 8 0,-6 10 536,-25 34 1,37-47-565,-7 11-131,1 0-1,1 0 0,1 2 0,1 0 1,1 0-1,-12 39 0,20-53-67,1 0 0,0 0-1,1 0 1,0 1-1,1-1 1,0 1 0,0-1-1,4 17 1,-3-20 8,1 0-1,1 0 1,-1 0 0,1 0-1,0-1 1,1 0-1,-1 1 1,1-1 0,1 0-1,-1-1 1,1 1 0,0-1-1,9 8 1,0-3-69,0 0 0,1-2 0,0 1 1,0-2-1,1 0 0,0-1 0,0-1 0,0 0 0,1-1 0,29 3 0,-1-2-1504,0-3 0,86-7-1,8-10-3508,-47 1-1390,20-9-6313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56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22 11257,'-27'-6'4972,"14"0"-3955,3-4-277,-4 20-1544,4-1-945,-3 6-2739,0-3-3473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59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621 853 9729,'0'1'46,"0"-1"0,0 0 0,0 0 1,0 1-1,0-1 0,0 0 0,0 0 0,0 1 0,0-1 0,-1 0 1,1 0-1,0 1 0,0-1 0,0 0 0,0 0 0,0 0 1,-1 1-1,1-1 0,0 0 0,0 0 0,0 0 0,-1 0 0,1 1 1,0-1-1,0 0 0,-1 0 0,1 0 0,0 0 0,0 0 1,-1 0-1,1 0 0,0 0 0,0 0 0,-1 0 0,1 0 1,0 0-1,0 0 0,-1 0 0,1 0 0,0 0 0,0 0 0,-1 0 1,1 0-1,0 0 0,0 0 0,-1 0 0,1 0 0,0-1 1,0 1-1,0 0 0,-1 0 0,1 0 0,0 0 0,0-1 0,0 1 1,-1 0-1,-13-22 3489,-1-3-244,7 12-2689,0-1 0,1 0 0,1 0 1,-8-24-1,-15-70 1620,10 33-994,0 14-354,5 17-259,2 0 1,-9-67-1,17 64-397,2-1 1,3 1-1,10-81 0,-11 124-185,5 6 1,0 0-30,1 1 0,-1-1 0,0 1 0,0 0 0,0 1 0,0-1 0,-1 1 0,1 0 0,-1 0 0,0 0 0,0 0 0,0 1 0,-1 0 0,1 0 0,-1 0 0,0 0 0,-1 0 0,1 0 0,-1 1 0,0-1 0,2 12 0,8 36 22,-1 1 0,-3 0 0,2 98 0,-12-83-20,-3 0 0,-3 0 1,-3-1-1,-3-1 0,-43 127 0,23-107-13,-4-2 0,-3-2 0,-100 147-1,91-158-1744,3 3-1,-64 136 0,110-210 1675,1-1 1,0 1-1,-1 0 1,1-1-1,0 1 0,0 0 1,-1-1-1,1 1 1,0 0-1,0-1 0,0 1 1,0 0-1,0 0 1,0-1-1,0 1 1,0 0-1,0-1 0,0 1 1,0 0-1,1 0 1,-1-1-1,0 1 0,1 0 1,-1-1-1,0 1 1,1 0-1,-1-1 1,0 1-1,1-1 0,-1 1 1,1-1-1,-1 1 1,1-1-1,0 1 0,-1-1 1,1 1-1,-1-1 1,1 0-1,0 1 1,-1-1-1,1 0 0,0 0 1,-1 1-1,1-1 1,0 0-1,0 0 0,-1 0 1,2 0-1,3 0-249,-1 1-1,1-1 0,-1 0 0,1-1 1,-1 1-1,7-2 0,0-2-820,1-1 0,-1 0 0,0 0 0,19-13-1,-8 5-982,48-27-5166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0:59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0 10477,'-23'29'608,"7"-9"115,1 0 0,0 1 0,2 0 0,-18 37-1,-72 232 6142,36 9-3485,46-151-2834,7 2 0,6 161 0,13-150-2200,35 217 0,-39-368 1261,4 18-130,0 0 0,11 29 1,-13-48-210,1 1 0,1-1 1,8 14-1,-9-17-565,0 0 0,1 0 0,0-1 0,0 0-1,11 9 1,7 1-6300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1:00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541 1 7613,'76'65'2949,"-73"-62"-2702,0 0 0,0 1-1,0-1 1,0 1 0,0 0-1,-1 0 1,0 0 0,1 0-1,-2 1 1,1-1 0,0 0-1,-1 1 1,0-1 0,0 1-1,0 6 1,1 1 152,-1 0-1,-1 0 1,0 1 0,-4 22-1,0-20-238,0 0 0,-1 0-1,-1-1 1,0 0-1,-1 0 1,0 0 0,-1-1-1,-1 0 1,0-1 0,-1 0-1,0 0 1,-1-1 0,-18 15-1,-18 12 221,-2-2-1,-58 32 1,95-60-313,-55 32 116,-5 2-646,-88 70 0,149-100-2218,30-15-244,23-8-1298,10-1-2164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1:00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1252 10269,'0'0'3302,"15"-28"1787,-2-19-3674,13-36-577,-16 55-664,-1 0 0,-2-1 0,7-50 1,0-92 34,-31-391-81,10 463-128,5 72 1,-9-41 0,11 66 73,-2 4 27,-2 3-68,1 1-1,-1 0 1,1 0-1,0 1 1,1-1-1,-1 0 0,1 1 1,1 0-1,-1-1 1,1 1-1,0 0 1,1 0-1,-1 7 1,2 17 92,7 51 0,-4-57-74,47 319 468,-32-253-430,54 155 1,-47-172-33,-10-24 3,46 93-1,-60-139-53,1 0 0,-1-1-1,1 1 1,-1-1 0,1 0 0,0 1-1,1-2 1,-1 1 0,0 0 0,1-1-1,-1 1 1,1-1 0,0 0 0,0 0-1,0 0 1,0-1 0,0 0 0,0 0-1,1 0 1,-1 0 0,0 0-1,0-1 1,1 0 0,-1 0 0,0 0-1,1 0 1,-1-1 0,0 1 0,1-1-1,6-3 1,13-4 10,-1-1-1,-1-1 1,0-1-1,39-25 1,-18 10 113,-38 23-122,-1 1 1,1 0-1,0 0 0,-1 0 0,1 1 1,0 0-1,0 0 0,0 0 1,0 0-1,0 1 0,0 0 1,1 0-1,-1 0 0,0 1 1,0 0-1,0 0 0,0 0 1,0 0-1,-1 1 0,8 3 1,-4-1-221,0 0 1,-1 1 0,1 0-1,-1 0 1,0 1-1,-1 0 1,1 0 0,-1 0-1,0 1 1,9 15 0,-14-20 22,23 41-4008,-16-10-3146,-8-12 103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1:00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41 142 10333,'-17'-48'1872,"24"30"-192,-21-3-216,4 0 1305,7 3-2441,0 3-324,13 24-3089,3-3 645,-3 15-1320,14 9-2421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1:01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399 5 7105,'0'-4'1404,"0"6"-598,0 8 268,0-6 223,12 23 2785,-11-18-3743,0 1 0,0-1 0,-1 1 0,-1-1-1,1 1 1,-1-1 0,-1 1 0,-4 16 0,1-3 197,-20 76 1663,-41 106 1,30-98-1225,-57 147 456,14-42-2046,36-92-1695,11-45-2286,22-55-1354,-5-4-3754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1:01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0 146 12565,'14'-6'1712,"2"0"1425,4 9-1917,1 0-308,5-9-172,18 0-168,6-1-192,7-5-436,7-3-804,-1-9-884,8-3-36,6 6-3169,0 0-3916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1:01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164 139 12533,'5'8'1936,"-8"-13"-404,-28-47 3775,26 42-3914,-1 0 0,-1 0-1,-11-14 1,-6-10 182,23 32-945,7 3-606,0 0-1,1 0 1,-1 1 0,0 0-1,0 0 1,0 0 0,0 1-1,0 0 1,-1 0 0,1 0-1,-1 1 1,0-1 0,0 1-1,8 9 1,2 3 11,0 0 0,25 36-1,-29-36-19,-1 0 0,-1 1 0,0 0 0,-2 1 0,1-1 0,8 36-1,-14-38-32,1 0-1,-2-1 0,0 1 0,-1 0 0,0-1 1,-1 1-1,-1 0 0,0-1 0,-8 25 0,7-28-402,-1 1 0,-1-1 0,0 0 0,-1 0 0,0-1 0,0 1 0,-1-1-1,-1 0 1,1-1 0,-1 0 0,-1 0 0,0-1 0,0 0 0,-1-1 0,-19 12-1,-91 56-9686,71-36 479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1:01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31 14917,'-40'3'4877,"30"-12"-3073,4-3 812,-21 12-1680,0 0-72,10 6-1260,0-3-320,-6-3-680,-11-9-1060,18 3 388,-21 3-3589,7 0-4684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1:27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20 9549,'-8'-6'6868,"-3"-1"-1899,-3 0-2765,13 7-2122,0 0 1,0 0 0,0 0-1,0 0 1,0 0-1,1 0 1,-1 1-1,0-1 1,0 0 0,0 0-1,0 1 1,1-1-1,-1 0 1,0 1 0,0-1-1,1 1 1,-1-1-1,0 1 1,1-1 0,-1 1-1,0 0 1,1-1-1,-1 1 1,1 0 0,-1-1-1,1 1 1,-1 0-1,1 0 1,-1 1 0,-67 135 5436,6 7-4198,46-108-1462,-4 20 141,-18 76 0,29-98 0,5-8-436,0 0 0,1 0 1,2 0-1,3 49 0,-3 44-5170,-2-90 3630,-2 54-7093,10-28-1884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1:28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535 0 14069,'-39'49'701,"-87"122"2776,79-95-1753,3 1 0,3 3-1,5 1 1,-36 114 0,-27 221 720,85-326-1977,4 1 0,3 164 0,10-201-343,3 0-1,1 0 0,3-1 0,3 0 1,34 94-1,-31-110-73,2 0 1,1-2 0,2 0 0,1-1 0,2-1-1,1-1 1,1-1 0,51 46 0,-50-55-22,0 0 0,1-2 0,0-1 0,2-1 0,44 20 0,-51-29-44,0-1 0,1-1 0,0 0 0,0-2 0,1-1 0,-1-1 0,1-1 0,33-2 0,-21-3-33,-1-1 0,0-1 0,0-3 0,-1 0-1,0-3 1,36-15 0,-26 6-50,-2-2 0,0-2 0,-1-2-1,38-32 1,-14 3-57,-2-4 0,-3-2-1,-3-2 1,94-135 0,-103 126 83,-4-2 0,-3-1 0,-4-2 0,-3-2 0,47-160 0,-67 185 49,-4-1 0,-1 0 0,-3-1 1,-3 1-1,-2-1 0,-2 0 0,-3 0 0,-2 0 1,-3 0-1,-16-62 0,16 92 18,-1 1 1,-1 0-1,-2 1 0,0 0 1,-1 0-1,-1 2 0,-2 0 1,0 0-1,-1 1 0,-1 1 0,-1 1 1,0 1-1,-2 1 0,-29-21 1,33 28-70,0 0 0,0 1 0,0 0 0,-1 2 0,-1 0 1,1 1-1,-1 0 0,0 2 0,0 0 0,0 2 0,-1 0 0,1 1 0,-1 0 1,1 2-1,-1 0 0,1 2 0,0 0 0,0 1 0,0 1 0,-25 10 1,10 0-469,1 1 0,1 2 0,1 1 0,-35 28 1,11-2-1590,-59 63 0,78-70-872,2 2-1,-50 75 1,19-5-6071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26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212 181 3480,'0'0'4910,"-10"-19"-4534,4 14 3618,-62 17-3521,65-12 545,-26 9-400,26-8 1425,34-48-1891,-30 45-36,0-1-45,18-52 537,-19 53-399,1-2-19,17-59 662,-17 60-796,-1 8 260,-2 20 60,-1-1-1,-1 1 1,-11 34-1,2-5 40,-31 114 638,21-89-354,-19 131 0,32-116-384,4 1 1,4 0 0,4 0 0,28 181-1,-18-220-251,1-1 0,3 0 0,3 0 0,1-2 0,3 0 0,3-2 0,1-1 0,3-1 0,50 64 0,-43-69-17,1-1-1,2-3 1,2-1 0,61 44-1,-80-67-91,1 0 0,1-2-1,0-1 1,1 0 0,0-2 0,1-1 0,0-2-1,1 0 1,0-2 0,43 5 0,-51-11-201,0-1 1,1-1 0,-1 0 0,0-1-1,0-2 1,0 0 0,-1-1-1,0 0 1,0-2 0,0-1-1,-1 0 1,21-14 0,-5-1-1843,0 0 1,-2-3 0,-1 0-1,55-64 1,-18 5-7107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26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103 372 8689,'-12'-3'177,"8"3"13,0-1-1,0 0 1,0 1 0,0-1 0,0 0-1,1-1 1,-1 1 0,0-1 0,1 0-1,-1 0 1,1 0 0,-1 0 0,1 0 0,0-1-1,0 1 1,0-1 0,0 0 0,1 0-1,-1 0 1,1-1 0,0 1 0,-3-6 0,3 5-43,0 0 1,0-1 0,1 1 0,-1-1-1,1 1 1,0-1 0,0 0 0,1 0 0,0 1-1,-1-1 1,2 0 0,-1 0 0,0 1 0,1-1-1,0 0 1,0 1 0,0-1 0,1 0-1,0 1 1,0 0 0,4-8 0,0 3-126,1 0 1,1 0 0,0 1-1,0 0 1,0 0 0,1 1-1,0 0 1,12-7 0,9-3-504,1 0 1,1 2 0,0 1 0,1 2-1,49-12 1,-37 14-2335,80-8-1,-51 16-2373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26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0 6981,'-120'48'1440,"96"-39"-244,4 4 2420,44-7-3552,36-3-328,7-12-312,10-4-420,13-2-2380,11-9-1725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27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14 181 5885,'-2'4'125,"0"-1"0,0 1 0,1 0 0,-1 0 0,1 0 0,0 0 0,0 0 0,1 1 1,-1-1-1,1 0 0,0 0 0,0 0 0,0 1 0,0-1 0,1 0 0,-1 0 0,1 0 1,1 0-1,1 6 0,5 19 563,-1 0-1,-2 1 1,4 46 0,-1 4-147,3-48-389,-9-28-40,0 0 1,0 1-1,0-1 1,-1 1-1,0 0 0,1 6 1,21-15 481,-16 1-493,0 0 1,0 0-1,0-1 0,0 0 1,0-1-1,-1 0 0,0 0 1,0 0-1,0 0 0,-1-1 0,6-7 1,14-13 161,2 3 39,19-20 524,99-69-1,-130 102-668,0 1-1,1 1 0,-1 0 1,2 1-1,-1 1 0,1 0 1,0 2-1,0 0 0,0 0 1,0 2-1,32-1 0,-31 4-64,-1 1 0,0 1 0,0 1 0,0 1-1,-1 0 1,1 1 0,-1 0 0,18 12-1,18 12 103,49 37 0,-74-48-99,68 51-154,-55-38-381,1-1 1,2-3-1,52 26 0,-89-52 288,1 1-1,-1-2 1,1 1 0,0-1-1,-1 0 1,1 0 0,0-1-1,0 0 1,-1 0 0,1 0-1,0-1 1,0 0 0,-1-1-1,1 1 1,-1-1 0,1-1-1,9-4 1,7-4-153,-1-2 1,0-1-1,24-18 0,-37 25 232,20-16 0,-2-1 1,44-47 0,39-66 1098,-20 25 569,-50 64-577,-12 14 429,45-43 0,-71 75-1395,0 1 0,0-1 0,1 1 0,-1 0 0,0 0 1,1 0-1,-1 0 0,0 0 0,1 0 0,-1 1 1,1-1-1,0 1 0,-1-1 0,1 1 0,-1 0 1,1 0-1,0 0 0,-1 1 0,1-1 0,-1 1 0,1-1 1,-1 1-1,1 0 0,-1 0 0,0 0 0,1 0 1,-1 0-1,0 1 0,0-1 0,0 1 0,3 1 1,3 4 27,0-1 0,0 2 0,0-1 0,-1 1 1,0 1-1,7 9 0,-2 6-145,0 1 1,-1 0-1,-2 1 1,0-1-1,6 35 0,-10-41-250,1 7-660,-1 1 0,-1-1 0,1 33 0,-8 35-6504,0-48 21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27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0 458 8901,'11'-23'421,"1"0"0,1 1 0,1 1 0,0 0 0,2 0 0,0 2 0,2 0 0,0 1 0,36-28 0,-29 27-480,2 2-1,0 0 1,1 2-1,0 1 1,1 1 0,1 2-1,47-12 1,-61 19-52,1 1 0,0 1 1,0 1-1,27 1 0,-35 1 19,0 0-1,1 0 1,-1 1 0,0 0 0,0 0-1,0 1 1,-1 0 0,1 1-1,13 7 1,-17-7 52,0 0-1,-1 0 1,0 1-1,0-1 1,0 1-1,-1 0 1,1 0-1,-1 0 1,0 0-1,-1 1 1,1 0-1,-1-1 1,0 1 0,0 0-1,1 9 1,0 2-27,-1 0 1,-1 1 0,0-1 0,-2 20 0,0-10 33,5 35 1,-2-46 128,0-1 0,-2 1 0,0-1-1,0 1 1,-1-1 0,-1 0 0,-7 28 0,8-40 171,27-23 423,-1-9-442,2 1-1,1 2 1,1 0 0,57-37 0,-69 52-140,2 1 1,0 0 0,0 1 0,1 1 0,-1 1 0,2 1 0,-1 1 0,1 0 0,0 2 0,27-2 0,-24 4 102,-1 2 0,1 0 0,-1 2 0,42 9 0,-51-8-101,-1 1 0,0 0 1,0 1-1,0 0 0,0 1 1,-1 0-1,-1 1 0,1 1 1,13 12-1,-10-6 1,0 1 0,-2 1 0,1 0 0,-2 1 0,12 21 0,39 101 338,-62-137-426,0 0-1,0 0 1,0 0-1,-1 0 1,1 0-1,-1 0 1,0 0-1,0 5 1,0-2 139,2-3-121,1-1 0,-1 0 0,1 0 0,0-1-1,-1 1 1,1 0 0,0-1 0,6 2 0,6-18-59,1 1 0,0 0 0,1 1 0,0 1-1,1 0 1,1 2 0,0 0 0,23-9 0,22-3-484,84-19 0,-89 27-43,-1-2 1,63-28-1,-100 35 348,1-1 0,-2-1 0,0-1 0,22-17 0,-35 23 129,-1 0 0,1-1 0,-1 1 0,0-1 0,-1 0 0,0-1 0,0 0 0,0 1 0,-1-2 0,0 1 0,-1 0 0,1-1 0,2-14 0,-4 13 13,0 1 0,-1-1-1,-1 1 1,1-1 0,-2 0-1,1 1 1,-1-1 0,-1 0-1,1 1 1,-2-1 0,1 1-1,-1 0 1,-1 0 0,0 0-1,0 0 1,0 1-1,-1 0 1,-1 0 0,1 0-1,-10-10 1,9 13-362,-1 0 0,1 0 0,-1 1 0,0 0-1,-1 0 1,1 0 0,-1 1 0,1 0 0,-1 1 0,0 0-1,-10-2 1,-5 0-3976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28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191 71 9245,'-39'9'1156,"17"-4"241,0 1-1,0 1 1,-37 16-1,41-15-842,9-4 928,22 1-836,-4-5-624,0 0-1,0 0 1,0-1 0,0 0 0,0 0-1,0-1 1,0 0 0,-1-1-1,1 0 1,-1 0 0,9-5 0,23-8 17,57-16 68,-50 15-115,72-16 1,-88 27 44,0 1 1,0 2-1,49 1 0,-63 3 112,0 1 0,1 0-1,-1 2 1,0 0-1,-1 0 1,1 2 0,-1 0-1,17 9 1,-17-6 55,-1 0 0,1 1 0,-2 1 0,0 0 0,0 1 0,-1 1 0,19 22 0,-17-14 39,0 0 1,-2 0-1,-1 2 0,19 45 0,-7 0 69,-4 0 0,-2 2 0,-4 0 0,-2 1 0,3 119 0,-32 362 172,16-527-467,-4 56-188,-6 96-638,-44 235 0,44-357 40,-3-1 1,-2-1-1,-2-1 0,-2 0 0,-3-1 1,-2-2-1,-2 0 0,-54 72 1,64-101 140,0 0 1,-1-2 0,-1 0 0,0-1-1,-1-1 1,-30 18 0,39-27 311,0-1 0,0 0 0,-1-1 0,0 0 0,0-1 0,0 0 0,-1-1 0,1-1 0,-1 0 0,0 0 0,0-1 0,1-1 0,-1 0 0,-20-3 0,28 2-56,-1 0 0,1-1 0,-1 0 0,1 0 0,-11-6 0,-19-19-2343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28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1 469 5012,'101'-184'1029,"-81"150"-231,1 0 0,1 1 0,2 1 0,2 2 0,38-38 0,-37 41 306,-25 25-1007,-1-1-1,1 1 1,1 0 0,-1 0-1,0 1 1,0-1-1,1 0 1,-1 1 0,1-1-1,-1 1 1,1 0 0,0 0-1,-1 0 1,1 0 0,0 0-1,0 1 1,0-1-1,0 1 1,0 0 0,0 0-1,-1 0 1,1 0 0,0 0-1,0 1 1,0-1-1,0 1 1,3 1 0,0 0 2,-1 0 1,0 0 0,1 0 0,-1 1-1,0 0 1,0 0 0,-1 0-1,1 1 1,-1-1 0,0 1 0,1 0-1,-2 1 1,1-1 0,0 1-1,-1-1 1,0 1 0,0 0 0,-1 0-1,1 1 1,-1-1 0,0 0-1,0 1 1,-1 0 0,1 5 0,2 12 57,-2-1 0,-1 1 1,-1 0-1,0-1 1,-2 1-1,-1-1 1,-9 39-1,-58 153 393,51-161-425,-38 80 154,-9 30-6,65-162-270,0 4 13,-1 1-1,1-1 1,-1 1 0,1-1 0,0 9 0,1-13-18,0 0 0,0 0 0,0 0 0,1-1 0,-1 1 0,0 0 0,0 0 0,1 0 0,-1 0 0,0-1 0,1 1 0,-1 0 0,1 0 0,-1-1 0,1 1 0,-1 0 0,1-1 1,-1 1-1,1 0 0,0-1 0,0 1 0,-1-1 0,1 1 0,0-1 0,0 1 0,-1-1 0,1 0 0,0 1 0,0-1 0,0 0 0,-1 0 0,1 0 0,0 0 0,0 1 0,0-1 0,0 0 0,0-1 0,0 1 0,-1 0 0,2 0 0,12-2-87,-1 0-1,0 0 0,0-2 1,-1 1-1,1-2 0,-1 0 1,0 0-1,0-1 0,17-12 1,15-11-610,42-40 0,-44 34 266,171-144-1403,38-31 552,-172 145 1032,81-56-129,-85 68 760,-45 31-36,1 2 0,0 0 0,40-17-1,-68 36-280,0 0-1,0 0 0,0 0 1,0 0-1,0 1 0,0-1 1,0 1-1,0 0 0,0-1 0,0 2 1,0-1-1,0 0 0,0 1 1,0-1-1,0 1 0,0 0 1,5 2-1,-4-1 9,0 1-1,1 0 1,-1 0 0,0 0 0,0 0-1,-1 1 1,1-1 0,-1 1 0,6 8 0,2 7 125,0 1 0,-1 0 1,14 41-1,-18-45-85,177 600 564,-170-564-846,-2 2 1,-2-1-1,-3 1 1,-2 0-1,-2 0 1,-3 1-1,-10 72 1,9-118 86,-1 1 1,1-1-1,-1 0 1,-1 0-1,0 0 1,0-1-1,-1 1 1,0-1 0,0 0-1,-1 0 1,0-1-1,-11 12 1,12-15 51,1 0 1,0-1-1,-1 0 1,1 0 0,-1 0-1,0 0 1,0 0-1,0-1 1,-1 0-1,1 0 1,0-1 0,-1 0-1,1 1 1,-1-2-1,0 1 1,1-1-1,-1 0 1,0 0 0,1 0-1,-1-1 1,1 0-1,-1 0 1,-7-3-1,7 2 23,0 0 0,0 0-1,1-1 1,-1 0 0,0 0-1,1 0 1,0-1 0,0 0-1,0 0 1,1 0 0,-1-1 0,1 0-1,0 1 1,0-1 0,1-1-1,-1 1 1,1 0 0,0-1-1,1 0 1,-1 0 0,1 0-1,-2-9 1,2 3-60,2 0 1,-1 1-1,1-1 1,1 0-1,0 0 0,0 0 1,1 1-1,1-1 1,6-17-1,6-11-576,27-50 1,6 1-1561,4 1 0,120-152 0,-71 123-991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29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14901,'-16'45'3928,"-13"55"0,14-45-2109,7-21-1436,1 1-1,2 0 1,1 0 0,2 1 0,1-1 0,2 0 0,5 37 0,7 10-1911,44 148-1,-42-185-283,1 0 0,29 53 0,-28-66-2620,36 51-1,-18-45-2864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29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0 10273,'-24'60'2060,"4"-14"-232,0-10-316,4 6-199,-1-6-281,3 6-236,4 4-184,4 5-160,-8 0-460,4 6-248,0-2-516,0 2-664,-7-3-289,-3-3-723,4-8-1392,2-1-2569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29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860 172 9665,'-236'210'2123,"201"-176"-1467,3 1-1,1 2 0,1 2 1,2 0-1,2 2 0,-30 63 1,20-37 67,-18 38 94,3 3 0,6 2 1,5 1-1,-39 173 0,50-151-278,-18 233 0,43-277-357,4 1 1,3-1-1,26 147 1,-8-136-66,4-1-1,4-1 1,4-1 0,5-2 0,4-2 0,3-1 0,65 94 0,-76-137-16,1-2 0,3-1-1,1-2 1,3-2 0,1-2 0,2-1 0,92 60 0,-92-73-64,1-1 0,0-3-1,2-2 1,1-1 0,0-3-1,1-2 1,1-2-1,0-3 1,63 4 0,-41-10-49,1-3 0,0-3 0,-1-3 0,1-4 0,91-24 0,-75 8-105,0-3 1,-2-5-1,141-75 1,-105 36-44,-3-6 0,-4-5 1,-4-5-1,-4-4 0,145-161 0,-145 132 37,-5-4-1,-6-5 0,131-232 1,-184 279 83,-4-1 1,-4-2-1,-4-2 0,-4-1 1,-3-1-1,-5-1 1,16-159-1,-34 199 65,-3-1 1,-2 1-1,-2 1 1,-3-1-1,-1 1 0,-3 0 1,-3 0-1,-1 2 1,-3 0-1,-1 1 0,-3 0 1,-2 2-1,-1 1 1,-3 1-1,-2 1 0,-1 1 1,-2 2-1,-2 2 1,-2 1-1,-1 1 0,-70-49 1,43 42 28,-1 2 1,-3 3-1,-1 4 1,-1 2 0,-2 4-1,-86-23 1,61 27-53,-1 4 1,-1 5 0,-1 3-1,-128 3 1,165 11-344,-1 2 0,1 3 0,0 3 0,1 2 0,-112 39 0,121-30-1925,1 2 0,2 2 0,-90 59 0,25 2-7388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32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43 8253,'-8'-35'1847,"6"28"-261,-11 19 717,9-6-2044,1-1 0,-1 1-1,1 0 1,0 1-1,1-1 1,0 0 0,-1 1-1,2 0 1,-1-1 0,1 1-1,0 8 1,-5 14 296,-42 157 1547,-36 154-233,17 102-584,24 5-675,39-398-566,-12 164 278,18 337 0,7-436-245,6 0 1,4-1-1,5 0 0,63 177 1,-75-257-67,1-2-1,1 0 1,2 0-1,1-2 1,26 34 0,-35-53-16,0 0 1,1 0 0,1-1-1,0 0 1,0-1 0,0 0-1,1 0 1,1-1 0,-1-1-1,1 0 1,0-1 0,0 0-1,1 0 1,-1-2 0,1 1-1,17 1 1,-17-3-43,1-1 0,0-1 1,0 0-1,-1-1 0,1-1 0,0 0 1,-1 0-1,1-2 0,-1 1 0,0-2 1,0 0-1,17-9 0,-14 5-47,-1-1 0,0-1-1,-1 0 1,0-1 0,-1-1-1,0 0 1,-1-1 0,16-22 0,-8 4-64,-1-1 0,-2 0 1,-1-2-1,-2 0 1,-1 0-1,-2-1 1,-2-1-1,8-55 1,-13 38 78,-2 0 0,-3-1-1,-2 1 1,-12-65 0,-11 18 489,26 99-403,0-1 0,0 1-1,0 0 1,1 0 0,-1-1-1,1 1 1,-1 0 0,1 0-1,0 0 1,0 0 0,0 0 0,0 0-1,0 0 1,0 0 0,0 0-1,1 0 1,-1 1 0,1-1-1,-1 0 1,1 1 0,0 0-1,-1-1 1,1 1 0,0 0-1,4-2 1,3-2 1,0 1 0,0-1 1,1 2-1,17-5 0,-3 3 3,0 2-1,0 0 1,1 2-1,-1 1 1,41 4-1,120 29 34,-107-12 29,0 5-1,-1 2 1,141 76-1,-188-87-57,0 1 1,-2 2-1,0 1 0,-1 0 0,-2 2 0,0 1 0,-1 2 0,-2 0 0,0 1 0,-2 1 0,-1 1 1,-1 0-1,24 57 0,-31-55-91,-1-1 1,-1 1 0,8 55-1,-1 98-1280,-17-152 475,0 0 1,-3 0-1,0 0 1,-2-1-1,-2 0 1,-13 38-1,19-65 443,1 0 1,-1 0-1,1 0 0,-1 0 0,0-1 0,0 1 0,-1-1 1,1 1-1,-1-1 0,0 0 0,1 0 0,-8 5 0,6-4-918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32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0 9333,'0'54'1216,"0"-2"-320,0-19-180,-7 0-164,0 0-180,-3 0-260,4 4-284,-4 2-296,-7 0-272,-13 0-852,3-3-1456,3 3-1145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32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40 10605,'-10'-27'1768,"20"15"4473,-34 21-7065,4 0-637,7 6-663,3 18-1964,10 9-3045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33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0 12577,'-46'125'4289,"41"-108"-3661,-2-1 1,0 0 0,-1-1 0,-17 25 0,5-8 210,19-31-810,-18 30 652,-25 33-1,42-62-118,1-6-506,1-2-49,0 0 1,0 0 0,1-1 0,0 1-1,0 0 1,0 0 0,1 0-1,0 0 1,0 0 0,0 0 0,1 0-1,0 1 1,0-1 0,1 1-1,6-8 1,6-7 11,1 1 0,31-28 0,-33 34-19,1 0-1,1 1 1,0 1 0,0 0 0,1 2 0,1 0 0,-1 1-1,1 1 1,1 0 0,-1 2 0,1 0 0,0 1 0,0 1-1,1 1 1,-1 1 0,0 1 0,1 0 0,-1 2 0,26 4-1,-9 2-95,-1 2 0,0 0 0,-1 3 0,0 1 0,-2 1 0,48 30 0,-56-29-1462,38 33 0,-10-3-4935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33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10 179 8241,'4'9'304,"0"-1"1,-1 1-1,0-1 1,0 1-1,-1 0 1,0 0 0,0 1-1,-1-1 1,0 0-1,-1 0 1,0 1-1,-2 12 1,-2 11 1377,4-26-1358,0 0 1,-1 0-1,0 0 1,-1 0 0,0 0-1,0 0 1,-4 10-1,4-14 1678,3-6-1962,1-2-22,0 0 0,1-1 0,-1 1 0,1 0 0,0 1 0,1-1 0,-1 0 0,1 1 0,7-7 0,-9 9-60,21 0-26,-22 1 64,1 0 0,-1 1 0,1 0 1,-1-1-1,1 1 0,-1 0 1,1 0-1,-1 0 0,1 0 1,0 0-1,-1 0 0,1 0 1,-1 1-1,1-1 0,-1 1 1,1-1-1,-1 1 0,1-1 1,-1 1-1,0 0 0,1 0 1,-1-1-1,0 1 0,0 0 1,1 0-1,-1 0 0,0 1 1,0-1-1,0 0 0,0 0 1,0 1-1,1 2 0,4 6-73,-1 0 1,0 1-1,4 11 0,-8-19 52,0 1 0,0-1 1,0 1-1,0-1 0,0 1 1,-1 0-1,0-1 0,0 1 0,0-1 1,0 1-1,0 0 0,-1-1 1,-1 7-1,1-8 12,0 1-1,-1-1 1,1 0-1,-1 1 1,1-1-1,-1 0 1,0 0-1,0 0 1,0 0-1,0-1 1,0 1-1,0 0 1,-1-1 0,1 1-1,-1-1 1,1 0-1,-1 0 1,1 0-1,-1 0 1,1 0-1,-1-1 1,0 1-1,0-1 1,1 0-1,-1 0 1,0 0 0,0 0-1,-4-1 1,3 1-5,1-1 0,-1 0 1,0 0-1,0 0 1,0-1-1,1 1 0,-1-1 1,1 0-1,-1 0 0,1 0 1,0 0-1,0-1 1,0 1-1,0-1 0,0 0 1,0 0-1,1 0 0,-1 0 1,-3-7-1,4 5 30,0 0-1,0-1 1,1 1 0,0 0-1,0-1 1,0 0 0,0 1-1,1-1 1,0 1 0,0-1-1,0 0 1,1 1-1,0-1 1,2-8 0,4-7 85,1-1 0,13-27 0,-7 18-30,-3 9 85,0 0-1,1 0 1,2 2 0,27-34 0,-31 41-61,2 1 1,-1 0 0,2 1 0,0 0-1,0 1 1,1 1 0,27-15 0,-36 23-74,0-1 1,0 1-1,0-1 1,0 2-1,0-1 1,0 0-1,0 1 1,0 0 0,0 0-1,0 1 1,1-1-1,-1 1 1,0 0-1,0 0 1,9 4-1,-5-1-19,1 1-1,-1-1 0,0 1 0,0 1 0,0 0 1,11 10-1,-15-11-140,-1 0-1,1 1 1,-1-1 0,0 1 0,0 0 0,0 0 0,-1 1 0,0-1 0,0 1-1,-1-1 1,1 1 0,-2 0 0,3 9 0,-3-6-1185,0 0 0,0 0 1,-1 1-1,-1-1 0,-1 12 1,1 6-5122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34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9477,'-3'21'1272,"-1"1"208,8-1-1760,-1-3-376,0 0-1184,1 3-948,6 0-893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45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1019 256 10017,'0'0'6372,"2"1"-5938,-1-1-369,0 0 0,1 1 0,-1-1 0,0 1 0,0-1 0,0 1 0,0-1 0,0 1 0,0 0 0,0-1 0,0 1 0,0 0 0,0 0 0,0 0 0,0 0 0,0 0 0,0 0 0,-1 0 0,1 0 0,-1 0 0,1 0 0,0 0 0,-1 0 0,0 0 0,1 1 0,-1-1 0,0 0 0,0 0 0,1 0 0,-1 1 0,0-1 0,0 0 0,0 0 0,-1 1 0,1-1 0,0 0 0,0 0 0,-1 1 0,1-1 0,-1 2 0,-2 9-41,3-9 398,-6 18 328,3-7-487,1-6-16,1-1-1,-1 1 1,0-1 0,-1 1 0,0-1 0,-4 8 0,6-13-66,1-2-180,-1 1 0,1 0 0,0-1 0,-1 1 0,1 0 0,-1-1 1,1 1-1,-1-1 0,1 1 0,-1-1 0,1 1 0,-1-1 0,1 1 0,-1-1 0,1 1 0,-1-1 0,0 0 0,1 1 0,-1-1 0,0 0 0,0 0 0,-1 1 5,1 0 0,0-1 0,0 1 0,-1 0 0,1 0 0,0-1 0,0 1 0,0 0 0,0 0-1,0 0 1,0 1 0,-1 0 0,-12 21 13,12-21-9,1 1-7,-10 24 5,10-24 563,-1-2-450,-1 1-1,1-1 1,0 0-1,-1 0 1,1 0-1,-1-1 1,1 1-1,-1 0 1,0-1-1,-3 1 1,-3-27-98,9 24 64,-4 2-192,-31 9 66,22-6 145,1 0 0,-1-1 1,-18 2-1,35-34-1694,-36 45 1469,12-4 1,18-10 212,27-21-156,-24 19 60,0 1 0,0-1 0,-1 0 0,1 0-1,0 1 1,-1-1 0,1 0 0,-1 0 0,1 0-1,-1 0 1,0 0 0,1 0 0,-1 0-1,0 0 1,1 0 0,-1 0 0,0 0 0,0 0-1,0 0 1,0 0 0,0 0 0,0 0 0,0-1-1,-19-17-205,8 11-61,10 8 270,0 0 0,1-1-1,-1 1 1,1 0 0,0-1 0,-1 1-1,1 0 1,-1-1 0,1 1-1,-1-1 1,1 1 0,0-1-1,-1 1 1,1-1 0,0 1-1,0-1 1,-1 1 0,1-1 0,0 1-1,0-1 1,0 0 0,0 1-1,0-1 1,0 1 0,0-1-1,0 0 1,0 1 0,0-1-1,0 1 1,0-2 0,1 1-1,0 0 0,0-1-1,0 1 1,0 0 0,0 0 0,1 0 0,-1 0 0,0 0-1,1 0 1,-1 0 0,1 1 0,1-2 0,-6-2-4,2 2 10,0 1-1,0 0 1,0 0-1,0 0 1,0 0-1,0 0 0,1 0 1,-1-1-1,1 1 1,-1 0-1,1 0 1,-1-1-1,0-2 0,23-7-33,-16 9-101,-32-8 122,24 9 99,4-1-100,6-6 163,0-5-714,-9 12 534,1 0-1,0-1 1,-1 1 0,1 0 0,-1 0-1,0 0 1,1 0 0,-1 0-1,0 0 1,0 0 0,0 0-1,0 0 1,1 0 0,-1 0-1,-2 0 1,2-1 72,-2 1-102,-20-10 56,22 11 40,-1-2-124,-38-36 65,38 36 32,1 0-100,-13-18 70,12 18-8,-34-4-507,31 4 536,0 0 0,1-1 0,-1 1 0,1-1 0,0 0 0,0 0 0,0 0 0,0 0 0,-6-8 0,8 9 2,1 2-754,1 0 750,0-1 1,-1 1-1,1-1 0,-1 1 0,1 0 0,0-1 0,-1 1 1,1-1-1,0 1 0,-1-1 0,1 1 0,0-1 0,0 1 1,0-1-1,-1 1 0,1-1 0,0 1 0,0-1 0,0 0 1,0 1-1,0-1 0,0 1 0,0-1 0,0 0-61,0 0-1,0 0 0,0 0 1,0 0-1,0 0 0,-1 0 1,1 0-1,0 0 0,-1 0 1,1 0-1,-1 0 0,1 0 1,-1 0-1,1 1 0,-2-2 1,-38-31 30,39 31 80,-25-17-265,0 9 97,11 4-19,0 0 1,0 2-1,-18-5 0,-4 3 43,-14 0-74,39 5 134,1 0 0,-1-1 0,-15-4 0,5 1 21,-94-20-344,112 24 444,-5-1-342,1-1 0,-1 2 0,0-1-1,0 1 1,0 1 0,0-1 0,0 2 0,0-1 0,-16 4-1,23-3 20,22-1-3273,-15 0 2906,0 0-1,-1 1 1,1 0 0,0 0-1,-1 0 1,1 1-1,6 3 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48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442 37 6045,'-26'-12'11276,"24"9"-10801,0-4-324,-2-7 731,3 14-863,1 0-1,0 0 1,0 0-1,-1-1 1,1 1-1,0 0 1,0 0 0,-1 0-1,1 0 1,0 0-1,0 0 1,-1 0-1,1 0 1,0 0 0,0 0-1,-1 0 1,1 0-1,0 0 1,0 1-1,-1-1 1,1 0-1,0 0 1,0 0 0,-1 0-1,1 0 1,0 0-1,0 1 1,0-1-1,-1 0 1,1 0 0,0 0-1,0 0 1,0 1-1,0-1 1,-1 0-1,1 0 1,0 1 0,0-1-1,0 0 1,0 0-1,0 0 1,0 1-1,0-1 1,0 0 0,0 1-1,0-1 1,0 0-1,0 0 1,0 1-1,0-1 1,0 0-1,-27 71 1429,6-13-839,-125 293 1345,109-255-2020,23-58-1690,-1 0 0,-35 63 0,43-92 440,0 0-1,0-1 1,-1 0 0,0 0 0,-13 10 0,-10 7-6260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49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 9557,'0'0'6184,"-16"15"-5720,-1 3-316,13 3-460,1 0-436,10 6-420,6 1-800,1-4-1592,12 18-2053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49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758 1 13545,'0'0'3209,"0"5"-1977,-1 15-496,-1 1 0,-1 0-1,-1 0 1,-11 35-1,-39 87 1662,15-43-1246,-127 418 1561,28 5-3384,-8 0-3825,21-185-5139,61-183-499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3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0 532,'-4'13'-184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4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470 467 5164,'-3'-34'1654,"-1"-1"0,-1 1 0,-2 1 0,-16-47 0,1 1-134,15 54-739,0 0-1,-2 0 1,-2 1 0,0 0-1,-15-24 1,25 48-698,-1 1 1,1 0 0,0 0-1,0 0 1,0 0 0,0 0-1,1 0 1,-1 0-1,0 0 1,0 0 0,1 1-1,-1-1 1,0 0 0,1 0-1,-1 3 1,-10 26 481,1 0 0,2 1 0,1 1 0,-4 49 0,0-7 126,-69 658 2509,69-590-2974,-8 103-387,-21 233-2051,-29-6-6853,51-393 3825,-7-11-3016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4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1 142 10281,'6'-36'1268,"4"18"12,1 6-140,12 0-84,10-9-176,-6 5-187,10 1-217,10 3-88,0 12-12,10 0-76,0 9-348,0 6-480,6 13-288,4 8-385,0 18-119,-10 15-332,-6 25-2012,-5 14-2261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4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17 395 8837,'-17'9'5304,"34"-9"-4132,3 3-204,10-15-171,20-9-233,-3 3-104,10-6-332,7-3-384,9-4-504,5-11-441,5-6-291,1-3-856,3-6-1216,10-19-2061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5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35 848 6389,'-4'-1'1522,"-5"1"-1096,-8-3 2231,16 2-2600,1 1 0,0 0 0,-1-1 0,1 1 0,0-1-1,-1 1 1,1-1 0,0 1 0,-1-1 0,1 1 0,0-1 0,0 1-1,0-1 1,-1 1 0,1-1 0,0 1 0,0-1 0,0 1 0,0-1 0,0 1-1,0-1 1,0 1 0,0-1 0,0 0 0,0 1 0,0-1 0,1 1-1,-1-1 1,0 1 0,0-1 0,1 0 0,3-9 278,0 1 0,1-1 0,1 1 0,0-1 0,9-10 0,8-14 416,-14 20-241,1 0-1,0 1 0,19-20 0,-27 31 177,5 20 45,-4-3-596,0 1 0,-1-1 0,0 1 0,-2-1-1,0 1 1,-2 19 0,1 4-15,4 180-88,-3-217-44,-1-1 1,1 1 0,0 0-1,0 0 1,0-1 0,1 1 0,-1 0-1,0 0 1,1-1 0,-1 1 0,1 0-1,-1-1 1,1 1 0,0-1-1,0 1 1,2 2 0,-3-4 6,1 1 0,0-1 0,-1 0 1,1 0-1,0 0 0,-1 0 0,1 0 0,0 0 1,-1 0-1,1 0 0,0 0 0,-1 0 0,1 0 1,0 0-1,-1 0 0,1-1 0,0 1 0,-1 0 0,1 0 1,0-1-1,-1 1 0,1 0 0,-1-1 0,1 1 1,-1-1-1,1 1 0,0-2 0,8-6-27,-1-1 0,-1 0 0,11-15 0,-10 13 23,37-45-25,3 3-1,81-71 1,-109 108 30,0 1 0,1 0 0,1 2 0,0 1 0,1 1 0,1 0 0,-1 2 0,31-8 0,-9 5 13,53-23-1,-88 29 2,0 1-1,0-2 1,-1 0 0,10-9-1,-17 15-35,3 2 9,49 15-9,73 31 0,-77-28-40,-40-15 37,1-1 0,-1 0 0,1-1-1,0 0 1,0-1 0,0 0-1,17-1 1,-23 0 30,1-1 0,-1 1 0,0-1-1,0 0 1,0 0 0,0-1 0,0 1 0,0-1 0,0 0 0,-1-1 0,1 1-1,-1-1 1,1 0 0,-1 0 0,0 0 0,0 0 0,6-8 0,0-4 85,-1 0 1,0-1-1,-1 0 1,-1 0-1,7-21 1,20-93 689,4-11-137,-32 126-577,78-190 1401,-83 203-1434,-1 0-1,1 0 0,0 0 0,1 0 0,-1 0 0,0 0 0,0 1 1,1-1-1,-1 0 0,1 1 0,0-1 0,-1 1 0,1 0 1,3-2-1,-4 3-16,-1 0 1,1 0-1,0 0 0,-1 0 1,1 0-1,0 0 1,-1 0-1,1 0 1,0 0-1,-1 0 1,1 0-1,0 1 1,-1-1-1,1 0 0,0 0 1,-1 1-1,1-1 1,-1 0-1,1 1 1,-1-1-1,1 1 1,-1-1-1,1 1 0,-1-1 1,1 1-1,-1-1 1,1 1-1,-1 1 1,4 3 43,-2 1 1,1 0-1,-1 1 0,0-1 1,0 0-1,-1 1 1,2 9-1,-1 14 68,-2-1 0,0 1 0,-10 56-1,3-29-22,-102 620-1034,54-455-2881,-11-4-4230,38-137-679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6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275 161 7109,'2'19'152,"2"6"1202,-1 42 1,-3-59-1041,0 0 0,-1 0 0,-1 0 0,1-1 0,-1 1 1,0-1-1,-1 1 0,0-1 0,-7 14 0,-7 4 204,-2-1-1,-1-1 1,-1-1-1,0 0 1,-28 19 0,-52 55 563,100-95-1074,0 0-1,0 0 1,0 0-1,0 0 1,0 0 0,1 0-1,-1 0 1,0 1-1,1-1 1,-1 0-1,0 1 1,1-1-1,0 0 1,-1 1-1,1 1 1,0-3-11,0 0 0,0 1 0,0-1-1,1 0 1,-1 1 0,0-1 0,1 0 0,-1 0 0,0 1 0,1-1 0,-1 0-1,0 0 1,1 0 0,-1 1 0,0-1 0,1 0 0,-1 0 0,1 0 0,-1 0-1,0 0 1,1 0 0,-1 0 0,1 0 0,-1 0 0,0 0 0,1 0-1,-1 0 1,1 0 0,-1 0 0,0 0 0,1 0 0,44-13-372,-42 13 367,20-9-258,-1-1 0,0-1 0,0-1 0,23-17 0,74-65-989,-50 37 699,124-109-370,-33 26 2183,-117 110 179,-41 28-83,24 17-189,-36 5-922,14-36 159,7-38-348,-6 26 102,-4 25 71,-1 7-101,0 28 327,-6 167 840,3-158-1084,1 0 1,2 1-1,2-1 0,10 56 0,-7-64-118,19 83 152,-20-103-216,0-1 0,0 0 0,2 0 0,-1-1 0,1 1 0,1-1 0,9 11 0,-14-19-21,1-1-1,-1 1 1,1-1-1,-1 0 0,1 1 1,0-1-1,0-1 0,0 1 1,0 0-1,0-1 1,0 1-1,1-1 0,-1 0 1,0 0-1,1-1 1,-1 1-1,1-1 0,-1 1 1,1-1-1,-1 0 0,1 0 1,-1-1-1,1 1 1,-1-1-1,0 1 0,5-3 1,8-2-1,-1-1-1,0-1 1,0 0 0,18-13 0,-14 8-6,108-66 8,-124 75-1,1 1 1,-1 0-1,0 0 0,0 0 0,1 0 0,-1 0 0,1 1 0,0 0 0,-1-1 0,1 1 0,0 1 0,0-1 0,0 1 1,0-1-1,-1 1 0,1 0 0,0 0 0,0 1 0,0-1 0,0 1 0,0 0 0,-1 0 0,1 0 0,0 1 0,-1-1 1,1 1-1,-1 0 0,1 0 0,-1 0 0,0 0 0,0 0 0,0 1 0,0 0 0,-1-1 0,1 1 0,3 6 0,5 5-46,-2 1 0,0 1 0,-1-1 0,0 1 0,8 29 0,-14-41 8,8 25-1346,11 49 1,-14-13-6226,-6-26-1541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6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21 837 7157,'-1'0'82,"0"0"1,0 0-1,0 0 1,0 0 0,0 1-1,0-1 1,0 0-1,1 1 1,-1-1 0,0 1-1,0-1 1,0 1-1,1-1 1,-1 1-1,0-1 1,1 1 0,-1 0-1,0 0 1,1-1-1,-1 1 1,1 0 0,-1 0-1,1-1 1,0 1-1,-1 0 1,1 0 0,0 0-1,-1 0 1,1 0-1,0 0 1,0 0-1,0 0 1,0-1 0,0 1-1,0 0 1,0 0-1,0 0 1,0 0 0,0 0-1,1 0 1,-1 1-1,2 17 5731,22-25-4865,-18 5-873,0-1 0,-1 0 1,1 0-1,0 0 1,-1-1-1,0 0 1,1 0-1,-1-1 0,0 1 1,-1-1-1,1 0 1,-1 0-1,0-1 0,0 1 1,0-1-1,0 0 1,3-6-1,6-11 116,-1-1 0,16-45-1,-9 19-28,60-152 206,-4 10-307,-59 153-31,36-74 22,-45 100-58,0 1 0,1-1 1,0 1-1,1 0 0,0 1 1,17-15-1,-24 23 9,0 1 1,0-1-1,1 1 1,-1-1-1,0 1 0,1 0 1,-1 0-1,0 0 1,1 0-1,-1 0 1,1 1-1,-1-1 1,1 1-1,0 0 0,-1-1 1,1 1-1,-1 1 1,6-1-1,-4 1 0,0 1-1,0-1 1,-1 1-1,1-1 1,-1 1-1,1 0 1,-1 0-1,0 1 1,0-1-1,1 1 1,2 3-1,2 3 5,-1 0 1,0 0-1,0 1 0,-1 0 0,0 0 0,-1 0 0,5 15 1,-3-6 10,-2 1 1,0 1 0,-2-1-1,0 1 1,-1-1 0,-1 1-1,-2 33 1,-4-9 91,-3 1 1,-16 58-1,-6 14 403,29-116-497,1 0 1,-1 0-1,1 1 0,0-1 0,0 1 1,0-1-1,0 0 0,1 1 0,-1-1 1,1 0-1,-1 1 0,1-1 1,0 0-1,0 0 0,0 0 0,0 0 1,0 1-1,0-1 0,0-1 1,1 1-1,-1 0 0,1 0 0,0 0 1,-1-1-1,1 1 0,0-1 1,0 1-1,0-1 0,0 0 0,0 0 1,4 2-1,8 3 29,0-1-1,0 0 0,1-1 1,15 3-1,-6-2-4,20 6 46,-1 2 0,0 2-1,-2 2 1,0 2 0,60 36-1,-88-45-202,0 0 0,0 1-1,-1 1 1,0 0 0,-1 0-1,-1 1 1,0 1 0,0 0-1,-1 0 1,-1 1 0,8 19-1,-15-31-296,0 1-1,0 0 1,0-1-1,-1 1 1,1 0-1,-1 0 1,0-1-1,0 1 1,0 0-1,0-1 1,-1 1-1,0 0 1,0-1-1,-1 5 1,-1 5-2788,-3 9-5378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7.0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1 208 8581,'29'-30'890,"1"2"0,1 1 1,41-26-1,-56 42-1111,0 1 0,1 0 0,1 1 1,-1 1-1,1 1 0,27-7 0,-45 14 272,1 1 0,0 0 0,0-1 0,-1 1 0,1 0 0,0 0 0,-1-1 0,1 1 0,-1 0-1,1 0 1,-1 0 0,1 0 0,-1 0 0,0 0 0,0 0 0,1 0 0,-1 1 0,0-1 47,2 9 78,0 0 0,0 0 0,-1 0 0,-1 0 0,0 0 0,0 0 0,-1 0 0,0 0 0,-1 0 0,0 0 0,-1 0 0,-4 11 0,0 6 104,-88 272-1012,73-238-593,-1 18-2304,5 4-1880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7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96 10113,'3'-2'348,"0"0"1,0-1-1,-1 1 0,1-1 1,0 1-1,-1-1 0,1 0 1,-1 0-1,0 0 1,0 0-1,0-1 0,0 1 1,-1 0-1,2-5 0,9-15 1140,-10 20-804,3-5 349,-5 7-975,0 1-1,0-1 1,0 0 0,0 1 0,0-1-1,1 0 1,-1 1 0,0-1-1,1 1 1,-1-1 0,0 0 0,1 1-1,-1-1 1,0 1 0,1-1 0,-1 1-1,1-1 1,-1 1 0,1-1-1,-1 1 1,1 0 0,0-1 0,-1 1-1,1 0 1,-1-1 0,1 1-1,1 0 1,5 4-42,0 0 0,0 1 0,0 0 0,-1 0 0,0 1 0,0 0 0,0 0 0,0 0 0,-1 1 1,0 0-1,-1 0 0,5 8 0,7 17 13,20 51 0,-29-65-32,15 40 54,19 75 0,-35-107-54,-1-1 0,-1 0 0,-2 1 0,0 0 0,-5 48 0,-4-16-76,-3-1 1,-2 1-1,-3-2 1,-2 0 0,-3-1-1,-31 61 1,29-68-82,-19 36-22,36-76 97,-1 1 0,0-1 0,0 0 0,0 0 0,-1-1 0,-15 13 0,21-19 37,0-1-1,1 1 1,-1 0-1,0-1 1,0 1-1,0-1 1,0 1 0,0-1-1,0 1 1,0-1-1,0 1 1,0-1-1,0 0 1,0 0 0,0 0-1,0 1 1,0-1-1,0 0 1,0 0-1,0-1 1,0 1 0,0 0-1,0 0 1,0 0-1,0-1 1,0 1-1,0 0 1,0-1 0,0 1-1,0-1 1,0 1-1,0-1 1,0 0-1,0 1 1,1-1 0,-1 0-1,0 0 1,0 1-1,1-1 1,-1 0-1,0 0 1,1 0 0,-1 0-1,1 0 1,0 0-1,-1 0 1,0-2-1,0-2-57,-1 0 0,0 0-1,1 0 1,0 0 0,0 0-1,1-1 1,0 1-1,0 0 1,0-7 0,6-18-238,0-1 1,2 2-1,1-1 1,1 1-1,19-36 0,84-136-1322,-112 200 1654,59-89-844,4 3-1,4 2 0,100-96 1,-37 35-2700,-94 114 1629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5613,'6'-33'1196,"8"21"-176,-1 0 280,-6-6-1964,0 5-1784,3 1-585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9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249 121 4004,'-3'-33'5785,"2"29"-4896,-1-34 1111,1-8 4064,-15 59-4639,12-10-1288,0 1 0,0-1-1,0 1 1,1 0 0,-1 1-1,1-1 1,0 1 0,1-1-1,-4 8 1,-17 51 463,12-29-208,-36 93 1055,-42 188-1,82-281-1335,2 1-1,1 0 1,2 0 0,4 70-1,0-87-230,1 0 1,0 0-1,1 0 0,1-1 1,1 1-1,0-1 0,2 0 0,0-1 1,0 0-1,2 0 0,11 16 1,-16-27-2,-1 1 1,1-1-1,0 0 1,1 0-1,-1 0 1,1-1 0,0 0-1,0 0 1,7 3-1,-10-6 67,1 1-1,0-1 1,-1 0-1,1 0 1,0-1-1,-1 1 1,1-1-1,0 1 1,0-1-1,0-1 1,-1 1-1,1 0 1,0-1-1,0 0 1,-1 0-1,1 0 1,6-3-1,7-4-134,0-2 0,-1 0 0,0 0 0,0-2 0,-1 0 0,21-22-1,72-96-546,-36 40 1021,-48 56 186,-21 30 152,1 27-57,-6-4-455,-2 0-1,0 1 0,-1-1 0,-1-1 0,-9 20 1,-1 6-18,6-18-184,-18 32-1,18-38-1273,0 0 1,1 1-1,-8 29 0,17-49 1117,0 0 0,0 1 0,0-1 0,-1 0 0,1 0 0,0 0 0,-1 0 0,1 0 0,-1 0 0,0 0 0,1 0 0,-1 0 0,0 0 0,1 0 0,-1 0 0,0 0 0,0 0 0,0-1 0,0 1 0,0 0 0,0-1 0,0 1 0,0-1 0,0 1 0,0-1 0,0 1 0,0-1 0,-2 1 0,-11 4-6924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9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4668,'-47'12'1237,"37"3"-897,3 0-180,-3 0-256,-3-3-276,3 0-629,-4 3-435,11 6 920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2:59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4604,'0'0'1745,"3"-21"-1741,1 2-572,-4 1-2233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1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323 391 12509,'-148'-108'8413,"146"107"-8295,0 0-1,0 0 1,0 0-1,0 0 1,0 0 0,-1 0-1,1 1 1,0-1-1,-1 1 1,1 0 0,0 0-1,-1 0 1,1 0-1,0 0 1,-1 0 0,1 1-1,0-1 1,0 1-1,-1-1 1,1 1 0,0 0-1,0 0 1,0 0 0,0 0-1,0 1 1,0-1-1,0 0 1,0 1 0,0-1-1,1 1 1,-1 0-1,1-1 1,-2 4 0,-5 4 153,1 0 1,1 1-1,0 0 1,0 0 0,-5 15-1,-1 5 80,2 1 0,2 0 0,0 0 0,2 1 0,-2 38 0,3 167 572,5-122-625,-1-39-157,3 0-1,3 1 1,4-1 0,23 93 0,-22-126-99,3-1 0,35 79 1,-42-109-34,1 1 1,1-1-1,0-1 0,1 1 1,15 14-1,-18-20-4,1 0 0,0-1 0,0 0-1,0 0 1,0-1 0,1 0 0,-1 0-1,1-1 1,0 0 0,11 3 0,-12-5-8,1 0 0,0 0 1,1-1-1,-1 0 0,0 0 1,0-1-1,0 0 0,-1-1 1,1 0-1,0 0 0,0 0 1,-1-1-1,1 0 0,7-5 1,11-7-44,-1-1 1,34-27 0,-37 25 14,0-2 0,-1-1-1,-1 0 1,-1-2 0,-1 0 0,-1-1 0,-2-1 0,0 0 0,-1-1 0,-2-1-1,18-55 1,-14 24-174,-2-2-1,-3 0 0,-3-1 0,1-107 1,-7 22-304,-7 1 1,-7 0 0,-39-196-1,47 322 464,-15-50-82,17 63 114,0 1 0,-1-1 1,1 1-1,-1 0 0,0 0 0,-1 0 0,0 0 0,1 0 0,-6-4 0,8 8 13,0 0-1,-1 1 0,1-1 1,0 0-1,0 1 0,0-1 1,-1 0-1,1 1 0,0 0 1,-1-1-1,1 1 0,0 0 1,-1 0-1,1-1 0,0 1 1,-1 0-1,1 1 0,-1-1 0,1 0 1,0 0-1,-1 0 0,1 1 1,0-1-1,-1 1 0,1-1 1,0 1-1,0 0 0,0-1 1,-1 1-1,1 0 0,0 0 1,0 0-1,0-1 0,0 1 1,-1 2-1,-5 2 13,-4 4 41,-1 1 0,2 0 0,0 1 0,0 0 0,0 1 0,2 0 0,-1 0 0,2 1 0,-11 21 0,-1 9 230,-23 82 1,20-38-65,4 0 0,3 1 0,-4 140 0,29 270 187,6-294-419,9-1 1,8-2 0,10-1-1,8-2 1,111 275 0,-62-188-2132,-99-283 1951,0 1 0,0 0 0,0 0 0,-1 0 0,1 0 0,-1 0 0,0 0 0,0 0 0,0 0 0,0 0 0,-1 5 0,0-8 119,1 0-1,0 1 1,-1-1-1,1 1 1,0-1-1,-1 0 1,1 1 0,0-1-1,-1 0 1,1 0-1,-1 1 1,1-1-1,-1 0 1,1 0-1,0 0 1,-1 1-1,1-1 1,-1 0-1,1 0 1,-1 0-1,1 0 1,-1 0-1,1 0 1,-1 0 0,1 0-1,-1 0 1,1 0-1,-1 0 1,1 0-1,-1-1 1,1 1-1,-1 0 1,1 0-1,-1 0 1,1-1-1,-1 1 1,1-1-1,-9-4-846,1-1 0,-1 0 0,2 0 0,-13-12 0,-19-24-4623,1-6-3230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1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 13601,'0'0'3591,"-2"2"-2031,-4 8-935,0 0-1,1 1 0,0 0 1,1-1-1,0 2 0,1-1 0,0 0 1,1 1-1,-2 14 0,-2 10 187,-3 21-32,4 1 0,2 99 0,3-115-585,0 84-701,6-1 1,6 0-1,30 138 0,-40-256 368,1 1-1,0-1 0,0 0 1,5 10-1,-2-6-21,-6-11 157,0 0 0,0 0 0,0 1 1,0-1-1,1 0 0,-1 0 0,0 0 0,0 0 0,0 0 1,0 1-1,0-1 0,0 0 0,0 0 0,0 0 0,0 0 1,1 0-1,-1 0 0,0 1 0,0-1 0,0 0 0,0 0 1,0 0-1,1 0 0,-1 0 0,0 0 0,0 0 0,0 0 1,0 0-1,0 0 0,1 0 0,-1 0 0,0 0 0,0 0 1,0 0-1,0 0 0,1 0 0,-1 0 0,0 0 0,0 0 1,0 0-1,0 0 0,1 0 0,-1 0 0,0 0 0,0 0 1,0 0-1,0-1 0,9-1-24,-1-1-1,0 0 1,0 0-1,0-1 1,-1 0-1,1-1 1,-1 0-1,0 0 1,-1 0-1,1-1 1,-1 0-1,0 0 1,10-14-1,-3 5 9,1 0 0,1 1 1,0 1-1,0 0 0,1 1 0,1 1 0,0 0 0,1 1 0,0 1 0,0 1 0,1 0 1,0 2-1,28-7 0,18 2 175,0 2 1,117-1 0,-61 5 453,-100 4-450,0-2 1,-1 0-1,1-1 0,-1-1 0,0-1 0,0-1 0,0 0 0,-1-2 1,0 0-1,-1-1 0,0-1 0,-1-1 0,0 0 0,0-2 0,16-17 1,-26 24-119,-1 0 1,0 0 0,0-1-1,-1 0 1,0 0 0,0 0 0,-1 0-1,0-1 1,-1 0 0,0 0-1,3-12 1,-5 16-41,0-1 0,-1 1 0,0-1 0,1 1 0,-2-1 0,1 0 0,-1 1 0,0-1 0,0 1-1,0 0 1,-1-1 0,1 1 0,-1 0 0,-1 0 0,1 0 0,-1 0 0,0 0 0,0 1 0,-7-8 0,0 0-508,-19-16-1914,1 13-3355,3 5-2944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2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0 13017,'-6'5'611,"0"0"1,1 0-1,-1 1 0,1-1 0,0 1 0,0 0 1,1 0-1,-5 9 0,-25 57 3173,25-45-2306,0 0 0,-7 48-1,4-17-228,-6 35-94,3 1 0,5 0 0,2 135 0,14-84-1073,37 223-1,-32-313-81,33 98 0,-43-149-10,1 0 0,-1 0 1,1-1-1,-1 1 0,1-1 0,0 1 0,0-1 1,1 0-1,-1 0 0,1 0 0,0 0 0,5 5 0,-6-7-10,0 0-1,-1-1 0,1 1 0,0 0 1,0 0-1,0-1 0,0 1 1,0-1-1,0 0 0,-1 0 0,1 0 1,0 1-1,0-2 0,0 1 0,0 0 1,0 0-1,0-1 0,0 1 0,2-1 1,3-3-46,0 0 0,0 0 0,0 0 0,0-1 0,-1 0 0,0 0 0,0-1 0,0 1 0,-1-2 0,8-9 1,15-21-155,-5 5 55,1 1 1,2 2 0,1 0 0,32-26-1,-51 48 135,1 1 1,0 0-1,0 0 0,0 1 0,1 0 0,0 1 0,0 0 0,0 0 0,1 1 0,-1 1 0,1 0 0,0 0 0,0 1 1,-1 0-1,1 1 0,0 0 0,0 1 0,0 0 0,16 4 0,0 2-13,-1 2 0,0 1 0,0 1 0,37 22 0,90 69 6,-80-51 2,-65-46 38,0 0-1,0 0 0,1 0 0,-1-1 0,1 0 0,0-1 0,0 0 1,0 0-1,1-1 0,-1 0 0,0-1 0,1 0 0,0 0 1,-1-1-1,1 0 0,-1-1 0,1 0 0,-1-1 0,1 0 0,-1 0 1,15-6-1,337-177-3142,-308 162 2733,-38 18 200,-1-1 0,1-1 0,-1 0-1,0-1 1,24-19 0,-37 25 1,-26-16-385,20 17 534,-1 1-1,0 0 1,1 0-1,-1 1 1,0 0-1,1 0 0,-1 0 1,1 1-1,-7 2 1,-50 21-1117,60-25 1127,1 1 1,0-1-1,-1 1 1,1 0-1,0-1 1,-1 1-1,1 0 1,0 0-1,0 0 1,0 0-1,0 0 1,0 0-1,0 0 1,0 0-1,0 1 1,0-1 0,-1 2-1,2-3 21,0 1 1,0 0-1,0-1 0,0 1 0,0 0 1,1-1-1,-1 1 0,0 0 0,0-1 1,0 1-1,0 0 0,1-1 0,-1 1 0,0-1 1,1 1-1,-1 0 0,1-1 0,-1 1 1,0-1-1,1 1 0,-1-1 0,1 1 1,-1-1-1,1 0 0,-1 1 0,2-1 1,2 3-47,0-1 0,1 0 0,0 0 0,-1 0 0,1 0 0,0-1 0,0 0 0,0 0 0,7 0-1,25 2-77,-1-2 0,1-1 0,0-2-1,-1-2 1,1-1 0,61-18-1,-67 13 366,-3 2 169,0-1 1,0-1-1,-1-2 0,42-25 1,-41 17-241,-1-2 0,-1-1 0,-1-1 0,-2-1 1,0-1-1,-1-1 0,-2 0 0,-1-2 0,-1-1 1,-1 0-1,-2-1 0,-1-1 0,15-51 0,-19 52 854,-1 0 0,-2 0 0,5-51 0,-12 81-958,-1 0 0,1 0 1,0 0-1,0 0 0,0 1 0,1-1 0,-1 0 0,0 0 1,0 0-1,0 0 0,1 0 0,-1 1 0,0-1 0,1 0 1,-1 0-1,0 1 0,1-1 0,-1 0 0,2 0 0,5 10 1113,5 32-237,-4 80 27,2 9-771,-3-89-992,2-1 1,2 0 0,26 65-1,-18-61-3600,32 51-1,-40-78-1673,-1-5-3823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2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51 332 12957,'-34'-18'2180,"24"6"-255,3-3 931,21 3-1736,2 0-392,78-15-168,-33 9-792,9-7-440,17 1-532,10-6-516,10 6-232,10-15-593,14-3-1491,20 9-2945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3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591 289 8925,'59'-148'6866,"-57"142"-6246,-1-1 0,0 1 0,0-1 0,0 1 0,-1-1 0,0 1-1,0-1 1,-1 0 0,1 1 0,-2-1 0,1 1 0,-4-11-1,4 14-466,0 1 0,0-1-1,0 1 1,0-1-1,0 1 1,-1 0-1,1 0 1,-1-1-1,1 1 1,-1 0 0,0 0-1,0 1 1,0-1-1,0 0 1,0 1-1,-1-1 1,1 1 0,0-1-1,-1 1 1,1 0-1,-1 0 1,1 0-1,-1 1 1,1-1-1,-1 1 1,0-1 0,1 1-1,-1 0 1,0 0-1,1 0 1,-1 0-1,-3 1 1,-7 2 59,0 1 0,1 0 0,0 1 0,-1 0 0,2 1 0,-1 0 0,1 1 0,0 0 0,-15 13 0,-10 12 162,-40 46 0,46-46-178,-34 44-318,3 2 0,-83 140 0,138-208 51,0 0 0,1 1 0,-5 13 0,9-22 57,0 1 1,1-1-1,-1 0 0,1 1 0,0-1 1,0 1-1,-1-1 0,1 0 1,1 5-1,-1-6 11,1 0 1,-1 0-1,0-1 1,0 1-1,1 0 0,-1-1 1,1 1-1,-1 0 1,1-1-1,-1 1 0,1 0 1,-1-1-1,1 1 1,-1-1-1,1 1 0,0-1 1,-1 1-1,1-1 1,0 0-1,-1 1 0,1-1 1,0 0-1,0 0 1,-1 1-1,1-1 0,0 0 1,0 0-1,1 0 1,17 0-16,0-1 1,-1-1 0,1-1 0,0-1 0,-1 0 0,35-13 0,22-6 82,-59 20-112,-1-1 0,1 2 0,0 0 0,0 1 1,0 1-1,0 0 0,0 1 0,0 1 0,0 0 0,0 1 0,-1 1 1,1 0-1,-1 1 0,0 1 0,0 1 0,-1 0 0,16 10 0,127 85-5510,-61-27-5494,-64-47 456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3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11833,'-1'0'249,"0"1"0,0-1 0,0 1 0,0-1 0,0 1-1,0 0 1,0 0 0,0-1 0,0 1 0,0 0 0,0 0 0,0 0 0,1 0 0,-1 0-1,0 0 1,1 0 0,-1 0 0,0 2 0,1-1-52,0-1 0,1 1 1,-1-1-1,1 1 0,0-1 0,-1 0 0,1 1 1,0-1-1,0 0 0,0 0 0,0 1 0,2 0 1,7 12 148,14 20 271,-2 1 0,-1 0 0,-2 2 0,28 76 0,-34-76-389,-1-3-143,11 55 0,-21-78 71,0 0 0,-1 0 0,-1 1 0,0-1 0,0 0 0,-1 1 0,0-1 0,-1 0 1,-4 14-1,-13 7 1456,18-30-1493,-2 1 1192,1-4-1196,-1-1 1,0 1-1,1-1 0,-1 1 1,1-1-1,-1 0 1,1 0-1,0 0 1,0-1-1,-4-3 0,6 0-94,0 1-1,0-1 0,0 0 1,1 1-1,-1-1 0,1 1 0,1-1 1,-1 1-1,1-1 0,4-7 1,1-4-405,2 0 1,0 0 0,1 1-1,1 1 1,0-1 0,15-13 0,83-79-4820,-99 98 4533,53-47-5934,-2 3-4303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3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359 131 10601,'19'-25'1685,"-15"20"48,-3 5-1553,0 0 0,-1 0 1,1 0-1,0 1 0,0-1 1,-1 0-1,1 0 0,-1 1 1,1-1-1,0 0 0,-1 1 1,1-1-1,-1 1 0,1-1 1,-1 0-1,1 1 0,-1-1 1,1 1-1,-1 0 0,1-1 1,-1 1-1,1 0 0,5 5 2938,5-15-1452,-9 6-1488,0 0-1,0 0 1,-1 1-1,1-1 1,-1 0-1,1 0 1,-1-1-1,0 1 1,0 0-1,0 0 1,0-1 0,-1 1-1,1 0 1,-1-1-1,0 1 1,0 0-1,-1-7 1,1 8-158,-1 0 0,1 0-1,-1 0 1,1 0 0,-1 0 0,0 0 0,1 0 0,-1 0 0,0 0 0,0 0 0,-1 1-1,1-1 1,0 0 0,-1 1 0,1-1 0,0 1 0,-1-1 0,0 1 0,1 0 0,-1 0 0,0 0-1,0 0 1,0 0 0,1 0 0,-1 0 0,0 0 0,0 1 0,0-1 0,0 1 0,0 0 0,-1-1-1,1 1 1,-3 0 0,-5 2 34,0 0 0,0 0 1,0 1-1,0 0 0,-16 8 0,24-10-34,-14 6 110,0 1 0,1 1 0,0 1 1,0 0-1,1 1 0,0 0 0,1 1 0,0 1 0,-15 20 0,5-2 173,1 1 0,2 1 0,-21 47-1,35-68-233,0 1 0,1 0 0,1 0 0,0 0 0,1 1 0,0-1 0,1 1 0,0 20 0,2-28-75,0 1 0,1-1-1,0 1 1,0-1 0,1 1-1,0-1 1,0 0 0,0 0 0,1 0-1,0 0 1,0 0 0,0 0 0,1-1-1,0 1 1,0-1 0,0 0 0,1-1-1,-1 1 1,10 6 0,-2-3-306,1 0 0,0-2 1,0 1-1,1-2 0,-1 0 1,1 0-1,0-1 0,1-1 1,-1 0-1,21 0 0,11 0-1726,0-3 0,45-5-1,4-4-4629,4-3-4311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7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17 13593,'10'-16'2031,"-16"18"1119,3 0-2722,0 0 1,1 1 0,-1 0 0,1 0 0,0-1-1,0 1 1,0 0 0,0 1 0,-2 3-1,-3 19 651,0 0-1,1 1 1,-3 43-1,3 86 324,6-122-1122,3 240 741,0-135-875,20 152-1942,-11-181-2302,-2 124 1,-11-218 2561,-1 0 1,-1 0 0,-6 23-1,4-19-1009,-3 26-6017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7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1 527 12029,'0'0'5659,"4"0"-4679,85-4-292,0-3 0,0-5 0,-1-3 0,152-47 0,-167 36-592,-1-4 1,81-44-1,125-92 31,-228 136 48,1 2-1,92-35 1,-137 60-143,0 2-1,0-1 1,-1 1 0,1 0-1,0 0 1,1 0 0,-1 1-1,0 0 1,0 0 0,0 1-1,0 0 1,0 0-1,8 3 1,-5-1 9,0 1 0,0 0 0,-1 0 0,1 1 0,-1 0 0,0 0 0,13 13 0,-6-3 3,0 0 1,-2 2 0,1 0 0,-2 0 0,-1 1-1,18 36 1,35 60 47,-43-80-179,-2 0 1,17 43 0,-26-53-63,1 0 0,0-1 0,2-1 1,29 40-1,-36-56 113,1 0 0,0-1 0,0 0 1,1 0-1,-1-1 0,1 0 0,0 0 0,0-1 0,0 0 1,1 0-1,-1-1 0,1 0 0,9 1 0,-6-2-12,0 0-1,0-1 1,1 0-1,-1-1 0,0 0 1,1-1-1,-1-1 1,13-4-1,13-5-196,42-22-1,-46 18 46,-2-2 0,0-1 0,57-46 0,72-87-412,-76 53 531,-34 34 324,-49 63 390,-16 15-7,9-8-504,-15 17 113,2 0-1,0 1 1,1 0-1,2 2 1,0 0-1,2 0 1,1 1-1,0 1 1,-9 39 0,16-50-233,1 0 1,1 0-1,0 1 1,2-1-1,0 1 1,0-1-1,2 1 1,0 0 0,1-1-1,0 0 1,2 1-1,0-1 1,0 0-1,2 0 1,0-1-1,1 0 1,16 28 0,-14-32-173,0 0 0,1 0 1,0-1-1,1 0 1,0-1-1,0 0 1,19 10-1,-8-6-493,1-2 1,0 0-1,35 11 0,-5-9-1774,-1-3-1,2-2 1,64 2 0,-8-4-5136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8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1137 11761,'0'0'6599,"1"-3"-5755,5-10-538,0 0 1,1 0-1,0 0 1,1 1-1,10-12 1,56-59 356,-29 34-398,-9 5-132,-2-2 0,-2-1 0,-3-1 1,-1-2-1,29-71 0,75-275 1226,-101 287 70,-30 107-1355,0 0 0,0 0 1,-1-1-1,1 1 1,-1 0-1,0 0 1,0 0-1,0-1 0,0 1 1,0 0-1,0 0 1,0-1-1,-1 1 0,1 0 1,-1 0-1,0 0 1,0 0-1,0 0 0,1 0 1,-4-4-1,4 6-40,-1-1 0,0 1-1,1-1 1,-1 1-1,1 0 1,-1 0 0,0-1-1,1 1 1,-1 0 0,0 0-1,1 0 1,-1 0 0,0 0-1,1-1 1,-1 1-1,0 1 1,1-1 0,-1 0-1,0 0 1,1 0 0,-1 0-1,0 0 1,1 0 0,-2 1-1,0 0 20,-1 1 0,1-1-1,0 1 1,0-1 0,-1 1-1,1 0 1,0 0 0,1 0-1,-3 3 1,-36 47 829,3 2 1,-38 76-1,-51 128 631,44-64-1448,-81 291-1,-10 216-74,101-349-22,-47 630 0,117-942-77,-1-18-197,1 0-1,2 0 1,0 0-1,1 0 0,1 1 1,2-2-1,7 31 0,-11-50 216,1 0-1,0 0 1,0 1-1,0-1 0,0 0 1,1 0-1,-1 0 1,0 0-1,1 0 1,0 0-1,-1-1 0,1 1 1,2 1-1,-3-2 18,0-1-1,0 1 1,0-1-1,0 1 1,0-1-1,0 0 1,1 1-1,-1-1 1,0 0-1,0 0 1,0 0-1,0 0 1,1 0-1,-1 0 1,0 0-1,0 0 1,0-1-1,1 1 1,0-1-1,3-1-85,0-1-1,-1 0 1,1 0-1,-1 0 1,0 0-1,0-1 1,0 0-1,0 0 1,-1 0-1,4-5 1,2-5-172,0 1 0,-1-2 0,-1 1 0,0-1 0,9-28 1,15-82-867,-29 116 1132,4-34 43,-1 0-1,-2 0 0,-2 0 0,-1 0 0,-3 0 0,-1 1 0,-3-1 1,-21-74-1,11 48 370,2 0 0,-8-89 0,22 136-323,0 1-1,1-1 0,2 1 0,0-1 1,1 1-1,1 0 0,1 0 0,1 0 0,1 1 1,0-1-1,2 2 0,0-1 0,1 1 1,25-34-1,-10 21-398,2 1 0,1 2 0,1 0 1,43-31-1,139-87-4116,-123 90 1715,-9 5-1684,0 4-2453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9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0 694 10369,'0'0'1268,"4"0"-59,25-8 267,0-1-1,-1-2 1,39-19 0,-29 13-1163,-21 10-57,0-1 0,0-1-1,-1 0 1,0-1-1,-1-1 1,0-1 0,17-16-1,-32 27-239,0 0-1,0 0 0,0 1 1,1-1-1,-1 0 0,0 0 0,0 0 1,0 0-1,0 0 0,-1 0 1,1 1-1,0-1 0,0 0 1,0 0-1,-1 0 0,1 0 1,0 1-1,-1-1 0,1 0 0,-1 0 1,0 0-1,0-1 37,0 0-24,0 0 0,0 0 1,-1 0-1,1 0 0,-1 0 0,1 0 0,-1 0 1,0 1-1,1-1 0,-1 1 0,0-1 0,0 1 1,0 0-1,-1-1 0,1 1 0,0 0 1,0 0-1,-1 1 0,1-1 0,0 0 0,-1 1 1,1-1-1,0 1 0,-1 0 0,1 0 0,-1 0 1,-3 0-1,-3 1 44,0 0-1,1 0 1,-1 1 0,0 0 0,0 1-1,-15 6 1,12-4-34,0 0 0,1 2-1,0-1 1,0 1 0,1 1-1,-1 0 1,2 0 0,-1 1 0,1 0-1,0 1 1,-9 13 0,16-21-41,1 1 0,-1-1 0,0 0 0,1 0 0,-1 1 0,1-1 0,0 1 0,0 0 0,0-1 0,0 1 0,1 0 0,-1-1 0,1 1 0,-1 0 1,1 0-1,0-1 0,0 1 0,0 0 0,1 0 0,-1-1 0,0 1 0,1 0 0,0 0 0,0-1 0,0 1 0,0-1 0,0 1 0,0-1 0,1 1 0,-1-1 0,1 0 0,0 0 0,0 1 0,-1-1 1,1 0-1,1-1 0,-1 1 0,0 0 0,0-1 0,1 1 0,-1-1 0,4 2 0,8 4-149,1-1 1,-1 0-1,1-1 0,0-1 0,0 0 1,17 1-1,14 0-346,-1-3 1,1-1-1,0-2 0,-1-3 1,1-1-1,-1-2 0,0-3 1,53-17-1,-68 11 372,-26 12 158,1 2 0,-1-1-1,1 0 1,-1 1 0,1 0 0,0 0 0,9-2 0,-45-9 246,27 13-234,-1 0 0,1 0 0,0 1-1,0 0 1,0 0 0,0 0-1,-7 3 1,-25 4-388,66 6 258,-17-13 65,0 0 0,0-1 0,0 0 0,24-3-1,31-1 34,-36 4-73,40-5 0,-15 1 171,-36 1-108,1 0 1,-1-2 0,0 0 0,0-1-1,0-1 1,-1-1 0,0-1 0,25-15-1,-6 1-52,-1-2-1,-1-2 0,-2-1 0,-1-2 1,32-35-1,-14 6 366,-3-1 0,45-74 1,1 5 2012,-92 125-2029,0 5-260,-1 0-1,1-1 0,0 2 1,-1-1-1,1 0 0,-1 0 1,1 1-1,-1 0 0,1-1 0,-1 1 1,0 0-1,0 0 0,0 0 1,0 0-1,-1 1 0,1-1 1,0 0-1,-1 1 0,2 3 1,1 4-26,-1 0 0,0 0 0,0 0 0,0 12 0,3 11-61,5 12-430,-8-28-254,0-1 1,2 1 0,0-1 0,0 0 0,16 28 0,-4-12-1797,-3 3-3417,-8-14 396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9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1 239 3940,'49'-54'870,"45"-48"1761,-82 90-1993,1 1 0,-1 0 1,2 1-1,0 1 1,22-13-1,-34 21-454,0 0 0,0 0-1,0 0 1,0 0 0,0 1 0,1-1-1,-1 0 1,0 1 0,0 0 0,0-1-1,1 1 1,-1 0 0,0 0 0,0 1-1,1-1 1,-1 0 0,0 1 0,0-1-1,0 1 1,0 0 0,0-1 0,1 1-1,-2 0 1,1 0 0,0 0 0,0 1-1,3 2 1,0 2 42,0 0 0,-1 0 0,0 0 0,-1 0 0,1 1 0,4 12 0,-6-11-56,1-1 0,1-1 0,0 1 0,6 10 0,-7-14-149,1 1 0,-1-1 0,1 0 0,0 0 0,-1 0 0,1 0 0,1-1 0,-1 0 1,0 0-1,1 0 0,-1 0 0,1 0 0,-1-1 0,6 1 0,-2-1-48,0 0 1,0-1 0,0 0 0,1-1 0,-1 1-1,0-1 1,12-4 0,3-2-73,-1-1 0,0-1 0,0-1 1,30-19-1,-48 27 125,-1 2-5,30-5-224,-30 6 28,-1 1 0,1 0 0,-1-1 0,0 1-1,0 1 1,0-1 0,0 0 0,1 3-1,-1-2-202,36 33-8319,-25-21 4029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19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28 7565,'-5'11'1109,"-1"0"0,0-1 0,0 1 0,-13 14 0,3-3 360,-7 9-276,14-19-241,0 0-1,-15 27 1,23-37-769,-1 1 0,1-1 0,0 0 0,-1 0 0,1 0-1,-1 0 1,0 0 0,0 0 0,-2 1 0,2-2 461,6-2-185,7-2-314,-1-1-179,-1 0-1,1-1 1,-1 0-1,0-1 1,0 0-1,11-9 1,20-14-918,51-33-2523,-2 1-3295,-33 28-512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20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79 7161,'-21'27'5505,"23"-26"-5336,-1 0-1,0 0 1,0 0 0,1 0 0,-1 0 0,1-1-1,-1 1 1,0-1 0,1 1 0,-1-1 0,1 1-1,-1-1 1,1 0 0,0 0 0,-1 0 0,1 0-1,-1 0 1,1 0 0,-1 0 0,1 0 0,-1-1-1,1 1 1,-1 0 0,1-1 0,-1 1 0,1-1-1,-1 0 1,2-1 0,0 0-44,-1 0 0,1 0-1,-1 0 1,1-1 0,-1 0 0,0 1 0,0-1 0,0 0 0,0 0-1,-1 0 1,1 0 0,-1 0 0,0 0 0,1 0 0,0-5 0,5-13 286,-7 18-345,0 0-1,0 0 0,-1 0 1,1 1-1,-1-1 0,0 0 1,0 0-1,0 1 0,0-1 1,0 1-1,-3-5 0,3 5 216,-16 7 72,14-3-333,0-1 0,1 0-1,-1 1 1,1 0 0,-1 0 0,1 0-1,-1 0 1,1 0 0,0 0 0,0 0-1,0 1 1,0-1 0,1 1 0,-1-1 0,1 1-1,-1 0 1,1 0 0,0-1 0,0 1-1,0 0 1,0 0 0,1 0 0,-1 0 0,1 6-1,-1-3-19,1 0 1,-1-1-1,1 1 0,1 0 0,-1 0 0,1 0 0,0 0 0,0-1 0,1 1 1,0 0-1,0-1 0,5 11 0,-2-9-58,0-1 0,0 0-1,1 0 1,0 0 0,0 0 0,0-1-1,1 0 1,-1-1 0,12 6 0,6 2-699,40 13 0,-49-20 442,-4-1 143,0-1 1,0 0-1,1-1 1,-1-1-1,1 1 0,0-2 1,-1 0-1,1 0 0,21-4 1,-27 3 255,1 0 1,0-1 0,0 0 0,-1-1 0,1 1 0,-1-1 0,0 0 0,0-1 0,0 1-1,0-1 1,0 0 0,-1-1 0,0 0 0,0 1 0,0-2 0,0 1 0,5-10-1,1-2 208,0 0 0,1 0 0,0 1-1,1 1 1,1 0 0,1 1-1,0 0 1,0 2 0,24-16-1,-37 27-264,0 0 0,0 1-1,0-1 1,0 1-1,0-1 1,1 1 0,-1 0-1,0 0 1,0 0 0,0 0-1,0 0 1,0 0 0,0 1-1,0-1 1,0 1-1,0-1 1,0 1 0,0 0-1,0 0 1,0 0 0,0 0-1,0 0 1,-1 0-1,1 0 1,0 1 0,-1-1-1,1 1 1,-1-1 0,0 1-1,3 2 1,-3-2-10,0 1 1,0-1-1,-1 0 1,1 0-1,0 1 1,-1-1-1,0 1 1,1-1-1,-1 0 1,0 1-1,0-1 1,0 1-1,-1-1 1,1 0-1,0 1 1,-1-1-1,0 1 1,1-1-1,-1 0 1,0 0-1,-2 4 1,-4 6 27,0 0 1,-14 18 0,14-20-6,-13 17-297,-1-2 1,-2 0-1,0-2 1,-47 37-1,-114 64-7680,134-92 4279,-11 7-4069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33.6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77 10085,'-20'-11'870,"16"9"-606,0 0-1,0 0 1,1 0-1,-1-1 1,0 1-1,1-1 1,0 0-1,-1 0 1,1 0-1,0 0 1,1-1-1,-1 1 1,-3-8-1,5 10 35,0 0 1,1 0-1,-1 0 1,0-1-1,0 1 1,1 0-1,-1 0 1,0 0-1,0 0 0,0 0 1,0 0-1,-1 1 1,1-1-1,0 0 1,0 0-1,0 1 0,-1-1 1,1 1-1,0-1 1,-1 1-1,1-1 1,-3 1-1,2 0-124,0 0 0,0 1 0,0-1 0,0 1 0,0-1 0,0 1 0,0 0 1,0 0-1,0 0 0,0 0 0,0 0 0,0 0 0,-2 2 0,-3 4 130,0-1 1,1 1 0,-1 1-1,1-1 1,-8 15-1,-15 33 609,1 1-1,4 1 0,2 2 1,-18 71-1,19-41-555,4 0 1,-11 160-1,27-180-1459,7 76-1,1-84-1992,22 91 0,-22-125 1748,-3-6-1618,2 0-1,13 33 1,6-13-6819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3:34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866 61 14957,'-262'253'2006,"235"-226"-1469,1 2 0,2 0 1,1 2-1,1 1 0,-34 66 1,45-77-280,-77 150 2396,-106 295-1,162-369-2238,5 0 0,3 2 0,5 0 0,-11 188 0,29-241-311,2 0 1,2 0 0,2 0 0,2 0 0,2-1 0,28 84 0,-26-101-69,2 0 0,0-1 0,2 0 0,1-1 0,1-1 0,1-1 0,1 0 1,1-1-1,1-1 0,1-1 0,36 25 0,-19-19-64,2-2 1,1-2-1,1-2 0,1-2 0,0-1 1,2-3-1,92 19 0,-54-20-300,0-4 0,1-4 0,143-7 0,-98-10-85,-2-7 0,0-4-1,-1-6 1,-2-6 0,175-72 0,-138 36 64,-3-7 1,-4-7-1,216-154 1,-243 142 129,187-181 0,-243 204 136,-3-4 0,-4-3 1,87-137-1,-124 171 68,-3-1 0,-2 0 0,-2-2 0,-2-1 0,-2 0 0,-2-1 0,10-68-1,-22 91 13,-1 0 0,-1-1 0,-1 1 0,-2-1-1,0 1 1,-10-40 0,6 46 2,-1 0 1,-1 0-1,-1 1 0,0 0 0,-2 1 1,0 0-1,-2 0 0,-24-30 1,8 19 22,-1 2 1,-1 1 0,-2 2-1,0 1 1,-2 1 0,-1 2-1,0 1 1,-1 2 0,-67-23-1,12 12 46,-1 3-1,-2 5 1,-102-12-1,75 19-16,-1 5 0,-1 5-1,1 6 1,-180 24 0,223-12-937,1 4-1,-148 52 1,169-46-840,2 3 1,0 2-1,2 2 0,-69 52 0,-11 29-7421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5:42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1 13749,'-3'1'2055,"0"1"-1662,0 0 0,-1 0 0,1 0 0,0 1 0,0 0 0,1-1 0,-1 1 0,1 0 0,-1 0 0,1 0 0,0 0 0,0 1 0,0-1 0,1 1 0,-1-1 0,1 1 0,0 0 0,0-1 0,-1 7 0,-3 15 919,-4 46 0,8-60-890,-57 491 4438,31-340-4191,-59 510-141,85-663-528,1 1 0,0-1 0,0 1 0,1 0 0,3 12 0,-3-21 0,-1 1 0,1 0 0,-1 0 0,1-1 0,0 1 0,0-1 0,-1 1 0,1-1 0,1 1 0,-1-1 0,0 1 0,0-1 0,0 0 0,1 1 0,-1-1 0,0 0 0,1 0 0,0 0 0,-1 0 0,1-1 0,-1 1 0,1 0 0,0-1 0,-1 1 0,1-1 0,0 1 0,0-1 0,0 0 0,-1 0 0,1 1 0,0-2 0,0 1 0,2 0 0,9-3 0,0 0 0,-1-1 0,1 0 0,19-10 0,-15 6 0,153-80 0,-132 65 0,1 1 0,1 2 0,1 3 0,60-19 0,-97 35 0,19-6 0,0 2 0,1 0 0,0 2 0,-1 0 0,1 2 0,0 0 0,31 4 0,-9 4 0,-12-1 0,68 2 0,-89-8 0,1-1 0,-1 0 0,1-1 0,-1 0 0,0-1 0,0-1 0,0 0 0,0-1 0,-1 0 0,0 0 0,0-2 0,0 0 0,-1 0 0,0-1 0,0 0 0,-1 0 0,0-2 0,-1 1 0,0-1 0,0 0 0,-1-1 0,0 0 0,-1 0 0,9-19 0,-4 2 2,0 0-1,-2-1 1,-1 0-1,-2-1 1,0 0 0,-2 0-1,-2-1 1,0 1 0,-2-1-1,-6-59 1,-9-10-100,-54-193-1,62 268 61,-7-32-4236,9 22-7654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5:42.8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18062,'0'0'2869,"1"4"86,6 12-1653,-1 1 1,-1-1 0,0 1 0,-1 0 0,2 19 0,3 96-140,-5-56-1262,17 353 99,21 227 0,-39-623 0,-3-23 0,1 0 0,-1-1 0,2 0 0,-1 1 0,1-1 0,1 0 0,0 0 0,4 9 0,-6-17 0,-1 0 0,1 0 0,0 0 0,0-1 0,0 1 0,0 0 0,0-1 0,0 1 0,0 0 0,0-1 0,0 1 0,0-1 0,0 0 0,0 1 0,0-1 0,0 0 0,0 0 0,0 0 0,1 0 0,-1 0 0,0 0 0,0 0 0,0 0 0,0 0 0,0 0 0,1-1 0,-1 1 0,0 0 0,1-1 0,30-17 0,88-77 0,-79 59 0,81-52 0,-111 82 0,0 1 0,0 0 0,1 1 0,-1 0 0,1 0 0,0 2 0,0-1 0,0 2 0,0-1 0,0 2 0,1 0 0,-1 0 0,0 1 0,0 0 0,0 1 0,0 1 0,20 6 0,-7 0 0,-1 1 0,0 1 0,-1 1 0,0 1 0,-1 1 0,0 1 0,24 22 0,53 53 0,-39-34 0,91 65 0,-141-114 0,2 0 0,-1-1 0,1 0 0,0-1 0,0-1 0,0 0 0,1 0 0,0-1 0,-1-1 0,1 0 0,0-1 0,0 0 0,0-1 0,0 0 0,0-1 0,0-1 0,18-4 0,-17 2 0,0 0 0,-1-1 0,1-1 0,-1 0 0,0 0 0,-1-2 0,0 1 0,0-2 0,0 1 0,-1-2 0,-1 1 0,0-2 0,0 1 0,-1-1 0,12-17 0,3-15 0,-2 0 0,22-61 0,-19 42 0,-3 11 0,-2-2 0,22-93 0,-41 142 0,0 0 0,-1 0 0,0 0 0,0 0 0,0 0 0,0 0 0,-1 0 0,1 0 0,-1 0 0,0 0 0,-2-4 0,2 6 0,1 1 0,-1 0 0,0 0 0,0-1 0,1 1 0,-1 0 0,0 0 0,0 0 0,0 0 0,0 0 0,0 0 0,0 0 0,-1 0 0,1 0 0,0 1 0,0-1 0,-1 0 0,1 1 0,0-1 0,-1 1 0,1 0 0,-1-1 0,1 1 0,0 0 0,-1 0 0,1 0 0,-1 0 0,1 0 0,-1 0 0,1 0 0,-3 1 0,-7 3 0,1 0 0,0 0 0,0 2 0,0-1 0,0 1 0,1 0 0,0 1 0,-15 15 0,-7 6-236,1 2 0,1 1-1,2 1 1,1 1 0,-27 46 0,46-65 15,1 0 0,1 0 1,-8 30-1,4-12-12,9-31 229,1 0-1,0 0 1,-1-1 0,1 1 0,0 0-1,0 0 1,-1 0 0,1-1-1,0 1 1,0-1 0,0 1-1,0 0 1,0-1 0,0 0 0,0 1-1,0-1 1,0 1 0,2-1-1,-2 0 0,6 2 31,1 0 0,0-1 0,-1 0-1,1-1 1,0 0 0,0 0-1,0-1 1,-1 1 0,1-2-1,0 1 1,12-5 0,13-1 131,27-1 95,0 3 1,0 2-1,83 7 1,179 37-206,-315-39-57,30 5-195,2-2 0,-1-1 0,44-2 0,-72-3 140,0 1 0,0-1 0,0-1 1,0 0-1,0 0 0,0-1 1,-1 0-1,1-1 0,-1 0 0,0-1 1,0 0-1,-1 0 0,1 0 1,-1-1-1,0-1 0,-1 1 0,9-11 1,-3 0 4,0 0 1,-2-2-1,0 1 1,-1-1 0,-1-1-1,-1 0 1,7-25-1,27-150 152,-19 74 147,-20 108-225,111-433 3205,-112 440-3218,1 0-1,-1 0 1,1 0-1,0 0 1,1 1-1,0-1 1,6-6-1,-10 11 0,1 0 0,0 0 0,0 0 0,-1 0 0,1 1 0,0-1 0,0 0 0,0 0 0,0 1 0,0-1 0,0 1 0,1-1 0,-1 1 0,0-1 0,0 1 0,0 0 0,0-1 0,1 1 0,-1 0 0,0 0 0,0 0 0,0 0 0,1 0 0,-1 0 0,0 0 0,0 1 0,0-1 0,1 0 0,-1 1 0,0-1 0,0 0 0,0 1 0,0 0 0,0-1 0,0 1 0,0 0 0,0-1 0,0 1 0,0 0 0,0 0 0,0 0 0,-1 0 0,1 0 0,0 0 0,0 1 0,5 7 0,-1 0 0,0 1 0,-1-1 0,0 1 0,0 0 0,-1 0 0,0 0 0,1 13 0,8 91 0,-10-80 0,0 24 9,-9 88 0,-1-1-215,4 18-4433,0-109-42,-1-3-3537,2-32-3839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5:42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1 333 15545,'23'-46'5009,"-6"31"-3225,20-12-372,0 12-460,16-3-440,21-3-828,10 0-244,13-6-624,10-7-796,161-41-6269,-107 42-1692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6:11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481 1371 12033,'0'0'8934,"-1"-2"-7413,0 0-1378,1 0-1,-1-1 1,1 1 0,0 0 0,-1 0-1,1 0 1,0-1 0,0 1-1,1 0 1,-1 0 0,0 0-1,1-1 1,-1 1 0,1 0 0,0 0-1,0 0 1,-1 0 0,1 0-1,1 0 1,-1 0 0,0 1-1,0-1 1,1 0 0,-1 0 0,1 1-1,0-1 1,-1 1 0,3-2-1,4-5 105,46-51 917,87-102 646,-116 129-1518,-2 0 1,-1-2 0,24-50 0,-15 11-91,-3 0 0,26-113 0,13-158 551,-46 173-363,-20 167-390,-1 1 0,1 0 0,-1-1 0,1 1 0,-1-1 0,0 1 0,0-1 0,0 1 0,-1 0 0,0-1 0,1 1 0,-2-4 0,2 7 0,-1 0 0,1-1 0,0 1 0,0 0 0,0-1 0,-1 1 0,1 0 0,0 0 0,-1-1 0,1 1 0,0 0 0,-1 0 0,1 0 0,0 0 0,-1-1 0,1 1 0,0 0 0,-1 0 0,1 0 0,0 0 0,-1 0 0,1 0 0,-1 0 0,1 0 0,0 0 0,-1 0 0,1 0 0,0 0 0,-1 0 0,1 0 0,0 0 0,-1 0 0,0 1 0,-19 17 0,6 0 0,2 1 0,0 1 0,1 0 0,-16 40 0,-26 99 0,34-94 0,-294 1142 0,249-912 0,13 3 0,-13 354 0,58-533 0,-1 3 0,14 180 0,-5-281 6,1 1-1,1-1 1,1 0-1,1 0 1,0 0 0,12 22-1,-15-37-11,0 0 0,0-1 0,1 1 0,0-1 0,0 0 0,0 0 0,1-1 0,-1 1 0,1-1 0,10 7 0,-11-9-18,1 0-1,-1 0 0,1 0 1,-1-1-1,1 0 0,0 1 1,0-2-1,-1 1 0,1 0 1,0-1-1,0 0 0,0 0 1,0-1-1,-1 1 0,1-1 1,6-2-1,2-1-324,0-1-1,-1-1 1,1 0 0,-1 0 0,-1-1-1,1-1 1,-1 0 0,0 0-1,-1-1 1,0-1 0,0 0 0,-1 0-1,12-17 1,-2-1-419,-1-1 0,-1 0 0,-2-1 0,17-43 0,-25 53 459,-1-1-1,0 1 1,-2-1 0,0 0 0,-1 0 0,-2-1 0,0 1-1,-1 0 1,-1-1 0,-1 1 0,-1 0 0,-9-34-1,4 28 249,-2 0-1,-1 0 0,-1 1 0,-1 1 1,-2 0-1,0 1 0,-2 1 0,-36-42 1,12 26 498,-2 2 1,-1 2-1,-81-50 1,-43-33 975,142 98-1166,-2-1 34,1-2 0,0 0-1,2-2 1,-30-38-1,49 56-245,1 0 0,1-1 0,-1 1 0,1-1 0,1 0 0,-1 0 0,1-1 0,1 1 0,-1-1 0,2 1 0,-1-1 0,1 0 0,0 1-1,1-1 1,0 0 0,0 0 0,1 1 0,0-1 0,1 0 0,0 1 0,0-1 0,7-15 0,-2 9-68,2 0 1,0 0-1,0 1 1,1 0-1,1 0 1,0 1 0,1 1-1,23-19 1,0 4-253,1 2 0,49-27-1,231-89-2940,-231 107 1955,197-68-6663,-142 62-136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6:11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0 285 10621,'25'-7'2296,"43"-18"1,63-41-77,-82 40-1681,-42 23-402,0-1 1,0 1-1,-1-1 1,0 0-1,1 0 0,-2-1 1,1 0-1,0 0 1,-1-1-1,0 1 1,0-1-1,-1 0 0,0 0 1,0-1-1,0 1 1,-1-1-1,0 0 0,0 0 1,2-8-1,-5 14-98,0 0-1,0 0 0,-1-1 1,1 1-1,0 0 1,-1 0-1,1 0 0,-1 0 1,1 0-1,-1 0 1,1 0-1,-1 0 0,0 0 1,1 0-1,-1 0 1,0 0-1,-1-1 0,0 0 70,0 0-50,0 0 1,1 0-1,-1 0 1,0 0-1,0 1 1,0-1-1,-1 1 1,1-1-1,0 1 1,0 0-1,-1 0 0,1 0 1,-1 0-1,1 1 1,-1-1-1,1 1 1,-1-1-1,1 1 1,-1 0-1,0 0 0,1 0 1,-1 0-1,1 0 1,-1 1-1,1-1 1,-1 1-1,-2 1 1,-4 0 33,0 1 1,0 0 0,1 1 0,-1 0 0,-14 10 0,12-6-23,2 1 0,-1 0 0,1 1 0,0 0 0,1 0 0,0 1 0,1 0 0,0 1 1,1-1-1,0 1 0,-7 22 0,11-28-60,1-1 0,-1 1 0,1-1 0,0 1 0,0 0 0,1 0 0,-1-1 0,1 1 0,1 0 0,-1 0 0,1-1 0,0 1 0,0 0 0,0-1 0,1 1 0,0-1 0,0 1 0,1-1-1,-1 0 1,1 0 0,0 0 0,1 0 0,-1-1 0,1 1 0,0-1 0,0 0 0,0 0 0,0 0 0,7 4 0,8 3-59,1-1 0,0-1-1,0 0 1,1-2 0,0 0-1,0-1 1,1-1 0,0-1-1,35 1 1,-10-3-101,0-2 0,0-2 0,69-13 0,-88 10 93,1-2-1,-1-1 1,36-16 0,-47 17 35,-1-1 1,1-1 0,-2-1 0,1 0-1,-1-1 1,16-15 0,-29 25 20,-1-1-1,0 1 1,1 0 0,-1-1 0,0 1-1,0 0 1,0-1 0,0 0-1,0 1 1,0-1 0,-1 0 0,1 1-1,0-1 1,-1 0 0,1 1 0,-1-1-1,0 0 1,0 0 0,1 0 0,-1 0-1,0 1 1,-1-1 0,1 0 0,0 0-1,0 0 1,-1 1 0,1-1 0,-1 0-1,0 0 1,1 1 0,-1-1 0,0 0-1,0 1 1,-2-3 0,0 0 7,0 1 1,-1-1-1,1 1 1,-1 0-1,0 0 1,0 0-1,0 1 1,0-1-1,0 1 1,-1 0-1,-4-2 1,-7 1-74,-1 0 0,1 1 0,-1 1 0,0 0 1,1 1-1,-1 1 0,0 1 0,1 0 0,-1 1 0,1 1 1,-19 7-1,23-7-338,0 1 0,0 0 0,0 1-1,-19 13 1,27-16 0,-1 0 1,1 1-1,-1-1 0,1 1 0,0 1 0,1-1 0,-1 0 0,1 1 0,-1 0 0,2-1 0,-1 1 0,-3 8 0,6-11 292,0 0 0,1-1-1,-1 1 1,1-1 0,-1 1-1,1 0 1,0-1 0,-1 1-1,1-1 1,0 0 0,0 1-1,0-1 1,0 0 0,0 1-1,1-1 1,-1 0 0,0 0-1,0 0 1,1 0 0,-1 0-1,1 0 1,1 0-1,8 1 2,-1 0-1,1-2 1,-1 1-1,1-1 1,14-2-1,-12 1 74,88-7 345,55-1 1709,-83 11-1040,1 4 0,84 16 1,-28 5-9249,-103-21 2279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6:12.5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0 11821,'-19'23'6761,"17"-21"-6496,-1 1 0,1 0 0,-1 0 0,1 0 0,0 0 1,0 0-1,1 0 0,-1 0 0,0 0 0,1 1 0,0-1 0,0 1 1,0-1-1,0 1 0,1 0 0,-1-1 0,1 1 0,0 4 0,1 10-73,2 0 0,0 0 0,0 0 0,10 25 0,6 34-1180,26 137-9751,-44-203 9755,0-1-1,-1 1 1,-1 13 0,2 13 561,-1-34 724,8 9 384,-8-11-626,1 0 0,-1 0 0,1 0 0,-1 0 1,1 1-1,-1-2 0,1 1 0,0 0 0,-1 0 0,1 0 0,0 0 1,0 0-1,0 0 0,0-1 0,1 2 0,54-63 1674,-38 39-1187,36-32 0,-13 19 205,18-16 1079,95-62 1,-123 90-1350,15-8-564,-45 11-40,-1 17 213,1 1 0,0-1 0,0 1 1,-1 0-1,2-1 0,-1 1 0,0 0 1,0 0-1,1-1 0,-1 1 0,1 0 1,-1 0-1,1 1 0,0-1 0,3-2 1,-3 2-127,2-2 1439,12 29 241,-8 38 377,6-4-895,-11-40-881,2 1 1,0-1-1,16 36 1,-14-38-209,2-1-1,0 0 1,0 0 0,2-1 0,0-1-1,1 1 1,0-2 0,1 1 0,0-2-1,1 0 1,0-1 0,1 0 0,30 16-1,-15-20-365,-23-6 259,3 0-40,0 0 0,0 0 0,0-1 0,0-1 0,0 1 0,0-1 0,0-1-1,0 0 1,18-7 0,-18 4 63,0-1-1,0-1 0,-1 1 0,1-2 1,-2 1-1,1-1 0,-1-1 1,0 1-1,-1-1 0,10-15 1,4-11 46,27-62 0,-26 48 320,-18 43 112,-2 0 1,1 0-1,-1 0 0,0-1 1,0 1-1,-1-1 1,2-12-1,9 52 512,-8 47-733,-4-52-845,4 34 0,5 41-3168,-10-32-2321,4-28-12,3 7-3478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6:12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43 13733,'24'14'2539,"0"1"0,24 19-1,-39-26-2155,0 0-1,0 1 1,-1 0 0,7 11-1,-2-3-191,-1 1 0,-1 0 0,-1 0 0,0 1 0,-2 1 0,0 0 0,-1 0 0,-1 0 0,-1 1 0,-1 0 0,0 0 0,-2 0 0,0 24 0,-1-1-84,1-34 124,-1 0-1,-1 0 1,0 0 0,0 0-1,-1 1 1,-1-1 0,1 0 0,-2-1-1,1 1 1,-1 0 0,-5 9-1,7-17 322,14-16 317,220-217-912,-21 18-6537,-168 172 4695,-11 8-2852,46-33 0,-26 31-4529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6:13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0 166 5056,'3'23'1291,"-2"-19"-95,0-1-18,-1-1-1018,1-1-1,-1 1 0,1-1 0,-1 0 0,1 1 0,-1-1 0,1 0 0,0 0 1,0 1-1,0-1 0,0 0 0,0 0 0,0 0 0,0 0 0,0 0 0,0 0 0,0 0 1,0 0-1,1-1 0,-1 1 0,0 0 0,1-1 0,-1 1 0,1-1 0,1 1 1,0-1 23,0-1 1,0 1 0,0-1 0,0 0 0,0 1 0,0-2 0,0 1 0,0 0 0,0 0 0,-1-1 0,1 1 0,0-1 0,2-3 0,-2 3 8,0 0 1,0-1-1,0 0 0,0 1 0,0-1 0,-1 0 1,1 0-1,-1-1 0,0 1 0,0 0 0,0-1 1,-1 1-1,1-1 0,-1 0 0,0 0 1,0 1-1,0-1 0,0 0 0,0-8 0,-2-1 352,0 1 0,0-1 0,-1 0 0,-7-20 0,3 6 167,4 25-589,0-1 0,-1 1 1,1 0-1,-1 0 0,1 1 1,-1-1-1,1 0 0,-1 1 1,-4-2-1,6 3-85,0 0 1,-1 0-1,1 0 0,0 0 1,0 0-1,-1 0 0,1 0 0,0 1 1,0-1-1,-1 0 0,1 1 1,0-1-1,0 1 0,0-1 0,0 1 1,0 0-1,0-1 0,0 1 1,0 0-1,0 0 0,-2 1 0,1 1 25,1 0-1,-1 0 0,1-1 1,-1 1-1,1 0 0,0 0 0,0 0 1,-1 5-1,0 4 103,0 0 0,1 0 0,1 23 0,1-19-130,2-1 0,-1 0-1,2 0 1,0 0 0,1-1 0,0 1-1,1-1 1,1 0 0,0-1-1,1 1 1,0-2 0,1 1-1,0-1 1,1 0 0,1-1 0,0 0-1,0-1 1,1 0 0,0-1-1,1 0 1,0-1 0,0-1-1,20 9 1,-20-11-26,0 0 0,0-1 1,0-1-1,1 0 0,0-1 0,-1 0 0,1-1 0,24-2 1,-32 1 43,-1-1 0,1 0 0,0-1 0,-1 1 1,1-1-1,-1 0 0,1-1 0,-1 1 0,0-1 1,0 0-1,0 0 0,0-1 0,-1 1 0,1-1 1,-1 0-1,0 0 0,0-1 0,0 1 0,-1-1 0,1 0 1,-1 0-1,-1 0 0,4-7 0,10-31 383,12-24 118,-26 62-518,0 1 0,1 0 0,0 0 0,0 0 0,0 0 0,0 0 0,0 0 1,1 1-1,0 0 0,0 0 0,6-4 0,-9 6-28,1 1 0,-1 0 0,0-1 0,1 1 0,-1 0 0,1 0 0,-1 0 0,1 0 0,-1 0 0,1 0 0,-1 0 0,0 0 0,1 0 0,-1 1 0,1-1 0,-1 1 0,0-1 0,3 2 0,0 0 13,-1-1-8,0 0 0,0 0 0,0 1 0,-1-1 0,1 1 0,0 0 0,-1 0 0,1 0-1,-1 0 1,0 0 0,0 0 0,0 1 0,0-1 0,0 1 0,3 4 0,-3-2 17,0 1 1,1-1 0,-2 1 0,1 0-1,-1 0 1,0 0 0,1 11-1,-2-3 24,0 0-1,-1 0 0,0 0 0,-2-1 0,1 1 1,-9 22-1,1-11-73,0 0 0,-2-1 0,-1-1 0,-1 0 1,-1-1-1,-19 23 0,20-29-393,0-1-1,-1 0 1,-1-1 0,0-1 0,-1-1 0,0 0-1,-1-1 1,-26 12 0,-33 7-1922,-30 13-1675,19 2-2518,-2-1-4188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6:17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1077 101 5985,'0'0'4039,"-3"-1"-2822,-85-45 4338,86 45-5121,-51-11 1115,38 9-1200,1 0-1,-20-8 0,-12-3 445,29 11-606,-1 0 0,1 1 1,-1 1-1,0 1 1,1 0-1,-1 1 0,0 1 1,1 1-1,0 1 1,-1 0-1,1 1 1,1 0-1,-32 16 0,15-3 184,1 0 0,1 3 0,1 0 0,1 2 0,-44 43 0,39-33 38,2 1-1,1 2 0,-45 65 0,54-69-237,2 1-1,0 0 0,2 1 1,2 1-1,1 1 1,-14 54-1,26-79-139,2 0 1,-1 0-1,1 0 0,1 0 0,0 0 1,1 0-1,0 0 0,0 0 1,1 0-1,1 0 0,5 16 0,-6-22-22,1 0 0,-1 0 0,1 0 0,0 0 0,0-1 0,0 1-1,0-1 1,1 0 0,0 0 0,0 0 0,0 0 0,0-1-1,1 1 1,-1-1 0,1 0 0,0-1 0,0 1 0,0-1-1,0 0 1,0 0 0,1-1 0,-1 1 0,1-1 0,-1 0-1,8 0 1,13-1-10,0-1-1,0-1 1,0-1 0,0-2-1,0 0 1,-1-2-1,0-1 1,-1 0 0,0-2-1,24-14 1,-13 5-81,-1-1 1,-2-2-1,0-2 1,-1 0-1,-1-3 1,26-30-1,-41 39 78,0 0 0,-2-1 0,0-1-1,-2 0 1,0 0 0,-1-1 0,-1-1-1,-1 0 1,-1 0 0,-1 0 0,-1-1-1,-1 0 1,2-27 0,1-8 702,-3 49 67,0 36-72,-3 5-9,-8 60 0,1-15-123,5-46-385,0 151 110,2-157-298,2 0 0,0-1 1,2 1-1,1-1 0,12 31 0,-10-34-414,1 0 0,1-1 0,23 33 0,-27-44 68,2 0 0,-1-1-1,1 0 1,0 0 0,1-1-1,-1 0 1,2 0 0,-1-1-1,18 9 1,-7-7-543,-1-1-1,1 0 0,0-2 1,0 0-1,1-1 1,-1-1-1,1-1 0,0-1 1,38-2-1,-27-2-2660,41-10-1,-1-2-4753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6:19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131 103 2688,'12'12'736,"-24"-14"-47,1-1-298,9 2 636,-22 1-520,-36-3 218,57 3-731,2 0-85,1-1 86,0 1 0,-1-1 0,1 1 1,0-1-1,-1 1 0,1 0 0,-1-1 1,1 1-1,0-1 0,-1 1 0,1 0 0,-1-1 1,1 1-1,-1 0 0,0 0 0,1 0 1,-1-1-1,1 1 0,-1 0 0,1 0 0,-1 0 1,0 0-1,0 0-1,0 0 0,0-1 0,0 1 0,0 0 0,1 0 0,-1-1 1,0 1-1,0 0 0,1-1 0,-1 1 0,0-1 0,0 1 0,1-1 0,-1 1 0,0-1 0,1 0 1,-1 1-1,1-1 0,-1 0 0,0 0 0,1-2 23,-1 0-1,1-1 1,0 1-1,0 0 1,0 0 0,0 0-1,0-1 1,1 1 0,-1 0-1,1 0 1,0 0-1,0 0 1,0 0 0,1 0-1,-1 0 1,1 0 0,2-2-1,-3 2-16,-2 1-1915,-5-11 747,-4 1 504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6:20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38 3276,'45'-3'813,"-36"3"1551,-30 0-1577,-2 3 2063,25-6-2652,1-4-285,-3 5 139,0 1-1,1-1 0,0 1 0,-1-1 0,1 1 1,0 0-1,-1-1 0,1 1 0,0 0 1,0-1-1,0 1 0,1 0 0,-1 0 0,0 0 1,0 0-1,0 0 0,1 0 0,-1 0 1,1 0-1,1 0 0,-1 0-14,0 1 0,0 0 0,0 0 1,0 0-1,-1 0 0,1 0 0,0 0 0,0 0 0,0 0 1,0 1-1,0-1 0,-1 1 0,1 0 0,0-1 0,0 1 0,-1 0 1,1 0-1,0 0 0,-1 0 0,1 0 0,-1 0 0,1 1 0,-1-1 1,0 0-1,0 1 0,1-1 0,-1 1 0,0-1 0,0 1 1,-1 0-1,1 0 0,1 2 0,2 4 77,0 1 1,-1 0-1,0 0 0,0 0 0,2 15 1,14 203 1319,-18-209-1356,0-1 0,1 0 0,1 0 0,7 23 0,-6-26-67,-2-1 0,1 1 0,-2 0 0,0 0 0,-1 24 0,0-18-16,-1-13 8,-1 0-1,0 0 1,0-1 0,0 1-1,0-1 1,-1 0 0,0 1-1,-1-1 1,1-1 0,-1 1-1,-1 0 1,1-1 0,-1 0-1,1 0 1,-8 5 0,-45 24-1,24-22 96,30-11-2,-30-6-57,29 4 11,2-4-50,0 0 5,-1 0-1,1 0 1,-1 0 0,-1 0-1,1 0 1,-8-7-1,9 10-5,1 0 493,-14-22-833,15 23 189,-2-1 53,1 1 0,0-1 0,0 0 0,0 1 0,0-1 0,1 0 0,-1 1 0,0-1 0,1 0 0,-1 0-1,1 0 1,0 0 0,0 0 0,0 1 0,0-5 0,6-16-1070,-4 16 449,2-25-3652,-20 10 2228,5 10 437,4-1 956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6:20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153 424 3980,'1'0'54,"-1"0"1,1 0-1,-1 0 0,0 0 0,1 0 0,-1 0 0,1 0 0,-1 0 0,1 0 1,-1 0-1,0 0 0,1-1 0,-1 1 0,0 0 0,1 0 0,-1 0 0,0-1 0,1 1 1,-1 0-1,0-1 0,1 1 0,-1 0 0,0-1 0,0 1 0,1 0 0,-1-1 1,0 1-1,0 0 0,0-1 0,1 1 0,-1-1 0,-12-5 1825,2 2-1703,8 3 368,-2-2-185,0-1 1,0 1 0,0 0-1,-1 0 1,1 1 0,-5-3-1,6 4-219,-35-19 1064,36 19-1052,-1 0-80,-40-11 180,26 8 165,26 9 878,-2-4-1253,-1 0 0,1 0 1,0-1-1,0 0 0,0 0 0,0-1 0,-1 0 1,1 0-1,0 0 0,12-5 0,15-2 77,534-100 546,-173 29-552,-332 68-86,43-7 40,132-41 1,-201 46-194,-36 11 60,1 1 0,-1 0 1,1-1-1,-1 1 1,0-1-1,0 0 0,0 1 1,0-1-1,0 0 0,0 1 1,0-1-1,0 0 0,-1 0 1,1-2-1,-13 0-523,0 0 0,0 1 0,0 1 0,-1 0 0,0 0 0,1 1 0,-1 1 0,-15 1 0,4-1-1577,-15 0-2155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01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45 14629,'0'0'2002,"-2"-2"-188,1 1-1633,0 1 1,0-1-1,-1 0 0,1 0 0,0 1 1,0-1-1,0 0 0,-1 1 0,1 0 1,0-1-1,-1 1 0,1 0 0,-1-1 0,1 1 1,-2 0-1,2 1-54,-1-1 1,1 1-1,-1 0 1,1 0-1,0 0 1,-1-1-1,1 1 1,0 1-1,0-1 1,0 0-1,0 0 1,0 0-1,0 1 1,0-1-1,-2 3 1,-9 18 464,0 0 1,1 0-1,2 1 0,0 1 1,1 0-1,2 0 0,0 0 1,2 1-1,-3 34 0,4 4 99,3 0 0,12 99 1,-1-82-282,5 46 305,-16-120-677,0-1-13,0-1 0,1 1-1,-1-1 1,1 0 0,0 1-1,0-1 1,1 0-1,2 7 1,-4-10-25,1 0 0,-1 0 0,1 0 0,-1 0 0,1 0 0,-1 0 0,1-1 0,-1 1 0,1 0 0,0 0 0,0 0 0,-1-1 0,1 1 0,0 0 0,0-1 0,0 1 0,1 0 0,5-1 0,-1-1 0,1 0 0,0 0 0,0 0 0,-1-1 0,1 0 0,-1 0 0,0-1 0,13-6 0,-15 7 0,25-15 0,0-1 0,-2-1 0,0-1 0,-1-2 0,28-29 0,-19 17 0,169-164 0,-89 82 0,157-121 0,-244 215 0,1 2 0,1 1 0,53-25 0,-72 39 0,0 1 0,0 1 0,0 0 0,1 0 0,-1 1 0,17-1 0,-21 3 0,1 1 0,-1-1 0,0 1 0,0 0 0,0 0 0,0 1 0,0 0 0,-1 1 0,1-1 0,0 1 0,9 6 0,-5-1 0,0 0 0,-1 1 0,0 0 0,0 1 0,0 0 0,-2 1 0,1 0 0,-1 0 0,-1 1 0,12 24 0,-3 1 0,-2 0 0,14 58 0,9 79 0,-14 53 0,0 70-197,-10-137-918,3 71-4828,-5-37-4895,1-109-852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02.6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1565 13377,'1'-3'193,"1"1"0,-1 0 1,0 0-1,1 0 0,0 0 0,-1 0 0,1 0 0,0 0 0,0 1 0,0-1 1,0 0-1,0 1 0,0 0 0,0-1 0,1 1 0,-1 0 0,0 0 0,1 1 0,-1-1 1,1 0-1,3 0 0,25-11 1463,96-50 918,33-19-1350,-139 68-976,-1 0 0,-1 0 0,-1-2 0,0-1 0,23-24 0,-38 36-122,0 0 0,0 0 0,0-1 0,-1 1-1,1-1 1,-1 1 0,0-1 0,-1 0 0,1 0 0,-1 0 0,2-9-1,-3 12-66,0-1-1,0 1 0,0 0 1,0-1-1,0 1 1,-1 0-1,1 0 0,-1-1 1,1 1-1,-1 0 0,0 0 1,0 0-1,0-1 1,0 1-1,0 0 0,0 1 1,-1-1-1,1 0 0,-1 0 1,1 0-1,-1 1 1,0-1-1,1 1 0,-1-1 1,0 1-1,0 0 0,0 0 1,-3-1-1,0 0 47,-1 1 0,0 1 0,0-1 0,1 1 0,-1 0 0,0 0 1,1 1-1,-1 0 0,0 0 0,-6 2 0,2 0 65,0 0 0,0 1 0,1 0 0,-1 1 0,1 0 0,0 1 0,-9 7 1,-52 48 590,56-47-657,0 1 0,1 1 0,0 0 0,1 0 0,1 2 0,1-1 0,0 1 0,2 1 0,0 0 0,-7 26 0,12-35-88,1 1-1,0-1 1,0 1 0,1 0-1,1-1 1,0 1-1,0 0 1,1-1 0,1 1-1,-1 0 1,2-1-1,0 1 1,0-1 0,0 0-1,2 0 1,-1 0-1,1-1 1,0 0 0,1 1-1,0-2 1,8 10-1,0-5-94,-1 0 0,2-1 0,0 0 0,0-1 0,1-1 0,0 0 0,1-2-1,0 1 1,1-2 0,-1-1 0,31 8 0,-9-6-242,0-1-1,1-2 1,-1-1-1,61-3 1,-40-4-197,0-3 0,-1-3 0,0-2-1,-1-2 1,0-3 0,78-33 0,-92 29 267,0-1 0,-2-3 0,-1-1 0,-1-2 0,-1-1 0,-1-3 0,-2-1 0,45-50 0,-53 50 269,-2-2 0,-2 0 1,0-2-1,34-73 1,-58 109-10,0 0 0,0 0 0,0-1 0,1 1 0,-1 0 0,0 0 0,0 0 0,0 0 0,0 0 0,0 0 0,1 0 0,-1-1 0,0 1 0,0 0 0,0 0 0,0 0 0,0 0 0,0-1 0,0 1 0,1 0 0,-1 0 0,0 0 1,0-1-1,0 1 0,0 0 0,0 0 0,0 0 0,0-1 0,0 1 0,0 0 0,0 0 0,0 0 0,0-1 0,0 1 0,0 0 0,-1 0 0,1 0 0,0-1 0,0 1 0,0 0 0,0 0 0,0 0 0,0 0 0,0-1 0,0 1 1,-1 0-1,1 0 0,0 0 0,0 0 0,0 0 0,0-1 0,-1 1 0,1 0 0,0 0 0,0 0 0,0 0 0,0 0 0,-1 0 0,1 0 0,0 0 0,0 0 0,0 0 0,-1 0 0,-3-1 88,-1 1 0,1-1 1,0 1-1,-1 0 0,1 0 0,-1 1 0,1-1 0,0 1 0,0 0 0,-1 0 0,1 1 0,0-1 0,0 1 0,-4 2 1,0 1 45,0 1 1,0-1 0,0 1 0,1 1 0,0-1 0,-7 9-1,-6 11 282,0 1-1,-28 54 0,33-56-268,2 2 0,1-1 0,1 2 0,2 0-1,0 0 1,-6 37 0,13-51-120,1-1 0,0 1 0,1 0 0,0-1 0,1 1 0,1 0 0,0-1 0,1 1 0,0-1 0,1 0 0,0 0 0,2 0 0,-1-1 0,1 0 0,14 21 0,-12-23-14,0 0 0,0 0-1,1-1 1,1 0-1,-1 0 1,1-1-1,1-1 1,0 0 0,18 10-1,-12-10-34,0 0-1,1-1 0,0-1 1,0 0-1,0-1 1,20 1-1,1-3-108,-1-2 0,1-1-1,-1-2 1,1-2 0,69-18 0,-59 9-108,0-3 0,-2-2 0,0-1 1,-1-3-1,-1-2 0,-2-2 0,75-59 1,-67 42-67,-3-1 1,-1-3 0,-3-2 0,-1-1-1,55-90 1,-92 130 258,1 0 1,-2-1-1,1 0 0,-2-1 1,6-18-1,-10 29 39,1 0-1,-1 0 1,0 0-1,0 1 1,1-1-1,-1 0 1,0 0-1,-1 0 1,1 0-1,0 0 1,0 0 0,-1 0-1,-1-3 1,2 4 10,-1 0 0,1 1 0,-1-1 1,1 0-1,-1 0 0,0 1 1,1-1-1,-1 0 0,0 1 0,0-1 1,0 1-1,1-1 0,-1 1 0,0-1 1,0 1-1,0 0 0,0-1 0,0 1 1,-2 0-1,-1-1 28,0 1 0,-1 1 0,1-1 0,0 0 0,-1 1 0,1 0 0,0 0 0,0 1 0,0-1 0,-5 3 0,-17 8 92,2 2 0,0 1 0,0 0 0,1 2 0,-38 37 0,-93 113 364,146-158-480,-41 54 105,3 1 1,-37 72-1,78-127-106,3-7-12,-23 47 63,24-46-69,-1 0 1,1 0-1,0 1 0,1-1 0,-1 0 1,1 1-1,-1-1 0,1 1 0,0-1 0,0 1 1,0-1-1,1 0 0,1 6 0,-2-8-17,0 0 0,1 0 0,-1 0-1,1 0 1,-1-1 0,1 1 0,0 0 0,-1 0 0,1 0-1,0-1 1,-1 1 0,1 0 0,0-1 0,0 1-1,0-1 1,0 1 0,-1-1 0,1 1 0,0-1-1,0 0 1,0 1 0,0-1 0,0 0 0,0 0-1,0 0 1,0 0 0,0 0 0,0 0 0,0 0 0,0 0-1,0 0 1,0 0 0,0 0 0,0-1 0,2 0-1,2 0-95,0-1 0,0 0-1,0-1 1,0 1 0,-1-1-1,9-6 1,15-15-156,-1-1-1,-1-1 1,-1-2 0,-1 0 0,-2-2 0,27-45-1,96-209-302,-122 235 506,211-530-186,-220 535 304,128-425 2679,-134 437-2373,0-4 363,2 1 1,1 1 0,28-61 0,-38 134 855,-40 359-187,3 243-2982,32-544 159,-27 186-6502,16-174 1235,4 9-5408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6:59.6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61 466 3840,'16'4'531,"1"-1"0,0 0-1,0-1 1,-1-1-1,1-1 1,33-3 0,-22-1-26,-1-1 0,1-1 1,37-13-1,-60 16-263,1 1 0,-1-1-1,0 0 1,1 0 0,-1-1-1,-1 1 1,1-1 0,0 0-1,-1 0 1,0-1 0,0 1-1,0-1 1,-1 0 0,1 0-1,-1-1 1,0 1 0,-1 0-1,4-10 1,-5 12 143,-2 0-83,1-4-207,-2 0 0,1 0 0,-1 1 0,1-1-1,-2 1 1,1-1 0,-1 1 0,0 0 0,0 0-1,-6-8 1,7 11-54,0 0 0,0 0-1,1 0 1,0 0 0,-1 0-1,1-1 1,1 1 0,-1-1 0,0 1-1,1 0 1,-1-7 0,1 8 342,0-3 160,-3-13 108,3 9-101,-1-1 0,0 1 0,-1-1 0,0 1 0,0 0 0,-1 0 0,0 0-1,-1 0 1,0 0 0,-1 1 0,1 0 0,-8-10 0,7 11 291,0 0-1,0 0 1,1 0 0,-6-15 0,-1-1 1095,-7 45-422,-50 112-1514,18-55 0,-18 34 0,47-72 0,2 0 0,1 1 0,2 1 0,-12 57 0,25-87 0,2 1 0,-1 0 0,2-1 0,0 1 0,0 0 0,2-1 0,5 28 0,-4-31 0,0 0 0,1 0 0,0 0 0,1-1 0,0 1 0,1-1 0,0 0 0,0-1 0,1 1 0,0-1 0,13 11 0,-9-9 0,2-1 0,-1 0 0,1 0 0,1-1 0,-1-1 0,1 0 0,1-1 0,-1 0 0,30 6 0,-22-8 0,1-1 0,-1-1 0,1-1 0,-1 0 0,1-2 0,28-5 0,-6-3 0,0-1 0,-1-3 0,0-2 0,-2-1 0,1-3 0,47-28 0,64-47 0,22-25 0,-126 81 0,-22 15 0,47-26 0,-75 48 0,1 1 0,0-1 0,0 1 0,-1-1 0,1 1 0,0 0 0,0-1 0,0 1 0,-1 0 0,1 0 0,0-1 0,0 1 0,0 0 0,0 0 0,0 0 0,-1 0 0,2 0 0,0 1 0,-1 0 0,0 0 0,0 0 0,0 0 0,0 0 0,0 0 0,0 0 0,0 0 0,0 0 0,-1 1 0,1-1 0,0 0 0,-1 0 0,1 1 0,-1-1 0,1 1 0,0 1 0,3 28 0,-5-16 0,-1 0 0,-1 0 0,0-1 0,-6 17 0,0 0 0,-15 56 0,-8 13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00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0 779 31447,'85'-186'272,"-83"181"-248,0 0-1,1 0 1,-1 0 0,1 0-1,0 0 1,0 0 0,7-7-1,-10 12-18,1 1 1,-1-1-1,1 1 0,-1-1 0,1 1 1,-1-1-1,1 1 0,-1 0 0,1-1 1,-1 1-1,0 0 0,1-1 0,-1 1 0,0 0 1,0-1-1,0 1 0,1 0 0,-1 0 1,0-1-1,0 1 0,0 0 0,0 0 1,0-1-1,0 1 0,-1 0 0,1 1 0,2 15 74,4 17 66,-3 0-1,0 1 1,-3 39 0,-14 111-77,9-136-76,-15 97 8,11-87 0,1 1 0,2 74 0,6-129 0,0 7 0,-1 0 0,2 0 0,0-1 0,0 1 0,1 0 0,1-1 0,0 1 0,0-1 0,1 0 0,1 0 0,10 18 0,-15-27 0,1-1 0,0 0 0,-1 0 0,1-1 0,0 1 0,0 0 0,-1 0 0,1 0 0,0 0 0,0-1 0,0 1 0,0 0 0,0-1 0,0 1 0,2 0 0,0-1-1,0 0 1,0 0-1,0 0 1,0 0-1,0-1 0,0 1 1,-1-1-1,1 0 1,0 0-1,0 0 0,0 0 1,-1 0-1,1-1 1,2-1-1,0 0-33,1 0 0,-1-1-1,-1 0 1,1 0 0,-1 0 0,6-7-1,-4 2-63,0-1 0,-1 0 0,-1 0 0,0 0 0,0 0 0,0 0 0,2-19 0,4-8-154,43-190-1108,-18 63 420,5-20 74,28-346-1,-65 496 898,-2-1-1,-1 1 0,-7-51 1,6 84-34,0 0 0,0 0 0,0 0 0,0 0 0,0 0 0,-1 0 0,1 1 0,0-1 0,-1 0 0,1 1 0,0-1 0,-1 1 0,1-1 0,-1 1 0,1-1 0,-1 1 0,1 0 0,-3 0 1,-2 2-9,0 1 0,0 0 0,1 0 0,-1 1 0,1 0 1,0 0-1,0 0 0,0 0 0,0 1 0,-5 7 0,-4 2-27,12-12 32,1 0 0,-1 0 1,1 0-1,-1 0 1,1 0-1,0 1 1,0-1-1,-2 5 1,0 1-6,3-6 3,1-1 1,-1 0-1,1 0 0,-1 0 1,1 0-1,0 0 0,-1 0 1,1 0-1,0 0 1,0 0-1,0 0 0,0 0 1,0-1-1,0 1 1,0 0-1,1 0 0,-1-1-1,2 3-19,1 0-1,0 0 0,0-1 1,1 0-1,-1 0 0,0 0 1,1 0-1,-1-1 0,1 1 1,0-1-1,-1 0 1,1-1-1,0 1 0,0-1 1,-1 0-1,9-1 0,-5 0-6,0-1-1,-1 0 1,1 0-1,-1-1 1,1 1-1,-1-2 1,0 1-1,12-9 0,-18 11 29,0 0-1,0 0 0,1-1 0,-1 1 1,0 0-1,0-1 0,0 1 0,0-1 0,-1 0 1,1 1-1,0-1 0,-1 0 0,1 1 1,-1-1-1,1 0 0,-1 0 0,0 1 0,0-1 1,0 0-1,0 0 0,0 0 0,0-1 0,-8-32-97,8 35 109,-1-3-6,-1 0-1,1 0 1,-1 0 0,0 1 0,0-1 0,0 0-1,0 1 1,0 0 0,-4-3 0,-6-9-78,10 12 51,1 1 0,-1-1 0,1 0 0,-1 0 0,0 1 0,1-1 0,-1 1 0,0-1 0,0 1 0,0 0 0,0 0 0,-1 0 0,1 0 0,0 0 0,0 0 0,-1 1 0,-2-1 0,2 0-218,-1-3-105,-1-1 270,-1 1-1,1 0 1,-1 0 0,1 0 0,-1 1-1,0 0 1,0 0 0,-1 1 0,1 0 0,-1 0-1,1 0 1,-1 1 0,1 0 0,-1 0 0,0 1-1,0-1 1,1 1 0,-11 2 0,4 0 48,-1 1 0,1 0 1,0 1-1,0 1 0,0 0 0,1 1 1,-14 8-1,-78 55-2365,96-63 1880,4-4-557,-16 12 389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00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36 12213,'-33'-31'3086,"33"31"-3005,0 0 1,-1-1-1,1 1 1,0 0-1,0 0 1,0-1-1,0 1 0,-1 0 1,1 0-1,0-1 1,0 1-1,-1 0 1,1 0-1,0-1 1,-1 1-1,1 0 1,0 0-1,-1 0 1,1 0-1,0 0 1,-1-1-1,1 1 1,0 0-1,-1 0 0,1 0 1,0 0-1,-1 0 1,1 0-1,0 0 1,-1 0-1,1 0 1,0 0-1,-1 1 1,1-1-1,-1 0 1,-11 5 1289,-1 1 1,1 1 0,0 0-1,0 0 1,1 1 0,-20 19-1,14-10-467,1 1-1,1 1 1,-19 28 0,4 5-465,1 1 1,-28 78 0,35-75-440,2 1 0,-19 99 0,34-130 0,1-1 0,2 1 0,0 0 0,2 0 0,1 0 0,1 0 0,1 0 0,12 46 0,-14-68 0,0 0 0,1 0 0,-1 0 0,1-1 0,-1 1 0,1-1 0,0 1 0,0-1 0,1 0 0,-1 0 0,1 0 0,0 0 0,-1 0 0,1-1 0,0 1 0,1-1 0,-1 0 0,0 0 0,1 0 0,-1 0 0,1 0 0,0-1 0,-1 0 0,1 1 0,0-1 0,0-1 0,0 1 0,0-1 0,0 1 0,0-1 0,0 0 0,0-1 0,-1 1 0,1-1 0,6-1 0,6-3 0,1-1 0,-1 0 0,0-1 0,-1-1 0,0-1 0,0 0 0,16-14 0,96-88 0,-101 87 0,31-32 0,-18 18 0,44-35 0,-81 72 0,-1 0 0,1 0 0,0 0 0,0 0 0,0 1 0,0-1 0,0 0 0,0 1 0,0-1 0,0 1 0,0 0 0,0-1 0,0 1 0,0 0 0,0 0 0,0 1 0,0-1 0,0 0 0,0 1 0,0-1 0,0 1 0,0 0 0,0-1 0,0 1 0,2 2 0,-1-1 0,0 0 0,0 0 0,0 0 0,0 0 0,0 1 0,-1-1 0,1 1 0,-1 0 0,0 0 0,0 0 0,0 0 0,0 0 0,1 4 0,2 8 4,-1 0 0,-1 0 0,0 0 0,-1 1 0,-1-1 0,0 1 0,-1-1 1,-1 1-1,-3 20 0,-4 10-256,-26 81 0,25-102-1503,-1 0 1,-22 40 0,-10 5-4576,22-37 2197,-26 43-9461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4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40 5236,'-3'-18'1157,"-4"3"1575,-13 12-2384,-4 0 468,1 6-796,-1 0-208,18 9-1828,-4 0-312,10 9-465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4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55 8209,'-1'-1'415,"-1"0"0,1 0 0,-1-1 1,1 1-1,0 0 0,-1 0 0,1-1 0,0 1 1,0-1-1,0 1 0,0-1 0,0 1 1,0-1-1,1 0 0,-1 1 0,0-1 0,1 0 1,0 0-1,-1 0 0,1-2 0,3-14-190,-3 15 1510,0 7-1440,-9 47 176,-6 38-131,3 1 0,1 135-1,12-198-306,0 22 1,14 83-1,-9-99-31,1-1 0,2-1 0,18 45 0,-27-76-2,0 0 0,0 0 1,1 1-1,-1-1 0,0 0 0,0 0 0,0 0 0,0 0 0,0 0 0,0 1 0,0-1 0,0 0 1,1 0-1,-1 0 0,0 0 0,0 0 0,0 0 0,0 0 0,0 0 0,0 0 0,1 0 0,-1 0 1,0 1-1,0-1 0,0 0 0,0 0 0,1 0 0,-1 0 0,0 0 0,0 0 0,0 0 0,0 0 1,1 0-1,-1 0 0,0-1 0,0 1 0,0 0 0,0 0 0,0 0 0,1 0 0,-1 0 1,0 0-1,0 0 0,0 0 0,0 0 0,23-6 1,-1-1 0,-1 0 1,1-1-1,-1-2 0,30-17 1,97-73 24,-112 74-5,92-58 249,-126 82-255,-1 1 1,0 0 0,1 0 0,-1 0 0,1 0 0,0 0-1,-1 0 1,1 1 0,0-1 0,0 1 0,-1-1 0,1 1-1,0-1 1,0 1 0,0 0 0,0 0 0,0 0 0,-1 0-1,1 0 1,0 0 0,0 1 0,0-1 0,0 0 0,-1 1-1,1 0 1,0-1 0,-1 1 0,1 0 0,0 0 0,-1 0-1,1 0 1,-1 0 0,1 0 0,-1 1 0,0-1 0,1 0-1,-1 1 1,0-1 0,0 1 0,0-1 0,0 1 0,0 0-1,0-1 1,0 3 0,4 6 46,-1 1 0,-1 0-1,1 1 1,-2-1 0,3 19-1,75 619-6,-44-428-3179,-9-74-6387,-26-139 8709,6 21-5025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5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72 5008,'14'-33'1385,"-18"18"367,-6 3-2100,4 0-1900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6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570 556 4816,'14'-25'1318,"-11"20"807,-6-16-96,4 8-1413,0-1 0,1 0 0,0 1 1,1 0-1,1 0 0,0 0 0,0 0 0,1 0 0,9-14 0,-4 4 160,33-65 1478,-24 53-1050,-3 0 0,16-47 0,-15 11 1427,-12 47-908,-12 46 1213,-103 281-531,41-126-2424,-257 738 19,211-612-707,101-263-145,3-6-1209,-1 0 1,-2-1-1,-25 46 1,37-77 1228,0 1 0,0 0 0,-1 0 0,1-1 0,0 1 0,-1-1 0,0 0 0,0 0 0,-5 3 0,4-2-717,-10 8-8564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6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1 12269,'-18'10'465,"10"-5"-132,-1 0-1,0 0 0,0-1 1,-1 0-1,1-1 0,-1 0 1,0-1-1,-10 2 0,8-2 599,0 1 0,0 0 0,-20 8 0,30-10-869,1 0 1,0-1-1,-1 1 1,1 0-1,0 0 0,0 0 1,-1-1-1,1 1 1,0 0-1,0 1 0,0-1 1,0 0-1,0 0 0,1 0 1,-1 1-1,0-1 1,1 0-1,-1 1 0,0-1 1,1 0-1,0 1 0,-1-1 1,1 1-1,0-1 1,0 1-1,-1-1 0,1 1 1,1-1-1,-1 1 1,0-1-1,0 1 0,0-1 1,1 1-1,0 1 0,1 2 0,-1-1-1,1 0 1,0 1-1,1-1 1,-1 0-1,1 0 0,0 0 1,4 4-1,4 1-4,0-1-1,0 0 0,1-1 1,0 0-1,0-1 0,0 0 1,1-1-1,0 0 0,14 3 1,4 2 11,513 141 242,-181-57-444,-356-92 131,345 89-88,-344-89 118,-1-1-1,0 0 1,0-1-1,0 0 1,1 0-1,-1 0 0,0-1 1,0 0-1,0-1 1,0 1-1,0-1 1,0-1-1,10-4 0,-15 6-9,-1 1-1,0-1 0,1 0 0,-1 1 0,0-1 0,0 0 0,0 0 0,1 0 1,-1 0-1,0 0 0,0 0 0,-1 0 0,1 0 0,0 0 0,0-1 0,0 1 1,-1 0-1,1-1 0,-1 1 0,1 0 0,-1-1 0,1 1 0,-1-3 0,0 2 13,0-1 0,-1 0 1,1 1-1,-1-1 0,1 1 0,-1-1 0,0 1 0,0-1 0,0 1 0,0 0 0,0-1 0,-3-2 0,-2-3 91,-2-1-1,1 1 1,-1 0-1,0 0 0,-14-9 1,-16-7 288,-1 3 1,-1 1-1,-68-23 1,85 34-336,-128-41 103,108 38-584,16 5-520,1-1 0,-30-13 0,8 2-4468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7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518 155 15433,'1'-12'689,"1"1"0,-2 0 0,0-1 0,0 1-1,-1-1 1,0 1 0,-1 0 0,0-1 0,-1 1-1,-7-20 1,9 31-593,1-1-1,0 1 1,0-1-1,0 1 1,0 0-1,0-1 1,0 1-1,-1-1 1,1 1-1,0 0 1,0-1-1,0 1 1,-1-1-1,1 1 1,0 0-1,-1 0 1,1-1-1,0 1 1,-1 0-1,1-1 1,0 1-1,-1 0 1,1 0-1,-1 0 1,1-1-1,0 1 1,-1 0-1,1 0 1,-1 0-1,1 0 1,-1 0-1,1 0 1,0 0-1,-1 0 1,1 0-1,-1 0 1,1 0-1,-1 0 1,1 0-1,0 0 1,-1 0-1,1 1 1,-1-1-1,1 0 1,0 0-1,-1 0 1,1 1-1,-1-1 1,1 0-1,0 0 1,-1 1-1,1-1 1,0 0-1,0 1 1,-1-1-1,1 0 1,0 1 0,0-1-1,-1 1 1,1-1-1,0 0 1,0 1-1,0-1 1,0 1-1,0-1 1,-1 1-1,-16 40-101,14-31 552,-36 121 735,12-31-684,-2-8-242,-121 407 48,70-163-2865,10-15-2151,22-105-2875,40-186 4939,-2-14-2662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7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389 622 9237,'-1'0'109,"1"0"-1,-1 1 1,1-1 0,-1 0 0,1 0 0,-1 1-1,1-1 1,-1 0 0,1 0 0,-1 0-1,1 0 1,-1 0 0,1 0 0,-1 0 0,1 0-1,-1 0 1,1 0 0,-1 0 0,1 0-1,-1 0 1,1 0 0,-1 0 0,1 0 0,-1-1-1,1 1 1,-1 0 0,1 0 0,-1-1 0,1 1-1,-1 0 1,1-1 0,0 1 0,-1 0-1,1-1 1,-12-23 2696,10 19-2355,1-1 0,0 1-1,0-1 1,0 1 0,1 0 0,0-1 0,0 1-1,1-7 1,10-23 925,2 0 0,1 1 1,37-62-1,71-89 472,-88 136-1314,-18 26-270,-4 5 133,0 0 0,29-30 0,-39 78 190,-8 21-103,-1-1 0,-19 66-1,5-28 41,-70 392 531,-84 344-1127,157-760 76,-52 120-1,59-161-9,-1-1 0,-1 1 0,-1-2-1,-1 0 1,-1-1 0,0 0-1,-2-1 1,-21 18 0,-2-10-1004,34-24-43,0 1 1,0-1 0,-1-1 0,1 1 0,-14 2-1,21-5 928,0 0 0,-1 0 1,1 0-1,-1 1 0,1-1 0,-1 0 0,1 0 0,-1 0 0,1 0 0,-1 0 0,1 0 0,-1 0 0,1 0 0,-1 0 1,1 0-1,-1 0 0,1-1 0,-1 1 0,1 0 0,-1 0 0,1 0 0,-1-1 0,1 1 0,-1 0 0,1 0 0,0-1 1,-1 1-1,1 0 0,0-1 0,-1 1 0,1-1 0,0 1 0,-1 0 0,1-1 0,0 1 0,0-1 0,-1 1 0,1-1 1,0 1-1,0-1 0,0 1 0,0-1 0,0 1 0,0-1 0,0 1 0,0-1 0,0 1 0,0-1 0,0 0 0,10-27-4019,-7 23 2871,27-53-9403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8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1515 11613,'-1'-1'394,"1"1"-1,-1-1 0,0 1 1,0-1-1,1 1 1,-1-1-1,0 0 1,1 1-1,-1-1 1,0 0-1,1 0 1,-1 1-1,1-1 0,0 0 1,-1 0-1,1 0 1,0 0-1,-1 0 1,1 0-1,0 0 1,0 1-1,0-1 1,-1-2-1,6-28 1892,17-24-2043,-20 52 68,-11 13-141,5-4-141,1 0 1,0 1-1,0-1 1,1 1 0,0-1-1,0 1 1,0 0-1,0 9 1,-2 5 36,-2 1-44,2 1 1,0-1 0,2 1 0,1 0 0,0 0-1,2 0 1,0 0 0,2-1 0,5 26 0,-4-34-34,-1 0 1,2-1 0,0 0 0,1 0 0,0 0 0,0-1 0,2 0 0,-1 0-1,2-1 1,-1 1 0,2-2 0,-1 0 0,1 0 0,1 0 0,21 13 0,-23-16-49,1-2 1,-1 0 0,1 0 0,1-1 0,-1 0 0,0 0 0,1-1 0,0-1 0,0 0 0,0 0-1,0-1 1,0-1 0,0 0 0,0 0 0,0-1 0,0 0 0,0-1 0,0 0 0,0-1 0,-1 0 0,1-1-1,-1 0 1,0-1 0,19-11 0,29-22-231,-1-3-1,-2-2 1,89-91-1,127-173-477,-256 289 733,118-145-212,201-324 0,-226 296 1022,89-215 0,-189 385-634,-1 0 1,-1 0 0,6-32-1,-12 53-120,0-1 0,0 0-1,1 1 1,-1-1 0,0 1-1,0-1 1,0 0 0,0 1-1,0-1 1,0 1-1,0-1 1,0 0 0,0 1-1,0-1 1,0 1 0,-1-1-1,1 1 1,0-1 0,0 0-1,-1 1 1,1-1-1,0 1 1,0-1 0,-1 1-1,1-1 1,-1 1 0,1 0-1,0-1 1,-1 1 0,0-1-1,0 1 13,0 0 0,0 0-1,0 0 1,0 0 0,-1 0-1,1 0 1,0 0 0,0 0 0,0 0-1,0 1 1,0-1 0,0 1-1,0-1 1,0 1 0,-1 0 0,-40 28 722,27-15-503,1 0 1,0 1-1,1 1 1,-18 26-1,-38 78 575,51-88-647,-41 84 346,5 2-1,-47 151 0,-37 261 112,118-427-498,4 1 0,-3 206 0,19-288-187,1-1 0,0 0 0,2 0 0,0 0 0,1 0 0,2-1 0,0 1 0,1-1 0,0-1 0,16 28 0,-16-37-92,1 0 0,-1-1 0,1 0 0,1-1 0,0 0 0,0 0 0,0-1 0,1 0 0,0 0 0,1-1 0,0-1 0,-1 1 0,2-2 0,14 5 0,-24-8 120,11 3-155,0 0 0,1-1 0,0 0 0,0-1 0,0 0 0,0-1 0,0-1 0,0 0 0,0-1 0,24-5 0,-6-2-202,-1-1 0,0-1 0,33-16 0,-11 0-107,0-1 0,-2-4-1,-1-1 1,88-76 0,154-182 1063,-274 271-401,-11 12 73,1-1 0,-1 0 0,11-17-1,-17 23 4,-1 7-31,-2 6-172,0-1 0,1 1 0,1 0 0,0 0 1,0 0-1,1 0 0,1 0 0,0 0 0,0 0 0,1-1 0,0 1 0,10 19 0,-6-17-115,1-2 1,0 1-1,1-1 0,0-1 0,1 1 1,0-2-1,0 1 0,1-1 0,0-1 1,1 0-1,0-1 0,0 0 0,1-1 1,-1 0-1,2-1 0,-1 0 0,24 5 1,-11-5-559,1-1 0,-1-1 0,0-1 1,1-2-1,-1 0 0,1-2 0,-1-1 1,39-9-1,-64 12 585,33-8-1431,60-22 0,-83 25 1117,0 0-1,-1-1 1,0 0 0,0 0 0,0-1 0,-1-1 0,0 0 0,0 0-1,9-11 1,14-25-2814,-1 2-1278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8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292 0 11517,'-38'34'4217,"29"-27"-3232,0 0 1,1 0 0,0 1 0,-14 17 0,0 11 110,1 1 0,1 0 1,3 2-1,1 0 0,2 1 0,1 0 1,-7 48-1,-29 297-415,45-346-774,2 2-1492,6 81 1,8-13-5712,-7-72 2264,-2 4-6508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8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1 278 15121,'20'-27'2029,"20"11"-237,10-5-276,14 0-228,10 3-300,13 0-440,17 3-528,30-6-480,20-6-1016,20-6-1128,13-1-2993,14 7-4584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9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104 433 11525,'-14'12'1794,"0"1"-1,0 0 1,1 1 0,-18 25-1,29-37-1647,1 1 0,-1-1-1,0 0 1,1 1 0,-1-1-1,1 1 1,0-1 0,0 1 0,0-1-1,0 1 1,0 0 0,0 0-1,1 0 1,0-1 0,-1 1-1,1 0 1,0 0 0,0 0 0,1 0-1,-1-1 1,0 1 0,1 0-1,0 0 1,0-1 0,0 1 0,0 0-1,0-1 1,0 1 0,1-1-1,-1 1 1,1-1 0,0 0-1,-1 0 1,1 1 0,0-1 0,0-1-1,1 1 1,-1 0 0,0 0-1,5 2 1,5 3 62,1 0 0,1 0 0,-1-2-1,1 1 1,0-2 0,23 6 0,9-3-11,0-1 0,0-2-1,1-2 1,-1-3 0,50-6 0,-19-3-94,0-3-1,93-30 1,-127 30-93,0-1-1,-1-3 1,-1-1 0,0-2 0,60-40 0,-88 50-12,0 0 0,-1 0 0,-1-2 1,0 1-1,0-1 0,-1-1 0,-1 0 0,12-19 0,-16 21-2,-1 1 0,0-1 0,0 0 0,-1 0 1,0-1-1,-1 1 0,0-1 0,-1 1 0,0-1 0,-1 1 0,0-1 0,-4-21 0,3 23 2,-1 0 0,-1 0 0,1 0 0,-2 1 0,0-1 0,0 1 0,0 0-1,-1 0 1,0 0 0,-1 1 0,0 0 0,-1 0 0,-7-8 0,8 10 9,-1 1 1,1 0-1,-1 1 0,1 0 0,-1 0 1,-1 0-1,1 1 0,0 0 1,-1 0-1,0 1 0,1 0 0,-1 0 1,0 1-1,0 0 0,0 0 0,0 1 1,-12 1-1,1 1 80,1 1 1,-1 1-1,0 1 1,1 1-1,0 0 0,0 2 1,1-1-1,0 2 1,0 1-1,1 0 0,0 1 1,1 0-1,0 2 1,-15 15-1,8-5 69,2 0 0,0 2 1,2 0-1,0 1 0,2 1 0,1 0 0,1 1 0,-10 31 0,17-39-111,1 0 0,1 0 0,1 1 0,1 0-1,0 0 1,2 0 0,0 0 0,2 0 0,0 1-1,1-1 1,1 0 0,9 30 0,-7-34-121,2 0-1,-1 0 1,2-1 0,0 0 0,1 0-1,1-1 1,0 0 0,1-1 0,1 0-1,0-1 1,1 0 0,0 0 0,1-2-1,0 0 1,18 10 0,-1-3-636,1-2-1,1-2 1,1 0 0,67 16 0,-42-18-975,2-1 0,67 1 0,-80-10-857,79-8 0,-10-10-3941,-24-2-1919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19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45 7097,'-13'-45'12662,"12"49"-11789,-6 25 393,-1 0 1,-1 0 0,-14 28-1,-13 40 716,-31 96 890,-19 68-859,75-220-1973,2 1 1,3-1-1,1 1 1,0 64-1,6-87-26,0 0-1,2-1 1,0 1 0,1 0-1,1-1 1,0 0 0,1 0 0,13 24-1,-14-32-236,1 0 0,0-1-1,0 0 1,1 0-1,0 0 1,1-1 0,0 0-1,0-1 1,1 1 0,0-2-1,0 1 1,0-1 0,1-1-1,0 1 1,15 4 0,-13-6-598,0-1 0,1 0 0,0-1 0,-1 0 0,1-1 0,0 0 1,16-2-1,49-9-8077,-22 1-1970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24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0 13425,'-2'1'1697,"0"0"-1548,1-1-1,0 1 1,-1 0 0,1 0-1,0 0 1,0 0 0,-1 0-1,1 0 1,0 0 0,0 0-1,0 0 1,0 0 0,0 1-1,1-1 1,-1 0-1,0 1 1,1-1 0,-2 2-1,-2 30 1475,0 6-201,1-24-969,-21 100 2491,-12 129 0,-60 555 968,92-770-3843,-5 33 71,3 1 1,3 0-1,2 0 1,14 116-1,-8-150-198,1-2-1,2 1 1,0-1-1,2 0 0,19 37 1,-19-46-157,1 0-1,1-1 1,0 0 0,1-1 0,1-1-1,0 0 1,1-1 0,24 18 0,-14-15-400,1-2 0,0-1 1,1-1-1,0-1 0,1-1 0,0-1 1,38 7-1,2-5-3149,1-2 1,72 1 0,-11-7-6772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25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232 775 13389,'-5'8'285,"3"-6"-42,0 1 0,0 0 0,0 0 0,0 0 0,1 0 0,-1 1 0,1-1 0,0 0 0,0 1 1,0-1-1,1 1 0,-1-1 0,1 1 0,-1-1 0,1 1 0,1 6 0,0-5 84,0 1-1,1-1 1,0 0 0,0 0-1,0 0 1,1 0-1,-1 0 1,1 0 0,0-1-1,1 1 1,-1-1-1,1 0 1,0 0 0,0 0-1,8 6 1,-9-8-292,1 0 1,0 0 0,0-1 0,0 1-1,0-1 1,0 0 0,0 0-1,0 0 1,1 0 0,-1-1 0,0 0-1,0 0 1,1 0 0,-1 0-1,0 0 1,0-1 0,1 0-1,-1 0 1,0 0 0,6-3 0,-6 2-37,-1 0 0,0-1 0,1 1 0,-1-1 1,0 1-1,0-1 0,-1 0 0,1 0 1,0 0-1,-1-1 0,0 1 0,0-1 1,0 1-1,2-6 0,2-4-18,-1 0-1,5-22 1,-8 22 18,0-1 1,-1 1-1,0 0 1,-2 0-1,1-1 1,-1 1-1,-1 0 1,-1 0 0,0 0-1,0 0 1,-9-20-1,9 28-1,0 0 1,0 0-1,0 0 0,-1 1 1,1-1-1,-1 1 0,0 0 1,-5-3-1,8 6 3,-1 0 16,0-1 0,0 1 0,0 0-1,-1 0 1,1 0 0,0 0 0,-1 0 0,1 1-1,-1-1 1,1 1 0,-1 0 0,1-1 0,-1 1-1,1 0 1,-1 0 0,1 1 0,-1-1 0,-2 1-1,-41 13 383,43-13-366,-13 7 175,-1 1 0,2 1 0,-1 0 0,1 1 0,1 0-1,-24 24 1,31-28-135,-6 5 20,1 1 0,1 0 0,0 1 0,1 0-1,0 1 1,1 0 0,1 0 0,0 1 0,1 0 0,1 1 0,-7 28 0,10-34-98,1 0 0,1 1 1,0-1-1,0 1 0,1-1 1,1 1-1,0-1 0,0 1 1,1-1-1,1 0 0,0 0 1,0 0-1,1 0 0,1 0 1,0-1-1,0 0 0,1 0 1,13 17-1,-1-7-213,1 0 0,0-2 1,2 0-1,0-1 0,1-1 0,1-2 0,0 0 0,1-1 0,0-1 0,1-1 1,31 8-1,-16-7-299,0-2 0,0-2 0,1-2-1,0-2 1,0-1 0,73-5 0,-100 2 426,0-2 0,0 0 0,0 0 0,0-1 0,-1-1 0,1-1 0,-1 0 0,0 0 0,0-1 0,-1-1 0,0 0 0,0-1 0,-1 0 0,0 0 0,0-2 0,-1 1 1,0-1-1,0-1 0,-1 1 0,-1-2 0,0 1 0,-1-1 0,0 0 0,0-1 0,6-20 0,-4 10 108,-2-1 1,-1 0 0,0 0 0,-2 0-1,-1 0 1,-1-1 0,-1 0-1,-4-43 1,0 24 15,-16 59-1,14-10-35,1 0 0,-1 0 0,1 0 0,0 1 0,0 0 0,1-1 0,-1 2 0,1-1 0,1 0 0,-1 0 0,1 1 0,-2 11 0,2-7 106,0 1 1,1-1-1,1 1 0,0-1 0,1 1 0,3 20 0,-4-29-63,1-1 0,-1 0 1,1 0-1,-1 0 0,1 1 0,0-1 0,0 0 0,0 0 1,0 0-1,0 0 0,1 0 0,-1-1 0,0 1 1,1 0-1,0 0 0,-1-1 0,1 1 0,0-1 0,0 0 1,0 1-1,0-1 0,0 0 0,0 0 0,0 0 0,0-1 1,0 1-1,0 0 0,1-1 0,-1 1 0,0-1 0,4 0 1,2 0 1,0 0 1,1-1 0,-1 0 0,0-1 0,0 1 0,0-2 0,8-2 0,24-12 51,0-2 0,-1-2 0,42-30 0,-68 42-87,68-45-231,-3-3 0,-2-4 1,-3-3-1,-2-3 0,-4-4 1,87-117-1,-116 130 276,-4-1 0,40-92 0,-30 58 469,-19 48 94,-24 43-246,-22 18 468,13-8-668,0 1 0,1 0 0,0 1 0,1 0 0,0 0-1,1 0 1,0 1 0,-5 14 0,-27 99 1181,16-24-287,-14 178 0,19 107-48,7-119-604,7-216-358,-13 359 367,33-3-645,-15-384 16,0 0 1,2 0 0,12 37-1,-13-49 3,0 0 0,1-1 0,0 1 0,0-1 0,1 0-1,0-1 1,1 1 0,0-1 0,15 13 0,-21-20 118,1 1 1,0-1-1,0 0 1,-1 0-1,1 0 1,0 0-1,0 0 1,0 0-1,0-1 1,0 1 0,0-1-1,1 1 1,-1-1-1,0 0 1,0 0-1,0 0 1,0 0-1,0 0 1,0 0-1,1-1 1,-1 1-1,0-1 1,0 1-1,0-1 1,0 0-1,0 0 1,-1 0 0,1 0-1,0 0 1,0 0-1,0-1 1,-1 1-1,3-3 1,0 1-81,-1-1-1,0 1 1,0-1 0,0 0 0,0 0 0,0-1 0,-1 1 0,0 0 0,0-1-1,0 1 1,-1-1 0,1 0 0,1-8 0,-3-3-26,0 1 0,-1-1 0,0 0 0,-1 1 0,-1-1 0,-1 1-1,0 0 1,0 0 0,-2 1 0,0-1 0,-1 1 0,0 0 0,-1 1 0,-15-20 0,3 7 585,-1 1-1,-1 1 1,-2 1-1,0 1 1,-53-36 0,71 54-313,-20-13 330,0 0 1,1-2-1,1-1 0,1-1 0,-29-33 1,51 52-399,0 0 0,0 1 0,0-1 0,1 0 0,-1 0-1,0 0 1,1 0 0,0 0 0,-1 0 0,1 0 0,0 0 0,0 0 0,0 0 0,0 0 0,0 0 0,1 0 0,-1 0 0,1 0 0,-1 0 0,1 0 0,0 0 0,0 0 0,0 0 0,0 1 0,1-3 0,4-5-45,0 0 0,0 1 0,11-11 0,-13 15 14,15-16-328,1 2 0,0 1 0,2 0 0,30-18 0,103-49-3333,-148 81 3444,104-51-5167,6 3-3296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26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68 7321,'-10'-21'8019,"10"18"-6982,6-30 3562,-8 31-4362,1 1-147,1 1 1,-1-1 0,0 0 0,0 1 0,0-1 0,1 0 0,-1 1 0,0-1 0,0 1-1,0-1 1,0 1 0,0 0 0,0-1 0,0 1 0,0 0 0,0 0 0,0 0 0,0 0-1,0 0 1,0 0 0,-1 0 0,0 19 3348,2 6-3502,-4 37 837,0 122 428,6-130-1471,3-1 0,2 0 1,2 0-1,3 0 0,23 63 0,-16-61-916,-10-28-502,1-1 0,15 28 0,-21-48 784,6 11-257,-7-8-3094,19-16 1704,-20 6 2467,-1 0 0,1 0 0,0 0 0,0 0 0,0 0 0,-1-1-1,1 1 1,-1-1 0,1 1 0,-1-1 0,0 0 0,1 1 0,-1-1 0,0 0 0,0 0 0,0 0 0,-1 0 0,1 0 0,0 0 0,-1 0 0,1 0 0,-1 0 0,0 0 0,1-2 0,0-10-146,0 0 0,-2-24 0,0 15 203,3-34 836,2 0 0,3 1 0,20-83-1,-25 132-574,0 0-1,0 0 0,0 0 0,1 0 1,0 0-1,0 0 0,1 1 1,0 0-1,0 0 0,8-9 0,-9 12-118,1 0-1,-1 0 0,1 1 1,-1 0-1,1-1 1,0 1-1,0 1 0,0-1 1,1 0-1,-1 1 0,0 0 1,1 0-1,-1 0 1,0 1-1,1-1 0,-1 1 1,1 0-1,-1 0 1,5 2-1,8 0 52,0 1 1,-1 1-1,1 1 0,-1 0 1,0 1-1,19 10 0,93 59 445,-51-28-434,14 9-79,43 24-389,-112-69 97,1-1 0,0 0-1,0-2 1,29 7 0,-46-14 162,-1 0-1,0 0 1,0-1 0,1 1-1,-1-1 1,0 0-1,0 0 1,1-1 0,-1 0-1,0 0 1,0 0 0,0 0-1,0-1 1,9-4 0,-9 3 47,0-1 1,0 0-1,-1 0 0,1 0 1,-1 0-1,0-1 1,0 1-1,0-1 1,-1 0-1,0 0 0,0-1 1,3-6-1,43-108 998,-33 75-29,24-45 0,-7 18 1326,-31 73-2136,0 0 0,0 0 1,0 0-1,0 1 1,0-1-1,-1 0 0,1 1 1,-1-1-1,1 1 0,-1 0 1,3 2-1,-2 4-71,0 0 0,-1 0 1,1-1-1,-2 1 0,1 0 0,-1 10 1,0-3 14,-9 244-1101,2-146-907,-2 3-1952,1-40-2823,1-18-2944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26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1 237 10201,'5'20'1066,"1"0"1,1 0-1,1 0 0,1-1 1,0 0-1,1-1 1,18 23-1,-20-30-776,0-1-1,2-1 1,-1 0-1,1 0 1,0-1 0,1 0-1,0 0 1,0-2-1,1 1 1,0-1 0,0-1-1,23 7 1,-19-7-123,-1-2 1,1 0 0,0-1-1,30 1 1,-42-3-148,0 0 0,1 0 0,-1 0 0,0-1 0,0 1 0,0-1-1,0 0 1,0 0 0,-1-1 0,1 1 0,0-1 0,0 1 0,-1-1 0,1-1 0,-1 1 0,0 0 0,0-1-1,1 0 1,-2 1 0,1-1 0,0 0 0,-1-1 0,1 1 0,2-5 0,-4 4-16,0 0 0,0 0 0,0 0 0,-1 0 1,1-1-1,-1 1 0,0 0 0,0 0 0,-1 0 0,1-1 0,-1 1 1,0 0-1,0 0 0,0 0 0,-1 0 0,1 0 0,-1 0 0,-3-5 1,-6-9 20,0-1 1,-20-22 0,17 22-28,-13-18-576,0 1 1,-3 1 0,-1 2-1,-55-47 1,75 72-100,-36-29-3001,44 34 2898,0 0 0,0 0 0,0 0 0,1 0 0,-1 0 0,1 0 0,0-1 0,0 1 0,0-1 0,-3-7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27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601 1141 6273,'-5'4'300,"-15"8"748,20-11-1006,0-1-1,-1 0 1,1 0 0,0 0 0,-1 0-1,1 0 1,0 0 0,0 0 0,-1 0-1,1 0 1,0 0 0,-1 0 0,1 0-1,-1 0 1,1 0 0,0 0 0,0 0-1,-1 0 1,1 0 0,0 0 0,-1 0-1,1 0 1,0-1 0,-1 1 0,1 0-1,-4-10 8363,-23 43-3821,27-32-4565,-1-1 0,1 0 0,0 0 0,0 0 0,-1 1 0,1-1 0,0 0 0,-1 0 0,1 0 0,0 0 0,0 0 0,-1 0 0,1 0 0,0 0 0,-1 0 0,1 0 0,0 0 0,-1 0 0,1 0 0,0 0 0,-1 0 0,1 0 0,0 0 0,-1 0 0,1 0 0,0 0 0,0 0 0,-1-1 0,1 1 0,0 0 0,-1 0-1,1 0 1,0-1 0,0 1 0,-1 0 0,1 0 0,0 0 0,0-1 0,0 1 0,0 0 0,-1-1 0,1 1 0,0 0 0,0 0 0,0-1 0,0 1 0,0 0 0,0-1 0,0 1 0,0 0 0,0-1 0,0 1 0,0 0 0,0-1 0,0 1 0,0 0 0,0-1 0,-3-35-97,1 6 86,-1 10-52,1 11 12,1 0 0,-1 0 0,2 0 0,-1 0 0,1 0-1,2-17 1,7-28-81,-1 1 126,8 7 340,-16 46-350,0 1 0,0-1 0,0 0 1,0 0-1,0 0 0,0 0 0,0 0 1,0 0-1,0 0 0,0 0 0,0 0 1,-1 0-1,1 0 0,0 0 0,0 0 0,0 0 1,0 0-1,0 0 0,0 0 0,0 0 1,0 0-1,0 0 0,0 0 0,-1 0 1,1 0-1,0 0 0,0 0 0,0 0 0,0 0 1,0 0-1,0 0 0,0 0 0,0 0 1,0 0-1,0-1 0,0 1 0,0 0 0,-1 0 1,1 0-1,0 0 0,0 0 0,0 0 1,0 0-1,0 0 0,0 0 0,0 0 1,0 0-1,0-1 0,0 1 0,0 0 0,0 0 1,0 0-1,0 0 0,0 0 0,-11 3 150,1 1-1,0-1 0,0 2 1,0 0-1,0 0 0,1 1 1,-1 0-1,1 0 0,1 1 0,-12 11 1,-9 14 703,-37 48 0,27-31-462,-4 5 94,1 3 0,-50 92 0,71-108-351,2 0 0,1 1 0,2 1 0,-19 86 0,33-116-170,0 0 1,1-1-1,0 1 0,1 0 1,1 0-1,0 0 0,0-1 0,7 24 1,-7-32-55,0-1 1,0 1-1,0 0 0,1-1 1,0 1-1,0-1 1,0 0-1,0 1 0,0-1 1,1 0-1,-1 0 1,1-1-1,0 1 1,0 0-1,0-1 0,0 0 1,0 0-1,0 0 1,1 0-1,-1 0 0,1-1 1,-1 1-1,1-1 1,0 0-1,-1 0 0,1 0 1,0-1-1,0 1 1,0-1-1,0 0 1,0 0-1,6-1 0,-6 0 15,0 0 1,1 0-1,-1-1 0,0 1 0,0-1 0,-1 0 0,1 0 0,0 0 0,-1-1 0,1 1 1,-1-1-1,0 0 0,0 0 0,0 0 0,4-4 0,2-6-92,0 1 0,-1-1 0,8-16 0,144-339-1586,-29-14 1430,-114 331 301,125-438 715,-71 186 876,-69 294-1488,4-9 159,-1-2 1,-1 1-1,-1 0 0,1-22 0,-8 24 814,3 16-1033,1 1 0,0 0 0,-1 0 0,1 0 0,0 0 1,0-1-1,-1 1 0,1 0 0,0 0 0,-1 0 0,1 0 0,0 0 0,-1 0 0,1 0 0,0 0 0,-1 0 1,1 0-1,0 0 0,-1 0 0,1 0 0,0 0 0,-1 0 0,1 0 0,0 0 0,0 1 0,-1-1 1,1 0-1,0 0 0,-1 1 0,-1 1 40,-1-1 1,1 2 0,0-1-1,0 0 1,0 0 0,0 1-1,1-1 1,-1 1 0,-1 2-1,-12 33 265,1 1 1,2 0-1,-9 47 0,16-62-227,-24 108 205,5 2 1,7 0-1,5 1 0,13 265 0,2-355-342,-1 1-99,3 0-1,13 60 0,-15-94-30,0-1-1,0 0 1,1 0-1,1 0 0,0 0 1,0-1-1,1 0 1,1 0-1,-1-1 0,1 1 1,1-1-1,0-1 1,0 0-1,14 11 1,-15-15 39,-1 0 0,1-1 0,0 1 0,0-1 0,0-1 0,1 0 0,-1 0 1,0 0-1,1-1 0,0 0 0,-1 0 0,1-1 0,0 0 0,-1 0 0,1-1 0,0 0 1,-1 0-1,1-1 0,-1 0 0,12-5 0,11-5-269,-1-2-1,0-2 1,43-30-1,-23 15 12,91-59-382,110-64 605,-240 149 258,1-1 1,0 1-1,0 1 1,0 0-1,0 1 1,1 0-1,15-2 1,-22 5-86,0 0 0,-1 0-1,1 0 1,-1 0 0,1 1 0,-1 0 0,0 0-1,1 0 1,-1 1 0,0-1 0,1 1 0,-1 0 0,0 0-1,0 0 1,-1 1 0,1-1 0,0 1 0,-1 0 0,1 0-1,-1 1 1,4 4 0,12 13-1231,-15-18 326,-1-1 0,1 1-1,0-1 1,-1 0 0,1 0 0,0 0-1,1 0 1,-1-1 0,0 1 0,0-1-1,1 0 1,5 0 0,38 5-6227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7T08:07:27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38 178 8549,'-21'-21'2076,"21"3"-404,4 0 1272,-14 6-1791,0 3 151,20-3-1020,0 0-368,-3-6-1941,-1 0 113,4-3-2116,4 3-2921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695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593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722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70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93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12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50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630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523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651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545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32E31EE-0039-4021-B8E7-24326D0194E0}" type="datetimeFigureOut">
              <a:rPr lang="en-IN" smtClean="0"/>
              <a:t>27-01-2026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452666E-3FE9-43ED-9714-520A49212E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8311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image" Target="../media/image16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21.xml"/><Relationship Id="rId3" Type="http://schemas.openxmlformats.org/officeDocument/2006/relationships/customXml" Target="../ink/ink16.xml"/><Relationship Id="rId7" Type="http://schemas.openxmlformats.org/officeDocument/2006/relationships/customXml" Target="../ink/ink18.xml"/><Relationship Id="rId12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customXml" Target="../ink/ink20.xml"/><Relationship Id="rId5" Type="http://schemas.openxmlformats.org/officeDocument/2006/relationships/customXml" Target="../ink/ink17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19.xml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.xml"/><Relationship Id="rId21" Type="http://schemas.openxmlformats.org/officeDocument/2006/relationships/image" Target="../media/image34.png"/><Relationship Id="rId34" Type="http://schemas.openxmlformats.org/officeDocument/2006/relationships/customXml" Target="../ink/ink38.xml"/><Relationship Id="rId42" Type="http://schemas.openxmlformats.org/officeDocument/2006/relationships/customXml" Target="../ink/ink42.xml"/><Relationship Id="rId47" Type="http://schemas.openxmlformats.org/officeDocument/2006/relationships/image" Target="../media/image47.png"/><Relationship Id="rId50" Type="http://schemas.openxmlformats.org/officeDocument/2006/relationships/customXml" Target="../ink/ink46.xml"/><Relationship Id="rId55" Type="http://schemas.openxmlformats.org/officeDocument/2006/relationships/image" Target="../media/image51.png"/><Relationship Id="rId63" Type="http://schemas.openxmlformats.org/officeDocument/2006/relationships/image" Target="../media/image55.png"/><Relationship Id="rId7" Type="http://schemas.openxmlformats.org/officeDocument/2006/relationships/image" Target="../media/image27.png"/><Relationship Id="rId2" Type="http://schemas.openxmlformats.org/officeDocument/2006/relationships/customXml" Target="../ink/ink22.xml"/><Relationship Id="rId16" Type="http://schemas.openxmlformats.org/officeDocument/2006/relationships/customXml" Target="../ink/ink29.xml"/><Relationship Id="rId29" Type="http://schemas.openxmlformats.org/officeDocument/2006/relationships/image" Target="../media/image38.png"/><Relationship Id="rId11" Type="http://schemas.openxmlformats.org/officeDocument/2006/relationships/image" Target="../media/image29.png"/><Relationship Id="rId24" Type="http://schemas.openxmlformats.org/officeDocument/2006/relationships/customXml" Target="../ink/ink33.xml"/><Relationship Id="rId32" Type="http://schemas.openxmlformats.org/officeDocument/2006/relationships/customXml" Target="../ink/ink37.xml"/><Relationship Id="rId37" Type="http://schemas.openxmlformats.org/officeDocument/2006/relationships/image" Target="../media/image42.png"/><Relationship Id="rId40" Type="http://schemas.openxmlformats.org/officeDocument/2006/relationships/customXml" Target="../ink/ink41.xml"/><Relationship Id="rId45" Type="http://schemas.openxmlformats.org/officeDocument/2006/relationships/image" Target="../media/image46.png"/><Relationship Id="rId53" Type="http://schemas.openxmlformats.org/officeDocument/2006/relationships/image" Target="../media/image50.png"/><Relationship Id="rId58" Type="http://schemas.openxmlformats.org/officeDocument/2006/relationships/customXml" Target="../ink/ink50.xml"/><Relationship Id="rId66" Type="http://schemas.openxmlformats.org/officeDocument/2006/relationships/customXml" Target="../ink/ink54.xml"/><Relationship Id="rId5" Type="http://schemas.openxmlformats.org/officeDocument/2006/relationships/image" Target="../media/image26.png"/><Relationship Id="rId61" Type="http://schemas.openxmlformats.org/officeDocument/2006/relationships/image" Target="../media/image54.png"/><Relationship Id="rId19" Type="http://schemas.openxmlformats.org/officeDocument/2006/relationships/image" Target="../media/image33.png"/><Relationship Id="rId14" Type="http://schemas.openxmlformats.org/officeDocument/2006/relationships/customXml" Target="../ink/ink28.xml"/><Relationship Id="rId22" Type="http://schemas.openxmlformats.org/officeDocument/2006/relationships/customXml" Target="../ink/ink32.xml"/><Relationship Id="rId27" Type="http://schemas.openxmlformats.org/officeDocument/2006/relationships/image" Target="../media/image37.png"/><Relationship Id="rId30" Type="http://schemas.openxmlformats.org/officeDocument/2006/relationships/customXml" Target="../ink/ink36.xml"/><Relationship Id="rId35" Type="http://schemas.openxmlformats.org/officeDocument/2006/relationships/image" Target="../media/image41.png"/><Relationship Id="rId43" Type="http://schemas.openxmlformats.org/officeDocument/2006/relationships/image" Target="../media/image45.png"/><Relationship Id="rId48" Type="http://schemas.openxmlformats.org/officeDocument/2006/relationships/customXml" Target="../ink/ink45.xml"/><Relationship Id="rId56" Type="http://schemas.openxmlformats.org/officeDocument/2006/relationships/customXml" Target="../ink/ink49.xml"/><Relationship Id="rId64" Type="http://schemas.openxmlformats.org/officeDocument/2006/relationships/customXml" Target="../ink/ink53.xml"/><Relationship Id="rId8" Type="http://schemas.openxmlformats.org/officeDocument/2006/relationships/customXml" Target="../ink/ink25.xml"/><Relationship Id="rId51" Type="http://schemas.openxmlformats.org/officeDocument/2006/relationships/image" Target="../media/image49.png"/><Relationship Id="rId3" Type="http://schemas.openxmlformats.org/officeDocument/2006/relationships/image" Target="../media/image25.png"/><Relationship Id="rId12" Type="http://schemas.openxmlformats.org/officeDocument/2006/relationships/customXml" Target="../ink/ink27.xml"/><Relationship Id="rId17" Type="http://schemas.openxmlformats.org/officeDocument/2006/relationships/image" Target="../media/image32.png"/><Relationship Id="rId25" Type="http://schemas.openxmlformats.org/officeDocument/2006/relationships/image" Target="../media/image36.png"/><Relationship Id="rId33" Type="http://schemas.openxmlformats.org/officeDocument/2006/relationships/image" Target="../media/image40.png"/><Relationship Id="rId38" Type="http://schemas.openxmlformats.org/officeDocument/2006/relationships/customXml" Target="../ink/ink40.xml"/><Relationship Id="rId46" Type="http://schemas.openxmlformats.org/officeDocument/2006/relationships/customXml" Target="../ink/ink44.xml"/><Relationship Id="rId59" Type="http://schemas.openxmlformats.org/officeDocument/2006/relationships/image" Target="../media/image53.png"/><Relationship Id="rId67" Type="http://schemas.openxmlformats.org/officeDocument/2006/relationships/image" Target="../media/image57.png"/><Relationship Id="rId20" Type="http://schemas.openxmlformats.org/officeDocument/2006/relationships/customXml" Target="../ink/ink31.xml"/><Relationship Id="rId41" Type="http://schemas.openxmlformats.org/officeDocument/2006/relationships/image" Target="../media/image44.png"/><Relationship Id="rId54" Type="http://schemas.openxmlformats.org/officeDocument/2006/relationships/customXml" Target="../ink/ink48.xml"/><Relationship Id="rId62" Type="http://schemas.openxmlformats.org/officeDocument/2006/relationships/customXml" Target="../ink/ink5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.xml"/><Relationship Id="rId15" Type="http://schemas.openxmlformats.org/officeDocument/2006/relationships/image" Target="../media/image31.png"/><Relationship Id="rId23" Type="http://schemas.openxmlformats.org/officeDocument/2006/relationships/image" Target="../media/image35.png"/><Relationship Id="rId28" Type="http://schemas.openxmlformats.org/officeDocument/2006/relationships/customXml" Target="../ink/ink35.xml"/><Relationship Id="rId36" Type="http://schemas.openxmlformats.org/officeDocument/2006/relationships/customXml" Target="../ink/ink39.xml"/><Relationship Id="rId49" Type="http://schemas.openxmlformats.org/officeDocument/2006/relationships/image" Target="../media/image48.png"/><Relationship Id="rId57" Type="http://schemas.openxmlformats.org/officeDocument/2006/relationships/image" Target="../media/image52.png"/><Relationship Id="rId10" Type="http://schemas.openxmlformats.org/officeDocument/2006/relationships/customXml" Target="../ink/ink26.xml"/><Relationship Id="rId31" Type="http://schemas.openxmlformats.org/officeDocument/2006/relationships/image" Target="../media/image39.png"/><Relationship Id="rId44" Type="http://schemas.openxmlformats.org/officeDocument/2006/relationships/customXml" Target="../ink/ink43.xml"/><Relationship Id="rId52" Type="http://schemas.openxmlformats.org/officeDocument/2006/relationships/customXml" Target="../ink/ink47.xml"/><Relationship Id="rId60" Type="http://schemas.openxmlformats.org/officeDocument/2006/relationships/customXml" Target="../ink/ink51.xml"/><Relationship Id="rId65" Type="http://schemas.openxmlformats.org/officeDocument/2006/relationships/image" Target="../media/image56.png"/><Relationship Id="rId4" Type="http://schemas.openxmlformats.org/officeDocument/2006/relationships/customXml" Target="../ink/ink23.xml"/><Relationship Id="rId9" Type="http://schemas.openxmlformats.org/officeDocument/2006/relationships/image" Target="../media/image28.png"/><Relationship Id="rId13" Type="http://schemas.openxmlformats.org/officeDocument/2006/relationships/image" Target="../media/image30.png"/><Relationship Id="rId18" Type="http://schemas.openxmlformats.org/officeDocument/2006/relationships/customXml" Target="../ink/ink30.xml"/><Relationship Id="rId39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67.png"/><Relationship Id="rId42" Type="http://schemas.openxmlformats.org/officeDocument/2006/relationships/customXml" Target="../ink/ink75.xml"/><Relationship Id="rId63" Type="http://schemas.openxmlformats.org/officeDocument/2006/relationships/image" Target="../media/image88.png"/><Relationship Id="rId84" Type="http://schemas.openxmlformats.org/officeDocument/2006/relationships/customXml" Target="../ink/ink96.xml"/><Relationship Id="rId138" Type="http://schemas.openxmlformats.org/officeDocument/2006/relationships/customXml" Target="../ink/ink123.xml"/><Relationship Id="rId159" Type="http://schemas.openxmlformats.org/officeDocument/2006/relationships/image" Target="../media/image136.png"/><Relationship Id="rId170" Type="http://schemas.openxmlformats.org/officeDocument/2006/relationships/customXml" Target="../ink/ink139.xml"/><Relationship Id="rId191" Type="http://schemas.openxmlformats.org/officeDocument/2006/relationships/image" Target="../media/image152.png"/><Relationship Id="rId205" Type="http://schemas.openxmlformats.org/officeDocument/2006/relationships/image" Target="../media/image159.png"/><Relationship Id="rId226" Type="http://schemas.openxmlformats.org/officeDocument/2006/relationships/customXml" Target="../ink/ink167.xml"/><Relationship Id="rId107" Type="http://schemas.openxmlformats.org/officeDocument/2006/relationships/image" Target="../media/image110.png"/><Relationship Id="rId11" Type="http://schemas.openxmlformats.org/officeDocument/2006/relationships/image" Target="../media/image62.png"/><Relationship Id="rId32" Type="http://schemas.openxmlformats.org/officeDocument/2006/relationships/customXml" Target="../ink/ink70.xml"/><Relationship Id="rId53" Type="http://schemas.openxmlformats.org/officeDocument/2006/relationships/image" Target="../media/image83.png"/><Relationship Id="rId74" Type="http://schemas.openxmlformats.org/officeDocument/2006/relationships/customXml" Target="../ink/ink91.xml"/><Relationship Id="rId128" Type="http://schemas.openxmlformats.org/officeDocument/2006/relationships/customXml" Target="../ink/ink118.xml"/><Relationship Id="rId149" Type="http://schemas.openxmlformats.org/officeDocument/2006/relationships/image" Target="../media/image131.png"/><Relationship Id="rId5" Type="http://schemas.openxmlformats.org/officeDocument/2006/relationships/image" Target="../media/image59.png"/><Relationship Id="rId95" Type="http://schemas.openxmlformats.org/officeDocument/2006/relationships/image" Target="../media/image104.png"/><Relationship Id="rId160" Type="http://schemas.openxmlformats.org/officeDocument/2006/relationships/customXml" Target="../ink/ink134.xml"/><Relationship Id="rId181" Type="http://schemas.openxmlformats.org/officeDocument/2006/relationships/image" Target="../media/image147.png"/><Relationship Id="rId216" Type="http://schemas.openxmlformats.org/officeDocument/2006/relationships/customXml" Target="../ink/ink162.xml"/><Relationship Id="rId237" Type="http://schemas.openxmlformats.org/officeDocument/2006/relationships/image" Target="../media/image175.png"/><Relationship Id="rId22" Type="http://schemas.openxmlformats.org/officeDocument/2006/relationships/customXml" Target="../ink/ink65.xml"/><Relationship Id="rId43" Type="http://schemas.openxmlformats.org/officeDocument/2006/relationships/image" Target="../media/image78.png"/><Relationship Id="rId64" Type="http://schemas.openxmlformats.org/officeDocument/2006/relationships/customXml" Target="../ink/ink86.xml"/><Relationship Id="rId118" Type="http://schemas.openxmlformats.org/officeDocument/2006/relationships/customXml" Target="../ink/ink113.xml"/><Relationship Id="rId139" Type="http://schemas.openxmlformats.org/officeDocument/2006/relationships/image" Target="../media/image126.png"/><Relationship Id="rId85" Type="http://schemas.openxmlformats.org/officeDocument/2006/relationships/image" Target="../media/image99.png"/><Relationship Id="rId150" Type="http://schemas.openxmlformats.org/officeDocument/2006/relationships/customXml" Target="../ink/ink129.xml"/><Relationship Id="rId171" Type="http://schemas.openxmlformats.org/officeDocument/2006/relationships/image" Target="../media/image142.png"/><Relationship Id="rId192" Type="http://schemas.openxmlformats.org/officeDocument/2006/relationships/customXml" Target="../ink/ink150.xml"/><Relationship Id="rId206" Type="http://schemas.openxmlformats.org/officeDocument/2006/relationships/customXml" Target="../ink/ink157.xml"/><Relationship Id="rId227" Type="http://schemas.openxmlformats.org/officeDocument/2006/relationships/image" Target="../media/image170.png"/><Relationship Id="rId12" Type="http://schemas.openxmlformats.org/officeDocument/2006/relationships/customXml" Target="../ink/ink60.xml"/><Relationship Id="rId33" Type="http://schemas.openxmlformats.org/officeDocument/2006/relationships/image" Target="../media/image73.png"/><Relationship Id="rId108" Type="http://schemas.openxmlformats.org/officeDocument/2006/relationships/customXml" Target="../ink/ink108.xml"/><Relationship Id="rId129" Type="http://schemas.openxmlformats.org/officeDocument/2006/relationships/image" Target="../media/image121.png"/><Relationship Id="rId54" Type="http://schemas.openxmlformats.org/officeDocument/2006/relationships/customXml" Target="../ink/ink81.xml"/><Relationship Id="rId75" Type="http://schemas.openxmlformats.org/officeDocument/2006/relationships/image" Target="../media/image94.png"/><Relationship Id="rId96" Type="http://schemas.openxmlformats.org/officeDocument/2006/relationships/customXml" Target="../ink/ink102.xml"/><Relationship Id="rId140" Type="http://schemas.openxmlformats.org/officeDocument/2006/relationships/customXml" Target="../ink/ink124.xml"/><Relationship Id="rId161" Type="http://schemas.openxmlformats.org/officeDocument/2006/relationships/image" Target="../media/image137.png"/><Relationship Id="rId182" Type="http://schemas.openxmlformats.org/officeDocument/2006/relationships/customXml" Target="../ink/ink145.xml"/><Relationship Id="rId217" Type="http://schemas.openxmlformats.org/officeDocument/2006/relationships/image" Target="../media/image165.png"/><Relationship Id="rId6" Type="http://schemas.openxmlformats.org/officeDocument/2006/relationships/customXml" Target="../ink/ink57.xml"/><Relationship Id="rId238" Type="http://schemas.openxmlformats.org/officeDocument/2006/relationships/customXml" Target="../ink/ink173.xml"/><Relationship Id="rId23" Type="http://schemas.openxmlformats.org/officeDocument/2006/relationships/image" Target="../media/image68.png"/><Relationship Id="rId119" Type="http://schemas.openxmlformats.org/officeDocument/2006/relationships/image" Target="../media/image116.png"/><Relationship Id="rId44" Type="http://schemas.openxmlformats.org/officeDocument/2006/relationships/customXml" Target="../ink/ink76.xml"/><Relationship Id="rId65" Type="http://schemas.openxmlformats.org/officeDocument/2006/relationships/image" Target="../media/image89.png"/><Relationship Id="rId86" Type="http://schemas.openxmlformats.org/officeDocument/2006/relationships/customXml" Target="../ink/ink97.xml"/><Relationship Id="rId130" Type="http://schemas.openxmlformats.org/officeDocument/2006/relationships/customXml" Target="../ink/ink119.xml"/><Relationship Id="rId151" Type="http://schemas.openxmlformats.org/officeDocument/2006/relationships/image" Target="../media/image132.png"/><Relationship Id="rId172" Type="http://schemas.openxmlformats.org/officeDocument/2006/relationships/customXml" Target="../ink/ink140.xml"/><Relationship Id="rId193" Type="http://schemas.openxmlformats.org/officeDocument/2006/relationships/image" Target="../media/image153.png"/><Relationship Id="rId207" Type="http://schemas.openxmlformats.org/officeDocument/2006/relationships/image" Target="../media/image160.png"/><Relationship Id="rId228" Type="http://schemas.openxmlformats.org/officeDocument/2006/relationships/customXml" Target="../ink/ink168.xml"/><Relationship Id="rId13" Type="http://schemas.openxmlformats.org/officeDocument/2006/relationships/image" Target="../media/image63.png"/><Relationship Id="rId109" Type="http://schemas.openxmlformats.org/officeDocument/2006/relationships/image" Target="../media/image111.png"/><Relationship Id="rId34" Type="http://schemas.openxmlformats.org/officeDocument/2006/relationships/customXml" Target="../ink/ink71.xml"/><Relationship Id="rId55" Type="http://schemas.openxmlformats.org/officeDocument/2006/relationships/image" Target="../media/image84.png"/><Relationship Id="rId76" Type="http://schemas.openxmlformats.org/officeDocument/2006/relationships/customXml" Target="../ink/ink92.xml"/><Relationship Id="rId97" Type="http://schemas.openxmlformats.org/officeDocument/2006/relationships/image" Target="../media/image105.png"/><Relationship Id="rId120" Type="http://schemas.openxmlformats.org/officeDocument/2006/relationships/customXml" Target="../ink/ink114.xml"/><Relationship Id="rId141" Type="http://schemas.openxmlformats.org/officeDocument/2006/relationships/image" Target="../media/image127.png"/><Relationship Id="rId7" Type="http://schemas.openxmlformats.org/officeDocument/2006/relationships/image" Target="../media/image60.png"/><Relationship Id="rId162" Type="http://schemas.openxmlformats.org/officeDocument/2006/relationships/customXml" Target="../ink/ink135.xml"/><Relationship Id="rId183" Type="http://schemas.openxmlformats.org/officeDocument/2006/relationships/image" Target="../media/image148.png"/><Relationship Id="rId218" Type="http://schemas.openxmlformats.org/officeDocument/2006/relationships/customXml" Target="../ink/ink163.xml"/><Relationship Id="rId239" Type="http://schemas.openxmlformats.org/officeDocument/2006/relationships/image" Target="../media/image176.png"/><Relationship Id="rId24" Type="http://schemas.openxmlformats.org/officeDocument/2006/relationships/customXml" Target="../ink/ink66.xml"/><Relationship Id="rId45" Type="http://schemas.openxmlformats.org/officeDocument/2006/relationships/image" Target="../media/image79.png"/><Relationship Id="rId66" Type="http://schemas.openxmlformats.org/officeDocument/2006/relationships/customXml" Target="../ink/ink87.xml"/><Relationship Id="rId87" Type="http://schemas.openxmlformats.org/officeDocument/2006/relationships/image" Target="../media/image100.png"/><Relationship Id="rId110" Type="http://schemas.openxmlformats.org/officeDocument/2006/relationships/customXml" Target="../ink/ink109.xml"/><Relationship Id="rId131" Type="http://schemas.openxmlformats.org/officeDocument/2006/relationships/image" Target="../media/image122.png"/><Relationship Id="rId152" Type="http://schemas.openxmlformats.org/officeDocument/2006/relationships/customXml" Target="../ink/ink130.xml"/><Relationship Id="rId173" Type="http://schemas.openxmlformats.org/officeDocument/2006/relationships/image" Target="../media/image143.png"/><Relationship Id="rId194" Type="http://schemas.openxmlformats.org/officeDocument/2006/relationships/customXml" Target="../ink/ink151.xml"/><Relationship Id="rId208" Type="http://schemas.openxmlformats.org/officeDocument/2006/relationships/customXml" Target="../ink/ink158.xml"/><Relationship Id="rId229" Type="http://schemas.openxmlformats.org/officeDocument/2006/relationships/image" Target="../media/image171.png"/><Relationship Id="rId240" Type="http://schemas.openxmlformats.org/officeDocument/2006/relationships/customXml" Target="../ink/ink174.xml"/><Relationship Id="rId14" Type="http://schemas.openxmlformats.org/officeDocument/2006/relationships/customXml" Target="../ink/ink61.xml"/><Relationship Id="rId35" Type="http://schemas.openxmlformats.org/officeDocument/2006/relationships/image" Target="../media/image74.png"/><Relationship Id="rId56" Type="http://schemas.openxmlformats.org/officeDocument/2006/relationships/customXml" Target="../ink/ink82.xml"/><Relationship Id="rId77" Type="http://schemas.openxmlformats.org/officeDocument/2006/relationships/image" Target="../media/image95.png"/><Relationship Id="rId100" Type="http://schemas.openxmlformats.org/officeDocument/2006/relationships/customXml" Target="../ink/ink104.xml"/><Relationship Id="rId8" Type="http://schemas.openxmlformats.org/officeDocument/2006/relationships/customXml" Target="../ink/ink58.xml"/><Relationship Id="rId98" Type="http://schemas.openxmlformats.org/officeDocument/2006/relationships/customXml" Target="../ink/ink103.xml"/><Relationship Id="rId121" Type="http://schemas.openxmlformats.org/officeDocument/2006/relationships/image" Target="../media/image117.png"/><Relationship Id="rId142" Type="http://schemas.openxmlformats.org/officeDocument/2006/relationships/customXml" Target="../ink/ink125.xml"/><Relationship Id="rId163" Type="http://schemas.openxmlformats.org/officeDocument/2006/relationships/image" Target="../media/image138.png"/><Relationship Id="rId184" Type="http://schemas.openxmlformats.org/officeDocument/2006/relationships/customXml" Target="../ink/ink146.xml"/><Relationship Id="rId219" Type="http://schemas.openxmlformats.org/officeDocument/2006/relationships/image" Target="../media/image166.png"/><Relationship Id="rId230" Type="http://schemas.openxmlformats.org/officeDocument/2006/relationships/customXml" Target="../ink/ink169.xml"/><Relationship Id="rId25" Type="http://schemas.openxmlformats.org/officeDocument/2006/relationships/image" Target="../media/image69.png"/><Relationship Id="rId46" Type="http://schemas.openxmlformats.org/officeDocument/2006/relationships/customXml" Target="../ink/ink77.xml"/><Relationship Id="rId67" Type="http://schemas.openxmlformats.org/officeDocument/2006/relationships/image" Target="../media/image90.png"/><Relationship Id="rId88" Type="http://schemas.openxmlformats.org/officeDocument/2006/relationships/customXml" Target="../ink/ink98.xml"/><Relationship Id="rId111" Type="http://schemas.openxmlformats.org/officeDocument/2006/relationships/image" Target="../media/image112.png"/><Relationship Id="rId132" Type="http://schemas.openxmlformats.org/officeDocument/2006/relationships/customXml" Target="../ink/ink120.xml"/><Relationship Id="rId153" Type="http://schemas.openxmlformats.org/officeDocument/2006/relationships/image" Target="../media/image133.png"/><Relationship Id="rId174" Type="http://schemas.openxmlformats.org/officeDocument/2006/relationships/customXml" Target="../ink/ink141.xml"/><Relationship Id="rId195" Type="http://schemas.openxmlformats.org/officeDocument/2006/relationships/image" Target="../media/image154.png"/><Relationship Id="rId209" Type="http://schemas.openxmlformats.org/officeDocument/2006/relationships/image" Target="../media/image161.png"/><Relationship Id="rId220" Type="http://schemas.openxmlformats.org/officeDocument/2006/relationships/customXml" Target="../ink/ink164.xml"/><Relationship Id="rId241" Type="http://schemas.openxmlformats.org/officeDocument/2006/relationships/image" Target="../media/image177.png"/><Relationship Id="rId15" Type="http://schemas.openxmlformats.org/officeDocument/2006/relationships/image" Target="../media/image64.png"/><Relationship Id="rId36" Type="http://schemas.openxmlformats.org/officeDocument/2006/relationships/customXml" Target="../ink/ink72.xml"/><Relationship Id="rId57" Type="http://schemas.openxmlformats.org/officeDocument/2006/relationships/image" Target="../media/image85.png"/><Relationship Id="rId106" Type="http://schemas.openxmlformats.org/officeDocument/2006/relationships/customXml" Target="../ink/ink107.xml"/><Relationship Id="rId127" Type="http://schemas.openxmlformats.org/officeDocument/2006/relationships/image" Target="../media/image120.png"/><Relationship Id="rId10" Type="http://schemas.openxmlformats.org/officeDocument/2006/relationships/customXml" Target="../ink/ink59.xml"/><Relationship Id="rId31" Type="http://schemas.openxmlformats.org/officeDocument/2006/relationships/image" Target="../media/image72.png"/><Relationship Id="rId52" Type="http://schemas.openxmlformats.org/officeDocument/2006/relationships/customXml" Target="../ink/ink80.xml"/><Relationship Id="rId73" Type="http://schemas.openxmlformats.org/officeDocument/2006/relationships/image" Target="../media/image93.png"/><Relationship Id="rId78" Type="http://schemas.openxmlformats.org/officeDocument/2006/relationships/customXml" Target="../ink/ink93.xml"/><Relationship Id="rId94" Type="http://schemas.openxmlformats.org/officeDocument/2006/relationships/customXml" Target="../ink/ink101.xml"/><Relationship Id="rId99" Type="http://schemas.openxmlformats.org/officeDocument/2006/relationships/image" Target="../media/image106.png"/><Relationship Id="rId101" Type="http://schemas.openxmlformats.org/officeDocument/2006/relationships/image" Target="../media/image107.png"/><Relationship Id="rId122" Type="http://schemas.openxmlformats.org/officeDocument/2006/relationships/customXml" Target="../ink/ink115.xml"/><Relationship Id="rId143" Type="http://schemas.openxmlformats.org/officeDocument/2006/relationships/image" Target="../media/image128.png"/><Relationship Id="rId148" Type="http://schemas.openxmlformats.org/officeDocument/2006/relationships/customXml" Target="../ink/ink128.xml"/><Relationship Id="rId164" Type="http://schemas.openxmlformats.org/officeDocument/2006/relationships/customXml" Target="../ink/ink136.xml"/><Relationship Id="rId169" Type="http://schemas.openxmlformats.org/officeDocument/2006/relationships/image" Target="../media/image141.png"/><Relationship Id="rId185" Type="http://schemas.openxmlformats.org/officeDocument/2006/relationships/image" Target="../media/image149.png"/><Relationship Id="rId4" Type="http://schemas.openxmlformats.org/officeDocument/2006/relationships/customXml" Target="../ink/ink56.xml"/><Relationship Id="rId9" Type="http://schemas.openxmlformats.org/officeDocument/2006/relationships/image" Target="../media/image61.png"/><Relationship Id="rId180" Type="http://schemas.openxmlformats.org/officeDocument/2006/relationships/customXml" Target="../ink/ink144.xml"/><Relationship Id="rId210" Type="http://schemas.openxmlformats.org/officeDocument/2006/relationships/customXml" Target="../ink/ink159.xml"/><Relationship Id="rId215" Type="http://schemas.openxmlformats.org/officeDocument/2006/relationships/image" Target="../media/image164.png"/><Relationship Id="rId236" Type="http://schemas.openxmlformats.org/officeDocument/2006/relationships/customXml" Target="../ink/ink172.xml"/><Relationship Id="rId26" Type="http://schemas.openxmlformats.org/officeDocument/2006/relationships/customXml" Target="../ink/ink67.xml"/><Relationship Id="rId231" Type="http://schemas.openxmlformats.org/officeDocument/2006/relationships/image" Target="../media/image172.png"/><Relationship Id="rId47" Type="http://schemas.openxmlformats.org/officeDocument/2006/relationships/image" Target="../media/image80.png"/><Relationship Id="rId68" Type="http://schemas.openxmlformats.org/officeDocument/2006/relationships/customXml" Target="../ink/ink88.xml"/><Relationship Id="rId89" Type="http://schemas.openxmlformats.org/officeDocument/2006/relationships/image" Target="../media/image101.png"/><Relationship Id="rId112" Type="http://schemas.openxmlformats.org/officeDocument/2006/relationships/customXml" Target="../ink/ink110.xml"/><Relationship Id="rId133" Type="http://schemas.openxmlformats.org/officeDocument/2006/relationships/image" Target="../media/image123.png"/><Relationship Id="rId154" Type="http://schemas.openxmlformats.org/officeDocument/2006/relationships/customXml" Target="../ink/ink131.xml"/><Relationship Id="rId175" Type="http://schemas.openxmlformats.org/officeDocument/2006/relationships/image" Target="../media/image144.png"/><Relationship Id="rId196" Type="http://schemas.openxmlformats.org/officeDocument/2006/relationships/customXml" Target="../ink/ink152.xml"/><Relationship Id="rId200" Type="http://schemas.openxmlformats.org/officeDocument/2006/relationships/customXml" Target="../ink/ink154.xml"/><Relationship Id="rId16" Type="http://schemas.openxmlformats.org/officeDocument/2006/relationships/customXml" Target="../ink/ink62.xml"/><Relationship Id="rId221" Type="http://schemas.openxmlformats.org/officeDocument/2006/relationships/image" Target="../media/image167.png"/><Relationship Id="rId242" Type="http://schemas.openxmlformats.org/officeDocument/2006/relationships/customXml" Target="../ink/ink175.xml"/><Relationship Id="rId37" Type="http://schemas.openxmlformats.org/officeDocument/2006/relationships/image" Target="../media/image75.png"/><Relationship Id="rId58" Type="http://schemas.openxmlformats.org/officeDocument/2006/relationships/customXml" Target="../ink/ink83.xml"/><Relationship Id="rId79" Type="http://schemas.openxmlformats.org/officeDocument/2006/relationships/image" Target="../media/image96.png"/><Relationship Id="rId102" Type="http://schemas.openxmlformats.org/officeDocument/2006/relationships/customXml" Target="../ink/ink105.xml"/><Relationship Id="rId123" Type="http://schemas.openxmlformats.org/officeDocument/2006/relationships/image" Target="../media/image118.png"/><Relationship Id="rId144" Type="http://schemas.openxmlformats.org/officeDocument/2006/relationships/customXml" Target="../ink/ink126.xml"/><Relationship Id="rId90" Type="http://schemas.openxmlformats.org/officeDocument/2006/relationships/customXml" Target="../ink/ink99.xml"/><Relationship Id="rId165" Type="http://schemas.openxmlformats.org/officeDocument/2006/relationships/image" Target="../media/image139.png"/><Relationship Id="rId186" Type="http://schemas.openxmlformats.org/officeDocument/2006/relationships/customXml" Target="../ink/ink147.xml"/><Relationship Id="rId211" Type="http://schemas.openxmlformats.org/officeDocument/2006/relationships/image" Target="../media/image162.png"/><Relationship Id="rId232" Type="http://schemas.openxmlformats.org/officeDocument/2006/relationships/customXml" Target="../ink/ink170.xml"/><Relationship Id="rId27" Type="http://schemas.openxmlformats.org/officeDocument/2006/relationships/image" Target="../media/image70.png"/><Relationship Id="rId48" Type="http://schemas.openxmlformats.org/officeDocument/2006/relationships/customXml" Target="../ink/ink78.xml"/><Relationship Id="rId69" Type="http://schemas.openxmlformats.org/officeDocument/2006/relationships/image" Target="../media/image91.png"/><Relationship Id="rId113" Type="http://schemas.openxmlformats.org/officeDocument/2006/relationships/image" Target="../media/image113.png"/><Relationship Id="rId134" Type="http://schemas.openxmlformats.org/officeDocument/2006/relationships/customXml" Target="../ink/ink121.xml"/><Relationship Id="rId80" Type="http://schemas.openxmlformats.org/officeDocument/2006/relationships/customXml" Target="../ink/ink94.xml"/><Relationship Id="rId155" Type="http://schemas.openxmlformats.org/officeDocument/2006/relationships/image" Target="../media/image134.png"/><Relationship Id="rId176" Type="http://schemas.openxmlformats.org/officeDocument/2006/relationships/customXml" Target="../ink/ink142.xml"/><Relationship Id="rId197" Type="http://schemas.openxmlformats.org/officeDocument/2006/relationships/image" Target="../media/image155.png"/><Relationship Id="rId201" Type="http://schemas.openxmlformats.org/officeDocument/2006/relationships/image" Target="../media/image157.png"/><Relationship Id="rId222" Type="http://schemas.openxmlformats.org/officeDocument/2006/relationships/customXml" Target="../ink/ink165.xml"/><Relationship Id="rId243" Type="http://schemas.openxmlformats.org/officeDocument/2006/relationships/image" Target="../media/image178.png"/><Relationship Id="rId17" Type="http://schemas.openxmlformats.org/officeDocument/2006/relationships/image" Target="../media/image65.png"/><Relationship Id="rId38" Type="http://schemas.openxmlformats.org/officeDocument/2006/relationships/customXml" Target="../ink/ink73.xml"/><Relationship Id="rId59" Type="http://schemas.openxmlformats.org/officeDocument/2006/relationships/image" Target="../media/image86.png"/><Relationship Id="rId103" Type="http://schemas.openxmlformats.org/officeDocument/2006/relationships/image" Target="../media/image108.png"/><Relationship Id="rId124" Type="http://schemas.openxmlformats.org/officeDocument/2006/relationships/customXml" Target="../ink/ink116.xml"/><Relationship Id="rId70" Type="http://schemas.openxmlformats.org/officeDocument/2006/relationships/customXml" Target="../ink/ink89.xml"/><Relationship Id="rId91" Type="http://schemas.openxmlformats.org/officeDocument/2006/relationships/image" Target="../media/image102.png"/><Relationship Id="rId145" Type="http://schemas.openxmlformats.org/officeDocument/2006/relationships/image" Target="../media/image129.png"/><Relationship Id="rId166" Type="http://schemas.openxmlformats.org/officeDocument/2006/relationships/customXml" Target="../ink/ink137.xml"/><Relationship Id="rId187" Type="http://schemas.openxmlformats.org/officeDocument/2006/relationships/image" Target="../media/image15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60.xml"/><Relationship Id="rId233" Type="http://schemas.openxmlformats.org/officeDocument/2006/relationships/image" Target="../media/image173.png"/><Relationship Id="rId28" Type="http://schemas.openxmlformats.org/officeDocument/2006/relationships/customXml" Target="../ink/ink68.xml"/><Relationship Id="rId49" Type="http://schemas.openxmlformats.org/officeDocument/2006/relationships/image" Target="../media/image81.png"/><Relationship Id="rId114" Type="http://schemas.openxmlformats.org/officeDocument/2006/relationships/customXml" Target="../ink/ink111.xml"/><Relationship Id="rId60" Type="http://schemas.openxmlformats.org/officeDocument/2006/relationships/customXml" Target="../ink/ink84.xml"/><Relationship Id="rId81" Type="http://schemas.openxmlformats.org/officeDocument/2006/relationships/image" Target="../media/image97.png"/><Relationship Id="rId135" Type="http://schemas.openxmlformats.org/officeDocument/2006/relationships/image" Target="../media/image124.png"/><Relationship Id="rId156" Type="http://schemas.openxmlformats.org/officeDocument/2006/relationships/customXml" Target="../ink/ink132.xml"/><Relationship Id="rId177" Type="http://schemas.openxmlformats.org/officeDocument/2006/relationships/image" Target="../media/image145.png"/><Relationship Id="rId198" Type="http://schemas.openxmlformats.org/officeDocument/2006/relationships/customXml" Target="../ink/ink153.xml"/><Relationship Id="rId202" Type="http://schemas.openxmlformats.org/officeDocument/2006/relationships/customXml" Target="../ink/ink155.xml"/><Relationship Id="rId223" Type="http://schemas.openxmlformats.org/officeDocument/2006/relationships/image" Target="../media/image168.png"/><Relationship Id="rId18" Type="http://schemas.openxmlformats.org/officeDocument/2006/relationships/customXml" Target="../ink/ink63.xml"/><Relationship Id="rId39" Type="http://schemas.openxmlformats.org/officeDocument/2006/relationships/image" Target="../media/image76.png"/><Relationship Id="rId50" Type="http://schemas.openxmlformats.org/officeDocument/2006/relationships/customXml" Target="../ink/ink79.xml"/><Relationship Id="rId104" Type="http://schemas.openxmlformats.org/officeDocument/2006/relationships/customXml" Target="../ink/ink106.xml"/><Relationship Id="rId125" Type="http://schemas.openxmlformats.org/officeDocument/2006/relationships/image" Target="../media/image119.png"/><Relationship Id="rId146" Type="http://schemas.openxmlformats.org/officeDocument/2006/relationships/customXml" Target="../ink/ink127.xml"/><Relationship Id="rId167" Type="http://schemas.openxmlformats.org/officeDocument/2006/relationships/image" Target="../media/image140.png"/><Relationship Id="rId188" Type="http://schemas.openxmlformats.org/officeDocument/2006/relationships/customXml" Target="../ink/ink148.xml"/><Relationship Id="rId71" Type="http://schemas.openxmlformats.org/officeDocument/2006/relationships/image" Target="../media/image92.png"/><Relationship Id="rId92" Type="http://schemas.openxmlformats.org/officeDocument/2006/relationships/customXml" Target="../ink/ink100.xml"/><Relationship Id="rId213" Type="http://schemas.openxmlformats.org/officeDocument/2006/relationships/image" Target="../media/image163.png"/><Relationship Id="rId234" Type="http://schemas.openxmlformats.org/officeDocument/2006/relationships/customXml" Target="../ink/ink171.xml"/><Relationship Id="rId2" Type="http://schemas.openxmlformats.org/officeDocument/2006/relationships/customXml" Target="../ink/ink55.xml"/><Relationship Id="rId29" Type="http://schemas.openxmlformats.org/officeDocument/2006/relationships/image" Target="../media/image71.png"/><Relationship Id="rId40" Type="http://schemas.openxmlformats.org/officeDocument/2006/relationships/customXml" Target="../ink/ink74.xml"/><Relationship Id="rId115" Type="http://schemas.openxmlformats.org/officeDocument/2006/relationships/image" Target="../media/image114.png"/><Relationship Id="rId136" Type="http://schemas.openxmlformats.org/officeDocument/2006/relationships/customXml" Target="../ink/ink122.xml"/><Relationship Id="rId157" Type="http://schemas.openxmlformats.org/officeDocument/2006/relationships/image" Target="../media/image135.png"/><Relationship Id="rId178" Type="http://schemas.openxmlformats.org/officeDocument/2006/relationships/customXml" Target="../ink/ink143.xml"/><Relationship Id="rId61" Type="http://schemas.openxmlformats.org/officeDocument/2006/relationships/image" Target="../media/image87.png"/><Relationship Id="rId82" Type="http://schemas.openxmlformats.org/officeDocument/2006/relationships/customXml" Target="../ink/ink95.xml"/><Relationship Id="rId199" Type="http://schemas.openxmlformats.org/officeDocument/2006/relationships/image" Target="../media/image156.png"/><Relationship Id="rId203" Type="http://schemas.openxmlformats.org/officeDocument/2006/relationships/image" Target="../media/image158.png"/><Relationship Id="rId19" Type="http://schemas.openxmlformats.org/officeDocument/2006/relationships/image" Target="../media/image66.png"/><Relationship Id="rId224" Type="http://schemas.openxmlformats.org/officeDocument/2006/relationships/customXml" Target="../ink/ink166.xml"/><Relationship Id="rId30" Type="http://schemas.openxmlformats.org/officeDocument/2006/relationships/customXml" Target="../ink/ink69.xml"/><Relationship Id="rId105" Type="http://schemas.openxmlformats.org/officeDocument/2006/relationships/image" Target="../media/image109.png"/><Relationship Id="rId126" Type="http://schemas.openxmlformats.org/officeDocument/2006/relationships/customXml" Target="../ink/ink117.xml"/><Relationship Id="rId147" Type="http://schemas.openxmlformats.org/officeDocument/2006/relationships/image" Target="../media/image130.png"/><Relationship Id="rId168" Type="http://schemas.openxmlformats.org/officeDocument/2006/relationships/customXml" Target="../ink/ink138.xml"/><Relationship Id="rId51" Type="http://schemas.openxmlformats.org/officeDocument/2006/relationships/image" Target="../media/image82.png"/><Relationship Id="rId72" Type="http://schemas.openxmlformats.org/officeDocument/2006/relationships/customXml" Target="../ink/ink90.xml"/><Relationship Id="rId93" Type="http://schemas.openxmlformats.org/officeDocument/2006/relationships/image" Target="../media/image103.png"/><Relationship Id="rId189" Type="http://schemas.openxmlformats.org/officeDocument/2006/relationships/image" Target="../media/image151.png"/><Relationship Id="rId3" Type="http://schemas.openxmlformats.org/officeDocument/2006/relationships/image" Target="../media/image58.png"/><Relationship Id="rId214" Type="http://schemas.openxmlformats.org/officeDocument/2006/relationships/customXml" Target="../ink/ink161.xml"/><Relationship Id="rId235" Type="http://schemas.openxmlformats.org/officeDocument/2006/relationships/image" Target="../media/image174.png"/><Relationship Id="rId116" Type="http://schemas.openxmlformats.org/officeDocument/2006/relationships/customXml" Target="../ink/ink112.xml"/><Relationship Id="rId137" Type="http://schemas.openxmlformats.org/officeDocument/2006/relationships/image" Target="../media/image125.png"/><Relationship Id="rId158" Type="http://schemas.openxmlformats.org/officeDocument/2006/relationships/customXml" Target="../ink/ink133.xml"/><Relationship Id="rId20" Type="http://schemas.openxmlformats.org/officeDocument/2006/relationships/customXml" Target="../ink/ink64.xml"/><Relationship Id="rId41" Type="http://schemas.openxmlformats.org/officeDocument/2006/relationships/image" Target="../media/image77.png"/><Relationship Id="rId62" Type="http://schemas.openxmlformats.org/officeDocument/2006/relationships/customXml" Target="../ink/ink85.xml"/><Relationship Id="rId83" Type="http://schemas.openxmlformats.org/officeDocument/2006/relationships/image" Target="../media/image98.png"/><Relationship Id="rId179" Type="http://schemas.openxmlformats.org/officeDocument/2006/relationships/image" Target="../media/image146.png"/><Relationship Id="rId190" Type="http://schemas.openxmlformats.org/officeDocument/2006/relationships/customXml" Target="../ink/ink149.xml"/><Relationship Id="rId204" Type="http://schemas.openxmlformats.org/officeDocument/2006/relationships/customXml" Target="../ink/ink156.xml"/><Relationship Id="rId225" Type="http://schemas.openxmlformats.org/officeDocument/2006/relationships/image" Target="../media/image169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6.png"/><Relationship Id="rId21" Type="http://schemas.openxmlformats.org/officeDocument/2006/relationships/image" Target="../media/image188.png"/><Relationship Id="rId42" Type="http://schemas.openxmlformats.org/officeDocument/2006/relationships/customXml" Target="../ink/ink196.xml"/><Relationship Id="rId63" Type="http://schemas.openxmlformats.org/officeDocument/2006/relationships/image" Target="../media/image209.png"/><Relationship Id="rId84" Type="http://schemas.openxmlformats.org/officeDocument/2006/relationships/customXml" Target="../ink/ink217.xml"/><Relationship Id="rId138" Type="http://schemas.openxmlformats.org/officeDocument/2006/relationships/customXml" Target="../ink/ink244.xml"/><Relationship Id="rId159" Type="http://schemas.openxmlformats.org/officeDocument/2006/relationships/image" Target="../media/image257.png"/><Relationship Id="rId107" Type="http://schemas.openxmlformats.org/officeDocument/2006/relationships/image" Target="../media/image231.png"/><Relationship Id="rId11" Type="http://schemas.openxmlformats.org/officeDocument/2006/relationships/image" Target="../media/image183.png"/><Relationship Id="rId32" Type="http://schemas.openxmlformats.org/officeDocument/2006/relationships/customXml" Target="../ink/ink191.xml"/><Relationship Id="rId53" Type="http://schemas.openxmlformats.org/officeDocument/2006/relationships/image" Target="../media/image204.png"/><Relationship Id="rId74" Type="http://schemas.openxmlformats.org/officeDocument/2006/relationships/customXml" Target="../ink/ink212.xml"/><Relationship Id="rId128" Type="http://schemas.openxmlformats.org/officeDocument/2006/relationships/customXml" Target="../ink/ink239.xml"/><Relationship Id="rId149" Type="http://schemas.openxmlformats.org/officeDocument/2006/relationships/image" Target="../media/image252.png"/><Relationship Id="rId5" Type="http://schemas.openxmlformats.org/officeDocument/2006/relationships/image" Target="../media/image180.png"/><Relationship Id="rId95" Type="http://schemas.openxmlformats.org/officeDocument/2006/relationships/image" Target="../media/image225.png"/><Relationship Id="rId22" Type="http://schemas.openxmlformats.org/officeDocument/2006/relationships/customXml" Target="../ink/ink186.xml"/><Relationship Id="rId43" Type="http://schemas.openxmlformats.org/officeDocument/2006/relationships/image" Target="../media/image199.png"/><Relationship Id="rId64" Type="http://schemas.openxmlformats.org/officeDocument/2006/relationships/customXml" Target="../ink/ink207.xml"/><Relationship Id="rId118" Type="http://schemas.openxmlformats.org/officeDocument/2006/relationships/customXml" Target="../ink/ink234.xml"/><Relationship Id="rId139" Type="http://schemas.openxmlformats.org/officeDocument/2006/relationships/image" Target="../media/image247.png"/><Relationship Id="rId80" Type="http://schemas.openxmlformats.org/officeDocument/2006/relationships/customXml" Target="../ink/ink215.xml"/><Relationship Id="rId85" Type="http://schemas.openxmlformats.org/officeDocument/2006/relationships/image" Target="../media/image220.png"/><Relationship Id="rId150" Type="http://schemas.openxmlformats.org/officeDocument/2006/relationships/customXml" Target="../ink/ink250.xml"/><Relationship Id="rId155" Type="http://schemas.openxmlformats.org/officeDocument/2006/relationships/image" Target="../media/image255.png"/><Relationship Id="rId12" Type="http://schemas.openxmlformats.org/officeDocument/2006/relationships/customXml" Target="../ink/ink181.xml"/><Relationship Id="rId17" Type="http://schemas.openxmlformats.org/officeDocument/2006/relationships/image" Target="../media/image186.png"/><Relationship Id="rId33" Type="http://schemas.openxmlformats.org/officeDocument/2006/relationships/image" Target="../media/image194.png"/><Relationship Id="rId38" Type="http://schemas.openxmlformats.org/officeDocument/2006/relationships/customXml" Target="../ink/ink194.xml"/><Relationship Id="rId59" Type="http://schemas.openxmlformats.org/officeDocument/2006/relationships/image" Target="../media/image207.png"/><Relationship Id="rId103" Type="http://schemas.openxmlformats.org/officeDocument/2006/relationships/image" Target="../media/image229.png"/><Relationship Id="rId108" Type="http://schemas.openxmlformats.org/officeDocument/2006/relationships/customXml" Target="../ink/ink229.xml"/><Relationship Id="rId124" Type="http://schemas.openxmlformats.org/officeDocument/2006/relationships/customXml" Target="../ink/ink237.xml"/><Relationship Id="rId129" Type="http://schemas.openxmlformats.org/officeDocument/2006/relationships/image" Target="../media/image242.png"/><Relationship Id="rId54" Type="http://schemas.openxmlformats.org/officeDocument/2006/relationships/customXml" Target="../ink/ink202.xml"/><Relationship Id="rId70" Type="http://schemas.openxmlformats.org/officeDocument/2006/relationships/customXml" Target="../ink/ink210.xml"/><Relationship Id="rId75" Type="http://schemas.openxmlformats.org/officeDocument/2006/relationships/image" Target="../media/image215.png"/><Relationship Id="rId91" Type="http://schemas.openxmlformats.org/officeDocument/2006/relationships/image" Target="../media/image223.png"/><Relationship Id="rId96" Type="http://schemas.openxmlformats.org/officeDocument/2006/relationships/customXml" Target="../ink/ink223.xml"/><Relationship Id="rId140" Type="http://schemas.openxmlformats.org/officeDocument/2006/relationships/customXml" Target="../ink/ink245.xml"/><Relationship Id="rId145" Type="http://schemas.openxmlformats.org/officeDocument/2006/relationships/image" Target="../media/image25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8.xml"/><Relationship Id="rId23" Type="http://schemas.openxmlformats.org/officeDocument/2006/relationships/image" Target="../media/image189.png"/><Relationship Id="rId28" Type="http://schemas.openxmlformats.org/officeDocument/2006/relationships/customXml" Target="../ink/ink189.xml"/><Relationship Id="rId49" Type="http://schemas.openxmlformats.org/officeDocument/2006/relationships/image" Target="../media/image202.png"/><Relationship Id="rId114" Type="http://schemas.openxmlformats.org/officeDocument/2006/relationships/customXml" Target="../ink/ink232.xml"/><Relationship Id="rId119" Type="http://schemas.openxmlformats.org/officeDocument/2006/relationships/image" Target="../media/image237.png"/><Relationship Id="rId44" Type="http://schemas.openxmlformats.org/officeDocument/2006/relationships/customXml" Target="../ink/ink197.xml"/><Relationship Id="rId60" Type="http://schemas.openxmlformats.org/officeDocument/2006/relationships/customXml" Target="../ink/ink205.xml"/><Relationship Id="rId65" Type="http://schemas.openxmlformats.org/officeDocument/2006/relationships/image" Target="../media/image210.png"/><Relationship Id="rId81" Type="http://schemas.openxmlformats.org/officeDocument/2006/relationships/image" Target="../media/image218.png"/><Relationship Id="rId86" Type="http://schemas.openxmlformats.org/officeDocument/2006/relationships/customXml" Target="../ink/ink218.xml"/><Relationship Id="rId130" Type="http://schemas.openxmlformats.org/officeDocument/2006/relationships/customXml" Target="../ink/ink240.xml"/><Relationship Id="rId135" Type="http://schemas.openxmlformats.org/officeDocument/2006/relationships/image" Target="../media/image245.png"/><Relationship Id="rId151" Type="http://schemas.openxmlformats.org/officeDocument/2006/relationships/image" Target="../media/image253.png"/><Relationship Id="rId156" Type="http://schemas.openxmlformats.org/officeDocument/2006/relationships/customXml" Target="../ink/ink253.xml"/><Relationship Id="rId13" Type="http://schemas.openxmlformats.org/officeDocument/2006/relationships/image" Target="../media/image184.png"/><Relationship Id="rId18" Type="http://schemas.openxmlformats.org/officeDocument/2006/relationships/customXml" Target="../ink/ink184.xml"/><Relationship Id="rId39" Type="http://schemas.openxmlformats.org/officeDocument/2006/relationships/image" Target="../media/image197.png"/><Relationship Id="rId109" Type="http://schemas.openxmlformats.org/officeDocument/2006/relationships/image" Target="../media/image232.png"/><Relationship Id="rId34" Type="http://schemas.openxmlformats.org/officeDocument/2006/relationships/customXml" Target="../ink/ink192.xml"/><Relationship Id="rId50" Type="http://schemas.openxmlformats.org/officeDocument/2006/relationships/customXml" Target="../ink/ink200.xml"/><Relationship Id="rId55" Type="http://schemas.openxmlformats.org/officeDocument/2006/relationships/image" Target="../media/image205.png"/><Relationship Id="rId76" Type="http://schemas.openxmlformats.org/officeDocument/2006/relationships/customXml" Target="../ink/ink213.xml"/><Relationship Id="rId97" Type="http://schemas.openxmlformats.org/officeDocument/2006/relationships/image" Target="../media/image226.png"/><Relationship Id="rId104" Type="http://schemas.openxmlformats.org/officeDocument/2006/relationships/customXml" Target="../ink/ink227.xml"/><Relationship Id="rId120" Type="http://schemas.openxmlformats.org/officeDocument/2006/relationships/customXml" Target="../ink/ink235.xml"/><Relationship Id="rId125" Type="http://schemas.openxmlformats.org/officeDocument/2006/relationships/image" Target="../media/image240.png"/><Relationship Id="rId141" Type="http://schemas.openxmlformats.org/officeDocument/2006/relationships/image" Target="../media/image248.png"/><Relationship Id="rId146" Type="http://schemas.openxmlformats.org/officeDocument/2006/relationships/customXml" Target="../ink/ink248.xml"/><Relationship Id="rId7" Type="http://schemas.openxmlformats.org/officeDocument/2006/relationships/image" Target="../media/image181.png"/><Relationship Id="rId71" Type="http://schemas.openxmlformats.org/officeDocument/2006/relationships/image" Target="../media/image213.png"/><Relationship Id="rId92" Type="http://schemas.openxmlformats.org/officeDocument/2006/relationships/customXml" Target="../ink/ink221.xml"/><Relationship Id="rId2" Type="http://schemas.openxmlformats.org/officeDocument/2006/relationships/customXml" Target="../ink/ink176.xml"/><Relationship Id="rId29" Type="http://schemas.openxmlformats.org/officeDocument/2006/relationships/image" Target="../media/image192.png"/><Relationship Id="rId24" Type="http://schemas.openxmlformats.org/officeDocument/2006/relationships/customXml" Target="../ink/ink187.xml"/><Relationship Id="rId40" Type="http://schemas.openxmlformats.org/officeDocument/2006/relationships/customXml" Target="../ink/ink195.xml"/><Relationship Id="rId45" Type="http://schemas.openxmlformats.org/officeDocument/2006/relationships/image" Target="../media/image200.png"/><Relationship Id="rId66" Type="http://schemas.openxmlformats.org/officeDocument/2006/relationships/customXml" Target="../ink/ink208.xml"/><Relationship Id="rId87" Type="http://schemas.openxmlformats.org/officeDocument/2006/relationships/image" Target="../media/image221.png"/><Relationship Id="rId110" Type="http://schemas.openxmlformats.org/officeDocument/2006/relationships/customXml" Target="../ink/ink230.xml"/><Relationship Id="rId115" Type="http://schemas.openxmlformats.org/officeDocument/2006/relationships/image" Target="../media/image235.png"/><Relationship Id="rId131" Type="http://schemas.openxmlformats.org/officeDocument/2006/relationships/image" Target="../media/image243.png"/><Relationship Id="rId136" Type="http://schemas.openxmlformats.org/officeDocument/2006/relationships/customXml" Target="../ink/ink243.xml"/><Relationship Id="rId157" Type="http://schemas.openxmlformats.org/officeDocument/2006/relationships/image" Target="../media/image256.png"/><Relationship Id="rId61" Type="http://schemas.openxmlformats.org/officeDocument/2006/relationships/image" Target="../media/image208.png"/><Relationship Id="rId82" Type="http://schemas.openxmlformats.org/officeDocument/2006/relationships/customXml" Target="../ink/ink216.xml"/><Relationship Id="rId152" Type="http://schemas.openxmlformats.org/officeDocument/2006/relationships/customXml" Target="../ink/ink251.xml"/><Relationship Id="rId19" Type="http://schemas.openxmlformats.org/officeDocument/2006/relationships/image" Target="../media/image187.png"/><Relationship Id="rId14" Type="http://schemas.openxmlformats.org/officeDocument/2006/relationships/customXml" Target="../ink/ink182.xml"/><Relationship Id="rId30" Type="http://schemas.openxmlformats.org/officeDocument/2006/relationships/customXml" Target="../ink/ink190.xml"/><Relationship Id="rId35" Type="http://schemas.openxmlformats.org/officeDocument/2006/relationships/image" Target="../media/image195.png"/><Relationship Id="rId56" Type="http://schemas.openxmlformats.org/officeDocument/2006/relationships/customXml" Target="../ink/ink203.xml"/><Relationship Id="rId77" Type="http://schemas.openxmlformats.org/officeDocument/2006/relationships/image" Target="../media/image216.png"/><Relationship Id="rId100" Type="http://schemas.openxmlformats.org/officeDocument/2006/relationships/customXml" Target="../ink/ink225.xml"/><Relationship Id="rId105" Type="http://schemas.openxmlformats.org/officeDocument/2006/relationships/image" Target="../media/image230.png"/><Relationship Id="rId126" Type="http://schemas.openxmlformats.org/officeDocument/2006/relationships/customXml" Target="../ink/ink238.xml"/><Relationship Id="rId147" Type="http://schemas.openxmlformats.org/officeDocument/2006/relationships/image" Target="../media/image251.png"/><Relationship Id="rId8" Type="http://schemas.openxmlformats.org/officeDocument/2006/relationships/customXml" Target="../ink/ink179.xml"/><Relationship Id="rId51" Type="http://schemas.openxmlformats.org/officeDocument/2006/relationships/image" Target="../media/image203.png"/><Relationship Id="rId72" Type="http://schemas.openxmlformats.org/officeDocument/2006/relationships/customXml" Target="../ink/ink211.xml"/><Relationship Id="rId93" Type="http://schemas.openxmlformats.org/officeDocument/2006/relationships/image" Target="../media/image224.png"/><Relationship Id="rId98" Type="http://schemas.openxmlformats.org/officeDocument/2006/relationships/customXml" Target="../ink/ink224.xml"/><Relationship Id="rId121" Type="http://schemas.openxmlformats.org/officeDocument/2006/relationships/image" Target="../media/image238.png"/><Relationship Id="rId142" Type="http://schemas.openxmlformats.org/officeDocument/2006/relationships/customXml" Target="../ink/ink246.xml"/><Relationship Id="rId3" Type="http://schemas.openxmlformats.org/officeDocument/2006/relationships/image" Target="../media/image179.png"/><Relationship Id="rId25" Type="http://schemas.openxmlformats.org/officeDocument/2006/relationships/image" Target="../media/image190.png"/><Relationship Id="rId46" Type="http://schemas.openxmlformats.org/officeDocument/2006/relationships/customXml" Target="../ink/ink198.xml"/><Relationship Id="rId67" Type="http://schemas.openxmlformats.org/officeDocument/2006/relationships/image" Target="../media/image211.png"/><Relationship Id="rId116" Type="http://schemas.openxmlformats.org/officeDocument/2006/relationships/customXml" Target="../ink/ink233.xml"/><Relationship Id="rId137" Type="http://schemas.openxmlformats.org/officeDocument/2006/relationships/image" Target="../media/image246.png"/><Relationship Id="rId158" Type="http://schemas.openxmlformats.org/officeDocument/2006/relationships/customXml" Target="../ink/ink254.xml"/><Relationship Id="rId20" Type="http://schemas.openxmlformats.org/officeDocument/2006/relationships/customXml" Target="../ink/ink185.xml"/><Relationship Id="rId41" Type="http://schemas.openxmlformats.org/officeDocument/2006/relationships/image" Target="../media/image198.png"/><Relationship Id="rId62" Type="http://schemas.openxmlformats.org/officeDocument/2006/relationships/customXml" Target="../ink/ink206.xml"/><Relationship Id="rId83" Type="http://schemas.openxmlformats.org/officeDocument/2006/relationships/image" Target="../media/image219.png"/><Relationship Id="rId88" Type="http://schemas.openxmlformats.org/officeDocument/2006/relationships/customXml" Target="../ink/ink219.xml"/><Relationship Id="rId111" Type="http://schemas.openxmlformats.org/officeDocument/2006/relationships/image" Target="../media/image233.png"/><Relationship Id="rId132" Type="http://schemas.openxmlformats.org/officeDocument/2006/relationships/customXml" Target="../ink/ink241.xml"/><Relationship Id="rId153" Type="http://schemas.openxmlformats.org/officeDocument/2006/relationships/image" Target="../media/image254.png"/><Relationship Id="rId15" Type="http://schemas.openxmlformats.org/officeDocument/2006/relationships/image" Target="../media/image185.png"/><Relationship Id="rId36" Type="http://schemas.openxmlformats.org/officeDocument/2006/relationships/customXml" Target="../ink/ink193.xml"/><Relationship Id="rId57" Type="http://schemas.openxmlformats.org/officeDocument/2006/relationships/image" Target="../media/image206.png"/><Relationship Id="rId106" Type="http://schemas.openxmlformats.org/officeDocument/2006/relationships/customXml" Target="../ink/ink228.xml"/><Relationship Id="rId127" Type="http://schemas.openxmlformats.org/officeDocument/2006/relationships/image" Target="../media/image241.png"/><Relationship Id="rId10" Type="http://schemas.openxmlformats.org/officeDocument/2006/relationships/customXml" Target="../ink/ink180.xml"/><Relationship Id="rId31" Type="http://schemas.openxmlformats.org/officeDocument/2006/relationships/image" Target="../media/image193.png"/><Relationship Id="rId52" Type="http://schemas.openxmlformats.org/officeDocument/2006/relationships/customXml" Target="../ink/ink201.xml"/><Relationship Id="rId73" Type="http://schemas.openxmlformats.org/officeDocument/2006/relationships/image" Target="../media/image214.png"/><Relationship Id="rId78" Type="http://schemas.openxmlformats.org/officeDocument/2006/relationships/customXml" Target="../ink/ink214.xml"/><Relationship Id="rId94" Type="http://schemas.openxmlformats.org/officeDocument/2006/relationships/customXml" Target="../ink/ink222.xml"/><Relationship Id="rId99" Type="http://schemas.openxmlformats.org/officeDocument/2006/relationships/image" Target="../media/image227.png"/><Relationship Id="rId101" Type="http://schemas.openxmlformats.org/officeDocument/2006/relationships/image" Target="../media/image228.png"/><Relationship Id="rId122" Type="http://schemas.openxmlformats.org/officeDocument/2006/relationships/customXml" Target="../ink/ink236.xml"/><Relationship Id="rId143" Type="http://schemas.openxmlformats.org/officeDocument/2006/relationships/image" Target="../media/image249.png"/><Relationship Id="rId148" Type="http://schemas.openxmlformats.org/officeDocument/2006/relationships/customXml" Target="../ink/ink249.xml"/><Relationship Id="rId4" Type="http://schemas.openxmlformats.org/officeDocument/2006/relationships/customXml" Target="../ink/ink177.xml"/><Relationship Id="rId9" Type="http://schemas.openxmlformats.org/officeDocument/2006/relationships/image" Target="../media/image182.png"/><Relationship Id="rId26" Type="http://schemas.openxmlformats.org/officeDocument/2006/relationships/customXml" Target="../ink/ink188.xml"/><Relationship Id="rId47" Type="http://schemas.openxmlformats.org/officeDocument/2006/relationships/image" Target="../media/image201.png"/><Relationship Id="rId68" Type="http://schemas.openxmlformats.org/officeDocument/2006/relationships/customXml" Target="../ink/ink209.xml"/><Relationship Id="rId89" Type="http://schemas.openxmlformats.org/officeDocument/2006/relationships/image" Target="../media/image222.png"/><Relationship Id="rId112" Type="http://schemas.openxmlformats.org/officeDocument/2006/relationships/customXml" Target="../ink/ink231.xml"/><Relationship Id="rId133" Type="http://schemas.openxmlformats.org/officeDocument/2006/relationships/image" Target="../media/image244.png"/><Relationship Id="rId154" Type="http://schemas.openxmlformats.org/officeDocument/2006/relationships/customXml" Target="../ink/ink252.xml"/><Relationship Id="rId16" Type="http://schemas.openxmlformats.org/officeDocument/2006/relationships/customXml" Target="../ink/ink183.xml"/><Relationship Id="rId37" Type="http://schemas.openxmlformats.org/officeDocument/2006/relationships/image" Target="../media/image196.png"/><Relationship Id="rId58" Type="http://schemas.openxmlformats.org/officeDocument/2006/relationships/customXml" Target="../ink/ink204.xml"/><Relationship Id="rId79" Type="http://schemas.openxmlformats.org/officeDocument/2006/relationships/image" Target="../media/image217.png"/><Relationship Id="rId102" Type="http://schemas.openxmlformats.org/officeDocument/2006/relationships/customXml" Target="../ink/ink226.xml"/><Relationship Id="rId123" Type="http://schemas.openxmlformats.org/officeDocument/2006/relationships/image" Target="../media/image239.png"/><Relationship Id="rId144" Type="http://schemas.openxmlformats.org/officeDocument/2006/relationships/customXml" Target="../ink/ink247.xml"/><Relationship Id="rId90" Type="http://schemas.openxmlformats.org/officeDocument/2006/relationships/customXml" Target="../ink/ink220.xml"/><Relationship Id="rId27" Type="http://schemas.openxmlformats.org/officeDocument/2006/relationships/image" Target="../media/image191.png"/><Relationship Id="rId48" Type="http://schemas.openxmlformats.org/officeDocument/2006/relationships/customXml" Target="../ink/ink199.xml"/><Relationship Id="rId69" Type="http://schemas.openxmlformats.org/officeDocument/2006/relationships/image" Target="../media/image212.png"/><Relationship Id="rId113" Type="http://schemas.openxmlformats.org/officeDocument/2006/relationships/image" Target="../media/image234.png"/><Relationship Id="rId134" Type="http://schemas.openxmlformats.org/officeDocument/2006/relationships/customXml" Target="../ink/ink242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5.png"/><Relationship Id="rId21" Type="http://schemas.openxmlformats.org/officeDocument/2006/relationships/image" Target="../media/image267.png"/><Relationship Id="rId42" Type="http://schemas.openxmlformats.org/officeDocument/2006/relationships/customXml" Target="../ink/ink275.xml"/><Relationship Id="rId63" Type="http://schemas.openxmlformats.org/officeDocument/2006/relationships/image" Target="../media/image288.png"/><Relationship Id="rId84" Type="http://schemas.openxmlformats.org/officeDocument/2006/relationships/customXml" Target="../ink/ink296.xml"/><Relationship Id="rId138" Type="http://schemas.openxmlformats.org/officeDocument/2006/relationships/customXml" Target="../ink/ink323.xml"/><Relationship Id="rId107" Type="http://schemas.openxmlformats.org/officeDocument/2006/relationships/image" Target="../media/image310.png"/><Relationship Id="rId11" Type="http://schemas.openxmlformats.org/officeDocument/2006/relationships/image" Target="../media/image262.png"/><Relationship Id="rId32" Type="http://schemas.openxmlformats.org/officeDocument/2006/relationships/customXml" Target="../ink/ink270.xml"/><Relationship Id="rId53" Type="http://schemas.openxmlformats.org/officeDocument/2006/relationships/image" Target="../media/image283.png"/><Relationship Id="rId74" Type="http://schemas.openxmlformats.org/officeDocument/2006/relationships/customXml" Target="../ink/ink291.xml"/><Relationship Id="rId128" Type="http://schemas.openxmlformats.org/officeDocument/2006/relationships/customXml" Target="../ink/ink318.xml"/><Relationship Id="rId149" Type="http://schemas.openxmlformats.org/officeDocument/2006/relationships/image" Target="../media/image331.png"/><Relationship Id="rId5" Type="http://schemas.openxmlformats.org/officeDocument/2006/relationships/image" Target="../media/image259.png"/><Relationship Id="rId95" Type="http://schemas.openxmlformats.org/officeDocument/2006/relationships/image" Target="../media/image304.png"/><Relationship Id="rId22" Type="http://schemas.openxmlformats.org/officeDocument/2006/relationships/customXml" Target="../ink/ink265.xml"/><Relationship Id="rId27" Type="http://schemas.openxmlformats.org/officeDocument/2006/relationships/image" Target="../media/image270.png"/><Relationship Id="rId43" Type="http://schemas.openxmlformats.org/officeDocument/2006/relationships/image" Target="../media/image278.png"/><Relationship Id="rId48" Type="http://schemas.openxmlformats.org/officeDocument/2006/relationships/customXml" Target="../ink/ink278.xml"/><Relationship Id="rId64" Type="http://schemas.openxmlformats.org/officeDocument/2006/relationships/customXml" Target="../ink/ink286.xml"/><Relationship Id="rId69" Type="http://schemas.openxmlformats.org/officeDocument/2006/relationships/image" Target="../media/image291.png"/><Relationship Id="rId113" Type="http://schemas.openxmlformats.org/officeDocument/2006/relationships/image" Target="../media/image313.png"/><Relationship Id="rId118" Type="http://schemas.openxmlformats.org/officeDocument/2006/relationships/customXml" Target="../ink/ink313.xml"/><Relationship Id="rId134" Type="http://schemas.openxmlformats.org/officeDocument/2006/relationships/customXml" Target="../ink/ink321.xml"/><Relationship Id="rId139" Type="http://schemas.openxmlformats.org/officeDocument/2006/relationships/image" Target="../media/image326.png"/><Relationship Id="rId80" Type="http://schemas.openxmlformats.org/officeDocument/2006/relationships/customXml" Target="../ink/ink294.xml"/><Relationship Id="rId85" Type="http://schemas.openxmlformats.org/officeDocument/2006/relationships/image" Target="../media/image299.png"/><Relationship Id="rId12" Type="http://schemas.openxmlformats.org/officeDocument/2006/relationships/customXml" Target="../ink/ink260.xml"/><Relationship Id="rId17" Type="http://schemas.openxmlformats.org/officeDocument/2006/relationships/image" Target="../media/image265.png"/><Relationship Id="rId33" Type="http://schemas.openxmlformats.org/officeDocument/2006/relationships/image" Target="../media/image273.png"/><Relationship Id="rId38" Type="http://schemas.openxmlformats.org/officeDocument/2006/relationships/customXml" Target="../ink/ink273.xml"/><Relationship Id="rId59" Type="http://schemas.openxmlformats.org/officeDocument/2006/relationships/image" Target="../media/image286.png"/><Relationship Id="rId103" Type="http://schemas.openxmlformats.org/officeDocument/2006/relationships/image" Target="../media/image308.png"/><Relationship Id="rId108" Type="http://schemas.openxmlformats.org/officeDocument/2006/relationships/customXml" Target="../ink/ink308.xml"/><Relationship Id="rId124" Type="http://schemas.openxmlformats.org/officeDocument/2006/relationships/customXml" Target="../ink/ink316.xml"/><Relationship Id="rId129" Type="http://schemas.openxmlformats.org/officeDocument/2006/relationships/image" Target="../media/image321.png"/><Relationship Id="rId54" Type="http://schemas.openxmlformats.org/officeDocument/2006/relationships/customXml" Target="../ink/ink281.xml"/><Relationship Id="rId70" Type="http://schemas.openxmlformats.org/officeDocument/2006/relationships/customXml" Target="../ink/ink289.xml"/><Relationship Id="rId75" Type="http://schemas.openxmlformats.org/officeDocument/2006/relationships/image" Target="../media/image294.png"/><Relationship Id="rId91" Type="http://schemas.openxmlformats.org/officeDocument/2006/relationships/image" Target="../media/image302.png"/><Relationship Id="rId96" Type="http://schemas.openxmlformats.org/officeDocument/2006/relationships/customXml" Target="../ink/ink302.xml"/><Relationship Id="rId140" Type="http://schemas.openxmlformats.org/officeDocument/2006/relationships/customXml" Target="../ink/ink324.xml"/><Relationship Id="rId145" Type="http://schemas.openxmlformats.org/officeDocument/2006/relationships/image" Target="../media/image32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7.xml"/><Relationship Id="rId23" Type="http://schemas.openxmlformats.org/officeDocument/2006/relationships/image" Target="../media/image268.png"/><Relationship Id="rId28" Type="http://schemas.openxmlformats.org/officeDocument/2006/relationships/customXml" Target="../ink/ink268.xml"/><Relationship Id="rId49" Type="http://schemas.openxmlformats.org/officeDocument/2006/relationships/image" Target="../media/image281.png"/><Relationship Id="rId114" Type="http://schemas.openxmlformats.org/officeDocument/2006/relationships/customXml" Target="../ink/ink311.xml"/><Relationship Id="rId119" Type="http://schemas.openxmlformats.org/officeDocument/2006/relationships/image" Target="../media/image316.png"/><Relationship Id="rId44" Type="http://schemas.openxmlformats.org/officeDocument/2006/relationships/customXml" Target="../ink/ink276.xml"/><Relationship Id="rId60" Type="http://schemas.openxmlformats.org/officeDocument/2006/relationships/customXml" Target="../ink/ink284.xml"/><Relationship Id="rId65" Type="http://schemas.openxmlformats.org/officeDocument/2006/relationships/image" Target="../media/image289.png"/><Relationship Id="rId81" Type="http://schemas.openxmlformats.org/officeDocument/2006/relationships/image" Target="../media/image297.png"/><Relationship Id="rId86" Type="http://schemas.openxmlformats.org/officeDocument/2006/relationships/customXml" Target="../ink/ink297.xml"/><Relationship Id="rId130" Type="http://schemas.openxmlformats.org/officeDocument/2006/relationships/customXml" Target="../ink/ink319.xml"/><Relationship Id="rId135" Type="http://schemas.openxmlformats.org/officeDocument/2006/relationships/image" Target="../media/image324.png"/><Relationship Id="rId13" Type="http://schemas.openxmlformats.org/officeDocument/2006/relationships/image" Target="../media/image263.png"/><Relationship Id="rId18" Type="http://schemas.openxmlformats.org/officeDocument/2006/relationships/customXml" Target="../ink/ink263.xml"/><Relationship Id="rId39" Type="http://schemas.openxmlformats.org/officeDocument/2006/relationships/image" Target="../media/image276.png"/><Relationship Id="rId109" Type="http://schemas.openxmlformats.org/officeDocument/2006/relationships/image" Target="../media/image311.png"/><Relationship Id="rId34" Type="http://schemas.openxmlformats.org/officeDocument/2006/relationships/customXml" Target="../ink/ink271.xml"/><Relationship Id="rId50" Type="http://schemas.openxmlformats.org/officeDocument/2006/relationships/customXml" Target="../ink/ink279.xml"/><Relationship Id="rId55" Type="http://schemas.openxmlformats.org/officeDocument/2006/relationships/image" Target="../media/image284.png"/><Relationship Id="rId76" Type="http://schemas.openxmlformats.org/officeDocument/2006/relationships/customXml" Target="../ink/ink292.xml"/><Relationship Id="rId97" Type="http://schemas.openxmlformats.org/officeDocument/2006/relationships/image" Target="../media/image305.png"/><Relationship Id="rId104" Type="http://schemas.openxmlformats.org/officeDocument/2006/relationships/customXml" Target="../ink/ink306.xml"/><Relationship Id="rId120" Type="http://schemas.openxmlformats.org/officeDocument/2006/relationships/customXml" Target="../ink/ink314.xml"/><Relationship Id="rId125" Type="http://schemas.openxmlformats.org/officeDocument/2006/relationships/image" Target="../media/image319.png"/><Relationship Id="rId141" Type="http://schemas.openxmlformats.org/officeDocument/2006/relationships/image" Target="../media/image327.png"/><Relationship Id="rId146" Type="http://schemas.openxmlformats.org/officeDocument/2006/relationships/customXml" Target="../ink/ink327.xml"/><Relationship Id="rId7" Type="http://schemas.openxmlformats.org/officeDocument/2006/relationships/image" Target="../media/image260.png"/><Relationship Id="rId71" Type="http://schemas.openxmlformats.org/officeDocument/2006/relationships/image" Target="../media/image292.png"/><Relationship Id="rId92" Type="http://schemas.openxmlformats.org/officeDocument/2006/relationships/customXml" Target="../ink/ink300.xml"/><Relationship Id="rId2" Type="http://schemas.openxmlformats.org/officeDocument/2006/relationships/customXml" Target="../ink/ink255.xml"/><Relationship Id="rId29" Type="http://schemas.openxmlformats.org/officeDocument/2006/relationships/image" Target="../media/image271.png"/><Relationship Id="rId24" Type="http://schemas.openxmlformats.org/officeDocument/2006/relationships/customXml" Target="../ink/ink266.xml"/><Relationship Id="rId40" Type="http://schemas.openxmlformats.org/officeDocument/2006/relationships/customXml" Target="../ink/ink274.xml"/><Relationship Id="rId45" Type="http://schemas.openxmlformats.org/officeDocument/2006/relationships/image" Target="../media/image279.png"/><Relationship Id="rId66" Type="http://schemas.openxmlformats.org/officeDocument/2006/relationships/customXml" Target="../ink/ink287.xml"/><Relationship Id="rId87" Type="http://schemas.openxmlformats.org/officeDocument/2006/relationships/image" Target="../media/image300.png"/><Relationship Id="rId110" Type="http://schemas.openxmlformats.org/officeDocument/2006/relationships/customXml" Target="../ink/ink309.xml"/><Relationship Id="rId115" Type="http://schemas.openxmlformats.org/officeDocument/2006/relationships/image" Target="../media/image314.png"/><Relationship Id="rId131" Type="http://schemas.openxmlformats.org/officeDocument/2006/relationships/image" Target="../media/image322.png"/><Relationship Id="rId136" Type="http://schemas.openxmlformats.org/officeDocument/2006/relationships/customXml" Target="../ink/ink322.xml"/><Relationship Id="rId61" Type="http://schemas.openxmlformats.org/officeDocument/2006/relationships/image" Target="../media/image287.png"/><Relationship Id="rId82" Type="http://schemas.openxmlformats.org/officeDocument/2006/relationships/customXml" Target="../ink/ink295.xml"/><Relationship Id="rId19" Type="http://schemas.openxmlformats.org/officeDocument/2006/relationships/image" Target="../media/image266.png"/><Relationship Id="rId14" Type="http://schemas.openxmlformats.org/officeDocument/2006/relationships/customXml" Target="../ink/ink261.xml"/><Relationship Id="rId30" Type="http://schemas.openxmlformats.org/officeDocument/2006/relationships/customXml" Target="../ink/ink269.xml"/><Relationship Id="rId35" Type="http://schemas.openxmlformats.org/officeDocument/2006/relationships/image" Target="../media/image274.png"/><Relationship Id="rId56" Type="http://schemas.openxmlformats.org/officeDocument/2006/relationships/customXml" Target="../ink/ink282.xml"/><Relationship Id="rId77" Type="http://schemas.openxmlformats.org/officeDocument/2006/relationships/image" Target="../media/image295.png"/><Relationship Id="rId100" Type="http://schemas.openxmlformats.org/officeDocument/2006/relationships/customXml" Target="../ink/ink304.xml"/><Relationship Id="rId105" Type="http://schemas.openxmlformats.org/officeDocument/2006/relationships/image" Target="../media/image309.png"/><Relationship Id="rId126" Type="http://schemas.openxmlformats.org/officeDocument/2006/relationships/customXml" Target="../ink/ink317.xml"/><Relationship Id="rId147" Type="http://schemas.openxmlformats.org/officeDocument/2006/relationships/image" Target="../media/image330.png"/><Relationship Id="rId8" Type="http://schemas.openxmlformats.org/officeDocument/2006/relationships/customXml" Target="../ink/ink258.xml"/><Relationship Id="rId51" Type="http://schemas.openxmlformats.org/officeDocument/2006/relationships/image" Target="../media/image282.png"/><Relationship Id="rId72" Type="http://schemas.openxmlformats.org/officeDocument/2006/relationships/customXml" Target="../ink/ink290.xml"/><Relationship Id="rId93" Type="http://schemas.openxmlformats.org/officeDocument/2006/relationships/image" Target="../media/image303.png"/><Relationship Id="rId98" Type="http://schemas.openxmlformats.org/officeDocument/2006/relationships/customXml" Target="../ink/ink303.xml"/><Relationship Id="rId121" Type="http://schemas.openxmlformats.org/officeDocument/2006/relationships/image" Target="../media/image317.png"/><Relationship Id="rId142" Type="http://schemas.openxmlformats.org/officeDocument/2006/relationships/customXml" Target="../ink/ink325.xml"/><Relationship Id="rId3" Type="http://schemas.openxmlformats.org/officeDocument/2006/relationships/image" Target="../media/image258.png"/><Relationship Id="rId25" Type="http://schemas.openxmlformats.org/officeDocument/2006/relationships/image" Target="../media/image269.png"/><Relationship Id="rId46" Type="http://schemas.openxmlformats.org/officeDocument/2006/relationships/customXml" Target="../ink/ink277.xml"/><Relationship Id="rId67" Type="http://schemas.openxmlformats.org/officeDocument/2006/relationships/image" Target="../media/image290.png"/><Relationship Id="rId116" Type="http://schemas.openxmlformats.org/officeDocument/2006/relationships/customXml" Target="../ink/ink312.xml"/><Relationship Id="rId137" Type="http://schemas.openxmlformats.org/officeDocument/2006/relationships/image" Target="../media/image325.png"/><Relationship Id="rId20" Type="http://schemas.openxmlformats.org/officeDocument/2006/relationships/customXml" Target="../ink/ink264.xml"/><Relationship Id="rId41" Type="http://schemas.openxmlformats.org/officeDocument/2006/relationships/image" Target="../media/image277.png"/><Relationship Id="rId62" Type="http://schemas.openxmlformats.org/officeDocument/2006/relationships/customXml" Target="../ink/ink285.xml"/><Relationship Id="rId83" Type="http://schemas.openxmlformats.org/officeDocument/2006/relationships/image" Target="../media/image298.png"/><Relationship Id="rId88" Type="http://schemas.openxmlformats.org/officeDocument/2006/relationships/customXml" Target="../ink/ink298.xml"/><Relationship Id="rId111" Type="http://schemas.openxmlformats.org/officeDocument/2006/relationships/image" Target="../media/image312.png"/><Relationship Id="rId132" Type="http://schemas.openxmlformats.org/officeDocument/2006/relationships/customXml" Target="../ink/ink320.xml"/><Relationship Id="rId15" Type="http://schemas.openxmlformats.org/officeDocument/2006/relationships/image" Target="../media/image264.png"/><Relationship Id="rId36" Type="http://schemas.openxmlformats.org/officeDocument/2006/relationships/customXml" Target="../ink/ink272.xml"/><Relationship Id="rId57" Type="http://schemas.openxmlformats.org/officeDocument/2006/relationships/image" Target="../media/image285.png"/><Relationship Id="rId106" Type="http://schemas.openxmlformats.org/officeDocument/2006/relationships/customXml" Target="../ink/ink307.xml"/><Relationship Id="rId127" Type="http://schemas.openxmlformats.org/officeDocument/2006/relationships/image" Target="../media/image320.png"/><Relationship Id="rId10" Type="http://schemas.openxmlformats.org/officeDocument/2006/relationships/customXml" Target="../ink/ink259.xml"/><Relationship Id="rId31" Type="http://schemas.openxmlformats.org/officeDocument/2006/relationships/image" Target="../media/image272.png"/><Relationship Id="rId52" Type="http://schemas.openxmlformats.org/officeDocument/2006/relationships/customXml" Target="../ink/ink280.xml"/><Relationship Id="rId73" Type="http://schemas.openxmlformats.org/officeDocument/2006/relationships/image" Target="../media/image293.png"/><Relationship Id="rId78" Type="http://schemas.openxmlformats.org/officeDocument/2006/relationships/customXml" Target="../ink/ink293.xml"/><Relationship Id="rId94" Type="http://schemas.openxmlformats.org/officeDocument/2006/relationships/customXml" Target="../ink/ink301.xml"/><Relationship Id="rId99" Type="http://schemas.openxmlformats.org/officeDocument/2006/relationships/image" Target="../media/image306.png"/><Relationship Id="rId101" Type="http://schemas.openxmlformats.org/officeDocument/2006/relationships/image" Target="../media/image307.png"/><Relationship Id="rId122" Type="http://schemas.openxmlformats.org/officeDocument/2006/relationships/customXml" Target="../ink/ink315.xml"/><Relationship Id="rId143" Type="http://schemas.openxmlformats.org/officeDocument/2006/relationships/image" Target="../media/image328.png"/><Relationship Id="rId148" Type="http://schemas.openxmlformats.org/officeDocument/2006/relationships/customXml" Target="../ink/ink328.xml"/><Relationship Id="rId4" Type="http://schemas.openxmlformats.org/officeDocument/2006/relationships/customXml" Target="../ink/ink256.xml"/><Relationship Id="rId9" Type="http://schemas.openxmlformats.org/officeDocument/2006/relationships/image" Target="../media/image261.png"/><Relationship Id="rId26" Type="http://schemas.openxmlformats.org/officeDocument/2006/relationships/customXml" Target="../ink/ink267.xml"/><Relationship Id="rId47" Type="http://schemas.openxmlformats.org/officeDocument/2006/relationships/image" Target="../media/image280.png"/><Relationship Id="rId68" Type="http://schemas.openxmlformats.org/officeDocument/2006/relationships/customXml" Target="../ink/ink288.xml"/><Relationship Id="rId89" Type="http://schemas.openxmlformats.org/officeDocument/2006/relationships/image" Target="../media/image301.png"/><Relationship Id="rId112" Type="http://schemas.openxmlformats.org/officeDocument/2006/relationships/customXml" Target="../ink/ink310.xml"/><Relationship Id="rId133" Type="http://schemas.openxmlformats.org/officeDocument/2006/relationships/image" Target="../media/image323.png"/><Relationship Id="rId16" Type="http://schemas.openxmlformats.org/officeDocument/2006/relationships/customXml" Target="../ink/ink262.xml"/><Relationship Id="rId37" Type="http://schemas.openxmlformats.org/officeDocument/2006/relationships/image" Target="../media/image275.png"/><Relationship Id="rId58" Type="http://schemas.openxmlformats.org/officeDocument/2006/relationships/customXml" Target="../ink/ink283.xml"/><Relationship Id="rId79" Type="http://schemas.openxmlformats.org/officeDocument/2006/relationships/image" Target="../media/image296.png"/><Relationship Id="rId102" Type="http://schemas.openxmlformats.org/officeDocument/2006/relationships/customXml" Target="../ink/ink305.xml"/><Relationship Id="rId123" Type="http://schemas.openxmlformats.org/officeDocument/2006/relationships/image" Target="../media/image318.png"/><Relationship Id="rId144" Type="http://schemas.openxmlformats.org/officeDocument/2006/relationships/customXml" Target="../ink/ink326.xml"/><Relationship Id="rId90" Type="http://schemas.openxmlformats.org/officeDocument/2006/relationships/customXml" Target="../ink/ink299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9.png"/><Relationship Id="rId21" Type="http://schemas.openxmlformats.org/officeDocument/2006/relationships/image" Target="../media/image341.png"/><Relationship Id="rId42" Type="http://schemas.openxmlformats.org/officeDocument/2006/relationships/customXml" Target="../ink/ink349.xml"/><Relationship Id="rId63" Type="http://schemas.openxmlformats.org/officeDocument/2006/relationships/image" Target="../media/image362.png"/><Relationship Id="rId84" Type="http://schemas.openxmlformats.org/officeDocument/2006/relationships/customXml" Target="../ink/ink370.xml"/><Relationship Id="rId138" Type="http://schemas.openxmlformats.org/officeDocument/2006/relationships/customXml" Target="../ink/ink397.xml"/><Relationship Id="rId159" Type="http://schemas.openxmlformats.org/officeDocument/2006/relationships/image" Target="../media/image410.png"/><Relationship Id="rId170" Type="http://schemas.openxmlformats.org/officeDocument/2006/relationships/customXml" Target="../ink/ink413.xml"/><Relationship Id="rId191" Type="http://schemas.openxmlformats.org/officeDocument/2006/relationships/image" Target="../media/image426.png"/><Relationship Id="rId205" Type="http://schemas.openxmlformats.org/officeDocument/2006/relationships/image" Target="../media/image433.png"/><Relationship Id="rId107" Type="http://schemas.openxmlformats.org/officeDocument/2006/relationships/image" Target="../media/image384.png"/><Relationship Id="rId11" Type="http://schemas.openxmlformats.org/officeDocument/2006/relationships/image" Target="../media/image336.png"/><Relationship Id="rId32" Type="http://schemas.openxmlformats.org/officeDocument/2006/relationships/customXml" Target="../ink/ink344.xml"/><Relationship Id="rId53" Type="http://schemas.openxmlformats.org/officeDocument/2006/relationships/image" Target="../media/image357.png"/><Relationship Id="rId74" Type="http://schemas.openxmlformats.org/officeDocument/2006/relationships/customXml" Target="../ink/ink365.xml"/><Relationship Id="rId128" Type="http://schemas.openxmlformats.org/officeDocument/2006/relationships/customXml" Target="../ink/ink392.xml"/><Relationship Id="rId149" Type="http://schemas.openxmlformats.org/officeDocument/2006/relationships/image" Target="../media/image405.png"/><Relationship Id="rId5" Type="http://schemas.openxmlformats.org/officeDocument/2006/relationships/image" Target="../media/image333.png"/><Relationship Id="rId95" Type="http://schemas.openxmlformats.org/officeDocument/2006/relationships/image" Target="../media/image378.png"/><Relationship Id="rId160" Type="http://schemas.openxmlformats.org/officeDocument/2006/relationships/customXml" Target="../ink/ink408.xml"/><Relationship Id="rId181" Type="http://schemas.openxmlformats.org/officeDocument/2006/relationships/image" Target="../media/image421.png"/><Relationship Id="rId22" Type="http://schemas.openxmlformats.org/officeDocument/2006/relationships/customXml" Target="../ink/ink339.xml"/><Relationship Id="rId43" Type="http://schemas.openxmlformats.org/officeDocument/2006/relationships/image" Target="../media/image352.png"/><Relationship Id="rId64" Type="http://schemas.openxmlformats.org/officeDocument/2006/relationships/customXml" Target="../ink/ink360.xml"/><Relationship Id="rId118" Type="http://schemas.openxmlformats.org/officeDocument/2006/relationships/customXml" Target="../ink/ink387.xml"/><Relationship Id="rId139" Type="http://schemas.openxmlformats.org/officeDocument/2006/relationships/image" Target="../media/image400.png"/><Relationship Id="rId85" Type="http://schemas.openxmlformats.org/officeDocument/2006/relationships/image" Target="../media/image373.png"/><Relationship Id="rId150" Type="http://schemas.openxmlformats.org/officeDocument/2006/relationships/customXml" Target="../ink/ink403.xml"/><Relationship Id="rId171" Type="http://schemas.openxmlformats.org/officeDocument/2006/relationships/image" Target="../media/image416.png"/><Relationship Id="rId192" Type="http://schemas.openxmlformats.org/officeDocument/2006/relationships/customXml" Target="../ink/ink424.xml"/><Relationship Id="rId206" Type="http://schemas.openxmlformats.org/officeDocument/2006/relationships/customXml" Target="../ink/ink431.xml"/><Relationship Id="rId12" Type="http://schemas.openxmlformats.org/officeDocument/2006/relationships/customXml" Target="../ink/ink334.xml"/><Relationship Id="rId33" Type="http://schemas.openxmlformats.org/officeDocument/2006/relationships/image" Target="../media/image347.png"/><Relationship Id="rId108" Type="http://schemas.openxmlformats.org/officeDocument/2006/relationships/customXml" Target="../ink/ink382.xml"/><Relationship Id="rId129" Type="http://schemas.openxmlformats.org/officeDocument/2006/relationships/image" Target="../media/image395.png"/><Relationship Id="rId54" Type="http://schemas.openxmlformats.org/officeDocument/2006/relationships/customXml" Target="../ink/ink355.xml"/><Relationship Id="rId75" Type="http://schemas.openxmlformats.org/officeDocument/2006/relationships/image" Target="../media/image368.png"/><Relationship Id="rId96" Type="http://schemas.openxmlformats.org/officeDocument/2006/relationships/customXml" Target="../ink/ink376.xml"/><Relationship Id="rId140" Type="http://schemas.openxmlformats.org/officeDocument/2006/relationships/customXml" Target="../ink/ink398.xml"/><Relationship Id="rId161" Type="http://schemas.openxmlformats.org/officeDocument/2006/relationships/image" Target="../media/image411.png"/><Relationship Id="rId182" Type="http://schemas.openxmlformats.org/officeDocument/2006/relationships/customXml" Target="../ink/ink419.xml"/><Relationship Id="rId6" Type="http://schemas.openxmlformats.org/officeDocument/2006/relationships/customXml" Target="../ink/ink331.xml"/><Relationship Id="rId23" Type="http://schemas.openxmlformats.org/officeDocument/2006/relationships/image" Target="../media/image342.png"/><Relationship Id="rId119" Type="http://schemas.openxmlformats.org/officeDocument/2006/relationships/image" Target="../media/image390.png"/><Relationship Id="rId44" Type="http://schemas.openxmlformats.org/officeDocument/2006/relationships/customXml" Target="../ink/ink350.xml"/><Relationship Id="rId65" Type="http://schemas.openxmlformats.org/officeDocument/2006/relationships/image" Target="../media/image363.png"/><Relationship Id="rId86" Type="http://schemas.openxmlformats.org/officeDocument/2006/relationships/customXml" Target="../ink/ink371.xml"/><Relationship Id="rId130" Type="http://schemas.openxmlformats.org/officeDocument/2006/relationships/customXml" Target="../ink/ink393.xml"/><Relationship Id="rId151" Type="http://schemas.openxmlformats.org/officeDocument/2006/relationships/image" Target="../media/image406.png"/><Relationship Id="rId172" Type="http://schemas.openxmlformats.org/officeDocument/2006/relationships/customXml" Target="../ink/ink414.xml"/><Relationship Id="rId193" Type="http://schemas.openxmlformats.org/officeDocument/2006/relationships/image" Target="../media/image427.png"/><Relationship Id="rId207" Type="http://schemas.openxmlformats.org/officeDocument/2006/relationships/image" Target="../media/image434.png"/><Relationship Id="rId13" Type="http://schemas.openxmlformats.org/officeDocument/2006/relationships/image" Target="../media/image337.png"/><Relationship Id="rId109" Type="http://schemas.openxmlformats.org/officeDocument/2006/relationships/image" Target="../media/image385.png"/><Relationship Id="rId34" Type="http://schemas.openxmlformats.org/officeDocument/2006/relationships/customXml" Target="../ink/ink345.xml"/><Relationship Id="rId55" Type="http://schemas.openxmlformats.org/officeDocument/2006/relationships/image" Target="../media/image358.png"/><Relationship Id="rId76" Type="http://schemas.openxmlformats.org/officeDocument/2006/relationships/customXml" Target="../ink/ink366.xml"/><Relationship Id="rId97" Type="http://schemas.openxmlformats.org/officeDocument/2006/relationships/image" Target="../media/image379.png"/><Relationship Id="rId120" Type="http://schemas.openxmlformats.org/officeDocument/2006/relationships/customXml" Target="../ink/ink388.xml"/><Relationship Id="rId141" Type="http://schemas.openxmlformats.org/officeDocument/2006/relationships/image" Target="../media/image401.png"/><Relationship Id="rId7" Type="http://schemas.openxmlformats.org/officeDocument/2006/relationships/image" Target="../media/image334.png"/><Relationship Id="rId162" Type="http://schemas.openxmlformats.org/officeDocument/2006/relationships/customXml" Target="../ink/ink409.xml"/><Relationship Id="rId183" Type="http://schemas.openxmlformats.org/officeDocument/2006/relationships/image" Target="../media/image422.png"/><Relationship Id="rId24" Type="http://schemas.openxmlformats.org/officeDocument/2006/relationships/customXml" Target="../ink/ink340.xml"/><Relationship Id="rId45" Type="http://schemas.openxmlformats.org/officeDocument/2006/relationships/image" Target="../media/image353.png"/><Relationship Id="rId66" Type="http://schemas.openxmlformats.org/officeDocument/2006/relationships/customXml" Target="../ink/ink361.xml"/><Relationship Id="rId87" Type="http://schemas.openxmlformats.org/officeDocument/2006/relationships/image" Target="../media/image374.png"/><Relationship Id="rId110" Type="http://schemas.openxmlformats.org/officeDocument/2006/relationships/customXml" Target="../ink/ink383.xml"/><Relationship Id="rId131" Type="http://schemas.openxmlformats.org/officeDocument/2006/relationships/image" Target="../media/image396.png"/><Relationship Id="rId152" Type="http://schemas.openxmlformats.org/officeDocument/2006/relationships/customXml" Target="../ink/ink404.xml"/><Relationship Id="rId173" Type="http://schemas.openxmlformats.org/officeDocument/2006/relationships/image" Target="../media/image417.png"/><Relationship Id="rId194" Type="http://schemas.openxmlformats.org/officeDocument/2006/relationships/customXml" Target="../ink/ink425.xml"/><Relationship Id="rId208" Type="http://schemas.openxmlformats.org/officeDocument/2006/relationships/customXml" Target="../ink/ink432.xml"/><Relationship Id="rId19" Type="http://schemas.openxmlformats.org/officeDocument/2006/relationships/image" Target="../media/image340.png"/><Relationship Id="rId14" Type="http://schemas.openxmlformats.org/officeDocument/2006/relationships/customXml" Target="../ink/ink335.xml"/><Relationship Id="rId30" Type="http://schemas.openxmlformats.org/officeDocument/2006/relationships/customXml" Target="../ink/ink343.xml"/><Relationship Id="rId35" Type="http://schemas.openxmlformats.org/officeDocument/2006/relationships/image" Target="../media/image348.png"/><Relationship Id="rId56" Type="http://schemas.openxmlformats.org/officeDocument/2006/relationships/customXml" Target="../ink/ink356.xml"/><Relationship Id="rId77" Type="http://schemas.openxmlformats.org/officeDocument/2006/relationships/image" Target="../media/image369.png"/><Relationship Id="rId100" Type="http://schemas.openxmlformats.org/officeDocument/2006/relationships/customXml" Target="../ink/ink378.xml"/><Relationship Id="rId105" Type="http://schemas.openxmlformats.org/officeDocument/2006/relationships/image" Target="../media/image383.png"/><Relationship Id="rId126" Type="http://schemas.openxmlformats.org/officeDocument/2006/relationships/customXml" Target="../ink/ink391.xml"/><Relationship Id="rId147" Type="http://schemas.openxmlformats.org/officeDocument/2006/relationships/image" Target="../media/image404.png"/><Relationship Id="rId168" Type="http://schemas.openxmlformats.org/officeDocument/2006/relationships/customXml" Target="../ink/ink412.xml"/><Relationship Id="rId8" Type="http://schemas.openxmlformats.org/officeDocument/2006/relationships/customXml" Target="../ink/ink332.xml"/><Relationship Id="rId51" Type="http://schemas.openxmlformats.org/officeDocument/2006/relationships/image" Target="../media/image356.png"/><Relationship Id="rId72" Type="http://schemas.openxmlformats.org/officeDocument/2006/relationships/customXml" Target="../ink/ink364.xml"/><Relationship Id="rId93" Type="http://schemas.openxmlformats.org/officeDocument/2006/relationships/image" Target="../media/image377.png"/><Relationship Id="rId98" Type="http://schemas.openxmlformats.org/officeDocument/2006/relationships/customXml" Target="../ink/ink377.xml"/><Relationship Id="rId121" Type="http://schemas.openxmlformats.org/officeDocument/2006/relationships/image" Target="../media/image391.png"/><Relationship Id="rId142" Type="http://schemas.openxmlformats.org/officeDocument/2006/relationships/customXml" Target="../ink/ink399.xml"/><Relationship Id="rId163" Type="http://schemas.openxmlformats.org/officeDocument/2006/relationships/image" Target="../media/image412.png"/><Relationship Id="rId184" Type="http://schemas.openxmlformats.org/officeDocument/2006/relationships/customXml" Target="../ink/ink420.xml"/><Relationship Id="rId189" Type="http://schemas.openxmlformats.org/officeDocument/2006/relationships/image" Target="../media/image425.png"/><Relationship Id="rId3" Type="http://schemas.openxmlformats.org/officeDocument/2006/relationships/image" Target="../media/image332.png"/><Relationship Id="rId25" Type="http://schemas.openxmlformats.org/officeDocument/2006/relationships/image" Target="../media/image343.png"/><Relationship Id="rId46" Type="http://schemas.openxmlformats.org/officeDocument/2006/relationships/customXml" Target="../ink/ink351.xml"/><Relationship Id="rId67" Type="http://schemas.openxmlformats.org/officeDocument/2006/relationships/image" Target="../media/image364.png"/><Relationship Id="rId116" Type="http://schemas.openxmlformats.org/officeDocument/2006/relationships/customXml" Target="../ink/ink386.xml"/><Relationship Id="rId137" Type="http://schemas.openxmlformats.org/officeDocument/2006/relationships/image" Target="../media/image399.png"/><Relationship Id="rId158" Type="http://schemas.openxmlformats.org/officeDocument/2006/relationships/customXml" Target="../ink/ink407.xml"/><Relationship Id="rId20" Type="http://schemas.openxmlformats.org/officeDocument/2006/relationships/customXml" Target="../ink/ink338.xml"/><Relationship Id="rId41" Type="http://schemas.openxmlformats.org/officeDocument/2006/relationships/image" Target="../media/image351.png"/><Relationship Id="rId62" Type="http://schemas.openxmlformats.org/officeDocument/2006/relationships/customXml" Target="../ink/ink359.xml"/><Relationship Id="rId83" Type="http://schemas.openxmlformats.org/officeDocument/2006/relationships/image" Target="../media/image372.png"/><Relationship Id="rId88" Type="http://schemas.openxmlformats.org/officeDocument/2006/relationships/customXml" Target="../ink/ink372.xml"/><Relationship Id="rId111" Type="http://schemas.openxmlformats.org/officeDocument/2006/relationships/image" Target="../media/image386.png"/><Relationship Id="rId132" Type="http://schemas.openxmlformats.org/officeDocument/2006/relationships/customXml" Target="../ink/ink394.xml"/><Relationship Id="rId153" Type="http://schemas.openxmlformats.org/officeDocument/2006/relationships/image" Target="../media/image407.png"/><Relationship Id="rId174" Type="http://schemas.openxmlformats.org/officeDocument/2006/relationships/customXml" Target="../ink/ink415.xml"/><Relationship Id="rId179" Type="http://schemas.openxmlformats.org/officeDocument/2006/relationships/image" Target="../media/image420.png"/><Relationship Id="rId195" Type="http://schemas.openxmlformats.org/officeDocument/2006/relationships/image" Target="../media/image428.png"/><Relationship Id="rId209" Type="http://schemas.openxmlformats.org/officeDocument/2006/relationships/image" Target="../media/image435.png"/><Relationship Id="rId190" Type="http://schemas.openxmlformats.org/officeDocument/2006/relationships/customXml" Target="../ink/ink423.xml"/><Relationship Id="rId204" Type="http://schemas.openxmlformats.org/officeDocument/2006/relationships/customXml" Target="../ink/ink430.xml"/><Relationship Id="rId15" Type="http://schemas.openxmlformats.org/officeDocument/2006/relationships/image" Target="../media/image338.png"/><Relationship Id="rId36" Type="http://schemas.openxmlformats.org/officeDocument/2006/relationships/customXml" Target="../ink/ink346.xml"/><Relationship Id="rId57" Type="http://schemas.openxmlformats.org/officeDocument/2006/relationships/image" Target="../media/image359.png"/><Relationship Id="rId106" Type="http://schemas.openxmlformats.org/officeDocument/2006/relationships/customXml" Target="../ink/ink381.xml"/><Relationship Id="rId127" Type="http://schemas.openxmlformats.org/officeDocument/2006/relationships/image" Target="../media/image394.png"/><Relationship Id="rId10" Type="http://schemas.openxmlformats.org/officeDocument/2006/relationships/customXml" Target="../ink/ink333.xml"/><Relationship Id="rId31" Type="http://schemas.openxmlformats.org/officeDocument/2006/relationships/image" Target="../media/image346.png"/><Relationship Id="rId52" Type="http://schemas.openxmlformats.org/officeDocument/2006/relationships/customXml" Target="../ink/ink354.xml"/><Relationship Id="rId73" Type="http://schemas.openxmlformats.org/officeDocument/2006/relationships/image" Target="../media/image367.png"/><Relationship Id="rId78" Type="http://schemas.openxmlformats.org/officeDocument/2006/relationships/customXml" Target="../ink/ink367.xml"/><Relationship Id="rId94" Type="http://schemas.openxmlformats.org/officeDocument/2006/relationships/customXml" Target="../ink/ink375.xml"/><Relationship Id="rId99" Type="http://schemas.openxmlformats.org/officeDocument/2006/relationships/image" Target="../media/image380.png"/><Relationship Id="rId101" Type="http://schemas.openxmlformats.org/officeDocument/2006/relationships/image" Target="../media/image381.png"/><Relationship Id="rId122" Type="http://schemas.openxmlformats.org/officeDocument/2006/relationships/customXml" Target="../ink/ink389.xml"/><Relationship Id="rId143" Type="http://schemas.openxmlformats.org/officeDocument/2006/relationships/image" Target="../media/image402.png"/><Relationship Id="rId148" Type="http://schemas.openxmlformats.org/officeDocument/2006/relationships/customXml" Target="../ink/ink402.xml"/><Relationship Id="rId164" Type="http://schemas.openxmlformats.org/officeDocument/2006/relationships/customXml" Target="../ink/ink410.xml"/><Relationship Id="rId169" Type="http://schemas.openxmlformats.org/officeDocument/2006/relationships/image" Target="../media/image415.png"/><Relationship Id="rId185" Type="http://schemas.openxmlformats.org/officeDocument/2006/relationships/image" Target="../media/image423.png"/><Relationship Id="rId4" Type="http://schemas.openxmlformats.org/officeDocument/2006/relationships/customXml" Target="../ink/ink330.xml"/><Relationship Id="rId9" Type="http://schemas.openxmlformats.org/officeDocument/2006/relationships/image" Target="../media/image335.png"/><Relationship Id="rId180" Type="http://schemas.openxmlformats.org/officeDocument/2006/relationships/customXml" Target="../ink/ink418.xml"/><Relationship Id="rId210" Type="http://schemas.openxmlformats.org/officeDocument/2006/relationships/customXml" Target="../ink/ink433.xml"/><Relationship Id="rId26" Type="http://schemas.openxmlformats.org/officeDocument/2006/relationships/customXml" Target="../ink/ink341.xml"/><Relationship Id="rId47" Type="http://schemas.openxmlformats.org/officeDocument/2006/relationships/image" Target="../media/image354.png"/><Relationship Id="rId68" Type="http://schemas.openxmlformats.org/officeDocument/2006/relationships/customXml" Target="../ink/ink362.xml"/><Relationship Id="rId89" Type="http://schemas.openxmlformats.org/officeDocument/2006/relationships/image" Target="../media/image375.png"/><Relationship Id="rId112" Type="http://schemas.openxmlformats.org/officeDocument/2006/relationships/customXml" Target="../ink/ink384.xml"/><Relationship Id="rId133" Type="http://schemas.openxmlformats.org/officeDocument/2006/relationships/image" Target="../media/image397.png"/><Relationship Id="rId154" Type="http://schemas.openxmlformats.org/officeDocument/2006/relationships/customXml" Target="../ink/ink405.xml"/><Relationship Id="rId175" Type="http://schemas.openxmlformats.org/officeDocument/2006/relationships/image" Target="../media/image418.png"/><Relationship Id="rId196" Type="http://schemas.openxmlformats.org/officeDocument/2006/relationships/customXml" Target="../ink/ink426.xml"/><Relationship Id="rId200" Type="http://schemas.openxmlformats.org/officeDocument/2006/relationships/customXml" Target="../ink/ink428.xml"/><Relationship Id="rId16" Type="http://schemas.openxmlformats.org/officeDocument/2006/relationships/customXml" Target="../ink/ink336.xml"/><Relationship Id="rId37" Type="http://schemas.openxmlformats.org/officeDocument/2006/relationships/image" Target="../media/image349.png"/><Relationship Id="rId58" Type="http://schemas.openxmlformats.org/officeDocument/2006/relationships/customXml" Target="../ink/ink357.xml"/><Relationship Id="rId79" Type="http://schemas.openxmlformats.org/officeDocument/2006/relationships/image" Target="../media/image370.png"/><Relationship Id="rId102" Type="http://schemas.openxmlformats.org/officeDocument/2006/relationships/customXml" Target="../ink/ink379.xml"/><Relationship Id="rId123" Type="http://schemas.openxmlformats.org/officeDocument/2006/relationships/image" Target="../media/image392.png"/><Relationship Id="rId144" Type="http://schemas.openxmlformats.org/officeDocument/2006/relationships/customXml" Target="../ink/ink400.xml"/><Relationship Id="rId90" Type="http://schemas.openxmlformats.org/officeDocument/2006/relationships/customXml" Target="../ink/ink373.xml"/><Relationship Id="rId165" Type="http://schemas.openxmlformats.org/officeDocument/2006/relationships/image" Target="../media/image413.png"/><Relationship Id="rId186" Type="http://schemas.openxmlformats.org/officeDocument/2006/relationships/customXml" Target="../ink/ink421.xml"/><Relationship Id="rId211" Type="http://schemas.openxmlformats.org/officeDocument/2006/relationships/image" Target="../media/image436.png"/><Relationship Id="rId27" Type="http://schemas.openxmlformats.org/officeDocument/2006/relationships/image" Target="../media/image344.png"/><Relationship Id="rId48" Type="http://schemas.openxmlformats.org/officeDocument/2006/relationships/customXml" Target="../ink/ink352.xml"/><Relationship Id="rId69" Type="http://schemas.openxmlformats.org/officeDocument/2006/relationships/image" Target="../media/image365.png"/><Relationship Id="rId113" Type="http://schemas.openxmlformats.org/officeDocument/2006/relationships/image" Target="../media/image387.png"/><Relationship Id="rId134" Type="http://schemas.openxmlformats.org/officeDocument/2006/relationships/customXml" Target="../ink/ink395.xml"/><Relationship Id="rId80" Type="http://schemas.openxmlformats.org/officeDocument/2006/relationships/customXml" Target="../ink/ink368.xml"/><Relationship Id="rId155" Type="http://schemas.openxmlformats.org/officeDocument/2006/relationships/image" Target="../media/image408.png"/><Relationship Id="rId176" Type="http://schemas.openxmlformats.org/officeDocument/2006/relationships/customXml" Target="../ink/ink416.xml"/><Relationship Id="rId197" Type="http://schemas.openxmlformats.org/officeDocument/2006/relationships/image" Target="../media/image429.png"/><Relationship Id="rId201" Type="http://schemas.openxmlformats.org/officeDocument/2006/relationships/image" Target="../media/image431.png"/><Relationship Id="rId17" Type="http://schemas.openxmlformats.org/officeDocument/2006/relationships/image" Target="../media/image339.png"/><Relationship Id="rId38" Type="http://schemas.openxmlformats.org/officeDocument/2006/relationships/customXml" Target="../ink/ink347.xml"/><Relationship Id="rId59" Type="http://schemas.openxmlformats.org/officeDocument/2006/relationships/image" Target="../media/image360.png"/><Relationship Id="rId103" Type="http://schemas.openxmlformats.org/officeDocument/2006/relationships/image" Target="../media/image382.png"/><Relationship Id="rId124" Type="http://schemas.openxmlformats.org/officeDocument/2006/relationships/customXml" Target="../ink/ink390.xml"/><Relationship Id="rId70" Type="http://schemas.openxmlformats.org/officeDocument/2006/relationships/customXml" Target="../ink/ink363.xml"/><Relationship Id="rId91" Type="http://schemas.openxmlformats.org/officeDocument/2006/relationships/image" Target="../media/image376.png"/><Relationship Id="rId145" Type="http://schemas.openxmlformats.org/officeDocument/2006/relationships/image" Target="../media/image403.png"/><Relationship Id="rId166" Type="http://schemas.openxmlformats.org/officeDocument/2006/relationships/customXml" Target="../ink/ink411.xml"/><Relationship Id="rId187" Type="http://schemas.openxmlformats.org/officeDocument/2006/relationships/image" Target="../media/image42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34.xml"/><Relationship Id="rId28" Type="http://schemas.openxmlformats.org/officeDocument/2006/relationships/customXml" Target="../ink/ink342.xml"/><Relationship Id="rId49" Type="http://schemas.openxmlformats.org/officeDocument/2006/relationships/image" Target="../media/image355.png"/><Relationship Id="rId114" Type="http://schemas.openxmlformats.org/officeDocument/2006/relationships/customXml" Target="../ink/ink385.xml"/><Relationship Id="rId60" Type="http://schemas.openxmlformats.org/officeDocument/2006/relationships/customXml" Target="../ink/ink358.xml"/><Relationship Id="rId81" Type="http://schemas.openxmlformats.org/officeDocument/2006/relationships/image" Target="../media/image371.png"/><Relationship Id="rId135" Type="http://schemas.openxmlformats.org/officeDocument/2006/relationships/image" Target="../media/image398.png"/><Relationship Id="rId156" Type="http://schemas.openxmlformats.org/officeDocument/2006/relationships/customXml" Target="../ink/ink406.xml"/><Relationship Id="rId177" Type="http://schemas.openxmlformats.org/officeDocument/2006/relationships/image" Target="../media/image419.png"/><Relationship Id="rId198" Type="http://schemas.openxmlformats.org/officeDocument/2006/relationships/customXml" Target="../ink/ink427.xml"/><Relationship Id="rId202" Type="http://schemas.openxmlformats.org/officeDocument/2006/relationships/customXml" Target="../ink/ink429.xml"/><Relationship Id="rId18" Type="http://schemas.openxmlformats.org/officeDocument/2006/relationships/customXml" Target="../ink/ink337.xml"/><Relationship Id="rId39" Type="http://schemas.openxmlformats.org/officeDocument/2006/relationships/image" Target="../media/image350.png"/><Relationship Id="rId50" Type="http://schemas.openxmlformats.org/officeDocument/2006/relationships/customXml" Target="../ink/ink353.xml"/><Relationship Id="rId104" Type="http://schemas.openxmlformats.org/officeDocument/2006/relationships/customXml" Target="../ink/ink380.xml"/><Relationship Id="rId125" Type="http://schemas.openxmlformats.org/officeDocument/2006/relationships/image" Target="../media/image393.png"/><Relationship Id="rId146" Type="http://schemas.openxmlformats.org/officeDocument/2006/relationships/customXml" Target="../ink/ink401.xml"/><Relationship Id="rId167" Type="http://schemas.openxmlformats.org/officeDocument/2006/relationships/image" Target="../media/image414.png"/><Relationship Id="rId188" Type="http://schemas.openxmlformats.org/officeDocument/2006/relationships/customXml" Target="../ink/ink422.xml"/><Relationship Id="rId71" Type="http://schemas.openxmlformats.org/officeDocument/2006/relationships/image" Target="../media/image366.png"/><Relationship Id="rId92" Type="http://schemas.openxmlformats.org/officeDocument/2006/relationships/customXml" Target="../ink/ink374.xml"/><Relationship Id="rId213" Type="http://schemas.openxmlformats.org/officeDocument/2006/relationships/image" Target="../media/image437.png"/><Relationship Id="rId2" Type="http://schemas.openxmlformats.org/officeDocument/2006/relationships/customXml" Target="../ink/ink329.xml"/><Relationship Id="rId29" Type="http://schemas.openxmlformats.org/officeDocument/2006/relationships/image" Target="../media/image345.png"/><Relationship Id="rId40" Type="http://schemas.openxmlformats.org/officeDocument/2006/relationships/customXml" Target="../ink/ink348.xml"/><Relationship Id="rId115" Type="http://schemas.openxmlformats.org/officeDocument/2006/relationships/image" Target="../media/image388.png"/><Relationship Id="rId136" Type="http://schemas.openxmlformats.org/officeDocument/2006/relationships/customXml" Target="../ink/ink396.xml"/><Relationship Id="rId157" Type="http://schemas.openxmlformats.org/officeDocument/2006/relationships/image" Target="../media/image409.png"/><Relationship Id="rId178" Type="http://schemas.openxmlformats.org/officeDocument/2006/relationships/customXml" Target="../ink/ink417.xml"/><Relationship Id="rId61" Type="http://schemas.openxmlformats.org/officeDocument/2006/relationships/image" Target="../media/image361.png"/><Relationship Id="rId82" Type="http://schemas.openxmlformats.org/officeDocument/2006/relationships/customXml" Target="../ink/ink369.xml"/><Relationship Id="rId199" Type="http://schemas.openxmlformats.org/officeDocument/2006/relationships/image" Target="../media/image430.png"/><Relationship Id="rId203" Type="http://schemas.openxmlformats.org/officeDocument/2006/relationships/image" Target="../media/image432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95.png"/><Relationship Id="rId21" Type="http://schemas.openxmlformats.org/officeDocument/2006/relationships/image" Target="../media/image447.png"/><Relationship Id="rId42" Type="http://schemas.openxmlformats.org/officeDocument/2006/relationships/customXml" Target="../ink/ink455.xml"/><Relationship Id="rId63" Type="http://schemas.openxmlformats.org/officeDocument/2006/relationships/image" Target="../media/image468.png"/><Relationship Id="rId84" Type="http://schemas.openxmlformats.org/officeDocument/2006/relationships/customXml" Target="../ink/ink476.xml"/><Relationship Id="rId138" Type="http://schemas.openxmlformats.org/officeDocument/2006/relationships/customXml" Target="../ink/ink503.xml"/><Relationship Id="rId107" Type="http://schemas.openxmlformats.org/officeDocument/2006/relationships/image" Target="../media/image490.png"/><Relationship Id="rId11" Type="http://schemas.openxmlformats.org/officeDocument/2006/relationships/image" Target="../media/image442.png"/><Relationship Id="rId32" Type="http://schemas.openxmlformats.org/officeDocument/2006/relationships/customXml" Target="../ink/ink450.xml"/><Relationship Id="rId53" Type="http://schemas.openxmlformats.org/officeDocument/2006/relationships/image" Target="../media/image463.png"/><Relationship Id="rId74" Type="http://schemas.openxmlformats.org/officeDocument/2006/relationships/customXml" Target="../ink/ink471.xml"/><Relationship Id="rId128" Type="http://schemas.openxmlformats.org/officeDocument/2006/relationships/customXml" Target="../ink/ink498.xml"/><Relationship Id="rId149" Type="http://schemas.openxmlformats.org/officeDocument/2006/relationships/image" Target="../media/image511.png"/><Relationship Id="rId5" Type="http://schemas.openxmlformats.org/officeDocument/2006/relationships/image" Target="../media/image439.png"/><Relationship Id="rId95" Type="http://schemas.openxmlformats.org/officeDocument/2006/relationships/image" Target="../media/image484.png"/><Relationship Id="rId22" Type="http://schemas.openxmlformats.org/officeDocument/2006/relationships/customXml" Target="../ink/ink445.xml"/><Relationship Id="rId27" Type="http://schemas.openxmlformats.org/officeDocument/2006/relationships/image" Target="../media/image450.png"/><Relationship Id="rId43" Type="http://schemas.openxmlformats.org/officeDocument/2006/relationships/image" Target="../media/image458.png"/><Relationship Id="rId48" Type="http://schemas.openxmlformats.org/officeDocument/2006/relationships/customXml" Target="../ink/ink458.xml"/><Relationship Id="rId64" Type="http://schemas.openxmlformats.org/officeDocument/2006/relationships/customXml" Target="../ink/ink466.xml"/><Relationship Id="rId69" Type="http://schemas.openxmlformats.org/officeDocument/2006/relationships/image" Target="../media/image471.png"/><Relationship Id="rId113" Type="http://schemas.openxmlformats.org/officeDocument/2006/relationships/image" Target="../media/image493.png"/><Relationship Id="rId118" Type="http://schemas.openxmlformats.org/officeDocument/2006/relationships/customXml" Target="../ink/ink493.xml"/><Relationship Id="rId134" Type="http://schemas.openxmlformats.org/officeDocument/2006/relationships/customXml" Target="../ink/ink501.xml"/><Relationship Id="rId139" Type="http://schemas.openxmlformats.org/officeDocument/2006/relationships/image" Target="../media/image506.png"/><Relationship Id="rId80" Type="http://schemas.openxmlformats.org/officeDocument/2006/relationships/customXml" Target="../ink/ink474.xml"/><Relationship Id="rId85" Type="http://schemas.openxmlformats.org/officeDocument/2006/relationships/image" Target="../media/image479.png"/><Relationship Id="rId150" Type="http://schemas.openxmlformats.org/officeDocument/2006/relationships/customXml" Target="../ink/ink509.xml"/><Relationship Id="rId12" Type="http://schemas.openxmlformats.org/officeDocument/2006/relationships/customXml" Target="../ink/ink440.xml"/><Relationship Id="rId17" Type="http://schemas.openxmlformats.org/officeDocument/2006/relationships/image" Target="../media/image445.png"/><Relationship Id="rId33" Type="http://schemas.openxmlformats.org/officeDocument/2006/relationships/image" Target="../media/image453.png"/><Relationship Id="rId38" Type="http://schemas.openxmlformats.org/officeDocument/2006/relationships/customXml" Target="../ink/ink453.xml"/><Relationship Id="rId59" Type="http://schemas.openxmlformats.org/officeDocument/2006/relationships/image" Target="../media/image466.png"/><Relationship Id="rId103" Type="http://schemas.openxmlformats.org/officeDocument/2006/relationships/image" Target="../media/image488.png"/><Relationship Id="rId108" Type="http://schemas.openxmlformats.org/officeDocument/2006/relationships/customXml" Target="../ink/ink488.xml"/><Relationship Id="rId124" Type="http://schemas.openxmlformats.org/officeDocument/2006/relationships/customXml" Target="../ink/ink496.xml"/><Relationship Id="rId129" Type="http://schemas.openxmlformats.org/officeDocument/2006/relationships/image" Target="../media/image501.png"/><Relationship Id="rId54" Type="http://schemas.openxmlformats.org/officeDocument/2006/relationships/customXml" Target="../ink/ink461.xml"/><Relationship Id="rId70" Type="http://schemas.openxmlformats.org/officeDocument/2006/relationships/customXml" Target="../ink/ink469.xml"/><Relationship Id="rId75" Type="http://schemas.openxmlformats.org/officeDocument/2006/relationships/image" Target="../media/image474.png"/><Relationship Id="rId91" Type="http://schemas.openxmlformats.org/officeDocument/2006/relationships/image" Target="../media/image482.png"/><Relationship Id="rId96" Type="http://schemas.openxmlformats.org/officeDocument/2006/relationships/customXml" Target="../ink/ink482.xml"/><Relationship Id="rId140" Type="http://schemas.openxmlformats.org/officeDocument/2006/relationships/customXml" Target="../ink/ink504.xml"/><Relationship Id="rId145" Type="http://schemas.openxmlformats.org/officeDocument/2006/relationships/image" Target="../media/image50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7.xml"/><Relationship Id="rId23" Type="http://schemas.openxmlformats.org/officeDocument/2006/relationships/image" Target="../media/image448.png"/><Relationship Id="rId28" Type="http://schemas.openxmlformats.org/officeDocument/2006/relationships/customXml" Target="../ink/ink448.xml"/><Relationship Id="rId49" Type="http://schemas.openxmlformats.org/officeDocument/2006/relationships/image" Target="../media/image461.png"/><Relationship Id="rId114" Type="http://schemas.openxmlformats.org/officeDocument/2006/relationships/customXml" Target="../ink/ink491.xml"/><Relationship Id="rId119" Type="http://schemas.openxmlformats.org/officeDocument/2006/relationships/image" Target="../media/image496.png"/><Relationship Id="rId44" Type="http://schemas.openxmlformats.org/officeDocument/2006/relationships/customXml" Target="../ink/ink456.xml"/><Relationship Id="rId60" Type="http://schemas.openxmlformats.org/officeDocument/2006/relationships/customXml" Target="../ink/ink464.xml"/><Relationship Id="rId65" Type="http://schemas.openxmlformats.org/officeDocument/2006/relationships/image" Target="../media/image469.png"/><Relationship Id="rId81" Type="http://schemas.openxmlformats.org/officeDocument/2006/relationships/image" Target="../media/image477.png"/><Relationship Id="rId86" Type="http://schemas.openxmlformats.org/officeDocument/2006/relationships/customXml" Target="../ink/ink477.xml"/><Relationship Id="rId130" Type="http://schemas.openxmlformats.org/officeDocument/2006/relationships/customXml" Target="../ink/ink499.xml"/><Relationship Id="rId135" Type="http://schemas.openxmlformats.org/officeDocument/2006/relationships/image" Target="../media/image504.png"/><Relationship Id="rId151" Type="http://schemas.openxmlformats.org/officeDocument/2006/relationships/image" Target="../media/image512.png"/><Relationship Id="rId13" Type="http://schemas.openxmlformats.org/officeDocument/2006/relationships/image" Target="../media/image443.png"/><Relationship Id="rId18" Type="http://schemas.openxmlformats.org/officeDocument/2006/relationships/customXml" Target="../ink/ink443.xml"/><Relationship Id="rId39" Type="http://schemas.openxmlformats.org/officeDocument/2006/relationships/image" Target="../media/image456.png"/><Relationship Id="rId109" Type="http://schemas.openxmlformats.org/officeDocument/2006/relationships/image" Target="../media/image491.png"/><Relationship Id="rId34" Type="http://schemas.openxmlformats.org/officeDocument/2006/relationships/customXml" Target="../ink/ink451.xml"/><Relationship Id="rId50" Type="http://schemas.openxmlformats.org/officeDocument/2006/relationships/customXml" Target="../ink/ink459.xml"/><Relationship Id="rId55" Type="http://schemas.openxmlformats.org/officeDocument/2006/relationships/image" Target="../media/image464.png"/><Relationship Id="rId76" Type="http://schemas.openxmlformats.org/officeDocument/2006/relationships/customXml" Target="../ink/ink472.xml"/><Relationship Id="rId97" Type="http://schemas.openxmlformats.org/officeDocument/2006/relationships/image" Target="../media/image485.png"/><Relationship Id="rId104" Type="http://schemas.openxmlformats.org/officeDocument/2006/relationships/customXml" Target="../ink/ink486.xml"/><Relationship Id="rId120" Type="http://schemas.openxmlformats.org/officeDocument/2006/relationships/customXml" Target="../ink/ink494.xml"/><Relationship Id="rId125" Type="http://schemas.openxmlformats.org/officeDocument/2006/relationships/image" Target="../media/image499.png"/><Relationship Id="rId141" Type="http://schemas.openxmlformats.org/officeDocument/2006/relationships/image" Target="../media/image507.png"/><Relationship Id="rId146" Type="http://schemas.openxmlformats.org/officeDocument/2006/relationships/customXml" Target="../ink/ink507.xml"/><Relationship Id="rId7" Type="http://schemas.openxmlformats.org/officeDocument/2006/relationships/image" Target="../media/image440.png"/><Relationship Id="rId71" Type="http://schemas.openxmlformats.org/officeDocument/2006/relationships/image" Target="../media/image472.png"/><Relationship Id="rId92" Type="http://schemas.openxmlformats.org/officeDocument/2006/relationships/customXml" Target="../ink/ink480.xml"/><Relationship Id="rId2" Type="http://schemas.openxmlformats.org/officeDocument/2006/relationships/customXml" Target="../ink/ink435.xml"/><Relationship Id="rId29" Type="http://schemas.openxmlformats.org/officeDocument/2006/relationships/image" Target="../media/image451.png"/><Relationship Id="rId24" Type="http://schemas.openxmlformats.org/officeDocument/2006/relationships/customXml" Target="../ink/ink446.xml"/><Relationship Id="rId40" Type="http://schemas.openxmlformats.org/officeDocument/2006/relationships/customXml" Target="../ink/ink454.xml"/><Relationship Id="rId45" Type="http://schemas.openxmlformats.org/officeDocument/2006/relationships/image" Target="../media/image459.png"/><Relationship Id="rId66" Type="http://schemas.openxmlformats.org/officeDocument/2006/relationships/customXml" Target="../ink/ink467.xml"/><Relationship Id="rId87" Type="http://schemas.openxmlformats.org/officeDocument/2006/relationships/image" Target="../media/image480.png"/><Relationship Id="rId110" Type="http://schemas.openxmlformats.org/officeDocument/2006/relationships/customXml" Target="../ink/ink489.xml"/><Relationship Id="rId115" Type="http://schemas.openxmlformats.org/officeDocument/2006/relationships/image" Target="../media/image494.png"/><Relationship Id="rId131" Type="http://schemas.openxmlformats.org/officeDocument/2006/relationships/image" Target="../media/image502.png"/><Relationship Id="rId136" Type="http://schemas.openxmlformats.org/officeDocument/2006/relationships/customXml" Target="../ink/ink502.xml"/><Relationship Id="rId61" Type="http://schemas.openxmlformats.org/officeDocument/2006/relationships/image" Target="../media/image467.png"/><Relationship Id="rId82" Type="http://schemas.openxmlformats.org/officeDocument/2006/relationships/customXml" Target="../ink/ink475.xml"/><Relationship Id="rId19" Type="http://schemas.openxmlformats.org/officeDocument/2006/relationships/image" Target="../media/image446.png"/><Relationship Id="rId14" Type="http://schemas.openxmlformats.org/officeDocument/2006/relationships/customXml" Target="../ink/ink441.xml"/><Relationship Id="rId30" Type="http://schemas.openxmlformats.org/officeDocument/2006/relationships/customXml" Target="../ink/ink449.xml"/><Relationship Id="rId35" Type="http://schemas.openxmlformats.org/officeDocument/2006/relationships/image" Target="../media/image454.png"/><Relationship Id="rId56" Type="http://schemas.openxmlformats.org/officeDocument/2006/relationships/customXml" Target="../ink/ink462.xml"/><Relationship Id="rId77" Type="http://schemas.openxmlformats.org/officeDocument/2006/relationships/image" Target="../media/image475.png"/><Relationship Id="rId100" Type="http://schemas.openxmlformats.org/officeDocument/2006/relationships/customXml" Target="../ink/ink484.xml"/><Relationship Id="rId105" Type="http://schemas.openxmlformats.org/officeDocument/2006/relationships/image" Target="../media/image489.png"/><Relationship Id="rId126" Type="http://schemas.openxmlformats.org/officeDocument/2006/relationships/customXml" Target="../ink/ink497.xml"/><Relationship Id="rId147" Type="http://schemas.openxmlformats.org/officeDocument/2006/relationships/image" Target="../media/image510.png"/><Relationship Id="rId8" Type="http://schemas.openxmlformats.org/officeDocument/2006/relationships/customXml" Target="../ink/ink438.xml"/><Relationship Id="rId51" Type="http://schemas.openxmlformats.org/officeDocument/2006/relationships/image" Target="../media/image462.png"/><Relationship Id="rId72" Type="http://schemas.openxmlformats.org/officeDocument/2006/relationships/customXml" Target="../ink/ink470.xml"/><Relationship Id="rId93" Type="http://schemas.openxmlformats.org/officeDocument/2006/relationships/image" Target="../media/image483.png"/><Relationship Id="rId98" Type="http://schemas.openxmlformats.org/officeDocument/2006/relationships/customXml" Target="../ink/ink483.xml"/><Relationship Id="rId121" Type="http://schemas.openxmlformats.org/officeDocument/2006/relationships/image" Target="../media/image497.png"/><Relationship Id="rId142" Type="http://schemas.openxmlformats.org/officeDocument/2006/relationships/customXml" Target="../ink/ink505.xml"/><Relationship Id="rId3" Type="http://schemas.openxmlformats.org/officeDocument/2006/relationships/image" Target="../media/image438.png"/><Relationship Id="rId25" Type="http://schemas.openxmlformats.org/officeDocument/2006/relationships/image" Target="../media/image449.png"/><Relationship Id="rId46" Type="http://schemas.openxmlformats.org/officeDocument/2006/relationships/customXml" Target="../ink/ink457.xml"/><Relationship Id="rId67" Type="http://schemas.openxmlformats.org/officeDocument/2006/relationships/image" Target="../media/image470.png"/><Relationship Id="rId116" Type="http://schemas.openxmlformats.org/officeDocument/2006/relationships/customXml" Target="../ink/ink492.xml"/><Relationship Id="rId137" Type="http://schemas.openxmlformats.org/officeDocument/2006/relationships/image" Target="../media/image505.png"/><Relationship Id="rId20" Type="http://schemas.openxmlformats.org/officeDocument/2006/relationships/customXml" Target="../ink/ink444.xml"/><Relationship Id="rId41" Type="http://schemas.openxmlformats.org/officeDocument/2006/relationships/image" Target="../media/image457.png"/><Relationship Id="rId62" Type="http://schemas.openxmlformats.org/officeDocument/2006/relationships/customXml" Target="../ink/ink465.xml"/><Relationship Id="rId83" Type="http://schemas.openxmlformats.org/officeDocument/2006/relationships/image" Target="../media/image478.png"/><Relationship Id="rId88" Type="http://schemas.openxmlformats.org/officeDocument/2006/relationships/customXml" Target="../ink/ink478.xml"/><Relationship Id="rId111" Type="http://schemas.openxmlformats.org/officeDocument/2006/relationships/image" Target="../media/image492.png"/><Relationship Id="rId132" Type="http://schemas.openxmlformats.org/officeDocument/2006/relationships/customXml" Target="../ink/ink500.xml"/><Relationship Id="rId15" Type="http://schemas.openxmlformats.org/officeDocument/2006/relationships/image" Target="../media/image444.png"/><Relationship Id="rId36" Type="http://schemas.openxmlformats.org/officeDocument/2006/relationships/customXml" Target="../ink/ink452.xml"/><Relationship Id="rId57" Type="http://schemas.openxmlformats.org/officeDocument/2006/relationships/image" Target="../media/image465.png"/><Relationship Id="rId106" Type="http://schemas.openxmlformats.org/officeDocument/2006/relationships/customXml" Target="../ink/ink487.xml"/><Relationship Id="rId127" Type="http://schemas.openxmlformats.org/officeDocument/2006/relationships/image" Target="../media/image500.png"/><Relationship Id="rId10" Type="http://schemas.openxmlformats.org/officeDocument/2006/relationships/customXml" Target="../ink/ink439.xml"/><Relationship Id="rId31" Type="http://schemas.openxmlformats.org/officeDocument/2006/relationships/image" Target="../media/image452.png"/><Relationship Id="rId52" Type="http://schemas.openxmlformats.org/officeDocument/2006/relationships/customXml" Target="../ink/ink460.xml"/><Relationship Id="rId73" Type="http://schemas.openxmlformats.org/officeDocument/2006/relationships/image" Target="../media/image473.png"/><Relationship Id="rId78" Type="http://schemas.openxmlformats.org/officeDocument/2006/relationships/customXml" Target="../ink/ink473.xml"/><Relationship Id="rId94" Type="http://schemas.openxmlformats.org/officeDocument/2006/relationships/customXml" Target="../ink/ink481.xml"/><Relationship Id="rId99" Type="http://schemas.openxmlformats.org/officeDocument/2006/relationships/image" Target="../media/image486.png"/><Relationship Id="rId101" Type="http://schemas.openxmlformats.org/officeDocument/2006/relationships/image" Target="../media/image487.png"/><Relationship Id="rId122" Type="http://schemas.openxmlformats.org/officeDocument/2006/relationships/customXml" Target="../ink/ink495.xml"/><Relationship Id="rId143" Type="http://schemas.openxmlformats.org/officeDocument/2006/relationships/image" Target="../media/image508.png"/><Relationship Id="rId148" Type="http://schemas.openxmlformats.org/officeDocument/2006/relationships/customXml" Target="../ink/ink508.xml"/><Relationship Id="rId4" Type="http://schemas.openxmlformats.org/officeDocument/2006/relationships/customXml" Target="../ink/ink436.xml"/><Relationship Id="rId9" Type="http://schemas.openxmlformats.org/officeDocument/2006/relationships/image" Target="../media/image441.png"/><Relationship Id="rId26" Type="http://schemas.openxmlformats.org/officeDocument/2006/relationships/customXml" Target="../ink/ink447.xml"/><Relationship Id="rId47" Type="http://schemas.openxmlformats.org/officeDocument/2006/relationships/image" Target="../media/image460.png"/><Relationship Id="rId68" Type="http://schemas.openxmlformats.org/officeDocument/2006/relationships/customXml" Target="../ink/ink468.xml"/><Relationship Id="rId89" Type="http://schemas.openxmlformats.org/officeDocument/2006/relationships/image" Target="../media/image481.png"/><Relationship Id="rId112" Type="http://schemas.openxmlformats.org/officeDocument/2006/relationships/customXml" Target="../ink/ink490.xml"/><Relationship Id="rId133" Type="http://schemas.openxmlformats.org/officeDocument/2006/relationships/image" Target="../media/image503.png"/><Relationship Id="rId16" Type="http://schemas.openxmlformats.org/officeDocument/2006/relationships/customXml" Target="../ink/ink442.xml"/><Relationship Id="rId37" Type="http://schemas.openxmlformats.org/officeDocument/2006/relationships/image" Target="../media/image455.png"/><Relationship Id="rId58" Type="http://schemas.openxmlformats.org/officeDocument/2006/relationships/customXml" Target="../ink/ink463.xml"/><Relationship Id="rId79" Type="http://schemas.openxmlformats.org/officeDocument/2006/relationships/image" Target="../media/image476.png"/><Relationship Id="rId102" Type="http://schemas.openxmlformats.org/officeDocument/2006/relationships/customXml" Target="../ink/ink485.xml"/><Relationship Id="rId123" Type="http://schemas.openxmlformats.org/officeDocument/2006/relationships/image" Target="../media/image498.png"/><Relationship Id="rId144" Type="http://schemas.openxmlformats.org/officeDocument/2006/relationships/customXml" Target="../ink/ink506.xml"/><Relationship Id="rId90" Type="http://schemas.openxmlformats.org/officeDocument/2006/relationships/customXml" Target="../ink/ink479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22.xml"/><Relationship Id="rId21" Type="http://schemas.openxmlformats.org/officeDocument/2006/relationships/image" Target="../media/image522.png"/><Relationship Id="rId42" Type="http://schemas.openxmlformats.org/officeDocument/2006/relationships/customXml" Target="../ink/ink530.xml"/><Relationship Id="rId47" Type="http://schemas.openxmlformats.org/officeDocument/2006/relationships/image" Target="../media/image535.png"/><Relationship Id="rId63" Type="http://schemas.openxmlformats.org/officeDocument/2006/relationships/image" Target="../media/image543.png"/><Relationship Id="rId68" Type="http://schemas.openxmlformats.org/officeDocument/2006/relationships/customXml" Target="../ink/ink543.xml"/><Relationship Id="rId84" Type="http://schemas.openxmlformats.org/officeDocument/2006/relationships/customXml" Target="../ink/ink551.xml"/><Relationship Id="rId89" Type="http://schemas.openxmlformats.org/officeDocument/2006/relationships/image" Target="../media/image556.png"/><Relationship Id="rId16" Type="http://schemas.openxmlformats.org/officeDocument/2006/relationships/customXml" Target="../ink/ink517.xml"/><Relationship Id="rId11" Type="http://schemas.openxmlformats.org/officeDocument/2006/relationships/image" Target="../media/image517.png"/><Relationship Id="rId32" Type="http://schemas.openxmlformats.org/officeDocument/2006/relationships/customXml" Target="../ink/ink525.xml"/><Relationship Id="rId37" Type="http://schemas.openxmlformats.org/officeDocument/2006/relationships/image" Target="../media/image530.png"/><Relationship Id="rId53" Type="http://schemas.openxmlformats.org/officeDocument/2006/relationships/image" Target="../media/image538.png"/><Relationship Id="rId58" Type="http://schemas.openxmlformats.org/officeDocument/2006/relationships/customXml" Target="../ink/ink538.xml"/><Relationship Id="rId74" Type="http://schemas.openxmlformats.org/officeDocument/2006/relationships/customXml" Target="../ink/ink546.xml"/><Relationship Id="rId79" Type="http://schemas.openxmlformats.org/officeDocument/2006/relationships/image" Target="../media/image551.png"/><Relationship Id="rId102" Type="http://schemas.openxmlformats.org/officeDocument/2006/relationships/customXml" Target="../ink/ink560.xml"/><Relationship Id="rId5" Type="http://schemas.openxmlformats.org/officeDocument/2006/relationships/image" Target="../media/image514.png"/><Relationship Id="rId90" Type="http://schemas.openxmlformats.org/officeDocument/2006/relationships/customXml" Target="../ink/ink554.xml"/><Relationship Id="rId95" Type="http://schemas.openxmlformats.org/officeDocument/2006/relationships/image" Target="../media/image559.png"/><Relationship Id="rId22" Type="http://schemas.openxmlformats.org/officeDocument/2006/relationships/customXml" Target="../ink/ink520.xml"/><Relationship Id="rId27" Type="http://schemas.openxmlformats.org/officeDocument/2006/relationships/image" Target="../media/image525.png"/><Relationship Id="rId43" Type="http://schemas.openxmlformats.org/officeDocument/2006/relationships/image" Target="../media/image533.png"/><Relationship Id="rId48" Type="http://schemas.openxmlformats.org/officeDocument/2006/relationships/customXml" Target="../ink/ink533.xml"/><Relationship Id="rId64" Type="http://schemas.openxmlformats.org/officeDocument/2006/relationships/customXml" Target="../ink/ink541.xml"/><Relationship Id="rId69" Type="http://schemas.openxmlformats.org/officeDocument/2006/relationships/image" Target="../media/image546.png"/><Relationship Id="rId80" Type="http://schemas.openxmlformats.org/officeDocument/2006/relationships/customXml" Target="../ink/ink549.xml"/><Relationship Id="rId85" Type="http://schemas.openxmlformats.org/officeDocument/2006/relationships/image" Target="../media/image554.png"/><Relationship Id="rId12" Type="http://schemas.openxmlformats.org/officeDocument/2006/relationships/customXml" Target="../ink/ink515.xml"/><Relationship Id="rId17" Type="http://schemas.openxmlformats.org/officeDocument/2006/relationships/image" Target="../media/image520.png"/><Relationship Id="rId25" Type="http://schemas.openxmlformats.org/officeDocument/2006/relationships/image" Target="../media/image524.png"/><Relationship Id="rId33" Type="http://schemas.openxmlformats.org/officeDocument/2006/relationships/image" Target="../media/image528.png"/><Relationship Id="rId38" Type="http://schemas.openxmlformats.org/officeDocument/2006/relationships/customXml" Target="../ink/ink528.xml"/><Relationship Id="rId46" Type="http://schemas.openxmlformats.org/officeDocument/2006/relationships/customXml" Target="../ink/ink532.xml"/><Relationship Id="rId59" Type="http://schemas.openxmlformats.org/officeDocument/2006/relationships/image" Target="../media/image541.png"/><Relationship Id="rId67" Type="http://schemas.openxmlformats.org/officeDocument/2006/relationships/image" Target="../media/image545.png"/><Relationship Id="rId103" Type="http://schemas.openxmlformats.org/officeDocument/2006/relationships/image" Target="../media/image563.png"/><Relationship Id="rId20" Type="http://schemas.openxmlformats.org/officeDocument/2006/relationships/customXml" Target="../ink/ink519.xml"/><Relationship Id="rId41" Type="http://schemas.openxmlformats.org/officeDocument/2006/relationships/image" Target="../media/image532.png"/><Relationship Id="rId54" Type="http://schemas.openxmlformats.org/officeDocument/2006/relationships/customXml" Target="../ink/ink536.xml"/><Relationship Id="rId62" Type="http://schemas.openxmlformats.org/officeDocument/2006/relationships/customXml" Target="../ink/ink540.xml"/><Relationship Id="rId70" Type="http://schemas.openxmlformats.org/officeDocument/2006/relationships/customXml" Target="../ink/ink544.xml"/><Relationship Id="rId75" Type="http://schemas.openxmlformats.org/officeDocument/2006/relationships/image" Target="../media/image549.png"/><Relationship Id="rId83" Type="http://schemas.openxmlformats.org/officeDocument/2006/relationships/image" Target="../media/image553.png"/><Relationship Id="rId88" Type="http://schemas.openxmlformats.org/officeDocument/2006/relationships/customXml" Target="../ink/ink553.xml"/><Relationship Id="rId91" Type="http://schemas.openxmlformats.org/officeDocument/2006/relationships/image" Target="../media/image557.png"/><Relationship Id="rId96" Type="http://schemas.openxmlformats.org/officeDocument/2006/relationships/customXml" Target="../ink/ink55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2.xml"/><Relationship Id="rId15" Type="http://schemas.openxmlformats.org/officeDocument/2006/relationships/image" Target="../media/image519.png"/><Relationship Id="rId23" Type="http://schemas.openxmlformats.org/officeDocument/2006/relationships/image" Target="../media/image523.png"/><Relationship Id="rId28" Type="http://schemas.openxmlformats.org/officeDocument/2006/relationships/customXml" Target="../ink/ink523.xml"/><Relationship Id="rId36" Type="http://schemas.openxmlformats.org/officeDocument/2006/relationships/customXml" Target="../ink/ink527.xml"/><Relationship Id="rId49" Type="http://schemas.openxmlformats.org/officeDocument/2006/relationships/image" Target="../media/image536.png"/><Relationship Id="rId57" Type="http://schemas.openxmlformats.org/officeDocument/2006/relationships/image" Target="../media/image540.png"/><Relationship Id="rId10" Type="http://schemas.openxmlformats.org/officeDocument/2006/relationships/customXml" Target="../ink/ink514.xml"/><Relationship Id="rId31" Type="http://schemas.openxmlformats.org/officeDocument/2006/relationships/image" Target="../media/image527.png"/><Relationship Id="rId44" Type="http://schemas.openxmlformats.org/officeDocument/2006/relationships/customXml" Target="../ink/ink531.xml"/><Relationship Id="rId52" Type="http://schemas.openxmlformats.org/officeDocument/2006/relationships/customXml" Target="../ink/ink535.xml"/><Relationship Id="rId60" Type="http://schemas.openxmlformats.org/officeDocument/2006/relationships/customXml" Target="../ink/ink539.xml"/><Relationship Id="rId65" Type="http://schemas.openxmlformats.org/officeDocument/2006/relationships/image" Target="../media/image544.png"/><Relationship Id="rId73" Type="http://schemas.openxmlformats.org/officeDocument/2006/relationships/image" Target="../media/image548.png"/><Relationship Id="rId78" Type="http://schemas.openxmlformats.org/officeDocument/2006/relationships/customXml" Target="../ink/ink548.xml"/><Relationship Id="rId81" Type="http://schemas.openxmlformats.org/officeDocument/2006/relationships/image" Target="../media/image552.png"/><Relationship Id="rId86" Type="http://schemas.openxmlformats.org/officeDocument/2006/relationships/customXml" Target="../ink/ink552.xml"/><Relationship Id="rId94" Type="http://schemas.openxmlformats.org/officeDocument/2006/relationships/customXml" Target="../ink/ink556.xml"/><Relationship Id="rId99" Type="http://schemas.openxmlformats.org/officeDocument/2006/relationships/image" Target="../media/image561.png"/><Relationship Id="rId101" Type="http://schemas.openxmlformats.org/officeDocument/2006/relationships/image" Target="../media/image562.png"/><Relationship Id="rId4" Type="http://schemas.openxmlformats.org/officeDocument/2006/relationships/customXml" Target="../ink/ink511.xml"/><Relationship Id="rId9" Type="http://schemas.openxmlformats.org/officeDocument/2006/relationships/image" Target="../media/image516.png"/><Relationship Id="rId13" Type="http://schemas.openxmlformats.org/officeDocument/2006/relationships/image" Target="../media/image518.png"/><Relationship Id="rId18" Type="http://schemas.openxmlformats.org/officeDocument/2006/relationships/customXml" Target="../ink/ink518.xml"/><Relationship Id="rId39" Type="http://schemas.openxmlformats.org/officeDocument/2006/relationships/image" Target="../media/image531.png"/><Relationship Id="rId34" Type="http://schemas.openxmlformats.org/officeDocument/2006/relationships/customXml" Target="../ink/ink526.xml"/><Relationship Id="rId50" Type="http://schemas.openxmlformats.org/officeDocument/2006/relationships/customXml" Target="../ink/ink534.xml"/><Relationship Id="rId55" Type="http://schemas.openxmlformats.org/officeDocument/2006/relationships/image" Target="../media/image539.png"/><Relationship Id="rId76" Type="http://schemas.openxmlformats.org/officeDocument/2006/relationships/customXml" Target="../ink/ink547.xml"/><Relationship Id="rId97" Type="http://schemas.openxmlformats.org/officeDocument/2006/relationships/image" Target="../media/image560.png"/><Relationship Id="rId7" Type="http://schemas.openxmlformats.org/officeDocument/2006/relationships/image" Target="../media/image515.png"/><Relationship Id="rId71" Type="http://schemas.openxmlformats.org/officeDocument/2006/relationships/image" Target="../media/image547.png"/><Relationship Id="rId92" Type="http://schemas.openxmlformats.org/officeDocument/2006/relationships/customXml" Target="../ink/ink555.xml"/><Relationship Id="rId2" Type="http://schemas.openxmlformats.org/officeDocument/2006/relationships/customXml" Target="../ink/ink510.xml"/><Relationship Id="rId29" Type="http://schemas.openxmlformats.org/officeDocument/2006/relationships/image" Target="../media/image526.png"/><Relationship Id="rId24" Type="http://schemas.openxmlformats.org/officeDocument/2006/relationships/customXml" Target="../ink/ink521.xml"/><Relationship Id="rId40" Type="http://schemas.openxmlformats.org/officeDocument/2006/relationships/customXml" Target="../ink/ink529.xml"/><Relationship Id="rId45" Type="http://schemas.openxmlformats.org/officeDocument/2006/relationships/image" Target="../media/image534.png"/><Relationship Id="rId66" Type="http://schemas.openxmlformats.org/officeDocument/2006/relationships/customXml" Target="../ink/ink542.xml"/><Relationship Id="rId87" Type="http://schemas.openxmlformats.org/officeDocument/2006/relationships/image" Target="../media/image555.png"/><Relationship Id="rId61" Type="http://schemas.openxmlformats.org/officeDocument/2006/relationships/image" Target="../media/image542.png"/><Relationship Id="rId82" Type="http://schemas.openxmlformats.org/officeDocument/2006/relationships/customXml" Target="../ink/ink550.xml"/><Relationship Id="rId19" Type="http://schemas.openxmlformats.org/officeDocument/2006/relationships/image" Target="../media/image521.png"/><Relationship Id="rId14" Type="http://schemas.openxmlformats.org/officeDocument/2006/relationships/customXml" Target="../ink/ink516.xml"/><Relationship Id="rId30" Type="http://schemas.openxmlformats.org/officeDocument/2006/relationships/customXml" Target="../ink/ink524.xml"/><Relationship Id="rId35" Type="http://schemas.openxmlformats.org/officeDocument/2006/relationships/image" Target="../media/image529.png"/><Relationship Id="rId56" Type="http://schemas.openxmlformats.org/officeDocument/2006/relationships/customXml" Target="../ink/ink537.xml"/><Relationship Id="rId77" Type="http://schemas.openxmlformats.org/officeDocument/2006/relationships/image" Target="../media/image550.png"/><Relationship Id="rId100" Type="http://schemas.openxmlformats.org/officeDocument/2006/relationships/customXml" Target="../ink/ink559.xml"/><Relationship Id="rId8" Type="http://schemas.openxmlformats.org/officeDocument/2006/relationships/customXml" Target="../ink/ink513.xml"/><Relationship Id="rId51" Type="http://schemas.openxmlformats.org/officeDocument/2006/relationships/image" Target="../media/image537.png"/><Relationship Id="rId72" Type="http://schemas.openxmlformats.org/officeDocument/2006/relationships/customXml" Target="../ink/ink545.xml"/><Relationship Id="rId93" Type="http://schemas.openxmlformats.org/officeDocument/2006/relationships/image" Target="../media/image558.png"/><Relationship Id="rId98" Type="http://schemas.openxmlformats.org/officeDocument/2006/relationships/customXml" Target="../ink/ink558.xml"/><Relationship Id="rId3" Type="http://schemas.openxmlformats.org/officeDocument/2006/relationships/image" Target="../media/image5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18208A3C-0BF7-2E34-8752-118E79CE2107}"/>
              </a:ext>
            </a:extLst>
          </p:cNvPr>
          <p:cNvGrpSpPr/>
          <p:nvPr/>
        </p:nvGrpSpPr>
        <p:grpSpPr>
          <a:xfrm>
            <a:off x="722995" y="351020"/>
            <a:ext cx="8261280" cy="1967760"/>
            <a:chOff x="722995" y="351020"/>
            <a:chExt cx="8261280" cy="19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E7056CF-8373-CF0B-DC97-71ED3188F5CD}"/>
                    </a:ext>
                  </a:extLst>
                </p14:cNvPr>
                <p14:cNvContentPartPr/>
                <p14:nvPr/>
              </p14:nvContentPartPr>
              <p14:xfrm>
                <a:off x="8956195" y="1074980"/>
                <a:ext cx="28080" cy="133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E7056CF-8373-CF0B-DC97-71ED3188F5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947195" y="1065980"/>
                  <a:ext cx="45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DF619FB-D92C-1506-6072-76B9D8E4FD45}"/>
                    </a:ext>
                  </a:extLst>
                </p14:cNvPr>
                <p14:cNvContentPartPr/>
                <p14:nvPr/>
              </p14:nvContentPartPr>
              <p14:xfrm>
                <a:off x="863035" y="620300"/>
                <a:ext cx="69480" cy="698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DF619FB-D92C-1506-6072-76B9D8E4FD4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4035" y="611300"/>
                  <a:ext cx="87120" cy="71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2ED834A-72B8-D69F-F907-24C384553559}"/>
                    </a:ext>
                  </a:extLst>
                </p14:cNvPr>
                <p14:cNvContentPartPr/>
                <p14:nvPr/>
              </p14:nvContentPartPr>
              <p14:xfrm>
                <a:off x="920635" y="536420"/>
                <a:ext cx="566640" cy="999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2ED834A-72B8-D69F-F907-24C38455355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1995" y="527780"/>
                  <a:ext cx="584280" cy="10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F9294B3-3552-8F22-69AB-8F9EE985D4C0}"/>
                    </a:ext>
                  </a:extLst>
                </p14:cNvPr>
                <p14:cNvContentPartPr/>
                <p14:nvPr/>
              </p14:nvContentPartPr>
              <p14:xfrm>
                <a:off x="1771675" y="941780"/>
                <a:ext cx="344160" cy="196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F9294B3-3552-8F22-69AB-8F9EE985D4C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63035" y="933140"/>
                  <a:ext cx="3618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B6C82FB-F093-8D66-E48F-69E8018CA4C1}"/>
                    </a:ext>
                  </a:extLst>
                </p14:cNvPr>
                <p14:cNvContentPartPr/>
                <p14:nvPr/>
              </p14:nvContentPartPr>
              <p14:xfrm>
                <a:off x="2264875" y="844940"/>
                <a:ext cx="505440" cy="3499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B6C82FB-F093-8D66-E48F-69E8018CA4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56235" y="835940"/>
                  <a:ext cx="5230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CD493AA-2567-40AD-DEBE-E350F7C05B6D}"/>
                    </a:ext>
                  </a:extLst>
                </p14:cNvPr>
                <p14:cNvContentPartPr/>
                <p14:nvPr/>
              </p14:nvContentPartPr>
              <p14:xfrm>
                <a:off x="2864275" y="785180"/>
                <a:ext cx="19800" cy="17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CD493AA-2567-40AD-DEBE-E350F7C05B6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55635" y="776540"/>
                  <a:ext cx="374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D6B4B26-F53D-63AC-9451-8D996B49AC18}"/>
                    </a:ext>
                  </a:extLst>
                </p14:cNvPr>
                <p14:cNvContentPartPr/>
                <p14:nvPr/>
              </p14:nvContentPartPr>
              <p14:xfrm>
                <a:off x="3431635" y="804620"/>
                <a:ext cx="530640" cy="361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D6B4B26-F53D-63AC-9451-8D996B49AC1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22635" y="795980"/>
                  <a:ext cx="54828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7070AB-B287-8CE3-8F21-BC5C3891CB13}"/>
                    </a:ext>
                  </a:extLst>
                </p14:cNvPr>
                <p14:cNvContentPartPr/>
                <p14:nvPr/>
              </p14:nvContentPartPr>
              <p14:xfrm>
                <a:off x="4124635" y="654860"/>
                <a:ext cx="63000" cy="385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7070AB-B287-8CE3-8F21-BC5C3891CB1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15635" y="646220"/>
                  <a:ext cx="80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78942D-9B22-0204-6769-94AB38133122}"/>
                    </a:ext>
                  </a:extLst>
                </p14:cNvPr>
                <p14:cNvContentPartPr/>
                <p14:nvPr/>
              </p14:nvContentPartPr>
              <p14:xfrm>
                <a:off x="4316515" y="839900"/>
                <a:ext cx="199080" cy="312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78942D-9B22-0204-6769-94AB3813312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307875" y="831260"/>
                  <a:ext cx="2167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BADCBD1-CEBA-2AC5-2AA6-A25E8E65A1AB}"/>
                    </a:ext>
                  </a:extLst>
                </p14:cNvPr>
                <p14:cNvContentPartPr/>
                <p14:nvPr/>
              </p14:nvContentPartPr>
              <p14:xfrm>
                <a:off x="4716835" y="893180"/>
                <a:ext cx="277200" cy="214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BADCBD1-CEBA-2AC5-2AA6-A25E8E65A1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708195" y="884180"/>
                  <a:ext cx="2948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0BF54D5-01B8-5787-9F85-659ED77AFB5B}"/>
                    </a:ext>
                  </a:extLst>
                </p14:cNvPr>
                <p14:cNvContentPartPr/>
                <p14:nvPr/>
              </p14:nvContentPartPr>
              <p14:xfrm>
                <a:off x="5720875" y="351020"/>
                <a:ext cx="1290600" cy="186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0BF54D5-01B8-5787-9F85-659ED77AFB5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12235" y="342380"/>
                  <a:ext cx="1308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F4969C4-0262-9913-7617-5C15D0DB71F0}"/>
                    </a:ext>
                  </a:extLst>
                </p14:cNvPr>
                <p14:cNvContentPartPr/>
                <p14:nvPr/>
              </p14:nvContentPartPr>
              <p14:xfrm>
                <a:off x="6493795" y="573500"/>
                <a:ext cx="13320" cy="5875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F4969C4-0262-9913-7617-5C15D0DB71F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84795" y="564860"/>
                  <a:ext cx="3096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27BED57-F0DA-F672-0DCA-01697FC4DF83}"/>
                    </a:ext>
                  </a:extLst>
                </p14:cNvPr>
                <p14:cNvContentPartPr/>
                <p14:nvPr/>
              </p14:nvContentPartPr>
              <p14:xfrm>
                <a:off x="6794035" y="724340"/>
                <a:ext cx="497160" cy="5115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27BED57-F0DA-F672-0DCA-01697FC4DF8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85395" y="715700"/>
                  <a:ext cx="51480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6A1E68A-1E59-D53C-D2A4-F3DA62DB8762}"/>
                    </a:ext>
                  </a:extLst>
                </p14:cNvPr>
                <p14:cNvContentPartPr/>
                <p14:nvPr/>
              </p14:nvContentPartPr>
              <p14:xfrm>
                <a:off x="7514035" y="773660"/>
                <a:ext cx="834840" cy="329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6A1E68A-1E59-D53C-D2A4-F3DA62DB87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05035" y="765020"/>
                  <a:ext cx="8524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CE8E83B-54E2-A2BF-7F45-91F2CBD7CCD1}"/>
                    </a:ext>
                  </a:extLst>
                </p14:cNvPr>
                <p14:cNvContentPartPr/>
                <p14:nvPr/>
              </p14:nvContentPartPr>
              <p14:xfrm>
                <a:off x="722995" y="1123940"/>
                <a:ext cx="7511400" cy="1194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CE8E83B-54E2-A2BF-7F45-91F2CBD7CCD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3995" y="1114940"/>
                  <a:ext cx="7529040" cy="1212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836CB84D-1F4D-A1E9-3289-2432027785D0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2638100"/>
            <a:ext cx="8659041" cy="2671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99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68D82-24D1-4AD1-3382-6E1928D1D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68" y="2955559"/>
            <a:ext cx="10741688" cy="355744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77AF475-A187-F9EB-9963-9751220E71AC}"/>
              </a:ext>
            </a:extLst>
          </p:cNvPr>
          <p:cNvGrpSpPr/>
          <p:nvPr/>
        </p:nvGrpSpPr>
        <p:grpSpPr>
          <a:xfrm>
            <a:off x="858715" y="480588"/>
            <a:ext cx="5221800" cy="842040"/>
            <a:chOff x="858715" y="480588"/>
            <a:chExt cx="5221800" cy="84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2075CF5-F48B-14A7-4DB4-ADA3E68BF39B}"/>
                    </a:ext>
                  </a:extLst>
                </p14:cNvPr>
                <p14:cNvContentPartPr/>
                <p14:nvPr/>
              </p14:nvContentPartPr>
              <p14:xfrm>
                <a:off x="858715" y="653748"/>
                <a:ext cx="649080" cy="668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2075CF5-F48B-14A7-4DB4-ADA3E68BF39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9715" y="645108"/>
                  <a:ext cx="66672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BB2B34B-5D1B-5890-C2BE-50333AE57000}"/>
                    </a:ext>
                  </a:extLst>
                </p14:cNvPr>
                <p14:cNvContentPartPr/>
                <p14:nvPr/>
              </p14:nvContentPartPr>
              <p14:xfrm>
                <a:off x="1791115" y="800268"/>
                <a:ext cx="190800" cy="460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BB2B34B-5D1B-5890-C2BE-50333AE5700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82475" y="791628"/>
                  <a:ext cx="20844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6BB6934-209D-9F70-11AA-EE7E1ADF5753}"/>
                    </a:ext>
                  </a:extLst>
                </p14:cNvPr>
                <p14:cNvContentPartPr/>
                <p14:nvPr/>
              </p14:nvContentPartPr>
              <p14:xfrm>
                <a:off x="2235715" y="760308"/>
                <a:ext cx="344520" cy="3394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6BB6934-209D-9F70-11AA-EE7E1ADF575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26715" y="751308"/>
                  <a:ext cx="36216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3DFF9FD-ABA3-26CA-D66C-0673D6953806}"/>
                    </a:ext>
                  </a:extLst>
                </p14:cNvPr>
                <p14:cNvContentPartPr/>
                <p14:nvPr/>
              </p14:nvContentPartPr>
              <p14:xfrm>
                <a:off x="3266755" y="547908"/>
                <a:ext cx="1742040" cy="540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3DFF9FD-ABA3-26CA-D66C-0673D695380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257755" y="538908"/>
                  <a:ext cx="1759680" cy="55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724D127-5E3D-C7EE-C012-AEC0EB50960D}"/>
                    </a:ext>
                  </a:extLst>
                </p14:cNvPr>
                <p14:cNvContentPartPr/>
                <p14:nvPr/>
              </p14:nvContentPartPr>
              <p14:xfrm>
                <a:off x="4807555" y="480588"/>
                <a:ext cx="959760" cy="529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724D127-5E3D-C7EE-C012-AEC0EB50960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798555" y="471588"/>
                  <a:ext cx="97740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7ABB7D2-A0AB-BEB4-6CEA-73F654E27C0B}"/>
                    </a:ext>
                  </a:extLst>
                </p14:cNvPr>
                <p14:cNvContentPartPr/>
                <p14:nvPr/>
              </p14:nvContentPartPr>
              <p14:xfrm>
                <a:off x="5965675" y="775428"/>
                <a:ext cx="114840" cy="55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7ABB7D2-A0AB-BEB4-6CEA-73F654E27C0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957035" y="766788"/>
                  <a:ext cx="132480" cy="73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F95A2BC-540D-D340-F5B8-CE91B1708339}"/>
              </a:ext>
            </a:extLst>
          </p:cNvPr>
          <p:cNvSpPr txBox="1"/>
          <p:nvPr/>
        </p:nvSpPr>
        <p:spPr>
          <a:xfrm>
            <a:off x="4916156" y="1698928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https://www.geeksforgeeks.org/machine-learning/decision-tree/</a:t>
            </a:r>
          </a:p>
        </p:txBody>
      </p:sp>
    </p:spTree>
    <p:extLst>
      <p:ext uri="{BB962C8B-B14F-4D97-AF65-F5344CB8AC3E}">
        <p14:creationId xmlns:p14="http://schemas.microsoft.com/office/powerpoint/2010/main" val="2516610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64F8FA-72AA-7287-52F8-66BC855CC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54" y="1340665"/>
            <a:ext cx="9314822" cy="48280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4575E1-8BF8-65D0-0F79-34FD1754629C}"/>
              </a:ext>
            </a:extLst>
          </p:cNvPr>
          <p:cNvSpPr txBox="1"/>
          <p:nvPr/>
        </p:nvSpPr>
        <p:spPr>
          <a:xfrm>
            <a:off x="1771022" y="475679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https://www.geeksforgeeks.org/machine-learning/decision-tree-algorithms/</a:t>
            </a:r>
          </a:p>
        </p:txBody>
      </p:sp>
    </p:spTree>
    <p:extLst>
      <p:ext uri="{BB962C8B-B14F-4D97-AF65-F5344CB8AC3E}">
        <p14:creationId xmlns:p14="http://schemas.microsoft.com/office/powerpoint/2010/main" val="1568324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1E973D-481A-A7CD-F9A0-F781B6A6227B}"/>
              </a:ext>
            </a:extLst>
          </p:cNvPr>
          <p:cNvSpPr txBox="1"/>
          <p:nvPr/>
        </p:nvSpPr>
        <p:spPr>
          <a:xfrm>
            <a:off x="334108" y="113939"/>
            <a:ext cx="60943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http://geeksforgeeks.org/machine-learning/iterative-dichotomiser-3-id3-algorithm-from-scratch/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8CA3C-C5F9-B949-FA53-B0688CB21702}"/>
              </a:ext>
            </a:extLst>
          </p:cNvPr>
          <p:cNvSpPr txBox="1"/>
          <p:nvPr/>
        </p:nvSpPr>
        <p:spPr>
          <a:xfrm>
            <a:off x="424544" y="980273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https://www.geeksforgeeks.org/machine-learning/implementing-cart-classification-and-regression-tree-in-python/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1FAE7A7-25D3-C9D1-07B4-E2157B2D140B}"/>
              </a:ext>
            </a:extLst>
          </p:cNvPr>
          <p:cNvGrpSpPr/>
          <p:nvPr/>
        </p:nvGrpSpPr>
        <p:grpSpPr>
          <a:xfrm>
            <a:off x="895435" y="2256828"/>
            <a:ext cx="10343520" cy="4377600"/>
            <a:chOff x="895435" y="2256828"/>
            <a:chExt cx="10343520" cy="437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97AD5CA-C834-45F4-44D0-D2769724D44F}"/>
                    </a:ext>
                  </a:extLst>
                </p14:cNvPr>
                <p14:cNvContentPartPr/>
                <p14:nvPr/>
              </p14:nvContentPartPr>
              <p14:xfrm>
                <a:off x="909835" y="4606188"/>
                <a:ext cx="35280" cy="504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97AD5CA-C834-45F4-44D0-D2769724D44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00835" y="4597548"/>
                  <a:ext cx="5292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53BB8E3-F534-6F7D-FDF6-E105F2AB0AD2}"/>
                    </a:ext>
                  </a:extLst>
                </p14:cNvPr>
                <p14:cNvContentPartPr/>
                <p14:nvPr/>
              </p14:nvContentPartPr>
              <p14:xfrm>
                <a:off x="895435" y="4425108"/>
                <a:ext cx="562680" cy="649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53BB8E3-F534-6F7D-FDF6-E105F2AB0AD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86795" y="4416108"/>
                  <a:ext cx="580320" cy="66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74C647D-77D5-6CA3-8BBB-B3CE9FA3D831}"/>
                    </a:ext>
                  </a:extLst>
                </p14:cNvPr>
                <p14:cNvContentPartPr/>
                <p14:nvPr/>
              </p14:nvContentPartPr>
              <p14:xfrm>
                <a:off x="1495915" y="4719588"/>
                <a:ext cx="802440" cy="304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74C647D-77D5-6CA3-8BBB-B3CE9FA3D8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87275" y="4710588"/>
                  <a:ext cx="8200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05D9F7-4526-5938-D878-565ECE22969A}"/>
                    </a:ext>
                  </a:extLst>
                </p14:cNvPr>
                <p14:cNvContentPartPr/>
                <p14:nvPr/>
              </p14:nvContentPartPr>
              <p14:xfrm>
                <a:off x="2287915" y="4550748"/>
                <a:ext cx="24480" cy="16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B05D9F7-4526-5938-D878-565ECE22969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79275" y="4542108"/>
                  <a:ext cx="42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1CCBA9A-AA7B-BBEE-9EF6-7D9C34CFEA97}"/>
                    </a:ext>
                  </a:extLst>
                </p14:cNvPr>
                <p14:cNvContentPartPr/>
                <p14:nvPr/>
              </p14:nvContentPartPr>
              <p14:xfrm>
                <a:off x="2841595" y="4378308"/>
                <a:ext cx="444240" cy="436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1CCBA9A-AA7B-BBEE-9EF6-7D9C34CFEA9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32595" y="4369308"/>
                  <a:ext cx="46188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D791C2A-CABF-EA1D-DEED-6535E1416E3D}"/>
                    </a:ext>
                  </a:extLst>
                </p14:cNvPr>
                <p14:cNvContentPartPr/>
                <p14:nvPr/>
              </p14:nvContentPartPr>
              <p14:xfrm>
                <a:off x="3304555" y="4319628"/>
                <a:ext cx="47520" cy="34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D791C2A-CABF-EA1D-DEED-6535E1416E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95555" y="4310988"/>
                  <a:ext cx="65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876A53E-657A-F432-4AAE-F30086552619}"/>
                    </a:ext>
                  </a:extLst>
                </p14:cNvPr>
                <p14:cNvContentPartPr/>
                <p14:nvPr/>
              </p14:nvContentPartPr>
              <p14:xfrm>
                <a:off x="3481675" y="4438068"/>
                <a:ext cx="717840" cy="210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876A53E-657A-F432-4AAE-F300865526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73035" y="4429068"/>
                  <a:ext cx="735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C70C93C-7976-6A8F-AA8B-3ADCDE3B58F9}"/>
                    </a:ext>
                  </a:extLst>
                </p14:cNvPr>
                <p14:cNvContentPartPr/>
                <p14:nvPr/>
              </p14:nvContentPartPr>
              <p14:xfrm>
                <a:off x="4870555" y="3505668"/>
                <a:ext cx="362880" cy="969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C70C93C-7976-6A8F-AA8B-3ADCDE3B58F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61915" y="3497028"/>
                  <a:ext cx="380520" cy="9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E2500B-82F9-4F15-8CC3-6F9BDAB17934}"/>
                    </a:ext>
                  </a:extLst>
                </p14:cNvPr>
                <p14:cNvContentPartPr/>
                <p14:nvPr/>
              </p14:nvContentPartPr>
              <p14:xfrm>
                <a:off x="4695955" y="3917148"/>
                <a:ext cx="652680" cy="206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8E2500B-82F9-4F15-8CC3-6F9BDAB1793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687315" y="3908508"/>
                  <a:ext cx="6703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DBC5EF-B600-F0ED-41F0-FFB74F4D53BE}"/>
                    </a:ext>
                  </a:extLst>
                </p14:cNvPr>
                <p14:cNvContentPartPr/>
                <p14:nvPr/>
              </p14:nvContentPartPr>
              <p14:xfrm>
                <a:off x="5414155" y="3707628"/>
                <a:ext cx="312120" cy="3952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DBC5EF-B600-F0ED-41F0-FFB74F4D53B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05155" y="3698988"/>
                  <a:ext cx="3297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19CCC98-21DB-41AC-CF6E-FDF91D07673D}"/>
                    </a:ext>
                  </a:extLst>
                </p14:cNvPr>
                <p14:cNvContentPartPr/>
                <p14:nvPr/>
              </p14:nvContentPartPr>
              <p14:xfrm>
                <a:off x="5902315" y="3720948"/>
                <a:ext cx="640080" cy="218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19CCC98-21DB-41AC-CF6E-FDF91D07673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93315" y="3711948"/>
                  <a:ext cx="657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F41C52C-971F-A837-4060-D855AFD32140}"/>
                    </a:ext>
                  </a:extLst>
                </p14:cNvPr>
                <p14:cNvContentPartPr/>
                <p14:nvPr/>
              </p14:nvContentPartPr>
              <p14:xfrm>
                <a:off x="7169875" y="2892228"/>
                <a:ext cx="1810080" cy="817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F41C52C-971F-A837-4060-D855AFD3214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161235" y="2883588"/>
                  <a:ext cx="1827720" cy="8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1360AED-E86E-A3B1-9120-00698AAE6736}"/>
                    </a:ext>
                  </a:extLst>
                </p14:cNvPr>
                <p14:cNvContentPartPr/>
                <p14:nvPr/>
              </p14:nvContentPartPr>
              <p14:xfrm>
                <a:off x="9012715" y="2646348"/>
                <a:ext cx="5040" cy="13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1360AED-E86E-A3B1-9120-00698AAE673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004075" y="2637708"/>
                  <a:ext cx="226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4747F31-0B58-0472-EB61-3D26D4DB1AC8}"/>
                    </a:ext>
                  </a:extLst>
                </p14:cNvPr>
                <p14:cNvContentPartPr/>
                <p14:nvPr/>
              </p14:nvContentPartPr>
              <p14:xfrm>
                <a:off x="9463795" y="2256828"/>
                <a:ext cx="529560" cy="1389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4747F31-0B58-0472-EB61-3D26D4DB1A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454795" y="2248188"/>
                  <a:ext cx="547200" cy="14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E848ECD-E69C-681D-0806-4C1596360C30}"/>
                    </a:ext>
                  </a:extLst>
                </p14:cNvPr>
                <p14:cNvContentPartPr/>
                <p14:nvPr/>
              </p14:nvContentPartPr>
              <p14:xfrm>
                <a:off x="10164355" y="2514948"/>
                <a:ext cx="59400" cy="29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E848ECD-E69C-681D-0806-4C1596360C3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155355" y="2506308"/>
                  <a:ext cx="7704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2C72E1C-3A6F-A1AF-0670-A92C190B9B68}"/>
                    </a:ext>
                  </a:extLst>
                </p14:cNvPr>
                <p14:cNvContentPartPr/>
                <p14:nvPr/>
              </p14:nvContentPartPr>
              <p14:xfrm>
                <a:off x="10342915" y="2619348"/>
                <a:ext cx="222120" cy="2901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2C72E1C-3A6F-A1AF-0670-A92C190B9B6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33915" y="2610348"/>
                  <a:ext cx="23976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D90A72-4544-469B-C01F-D061526E5022}"/>
                    </a:ext>
                  </a:extLst>
                </p14:cNvPr>
                <p14:cNvContentPartPr/>
                <p14:nvPr/>
              </p14:nvContentPartPr>
              <p14:xfrm>
                <a:off x="10765915" y="2478588"/>
                <a:ext cx="150120" cy="3520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D90A72-4544-469B-C01F-D061526E502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57275" y="2469948"/>
                  <a:ext cx="1677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B00F878-9409-CDFD-1620-503342409055}"/>
                    </a:ext>
                  </a:extLst>
                </p14:cNvPr>
                <p14:cNvContentPartPr/>
                <p14:nvPr/>
              </p14:nvContentPartPr>
              <p14:xfrm>
                <a:off x="11168755" y="2303268"/>
                <a:ext cx="70200" cy="24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B00F878-9409-CDFD-1620-50334240905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160115" y="2294628"/>
                  <a:ext cx="87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94485AC-4B42-D5BD-8328-8E24D6C17D71}"/>
                    </a:ext>
                  </a:extLst>
                </p14:cNvPr>
                <p14:cNvContentPartPr/>
                <p14:nvPr/>
              </p14:nvContentPartPr>
              <p14:xfrm>
                <a:off x="4867675" y="4418628"/>
                <a:ext cx="1761480" cy="876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94485AC-4B42-D5BD-8328-8E24D6C17D7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58675" y="4409628"/>
                  <a:ext cx="1779120" cy="89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8F8E142-842D-BF6C-5892-43A7974245C3}"/>
                    </a:ext>
                  </a:extLst>
                </p14:cNvPr>
                <p14:cNvContentPartPr/>
                <p14:nvPr/>
              </p14:nvContentPartPr>
              <p14:xfrm>
                <a:off x="6639595" y="4460028"/>
                <a:ext cx="1997280" cy="880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8F8E142-842D-BF6C-5892-43A7974245C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30955" y="4451388"/>
                  <a:ext cx="2014920" cy="89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19F954E-B3A0-7083-6986-99792E638E49}"/>
                    </a:ext>
                  </a:extLst>
                </p14:cNvPr>
                <p14:cNvContentPartPr/>
                <p14:nvPr/>
              </p14:nvContentPartPr>
              <p14:xfrm>
                <a:off x="8706715" y="5570988"/>
                <a:ext cx="72720" cy="341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19F954E-B3A0-7083-6986-99792E638E4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97715" y="5562348"/>
                  <a:ext cx="903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C1AB986-DCFC-F641-ECA9-04D717C9D794}"/>
                    </a:ext>
                  </a:extLst>
                </p14:cNvPr>
                <p14:cNvContentPartPr/>
                <p14:nvPr/>
              </p14:nvContentPartPr>
              <p14:xfrm>
                <a:off x="8388115" y="5353548"/>
                <a:ext cx="569520" cy="192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C1AB986-DCFC-F641-ECA9-04D717C9D79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79475" y="5344908"/>
                  <a:ext cx="587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9B445D5-3FF9-F1F3-C2A8-473A98DB359A}"/>
                    </a:ext>
                  </a:extLst>
                </p14:cNvPr>
                <p14:cNvContentPartPr/>
                <p14:nvPr/>
              </p14:nvContentPartPr>
              <p14:xfrm>
                <a:off x="8665675" y="5949708"/>
                <a:ext cx="483840" cy="1846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9B445D5-3FF9-F1F3-C2A8-473A98DB359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56675" y="5941068"/>
                  <a:ext cx="5014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AF7925E-CBFF-2241-08D7-974F4A475A97}"/>
                    </a:ext>
                  </a:extLst>
                </p14:cNvPr>
                <p14:cNvContentPartPr/>
                <p14:nvPr/>
              </p14:nvContentPartPr>
              <p14:xfrm>
                <a:off x="9251395" y="5306388"/>
                <a:ext cx="104040" cy="3996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AF7925E-CBFF-2241-08D7-974F4A475A9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242755" y="5297388"/>
                  <a:ext cx="12168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45DAA7C-74BD-706B-694F-E8B886689C23}"/>
                    </a:ext>
                  </a:extLst>
                </p14:cNvPr>
                <p14:cNvContentPartPr/>
                <p14:nvPr/>
              </p14:nvContentPartPr>
              <p14:xfrm>
                <a:off x="9310795" y="5071668"/>
                <a:ext cx="310680" cy="787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45DAA7C-74BD-706B-694F-E8B886689C2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01795" y="5063028"/>
                  <a:ext cx="328320" cy="80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B000E97-603A-2079-C212-FFC4A151A6CC}"/>
                    </a:ext>
                  </a:extLst>
                </p14:cNvPr>
                <p14:cNvContentPartPr/>
                <p14:nvPr/>
              </p14:nvContentPartPr>
              <p14:xfrm>
                <a:off x="9719395" y="5003268"/>
                <a:ext cx="559440" cy="694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B000E97-603A-2079-C212-FFC4A151A6C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710395" y="4994628"/>
                  <a:ext cx="577080" cy="71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618D260-EF3A-E4E2-4181-AD53EA5F5530}"/>
                    </a:ext>
                  </a:extLst>
                </p14:cNvPr>
                <p14:cNvContentPartPr/>
                <p14:nvPr/>
              </p14:nvContentPartPr>
              <p14:xfrm>
                <a:off x="4792795" y="5427708"/>
                <a:ext cx="93960" cy="8035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618D260-EF3A-E4E2-4181-AD53EA5F553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84155" y="5419068"/>
                  <a:ext cx="111600" cy="82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35213A8-13BA-9353-2695-38A506810F2A}"/>
                    </a:ext>
                  </a:extLst>
                </p14:cNvPr>
                <p14:cNvContentPartPr/>
                <p14:nvPr/>
              </p14:nvContentPartPr>
              <p14:xfrm>
                <a:off x="4506955" y="6137628"/>
                <a:ext cx="598320" cy="3308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35213A8-13BA-9353-2695-38A506810F2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97955" y="6128628"/>
                  <a:ext cx="6159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674F652-B180-BC29-E0E6-B14EF1C826DA}"/>
                    </a:ext>
                  </a:extLst>
                </p14:cNvPr>
                <p14:cNvContentPartPr/>
                <p14:nvPr/>
              </p14:nvContentPartPr>
              <p14:xfrm>
                <a:off x="5500555" y="6137628"/>
                <a:ext cx="904320" cy="496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674F652-B180-BC29-E0E6-B14EF1C826D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91555" y="6128628"/>
                  <a:ext cx="92196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2D4DAA2-9ADC-DF30-0507-9F94AE400BA2}"/>
                    </a:ext>
                  </a:extLst>
                </p14:cNvPr>
                <p14:cNvContentPartPr/>
                <p14:nvPr/>
              </p14:nvContentPartPr>
              <p14:xfrm>
                <a:off x="6227395" y="6204948"/>
                <a:ext cx="237960" cy="133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2D4DAA2-9ADC-DF30-0507-9F94AE400BA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18395" y="6195948"/>
                  <a:ext cx="255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C83C16D-FBE6-2339-F9EB-E1502492DCA3}"/>
                    </a:ext>
                  </a:extLst>
                </p14:cNvPr>
                <p14:cNvContentPartPr/>
                <p14:nvPr/>
              </p14:nvContentPartPr>
              <p14:xfrm>
                <a:off x="6598915" y="5871948"/>
                <a:ext cx="504000" cy="517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C83C16D-FBE6-2339-F9EB-E1502492DCA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590275" y="5863308"/>
                  <a:ext cx="52164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F9F47A8-6EB0-07BE-045F-730C1DE1786E}"/>
                    </a:ext>
                  </a:extLst>
                </p14:cNvPr>
                <p14:cNvContentPartPr/>
                <p14:nvPr/>
              </p14:nvContentPartPr>
              <p14:xfrm>
                <a:off x="6911035" y="5799948"/>
                <a:ext cx="359640" cy="990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F9F47A8-6EB0-07BE-045F-730C1DE1786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902395" y="5791308"/>
                  <a:ext cx="377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A399E9-4A53-D468-C3BF-5A5E4300A0B0}"/>
                    </a:ext>
                  </a:extLst>
                </p14:cNvPr>
                <p14:cNvContentPartPr/>
                <p14:nvPr/>
              </p14:nvContentPartPr>
              <p14:xfrm>
                <a:off x="7199395" y="5847828"/>
                <a:ext cx="41400" cy="437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A399E9-4A53-D468-C3BF-5A5E4300A0B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90395" y="5838828"/>
                  <a:ext cx="59040" cy="45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96614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C1B6B53-1958-2312-CC63-5BA6E38151A0}"/>
              </a:ext>
            </a:extLst>
          </p:cNvPr>
          <p:cNvGrpSpPr/>
          <p:nvPr/>
        </p:nvGrpSpPr>
        <p:grpSpPr>
          <a:xfrm>
            <a:off x="7798795" y="327588"/>
            <a:ext cx="4268520" cy="4153320"/>
            <a:chOff x="7798795" y="327588"/>
            <a:chExt cx="4268520" cy="415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6C6E69B-5CE3-8120-ED16-0360B3398022}"/>
                    </a:ext>
                  </a:extLst>
                </p14:cNvPr>
                <p14:cNvContentPartPr/>
                <p14:nvPr/>
              </p14:nvContentPartPr>
              <p14:xfrm>
                <a:off x="10212235" y="327588"/>
                <a:ext cx="581040" cy="469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6C6E69B-5CE3-8120-ED16-0360B339802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03595" y="318588"/>
                  <a:ext cx="59868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22544C8-642E-CF27-CC4D-779C6365CB4F}"/>
                    </a:ext>
                  </a:extLst>
                </p14:cNvPr>
                <p14:cNvContentPartPr/>
                <p14:nvPr/>
              </p14:nvContentPartPr>
              <p14:xfrm>
                <a:off x="9627595" y="849948"/>
                <a:ext cx="790200" cy="891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22544C8-642E-CF27-CC4D-779C6365CB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18955" y="841308"/>
                  <a:ext cx="807840" cy="90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AFACF2F-385A-2EDE-BDA1-FED4A0225157}"/>
                    </a:ext>
                  </a:extLst>
                </p14:cNvPr>
                <p14:cNvContentPartPr/>
                <p14:nvPr/>
              </p14:nvContentPartPr>
              <p14:xfrm>
                <a:off x="10566835" y="817908"/>
                <a:ext cx="384120" cy="798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AFACF2F-385A-2EDE-BDA1-FED4A02251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57835" y="808908"/>
                  <a:ext cx="40176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6793056-3F72-EA57-3DBA-0DF83D11F584}"/>
                    </a:ext>
                  </a:extLst>
                </p14:cNvPr>
                <p14:cNvContentPartPr/>
                <p14:nvPr/>
              </p14:nvContentPartPr>
              <p14:xfrm>
                <a:off x="9277315" y="1845708"/>
                <a:ext cx="376920" cy="501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6793056-3F72-EA57-3DBA-0DF83D11F5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68315" y="1837068"/>
                  <a:ext cx="3945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747D94-1684-16F2-6006-C755A9720799}"/>
                    </a:ext>
                  </a:extLst>
                </p14:cNvPr>
                <p14:cNvContentPartPr/>
                <p14:nvPr/>
              </p14:nvContentPartPr>
              <p14:xfrm>
                <a:off x="10662595" y="1612788"/>
                <a:ext cx="562320" cy="651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2747D94-1684-16F2-6006-C755A972079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53955" y="1603788"/>
                  <a:ext cx="57996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2D757C3-8544-2493-32A4-55BDBDDF8557}"/>
                    </a:ext>
                  </a:extLst>
                </p14:cNvPr>
                <p14:cNvContentPartPr/>
                <p14:nvPr/>
              </p14:nvContentPartPr>
              <p14:xfrm>
                <a:off x="8072755" y="2352228"/>
                <a:ext cx="1312560" cy="1485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2D757C3-8544-2493-32A4-55BDBDDF855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063755" y="2343588"/>
                  <a:ext cx="1330200" cy="15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2818C93-2C8B-52B3-FE41-BFCD24B2FC1A}"/>
                    </a:ext>
                  </a:extLst>
                </p14:cNvPr>
                <p14:cNvContentPartPr/>
                <p14:nvPr/>
              </p14:nvContentPartPr>
              <p14:xfrm>
                <a:off x="7798795" y="3686388"/>
                <a:ext cx="485280" cy="615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2818C93-2C8B-52B3-FE41-BFCD24B2FC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89795" y="3677748"/>
                  <a:ext cx="50292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1B36E2-2FF5-0E91-4879-1B77BE23B716}"/>
                    </a:ext>
                  </a:extLst>
                </p14:cNvPr>
                <p14:cNvContentPartPr/>
                <p14:nvPr/>
              </p14:nvContentPartPr>
              <p14:xfrm>
                <a:off x="9392875" y="2354388"/>
                <a:ext cx="675360" cy="15998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1B36E2-2FF5-0E91-4879-1B77BE23B71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84235" y="2345748"/>
                  <a:ext cx="693000" cy="16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352B66A-0014-BB2D-9097-72DFB3C8B133}"/>
                    </a:ext>
                  </a:extLst>
                </p14:cNvPr>
                <p14:cNvContentPartPr/>
                <p14:nvPr/>
              </p14:nvContentPartPr>
              <p14:xfrm>
                <a:off x="9892915" y="4085988"/>
                <a:ext cx="429840" cy="394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352B66A-0014-BB2D-9097-72DFB3C8B1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84275" y="4077348"/>
                  <a:ext cx="4474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F68CD98-A5DD-B343-5361-DB22FC35CDA5}"/>
                    </a:ext>
                  </a:extLst>
                </p14:cNvPr>
                <p14:cNvContentPartPr/>
                <p14:nvPr/>
              </p14:nvContentPartPr>
              <p14:xfrm>
                <a:off x="10432195" y="2218668"/>
                <a:ext cx="703440" cy="1277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F68CD98-A5DD-B343-5361-DB22FC35CDA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423195" y="2210028"/>
                  <a:ext cx="721080" cy="12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716AC55-A0A1-D122-0B47-B2FC3CADA2EB}"/>
                    </a:ext>
                  </a:extLst>
                </p14:cNvPr>
                <p14:cNvContentPartPr/>
                <p14:nvPr/>
              </p14:nvContentPartPr>
              <p14:xfrm>
                <a:off x="11096395" y="2181228"/>
                <a:ext cx="729720" cy="943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716AC55-A0A1-D122-0B47-B2FC3CADA2E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087755" y="2172588"/>
                  <a:ext cx="747360" cy="9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3C4BF5E-5597-2F1A-A546-708BBBCDFC3C}"/>
                    </a:ext>
                  </a:extLst>
                </p14:cNvPr>
                <p14:cNvContentPartPr/>
                <p14:nvPr/>
              </p14:nvContentPartPr>
              <p14:xfrm>
                <a:off x="10487635" y="3665508"/>
                <a:ext cx="249120" cy="391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3C4BF5E-5597-2F1A-A546-708BBBCDFC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478995" y="3656508"/>
                  <a:ext cx="2667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A458E84-B2D9-4AE5-7754-08AC045C5B25}"/>
                    </a:ext>
                  </a:extLst>
                </p14:cNvPr>
                <p14:cNvContentPartPr/>
                <p14:nvPr/>
              </p14:nvContentPartPr>
              <p14:xfrm>
                <a:off x="11721355" y="3274548"/>
                <a:ext cx="345960" cy="469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A458E84-B2D9-4AE5-7754-08AC045C5B2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712715" y="3265908"/>
                  <a:ext cx="363600" cy="48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B4963CF-FF28-52AC-DC41-40E5D5FD2D8B}"/>
              </a:ext>
            </a:extLst>
          </p:cNvPr>
          <p:cNvGrpSpPr/>
          <p:nvPr/>
        </p:nvGrpSpPr>
        <p:grpSpPr>
          <a:xfrm>
            <a:off x="-94925" y="363980"/>
            <a:ext cx="12210480" cy="6540840"/>
            <a:chOff x="-94925" y="363980"/>
            <a:chExt cx="12210480" cy="65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E00D689-4972-55AE-7043-4AFFBA702384}"/>
                    </a:ext>
                  </a:extLst>
                </p14:cNvPr>
                <p14:cNvContentPartPr/>
                <p14:nvPr/>
              </p14:nvContentPartPr>
              <p14:xfrm>
                <a:off x="544795" y="869780"/>
                <a:ext cx="216000" cy="152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E00D689-4972-55AE-7043-4AFFBA70238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36155" y="860780"/>
                  <a:ext cx="233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C7E5A20-8B3D-8E47-4B1B-D7CB89C908DB}"/>
                    </a:ext>
                  </a:extLst>
                </p14:cNvPr>
                <p14:cNvContentPartPr/>
                <p14:nvPr/>
              </p14:nvContentPartPr>
              <p14:xfrm>
                <a:off x="237355" y="730820"/>
                <a:ext cx="669960" cy="581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C7E5A20-8B3D-8E47-4B1B-D7CB89C908D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8355" y="722180"/>
                  <a:ext cx="68760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68213A7-D143-0FCE-087D-471DD581D46F}"/>
                    </a:ext>
                  </a:extLst>
                </p14:cNvPr>
                <p14:cNvContentPartPr/>
                <p14:nvPr/>
              </p14:nvContentPartPr>
              <p14:xfrm>
                <a:off x="1342915" y="568460"/>
                <a:ext cx="424440" cy="581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68213A7-D143-0FCE-087D-471DD581D46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34275" y="559820"/>
                  <a:ext cx="442080" cy="59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4BFC132-0FBA-4F51-37F3-A15203B8F542}"/>
                    </a:ext>
                  </a:extLst>
                </p14:cNvPr>
                <p14:cNvContentPartPr/>
                <p14:nvPr/>
              </p14:nvContentPartPr>
              <p14:xfrm>
                <a:off x="1531915" y="363980"/>
                <a:ext cx="64440" cy="86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4BFC132-0FBA-4F51-37F3-A15203B8F5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23275" y="355340"/>
                  <a:ext cx="82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5A7AE71-F41E-BEB7-312C-A50A2D20C497}"/>
                    </a:ext>
                  </a:extLst>
                </p14:cNvPr>
                <p14:cNvContentPartPr/>
                <p14:nvPr/>
              </p14:nvContentPartPr>
              <p14:xfrm>
                <a:off x="1488715" y="802460"/>
                <a:ext cx="141480" cy="54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5A7AE71-F41E-BEB7-312C-A50A2D20C49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479715" y="793820"/>
                  <a:ext cx="1591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729E6CD-157F-D9DC-5AC4-1F5EF3187F9D}"/>
                    </a:ext>
                  </a:extLst>
                </p14:cNvPr>
                <p14:cNvContentPartPr/>
                <p14:nvPr/>
              </p14:nvContentPartPr>
              <p14:xfrm>
                <a:off x="1875715" y="826940"/>
                <a:ext cx="452520" cy="325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729E6CD-157F-D9DC-5AC4-1F5EF3187F9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866715" y="818300"/>
                  <a:ext cx="4701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88B39E5-9FC2-8AA6-1C5F-377915530739}"/>
                    </a:ext>
                  </a:extLst>
                </p14:cNvPr>
                <p14:cNvContentPartPr/>
                <p14:nvPr/>
              </p14:nvContentPartPr>
              <p14:xfrm>
                <a:off x="2717035" y="528140"/>
                <a:ext cx="201960" cy="743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88B39E5-9FC2-8AA6-1C5F-37791553073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708395" y="519140"/>
                  <a:ext cx="219600" cy="7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2476C27-5D87-A6CD-7978-76F6D88C4C34}"/>
                    </a:ext>
                  </a:extLst>
                </p14:cNvPr>
                <p14:cNvContentPartPr/>
                <p14:nvPr/>
              </p14:nvContentPartPr>
              <p14:xfrm>
                <a:off x="2648635" y="842780"/>
                <a:ext cx="393480" cy="95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2476C27-5D87-A6CD-7978-76F6D88C4C3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39635" y="833780"/>
                  <a:ext cx="411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4BBD0B9-833A-D615-8DE3-4100047ACB02}"/>
                    </a:ext>
                  </a:extLst>
                </p14:cNvPr>
                <p14:cNvContentPartPr/>
                <p14:nvPr/>
              </p14:nvContentPartPr>
              <p14:xfrm>
                <a:off x="3107635" y="849260"/>
                <a:ext cx="277920" cy="200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4BBD0B9-833A-D615-8DE3-4100047ACB0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98995" y="840260"/>
                  <a:ext cx="2955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49CC77A-B6DE-A315-3708-903F95B5C409}"/>
                    </a:ext>
                  </a:extLst>
                </p14:cNvPr>
                <p14:cNvContentPartPr/>
                <p14:nvPr/>
              </p14:nvContentPartPr>
              <p14:xfrm>
                <a:off x="3539275" y="798140"/>
                <a:ext cx="210600" cy="2556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49CC77A-B6DE-A315-3708-903F95B5C40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30275" y="789500"/>
                  <a:ext cx="2282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8EA9AC-FE0D-0CFF-6D6F-9A93EBC09FFB}"/>
                    </a:ext>
                  </a:extLst>
                </p14:cNvPr>
                <p14:cNvContentPartPr/>
                <p14:nvPr/>
              </p14:nvContentPartPr>
              <p14:xfrm>
                <a:off x="3851755" y="557300"/>
                <a:ext cx="77400" cy="6231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8EA9AC-FE0D-0CFF-6D6F-9A93EBC09FF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43115" y="548660"/>
                  <a:ext cx="9504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AAEF1A-665D-087E-8F8B-E12CD0155D10}"/>
                    </a:ext>
                  </a:extLst>
                </p14:cNvPr>
                <p14:cNvContentPartPr/>
                <p14:nvPr/>
              </p14:nvContentPartPr>
              <p14:xfrm>
                <a:off x="3941755" y="784100"/>
                <a:ext cx="151920" cy="116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AAEF1A-665D-087E-8F8B-E12CD0155D1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933115" y="775460"/>
                  <a:ext cx="1695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20FC5C-3AE7-D2DD-002A-5C086A2A41E0}"/>
                    </a:ext>
                  </a:extLst>
                </p14:cNvPr>
                <p14:cNvContentPartPr/>
                <p14:nvPr/>
              </p14:nvContentPartPr>
              <p14:xfrm>
                <a:off x="4214275" y="721100"/>
                <a:ext cx="500040" cy="8820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20FC5C-3AE7-D2DD-002A-5C086A2A41E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05635" y="712460"/>
                  <a:ext cx="517680" cy="89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6839486-CFA8-C85E-6F96-8F868B4C25B1}"/>
                    </a:ext>
                  </a:extLst>
                </p14:cNvPr>
                <p14:cNvContentPartPr/>
                <p14:nvPr/>
              </p14:nvContentPartPr>
              <p14:xfrm>
                <a:off x="6450955" y="745580"/>
                <a:ext cx="388080" cy="268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6839486-CFA8-C85E-6F96-8F868B4C25B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442315" y="736940"/>
                  <a:ext cx="4057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68FCBE-596C-1B1C-A299-4DD784CECB86}"/>
                    </a:ext>
                  </a:extLst>
                </p14:cNvPr>
                <p14:cNvContentPartPr/>
                <p14:nvPr/>
              </p14:nvContentPartPr>
              <p14:xfrm>
                <a:off x="6960355" y="806780"/>
                <a:ext cx="423720" cy="164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68FCBE-596C-1B1C-A299-4DD784CECB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951715" y="798140"/>
                  <a:ext cx="441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C8C53F3-0F2E-8EA0-2A12-38698E8A7A69}"/>
                    </a:ext>
                  </a:extLst>
                </p14:cNvPr>
                <p14:cNvContentPartPr/>
                <p14:nvPr/>
              </p14:nvContentPartPr>
              <p14:xfrm>
                <a:off x="7532035" y="472700"/>
                <a:ext cx="121680" cy="494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C8C53F3-0F2E-8EA0-2A12-38698E8A7A6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23395" y="464060"/>
                  <a:ext cx="13932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0187317-DBD9-A753-B374-DC40E20B5AB3}"/>
                    </a:ext>
                  </a:extLst>
                </p14:cNvPr>
                <p14:cNvContentPartPr/>
                <p14:nvPr/>
              </p14:nvContentPartPr>
              <p14:xfrm>
                <a:off x="1464595" y="1699940"/>
                <a:ext cx="633240" cy="1096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0187317-DBD9-A753-B374-DC40E20B5AB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455955" y="1691300"/>
                  <a:ext cx="650880" cy="11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38E750-911C-70A9-3773-215167EEBB4C}"/>
                    </a:ext>
                  </a:extLst>
                </p14:cNvPr>
                <p14:cNvContentPartPr/>
                <p14:nvPr/>
              </p14:nvContentPartPr>
              <p14:xfrm>
                <a:off x="2239675" y="2496620"/>
                <a:ext cx="21960" cy="2509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38E750-911C-70A9-3773-215167EEBB4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31035" y="2487620"/>
                  <a:ext cx="39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6EBFD8A-976F-6700-CC69-E096EC3B298D}"/>
                    </a:ext>
                  </a:extLst>
                </p14:cNvPr>
                <p14:cNvContentPartPr/>
                <p14:nvPr/>
              </p14:nvContentPartPr>
              <p14:xfrm>
                <a:off x="2302675" y="2198180"/>
                <a:ext cx="31680" cy="34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6EBFD8A-976F-6700-CC69-E096EC3B298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93675" y="2189180"/>
                  <a:ext cx="493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C80B057-24F6-A12E-B733-4CE366F76050}"/>
                    </a:ext>
                  </a:extLst>
                </p14:cNvPr>
                <p14:cNvContentPartPr/>
                <p14:nvPr/>
              </p14:nvContentPartPr>
              <p14:xfrm>
                <a:off x="2443435" y="2398340"/>
                <a:ext cx="796680" cy="245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C80B057-24F6-A12E-B733-4CE366F7605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34795" y="2389340"/>
                  <a:ext cx="8143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49526FB-D38B-F54C-E884-5FE9361ED477}"/>
                    </a:ext>
                  </a:extLst>
                </p14:cNvPr>
                <p14:cNvContentPartPr/>
                <p14:nvPr/>
              </p14:nvContentPartPr>
              <p14:xfrm>
                <a:off x="3131035" y="2036540"/>
                <a:ext cx="34200" cy="25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49526FB-D38B-F54C-E884-5FE9361ED47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22035" y="2027540"/>
                  <a:ext cx="518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8185DA1-37EF-C93B-A72F-71952EA5DF58}"/>
                    </a:ext>
                  </a:extLst>
                </p14:cNvPr>
                <p14:cNvContentPartPr/>
                <p14:nvPr/>
              </p14:nvContentPartPr>
              <p14:xfrm>
                <a:off x="4239115" y="1724420"/>
                <a:ext cx="128880" cy="761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8185DA1-37EF-C93B-A72F-71952EA5DF5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230115" y="1715420"/>
                  <a:ext cx="14652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6907372-F0C8-307F-6177-29F6559D10C4}"/>
                    </a:ext>
                  </a:extLst>
                </p14:cNvPr>
                <p14:cNvContentPartPr/>
                <p14:nvPr/>
              </p14:nvContentPartPr>
              <p14:xfrm>
                <a:off x="4070275" y="1746740"/>
                <a:ext cx="323640" cy="1458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6907372-F0C8-307F-6177-29F6559D10C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61275" y="1737740"/>
                  <a:ext cx="341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6A52F7A-18E9-D018-0932-12A4FBC0925B}"/>
                    </a:ext>
                  </a:extLst>
                </p14:cNvPr>
                <p14:cNvContentPartPr/>
                <p14:nvPr/>
              </p14:nvContentPartPr>
              <p14:xfrm>
                <a:off x="4220755" y="2380340"/>
                <a:ext cx="307800" cy="125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6A52F7A-18E9-D018-0932-12A4FBC0925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212115" y="2371700"/>
                  <a:ext cx="3254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AD58E7B-DD9C-F089-07D4-61A2C912F46B}"/>
                    </a:ext>
                  </a:extLst>
                </p14:cNvPr>
                <p14:cNvContentPartPr/>
                <p14:nvPr/>
              </p14:nvContentPartPr>
              <p14:xfrm>
                <a:off x="4682995" y="2261180"/>
                <a:ext cx="387000" cy="227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AD58E7B-DD9C-F089-07D4-61A2C912F46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674355" y="2252180"/>
                  <a:ext cx="404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6839F46-B02B-E0CA-1508-0F5814A256A9}"/>
                    </a:ext>
                  </a:extLst>
                </p14:cNvPr>
                <p14:cNvContentPartPr/>
                <p14:nvPr/>
              </p14:nvContentPartPr>
              <p14:xfrm>
                <a:off x="5276995" y="1558100"/>
                <a:ext cx="930240" cy="8589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6839F46-B02B-E0CA-1508-0F5814A256A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67995" y="1549100"/>
                  <a:ext cx="947880" cy="87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DC5D4B7-0276-B681-1467-DC2E2E6DD0B3}"/>
                    </a:ext>
                  </a:extLst>
                </p14:cNvPr>
                <p14:cNvContentPartPr/>
                <p14:nvPr/>
              </p14:nvContentPartPr>
              <p14:xfrm>
                <a:off x="6211555" y="1950860"/>
                <a:ext cx="270720" cy="302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DC5D4B7-0276-B681-1467-DC2E2E6DD0B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02915" y="1941860"/>
                  <a:ext cx="2883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999586-08C4-32E3-2C1B-7D2183B20C90}"/>
                    </a:ext>
                  </a:extLst>
                </p14:cNvPr>
                <p14:cNvContentPartPr/>
                <p14:nvPr/>
              </p14:nvContentPartPr>
              <p14:xfrm>
                <a:off x="6585595" y="1978940"/>
                <a:ext cx="12240" cy="111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999586-08C4-32E3-2C1B-7D2183B20C9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76595" y="1970300"/>
                  <a:ext cx="29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770C0A5-A18E-4A47-153B-EB2EF2DD0B5E}"/>
                    </a:ext>
                  </a:extLst>
                </p14:cNvPr>
                <p14:cNvContentPartPr/>
                <p14:nvPr/>
              </p14:nvContentPartPr>
              <p14:xfrm>
                <a:off x="1188475" y="4292660"/>
                <a:ext cx="45000" cy="752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770C0A5-A18E-4A47-153B-EB2EF2DD0B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79475" y="4283660"/>
                  <a:ext cx="62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94C883D-EE53-B5F2-7B6E-5447FAD3999B}"/>
                    </a:ext>
                  </a:extLst>
                </p14:cNvPr>
                <p14:cNvContentPartPr/>
                <p14:nvPr/>
              </p14:nvContentPartPr>
              <p14:xfrm>
                <a:off x="217555" y="4282940"/>
                <a:ext cx="342720" cy="3859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94C883D-EE53-B5F2-7B6E-5447FAD3999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8915" y="4273940"/>
                  <a:ext cx="36036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0B6F5DF-530E-2E7B-41FA-D591D1E5DF04}"/>
                    </a:ext>
                  </a:extLst>
                </p14:cNvPr>
                <p14:cNvContentPartPr/>
                <p14:nvPr/>
              </p14:nvContentPartPr>
              <p14:xfrm>
                <a:off x="-94925" y="4156940"/>
                <a:ext cx="773640" cy="800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0B6F5DF-530E-2E7B-41FA-D591D1E5DF0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-103925" y="4148300"/>
                  <a:ext cx="791280" cy="81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7CFF52F-F21F-CE82-1B1D-4AB86B38FD5A}"/>
                    </a:ext>
                  </a:extLst>
                </p14:cNvPr>
                <p14:cNvContentPartPr/>
                <p14:nvPr/>
              </p14:nvContentPartPr>
              <p14:xfrm>
                <a:off x="1053115" y="4224260"/>
                <a:ext cx="42840" cy="6404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7CFF52F-F21F-CE82-1B1D-4AB86B38FD5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4115" y="4215620"/>
                  <a:ext cx="60480" cy="65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7947968-C71F-0BF8-CD29-79C800E063AA}"/>
                    </a:ext>
                  </a:extLst>
                </p14:cNvPr>
                <p14:cNvContentPartPr/>
                <p14:nvPr/>
              </p14:nvContentPartPr>
              <p14:xfrm>
                <a:off x="927475" y="4171700"/>
                <a:ext cx="417960" cy="1083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7947968-C71F-0BF8-CD29-79C800E063A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8475" y="4162700"/>
                  <a:ext cx="435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46F3F76-5F56-8AD0-2CCA-D84BDF31DA45}"/>
                    </a:ext>
                  </a:extLst>
                </p14:cNvPr>
                <p14:cNvContentPartPr/>
                <p14:nvPr/>
              </p14:nvContentPartPr>
              <p14:xfrm>
                <a:off x="1036555" y="4943900"/>
                <a:ext cx="304200" cy="166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46F3F76-5F56-8AD0-2CCA-D84BDF31DA4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7555" y="4934900"/>
                  <a:ext cx="321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ED16557-3955-9B6A-1821-9827C43CF30B}"/>
                    </a:ext>
                  </a:extLst>
                </p14:cNvPr>
                <p14:cNvContentPartPr/>
                <p14:nvPr/>
              </p14:nvContentPartPr>
              <p14:xfrm>
                <a:off x="1520395" y="4586780"/>
                <a:ext cx="449640" cy="249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ED16557-3955-9B6A-1821-9827C43CF30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511755" y="4577780"/>
                  <a:ext cx="4672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E07CA4A-06E3-07C6-F128-B381059886B2}"/>
                    </a:ext>
                  </a:extLst>
                </p14:cNvPr>
                <p14:cNvContentPartPr/>
                <p14:nvPr/>
              </p14:nvContentPartPr>
              <p14:xfrm>
                <a:off x="2087035" y="3995660"/>
                <a:ext cx="518040" cy="14266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E07CA4A-06E3-07C6-F128-B381059886B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78035" y="3986660"/>
                  <a:ext cx="535680" cy="14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7FAD26-63D7-2D00-46A9-377B1CC2853A}"/>
                    </a:ext>
                  </a:extLst>
                </p14:cNvPr>
                <p14:cNvContentPartPr/>
                <p14:nvPr/>
              </p14:nvContentPartPr>
              <p14:xfrm>
                <a:off x="2725675" y="4381580"/>
                <a:ext cx="339120" cy="370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7FAD26-63D7-2D00-46A9-377B1CC2853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17035" y="4372940"/>
                  <a:ext cx="3567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9AE16D7-0717-7AE2-818F-75D606A8DEC5}"/>
                    </a:ext>
                  </a:extLst>
                </p14:cNvPr>
                <p14:cNvContentPartPr/>
                <p14:nvPr/>
              </p14:nvContentPartPr>
              <p14:xfrm>
                <a:off x="3092155" y="4382660"/>
                <a:ext cx="560520" cy="200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9AE16D7-0717-7AE2-818F-75D606A8DEC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83515" y="4373660"/>
                  <a:ext cx="57816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A3A5188-4C84-AA85-F8BC-C6DA43A37116}"/>
                    </a:ext>
                  </a:extLst>
                </p14:cNvPr>
                <p14:cNvContentPartPr/>
                <p14:nvPr/>
              </p14:nvContentPartPr>
              <p14:xfrm>
                <a:off x="3775075" y="4287260"/>
                <a:ext cx="252000" cy="1792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A3A5188-4C84-AA85-F8BC-C6DA43A3711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66075" y="4278260"/>
                  <a:ext cx="2696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F1EAF49-B187-77FE-0B1A-8B48F5961B16}"/>
                    </a:ext>
                  </a:extLst>
                </p14:cNvPr>
                <p14:cNvContentPartPr/>
                <p14:nvPr/>
              </p14:nvContentPartPr>
              <p14:xfrm>
                <a:off x="4518835" y="3934460"/>
                <a:ext cx="70200" cy="489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F1EAF49-B187-77FE-0B1A-8B48F5961B1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509835" y="3925820"/>
                  <a:ext cx="8784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6627992-D27E-C0FB-D9E0-805A57D0E5BF}"/>
                    </a:ext>
                  </a:extLst>
                </p14:cNvPr>
                <p14:cNvContentPartPr/>
                <p14:nvPr/>
              </p14:nvContentPartPr>
              <p14:xfrm>
                <a:off x="4522435" y="4220660"/>
                <a:ext cx="225720" cy="199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6627992-D27E-C0FB-D9E0-805A57D0E5B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13435" y="4211660"/>
                  <a:ext cx="2433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B847838-FBE8-7480-D349-50F49C89990B}"/>
                    </a:ext>
                  </a:extLst>
                </p14:cNvPr>
                <p14:cNvContentPartPr/>
                <p14:nvPr/>
              </p14:nvContentPartPr>
              <p14:xfrm>
                <a:off x="4845715" y="3994220"/>
                <a:ext cx="6480" cy="165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B847838-FBE8-7480-D349-50F49C89990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36715" y="3985220"/>
                  <a:ext cx="24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8E6E019-CAE1-97E9-D40A-44CFA72D35B4}"/>
                    </a:ext>
                  </a:extLst>
                </p14:cNvPr>
                <p14:cNvContentPartPr/>
                <p14:nvPr/>
              </p14:nvContentPartPr>
              <p14:xfrm>
                <a:off x="4922755" y="4248020"/>
                <a:ext cx="137520" cy="1969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8E6E019-CAE1-97E9-D40A-44CFA72D35B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13755" y="4239380"/>
                  <a:ext cx="1551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F652548-6347-8DF3-5AFD-5BEA06A70F3E}"/>
                    </a:ext>
                  </a:extLst>
                </p14:cNvPr>
                <p14:cNvContentPartPr/>
                <p14:nvPr/>
              </p14:nvContentPartPr>
              <p14:xfrm>
                <a:off x="5043355" y="4241540"/>
                <a:ext cx="400320" cy="2271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F652548-6347-8DF3-5AFD-5BEA06A70F3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34355" y="4232900"/>
                  <a:ext cx="4179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5DC83DC-F371-9F37-FD74-4AB557610595}"/>
                    </a:ext>
                  </a:extLst>
                </p14:cNvPr>
                <p14:cNvContentPartPr/>
                <p14:nvPr/>
              </p14:nvContentPartPr>
              <p14:xfrm>
                <a:off x="6045235" y="3705140"/>
                <a:ext cx="723960" cy="849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5DC83DC-F371-9F37-FD74-4AB55761059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36595" y="3696500"/>
                  <a:ext cx="741600" cy="86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C442AE7-45F1-AB2C-2FCC-F0AFC12C5946}"/>
                    </a:ext>
                  </a:extLst>
                </p14:cNvPr>
                <p14:cNvContentPartPr/>
                <p14:nvPr/>
              </p14:nvContentPartPr>
              <p14:xfrm>
                <a:off x="6873595" y="4264940"/>
                <a:ext cx="355320" cy="146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C442AE7-45F1-AB2C-2FCC-F0AFC12C594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64955" y="4256300"/>
                  <a:ext cx="3729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8A49D9B-9E2A-36AE-77C6-602C63E24FAA}"/>
                    </a:ext>
                  </a:extLst>
                </p14:cNvPr>
                <p14:cNvContentPartPr/>
                <p14:nvPr/>
              </p14:nvContentPartPr>
              <p14:xfrm>
                <a:off x="7171675" y="4020140"/>
                <a:ext cx="7560" cy="14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8A49D9B-9E2A-36AE-77C6-602C63E24FA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62675" y="4011500"/>
                  <a:ext cx="25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9136E508-A26A-91CC-4FEB-556826CF3832}"/>
                    </a:ext>
                  </a:extLst>
                </p14:cNvPr>
                <p14:cNvContentPartPr/>
                <p14:nvPr/>
              </p14:nvContentPartPr>
              <p14:xfrm>
                <a:off x="7275355" y="4229660"/>
                <a:ext cx="297000" cy="261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9136E508-A26A-91CC-4FEB-556826CF383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66355" y="4221020"/>
                  <a:ext cx="3146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548F245-DBBD-2463-C050-A647EED11FF7}"/>
                    </a:ext>
                  </a:extLst>
                </p14:cNvPr>
                <p14:cNvContentPartPr/>
                <p14:nvPr/>
              </p14:nvContentPartPr>
              <p14:xfrm>
                <a:off x="7855315" y="4454300"/>
                <a:ext cx="346320" cy="558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548F245-DBBD-2463-C050-A647EED11F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46315" y="4445660"/>
                  <a:ext cx="3639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89C6E31-22E5-80E9-3F47-187981221B22}"/>
                    </a:ext>
                  </a:extLst>
                </p14:cNvPr>
                <p14:cNvContentPartPr/>
                <p14:nvPr/>
              </p14:nvContentPartPr>
              <p14:xfrm>
                <a:off x="3001435" y="5198420"/>
                <a:ext cx="445680" cy="1242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89C6E31-22E5-80E9-3F47-187981221B2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92435" y="5189780"/>
                  <a:ext cx="463320" cy="12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243D54-05E1-F03E-0ED6-B45E2EF6EF36}"/>
                    </a:ext>
                  </a:extLst>
                </p14:cNvPr>
                <p14:cNvContentPartPr/>
                <p14:nvPr/>
              </p14:nvContentPartPr>
              <p14:xfrm>
                <a:off x="3410755" y="5576780"/>
                <a:ext cx="594720" cy="269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243D54-05E1-F03E-0ED6-B45E2EF6EF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01755" y="5568140"/>
                  <a:ext cx="61236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5CF116B-EBCB-FAA6-D8F7-A7A81D1F1116}"/>
                    </a:ext>
                  </a:extLst>
                </p14:cNvPr>
                <p14:cNvContentPartPr/>
                <p14:nvPr/>
              </p14:nvContentPartPr>
              <p14:xfrm>
                <a:off x="4204195" y="5240180"/>
                <a:ext cx="46080" cy="526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5CF116B-EBCB-FAA6-D8F7-A7A81D1F111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95195" y="5231180"/>
                  <a:ext cx="6372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9F03E8C-58DB-DC22-5B14-36F87F9729AB}"/>
                    </a:ext>
                  </a:extLst>
                </p14:cNvPr>
                <p14:cNvContentPartPr/>
                <p14:nvPr/>
              </p14:nvContentPartPr>
              <p14:xfrm>
                <a:off x="3834115" y="5667500"/>
                <a:ext cx="259560" cy="1641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9F03E8C-58DB-DC22-5B14-36F87F9729A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25115" y="5658860"/>
                  <a:ext cx="2772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B15580F-7ECE-96D3-CD7D-44FC03B6EFCC}"/>
                    </a:ext>
                  </a:extLst>
                </p14:cNvPr>
                <p14:cNvContentPartPr/>
                <p14:nvPr/>
              </p14:nvContentPartPr>
              <p14:xfrm>
                <a:off x="4105195" y="5522060"/>
                <a:ext cx="201600" cy="104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B15580F-7ECE-96D3-CD7D-44FC03B6EFC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96195" y="5513420"/>
                  <a:ext cx="219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14E2D5D-33C3-9DD6-8D69-DCB85FC40D2D}"/>
                    </a:ext>
                  </a:extLst>
                </p14:cNvPr>
                <p14:cNvContentPartPr/>
                <p14:nvPr/>
              </p14:nvContentPartPr>
              <p14:xfrm>
                <a:off x="4401835" y="5512340"/>
                <a:ext cx="240840" cy="1605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14E2D5D-33C3-9DD6-8D69-DCB85FC40D2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92835" y="5503700"/>
                  <a:ext cx="2584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4C190FF-63FA-E05B-6F60-1C2F351BD8FB}"/>
                    </a:ext>
                  </a:extLst>
                </p14:cNvPr>
                <p14:cNvContentPartPr/>
                <p14:nvPr/>
              </p14:nvContentPartPr>
              <p14:xfrm>
                <a:off x="4741675" y="5339900"/>
                <a:ext cx="251280" cy="359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4C190FF-63FA-E05B-6F60-1C2F351BD8F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33035" y="5330900"/>
                  <a:ext cx="2689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C9E0BAF-08A0-50D1-824D-1904150DBA36}"/>
                    </a:ext>
                  </a:extLst>
                </p14:cNvPr>
                <p14:cNvContentPartPr/>
                <p14:nvPr/>
              </p14:nvContentPartPr>
              <p14:xfrm>
                <a:off x="5131555" y="5352860"/>
                <a:ext cx="397440" cy="4129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C9E0BAF-08A0-50D1-824D-1904150DBA3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122555" y="5343860"/>
                  <a:ext cx="41508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29FA4E9-832D-88F8-5F4F-5BB35E54F3C3}"/>
                    </a:ext>
                  </a:extLst>
                </p14:cNvPr>
                <p14:cNvContentPartPr/>
                <p14:nvPr/>
              </p14:nvContentPartPr>
              <p14:xfrm>
                <a:off x="5591275" y="5997260"/>
                <a:ext cx="302400" cy="9075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29FA4E9-832D-88F8-5F4F-5BB35E54F3C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82635" y="5988260"/>
                  <a:ext cx="320040" cy="9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4C94ACC-E7C9-D7B1-16DF-F1A562A5D2D1}"/>
                    </a:ext>
                  </a:extLst>
                </p14:cNvPr>
                <p14:cNvContentPartPr/>
                <p14:nvPr/>
              </p14:nvContentPartPr>
              <p14:xfrm>
                <a:off x="5986195" y="6324405"/>
                <a:ext cx="166680" cy="2574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4C94ACC-E7C9-D7B1-16DF-F1A562A5D2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977555" y="6315765"/>
                  <a:ext cx="1843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CA31C1B-45F5-BC1C-709B-CE91F1A92194}"/>
                    </a:ext>
                  </a:extLst>
                </p14:cNvPr>
                <p14:cNvContentPartPr/>
                <p14:nvPr/>
              </p14:nvContentPartPr>
              <p14:xfrm>
                <a:off x="6205795" y="6173205"/>
                <a:ext cx="264600" cy="268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CA31C1B-45F5-BC1C-709B-CE91F1A9219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96795" y="6164205"/>
                  <a:ext cx="2822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7D761CF-834E-6D3F-193A-1BCA88823502}"/>
                    </a:ext>
                  </a:extLst>
                </p14:cNvPr>
                <p14:cNvContentPartPr/>
                <p14:nvPr/>
              </p14:nvContentPartPr>
              <p14:xfrm>
                <a:off x="7405315" y="5013380"/>
                <a:ext cx="84600" cy="647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7D761CF-834E-6D3F-193A-1BCA8882350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96675" y="5004380"/>
                  <a:ext cx="10224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145F358-5E33-29CB-4328-9379674AFC75}"/>
                    </a:ext>
                  </a:extLst>
                </p14:cNvPr>
                <p14:cNvContentPartPr/>
                <p14:nvPr/>
              </p14:nvContentPartPr>
              <p14:xfrm>
                <a:off x="7211635" y="5287340"/>
                <a:ext cx="670320" cy="2401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145F358-5E33-29CB-4328-9379674AFC7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02635" y="5278340"/>
                  <a:ext cx="6879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8E4E514-6183-9FE0-07EC-4F957B838C45}"/>
                    </a:ext>
                  </a:extLst>
                </p14:cNvPr>
                <p14:cNvContentPartPr/>
                <p14:nvPr/>
              </p14:nvContentPartPr>
              <p14:xfrm>
                <a:off x="8390635" y="5173940"/>
                <a:ext cx="275760" cy="388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8E4E514-6183-9FE0-07EC-4F957B838C4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381635" y="5164940"/>
                  <a:ext cx="29340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B0665A2-1E42-886F-A27E-290199020815}"/>
                    </a:ext>
                  </a:extLst>
                </p14:cNvPr>
                <p14:cNvContentPartPr/>
                <p14:nvPr/>
              </p14:nvContentPartPr>
              <p14:xfrm>
                <a:off x="8822995" y="4894580"/>
                <a:ext cx="389520" cy="694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B0665A2-1E42-886F-A27E-29019902081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814355" y="4885580"/>
                  <a:ext cx="407160" cy="71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896D3D7-B58B-AEEA-5B75-59FCFF55DEAB}"/>
                    </a:ext>
                  </a:extLst>
                </p14:cNvPr>
                <p14:cNvContentPartPr/>
                <p14:nvPr/>
              </p14:nvContentPartPr>
              <p14:xfrm>
                <a:off x="9473875" y="5266460"/>
                <a:ext cx="238680" cy="2138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896D3D7-B58B-AEEA-5B75-59FCFF55DEA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465235" y="5257820"/>
                  <a:ext cx="2563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ADD6926-D697-7F56-D296-CD88D33C3DE6}"/>
                    </a:ext>
                  </a:extLst>
                </p14:cNvPr>
                <p14:cNvContentPartPr/>
                <p14:nvPr/>
              </p14:nvContentPartPr>
              <p14:xfrm>
                <a:off x="9860155" y="5097620"/>
                <a:ext cx="473400" cy="393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ADD6926-D697-7F56-D296-CD88D33C3DE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851155" y="5088620"/>
                  <a:ext cx="4910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DD2E328-D457-B23C-4D5E-5150BF6A92AD}"/>
                    </a:ext>
                  </a:extLst>
                </p14:cNvPr>
                <p14:cNvContentPartPr/>
                <p14:nvPr/>
              </p14:nvContentPartPr>
              <p14:xfrm>
                <a:off x="10317355" y="5196620"/>
                <a:ext cx="321120" cy="1054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DD2E328-D457-B23C-4D5E-5150BF6A92A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308715" y="5187980"/>
                  <a:ext cx="338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58FD583-B04A-E7E3-A900-99DF7A435440}"/>
                    </a:ext>
                  </a:extLst>
                </p14:cNvPr>
                <p14:cNvContentPartPr/>
                <p14:nvPr/>
              </p14:nvContentPartPr>
              <p14:xfrm>
                <a:off x="7178515" y="6007965"/>
                <a:ext cx="51120" cy="469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58FD583-B04A-E7E3-A900-99DF7A43544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169875" y="5999325"/>
                  <a:ext cx="6876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C8F7AE3-A373-50B2-FC2A-E6A965B2E350}"/>
                    </a:ext>
                  </a:extLst>
                </p14:cNvPr>
                <p14:cNvContentPartPr/>
                <p14:nvPr/>
              </p14:nvContentPartPr>
              <p14:xfrm>
                <a:off x="7228195" y="5905725"/>
                <a:ext cx="416160" cy="6300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C8F7AE3-A373-50B2-FC2A-E6A965B2E35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219555" y="5896725"/>
                  <a:ext cx="433800" cy="6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DE0E222-DC94-8CD7-89B5-056725907EF5}"/>
                    </a:ext>
                  </a:extLst>
                </p14:cNvPr>
                <p14:cNvContentPartPr/>
                <p14:nvPr/>
              </p14:nvContentPartPr>
              <p14:xfrm>
                <a:off x="7757395" y="5779365"/>
                <a:ext cx="705240" cy="153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DE0E222-DC94-8CD7-89B5-056725907EF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748755" y="5770365"/>
                  <a:ext cx="722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550C64B7-5AB6-06C1-919E-390DD05F08A4}"/>
                    </a:ext>
                  </a:extLst>
                </p14:cNvPr>
                <p14:cNvContentPartPr/>
                <p14:nvPr/>
              </p14:nvContentPartPr>
              <p14:xfrm>
                <a:off x="8115595" y="5863965"/>
                <a:ext cx="19440" cy="5745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550C64B7-5AB6-06C1-919E-390DD05F08A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06955" y="5854965"/>
                  <a:ext cx="3708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AA2F166-ECA7-0DED-F3E5-B4BE3AE7B0C9}"/>
                    </a:ext>
                  </a:extLst>
                </p14:cNvPr>
                <p14:cNvContentPartPr/>
                <p14:nvPr/>
              </p14:nvContentPartPr>
              <p14:xfrm>
                <a:off x="9410875" y="5820405"/>
                <a:ext cx="586800" cy="441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AA2F166-ECA7-0DED-F3E5-B4BE3AE7B0C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402235" y="5811405"/>
                  <a:ext cx="60444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77E183A-08A0-6612-B530-7E1A3DA009C1}"/>
                    </a:ext>
                  </a:extLst>
                </p14:cNvPr>
                <p14:cNvContentPartPr/>
                <p14:nvPr/>
              </p14:nvContentPartPr>
              <p14:xfrm>
                <a:off x="10072195" y="5788005"/>
                <a:ext cx="626400" cy="3121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77E183A-08A0-6612-B530-7E1A3DA009C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063555" y="5779005"/>
                  <a:ext cx="64404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93685A-264C-CD64-1670-54598169B6CD}"/>
                    </a:ext>
                  </a:extLst>
                </p14:cNvPr>
                <p14:cNvContentPartPr/>
                <p14:nvPr/>
              </p14:nvContentPartPr>
              <p14:xfrm>
                <a:off x="10910635" y="5650125"/>
                <a:ext cx="37800" cy="3888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93685A-264C-CD64-1670-54598169B6C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901995" y="5641125"/>
                  <a:ext cx="554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CCAB0BB-EAF3-939C-09A6-D1F895F4176C}"/>
                    </a:ext>
                  </a:extLst>
                </p14:cNvPr>
                <p14:cNvContentPartPr/>
                <p14:nvPr/>
              </p14:nvContentPartPr>
              <p14:xfrm>
                <a:off x="10915675" y="5779005"/>
                <a:ext cx="212760" cy="676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CCAB0BB-EAF3-939C-09A6-D1F895F4176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906675" y="5770365"/>
                  <a:ext cx="230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42DD7A3-A77D-71B9-EFA1-2B8485A40AE2}"/>
                    </a:ext>
                  </a:extLst>
                </p14:cNvPr>
                <p14:cNvContentPartPr/>
                <p14:nvPr/>
              </p14:nvContentPartPr>
              <p14:xfrm>
                <a:off x="11144635" y="5838045"/>
                <a:ext cx="322200" cy="1112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42DD7A3-A77D-71B9-EFA1-2B8485A40AE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135995" y="5829405"/>
                  <a:ext cx="339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1CBA0DA-22D2-87E1-E347-084B7EC18BF7}"/>
                    </a:ext>
                  </a:extLst>
                </p14:cNvPr>
                <p14:cNvContentPartPr/>
                <p14:nvPr/>
              </p14:nvContentPartPr>
              <p14:xfrm>
                <a:off x="11526955" y="5667405"/>
                <a:ext cx="267480" cy="1990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1CBA0DA-22D2-87E1-E347-084B7EC18BF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1517955" y="5658405"/>
                  <a:ext cx="2851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83DC460-F77B-7E4C-241F-FB041CA685AF}"/>
                    </a:ext>
                  </a:extLst>
                </p14:cNvPr>
                <p14:cNvContentPartPr/>
                <p14:nvPr/>
              </p14:nvContentPartPr>
              <p14:xfrm>
                <a:off x="11666635" y="5773605"/>
                <a:ext cx="225720" cy="50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83DC460-F77B-7E4C-241F-FB041CA685A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657995" y="5764965"/>
                  <a:ext cx="243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452C11A-5CF3-0EBE-98E7-49207DA0B691}"/>
                    </a:ext>
                  </a:extLst>
                </p14:cNvPr>
                <p14:cNvContentPartPr/>
                <p14:nvPr/>
              </p14:nvContentPartPr>
              <p14:xfrm>
                <a:off x="11964355" y="5673165"/>
                <a:ext cx="24120" cy="191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452C11A-5CF3-0EBE-98E7-49207DA0B69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955715" y="5664525"/>
                  <a:ext cx="417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293EB8F9-CA5B-024D-8D45-ED35A33FBA99}"/>
                    </a:ext>
                  </a:extLst>
                </p14:cNvPr>
                <p14:cNvContentPartPr/>
                <p14:nvPr/>
              </p14:nvContentPartPr>
              <p14:xfrm>
                <a:off x="12050035" y="5463285"/>
                <a:ext cx="1440" cy="219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293EB8F9-CA5B-024D-8D45-ED35A33FBA9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041395" y="5454645"/>
                  <a:ext cx="19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0D7DB64-7683-2F67-BDFA-F7C2EA1AA8F7}"/>
                    </a:ext>
                  </a:extLst>
                </p14:cNvPr>
                <p14:cNvContentPartPr/>
                <p14:nvPr/>
              </p14:nvContentPartPr>
              <p14:xfrm>
                <a:off x="12015115" y="5740845"/>
                <a:ext cx="96840" cy="177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0D7DB64-7683-2F67-BDFA-F7C2EA1AA8F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006475" y="5732205"/>
                  <a:ext cx="1144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1542828-6A72-2A75-5535-7D68CB8A7542}"/>
                    </a:ext>
                  </a:extLst>
                </p14:cNvPr>
                <p14:cNvContentPartPr/>
                <p14:nvPr/>
              </p14:nvContentPartPr>
              <p14:xfrm>
                <a:off x="11910355" y="6086085"/>
                <a:ext cx="156600" cy="108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1542828-6A72-2A75-5535-7D68CB8A75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901355" y="6077085"/>
                  <a:ext cx="174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8EC0D7B-ADA4-2E2D-9A43-C94118731E47}"/>
                    </a:ext>
                  </a:extLst>
                </p14:cNvPr>
                <p14:cNvContentPartPr/>
                <p14:nvPr/>
              </p14:nvContentPartPr>
              <p14:xfrm>
                <a:off x="12103315" y="6121005"/>
                <a:ext cx="12240" cy="90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8EC0D7B-ADA4-2E2D-9A43-C94118731E4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094315" y="6112005"/>
                  <a:ext cx="29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68237767-6903-8731-9448-E0C33CE7E0A0}"/>
                    </a:ext>
                  </a:extLst>
                </p14:cNvPr>
                <p14:cNvContentPartPr/>
                <p14:nvPr/>
              </p14:nvContentPartPr>
              <p14:xfrm>
                <a:off x="7035235" y="1812525"/>
                <a:ext cx="570600" cy="132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68237767-6903-8731-9448-E0C33CE7E0A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026595" y="1803885"/>
                  <a:ext cx="5882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8731614-7A7E-7ED3-0C8B-1BBCA5562461}"/>
                    </a:ext>
                  </a:extLst>
                </p14:cNvPr>
                <p14:cNvContentPartPr/>
                <p14:nvPr/>
              </p14:nvContentPartPr>
              <p14:xfrm>
                <a:off x="7354915" y="1457925"/>
                <a:ext cx="391680" cy="10508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8731614-7A7E-7ED3-0C8B-1BBCA556246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345915" y="1448925"/>
                  <a:ext cx="409320" cy="10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2A19471-899D-B301-77F3-6A2B1293FE79}"/>
                    </a:ext>
                  </a:extLst>
                </p14:cNvPr>
                <p14:cNvContentPartPr/>
                <p14:nvPr/>
              </p14:nvContentPartPr>
              <p14:xfrm>
                <a:off x="2986675" y="3306165"/>
                <a:ext cx="104760" cy="5220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2A19471-899D-B301-77F3-6A2B1293FE7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978035" y="3297525"/>
                  <a:ext cx="12240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6E7AB15-5BF5-1DCB-DFA8-6EAFB1FC990F}"/>
                    </a:ext>
                  </a:extLst>
                </p14:cNvPr>
                <p14:cNvContentPartPr/>
                <p14:nvPr/>
              </p14:nvContentPartPr>
              <p14:xfrm>
                <a:off x="2990275" y="3162165"/>
                <a:ext cx="389880" cy="4467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6E7AB15-5BF5-1DCB-DFA8-6EAFB1FC990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981635" y="3153525"/>
                  <a:ext cx="40752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0A80E31-8693-2FB5-7431-0C3D2BFEB6CA}"/>
                    </a:ext>
                  </a:extLst>
                </p14:cNvPr>
                <p14:cNvContentPartPr/>
                <p14:nvPr/>
              </p14:nvContentPartPr>
              <p14:xfrm>
                <a:off x="3530275" y="3380685"/>
                <a:ext cx="389520" cy="2696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0A80E31-8693-2FB5-7431-0C3D2BFEB6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521635" y="3372045"/>
                  <a:ext cx="4071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7AC3DC0-5598-65FA-B73D-60DFD81456BA}"/>
                    </a:ext>
                  </a:extLst>
                </p14:cNvPr>
                <p14:cNvContentPartPr/>
                <p14:nvPr/>
              </p14:nvContentPartPr>
              <p14:xfrm>
                <a:off x="3935275" y="3275565"/>
                <a:ext cx="339480" cy="27288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7AC3DC0-5598-65FA-B73D-60DFD81456B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26275" y="3266565"/>
                  <a:ext cx="35712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D898FBF-D760-C557-2AEC-9118D57E4CA6}"/>
                    </a:ext>
                  </a:extLst>
                </p14:cNvPr>
                <p14:cNvContentPartPr/>
                <p14:nvPr/>
              </p14:nvContentPartPr>
              <p14:xfrm>
                <a:off x="4298155" y="3400485"/>
                <a:ext cx="18360" cy="149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D898FBF-D760-C557-2AEC-9118D57E4CA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289155" y="3391485"/>
                  <a:ext cx="36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0D2C285-1076-924A-AECE-21A439AD3EB0}"/>
                    </a:ext>
                  </a:extLst>
                </p14:cNvPr>
                <p14:cNvContentPartPr/>
                <p14:nvPr/>
              </p14:nvContentPartPr>
              <p14:xfrm>
                <a:off x="4212475" y="3097725"/>
                <a:ext cx="100440" cy="36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0D2C285-1076-924A-AECE-21A439AD3EB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203835" y="3088725"/>
                  <a:ext cx="1180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5B9DA26-2D1E-BE0A-285A-B6D44681642C}"/>
                    </a:ext>
                  </a:extLst>
                </p14:cNvPr>
                <p14:cNvContentPartPr/>
                <p14:nvPr/>
              </p14:nvContentPartPr>
              <p14:xfrm>
                <a:off x="4670395" y="3074685"/>
                <a:ext cx="71640" cy="45612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5B9DA26-2D1E-BE0A-285A-B6D44681642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661755" y="3066045"/>
                  <a:ext cx="89280" cy="47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E951B16-078D-521C-5613-E4B11BE53BF4}"/>
                    </a:ext>
                  </a:extLst>
                </p14:cNvPr>
                <p14:cNvContentPartPr/>
                <p14:nvPr/>
              </p14:nvContentPartPr>
              <p14:xfrm>
                <a:off x="4643035" y="3189885"/>
                <a:ext cx="676800" cy="5043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E951B16-078D-521C-5613-E4B11BE53BF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34035" y="3180885"/>
                  <a:ext cx="69444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9D4E9B3-8EF6-584F-0EB1-7213BD34DDB7}"/>
                    </a:ext>
                  </a:extLst>
                </p14:cNvPr>
                <p14:cNvContentPartPr/>
                <p14:nvPr/>
              </p14:nvContentPartPr>
              <p14:xfrm>
                <a:off x="5870635" y="2618565"/>
                <a:ext cx="288720" cy="56592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9D4E9B3-8EF6-584F-0EB1-7213BD34DDB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861995" y="2609925"/>
                  <a:ext cx="30636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9DE4F62-5E2B-5B39-81D2-F0DF30B0B50A}"/>
                    </a:ext>
                  </a:extLst>
                </p14:cNvPr>
                <p14:cNvContentPartPr/>
                <p14:nvPr/>
              </p14:nvContentPartPr>
              <p14:xfrm>
                <a:off x="6373195" y="2555925"/>
                <a:ext cx="124560" cy="610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9DE4F62-5E2B-5B39-81D2-F0DF30B0B50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364195" y="2547285"/>
                  <a:ext cx="142200" cy="62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5F00B79-2A75-9010-FE5B-6D7F69B6AC06}"/>
                    </a:ext>
                  </a:extLst>
                </p14:cNvPr>
                <p14:cNvContentPartPr/>
                <p14:nvPr/>
              </p14:nvContentPartPr>
              <p14:xfrm>
                <a:off x="6404515" y="2785965"/>
                <a:ext cx="197640" cy="172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5F00B79-2A75-9010-FE5B-6D7F69B6AC0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395875" y="2776965"/>
                  <a:ext cx="2152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FE367D9-485F-A7A7-F9FC-149C158F30FA}"/>
                    </a:ext>
                  </a:extLst>
                </p14:cNvPr>
                <p14:cNvContentPartPr/>
                <p14:nvPr/>
              </p14:nvContentPartPr>
              <p14:xfrm>
                <a:off x="6776035" y="2391045"/>
                <a:ext cx="441360" cy="575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FE367D9-485F-A7A7-F9FC-149C158F30F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767035" y="2382405"/>
                  <a:ext cx="45900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F839EE9-B55F-534A-BABB-A1F336B5F296}"/>
                    </a:ext>
                  </a:extLst>
                </p14:cNvPr>
                <p14:cNvContentPartPr/>
                <p14:nvPr/>
              </p14:nvContentPartPr>
              <p14:xfrm>
                <a:off x="7220995" y="2456205"/>
                <a:ext cx="35280" cy="52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F839EE9-B55F-534A-BABB-A1F336B5F29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211995" y="2447205"/>
                  <a:ext cx="529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FE0382C-26CB-E764-5ED2-C31EB0C251EF}"/>
                    </a:ext>
                  </a:extLst>
                </p14:cNvPr>
                <p14:cNvContentPartPr/>
                <p14:nvPr/>
              </p14:nvContentPartPr>
              <p14:xfrm>
                <a:off x="7389475" y="2472405"/>
                <a:ext cx="37800" cy="4345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FE0382C-26CB-E764-5ED2-C31EB0C251E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380475" y="2463765"/>
                  <a:ext cx="5544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088D91E-F289-6C33-81C6-37F78FDC5157}"/>
                    </a:ext>
                  </a:extLst>
                </p14:cNvPr>
                <p14:cNvContentPartPr/>
                <p14:nvPr/>
              </p14:nvContentPartPr>
              <p14:xfrm>
                <a:off x="7352395" y="2672205"/>
                <a:ext cx="224640" cy="91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088D91E-F289-6C33-81C6-37F78FDC515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43755" y="2663205"/>
                  <a:ext cx="24228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74B4D830-BB19-4C7C-75F2-57C803B16171}"/>
                  </a:ext>
                </a:extLst>
              </p14:cNvPr>
              <p14:cNvContentPartPr/>
              <p14:nvPr/>
            </p14:nvContentPartPr>
            <p14:xfrm>
              <a:off x="3105115" y="2927085"/>
              <a:ext cx="4342680" cy="112140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74B4D830-BB19-4C7C-75F2-57C803B16171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3096475" y="2918445"/>
                <a:ext cx="4360320" cy="11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BB1903D-9FE4-2C6F-8B2B-F3814C02C5D4}"/>
                  </a:ext>
                </a:extLst>
              </p14:cNvPr>
              <p14:cNvContentPartPr/>
              <p14:nvPr/>
            </p14:nvContentPartPr>
            <p14:xfrm>
              <a:off x="4275115" y="5843085"/>
              <a:ext cx="2171880" cy="32904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BB1903D-9FE4-2C6F-8B2B-F3814C02C5D4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266475" y="5834445"/>
                <a:ext cx="218952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79C4D62B-53DA-F62B-E6DF-D7CCFD038B14}"/>
                  </a:ext>
                </a:extLst>
              </p14:cNvPr>
              <p14:cNvContentPartPr/>
              <p14:nvPr/>
            </p14:nvContentPartPr>
            <p14:xfrm>
              <a:off x="7510435" y="5623845"/>
              <a:ext cx="1003680" cy="1760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79C4D62B-53DA-F62B-E6DF-D7CCFD038B14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501435" y="5615205"/>
                <a:ext cx="1021320" cy="193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E07678C-C22C-2C8A-A996-92DFF7CE6FA1}"/>
              </a:ext>
            </a:extLst>
          </p:cNvPr>
          <p:cNvGrpSpPr/>
          <p:nvPr/>
        </p:nvGrpSpPr>
        <p:grpSpPr>
          <a:xfrm>
            <a:off x="5909155" y="4602885"/>
            <a:ext cx="510480" cy="606600"/>
            <a:chOff x="5909155" y="4602885"/>
            <a:chExt cx="510480" cy="60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E31D0F8-B997-F9C2-45CD-64134CA633E1}"/>
                    </a:ext>
                  </a:extLst>
                </p14:cNvPr>
                <p14:cNvContentPartPr/>
                <p14:nvPr/>
              </p14:nvContentPartPr>
              <p14:xfrm>
                <a:off x="6044155" y="4602885"/>
                <a:ext cx="38880" cy="3553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E31D0F8-B997-F9C2-45CD-64134CA633E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035515" y="4593885"/>
                  <a:ext cx="565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D8CFE61-87F2-BF25-DECC-788C4198CED9}"/>
                    </a:ext>
                  </a:extLst>
                </p14:cNvPr>
                <p14:cNvContentPartPr/>
                <p14:nvPr/>
              </p14:nvContentPartPr>
              <p14:xfrm>
                <a:off x="5909155" y="4821045"/>
                <a:ext cx="510480" cy="38844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D8CFE61-87F2-BF25-DECC-788C4198CE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00155" y="4812045"/>
                  <a:ext cx="528120" cy="40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298AE55-9629-A754-F6E7-4F3359349E30}"/>
              </a:ext>
            </a:extLst>
          </p:cNvPr>
          <p:cNvGrpSpPr/>
          <p:nvPr/>
        </p:nvGrpSpPr>
        <p:grpSpPr>
          <a:xfrm>
            <a:off x="7395955" y="6233685"/>
            <a:ext cx="3329640" cy="540000"/>
            <a:chOff x="7395955" y="6233685"/>
            <a:chExt cx="3329640" cy="54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1B91399-5327-D879-7319-1A6D6B97EDB8}"/>
                    </a:ext>
                  </a:extLst>
                </p14:cNvPr>
                <p14:cNvContentPartPr/>
                <p14:nvPr/>
              </p14:nvContentPartPr>
              <p14:xfrm>
                <a:off x="7395955" y="6325845"/>
                <a:ext cx="2931840" cy="447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1B91399-5327-D879-7319-1A6D6B97EDB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386955" y="6316845"/>
                  <a:ext cx="294948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BE9C68A-5DD3-E2B7-5CAC-384C619B6E2D}"/>
                    </a:ext>
                  </a:extLst>
                </p14:cNvPr>
                <p14:cNvContentPartPr/>
                <p14:nvPr/>
              </p14:nvContentPartPr>
              <p14:xfrm>
                <a:off x="10133035" y="6233685"/>
                <a:ext cx="196920" cy="459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BE9C68A-5DD3-E2B7-5CAC-384C619B6E2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124035" y="6225045"/>
                  <a:ext cx="2145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33D8B5B-BFB3-85F6-338D-34A4C309BC9D}"/>
                    </a:ext>
                  </a:extLst>
                </p14:cNvPr>
                <p14:cNvContentPartPr/>
                <p14:nvPr/>
              </p14:nvContentPartPr>
              <p14:xfrm>
                <a:off x="10612915" y="6498645"/>
                <a:ext cx="112680" cy="30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33D8B5B-BFB3-85F6-338D-34A4C309BC9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603915" y="6490005"/>
                  <a:ext cx="130320" cy="4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8368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C9AACC0-CE86-F578-0070-C03B620011A4}"/>
              </a:ext>
            </a:extLst>
          </p:cNvPr>
          <p:cNvGrpSpPr/>
          <p:nvPr/>
        </p:nvGrpSpPr>
        <p:grpSpPr>
          <a:xfrm>
            <a:off x="1055635" y="410780"/>
            <a:ext cx="1002600" cy="587160"/>
            <a:chOff x="1055635" y="410780"/>
            <a:chExt cx="1002600" cy="587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FC18560-8AEC-C9DB-B956-5795C9E4961B}"/>
                    </a:ext>
                  </a:extLst>
                </p14:cNvPr>
                <p14:cNvContentPartPr/>
                <p14:nvPr/>
              </p14:nvContentPartPr>
              <p14:xfrm>
                <a:off x="1055635" y="435980"/>
                <a:ext cx="326160" cy="2887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FC18560-8AEC-C9DB-B956-5795C9E4961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6635" y="426980"/>
                  <a:ext cx="3438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E1A2D3D-A172-2D72-3777-18AD390E5D42}"/>
                    </a:ext>
                  </a:extLst>
                </p14:cNvPr>
                <p14:cNvContentPartPr/>
                <p14:nvPr/>
              </p14:nvContentPartPr>
              <p14:xfrm>
                <a:off x="1486555" y="410780"/>
                <a:ext cx="297720" cy="5871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E1A2D3D-A172-2D72-3777-18AD390E5D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77915" y="402140"/>
                  <a:ext cx="31536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8E65D21-77CE-808E-CF26-D40C88E60F32}"/>
                    </a:ext>
                  </a:extLst>
                </p14:cNvPr>
                <p14:cNvContentPartPr/>
                <p14:nvPr/>
              </p14:nvContentPartPr>
              <p14:xfrm>
                <a:off x="1773475" y="458660"/>
                <a:ext cx="284760" cy="273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8E65D21-77CE-808E-CF26-D40C88E60F3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64475" y="449660"/>
                  <a:ext cx="302400" cy="29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D30B3D-E888-050B-9D2D-A2AE1F3C2C65}"/>
                  </a:ext>
                </a:extLst>
              </p14:cNvPr>
              <p14:cNvContentPartPr/>
              <p14:nvPr/>
            </p14:nvContentPartPr>
            <p14:xfrm>
              <a:off x="2418235" y="420500"/>
              <a:ext cx="142560" cy="50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D30B3D-E888-050B-9D2D-A2AE1F3C2C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09595" y="411860"/>
                <a:ext cx="16020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340288-7445-D18F-38CE-D48DA88BB26C}"/>
                  </a:ext>
                </a:extLst>
              </p14:cNvPr>
              <p14:cNvContentPartPr/>
              <p14:nvPr/>
            </p14:nvContentPartPr>
            <p14:xfrm>
              <a:off x="2508595" y="625700"/>
              <a:ext cx="106560" cy="53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340288-7445-D18F-38CE-D48DA88BB26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499955" y="616700"/>
                <a:ext cx="124200" cy="7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5B23B57-5BF7-AF5A-F078-BF7BFD0E7ECC}"/>
              </a:ext>
            </a:extLst>
          </p:cNvPr>
          <p:cNvGrpSpPr/>
          <p:nvPr/>
        </p:nvGrpSpPr>
        <p:grpSpPr>
          <a:xfrm>
            <a:off x="3024115" y="273260"/>
            <a:ext cx="766440" cy="454680"/>
            <a:chOff x="3024115" y="273260"/>
            <a:chExt cx="766440" cy="45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A308473-BE0F-7D9E-67F6-5344EF40033D}"/>
                    </a:ext>
                  </a:extLst>
                </p14:cNvPr>
                <p14:cNvContentPartPr/>
                <p14:nvPr/>
              </p14:nvContentPartPr>
              <p14:xfrm>
                <a:off x="3024115" y="351020"/>
                <a:ext cx="27720" cy="235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A308473-BE0F-7D9E-67F6-5344EF40033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15115" y="342380"/>
                  <a:ext cx="453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5B3BE87-54EC-F813-FCE5-6D98D48F0C58}"/>
                    </a:ext>
                  </a:extLst>
                </p14:cNvPr>
                <p14:cNvContentPartPr/>
                <p14:nvPr/>
              </p14:nvContentPartPr>
              <p14:xfrm>
                <a:off x="3235795" y="273260"/>
                <a:ext cx="346320" cy="454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5B3BE87-54EC-F813-FCE5-6D98D48F0C5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26795" y="264620"/>
                  <a:ext cx="36396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E9C84F8-7D12-5A60-AFB2-DEF0B57E6E07}"/>
                    </a:ext>
                  </a:extLst>
                </p14:cNvPr>
                <p14:cNvContentPartPr/>
                <p14:nvPr/>
              </p14:nvContentPartPr>
              <p14:xfrm>
                <a:off x="3785515" y="420500"/>
                <a:ext cx="5040" cy="30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E9C84F8-7D12-5A60-AFB2-DEF0B57E6E0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76875" y="411860"/>
                  <a:ext cx="22680" cy="4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38AD0F-4CEC-01A0-E17D-B3D7E11F6A66}"/>
              </a:ext>
            </a:extLst>
          </p:cNvPr>
          <p:cNvGrpSpPr/>
          <p:nvPr/>
        </p:nvGrpSpPr>
        <p:grpSpPr>
          <a:xfrm>
            <a:off x="774835" y="1721900"/>
            <a:ext cx="336600" cy="1278720"/>
            <a:chOff x="774835" y="1721900"/>
            <a:chExt cx="336600" cy="12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E04FE97-4101-F93B-7FC9-1EE50316A9D6}"/>
                    </a:ext>
                  </a:extLst>
                </p14:cNvPr>
                <p14:cNvContentPartPr/>
                <p14:nvPr/>
              </p14:nvContentPartPr>
              <p14:xfrm>
                <a:off x="774835" y="2136260"/>
                <a:ext cx="16200" cy="1166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E04FE97-4101-F93B-7FC9-1EE50316A9D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5835" y="2127620"/>
                  <a:ext cx="338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5D823E-2BB4-1458-FEC2-8CCE9DA091E1}"/>
                    </a:ext>
                  </a:extLst>
                </p14:cNvPr>
                <p14:cNvContentPartPr/>
                <p14:nvPr/>
              </p14:nvContentPartPr>
              <p14:xfrm>
                <a:off x="838555" y="1721900"/>
                <a:ext cx="13680" cy="39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5D823E-2BB4-1458-FEC2-8CCE9DA091E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29915" y="1712900"/>
                  <a:ext cx="313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5D6F25E-CBAE-ECB9-AB39-B4248818ABE5}"/>
                    </a:ext>
                  </a:extLst>
                </p14:cNvPr>
                <p14:cNvContentPartPr/>
                <p14:nvPr/>
              </p14:nvContentPartPr>
              <p14:xfrm>
                <a:off x="928195" y="1817660"/>
                <a:ext cx="183240" cy="1182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5D6F25E-CBAE-ECB9-AB39-B4248818ABE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19195" y="1809020"/>
                  <a:ext cx="200880" cy="120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FDB308C-8B31-77EA-CCC0-5D6782F8BE34}"/>
                  </a:ext>
                </a:extLst>
              </p14:cNvPr>
              <p14:cNvContentPartPr/>
              <p14:nvPr/>
            </p14:nvContentPartPr>
            <p14:xfrm>
              <a:off x="1837555" y="2067500"/>
              <a:ext cx="916560" cy="668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FDB308C-8B31-77EA-CCC0-5D6782F8BE34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828555" y="2058500"/>
                <a:ext cx="934200" cy="68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07E6FC-877D-566F-1FCB-3C679F488B31}"/>
                  </a:ext>
                </a:extLst>
              </p14:cNvPr>
              <p14:cNvContentPartPr/>
              <p14:nvPr/>
            </p14:nvContentPartPr>
            <p14:xfrm>
              <a:off x="3312835" y="1837820"/>
              <a:ext cx="429480" cy="384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07E6FC-877D-566F-1FCB-3C679F488B3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304195" y="1829180"/>
                <a:ext cx="44712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1643D81-3DF7-2B84-0829-1393A597B78D}"/>
                  </a:ext>
                </a:extLst>
              </p14:cNvPr>
              <p14:cNvContentPartPr/>
              <p14:nvPr/>
            </p14:nvContentPartPr>
            <p14:xfrm>
              <a:off x="3411835" y="2401220"/>
              <a:ext cx="356040" cy="590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1643D81-3DF7-2B84-0829-1393A597B78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03195" y="2392220"/>
                <a:ext cx="373680" cy="7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872F43C-4D41-1378-65DB-E05A0E8FA95D}"/>
                  </a:ext>
                </a:extLst>
              </p14:cNvPr>
              <p14:cNvContentPartPr/>
              <p14:nvPr/>
            </p14:nvContentPartPr>
            <p14:xfrm>
              <a:off x="1690675" y="1829180"/>
              <a:ext cx="447120" cy="118764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872F43C-4D41-1378-65DB-E05A0E8FA95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81675" y="1820540"/>
                <a:ext cx="464760" cy="120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C3030ED-7273-8750-7AEB-FA78210E6CDA}"/>
              </a:ext>
            </a:extLst>
          </p:cNvPr>
          <p:cNvGrpSpPr/>
          <p:nvPr/>
        </p:nvGrpSpPr>
        <p:grpSpPr>
          <a:xfrm>
            <a:off x="3759235" y="1403660"/>
            <a:ext cx="1593000" cy="1243080"/>
            <a:chOff x="3759235" y="1403660"/>
            <a:chExt cx="1593000" cy="12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8964A0D-AF74-B93D-5F3C-88D70D7ED65C}"/>
                    </a:ext>
                  </a:extLst>
                </p14:cNvPr>
                <p14:cNvContentPartPr/>
                <p14:nvPr/>
              </p14:nvContentPartPr>
              <p14:xfrm>
                <a:off x="3759235" y="1806500"/>
                <a:ext cx="61920" cy="243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8964A0D-AF74-B93D-5F3C-88D70D7ED6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50235" y="1797500"/>
                  <a:ext cx="795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268DE03-9BC1-3EF5-1B20-EAD888DD9BEF}"/>
                    </a:ext>
                  </a:extLst>
                </p14:cNvPr>
                <p14:cNvContentPartPr/>
                <p14:nvPr/>
              </p14:nvContentPartPr>
              <p14:xfrm>
                <a:off x="4114555" y="1821620"/>
                <a:ext cx="72360" cy="3582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268DE03-9BC1-3EF5-1B20-EAD888DD9BE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05555" y="1812620"/>
                  <a:ext cx="900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6C240A-FBD1-7CDE-1110-DFD7A187A44C}"/>
                    </a:ext>
                  </a:extLst>
                </p14:cNvPr>
                <p14:cNvContentPartPr/>
                <p14:nvPr/>
              </p14:nvContentPartPr>
              <p14:xfrm>
                <a:off x="4201675" y="1648100"/>
                <a:ext cx="221040" cy="9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6C240A-FBD1-7CDE-1110-DFD7A187A4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92675" y="1639100"/>
                  <a:ext cx="238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7EE328C-BDD6-C95D-9238-4784F308CE9E}"/>
                    </a:ext>
                  </a:extLst>
                </p14:cNvPr>
                <p14:cNvContentPartPr/>
                <p14:nvPr/>
              </p14:nvContentPartPr>
              <p14:xfrm>
                <a:off x="4164235" y="1403660"/>
                <a:ext cx="674640" cy="1243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7EE328C-BDD6-C95D-9238-4784F308CE9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55595" y="1395020"/>
                  <a:ext cx="692280" cy="12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73AEE40-604F-CBE8-B109-3EE9A94FB10A}"/>
                    </a:ext>
                  </a:extLst>
                </p14:cNvPr>
                <p14:cNvContentPartPr/>
                <p14:nvPr/>
              </p14:nvContentPartPr>
              <p14:xfrm>
                <a:off x="5139835" y="1718660"/>
                <a:ext cx="35280" cy="29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73AEE40-604F-CBE8-B109-3EE9A94FB10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30835" y="1709660"/>
                  <a:ext cx="529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5BFAD8B-A0CC-C6A9-8DB0-0D3994CEF3C4}"/>
                    </a:ext>
                  </a:extLst>
                </p14:cNvPr>
                <p14:cNvContentPartPr/>
                <p14:nvPr/>
              </p14:nvContentPartPr>
              <p14:xfrm>
                <a:off x="5213275" y="2142740"/>
                <a:ext cx="138960" cy="46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5BFAD8B-A0CC-C6A9-8DB0-0D3994CEF3C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04635" y="2134100"/>
                  <a:ext cx="15660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C61BCBC-618B-19D5-BFEE-424E9F39CCAD}"/>
              </a:ext>
            </a:extLst>
          </p:cNvPr>
          <p:cNvGrpSpPr/>
          <p:nvPr/>
        </p:nvGrpSpPr>
        <p:grpSpPr>
          <a:xfrm>
            <a:off x="3226075" y="3320300"/>
            <a:ext cx="1558080" cy="988920"/>
            <a:chOff x="3226075" y="3320300"/>
            <a:chExt cx="1558080" cy="98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B2D46FE-1902-82F0-D230-A87479FD9A1D}"/>
                    </a:ext>
                  </a:extLst>
                </p14:cNvPr>
                <p14:cNvContentPartPr/>
                <p14:nvPr/>
              </p14:nvContentPartPr>
              <p14:xfrm>
                <a:off x="3226075" y="3504620"/>
                <a:ext cx="125640" cy="804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B2D46FE-1902-82F0-D230-A87479FD9A1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17435" y="3495980"/>
                  <a:ext cx="14328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D1EE148-0345-752F-A568-43223178AC95}"/>
                    </a:ext>
                  </a:extLst>
                </p14:cNvPr>
                <p14:cNvContentPartPr/>
                <p14:nvPr/>
              </p14:nvContentPartPr>
              <p14:xfrm>
                <a:off x="3273235" y="3695780"/>
                <a:ext cx="137160" cy="2422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D1EE148-0345-752F-A568-43223178AC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264235" y="3686780"/>
                  <a:ext cx="1548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67589F2-698F-A4C7-AD78-AD8397A0E0D9}"/>
                    </a:ext>
                  </a:extLst>
                </p14:cNvPr>
                <p14:cNvContentPartPr/>
                <p14:nvPr/>
              </p14:nvContentPartPr>
              <p14:xfrm>
                <a:off x="3440635" y="3804500"/>
                <a:ext cx="328320" cy="120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67589F2-698F-A4C7-AD78-AD8397A0E0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431995" y="3795860"/>
                  <a:ext cx="3459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066E51F-2E80-E8C7-C7EA-DFD91302DFE0}"/>
                    </a:ext>
                  </a:extLst>
                </p14:cNvPr>
                <p14:cNvContentPartPr/>
                <p14:nvPr/>
              </p14:nvContentPartPr>
              <p14:xfrm>
                <a:off x="3768595" y="3732500"/>
                <a:ext cx="16200" cy="56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066E51F-2E80-E8C7-C7EA-DFD91302DF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59955" y="3723860"/>
                  <a:ext cx="338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0D6AF67-BEC1-CC94-936D-4D4426B25DFC}"/>
                    </a:ext>
                  </a:extLst>
                </p14:cNvPr>
                <p14:cNvContentPartPr/>
                <p14:nvPr/>
              </p14:nvContentPartPr>
              <p14:xfrm>
                <a:off x="3907555" y="3633140"/>
                <a:ext cx="382680" cy="1774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0D6AF67-BEC1-CC94-936D-4D4426B25DF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98555" y="3624500"/>
                  <a:ext cx="4003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CE08954-978B-0409-8705-8872018453C8}"/>
                    </a:ext>
                  </a:extLst>
                </p14:cNvPr>
                <p14:cNvContentPartPr/>
                <p14:nvPr/>
              </p14:nvContentPartPr>
              <p14:xfrm>
                <a:off x="4195555" y="3613340"/>
                <a:ext cx="125640" cy="114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CE08954-978B-0409-8705-8872018453C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86915" y="3604340"/>
                  <a:ext cx="143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355C4F7-03D3-7E7F-3961-6F901930223E}"/>
                    </a:ext>
                  </a:extLst>
                </p14:cNvPr>
                <p14:cNvContentPartPr/>
                <p14:nvPr/>
              </p14:nvContentPartPr>
              <p14:xfrm>
                <a:off x="4443955" y="3320300"/>
                <a:ext cx="340200" cy="5778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355C4F7-03D3-7E7F-3961-6F901930223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35315" y="3311300"/>
                  <a:ext cx="357840" cy="59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7CE8D95-72E7-2C22-7112-623CE3306597}"/>
                  </a:ext>
                </a:extLst>
              </p14:cNvPr>
              <p14:cNvContentPartPr/>
              <p14:nvPr/>
            </p14:nvContentPartPr>
            <p14:xfrm>
              <a:off x="7652635" y="2631260"/>
              <a:ext cx="59400" cy="471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7CE8D95-72E7-2C22-7112-623CE330659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43995" y="2622260"/>
                <a:ext cx="77040" cy="64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955579D1-5C13-CCD1-AA47-DFF36F3BA865}"/>
              </a:ext>
            </a:extLst>
          </p:cNvPr>
          <p:cNvGrpSpPr/>
          <p:nvPr/>
        </p:nvGrpSpPr>
        <p:grpSpPr>
          <a:xfrm>
            <a:off x="4663555" y="2897660"/>
            <a:ext cx="3314160" cy="1405080"/>
            <a:chOff x="4663555" y="2897660"/>
            <a:chExt cx="3314160" cy="140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804B6BA-E961-1917-75D6-0E9C85FF1735}"/>
                    </a:ext>
                  </a:extLst>
                </p14:cNvPr>
                <p14:cNvContentPartPr/>
                <p14:nvPr/>
              </p14:nvContentPartPr>
              <p14:xfrm>
                <a:off x="4798555" y="3328940"/>
                <a:ext cx="41760" cy="316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804B6BA-E961-1917-75D6-0E9C85FF173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89555" y="3320300"/>
                  <a:ext cx="5940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2EA25F8-ED79-D68B-C3CF-ED238C622A5A}"/>
                    </a:ext>
                  </a:extLst>
                </p14:cNvPr>
                <p14:cNvContentPartPr/>
                <p14:nvPr/>
              </p14:nvContentPartPr>
              <p14:xfrm>
                <a:off x="4663555" y="3155420"/>
                <a:ext cx="381240" cy="145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2EA25F8-ED79-D68B-C3CF-ED238C622A5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54555" y="3146420"/>
                  <a:ext cx="3988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1F66B30-1E8E-25BD-1D70-BB17557FB6CF}"/>
                    </a:ext>
                  </a:extLst>
                </p14:cNvPr>
                <p14:cNvContentPartPr/>
                <p14:nvPr/>
              </p14:nvContentPartPr>
              <p14:xfrm>
                <a:off x="5034715" y="3354860"/>
                <a:ext cx="622440" cy="228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1F66B30-1E8E-25BD-1D70-BB17557FB6C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026075" y="3346220"/>
                  <a:ext cx="640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AC8BE78-F585-FD16-82AA-695B9C895674}"/>
                    </a:ext>
                  </a:extLst>
                </p14:cNvPr>
                <p14:cNvContentPartPr/>
                <p14:nvPr/>
              </p14:nvContentPartPr>
              <p14:xfrm>
                <a:off x="5956315" y="3039140"/>
                <a:ext cx="79200" cy="608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AC8BE78-F585-FD16-82AA-695B9C89567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47675" y="3030500"/>
                  <a:ext cx="96840" cy="62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6F7F884-DC53-5717-3232-8C47F1FDC995}"/>
                    </a:ext>
                  </a:extLst>
                </p14:cNvPr>
                <p14:cNvContentPartPr/>
                <p14:nvPr/>
              </p14:nvContentPartPr>
              <p14:xfrm>
                <a:off x="6074395" y="3271340"/>
                <a:ext cx="120600" cy="117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6F7F884-DC53-5717-3232-8C47F1FDC99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65395" y="3262700"/>
                  <a:ext cx="1382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353B6C0-0AFC-BBD8-597B-567D5A800EC3}"/>
                    </a:ext>
                  </a:extLst>
                </p14:cNvPr>
                <p14:cNvContentPartPr/>
                <p14:nvPr/>
              </p14:nvContentPartPr>
              <p14:xfrm>
                <a:off x="6305875" y="3180260"/>
                <a:ext cx="89280" cy="159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353B6C0-0AFC-BBD8-597B-567D5A800EC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97235" y="3171620"/>
                  <a:ext cx="1069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D807AD9-7C56-904B-FD8A-A3E021F2AC7E}"/>
                    </a:ext>
                  </a:extLst>
                </p14:cNvPr>
                <p14:cNvContentPartPr/>
                <p14:nvPr/>
              </p14:nvContentPartPr>
              <p14:xfrm>
                <a:off x="6466075" y="3169100"/>
                <a:ext cx="171720" cy="1090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D807AD9-7C56-904B-FD8A-A3E021F2AC7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57435" y="3160100"/>
                  <a:ext cx="189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FC332B-D56E-02FD-C06C-DA892ED9D11C}"/>
                    </a:ext>
                  </a:extLst>
                </p14:cNvPr>
                <p14:cNvContentPartPr/>
                <p14:nvPr/>
              </p14:nvContentPartPr>
              <p14:xfrm>
                <a:off x="6772075" y="3048140"/>
                <a:ext cx="560160" cy="1825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FC332B-D56E-02FD-C06C-DA892ED9D11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763435" y="3039140"/>
                  <a:ext cx="577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98D87F1-38B5-7757-7B8D-9CB13A579C1C}"/>
                    </a:ext>
                  </a:extLst>
                </p14:cNvPr>
                <p14:cNvContentPartPr/>
                <p14:nvPr/>
              </p14:nvContentPartPr>
              <p14:xfrm>
                <a:off x="7615195" y="2993780"/>
                <a:ext cx="12240" cy="12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98D87F1-38B5-7757-7B8D-9CB13A579C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06555" y="2984780"/>
                  <a:ext cx="298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D13A37-3C32-82A3-2C26-712CB60ABA98}"/>
                    </a:ext>
                  </a:extLst>
                </p14:cNvPr>
                <p14:cNvContentPartPr/>
                <p14:nvPr/>
              </p14:nvContentPartPr>
              <p14:xfrm>
                <a:off x="7577035" y="3020780"/>
                <a:ext cx="87840" cy="123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D13A37-3C32-82A3-2C26-712CB60ABA9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68395" y="3011780"/>
                  <a:ext cx="105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86725DC-A33E-C110-C9BA-A094E12425F5}"/>
                    </a:ext>
                  </a:extLst>
                </p14:cNvPr>
                <p14:cNvContentPartPr/>
                <p14:nvPr/>
              </p14:nvContentPartPr>
              <p14:xfrm>
                <a:off x="7766395" y="2897660"/>
                <a:ext cx="211320" cy="284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86725DC-A33E-C110-C9BA-A094E12425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57755" y="2889020"/>
                  <a:ext cx="2289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7A19FA9-4EEA-040C-D71E-6C39D157C735}"/>
                    </a:ext>
                  </a:extLst>
                </p14:cNvPr>
                <p14:cNvContentPartPr/>
                <p14:nvPr/>
              </p14:nvContentPartPr>
              <p14:xfrm>
                <a:off x="5481475" y="4168100"/>
                <a:ext cx="26280" cy="1335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7A19FA9-4EEA-040C-D71E-6C39D157C73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72835" y="4159460"/>
                  <a:ext cx="43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4C5C0BD-E22B-8A94-6108-A8D0328B6B12}"/>
                    </a:ext>
                  </a:extLst>
                </p14:cNvPr>
                <p14:cNvContentPartPr/>
                <p14:nvPr/>
              </p14:nvContentPartPr>
              <p14:xfrm>
                <a:off x="5450875" y="3926900"/>
                <a:ext cx="56880" cy="230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4C5C0BD-E22B-8A94-6108-A8D0328B6B1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41875" y="3918260"/>
                  <a:ext cx="74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41D1BE6-C948-1B69-EB58-6246E52E9D90}"/>
                    </a:ext>
                  </a:extLst>
                </p14:cNvPr>
                <p14:cNvContentPartPr/>
                <p14:nvPr/>
              </p14:nvContentPartPr>
              <p14:xfrm>
                <a:off x="5607475" y="4110860"/>
                <a:ext cx="148680" cy="191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41D1BE6-C948-1B69-EB58-6246E52E9D9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598475" y="4101860"/>
                  <a:ext cx="1663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A793802-F9D1-74B4-2C6F-351FEE5F9AE3}"/>
                    </a:ext>
                  </a:extLst>
                </p14:cNvPr>
                <p14:cNvContentPartPr/>
                <p14:nvPr/>
              </p14:nvContentPartPr>
              <p14:xfrm>
                <a:off x="6011755" y="3956060"/>
                <a:ext cx="163800" cy="242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A793802-F9D1-74B4-2C6F-351FEE5F9AE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002755" y="3947420"/>
                  <a:ext cx="18144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F22EC64-086E-52D3-9C3A-58C0D3601261}"/>
                    </a:ext>
                  </a:extLst>
                </p14:cNvPr>
                <p14:cNvContentPartPr/>
                <p14:nvPr/>
              </p14:nvContentPartPr>
              <p14:xfrm>
                <a:off x="6305515" y="3638540"/>
                <a:ext cx="906120" cy="4669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F22EC64-086E-52D3-9C3A-58C0D360126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96875" y="3629900"/>
                  <a:ext cx="9237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2712143-2D9B-DF7A-92A7-00433440861A}"/>
                    </a:ext>
                  </a:extLst>
                </p14:cNvPr>
                <p14:cNvContentPartPr/>
                <p14:nvPr/>
              </p14:nvContentPartPr>
              <p14:xfrm>
                <a:off x="7240435" y="3398060"/>
                <a:ext cx="253800" cy="744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2712143-2D9B-DF7A-92A7-00433440861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31435" y="3389420"/>
                  <a:ext cx="271440" cy="76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52147E7-6F34-2F96-5697-E691AC296946}"/>
                    </a:ext>
                  </a:extLst>
                </p14:cNvPr>
                <p14:cNvContentPartPr/>
                <p14:nvPr/>
              </p14:nvContentPartPr>
              <p14:xfrm>
                <a:off x="7670635" y="3962900"/>
                <a:ext cx="14760" cy="165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52147E7-6F34-2F96-5697-E691AC29694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61995" y="3953900"/>
                  <a:ext cx="324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8F3325B-3426-188F-C85D-96757DB12188}"/>
              </a:ext>
            </a:extLst>
          </p:cNvPr>
          <p:cNvGrpSpPr/>
          <p:nvPr/>
        </p:nvGrpSpPr>
        <p:grpSpPr>
          <a:xfrm>
            <a:off x="904795" y="5382380"/>
            <a:ext cx="1370160" cy="761760"/>
            <a:chOff x="904795" y="5382380"/>
            <a:chExt cx="1370160" cy="76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384612F-A34D-24BD-7093-62459042D97A}"/>
                    </a:ext>
                  </a:extLst>
                </p14:cNvPr>
                <p14:cNvContentPartPr/>
                <p14:nvPr/>
              </p14:nvContentPartPr>
              <p14:xfrm>
                <a:off x="904795" y="5635100"/>
                <a:ext cx="368280" cy="3193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384612F-A34D-24BD-7093-62459042D97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96155" y="5626100"/>
                  <a:ext cx="3859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40E44AA-27CF-CD08-18BD-9250A8B0249E}"/>
                    </a:ext>
                  </a:extLst>
                </p14:cNvPr>
                <p14:cNvContentPartPr/>
                <p14:nvPr/>
              </p14:nvContentPartPr>
              <p14:xfrm>
                <a:off x="1427155" y="5435300"/>
                <a:ext cx="123480" cy="365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40E44AA-27CF-CD08-18BD-9250A8B0249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418155" y="5426660"/>
                  <a:ext cx="14112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4102A18-E8D4-3D9B-7DFF-3FD04ACED3E8}"/>
                    </a:ext>
                  </a:extLst>
                </p14:cNvPr>
                <p14:cNvContentPartPr/>
                <p14:nvPr/>
              </p14:nvContentPartPr>
              <p14:xfrm>
                <a:off x="1760155" y="5731220"/>
                <a:ext cx="62640" cy="247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4102A18-E8D4-3D9B-7DFF-3FD04ACED3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751515" y="5722220"/>
                  <a:ext cx="802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13F680B-5475-EAC2-CE21-2AEA27731D0C}"/>
                    </a:ext>
                  </a:extLst>
                </p14:cNvPr>
                <p14:cNvContentPartPr/>
                <p14:nvPr/>
              </p14:nvContentPartPr>
              <p14:xfrm>
                <a:off x="1780315" y="5382380"/>
                <a:ext cx="29160" cy="396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13F680B-5475-EAC2-CE21-2AEA27731D0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771675" y="5373380"/>
                  <a:ext cx="468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963212C-8DC6-05EB-A289-43C5C5F0F4B7}"/>
                    </a:ext>
                  </a:extLst>
                </p14:cNvPr>
                <p14:cNvContentPartPr/>
                <p14:nvPr/>
              </p14:nvContentPartPr>
              <p14:xfrm>
                <a:off x="2078755" y="5409380"/>
                <a:ext cx="196200" cy="734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963212C-8DC6-05EB-A289-43C5C5F0F4B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70115" y="5400380"/>
                  <a:ext cx="213840" cy="75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AD3FEB2-8ED7-BAB8-46D9-5BBB8D6A4375}"/>
              </a:ext>
            </a:extLst>
          </p:cNvPr>
          <p:cNvGrpSpPr/>
          <p:nvPr/>
        </p:nvGrpSpPr>
        <p:grpSpPr>
          <a:xfrm>
            <a:off x="2957515" y="5020220"/>
            <a:ext cx="1839960" cy="836280"/>
            <a:chOff x="2957515" y="5020220"/>
            <a:chExt cx="1839960" cy="83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C9DB89A-42C8-D119-48F4-BFF7E46ED5CB}"/>
                    </a:ext>
                  </a:extLst>
                </p14:cNvPr>
                <p14:cNvContentPartPr/>
                <p14:nvPr/>
              </p14:nvContentPartPr>
              <p14:xfrm>
                <a:off x="3391675" y="5144420"/>
                <a:ext cx="1002240" cy="4543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C9DB89A-42C8-D119-48F4-BFF7E46ED5C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82675" y="5135420"/>
                  <a:ext cx="101988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222D974-BACB-F0BB-E8EA-3E8F5F72CC63}"/>
                    </a:ext>
                  </a:extLst>
                </p14:cNvPr>
                <p14:cNvContentPartPr/>
                <p14:nvPr/>
              </p14:nvContentPartPr>
              <p14:xfrm>
                <a:off x="4560235" y="5020220"/>
                <a:ext cx="237240" cy="3330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222D974-BACB-F0BB-E8EA-3E8F5F72CC6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51595" y="5011220"/>
                  <a:ext cx="25488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739AF9C-8CA4-004F-C4E2-107974FB2931}"/>
                    </a:ext>
                  </a:extLst>
                </p14:cNvPr>
                <p14:cNvContentPartPr/>
                <p14:nvPr/>
              </p14:nvContentPartPr>
              <p14:xfrm>
                <a:off x="2957515" y="5224700"/>
                <a:ext cx="528120" cy="631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739AF9C-8CA4-004F-C4E2-107974FB29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948875" y="5216060"/>
                  <a:ext cx="545760" cy="64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C1E40EF-4867-2C84-319F-8A923F7C624A}"/>
              </a:ext>
            </a:extLst>
          </p:cNvPr>
          <p:cNvGrpSpPr/>
          <p:nvPr/>
        </p:nvGrpSpPr>
        <p:grpSpPr>
          <a:xfrm>
            <a:off x="5116795" y="4897100"/>
            <a:ext cx="234720" cy="385560"/>
            <a:chOff x="5116795" y="4897100"/>
            <a:chExt cx="23472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00B7E44-F699-9C72-48BB-EFD7E6BE912B}"/>
                    </a:ext>
                  </a:extLst>
                </p14:cNvPr>
                <p14:cNvContentPartPr/>
                <p14:nvPr/>
              </p14:nvContentPartPr>
              <p14:xfrm>
                <a:off x="5116795" y="5102300"/>
                <a:ext cx="49680" cy="180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00B7E44-F699-9C72-48BB-EFD7E6BE912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08155" y="5093300"/>
                  <a:ext cx="673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DDD017A-C956-9033-9E4A-4DBAFF0E69BA}"/>
                    </a:ext>
                  </a:extLst>
                </p14:cNvPr>
                <p14:cNvContentPartPr/>
                <p14:nvPr/>
              </p14:nvContentPartPr>
              <p14:xfrm>
                <a:off x="5253235" y="4897100"/>
                <a:ext cx="98280" cy="3344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DDD017A-C956-9033-9E4A-4DBAFF0E69B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44235" y="4888460"/>
                  <a:ext cx="115920" cy="35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FD7D366-96E6-DA15-5F92-19B8043C9C0B}"/>
                  </a:ext>
                </a:extLst>
              </p14:cNvPr>
              <p14:cNvContentPartPr/>
              <p14:nvPr/>
            </p14:nvContentPartPr>
            <p14:xfrm>
              <a:off x="5466355" y="4699460"/>
              <a:ext cx="104040" cy="165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FD7D366-96E6-DA15-5F92-19B8043C9C0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457715" y="4690820"/>
                <a:ext cx="12168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78" name="Group 77">
            <a:extLst>
              <a:ext uri="{FF2B5EF4-FFF2-40B4-BE49-F238E27FC236}">
                <a16:creationId xmlns:a16="http://schemas.microsoft.com/office/drawing/2014/main" id="{E54F6A52-C87E-CDC2-1090-F04E6EF3BAAA}"/>
              </a:ext>
            </a:extLst>
          </p:cNvPr>
          <p:cNvGrpSpPr/>
          <p:nvPr/>
        </p:nvGrpSpPr>
        <p:grpSpPr>
          <a:xfrm>
            <a:off x="6305155" y="4485260"/>
            <a:ext cx="918000" cy="510840"/>
            <a:chOff x="6305155" y="4485260"/>
            <a:chExt cx="918000" cy="51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CA3E419-06FD-BA67-AAD0-AD9938191342}"/>
                    </a:ext>
                  </a:extLst>
                </p14:cNvPr>
                <p14:cNvContentPartPr/>
                <p14:nvPr/>
              </p14:nvContentPartPr>
              <p14:xfrm>
                <a:off x="6305155" y="4785500"/>
                <a:ext cx="294120" cy="210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CA3E419-06FD-BA67-AAD0-AD99381913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296515" y="4776500"/>
                  <a:ext cx="3117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7B6D7CF-8606-EBB9-71FA-5FEBA4BC01F3}"/>
                    </a:ext>
                  </a:extLst>
                </p14:cNvPr>
                <p14:cNvContentPartPr/>
                <p14:nvPr/>
              </p14:nvContentPartPr>
              <p14:xfrm>
                <a:off x="6843715" y="4485260"/>
                <a:ext cx="379440" cy="339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7B6D7CF-8606-EBB9-71FA-5FEBA4BC01F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34715" y="4476260"/>
                  <a:ext cx="397080" cy="35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79566EDB-CD33-1FAC-0169-716CDD457D1C}"/>
                  </a:ext>
                </a:extLst>
              </p14:cNvPr>
              <p14:cNvContentPartPr/>
              <p14:nvPr/>
            </p14:nvContentPartPr>
            <p14:xfrm>
              <a:off x="7532035" y="4343780"/>
              <a:ext cx="974520" cy="5385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79566EDB-CD33-1FAC-0169-716CDD457D1C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523395" y="4334780"/>
                <a:ext cx="992160" cy="55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4" name="Group 83">
            <a:extLst>
              <a:ext uri="{FF2B5EF4-FFF2-40B4-BE49-F238E27FC236}">
                <a16:creationId xmlns:a16="http://schemas.microsoft.com/office/drawing/2014/main" id="{DD7F2A3B-3811-33E6-6321-7F2E88AFC452}"/>
              </a:ext>
            </a:extLst>
          </p:cNvPr>
          <p:cNvGrpSpPr/>
          <p:nvPr/>
        </p:nvGrpSpPr>
        <p:grpSpPr>
          <a:xfrm>
            <a:off x="8883115" y="3197540"/>
            <a:ext cx="1527120" cy="1372320"/>
            <a:chOff x="8883115" y="3197540"/>
            <a:chExt cx="1527120" cy="137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F2F765E-5F15-6488-1884-4AB662DF3145}"/>
                    </a:ext>
                  </a:extLst>
                </p14:cNvPr>
                <p14:cNvContentPartPr/>
                <p14:nvPr/>
              </p14:nvContentPartPr>
              <p14:xfrm>
                <a:off x="8883115" y="3909620"/>
                <a:ext cx="439920" cy="428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F2F765E-5F15-6488-1884-4AB662DF314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874115" y="3900620"/>
                  <a:ext cx="45756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BEFF3F9-C0B2-850C-5739-6C1750A9DC58}"/>
                    </a:ext>
                  </a:extLst>
                </p14:cNvPr>
                <p14:cNvContentPartPr/>
                <p14:nvPr/>
              </p14:nvContentPartPr>
              <p14:xfrm>
                <a:off x="8959795" y="4448900"/>
                <a:ext cx="455040" cy="120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BEFF3F9-C0B2-850C-5739-6C1750A9DC5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950795" y="4440260"/>
                  <a:ext cx="472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4710429-AB47-339C-40A2-CB223F572023}"/>
                    </a:ext>
                  </a:extLst>
                </p14:cNvPr>
                <p14:cNvContentPartPr/>
                <p14:nvPr/>
              </p14:nvContentPartPr>
              <p14:xfrm>
                <a:off x="9602755" y="3695060"/>
                <a:ext cx="465480" cy="354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4710429-AB47-339C-40A2-CB223F57202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593755" y="3686420"/>
                  <a:ext cx="4831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E043620-3C53-398D-F64F-A6682524964C}"/>
                    </a:ext>
                  </a:extLst>
                </p14:cNvPr>
                <p14:cNvContentPartPr/>
                <p14:nvPr/>
              </p14:nvContentPartPr>
              <p14:xfrm>
                <a:off x="10170475" y="3601460"/>
                <a:ext cx="10800" cy="478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E043620-3C53-398D-F64F-A6682524964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161475" y="3592820"/>
                  <a:ext cx="2844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7F1424E-82B9-8EE9-D0DC-3A798B3E7B11}"/>
                    </a:ext>
                  </a:extLst>
                </p14:cNvPr>
                <p14:cNvContentPartPr/>
                <p14:nvPr/>
              </p14:nvContentPartPr>
              <p14:xfrm>
                <a:off x="10159675" y="3197540"/>
                <a:ext cx="250560" cy="8035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F1424E-82B9-8EE9-D0DC-3A798B3E7B1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50675" y="3188900"/>
                  <a:ext cx="268200" cy="82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02E91913-97DA-1E14-28C2-FFF61BFAA1C8}"/>
              </a:ext>
            </a:extLst>
          </p:cNvPr>
          <p:cNvGrpSpPr/>
          <p:nvPr/>
        </p:nvGrpSpPr>
        <p:grpSpPr>
          <a:xfrm>
            <a:off x="4745275" y="5968100"/>
            <a:ext cx="1245960" cy="559080"/>
            <a:chOff x="4745275" y="5968100"/>
            <a:chExt cx="1245960" cy="55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ED72F7E-9667-6321-54B9-3EE8049282E1}"/>
                    </a:ext>
                  </a:extLst>
                </p14:cNvPr>
                <p14:cNvContentPartPr/>
                <p14:nvPr/>
              </p14:nvContentPartPr>
              <p14:xfrm>
                <a:off x="4745275" y="5968100"/>
                <a:ext cx="97200" cy="559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ED72F7E-9667-6321-54B9-3EE8049282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736275" y="5959460"/>
                  <a:ext cx="11484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6896EC8-634B-9DC9-BD5C-E901440FA64C}"/>
                    </a:ext>
                  </a:extLst>
                </p14:cNvPr>
                <p14:cNvContentPartPr/>
                <p14:nvPr/>
              </p14:nvContentPartPr>
              <p14:xfrm>
                <a:off x="4838155" y="6235580"/>
                <a:ext cx="176760" cy="111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6896EC8-634B-9DC9-BD5C-E901440FA64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829515" y="6226580"/>
                  <a:ext cx="1944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21F0D4-903B-AF52-E2B5-72059E77ECE3}"/>
                    </a:ext>
                  </a:extLst>
                </p14:cNvPr>
                <p14:cNvContentPartPr/>
                <p14:nvPr/>
              </p14:nvContentPartPr>
              <p14:xfrm>
                <a:off x="5099875" y="6194900"/>
                <a:ext cx="313920" cy="1198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21F0D4-903B-AF52-E2B5-72059E77ECE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091235" y="6186260"/>
                  <a:ext cx="331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9C0E694-0932-4E46-DD1E-07319FB50217}"/>
                    </a:ext>
                  </a:extLst>
                </p14:cNvPr>
                <p14:cNvContentPartPr/>
                <p14:nvPr/>
              </p14:nvContentPartPr>
              <p14:xfrm>
                <a:off x="5522155" y="6149540"/>
                <a:ext cx="45000" cy="154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9C0E694-0932-4E46-DD1E-07319FB5021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513155" y="6140540"/>
                  <a:ext cx="62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B5A3078-6761-6325-6E6D-A8C62AE01283}"/>
                    </a:ext>
                  </a:extLst>
                </p14:cNvPr>
                <p14:cNvContentPartPr/>
                <p14:nvPr/>
              </p14:nvContentPartPr>
              <p14:xfrm>
                <a:off x="5710795" y="6027500"/>
                <a:ext cx="86400" cy="111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B5A3078-6761-6325-6E6D-A8C62AE0128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02155" y="6018860"/>
                  <a:ext cx="104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562A0D8-41E8-E8ED-B2B4-7988FFE45103}"/>
                    </a:ext>
                  </a:extLst>
                </p14:cNvPr>
                <p14:cNvContentPartPr/>
                <p14:nvPr/>
              </p14:nvContentPartPr>
              <p14:xfrm>
                <a:off x="5690635" y="6161420"/>
                <a:ext cx="300600" cy="88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562A0D8-41E8-E8ED-B2B4-7988FFE4510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81995" y="6152420"/>
                  <a:ext cx="31824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AD0EEF4A-0090-CA64-BFB8-4D6A3208605F}"/>
              </a:ext>
            </a:extLst>
          </p:cNvPr>
          <p:cNvGrpSpPr/>
          <p:nvPr/>
        </p:nvGrpSpPr>
        <p:grpSpPr>
          <a:xfrm>
            <a:off x="6373195" y="5475260"/>
            <a:ext cx="603360" cy="679680"/>
            <a:chOff x="6373195" y="5475260"/>
            <a:chExt cx="603360" cy="67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500210C-9F7C-CA66-A309-44835CA96D01}"/>
                    </a:ext>
                  </a:extLst>
                </p14:cNvPr>
                <p14:cNvContentPartPr/>
                <p14:nvPr/>
              </p14:nvContentPartPr>
              <p14:xfrm>
                <a:off x="6373195" y="5475260"/>
                <a:ext cx="532440" cy="679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500210C-9F7C-CA66-A309-44835CA96D0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64195" y="5466620"/>
                  <a:ext cx="55008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6C8FDFE-C85A-49A9-3373-D918D23EDBD2}"/>
                    </a:ext>
                  </a:extLst>
                </p14:cNvPr>
                <p14:cNvContentPartPr/>
                <p14:nvPr/>
              </p14:nvContentPartPr>
              <p14:xfrm>
                <a:off x="6595675" y="5580740"/>
                <a:ext cx="199800" cy="83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6C8FDFE-C85A-49A9-3373-D918D23EDBD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87035" y="5571740"/>
                  <a:ext cx="217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B8E4A0E-0B0F-B989-D403-A80138274EB2}"/>
                    </a:ext>
                  </a:extLst>
                </p14:cNvPr>
                <p14:cNvContentPartPr/>
                <p14:nvPr/>
              </p14:nvContentPartPr>
              <p14:xfrm>
                <a:off x="6887995" y="5506940"/>
                <a:ext cx="88560" cy="204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B8E4A0E-0B0F-B989-D403-A80138274E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879355" y="5498300"/>
                  <a:ext cx="10620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C3BF8742-D2C1-C110-0DE6-0237365B78FA}"/>
              </a:ext>
            </a:extLst>
          </p:cNvPr>
          <p:cNvGrpSpPr/>
          <p:nvPr/>
        </p:nvGrpSpPr>
        <p:grpSpPr>
          <a:xfrm>
            <a:off x="7492435" y="5074940"/>
            <a:ext cx="2206800" cy="845640"/>
            <a:chOff x="7492435" y="5074940"/>
            <a:chExt cx="2206800" cy="84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ECDE1E6-1331-7B41-6075-9911D039FB66}"/>
                    </a:ext>
                  </a:extLst>
                </p14:cNvPr>
                <p14:cNvContentPartPr/>
                <p14:nvPr/>
              </p14:nvContentPartPr>
              <p14:xfrm>
                <a:off x="7492435" y="5492180"/>
                <a:ext cx="851760" cy="4284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ECDE1E6-1331-7B41-6075-9911D039FB6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83435" y="5483180"/>
                  <a:ext cx="869400" cy="44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B2E2018-04E2-B4E9-1D9F-2C1E35E6122E}"/>
                    </a:ext>
                  </a:extLst>
                </p14:cNvPr>
                <p14:cNvContentPartPr/>
                <p14:nvPr/>
              </p14:nvContentPartPr>
              <p14:xfrm>
                <a:off x="8431675" y="5230100"/>
                <a:ext cx="817920" cy="2937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B2E2018-04E2-B4E9-1D9F-2C1E35E6122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422675" y="5221100"/>
                  <a:ext cx="83556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AF85A57-79CC-18A7-BDFF-687B94DFBFFE}"/>
                    </a:ext>
                  </a:extLst>
                </p14:cNvPr>
                <p14:cNvContentPartPr/>
                <p14:nvPr/>
              </p14:nvContentPartPr>
              <p14:xfrm>
                <a:off x="9351475" y="5074940"/>
                <a:ext cx="347760" cy="161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AF85A57-79CC-18A7-BDFF-687B94DFBFF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42835" y="5065940"/>
                  <a:ext cx="36540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034824A8-F302-BBE0-6D35-08066B19AAAE}"/>
                  </a:ext>
                </a:extLst>
              </p14:cNvPr>
              <p14:cNvContentPartPr/>
              <p14:nvPr/>
            </p14:nvContentPartPr>
            <p14:xfrm>
              <a:off x="10419955" y="4887380"/>
              <a:ext cx="232920" cy="1292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034824A8-F302-BBE0-6D35-08066B19AAAE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411315" y="4878740"/>
                <a:ext cx="250560" cy="14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0150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39348E0-8A0B-34BF-146A-DF4CD7EBF1CD}"/>
              </a:ext>
            </a:extLst>
          </p:cNvPr>
          <p:cNvGrpSpPr/>
          <p:nvPr/>
        </p:nvGrpSpPr>
        <p:grpSpPr>
          <a:xfrm>
            <a:off x="1142395" y="415820"/>
            <a:ext cx="1504080" cy="865440"/>
            <a:chOff x="1142395" y="415820"/>
            <a:chExt cx="1504080" cy="86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AEA954E-54DE-616C-F000-19D8F6FCAB2E}"/>
                    </a:ext>
                  </a:extLst>
                </p14:cNvPr>
                <p14:cNvContentPartPr/>
                <p14:nvPr/>
              </p14:nvContentPartPr>
              <p14:xfrm>
                <a:off x="1142395" y="885260"/>
                <a:ext cx="346320" cy="325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AEA954E-54DE-616C-F000-19D8F6FCAB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33755" y="876620"/>
                  <a:ext cx="36396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4D2E7C5-1745-FBB3-885C-1134B228461B}"/>
                    </a:ext>
                  </a:extLst>
                </p14:cNvPr>
                <p14:cNvContentPartPr/>
                <p14:nvPr/>
              </p14:nvContentPartPr>
              <p14:xfrm>
                <a:off x="1698235" y="415820"/>
                <a:ext cx="277560" cy="837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4D2E7C5-1745-FBB3-885C-1134B22846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89595" y="407180"/>
                  <a:ext cx="295200" cy="85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5AD4B1E-D820-D2DC-15F4-1BA7D01F8D6F}"/>
                    </a:ext>
                  </a:extLst>
                </p14:cNvPr>
                <p14:cNvContentPartPr/>
                <p14:nvPr/>
              </p14:nvContentPartPr>
              <p14:xfrm>
                <a:off x="2039515" y="829820"/>
                <a:ext cx="170280" cy="451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5AD4B1E-D820-D2DC-15F4-1BA7D01F8D6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30875" y="820820"/>
                  <a:ext cx="18792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5F0F6C-A878-3C34-A3A1-9D7EF626441F}"/>
                    </a:ext>
                  </a:extLst>
                </p14:cNvPr>
                <p14:cNvContentPartPr/>
                <p14:nvPr/>
              </p14:nvContentPartPr>
              <p14:xfrm>
                <a:off x="2427955" y="983540"/>
                <a:ext cx="218520" cy="162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5F0F6C-A878-3C34-A3A1-9D7EF626441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18955" y="974540"/>
                  <a:ext cx="236160" cy="18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5F15192-C5A0-184A-0634-0442CCE4D441}"/>
                  </a:ext>
                </a:extLst>
              </p14:cNvPr>
              <p14:cNvContentPartPr/>
              <p14:nvPr/>
            </p14:nvContentPartPr>
            <p14:xfrm>
              <a:off x="2927275" y="713540"/>
              <a:ext cx="12240" cy="96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5F15192-C5A0-184A-0634-0442CCE4D44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918275" y="704900"/>
                <a:ext cx="2988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5786FE-CAF6-27B8-AF92-903B9E971511}"/>
                  </a:ext>
                </a:extLst>
              </p14:cNvPr>
              <p14:cNvContentPartPr/>
              <p14:nvPr/>
            </p14:nvContentPartPr>
            <p14:xfrm>
              <a:off x="2888755" y="1203140"/>
              <a:ext cx="96480" cy="87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5786FE-CAF6-27B8-AF92-903B9E9715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80115" y="1194140"/>
                <a:ext cx="114120" cy="10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97F4180E-25C7-3716-1A74-3A4C2231E37F}"/>
              </a:ext>
            </a:extLst>
          </p:cNvPr>
          <p:cNvGrpSpPr/>
          <p:nvPr/>
        </p:nvGrpSpPr>
        <p:grpSpPr>
          <a:xfrm>
            <a:off x="2896315" y="2365220"/>
            <a:ext cx="1193760" cy="695880"/>
            <a:chOff x="2896315" y="2365220"/>
            <a:chExt cx="1193760" cy="69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75009C0-F6AC-4306-8A58-848E15862F2A}"/>
                    </a:ext>
                  </a:extLst>
                </p14:cNvPr>
                <p14:cNvContentPartPr/>
                <p14:nvPr/>
              </p14:nvContentPartPr>
              <p14:xfrm>
                <a:off x="2896315" y="2365220"/>
                <a:ext cx="141840" cy="695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75009C0-F6AC-4306-8A58-848E15862F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87675" y="2356580"/>
                  <a:ext cx="15948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9F8C362-7DA1-A617-AEF9-866422A04E42}"/>
                    </a:ext>
                  </a:extLst>
                </p14:cNvPr>
                <p14:cNvContentPartPr/>
                <p14:nvPr/>
              </p14:nvContentPartPr>
              <p14:xfrm>
                <a:off x="3125995" y="2689940"/>
                <a:ext cx="47880" cy="181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9F8C362-7DA1-A617-AEF9-866422A04E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17355" y="2680940"/>
                  <a:ext cx="65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CFA6F5-0AD3-E33B-8325-E019FDAEA940}"/>
                    </a:ext>
                  </a:extLst>
                </p14:cNvPr>
                <p14:cNvContentPartPr/>
                <p14:nvPr/>
              </p14:nvContentPartPr>
              <p14:xfrm>
                <a:off x="3332275" y="2693540"/>
                <a:ext cx="323640" cy="104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CFA6F5-0AD3-E33B-8325-E019FDAEA94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23275" y="2684540"/>
                  <a:ext cx="341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04E48AB-F960-DF82-C610-FDD7D7F83A70}"/>
                    </a:ext>
                  </a:extLst>
                </p14:cNvPr>
                <p14:cNvContentPartPr/>
                <p14:nvPr/>
              </p14:nvContentPartPr>
              <p14:xfrm>
                <a:off x="3872635" y="2429300"/>
                <a:ext cx="55440" cy="1969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04E48AB-F960-DF82-C610-FDD7D7F83A7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863635" y="2420660"/>
                  <a:ext cx="730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2A12CA5-A462-852A-A18A-BB6BCB684D20}"/>
                    </a:ext>
                  </a:extLst>
                </p14:cNvPr>
                <p14:cNvContentPartPr/>
                <p14:nvPr/>
              </p14:nvContentPartPr>
              <p14:xfrm>
                <a:off x="3914755" y="2529020"/>
                <a:ext cx="175320" cy="93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2A12CA5-A462-852A-A18A-BB6BCB684D2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05755" y="2520380"/>
                  <a:ext cx="192960" cy="11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8A11D86-8946-766F-4518-0D714211F4CA}"/>
                  </a:ext>
                </a:extLst>
              </p14:cNvPr>
              <p14:cNvContentPartPr/>
              <p14:nvPr/>
            </p14:nvContentPartPr>
            <p14:xfrm>
              <a:off x="4578595" y="1752140"/>
              <a:ext cx="308520" cy="586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8A11D86-8946-766F-4518-0D714211F4C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69595" y="1743140"/>
                <a:ext cx="326160" cy="60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1A18F024-ABC5-B598-010F-88C4D1A31A0C}"/>
              </a:ext>
            </a:extLst>
          </p:cNvPr>
          <p:cNvGrpSpPr/>
          <p:nvPr/>
        </p:nvGrpSpPr>
        <p:grpSpPr>
          <a:xfrm>
            <a:off x="5222995" y="1415180"/>
            <a:ext cx="1017000" cy="716040"/>
            <a:chOff x="5222995" y="1415180"/>
            <a:chExt cx="1017000" cy="71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1EB1C4-4B3C-1CCC-9513-F22FA0854A68}"/>
                    </a:ext>
                  </a:extLst>
                </p14:cNvPr>
                <p14:cNvContentPartPr/>
                <p14:nvPr/>
              </p14:nvContentPartPr>
              <p14:xfrm>
                <a:off x="5228035" y="1539380"/>
                <a:ext cx="89280" cy="591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51EB1C4-4B3C-1CCC-9513-F22FA0854A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19395" y="1530740"/>
                  <a:ext cx="10692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2050532-3604-16D7-DAF6-7A63D7265196}"/>
                    </a:ext>
                  </a:extLst>
                </p14:cNvPr>
                <p14:cNvContentPartPr/>
                <p14:nvPr/>
              </p14:nvContentPartPr>
              <p14:xfrm>
                <a:off x="5222995" y="1415180"/>
                <a:ext cx="1017000" cy="402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2050532-3604-16D7-DAF6-7A63D726519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13995" y="1406540"/>
                  <a:ext cx="1034640" cy="42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2B7DE2E-8EBD-9E6B-FC35-9D2766929F63}"/>
              </a:ext>
            </a:extLst>
          </p:cNvPr>
          <p:cNvGrpSpPr/>
          <p:nvPr/>
        </p:nvGrpSpPr>
        <p:grpSpPr>
          <a:xfrm>
            <a:off x="7178875" y="93980"/>
            <a:ext cx="4873680" cy="1382760"/>
            <a:chOff x="7178875" y="93980"/>
            <a:chExt cx="4873680" cy="138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5C6C22-D892-B155-E4B3-EA6A19885DCE}"/>
                    </a:ext>
                  </a:extLst>
                </p14:cNvPr>
                <p14:cNvContentPartPr/>
                <p14:nvPr/>
              </p14:nvContentPartPr>
              <p14:xfrm>
                <a:off x="7178875" y="1006580"/>
                <a:ext cx="11520" cy="4701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5C6C22-D892-B155-E4B3-EA6A19885D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69875" y="997940"/>
                  <a:ext cx="2916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4D17A46-6F05-250D-5539-1159B0402A34}"/>
                    </a:ext>
                  </a:extLst>
                </p14:cNvPr>
                <p14:cNvContentPartPr/>
                <p14:nvPr/>
              </p14:nvContentPartPr>
              <p14:xfrm>
                <a:off x="7355635" y="1077140"/>
                <a:ext cx="625320" cy="2970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4D17A46-6F05-250D-5539-1159B0402A3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46995" y="1068500"/>
                  <a:ext cx="6429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FB99C0F-2A3A-3E99-10B3-03E003ED36F9}"/>
                    </a:ext>
                  </a:extLst>
                </p14:cNvPr>
                <p14:cNvContentPartPr/>
                <p14:nvPr/>
              </p14:nvContentPartPr>
              <p14:xfrm>
                <a:off x="8159155" y="891380"/>
                <a:ext cx="253440" cy="216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FB99C0F-2A3A-3E99-10B3-03E003ED36F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150155" y="882740"/>
                  <a:ext cx="2710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9443030-ED02-38B3-71CB-A89BD1BE9970}"/>
                    </a:ext>
                  </a:extLst>
                </p14:cNvPr>
                <p14:cNvContentPartPr/>
                <p14:nvPr/>
              </p14:nvContentPartPr>
              <p14:xfrm>
                <a:off x="8493955" y="815420"/>
                <a:ext cx="357120" cy="214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9443030-ED02-38B3-71CB-A89BD1BE997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485315" y="806420"/>
                  <a:ext cx="3747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DFD26EB-077B-5C3D-B67E-FFCAEFE18B3A}"/>
                    </a:ext>
                  </a:extLst>
                </p14:cNvPr>
                <p14:cNvContentPartPr/>
                <p14:nvPr/>
              </p14:nvContentPartPr>
              <p14:xfrm>
                <a:off x="9034675" y="763580"/>
                <a:ext cx="58320" cy="12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DFD26EB-077B-5C3D-B67E-FFCAEFE18B3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025675" y="754580"/>
                  <a:ext cx="75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66AD076-0B5E-E58A-FFEA-23FFAA4C9BE8}"/>
                    </a:ext>
                  </a:extLst>
                </p14:cNvPr>
                <p14:cNvContentPartPr/>
                <p14:nvPr/>
              </p14:nvContentPartPr>
              <p14:xfrm>
                <a:off x="9157435" y="732980"/>
                <a:ext cx="273960" cy="144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66AD076-0B5E-E58A-FFEA-23FFAA4C9BE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148795" y="724340"/>
                  <a:ext cx="2916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5120E0F-BB5E-45D7-AD26-F14F5A3F186E}"/>
                    </a:ext>
                  </a:extLst>
                </p14:cNvPr>
                <p14:cNvContentPartPr/>
                <p14:nvPr/>
              </p14:nvContentPartPr>
              <p14:xfrm>
                <a:off x="9762595" y="308900"/>
                <a:ext cx="787680" cy="462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5120E0F-BB5E-45D7-AD26-F14F5A3F18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53955" y="299900"/>
                  <a:ext cx="80532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10A0442-AD44-FC97-D037-79FA72A980E5}"/>
                    </a:ext>
                  </a:extLst>
                </p14:cNvPr>
                <p14:cNvContentPartPr/>
                <p14:nvPr/>
              </p14:nvContentPartPr>
              <p14:xfrm>
                <a:off x="10698955" y="200900"/>
                <a:ext cx="144000" cy="639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10A0442-AD44-FC97-D037-79FA72A980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90315" y="192260"/>
                  <a:ext cx="161640" cy="65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C1733E-81C9-19ED-8387-0F11BC7F14D7}"/>
                    </a:ext>
                  </a:extLst>
                </p14:cNvPr>
                <p14:cNvContentPartPr/>
                <p14:nvPr/>
              </p14:nvContentPartPr>
              <p14:xfrm>
                <a:off x="10908835" y="238340"/>
                <a:ext cx="923760" cy="388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C1733E-81C9-19ED-8387-0F11BC7F14D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00195" y="229700"/>
                  <a:ext cx="9414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DEE5DB-CFD1-EF6A-0D3F-73109813708E}"/>
                    </a:ext>
                  </a:extLst>
                </p14:cNvPr>
                <p14:cNvContentPartPr/>
                <p14:nvPr/>
              </p14:nvContentPartPr>
              <p14:xfrm>
                <a:off x="11736835" y="93980"/>
                <a:ext cx="315720" cy="756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DEE5DB-CFD1-EF6A-0D3F-73109813708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727835" y="84980"/>
                  <a:ext cx="333360" cy="77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4DF7484-0508-269C-70C8-E23F8621D60D}"/>
                  </a:ext>
                </a:extLst>
              </p14:cNvPr>
              <p14:cNvContentPartPr/>
              <p14:nvPr/>
            </p14:nvContentPartPr>
            <p14:xfrm rot="10799999">
              <a:off x="8206731" y="1558651"/>
              <a:ext cx="2691608" cy="1322618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4DF7484-0508-269C-70C8-E23F8621D60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 rot="10799999">
                <a:off x="8197730" y="1549646"/>
                <a:ext cx="2709250" cy="1340267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A6D5510-05FF-3404-B419-D59ACCBB17C0}"/>
              </a:ext>
            </a:extLst>
          </p:cNvPr>
          <p:cNvGrpSpPr/>
          <p:nvPr/>
        </p:nvGrpSpPr>
        <p:grpSpPr>
          <a:xfrm>
            <a:off x="8695195" y="1967060"/>
            <a:ext cx="1809360" cy="552600"/>
            <a:chOff x="8695195" y="1967060"/>
            <a:chExt cx="1809360" cy="55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D4DD4AB-5E8C-AA63-EA66-F3C2BA1EB43E}"/>
                    </a:ext>
                  </a:extLst>
                </p14:cNvPr>
                <p14:cNvContentPartPr/>
                <p14:nvPr/>
              </p14:nvContentPartPr>
              <p14:xfrm>
                <a:off x="8695195" y="2171540"/>
                <a:ext cx="814680" cy="3481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D4DD4AB-5E8C-AA63-EA66-F3C2BA1EB43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86195" y="2162540"/>
                  <a:ext cx="8323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892D879-FE46-D950-4440-5ED657DFB974}"/>
                    </a:ext>
                  </a:extLst>
                </p14:cNvPr>
                <p14:cNvContentPartPr/>
                <p14:nvPr/>
              </p14:nvContentPartPr>
              <p14:xfrm>
                <a:off x="10075075" y="2101700"/>
                <a:ext cx="15480" cy="216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892D879-FE46-D950-4440-5ED657DFB97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66435" y="2092700"/>
                  <a:ext cx="33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1E92A39-AB0F-4964-9B30-8A57EE1ED5EA}"/>
                    </a:ext>
                  </a:extLst>
                </p14:cNvPr>
                <p14:cNvContentPartPr/>
                <p14:nvPr/>
              </p14:nvContentPartPr>
              <p14:xfrm>
                <a:off x="10212595" y="2029700"/>
                <a:ext cx="124560" cy="309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1E92A39-AB0F-4964-9B30-8A57EE1ED5E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03595" y="2020700"/>
                  <a:ext cx="1422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5D95831-EB2F-F516-F2FD-F3FE6C304DB7}"/>
                    </a:ext>
                  </a:extLst>
                </p14:cNvPr>
                <p14:cNvContentPartPr/>
                <p14:nvPr/>
              </p14:nvContentPartPr>
              <p14:xfrm>
                <a:off x="10419955" y="1967060"/>
                <a:ext cx="84600" cy="16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5D95831-EB2F-F516-F2FD-F3FE6C304DB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11315" y="1958060"/>
                  <a:ext cx="1022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A03BD3C-150E-74E6-0213-E225B8E20011}"/>
                    </a:ext>
                  </a:extLst>
                </p14:cNvPr>
                <p14:cNvContentPartPr/>
                <p14:nvPr/>
              </p14:nvContentPartPr>
              <p14:xfrm>
                <a:off x="9656395" y="2040860"/>
                <a:ext cx="339120" cy="183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A03BD3C-150E-74E6-0213-E225B8E2001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647395" y="2031860"/>
                  <a:ext cx="3567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CA4D31F-2FAD-7C98-42B2-3B319409B02F}"/>
                    </a:ext>
                  </a:extLst>
                </p14:cNvPr>
                <p14:cNvContentPartPr/>
                <p14:nvPr/>
              </p14:nvContentPartPr>
              <p14:xfrm>
                <a:off x="9658555" y="2380340"/>
                <a:ext cx="336240" cy="51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CA4D31F-2FAD-7C98-42B2-3B319409B02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49555" y="2371700"/>
                  <a:ext cx="35388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283E8A88-228F-E99A-171C-0487AC1CF336}"/>
              </a:ext>
            </a:extLst>
          </p:cNvPr>
          <p:cNvGrpSpPr/>
          <p:nvPr/>
        </p:nvGrpSpPr>
        <p:grpSpPr>
          <a:xfrm>
            <a:off x="10201795" y="2850500"/>
            <a:ext cx="1588680" cy="2004840"/>
            <a:chOff x="10201795" y="2850500"/>
            <a:chExt cx="1588680" cy="200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452B8AF-B688-0F28-B52E-4B460F10B742}"/>
                    </a:ext>
                  </a:extLst>
                </p14:cNvPr>
                <p14:cNvContentPartPr/>
                <p14:nvPr/>
              </p14:nvContentPartPr>
              <p14:xfrm>
                <a:off x="10201795" y="2850500"/>
                <a:ext cx="1069920" cy="2004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452B8AF-B688-0F28-B52E-4B460F10B74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192795" y="2841500"/>
                  <a:ext cx="1087560" cy="20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AA4E746-5683-0E80-BDAB-11DA4B7564CF}"/>
                    </a:ext>
                  </a:extLst>
                </p14:cNvPr>
                <p14:cNvContentPartPr/>
                <p14:nvPr/>
              </p14:nvContentPartPr>
              <p14:xfrm>
                <a:off x="10796155" y="3197540"/>
                <a:ext cx="488880" cy="615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AA4E746-5683-0E80-BDAB-11DA4B7564C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87515" y="3188900"/>
                  <a:ext cx="50652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4B38E02-F5F7-84BA-338D-7ED8C18FEE63}"/>
                    </a:ext>
                  </a:extLst>
                </p14:cNvPr>
                <p14:cNvContentPartPr/>
                <p14:nvPr/>
              </p14:nvContentPartPr>
              <p14:xfrm>
                <a:off x="11419675" y="3016100"/>
                <a:ext cx="370800" cy="458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4B38E02-F5F7-84BA-338D-7ED8C18FEE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410675" y="3007100"/>
                  <a:ext cx="388440" cy="47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A3F24E9-32D5-2139-5CB6-87067BE3DE85}"/>
              </a:ext>
            </a:extLst>
          </p:cNvPr>
          <p:cNvGrpSpPr/>
          <p:nvPr/>
        </p:nvGrpSpPr>
        <p:grpSpPr>
          <a:xfrm>
            <a:off x="6923635" y="2847260"/>
            <a:ext cx="1936440" cy="2043720"/>
            <a:chOff x="6923635" y="2847260"/>
            <a:chExt cx="1936440" cy="20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435BA8E-1730-2808-C2F1-A656A1E91C0C}"/>
                    </a:ext>
                  </a:extLst>
                </p14:cNvPr>
                <p14:cNvContentPartPr/>
                <p14:nvPr/>
              </p14:nvContentPartPr>
              <p14:xfrm>
                <a:off x="6923635" y="2847260"/>
                <a:ext cx="1936440" cy="20437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435BA8E-1730-2808-C2F1-A656A1E91C0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14635" y="2838260"/>
                  <a:ext cx="1954080" cy="20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B11B415-17A2-AB79-C3BB-4AC7F1A9E211}"/>
                    </a:ext>
                  </a:extLst>
                </p14:cNvPr>
                <p14:cNvContentPartPr/>
                <p14:nvPr/>
              </p14:nvContentPartPr>
              <p14:xfrm>
                <a:off x="7488475" y="3293300"/>
                <a:ext cx="76680" cy="3790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B11B415-17A2-AB79-C3BB-4AC7F1A9E21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479475" y="3284300"/>
                  <a:ext cx="9432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1D6680D-5EFB-7808-2CC2-D52A334C8148}"/>
                    </a:ext>
                  </a:extLst>
                </p14:cNvPr>
                <p14:cNvContentPartPr/>
                <p14:nvPr/>
              </p14:nvContentPartPr>
              <p14:xfrm>
                <a:off x="7631755" y="3183500"/>
                <a:ext cx="305640" cy="123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1D6680D-5EFB-7808-2CC2-D52A334C814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23115" y="3174860"/>
                  <a:ext cx="323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042DF11-CBF5-641D-16BF-AF1533471336}"/>
                    </a:ext>
                  </a:extLst>
                </p14:cNvPr>
                <p14:cNvContentPartPr/>
                <p14:nvPr/>
              </p14:nvContentPartPr>
              <p14:xfrm>
                <a:off x="7961515" y="3077660"/>
                <a:ext cx="8640" cy="1886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042DF11-CBF5-641D-16BF-AF153347133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952875" y="3069020"/>
                  <a:ext cx="26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9241968-58BB-4E84-B7E1-99D32B73CE56}"/>
                    </a:ext>
                  </a:extLst>
                </p14:cNvPr>
                <p14:cNvContentPartPr/>
                <p14:nvPr/>
              </p14:nvContentPartPr>
              <p14:xfrm>
                <a:off x="8163835" y="2986580"/>
                <a:ext cx="183240" cy="256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9241968-58BB-4E84-B7E1-99D32B73CE5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55195" y="2977580"/>
                  <a:ext cx="200880" cy="27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AC94E96-40FE-93CF-BEF2-E063A4D4C1F4}"/>
                  </a:ext>
                </a:extLst>
              </p14:cNvPr>
              <p14:cNvContentPartPr/>
              <p14:nvPr/>
            </p14:nvContentPartPr>
            <p14:xfrm>
              <a:off x="6797635" y="4936340"/>
              <a:ext cx="127080" cy="525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AC94E96-40FE-93CF-BEF2-E063A4D4C1F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788995" y="4927340"/>
                <a:ext cx="1447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910672D-FA24-BAD7-DF84-DD44CB5F778C}"/>
                  </a:ext>
                </a:extLst>
              </p14:cNvPr>
              <p14:cNvContentPartPr/>
              <p14:nvPr/>
            </p14:nvContentPartPr>
            <p14:xfrm>
              <a:off x="5654692" y="4967324"/>
              <a:ext cx="2344206" cy="1140072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910672D-FA24-BAD7-DF84-DD44CB5F778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646051" y="4958684"/>
                <a:ext cx="2361848" cy="11577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D410117-104F-8D1D-7271-857BA9AE45A4}"/>
                  </a:ext>
                </a:extLst>
              </p14:cNvPr>
              <p14:cNvContentPartPr/>
              <p14:nvPr/>
            </p14:nvContentPartPr>
            <p14:xfrm rot="609621">
              <a:off x="9482252" y="4794199"/>
              <a:ext cx="3001126" cy="1530242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D410117-104F-8D1D-7271-857BA9AE45A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 rot="609621">
                <a:off x="9473252" y="4785556"/>
                <a:ext cx="3018767" cy="1547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F8020173-5531-7CF6-C9FB-19494EDFBB84}"/>
                  </a:ext>
                </a:extLst>
              </p14:cNvPr>
              <p14:cNvContentPartPr/>
              <p14:nvPr/>
            </p14:nvContentPartPr>
            <p14:xfrm>
              <a:off x="6581995" y="5329820"/>
              <a:ext cx="49680" cy="896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F8020173-5531-7CF6-C9FB-19494EDFBB8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573355" y="5321180"/>
                <a:ext cx="6732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457BFDE-A53B-5A81-FB76-AD24C76EA5EC}"/>
                  </a:ext>
                </a:extLst>
              </p14:cNvPr>
              <p14:cNvContentPartPr/>
              <p14:nvPr/>
            </p14:nvContentPartPr>
            <p14:xfrm>
              <a:off x="9979675" y="2740700"/>
              <a:ext cx="17280" cy="187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457BFDE-A53B-5A81-FB76-AD24C76EA5EC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9971035" y="2732060"/>
                <a:ext cx="3492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AC2DAD60-DA17-B3E3-E5BD-6BCEDF5A2AE5}"/>
              </a:ext>
            </a:extLst>
          </p:cNvPr>
          <p:cNvGrpSpPr/>
          <p:nvPr/>
        </p:nvGrpSpPr>
        <p:grpSpPr>
          <a:xfrm>
            <a:off x="10428235" y="4099340"/>
            <a:ext cx="936720" cy="431280"/>
            <a:chOff x="10428235" y="4099340"/>
            <a:chExt cx="936720" cy="43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83E65BC-C561-7267-1782-BC9F82D29BDE}"/>
                    </a:ext>
                  </a:extLst>
                </p14:cNvPr>
                <p14:cNvContentPartPr/>
                <p14:nvPr/>
              </p14:nvContentPartPr>
              <p14:xfrm>
                <a:off x="10428235" y="4210220"/>
                <a:ext cx="116280" cy="3204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83E65BC-C561-7267-1782-BC9F82D29BD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19595" y="4201220"/>
                  <a:ext cx="1339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A3A15F7-5FB1-88F8-C77D-ECEFDE9FF088}"/>
                    </a:ext>
                  </a:extLst>
                </p14:cNvPr>
                <p14:cNvContentPartPr/>
                <p14:nvPr/>
              </p14:nvContentPartPr>
              <p14:xfrm>
                <a:off x="10552435" y="4099340"/>
                <a:ext cx="192240" cy="182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A3A15F7-5FB1-88F8-C77D-ECEFDE9FF08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543795" y="4090700"/>
                  <a:ext cx="2098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54028F4-6299-30BA-67AA-3B54042A3F96}"/>
                    </a:ext>
                  </a:extLst>
                </p14:cNvPr>
                <p14:cNvContentPartPr/>
                <p14:nvPr/>
              </p14:nvContentPartPr>
              <p14:xfrm>
                <a:off x="10964275" y="4194380"/>
                <a:ext cx="400680" cy="158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54028F4-6299-30BA-67AA-3B54042A3F9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955275" y="4185740"/>
                  <a:ext cx="4183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9715519-3641-E272-399E-6067451C3D11}"/>
                  </a:ext>
                </a:extLst>
              </p14:cNvPr>
              <p14:cNvContentPartPr/>
              <p14:nvPr/>
            </p14:nvContentPartPr>
            <p14:xfrm>
              <a:off x="11742595" y="4211300"/>
              <a:ext cx="34200" cy="2628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9715519-3641-E272-399E-6067451C3D1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1733955" y="4202300"/>
                <a:ext cx="51840" cy="4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19AFB5F2-8092-0192-93AE-3E1CC852252E}"/>
              </a:ext>
            </a:extLst>
          </p:cNvPr>
          <p:cNvGrpSpPr/>
          <p:nvPr/>
        </p:nvGrpSpPr>
        <p:grpSpPr>
          <a:xfrm>
            <a:off x="1149595" y="3869300"/>
            <a:ext cx="6363360" cy="3118945"/>
            <a:chOff x="1149595" y="3869300"/>
            <a:chExt cx="6363360" cy="311894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714439E-4A3A-B2E8-60AE-B08AE8DA1CDB}"/>
                    </a:ext>
                  </a:extLst>
                </p14:cNvPr>
                <p14:cNvContentPartPr/>
                <p14:nvPr/>
              </p14:nvContentPartPr>
              <p14:xfrm>
                <a:off x="3677155" y="5390660"/>
                <a:ext cx="1037520" cy="5202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714439E-4A3A-B2E8-60AE-B08AE8DA1CD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668155" y="5382020"/>
                  <a:ext cx="10551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6A8BC6-14BF-FCED-29FD-A270E99DED40}"/>
                    </a:ext>
                  </a:extLst>
                </p14:cNvPr>
                <p14:cNvContentPartPr/>
                <p14:nvPr/>
              </p14:nvContentPartPr>
              <p14:xfrm>
                <a:off x="4641235" y="5068460"/>
                <a:ext cx="470880" cy="693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6A8BC6-14BF-FCED-29FD-A270E99DED4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32595" y="5059820"/>
                  <a:ext cx="488520" cy="71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65D14D9-7A22-05CC-0BE2-EF1EDD7ADFBD}"/>
                    </a:ext>
                  </a:extLst>
                </p14:cNvPr>
                <p14:cNvContentPartPr/>
                <p14:nvPr/>
              </p14:nvContentPartPr>
              <p14:xfrm>
                <a:off x="5212195" y="5040380"/>
                <a:ext cx="42120" cy="298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65D14D9-7A22-05CC-0BE2-EF1EDD7ADFB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03195" y="5031380"/>
                  <a:ext cx="597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91E4F39-575E-0748-147E-2D9944F633D0}"/>
                    </a:ext>
                  </a:extLst>
                </p14:cNvPr>
                <p14:cNvContentPartPr/>
                <p14:nvPr/>
              </p14:nvContentPartPr>
              <p14:xfrm>
                <a:off x="5361955" y="4902500"/>
                <a:ext cx="91800" cy="315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91E4F39-575E-0748-147E-2D9944F633D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52955" y="4893500"/>
                  <a:ext cx="1094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E44B419-8817-84DB-AE36-F4E043F2880B}"/>
                    </a:ext>
                  </a:extLst>
                </p14:cNvPr>
                <p14:cNvContentPartPr/>
                <p14:nvPr/>
              </p14:nvContentPartPr>
              <p14:xfrm>
                <a:off x="5477515" y="4614860"/>
                <a:ext cx="153360" cy="1076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E44B419-8817-84DB-AE36-F4E043F2880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468515" y="4606220"/>
                  <a:ext cx="1710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62F3123-5CFF-5123-CDA0-5310E3CC62E4}"/>
                    </a:ext>
                  </a:extLst>
                </p14:cNvPr>
                <p14:cNvContentPartPr/>
                <p14:nvPr/>
              </p14:nvContentPartPr>
              <p14:xfrm>
                <a:off x="5727355" y="4622420"/>
                <a:ext cx="439920" cy="306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62F3123-5CFF-5123-CDA0-5310E3CC62E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18715" y="4613780"/>
                  <a:ext cx="45756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A66EFA6-4A28-AD39-6F35-121E5D92D598}"/>
                    </a:ext>
                  </a:extLst>
                </p14:cNvPr>
                <p14:cNvContentPartPr/>
                <p14:nvPr/>
              </p14:nvContentPartPr>
              <p14:xfrm>
                <a:off x="6070075" y="4363220"/>
                <a:ext cx="528840" cy="388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A66EFA6-4A28-AD39-6F35-121E5D92D59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61435" y="4354220"/>
                  <a:ext cx="5464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6CAFBDC-596A-F40F-0EF1-88F0FD094A16}"/>
                    </a:ext>
                  </a:extLst>
                </p14:cNvPr>
                <p14:cNvContentPartPr/>
                <p14:nvPr/>
              </p14:nvContentPartPr>
              <p14:xfrm>
                <a:off x="6530155" y="4302380"/>
                <a:ext cx="175320" cy="116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6CAFBDC-596A-F40F-0EF1-88F0FD094A1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521155" y="4293740"/>
                  <a:ext cx="1929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1694A84-E771-BDA8-7FA8-5E78CFDC85E5}"/>
                    </a:ext>
                  </a:extLst>
                </p14:cNvPr>
                <p14:cNvContentPartPr/>
                <p14:nvPr/>
              </p14:nvContentPartPr>
              <p14:xfrm>
                <a:off x="6830035" y="4060460"/>
                <a:ext cx="270720" cy="356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1694A84-E771-BDA8-7FA8-5E78CFDC85E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821035" y="4051460"/>
                  <a:ext cx="2883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ADC8376-353A-93CC-0FFD-4F3760A73801}"/>
                    </a:ext>
                  </a:extLst>
                </p14:cNvPr>
                <p14:cNvContentPartPr/>
                <p14:nvPr/>
              </p14:nvContentPartPr>
              <p14:xfrm>
                <a:off x="7127755" y="3963260"/>
                <a:ext cx="218880" cy="260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ADC8376-353A-93CC-0FFD-4F3760A7380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119115" y="3954260"/>
                  <a:ext cx="23652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C52427F-65A2-1988-A3CA-5F81839C2183}"/>
                    </a:ext>
                  </a:extLst>
                </p14:cNvPr>
                <p14:cNvContentPartPr/>
                <p14:nvPr/>
              </p14:nvContentPartPr>
              <p14:xfrm>
                <a:off x="7457155" y="3869300"/>
                <a:ext cx="55800" cy="246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C52427F-65A2-1988-A3CA-5F81839C218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48515" y="3860660"/>
                  <a:ext cx="73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B14892A-47A0-EFD4-3505-608D6EA1481F}"/>
                    </a:ext>
                  </a:extLst>
                </p14:cNvPr>
                <p14:cNvContentPartPr/>
                <p14:nvPr/>
              </p14:nvContentPartPr>
              <p14:xfrm>
                <a:off x="5247115" y="6063860"/>
                <a:ext cx="1009440" cy="5374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B14892A-47A0-EFD4-3505-608D6EA1481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238115" y="6054860"/>
                  <a:ext cx="1027080" cy="55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B8BBD46-17DB-2663-CD87-8C9FA7F38D80}"/>
                    </a:ext>
                  </a:extLst>
                </p14:cNvPr>
                <p14:cNvContentPartPr/>
                <p14:nvPr/>
              </p14:nvContentPartPr>
              <p14:xfrm>
                <a:off x="6302275" y="6123260"/>
                <a:ext cx="483840" cy="709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B8BBD46-17DB-2663-CD87-8C9FA7F38D8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293275" y="6114620"/>
                  <a:ext cx="501480" cy="7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0FB132C-2D65-CAC8-BB2F-87BA8100E1FE}"/>
                    </a:ext>
                  </a:extLst>
                </p14:cNvPr>
                <p14:cNvContentPartPr/>
                <p14:nvPr/>
              </p14:nvContentPartPr>
              <p14:xfrm>
                <a:off x="4867315" y="6204620"/>
                <a:ext cx="655200" cy="264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0FB132C-2D65-CAC8-BB2F-87BA8100E1F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58315" y="6195980"/>
                  <a:ext cx="6728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3B68E6A-450A-0B0D-FC43-97AEEE0CBCCB}"/>
                    </a:ext>
                  </a:extLst>
                </p14:cNvPr>
                <p14:cNvContentPartPr/>
                <p14:nvPr/>
              </p14:nvContentPartPr>
              <p14:xfrm>
                <a:off x="6758755" y="6435020"/>
                <a:ext cx="102960" cy="169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3B68E6A-450A-0B0D-FC43-97AEEE0CBCC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49755" y="6426020"/>
                  <a:ext cx="1206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5C5883A-2A7C-46C2-9C5B-07BA7CBFAF0E}"/>
                    </a:ext>
                  </a:extLst>
                </p14:cNvPr>
                <p14:cNvContentPartPr/>
                <p14:nvPr/>
              </p14:nvContentPartPr>
              <p14:xfrm>
                <a:off x="6913555" y="6442220"/>
                <a:ext cx="235440" cy="950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5C5883A-2A7C-46C2-9C5B-07BA7CBFAF0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04555" y="6433580"/>
                  <a:ext cx="253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A8D0FE7-30E9-84FA-1089-231EF7DC6BBA}"/>
                    </a:ext>
                  </a:extLst>
                </p14:cNvPr>
                <p14:cNvContentPartPr/>
                <p14:nvPr/>
              </p14:nvContentPartPr>
              <p14:xfrm>
                <a:off x="7238995" y="6431780"/>
                <a:ext cx="96840" cy="113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A8D0FE7-30E9-84FA-1089-231EF7DC6BB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230355" y="6422780"/>
                  <a:ext cx="114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566D8EA-0FF2-2047-E66B-A24BCE83540F}"/>
                    </a:ext>
                  </a:extLst>
                </p14:cNvPr>
                <p14:cNvContentPartPr/>
                <p14:nvPr/>
              </p14:nvContentPartPr>
              <p14:xfrm>
                <a:off x="4921675" y="6538340"/>
                <a:ext cx="593280" cy="342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566D8EA-0FF2-2047-E66B-A24BCE83540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13035" y="6529700"/>
                  <a:ext cx="6109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E90444D-BDE5-57F4-7FB8-DCAB0994F211}"/>
                    </a:ext>
                  </a:extLst>
                </p14:cNvPr>
                <p14:cNvContentPartPr/>
                <p14:nvPr/>
              </p14:nvContentPartPr>
              <p14:xfrm>
                <a:off x="6571195" y="6680085"/>
                <a:ext cx="305280" cy="308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E90444D-BDE5-57F4-7FB8-DCAB0994F21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562555" y="6671445"/>
                  <a:ext cx="3229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716A74C-3208-FB93-C6EB-883DE3F4C653}"/>
                    </a:ext>
                  </a:extLst>
                </p14:cNvPr>
                <p14:cNvContentPartPr/>
                <p14:nvPr/>
              </p14:nvContentPartPr>
              <p14:xfrm>
                <a:off x="2252995" y="5847405"/>
                <a:ext cx="2647080" cy="8629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716A74C-3208-FB93-C6EB-883DE3F4C65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44355" y="5838765"/>
                  <a:ext cx="2664720" cy="88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0750508-3A36-6608-D31B-4A359FBC45B6}"/>
                    </a:ext>
                  </a:extLst>
                </p14:cNvPr>
                <p14:cNvContentPartPr/>
                <p14:nvPr/>
              </p14:nvContentPartPr>
              <p14:xfrm>
                <a:off x="2335075" y="4909965"/>
                <a:ext cx="520560" cy="1020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0750508-3A36-6608-D31B-4A359FBC45B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326075" y="4900965"/>
                  <a:ext cx="538200" cy="10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BF59DC7-B7A5-19E7-A78A-D72E1BB02DC1}"/>
                    </a:ext>
                  </a:extLst>
                </p14:cNvPr>
                <p14:cNvContentPartPr/>
                <p14:nvPr/>
              </p14:nvContentPartPr>
              <p14:xfrm>
                <a:off x="2589595" y="4425405"/>
                <a:ext cx="471600" cy="6408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BF59DC7-B7A5-19E7-A78A-D72E1BB02DC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80595" y="4416765"/>
                  <a:ext cx="48924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21C73E4-0223-3B13-032D-A17FD81169C8}"/>
                    </a:ext>
                  </a:extLst>
                </p14:cNvPr>
                <p14:cNvContentPartPr/>
                <p14:nvPr/>
              </p14:nvContentPartPr>
              <p14:xfrm>
                <a:off x="1464955" y="5289765"/>
                <a:ext cx="888480" cy="561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21C73E4-0223-3B13-032D-A17FD81169C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456315" y="5280765"/>
                  <a:ext cx="906120" cy="57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A19078B-C3CB-2DE0-7EFA-ABC215D06583}"/>
                    </a:ext>
                  </a:extLst>
                </p14:cNvPr>
                <p14:cNvContentPartPr/>
                <p14:nvPr/>
              </p14:nvContentPartPr>
              <p14:xfrm>
                <a:off x="1149595" y="4978725"/>
                <a:ext cx="673200" cy="6832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A19078B-C3CB-2DE0-7EFA-ABC215D0658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40955" y="4970085"/>
                  <a:ext cx="690840" cy="70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15E1B09-6949-29C6-752A-5C74176B6AEB}"/>
                    </a:ext>
                  </a:extLst>
                </p14:cNvPr>
                <p14:cNvContentPartPr/>
                <p14:nvPr/>
              </p14:nvContentPartPr>
              <p14:xfrm>
                <a:off x="1605715" y="5890965"/>
                <a:ext cx="734760" cy="357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15E1B09-6949-29C6-752A-5C74176B6AE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96715" y="5881965"/>
                  <a:ext cx="75240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BACE729-1412-18F2-38DE-682884481CED}"/>
                    </a:ext>
                  </a:extLst>
                </p14:cNvPr>
                <p14:cNvContentPartPr/>
                <p14:nvPr/>
              </p14:nvContentPartPr>
              <p14:xfrm>
                <a:off x="1363075" y="5832285"/>
                <a:ext cx="537840" cy="665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BACE729-1412-18F2-38DE-682884481CE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354435" y="5823645"/>
                  <a:ext cx="555480" cy="683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17387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95A66D-3411-4D7C-09E2-CE39E18B8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82407"/>
              </p:ext>
            </p:extLst>
          </p:nvPr>
        </p:nvGraphicFramePr>
        <p:xfrm>
          <a:off x="70339" y="0"/>
          <a:ext cx="6442896" cy="6499860"/>
        </p:xfrm>
        <a:graphic>
          <a:graphicData uri="http://schemas.openxmlformats.org/drawingml/2006/table">
            <a:tbl>
              <a:tblPr/>
              <a:tblGrid>
                <a:gridCol w="1073816">
                  <a:extLst>
                    <a:ext uri="{9D8B030D-6E8A-4147-A177-3AD203B41FA5}">
                      <a16:colId xmlns:a16="http://schemas.microsoft.com/office/drawing/2014/main" val="711060415"/>
                    </a:ext>
                  </a:extLst>
                </a:gridCol>
                <a:gridCol w="1073816">
                  <a:extLst>
                    <a:ext uri="{9D8B030D-6E8A-4147-A177-3AD203B41FA5}">
                      <a16:colId xmlns:a16="http://schemas.microsoft.com/office/drawing/2014/main" val="3311838447"/>
                    </a:ext>
                  </a:extLst>
                </a:gridCol>
                <a:gridCol w="1073816">
                  <a:extLst>
                    <a:ext uri="{9D8B030D-6E8A-4147-A177-3AD203B41FA5}">
                      <a16:colId xmlns:a16="http://schemas.microsoft.com/office/drawing/2014/main" val="1234609235"/>
                    </a:ext>
                  </a:extLst>
                </a:gridCol>
                <a:gridCol w="1073816">
                  <a:extLst>
                    <a:ext uri="{9D8B030D-6E8A-4147-A177-3AD203B41FA5}">
                      <a16:colId xmlns:a16="http://schemas.microsoft.com/office/drawing/2014/main" val="1682326687"/>
                    </a:ext>
                  </a:extLst>
                </a:gridCol>
                <a:gridCol w="1073816">
                  <a:extLst>
                    <a:ext uri="{9D8B030D-6E8A-4147-A177-3AD203B41FA5}">
                      <a16:colId xmlns:a16="http://schemas.microsoft.com/office/drawing/2014/main" val="3113880958"/>
                    </a:ext>
                  </a:extLst>
                </a:gridCol>
                <a:gridCol w="1073816">
                  <a:extLst>
                    <a:ext uri="{9D8B030D-6E8A-4147-A177-3AD203B41FA5}">
                      <a16:colId xmlns:a16="http://schemas.microsoft.com/office/drawing/2014/main" val="2446329851"/>
                    </a:ext>
                  </a:extLst>
                </a:gridCol>
              </a:tblGrid>
              <a:tr h="7335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Outlook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Temperature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Humidity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Wind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IN" sz="2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Play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endParaRPr lang="en-IN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4952680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Outlook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Humidity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Wind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Play Tennis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253398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38016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137399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936527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579454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604519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0169570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767018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467014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074036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037807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Sunny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807087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350283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Overcast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Normal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9667522"/>
                  </a:ext>
                </a:extLst>
              </a:tr>
              <a:tr h="3270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600" b="0" i="0" u="none" strike="noStrike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85977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88B332-2E8C-0A16-872A-0C7B2656A69A}"/>
                  </a:ext>
                </a:extLst>
              </p14:cNvPr>
              <p14:cNvContentPartPr/>
              <p14:nvPr/>
            </p14:nvContentPartPr>
            <p14:xfrm>
              <a:off x="1684915" y="1073963"/>
              <a:ext cx="331200" cy="421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88B332-2E8C-0A16-872A-0C7B2656A6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75915" y="1064963"/>
                <a:ext cx="34884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A9690E0-322C-9C9D-C349-E72F7E95CAA0}"/>
                  </a:ext>
                </a:extLst>
              </p14:cNvPr>
              <p14:cNvContentPartPr/>
              <p14:nvPr/>
            </p14:nvContentPartPr>
            <p14:xfrm>
              <a:off x="1854115" y="1306523"/>
              <a:ext cx="353520" cy="12168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A9690E0-322C-9C9D-C349-E72F7E95CAA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5115" y="1297883"/>
                <a:ext cx="37116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D82DA67-42AE-3DC3-B086-8BB5B89DEAD2}"/>
                  </a:ext>
                </a:extLst>
              </p14:cNvPr>
              <p14:cNvContentPartPr/>
              <p14:nvPr/>
            </p14:nvContentPartPr>
            <p14:xfrm>
              <a:off x="1856275" y="1613603"/>
              <a:ext cx="270360" cy="91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D82DA67-42AE-3DC3-B086-8BB5B89DEA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47635" y="1604963"/>
                <a:ext cx="2880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062DB96-F90E-17DA-41BD-07E057749603}"/>
                  </a:ext>
                </a:extLst>
              </p14:cNvPr>
              <p14:cNvContentPartPr/>
              <p14:nvPr/>
            </p14:nvContentPartPr>
            <p14:xfrm>
              <a:off x="1854115" y="3556163"/>
              <a:ext cx="417600" cy="1393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062DB96-F90E-17DA-41BD-07E05774960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45115" y="3547523"/>
                <a:ext cx="43524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9AF76A0-060F-22E4-E043-A25565B04190}"/>
                  </a:ext>
                </a:extLst>
              </p14:cNvPr>
              <p14:cNvContentPartPr/>
              <p14:nvPr/>
            </p14:nvContentPartPr>
            <p14:xfrm>
              <a:off x="9438595" y="234083"/>
              <a:ext cx="1447200" cy="857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9AF76A0-060F-22E4-E043-A25565B0419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29955" y="225083"/>
                <a:ext cx="1464840" cy="87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187C4E-7376-D8F8-E283-CA6874D2905D}"/>
                  </a:ext>
                </a:extLst>
              </p14:cNvPr>
              <p14:cNvContentPartPr/>
              <p14:nvPr/>
            </p14:nvContentPartPr>
            <p14:xfrm>
              <a:off x="9635155" y="664643"/>
              <a:ext cx="192240" cy="240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187C4E-7376-D8F8-E283-CA6874D2905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26515" y="655643"/>
                <a:ext cx="209880" cy="25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D1CD0DF-125D-7AE4-6486-340EFE49C36A}"/>
                  </a:ext>
                </a:extLst>
              </p14:cNvPr>
              <p14:cNvContentPartPr/>
              <p14:nvPr/>
            </p14:nvContentPartPr>
            <p14:xfrm>
              <a:off x="9972475" y="609923"/>
              <a:ext cx="398160" cy="202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D1CD0DF-125D-7AE4-6486-340EFE49C36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963835" y="600923"/>
                <a:ext cx="41580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DC1E48E-A475-BE0B-9128-AA3779667384}"/>
                  </a:ext>
                </a:extLst>
              </p14:cNvPr>
              <p14:cNvContentPartPr/>
              <p14:nvPr/>
            </p14:nvContentPartPr>
            <p14:xfrm>
              <a:off x="10325995" y="541523"/>
              <a:ext cx="585000" cy="184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DC1E48E-A475-BE0B-9128-AA377966738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16995" y="532883"/>
                <a:ext cx="60264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74FB22A-8E47-B659-A271-84688D50EEFB}"/>
                  </a:ext>
                </a:extLst>
              </p14:cNvPr>
              <p14:cNvContentPartPr/>
              <p14:nvPr/>
            </p14:nvContentPartPr>
            <p14:xfrm>
              <a:off x="9035035" y="996203"/>
              <a:ext cx="932040" cy="9522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74FB22A-8E47-B659-A271-84688D50EEF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026035" y="987563"/>
                <a:ext cx="949680" cy="9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25A7B73-722E-2E9C-5332-11572BC1F986}"/>
                  </a:ext>
                </a:extLst>
              </p14:cNvPr>
              <p14:cNvContentPartPr/>
              <p14:nvPr/>
            </p14:nvContentPartPr>
            <p14:xfrm>
              <a:off x="10014235" y="1106003"/>
              <a:ext cx="632520" cy="747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25A7B73-722E-2E9C-5332-11572BC1F98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005595" y="1097003"/>
                <a:ext cx="650160" cy="76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7A03630-5736-A09B-830C-36D9B9FDC745}"/>
                  </a:ext>
                </a:extLst>
              </p14:cNvPr>
              <p14:cNvContentPartPr/>
              <p14:nvPr/>
            </p14:nvContentPartPr>
            <p14:xfrm>
              <a:off x="10146355" y="1058483"/>
              <a:ext cx="1614960" cy="9324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7A03630-5736-A09B-830C-36D9B9FDC74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37355" y="1049483"/>
                <a:ext cx="1632600" cy="9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750C71C-4AB4-0364-D985-B4552AA9600A}"/>
                  </a:ext>
                </a:extLst>
              </p14:cNvPr>
              <p14:cNvContentPartPr/>
              <p14:nvPr/>
            </p14:nvContentPartPr>
            <p14:xfrm>
              <a:off x="10035475" y="1079723"/>
              <a:ext cx="370440" cy="1305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750C71C-4AB4-0364-D985-B4552AA9600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026475" y="1071083"/>
                <a:ext cx="388080" cy="132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C16EC4C-3885-39E0-A33D-6A801DC63BA4}"/>
                  </a:ext>
                </a:extLst>
              </p14:cNvPr>
              <p14:cNvContentPartPr/>
              <p14:nvPr/>
            </p14:nvContentPartPr>
            <p14:xfrm>
              <a:off x="8790955" y="1728803"/>
              <a:ext cx="339120" cy="58428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C16EC4C-3885-39E0-A33D-6A801DC63BA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81955" y="1719803"/>
                <a:ext cx="356760" cy="60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38D97177-78B2-F908-F991-796F0A9800F9}"/>
                  </a:ext>
                </a:extLst>
              </p14:cNvPr>
              <p14:cNvContentPartPr/>
              <p14:nvPr/>
            </p14:nvContentPartPr>
            <p14:xfrm>
              <a:off x="10055635" y="2434043"/>
              <a:ext cx="607680" cy="603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38D97177-78B2-F908-F991-796F0A9800F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46635" y="2425043"/>
                <a:ext cx="625320" cy="62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363BBCB-E81D-0C92-342C-04D9B3D0E181}"/>
                  </a:ext>
                </a:extLst>
              </p14:cNvPr>
              <p14:cNvContentPartPr/>
              <p14:nvPr/>
            </p14:nvContentPartPr>
            <p14:xfrm>
              <a:off x="11490235" y="2115803"/>
              <a:ext cx="632520" cy="6476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363BBCB-E81D-0C92-342C-04D9B3D0E18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481595" y="2107163"/>
                <a:ext cx="650160" cy="66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2EF4A95A-EFDA-6DC4-E753-593930A0887E}"/>
              </a:ext>
            </a:extLst>
          </p:cNvPr>
          <p:cNvGrpSpPr/>
          <p:nvPr/>
        </p:nvGrpSpPr>
        <p:grpSpPr>
          <a:xfrm>
            <a:off x="8374435" y="2314163"/>
            <a:ext cx="1061640" cy="772560"/>
            <a:chOff x="8374435" y="2314163"/>
            <a:chExt cx="1061640" cy="77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BF5039A-A9DC-0991-4773-73F8196C5298}"/>
                    </a:ext>
                  </a:extLst>
                </p14:cNvPr>
                <p14:cNvContentPartPr/>
                <p14:nvPr/>
              </p14:nvContentPartPr>
              <p14:xfrm>
                <a:off x="8745235" y="2601803"/>
                <a:ext cx="33120" cy="37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BF5039A-A9DC-0991-4773-73F8196C529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36235" y="2593163"/>
                  <a:ext cx="507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A21F7A7-8368-B1AD-5900-7DE5AD1B8FBE}"/>
                    </a:ext>
                  </a:extLst>
                </p14:cNvPr>
                <p14:cNvContentPartPr/>
                <p14:nvPr/>
              </p14:nvContentPartPr>
              <p14:xfrm>
                <a:off x="8374435" y="2314163"/>
                <a:ext cx="949680" cy="7725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A21F7A7-8368-B1AD-5900-7DE5AD1B8FB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65795" y="2305523"/>
                  <a:ext cx="967320" cy="7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D03E784-7AAA-2AD2-98FE-F97A875AF87B}"/>
                    </a:ext>
                  </a:extLst>
                </p14:cNvPr>
                <p14:cNvContentPartPr/>
                <p14:nvPr/>
              </p14:nvContentPartPr>
              <p14:xfrm>
                <a:off x="8380915" y="2525483"/>
                <a:ext cx="237240" cy="5472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D03E784-7AAA-2AD2-98FE-F97A875AF87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72275" y="2516483"/>
                  <a:ext cx="25488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2D2A82D-A262-FF4A-358D-C41494A1CD40}"/>
                    </a:ext>
                  </a:extLst>
                </p14:cNvPr>
                <p14:cNvContentPartPr/>
                <p14:nvPr/>
              </p14:nvContentPartPr>
              <p14:xfrm>
                <a:off x="8731555" y="2773883"/>
                <a:ext cx="176040" cy="1346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2D2A82D-A262-FF4A-358D-C41494A1CD4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722915" y="2764883"/>
                  <a:ext cx="1936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945B34-9EB8-4C28-94ED-B4FA44759B00}"/>
                    </a:ext>
                  </a:extLst>
                </p14:cNvPr>
                <p14:cNvContentPartPr/>
                <p14:nvPr/>
              </p14:nvContentPartPr>
              <p14:xfrm>
                <a:off x="8978875" y="2763083"/>
                <a:ext cx="457200" cy="305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945B34-9EB8-4C28-94ED-B4FA44759B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970235" y="2754443"/>
                  <a:ext cx="474840" cy="32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4D15077-9AB8-3EF5-45DD-8EF73E208F62}"/>
                  </a:ext>
                </a:extLst>
              </p14:cNvPr>
              <p14:cNvContentPartPr/>
              <p14:nvPr/>
            </p14:nvContentPartPr>
            <p14:xfrm>
              <a:off x="10302595" y="2792243"/>
              <a:ext cx="65880" cy="1072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4D15077-9AB8-3EF5-45DD-8EF73E208F6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93595" y="2783603"/>
                <a:ext cx="83520" cy="12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568D0431-F05E-BF61-9967-0DBBE4E07D8A}"/>
              </a:ext>
            </a:extLst>
          </p:cNvPr>
          <p:cNvGrpSpPr/>
          <p:nvPr/>
        </p:nvGrpSpPr>
        <p:grpSpPr>
          <a:xfrm>
            <a:off x="1804435" y="1950203"/>
            <a:ext cx="339120" cy="199080"/>
            <a:chOff x="1804435" y="1950203"/>
            <a:chExt cx="339120" cy="1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E0CDF84-8905-3AA6-76ED-E51B7EA4DC12}"/>
                    </a:ext>
                  </a:extLst>
                </p14:cNvPr>
                <p14:cNvContentPartPr/>
                <p14:nvPr/>
              </p14:nvContentPartPr>
              <p14:xfrm>
                <a:off x="1822435" y="2066123"/>
                <a:ext cx="90720" cy="21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E0CDF84-8905-3AA6-76ED-E51B7EA4DC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813795" y="2057483"/>
                  <a:ext cx="108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B83C2A4-0E88-475F-B1CA-15C1CF67802C}"/>
                    </a:ext>
                  </a:extLst>
                </p14:cNvPr>
                <p14:cNvContentPartPr/>
                <p14:nvPr/>
              </p14:nvContentPartPr>
              <p14:xfrm>
                <a:off x="1804435" y="1950203"/>
                <a:ext cx="339120" cy="199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B83C2A4-0E88-475F-B1CA-15C1CF67802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95795" y="1941203"/>
                  <a:ext cx="35676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108E1D37-9AA4-488D-06D5-3B68263B558C}"/>
                  </a:ext>
                </a:extLst>
              </p14:cNvPr>
              <p14:cNvContentPartPr/>
              <p14:nvPr/>
            </p14:nvContentPartPr>
            <p14:xfrm>
              <a:off x="1891555" y="2323523"/>
              <a:ext cx="266400" cy="1947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108E1D37-9AA4-488D-06D5-3B68263B558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882915" y="2314523"/>
                <a:ext cx="2840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AFA6AA4-DC66-971B-890D-E86BACDF2AEA}"/>
                  </a:ext>
                </a:extLst>
              </p14:cNvPr>
              <p14:cNvContentPartPr/>
              <p14:nvPr/>
            </p14:nvContentPartPr>
            <p14:xfrm>
              <a:off x="1836115" y="3036323"/>
              <a:ext cx="187200" cy="712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AFA6AA4-DC66-971B-890D-E86BACDF2AE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827115" y="3027683"/>
                <a:ext cx="2048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8CB1EDFB-F9D8-D8AF-6D78-CB777C9FC882}"/>
                  </a:ext>
                </a:extLst>
              </p14:cNvPr>
              <p14:cNvContentPartPr/>
              <p14:nvPr/>
            </p14:nvContentPartPr>
            <p14:xfrm>
              <a:off x="1862395" y="3323963"/>
              <a:ext cx="360720" cy="979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8CB1EDFB-F9D8-D8AF-6D78-CB777C9FC88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853395" y="3315323"/>
                <a:ext cx="37836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BF85F7A-E434-3188-E127-E985CC7BE0EE}"/>
                  </a:ext>
                </a:extLst>
              </p14:cNvPr>
              <p14:cNvContentPartPr/>
              <p14:nvPr/>
            </p14:nvContentPartPr>
            <p14:xfrm>
              <a:off x="7615195" y="1859483"/>
              <a:ext cx="323640" cy="49356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BF85F7A-E434-3188-E127-E985CC7BE0E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606555" y="1850843"/>
                <a:ext cx="341280" cy="51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98FD4C29-C60A-B4A6-C299-15FB2FF2C0D8}"/>
              </a:ext>
            </a:extLst>
          </p:cNvPr>
          <p:cNvGrpSpPr/>
          <p:nvPr/>
        </p:nvGrpSpPr>
        <p:grpSpPr>
          <a:xfrm>
            <a:off x="1814155" y="3391283"/>
            <a:ext cx="131760" cy="164160"/>
            <a:chOff x="1814155" y="3391283"/>
            <a:chExt cx="131760" cy="1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C8198E4-CC3A-11C9-FF4A-5AA14B866C18}"/>
                    </a:ext>
                  </a:extLst>
                </p14:cNvPr>
                <p14:cNvContentPartPr/>
                <p14:nvPr/>
              </p14:nvContentPartPr>
              <p14:xfrm>
                <a:off x="1878955" y="3391283"/>
                <a:ext cx="66960" cy="79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C8198E4-CC3A-11C9-FF4A-5AA14B866C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70315" y="3382643"/>
                  <a:ext cx="846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1B6E4C1-06FA-2F90-3437-DBBC1D388F61}"/>
                    </a:ext>
                  </a:extLst>
                </p14:cNvPr>
                <p14:cNvContentPartPr/>
                <p14:nvPr/>
              </p14:nvContentPartPr>
              <p14:xfrm>
                <a:off x="1814155" y="3415043"/>
                <a:ext cx="82440" cy="1404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1B6E4C1-06FA-2F90-3437-DBBC1D388F6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05155" y="3406043"/>
                  <a:ext cx="100080" cy="15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A785B74C-6F9C-6B9C-60E7-201405B7E37B}"/>
                  </a:ext>
                </a:extLst>
              </p14:cNvPr>
              <p14:cNvContentPartPr/>
              <p14:nvPr/>
            </p14:nvContentPartPr>
            <p14:xfrm>
              <a:off x="4527115" y="1407418"/>
              <a:ext cx="1167480" cy="43480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A785B74C-6F9C-6B9C-60E7-201405B7E37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18475" y="1398778"/>
                <a:ext cx="1185120" cy="436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37FDFEA-FC97-B81B-BAAD-8D16D5ED80E2}"/>
                  </a:ext>
                </a:extLst>
              </p14:cNvPr>
              <p14:cNvContentPartPr/>
              <p14:nvPr/>
            </p14:nvContentPartPr>
            <p14:xfrm>
              <a:off x="2748715" y="-63902"/>
              <a:ext cx="1171080" cy="11772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37FDFEA-FC97-B81B-BAAD-8D16D5ED80E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739715" y="-72542"/>
                <a:ext cx="11887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91A4E51-2816-14E7-EC1B-C12A0DC64219}"/>
                  </a:ext>
                </a:extLst>
              </p14:cNvPr>
              <p14:cNvContentPartPr/>
              <p14:nvPr/>
            </p14:nvContentPartPr>
            <p14:xfrm>
              <a:off x="4775515" y="1679843"/>
              <a:ext cx="445320" cy="1375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91A4E51-2816-14E7-EC1B-C12A0DC6421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4766875" y="1671203"/>
                <a:ext cx="46296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F23E04E0-A231-F17D-EAA8-C5DD66FE7BB7}"/>
                  </a:ext>
                </a:extLst>
              </p14:cNvPr>
              <p14:cNvContentPartPr/>
              <p14:nvPr/>
            </p14:nvContentPartPr>
            <p14:xfrm>
              <a:off x="4674355" y="2012123"/>
              <a:ext cx="357120" cy="12060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F23E04E0-A231-F17D-EAA8-C5DD66FE7BB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665355" y="2003123"/>
                <a:ext cx="37476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5971756-99F1-66FE-ACFF-A6512DEED3C7}"/>
                  </a:ext>
                </a:extLst>
              </p14:cNvPr>
              <p14:cNvContentPartPr/>
              <p14:nvPr/>
            </p14:nvContentPartPr>
            <p14:xfrm>
              <a:off x="4646635" y="4248803"/>
              <a:ext cx="244080" cy="14256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5971756-99F1-66FE-ACFF-A6512DEED3C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637635" y="4239803"/>
                <a:ext cx="2617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C3AEC005-F0BA-7D7E-D9B0-D46087969C85}"/>
                  </a:ext>
                </a:extLst>
              </p14:cNvPr>
              <p14:cNvContentPartPr/>
              <p14:nvPr/>
            </p14:nvContentPartPr>
            <p14:xfrm>
              <a:off x="4409035" y="4204163"/>
              <a:ext cx="523800" cy="871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C3AEC005-F0BA-7D7E-D9B0-D46087969C8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400395" y="4195523"/>
                <a:ext cx="54144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C822A22-3D5A-965B-2FBA-D3063422997C}"/>
                  </a:ext>
                </a:extLst>
              </p14:cNvPr>
              <p14:cNvContentPartPr/>
              <p14:nvPr/>
            </p14:nvContentPartPr>
            <p14:xfrm>
              <a:off x="10093075" y="2412443"/>
              <a:ext cx="17280" cy="190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C822A22-3D5A-965B-2FBA-D3063422997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084435" y="2403443"/>
                <a:ext cx="3492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29B083C-CB73-2433-6D88-7A553079091C}"/>
                  </a:ext>
                </a:extLst>
              </p14:cNvPr>
              <p14:cNvContentPartPr/>
              <p14:nvPr/>
            </p14:nvContentPartPr>
            <p14:xfrm>
              <a:off x="9959515" y="3234323"/>
              <a:ext cx="194040" cy="2574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29B083C-CB73-2433-6D88-7A553079091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950875" y="3225683"/>
                <a:ext cx="211680" cy="27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1881834-964C-1F4B-0663-6949B3357583}"/>
                  </a:ext>
                </a:extLst>
              </p14:cNvPr>
              <p14:cNvContentPartPr/>
              <p14:nvPr/>
            </p14:nvContentPartPr>
            <p14:xfrm>
              <a:off x="10222315" y="3249083"/>
              <a:ext cx="169200" cy="17820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1881834-964C-1F4B-0663-6949B335758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213315" y="3240443"/>
                <a:ext cx="18684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772A19B-FB91-91A4-E006-5ABF9A813588}"/>
                  </a:ext>
                </a:extLst>
              </p14:cNvPr>
              <p14:cNvContentPartPr/>
              <p14:nvPr/>
            </p14:nvContentPartPr>
            <p14:xfrm>
              <a:off x="10419955" y="3161243"/>
              <a:ext cx="280080" cy="1555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772A19B-FB91-91A4-E006-5ABF9A81358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411315" y="3152603"/>
                <a:ext cx="29772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7778B6D-6478-8F6F-05D7-88C1E92D8339}"/>
                  </a:ext>
                </a:extLst>
              </p14:cNvPr>
              <p14:cNvContentPartPr/>
              <p14:nvPr/>
            </p14:nvContentPartPr>
            <p14:xfrm>
              <a:off x="10750075" y="2965043"/>
              <a:ext cx="545040" cy="25632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7778B6D-6478-8F6F-05D7-88C1E92D8339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741435" y="2956403"/>
                <a:ext cx="5626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F103C9A-DA37-4BFB-0E09-1525371DA682}"/>
                  </a:ext>
                </a:extLst>
              </p14:cNvPr>
              <p14:cNvContentPartPr/>
              <p14:nvPr/>
            </p14:nvContentPartPr>
            <p14:xfrm>
              <a:off x="11236435" y="2973683"/>
              <a:ext cx="154800" cy="77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F103C9A-DA37-4BFB-0E09-1525371DA68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227435" y="2964683"/>
                <a:ext cx="1724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4776C7A-CD36-BB55-9FFF-9ABC3F06646E}"/>
                  </a:ext>
                </a:extLst>
              </p14:cNvPr>
              <p14:cNvContentPartPr/>
              <p14:nvPr/>
            </p14:nvContentPartPr>
            <p14:xfrm>
              <a:off x="11940595" y="2907443"/>
              <a:ext cx="36360" cy="122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4776C7A-CD36-BB55-9FFF-9ABC3F06646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931595" y="2898443"/>
                <a:ext cx="5400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1C0BA449-D8C3-8F05-B7B3-80FE666EC976}"/>
                  </a:ext>
                </a:extLst>
              </p14:cNvPr>
              <p14:cNvContentPartPr/>
              <p14:nvPr/>
            </p14:nvContentPartPr>
            <p14:xfrm>
              <a:off x="11655115" y="2910683"/>
              <a:ext cx="87840" cy="3780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1C0BA449-D8C3-8F05-B7B3-80FE666EC97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1646475" y="2902043"/>
                <a:ext cx="105480" cy="3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5EF5338-747C-610D-0CF0-4591F500D68E}"/>
                  </a:ext>
                </a:extLst>
              </p14:cNvPr>
              <p14:cNvContentPartPr/>
              <p14:nvPr/>
            </p14:nvContentPartPr>
            <p14:xfrm>
              <a:off x="11717035" y="2849483"/>
              <a:ext cx="417600" cy="3610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5EF5338-747C-610D-0CF0-4591F500D68E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708035" y="2840483"/>
                <a:ext cx="43524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2A31185-B36F-114E-D1CD-9DA6C6C7F11C}"/>
                  </a:ext>
                </a:extLst>
              </p14:cNvPr>
              <p14:cNvContentPartPr/>
              <p14:nvPr/>
            </p14:nvContentPartPr>
            <p14:xfrm>
              <a:off x="11980555" y="3063683"/>
              <a:ext cx="190440" cy="1346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2A31185-B36F-114E-D1CD-9DA6C6C7F11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971915" y="3055043"/>
                <a:ext cx="20808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09432DA-D8DA-BFCC-C3D9-B8909D93552A}"/>
                  </a:ext>
                </a:extLst>
              </p14:cNvPr>
              <p14:cNvContentPartPr/>
              <p14:nvPr/>
            </p14:nvContentPartPr>
            <p14:xfrm>
              <a:off x="12225355" y="3062963"/>
              <a:ext cx="35280" cy="439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09432DA-D8DA-BFCC-C3D9-B8909D93552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2216355" y="3054323"/>
                <a:ext cx="5292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E434E59-D4C8-5D37-2A05-83B920F40AF6}"/>
                  </a:ext>
                </a:extLst>
              </p14:cNvPr>
              <p14:cNvContentPartPr/>
              <p14:nvPr/>
            </p14:nvContentPartPr>
            <p14:xfrm>
              <a:off x="9756835" y="1994843"/>
              <a:ext cx="152280" cy="4561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E434E59-D4C8-5D37-2A05-83B920F40AF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747835" y="1985843"/>
                <a:ext cx="169920" cy="47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A627405-6393-4822-49E6-CF288E810416}"/>
                  </a:ext>
                </a:extLst>
              </p14:cNvPr>
              <p14:cNvContentPartPr/>
              <p14:nvPr/>
            </p14:nvContentPartPr>
            <p14:xfrm>
              <a:off x="10071835" y="2065043"/>
              <a:ext cx="219240" cy="3009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A627405-6393-4822-49E6-CF288E810416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063195" y="2056403"/>
                <a:ext cx="23688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9354AE7-E9F6-ACEC-12D4-C98787F83F64}"/>
                  </a:ext>
                </a:extLst>
              </p14:cNvPr>
              <p14:cNvContentPartPr/>
              <p14:nvPr/>
            </p14:nvContentPartPr>
            <p14:xfrm>
              <a:off x="10012435" y="1951283"/>
              <a:ext cx="440640" cy="6764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9354AE7-E9F6-ACEC-12D4-C98787F83F64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003435" y="1942283"/>
                <a:ext cx="458280" cy="69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7F2F3E8F-C391-048A-346E-5EE6EAE51E00}"/>
                  </a:ext>
                </a:extLst>
              </p14:cNvPr>
              <p14:cNvContentPartPr/>
              <p14:nvPr/>
            </p14:nvContentPartPr>
            <p14:xfrm>
              <a:off x="10501315" y="2051723"/>
              <a:ext cx="221400" cy="3078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7F2F3E8F-C391-048A-346E-5EE6EAE51E0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492315" y="2043083"/>
                <a:ext cx="23904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A84072C-E4EE-8D06-5B01-1469666AF26B}"/>
                  </a:ext>
                </a:extLst>
              </p14:cNvPr>
              <p14:cNvContentPartPr/>
              <p14:nvPr/>
            </p14:nvContentPartPr>
            <p14:xfrm>
              <a:off x="10833595" y="2101043"/>
              <a:ext cx="408240" cy="1695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A84072C-E4EE-8D06-5B01-1469666AF26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824955" y="2092043"/>
                <a:ext cx="42588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70E80C9-189A-D298-F3F2-0F87CC740F43}"/>
                  </a:ext>
                </a:extLst>
              </p14:cNvPr>
              <p14:cNvContentPartPr/>
              <p14:nvPr/>
            </p14:nvContentPartPr>
            <p14:xfrm>
              <a:off x="11485915" y="2161883"/>
              <a:ext cx="13680" cy="133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70E80C9-189A-D298-F3F2-0F87CC740F4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476915" y="2152883"/>
                <a:ext cx="313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8DC6273-4451-2819-36B0-F5C1112AA857}"/>
                  </a:ext>
                </a:extLst>
              </p14:cNvPr>
              <p14:cNvContentPartPr/>
              <p14:nvPr/>
            </p14:nvContentPartPr>
            <p14:xfrm>
              <a:off x="6791875" y="2292203"/>
              <a:ext cx="18720" cy="756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8DC6273-4451-2819-36B0-F5C1112AA85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782875" y="2283563"/>
                <a:ext cx="363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D0FA417-8944-5459-30EE-DA79106F3313}"/>
                  </a:ext>
                </a:extLst>
              </p14:cNvPr>
              <p14:cNvContentPartPr/>
              <p14:nvPr/>
            </p14:nvContentPartPr>
            <p14:xfrm>
              <a:off x="6841195" y="2656523"/>
              <a:ext cx="1440" cy="1260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D0FA417-8944-5459-30EE-DA79106F331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832195" y="2647523"/>
                <a:ext cx="19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31F170E-40FE-9F13-3845-9DC766859F41}"/>
                  </a:ext>
                </a:extLst>
              </p14:cNvPr>
              <p14:cNvContentPartPr/>
              <p14:nvPr/>
            </p14:nvContentPartPr>
            <p14:xfrm>
              <a:off x="6812035" y="2958203"/>
              <a:ext cx="13680" cy="36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31F170E-40FE-9F13-3845-9DC766859F41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803395" y="2949563"/>
                <a:ext cx="31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82B851C-2E76-FCE6-A965-83A43E6F731F}"/>
                  </a:ext>
                </a:extLst>
              </p14:cNvPr>
              <p14:cNvContentPartPr/>
              <p14:nvPr/>
            </p14:nvContentPartPr>
            <p14:xfrm>
              <a:off x="6785755" y="3224243"/>
              <a:ext cx="12240" cy="165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82B851C-2E76-FCE6-A965-83A43E6F731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776755" y="3215243"/>
                <a:ext cx="298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3A15500-AD52-CD30-EBD4-5455DAC91DBE}"/>
                  </a:ext>
                </a:extLst>
              </p14:cNvPr>
              <p14:cNvContentPartPr/>
              <p14:nvPr/>
            </p14:nvContentPartPr>
            <p14:xfrm>
              <a:off x="6820675" y="4538243"/>
              <a:ext cx="11520" cy="176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3A15500-AD52-CD30-EBD4-5455DAC91DB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811675" y="4529603"/>
                <a:ext cx="291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C5E9DB2-F93D-1EEC-C5EF-35D5CBACDC93}"/>
                  </a:ext>
                </a:extLst>
              </p14:cNvPr>
              <p14:cNvContentPartPr/>
              <p14:nvPr/>
            </p14:nvContentPartPr>
            <p14:xfrm>
              <a:off x="6797275" y="5181923"/>
              <a:ext cx="32760" cy="230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C5E9DB2-F93D-1EEC-C5EF-35D5CBACDC93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788635" y="5173283"/>
                <a:ext cx="5040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2E6F1F32-BCF3-84F9-AA7A-FEF743336635}"/>
                  </a:ext>
                </a:extLst>
              </p14:cNvPr>
              <p14:cNvContentPartPr/>
              <p14:nvPr/>
            </p14:nvContentPartPr>
            <p14:xfrm>
              <a:off x="7595035" y="812603"/>
              <a:ext cx="217080" cy="2361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2E6F1F32-BCF3-84F9-AA7A-FEF74333663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586395" y="803963"/>
                <a:ext cx="23472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A3DFD16-B91E-1802-0487-E306EBCEA944}"/>
                  </a:ext>
                </a:extLst>
              </p14:cNvPr>
              <p14:cNvContentPartPr/>
              <p14:nvPr/>
            </p14:nvContentPartPr>
            <p14:xfrm>
              <a:off x="7998595" y="773723"/>
              <a:ext cx="280080" cy="57564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A3DFD16-B91E-1802-0487-E306EBCEA94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989955" y="765083"/>
                <a:ext cx="297720" cy="59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D9FAA2D0-F5D1-8F9E-A3F4-81353B871E50}"/>
                  </a:ext>
                </a:extLst>
              </p14:cNvPr>
              <p14:cNvContentPartPr/>
              <p14:nvPr/>
            </p14:nvContentPartPr>
            <p14:xfrm>
              <a:off x="8436355" y="504803"/>
              <a:ext cx="151200" cy="73620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D9FAA2D0-F5D1-8F9E-A3F4-81353B871E5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427715" y="495803"/>
                <a:ext cx="168840" cy="75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CE4AF3E-93A6-3B14-694B-1DFB6D257B19}"/>
                  </a:ext>
                </a:extLst>
              </p14:cNvPr>
              <p14:cNvContentPartPr/>
              <p14:nvPr/>
            </p14:nvContentPartPr>
            <p14:xfrm>
              <a:off x="6710875" y="1619003"/>
              <a:ext cx="27000" cy="10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CE4AF3E-93A6-3B14-694B-1DFB6D257B19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702235" y="1610363"/>
                <a:ext cx="446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67212EA4-F7D6-870C-8183-73825DD0959C}"/>
                  </a:ext>
                </a:extLst>
              </p14:cNvPr>
              <p14:cNvContentPartPr/>
              <p14:nvPr/>
            </p14:nvContentPartPr>
            <p14:xfrm>
              <a:off x="6601075" y="3602963"/>
              <a:ext cx="13680" cy="273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67212EA4-F7D6-870C-8183-73825DD0959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592435" y="3593963"/>
                <a:ext cx="313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BC863E4A-1CB4-D605-3639-1C27E1AEDB92}"/>
                  </a:ext>
                </a:extLst>
              </p14:cNvPr>
              <p14:cNvContentPartPr/>
              <p14:nvPr/>
            </p14:nvContentPartPr>
            <p14:xfrm>
              <a:off x="6657955" y="3968723"/>
              <a:ext cx="35280" cy="90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BC863E4A-1CB4-D605-3639-1C27E1AEDB9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649315" y="3959723"/>
                <a:ext cx="5292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C92BCE52-9CF3-A640-321B-1058FE909D85}"/>
                  </a:ext>
                </a:extLst>
              </p14:cNvPr>
              <p14:cNvContentPartPr/>
              <p14:nvPr/>
            </p14:nvContentPartPr>
            <p14:xfrm>
              <a:off x="6635995" y="4235483"/>
              <a:ext cx="16200" cy="133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C92BCE52-9CF3-A640-321B-1058FE909D85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627355" y="4226843"/>
                <a:ext cx="338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DE89055A-3627-3E6C-7E62-7FEED48831C9}"/>
                  </a:ext>
                </a:extLst>
              </p14:cNvPr>
              <p14:cNvContentPartPr/>
              <p14:nvPr/>
            </p14:nvContentPartPr>
            <p14:xfrm>
              <a:off x="8783755" y="818003"/>
              <a:ext cx="228960" cy="43920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DE89055A-3627-3E6C-7E62-7FEED48831C9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774755" y="809003"/>
                <a:ext cx="24660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6EF72B38-DA9E-071B-9FAC-8C196AED76FC}"/>
                  </a:ext>
                </a:extLst>
              </p14:cNvPr>
              <p14:cNvContentPartPr/>
              <p14:nvPr/>
            </p14:nvContentPartPr>
            <p14:xfrm>
              <a:off x="8825875" y="595883"/>
              <a:ext cx="88560" cy="579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6EF72B38-DA9E-071B-9FAC-8C196AED76FC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817235" y="586883"/>
                <a:ext cx="1062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B71CA701-161C-6F8E-5C8E-34CEC5ED51DA}"/>
                  </a:ext>
                </a:extLst>
              </p14:cNvPr>
              <p14:cNvContentPartPr/>
              <p14:nvPr/>
            </p14:nvContentPartPr>
            <p14:xfrm>
              <a:off x="9143395" y="740243"/>
              <a:ext cx="52920" cy="22284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B71CA701-161C-6F8E-5C8E-34CEC5ED51D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134395" y="731243"/>
                <a:ext cx="7056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CB39D0B1-50AA-937B-5FC0-4E58FC229DDA}"/>
                  </a:ext>
                </a:extLst>
              </p14:cNvPr>
              <p14:cNvContentPartPr/>
              <p14:nvPr/>
            </p14:nvContentPartPr>
            <p14:xfrm>
              <a:off x="9174355" y="727283"/>
              <a:ext cx="223560" cy="16740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CB39D0B1-50AA-937B-5FC0-4E58FC229DD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165715" y="718283"/>
                <a:ext cx="2412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89554DA-6668-8919-4C97-BAE35E61737D}"/>
                  </a:ext>
                </a:extLst>
              </p14:cNvPr>
              <p14:cNvContentPartPr/>
              <p14:nvPr/>
            </p14:nvContentPartPr>
            <p14:xfrm>
              <a:off x="9425275" y="754283"/>
              <a:ext cx="10080" cy="79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89554DA-6668-8919-4C97-BAE35E61737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416275" y="745283"/>
                <a:ext cx="277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0867B2B-975F-E8BA-5F38-907212D89EDD}"/>
                  </a:ext>
                </a:extLst>
              </p14:cNvPr>
              <p14:cNvContentPartPr/>
              <p14:nvPr/>
            </p14:nvContentPartPr>
            <p14:xfrm>
              <a:off x="6216595" y="4135043"/>
              <a:ext cx="448920" cy="5760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0867B2B-975F-E8BA-5F38-907212D89ED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6207595" y="4126403"/>
                <a:ext cx="4665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4E66BDDD-98A2-E887-0464-AD39D628E34D}"/>
                  </a:ext>
                </a:extLst>
              </p14:cNvPr>
              <p14:cNvContentPartPr/>
              <p14:nvPr/>
            </p14:nvContentPartPr>
            <p14:xfrm>
              <a:off x="6815995" y="4541843"/>
              <a:ext cx="254880" cy="601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4E66BDDD-98A2-E887-0464-AD39D628E34D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6806995" y="4532843"/>
                <a:ext cx="2725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6117970-F390-3B45-2826-568B408A43F7}"/>
                  </a:ext>
                </a:extLst>
              </p14:cNvPr>
              <p14:cNvContentPartPr/>
              <p14:nvPr/>
            </p14:nvContentPartPr>
            <p14:xfrm>
              <a:off x="10469275" y="468803"/>
              <a:ext cx="520200" cy="4467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6117970-F390-3B45-2826-568B408A43F7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0460635" y="460163"/>
                <a:ext cx="537840" cy="4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76813976-97B5-58C4-D338-09B5A8B36ABB}"/>
                  </a:ext>
                </a:extLst>
              </p14:cNvPr>
              <p14:cNvContentPartPr/>
              <p14:nvPr/>
            </p14:nvContentPartPr>
            <p14:xfrm>
              <a:off x="8899315" y="3255563"/>
              <a:ext cx="246240" cy="4500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76813976-97B5-58C4-D338-09B5A8B36ABB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8890675" y="3246923"/>
                <a:ext cx="26388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2D6313BB-B996-3CCF-D0C3-378A8D6844E1}"/>
                  </a:ext>
                </a:extLst>
              </p14:cNvPr>
              <p14:cNvContentPartPr/>
              <p14:nvPr/>
            </p14:nvContentPartPr>
            <p14:xfrm>
              <a:off x="10469275" y="3629963"/>
              <a:ext cx="163080" cy="4176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2D6313BB-B996-3CCF-D0C3-378A8D6844E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0460635" y="3621323"/>
                <a:ext cx="18072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3578655D-41DF-C625-AD2D-69DDDB795FA8}"/>
                  </a:ext>
                </a:extLst>
              </p14:cNvPr>
              <p14:cNvContentPartPr/>
              <p14:nvPr/>
            </p14:nvContentPartPr>
            <p14:xfrm>
              <a:off x="9439675" y="1309763"/>
              <a:ext cx="81000" cy="838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3578655D-41DF-C625-AD2D-69DDDB795FA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9430675" y="1301123"/>
                <a:ext cx="9864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789FB37-F609-2975-285F-DF93BA800CBA}"/>
                  </a:ext>
                </a:extLst>
              </p14:cNvPr>
              <p14:cNvContentPartPr/>
              <p14:nvPr/>
            </p14:nvContentPartPr>
            <p14:xfrm>
              <a:off x="8062675" y="1589483"/>
              <a:ext cx="580680" cy="35568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789FB37-F609-2975-285F-DF93BA800CB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053675" y="1580483"/>
                <a:ext cx="59832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41E6C2E-7429-7B44-2AAF-935FD1236B62}"/>
                  </a:ext>
                </a:extLst>
              </p14:cNvPr>
              <p14:cNvContentPartPr/>
              <p14:nvPr/>
            </p14:nvContentPartPr>
            <p14:xfrm>
              <a:off x="8722195" y="1634483"/>
              <a:ext cx="205200" cy="3657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41E6C2E-7429-7B44-2AAF-935FD1236B6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713555" y="1625843"/>
                <a:ext cx="22284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B79EFBD0-D756-BE39-046D-2FABA7A21CDB}"/>
                  </a:ext>
                </a:extLst>
              </p14:cNvPr>
              <p14:cNvContentPartPr/>
              <p14:nvPr/>
            </p14:nvContentPartPr>
            <p14:xfrm>
              <a:off x="9062395" y="1480403"/>
              <a:ext cx="13680" cy="30636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B79EFBD0-D756-BE39-046D-2FABA7A21CD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9053395" y="1471403"/>
                <a:ext cx="3132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A37E6D29-BC6A-B858-7841-0B1C0F9C186E}"/>
                  </a:ext>
                </a:extLst>
              </p14:cNvPr>
              <p14:cNvContentPartPr/>
              <p14:nvPr/>
            </p14:nvContentPartPr>
            <p14:xfrm>
              <a:off x="8525275" y="1483643"/>
              <a:ext cx="235800" cy="9021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A37E6D29-BC6A-B858-7841-0B1C0F9C186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8516635" y="1474643"/>
                <a:ext cx="253440" cy="9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DCCF8B9D-C656-BB5A-6172-4E54B3B03120}"/>
                  </a:ext>
                </a:extLst>
              </p14:cNvPr>
              <p14:cNvContentPartPr/>
              <p14:nvPr/>
            </p14:nvContentPartPr>
            <p14:xfrm>
              <a:off x="8677555" y="1863443"/>
              <a:ext cx="39960" cy="1980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DCCF8B9D-C656-BB5A-6172-4E54B3B0312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8668915" y="1854443"/>
                <a:ext cx="576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9D116B7-A0BE-2821-53FA-4C30FE4EDEEA}"/>
                  </a:ext>
                </a:extLst>
              </p14:cNvPr>
              <p14:cNvContentPartPr/>
              <p14:nvPr/>
            </p14:nvContentPartPr>
            <p14:xfrm>
              <a:off x="7787635" y="3479483"/>
              <a:ext cx="126000" cy="50652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9D116B7-A0BE-2821-53FA-4C30FE4EDEEA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778995" y="3470483"/>
                <a:ext cx="14364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0EFA623-3695-E830-C8CE-04CBE003D6D9}"/>
                  </a:ext>
                </a:extLst>
              </p14:cNvPr>
              <p14:cNvContentPartPr/>
              <p14:nvPr/>
            </p14:nvContentPartPr>
            <p14:xfrm>
              <a:off x="7891675" y="3519443"/>
              <a:ext cx="280800" cy="92304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0EFA623-3695-E830-C8CE-04CBE003D6D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883035" y="3510443"/>
                <a:ext cx="298440" cy="9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F7FFBBED-64D0-FF01-46FF-8110F5DDF7AB}"/>
                  </a:ext>
                </a:extLst>
              </p14:cNvPr>
              <p14:cNvContentPartPr/>
              <p14:nvPr/>
            </p14:nvContentPartPr>
            <p14:xfrm>
              <a:off x="8119915" y="3780803"/>
              <a:ext cx="239760" cy="6508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F7FFBBED-64D0-FF01-46FF-8110F5DDF7AB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110915" y="3772163"/>
                <a:ext cx="257400" cy="6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BB22147B-5F14-FC90-6C04-C1F71FD01158}"/>
                  </a:ext>
                </a:extLst>
              </p14:cNvPr>
              <p14:cNvContentPartPr/>
              <p14:nvPr/>
            </p14:nvContentPartPr>
            <p14:xfrm>
              <a:off x="8540035" y="3894923"/>
              <a:ext cx="34200" cy="176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BB22147B-5F14-FC90-6C04-C1F71FD01158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531395" y="3885923"/>
                <a:ext cx="5184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F205228F-50E0-A3E8-C67A-1CE33BC6A184}"/>
                  </a:ext>
                </a:extLst>
              </p14:cNvPr>
              <p14:cNvContentPartPr/>
              <p14:nvPr/>
            </p14:nvContentPartPr>
            <p14:xfrm>
              <a:off x="8210995" y="3652283"/>
              <a:ext cx="420480" cy="12218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F205228F-50E0-A3E8-C67A-1CE33BC6A18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201995" y="3643643"/>
                <a:ext cx="438120" cy="123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D6A1953-F8D3-0054-C3A6-7AB0AD8D00B6}"/>
                  </a:ext>
                </a:extLst>
              </p14:cNvPr>
              <p14:cNvContentPartPr/>
              <p14:nvPr/>
            </p14:nvContentPartPr>
            <p14:xfrm>
              <a:off x="8738035" y="4006163"/>
              <a:ext cx="166680" cy="47196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D6A1953-F8D3-0054-C3A6-7AB0AD8D00B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729035" y="3997523"/>
                <a:ext cx="184320" cy="48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415D68D-CA7E-1613-435F-E1CBF6DDE0E7}"/>
                  </a:ext>
                </a:extLst>
              </p14:cNvPr>
              <p14:cNvContentPartPr/>
              <p14:nvPr/>
            </p14:nvContentPartPr>
            <p14:xfrm>
              <a:off x="8958355" y="4256363"/>
              <a:ext cx="131760" cy="1447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415D68D-CA7E-1613-435F-E1CBF6DDE0E7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949715" y="4247363"/>
                <a:ext cx="14940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2ED5A06-6B04-AEA9-3FF4-DD22FF07A736}"/>
                  </a:ext>
                </a:extLst>
              </p14:cNvPr>
              <p14:cNvContentPartPr/>
              <p14:nvPr/>
            </p14:nvContentPartPr>
            <p14:xfrm>
              <a:off x="9309355" y="4229003"/>
              <a:ext cx="35280" cy="471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2ED5A06-6B04-AEA9-3FF4-DD22FF07A73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300715" y="4220363"/>
                <a:ext cx="5292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3853957-D1CA-350E-253A-4FD2BC4BE564}"/>
                  </a:ext>
                </a:extLst>
              </p14:cNvPr>
              <p14:cNvContentPartPr/>
              <p14:nvPr/>
            </p14:nvContentPartPr>
            <p14:xfrm>
              <a:off x="7173835" y="2621963"/>
              <a:ext cx="1400400" cy="152172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3853957-D1CA-350E-253A-4FD2BC4BE564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165195" y="2612963"/>
                <a:ext cx="1418040" cy="153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DFA71742-7B60-4E75-975D-9897ECEC980E}"/>
                  </a:ext>
                </a:extLst>
              </p14:cNvPr>
              <p14:cNvContentPartPr/>
              <p14:nvPr/>
            </p14:nvContentPartPr>
            <p14:xfrm>
              <a:off x="8442475" y="3037403"/>
              <a:ext cx="1254240" cy="19767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DFA71742-7B60-4E75-975D-9897ECEC980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433835" y="3028403"/>
                <a:ext cx="1271880" cy="19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04CC013-E4CB-9A7C-7E11-275E37983E34}"/>
                  </a:ext>
                </a:extLst>
              </p14:cNvPr>
              <p14:cNvContentPartPr/>
              <p14:nvPr/>
            </p14:nvContentPartPr>
            <p14:xfrm>
              <a:off x="9668635" y="2989883"/>
              <a:ext cx="532080" cy="15739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04CC013-E4CB-9A7C-7E11-275E37983E3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659995" y="2980883"/>
                <a:ext cx="549720" cy="159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DB234A8-CE3D-F043-AA6F-7587792B4226}"/>
                  </a:ext>
                </a:extLst>
              </p14:cNvPr>
              <p14:cNvContentPartPr/>
              <p14:nvPr/>
            </p14:nvContentPartPr>
            <p14:xfrm>
              <a:off x="10819195" y="2696843"/>
              <a:ext cx="120600" cy="11019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DB234A8-CE3D-F043-AA6F-7587792B4226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810555" y="2687843"/>
                <a:ext cx="138240" cy="11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9C481502-4CD9-B611-51A0-01CB8512F3A2}"/>
                  </a:ext>
                </a:extLst>
              </p14:cNvPr>
              <p14:cNvContentPartPr/>
              <p14:nvPr/>
            </p14:nvContentPartPr>
            <p14:xfrm>
              <a:off x="11210875" y="2706563"/>
              <a:ext cx="504720" cy="102384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9C481502-4CD9-B611-51A0-01CB8512F3A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1202235" y="2697923"/>
                <a:ext cx="522360" cy="10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F5B0244-7726-566E-DFC8-0895FD53EE8B}"/>
                  </a:ext>
                </a:extLst>
              </p14:cNvPr>
              <p14:cNvContentPartPr/>
              <p14:nvPr/>
            </p14:nvContentPartPr>
            <p14:xfrm>
              <a:off x="11833315" y="2700443"/>
              <a:ext cx="99360" cy="118836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F5B0244-7726-566E-DFC8-0895FD53EE8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1824315" y="2691443"/>
                <a:ext cx="117000" cy="120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16FC03F8-5307-58E3-2CD2-7B4480DF5960}"/>
                  </a:ext>
                </a:extLst>
              </p14:cNvPr>
              <p14:cNvContentPartPr/>
              <p14:nvPr/>
            </p14:nvContentPartPr>
            <p14:xfrm>
              <a:off x="7927675" y="2535203"/>
              <a:ext cx="40320" cy="514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16FC03F8-5307-58E3-2CD2-7B4480DF596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918675" y="2526203"/>
                <a:ext cx="57960" cy="6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DFF46AA-5F10-9435-6A1F-124F83EBE36C}"/>
              </a:ext>
            </a:extLst>
          </p:cNvPr>
          <p:cNvGrpSpPr/>
          <p:nvPr/>
        </p:nvGrpSpPr>
        <p:grpSpPr>
          <a:xfrm>
            <a:off x="5647795" y="296723"/>
            <a:ext cx="1597680" cy="1782000"/>
            <a:chOff x="5647795" y="296723"/>
            <a:chExt cx="1597680" cy="178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BCCB54-D0E1-B8CA-9BF0-83CCE8416CF3}"/>
                    </a:ext>
                  </a:extLst>
                </p14:cNvPr>
                <p14:cNvContentPartPr/>
                <p14:nvPr/>
              </p14:nvContentPartPr>
              <p14:xfrm>
                <a:off x="6845875" y="970283"/>
                <a:ext cx="219600" cy="97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BCCB54-D0E1-B8CA-9BF0-83CCE8416CF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837235" y="961283"/>
                  <a:ext cx="2372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617C798-8ECB-D7A6-D2A2-3830620BAB27}"/>
                    </a:ext>
                  </a:extLst>
                </p14:cNvPr>
                <p14:cNvContentPartPr/>
                <p14:nvPr/>
              </p14:nvContentPartPr>
              <p14:xfrm>
                <a:off x="6907435" y="1329563"/>
                <a:ext cx="20880" cy="15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617C798-8ECB-D7A6-D2A2-3830620BAB2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898795" y="1320563"/>
                  <a:ext cx="38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30F869D-9AA3-15C9-0704-7FF9163F78D0}"/>
                    </a:ext>
                  </a:extLst>
                </p14:cNvPr>
                <p14:cNvContentPartPr/>
                <p14:nvPr/>
              </p14:nvContentPartPr>
              <p14:xfrm>
                <a:off x="6907435" y="1304363"/>
                <a:ext cx="6480" cy="90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30F869D-9AA3-15C9-0704-7FF9163F78D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898795" y="1295723"/>
                  <a:ext cx="2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795143A-7ACC-1C09-5BBC-53E5D502EC1C}"/>
                    </a:ext>
                  </a:extLst>
                </p14:cNvPr>
                <p14:cNvContentPartPr/>
                <p14:nvPr/>
              </p14:nvContentPartPr>
              <p14:xfrm>
                <a:off x="6860275" y="1896923"/>
                <a:ext cx="360" cy="3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795143A-7ACC-1C09-5BBC-53E5D502EC1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851635" y="188828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103119A-C5FF-08FA-4AE1-2A0DD0150B7F}"/>
                    </a:ext>
                  </a:extLst>
                </p14:cNvPr>
                <p14:cNvContentPartPr/>
                <p14:nvPr/>
              </p14:nvContentPartPr>
              <p14:xfrm>
                <a:off x="6651835" y="1376003"/>
                <a:ext cx="385920" cy="85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103119A-C5FF-08FA-4AE1-2A0DD0150B7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43195" y="1367363"/>
                  <a:ext cx="403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1D9FBB1-4948-DB35-B377-0F73FC4A085E}"/>
                    </a:ext>
                  </a:extLst>
                </p14:cNvPr>
                <p14:cNvContentPartPr/>
                <p14:nvPr/>
              </p14:nvContentPartPr>
              <p14:xfrm>
                <a:off x="6704035" y="1970723"/>
                <a:ext cx="395280" cy="108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1D9FBB1-4948-DB35-B377-0F73FC4A085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695395" y="1962083"/>
                  <a:ext cx="412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2CD499C-62B0-B27F-A592-85029A97A5CB}"/>
                    </a:ext>
                  </a:extLst>
                </p14:cNvPr>
                <p14:cNvContentPartPr/>
                <p14:nvPr/>
              </p14:nvContentPartPr>
              <p14:xfrm>
                <a:off x="5647795" y="296723"/>
                <a:ext cx="1597680" cy="1492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2CD499C-62B0-B27F-A592-85029A97A5C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639155" y="288083"/>
                  <a:ext cx="1615320" cy="15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541A976-64C5-89D0-DBA6-628EC3593174}"/>
                    </a:ext>
                  </a:extLst>
                </p14:cNvPr>
                <p14:cNvContentPartPr/>
                <p14:nvPr/>
              </p14:nvContentPartPr>
              <p14:xfrm>
                <a:off x="6314155" y="1293563"/>
                <a:ext cx="23400" cy="198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541A976-64C5-89D0-DBA6-628EC3593174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305515" y="1284923"/>
                  <a:ext cx="4104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7435574-99E5-40C4-E3EF-F5AAB53CF39F}"/>
                  </a:ext>
                </a:extLst>
              </p14:cNvPr>
              <p14:cNvContentPartPr/>
              <p14:nvPr/>
            </p14:nvContentPartPr>
            <p14:xfrm>
              <a:off x="10577995" y="1075403"/>
              <a:ext cx="473040" cy="7740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7435574-99E5-40C4-E3EF-F5AAB53CF39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0568995" y="1066763"/>
                <a:ext cx="4906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FB9A038F-5776-3787-24E9-1B8CEB544CF6}"/>
                  </a:ext>
                </a:extLst>
              </p14:cNvPr>
              <p14:cNvContentPartPr/>
              <p14:nvPr/>
            </p14:nvContentPartPr>
            <p14:xfrm>
              <a:off x="11579875" y="1001603"/>
              <a:ext cx="10080" cy="122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FB9A038F-5776-3787-24E9-1B8CEB544CF6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1571235" y="992963"/>
                <a:ext cx="27720" cy="2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529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A812DA9-3D00-E953-4989-5EC556C62396}"/>
              </a:ext>
            </a:extLst>
          </p:cNvPr>
          <p:cNvGrpSpPr/>
          <p:nvPr/>
        </p:nvGrpSpPr>
        <p:grpSpPr>
          <a:xfrm>
            <a:off x="3803875" y="724340"/>
            <a:ext cx="460800" cy="444240"/>
            <a:chOff x="3803875" y="724340"/>
            <a:chExt cx="460800" cy="44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3D2279F-8573-4A89-9DEF-C9CAADF45547}"/>
                    </a:ext>
                  </a:extLst>
                </p14:cNvPr>
                <p14:cNvContentPartPr/>
                <p14:nvPr/>
              </p14:nvContentPartPr>
              <p14:xfrm>
                <a:off x="3811075" y="724340"/>
                <a:ext cx="32760" cy="32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3D2279F-8573-4A89-9DEF-C9CAADF4554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02075" y="715700"/>
                  <a:ext cx="50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C4ADC10-526B-A949-F001-C0C171DEFC4A}"/>
                    </a:ext>
                  </a:extLst>
                </p14:cNvPr>
                <p14:cNvContentPartPr/>
                <p14:nvPr/>
              </p14:nvContentPartPr>
              <p14:xfrm>
                <a:off x="3803875" y="1042220"/>
                <a:ext cx="176400" cy="126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C4ADC10-526B-A949-F001-C0C171DEFC4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94875" y="1033580"/>
                  <a:ext cx="194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804949-6EBD-4747-A6E6-DC10C6B9A769}"/>
                    </a:ext>
                  </a:extLst>
                </p14:cNvPr>
                <p14:cNvContentPartPr/>
                <p14:nvPr/>
              </p14:nvContentPartPr>
              <p14:xfrm>
                <a:off x="4176115" y="826580"/>
                <a:ext cx="88560" cy="53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804949-6EBD-4747-A6E6-DC10C6B9A76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67475" y="817580"/>
                  <a:ext cx="10620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4A86D2A-EF4F-8CC3-29C9-325C78BF6DB5}"/>
              </a:ext>
            </a:extLst>
          </p:cNvPr>
          <p:cNvGrpSpPr/>
          <p:nvPr/>
        </p:nvGrpSpPr>
        <p:grpSpPr>
          <a:xfrm>
            <a:off x="49795" y="407900"/>
            <a:ext cx="3187800" cy="1408680"/>
            <a:chOff x="49795" y="407900"/>
            <a:chExt cx="3187800" cy="140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11E2CA9-4639-673A-FF3F-0DBEFAA1B2AF}"/>
                    </a:ext>
                  </a:extLst>
                </p14:cNvPr>
                <p14:cNvContentPartPr/>
                <p14:nvPr/>
              </p14:nvContentPartPr>
              <p14:xfrm>
                <a:off x="655315" y="728660"/>
                <a:ext cx="117360" cy="431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11E2CA9-4639-673A-FF3F-0DBEFAA1B2A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6675" y="720020"/>
                  <a:ext cx="13500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9425316-9090-F39D-4392-446D1C69F784}"/>
                    </a:ext>
                  </a:extLst>
                </p14:cNvPr>
                <p14:cNvContentPartPr/>
                <p14:nvPr/>
              </p14:nvContentPartPr>
              <p14:xfrm>
                <a:off x="49795" y="518060"/>
                <a:ext cx="953640" cy="983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9425316-9090-F39D-4392-446D1C69F78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795" y="509060"/>
                  <a:ext cx="971280" cy="10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51B840-27FA-54A0-7F39-F9954F4AABCA}"/>
                    </a:ext>
                  </a:extLst>
                </p14:cNvPr>
                <p14:cNvContentPartPr/>
                <p14:nvPr/>
              </p14:nvContentPartPr>
              <p14:xfrm>
                <a:off x="1023235" y="622460"/>
                <a:ext cx="163080" cy="718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51B840-27FA-54A0-7F39-F9954F4AAB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4235" y="613460"/>
                  <a:ext cx="180720" cy="73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D358556-3263-F7A4-FB9C-84FBBE3C8BF1}"/>
                    </a:ext>
                  </a:extLst>
                </p14:cNvPr>
                <p14:cNvContentPartPr/>
                <p14:nvPr/>
              </p14:nvContentPartPr>
              <p14:xfrm>
                <a:off x="1084795" y="407900"/>
                <a:ext cx="234720" cy="6120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D358556-3263-F7A4-FB9C-84FBBE3C8B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5795" y="399260"/>
                  <a:ext cx="25236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F3E1E35-1C37-D3AC-7907-A68FB57519FA}"/>
                    </a:ext>
                  </a:extLst>
                </p14:cNvPr>
                <p14:cNvContentPartPr/>
                <p14:nvPr/>
              </p14:nvContentPartPr>
              <p14:xfrm>
                <a:off x="1279915" y="863300"/>
                <a:ext cx="410400" cy="309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F3E1E35-1C37-D3AC-7907-A68FB57519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271275" y="854660"/>
                  <a:ext cx="42804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22271F-BD02-2D6F-68AC-60DACC5C7811}"/>
                    </a:ext>
                  </a:extLst>
                </p14:cNvPr>
                <p14:cNvContentPartPr/>
                <p14:nvPr/>
              </p14:nvContentPartPr>
              <p14:xfrm>
                <a:off x="1788955" y="853580"/>
                <a:ext cx="245880" cy="306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22271F-BD02-2D6F-68AC-60DACC5C78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780315" y="844580"/>
                  <a:ext cx="2635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FC646EB-2576-92DF-F283-213E05E9A8A9}"/>
                    </a:ext>
                  </a:extLst>
                </p14:cNvPr>
                <p14:cNvContentPartPr/>
                <p14:nvPr/>
              </p14:nvContentPartPr>
              <p14:xfrm>
                <a:off x="2197555" y="979580"/>
                <a:ext cx="1440" cy="9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FC646EB-2576-92DF-F283-213E05E9A8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88915" y="970580"/>
                  <a:ext cx="190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6E4075-1A81-65BF-8B4F-694FEBCEB9D7}"/>
                    </a:ext>
                  </a:extLst>
                </p14:cNvPr>
                <p14:cNvContentPartPr/>
                <p14:nvPr/>
              </p14:nvContentPartPr>
              <p14:xfrm>
                <a:off x="2079475" y="700580"/>
                <a:ext cx="16200" cy="34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6E4075-1A81-65BF-8B4F-694FEBCEB9D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70475" y="691580"/>
                  <a:ext cx="338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85A9D7B-F8CF-B775-7BCD-F70700FA3F64}"/>
                    </a:ext>
                  </a:extLst>
                </p14:cNvPr>
                <p14:cNvContentPartPr/>
                <p14:nvPr/>
              </p14:nvContentPartPr>
              <p14:xfrm>
                <a:off x="2448475" y="521660"/>
                <a:ext cx="162360" cy="5191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85A9D7B-F8CF-B775-7BCD-F70700FA3F6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39475" y="512660"/>
                  <a:ext cx="18000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DEDF6CC-CA7A-2F84-2FCC-13D3671E484C}"/>
                    </a:ext>
                  </a:extLst>
                </p14:cNvPr>
                <p14:cNvContentPartPr/>
                <p14:nvPr/>
              </p14:nvContentPartPr>
              <p14:xfrm>
                <a:off x="2589595" y="734060"/>
                <a:ext cx="648000" cy="10825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DEDF6CC-CA7A-2F84-2FCC-13D3671E484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80595" y="725420"/>
                  <a:ext cx="665640" cy="11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0B208DC-694F-C23F-214F-2870D9636FD8}"/>
                    </a:ext>
                  </a:extLst>
                </p14:cNvPr>
                <p14:cNvContentPartPr/>
                <p14:nvPr/>
              </p14:nvContentPartPr>
              <p14:xfrm>
                <a:off x="2173435" y="1085780"/>
                <a:ext cx="63000" cy="164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0B208DC-694F-C23F-214F-2870D9636F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64795" y="1077140"/>
                  <a:ext cx="8064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5594ED2-5A46-D239-1E9F-14133206CD80}"/>
                    </a:ext>
                  </a:extLst>
                </p14:cNvPr>
                <p14:cNvContentPartPr/>
                <p14:nvPr/>
              </p14:nvContentPartPr>
              <p14:xfrm>
                <a:off x="2201155" y="592940"/>
                <a:ext cx="35280" cy="39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5594ED2-5A46-D239-1E9F-14133206CD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192515" y="584300"/>
                  <a:ext cx="52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70F273D-FCDA-C9F0-782C-1C59F7AC122C}"/>
                    </a:ext>
                  </a:extLst>
                </p14:cNvPr>
                <p14:cNvContentPartPr/>
                <p14:nvPr/>
              </p14:nvContentPartPr>
              <p14:xfrm>
                <a:off x="1390795" y="863300"/>
                <a:ext cx="264600" cy="5083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70F273D-FCDA-C9F0-782C-1C59F7AC122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81795" y="854660"/>
                  <a:ext cx="282240" cy="52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78FEEE5-7B67-A1AD-812D-ADBE4723A1FE}"/>
              </a:ext>
            </a:extLst>
          </p:cNvPr>
          <p:cNvGrpSpPr/>
          <p:nvPr/>
        </p:nvGrpSpPr>
        <p:grpSpPr>
          <a:xfrm>
            <a:off x="5030035" y="614180"/>
            <a:ext cx="1339920" cy="799920"/>
            <a:chOff x="5030035" y="614180"/>
            <a:chExt cx="1339920" cy="79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6252D3C-0696-A507-36D3-648E23FB4445}"/>
                    </a:ext>
                  </a:extLst>
                </p14:cNvPr>
                <p14:cNvContentPartPr/>
                <p14:nvPr/>
              </p14:nvContentPartPr>
              <p14:xfrm>
                <a:off x="5030035" y="618140"/>
                <a:ext cx="159480" cy="7959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6252D3C-0696-A507-36D3-648E23FB44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21395" y="609140"/>
                  <a:ext cx="177120" cy="81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6B3B6E6-8931-9153-D5AC-4916F0C1562B}"/>
                    </a:ext>
                  </a:extLst>
                </p14:cNvPr>
                <p14:cNvContentPartPr/>
                <p14:nvPr/>
              </p14:nvContentPartPr>
              <p14:xfrm>
                <a:off x="5041195" y="614180"/>
                <a:ext cx="324000" cy="423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6B3B6E6-8931-9153-D5AC-4916F0C1562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32195" y="605180"/>
                  <a:ext cx="3416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E98C1FB-848B-080B-A6A1-CE25B4A7D1A2}"/>
                    </a:ext>
                  </a:extLst>
                </p14:cNvPr>
                <p14:cNvContentPartPr/>
                <p14:nvPr/>
              </p14:nvContentPartPr>
              <p14:xfrm>
                <a:off x="5452315" y="950060"/>
                <a:ext cx="299520" cy="361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E98C1FB-848B-080B-A6A1-CE25B4A7D1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43675" y="941420"/>
                  <a:ext cx="31716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BBE6C2C-EDCF-B73C-DE4D-3788EB83E1D6}"/>
                    </a:ext>
                  </a:extLst>
                </p14:cNvPr>
                <p14:cNvContentPartPr/>
                <p14:nvPr/>
              </p14:nvContentPartPr>
              <p14:xfrm>
                <a:off x="5848675" y="988220"/>
                <a:ext cx="176400" cy="358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BBE6C2C-EDCF-B73C-DE4D-3788EB83E1D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40035" y="979220"/>
                  <a:ext cx="1940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613333-1BFA-2C01-1833-FD5F923DC616}"/>
                    </a:ext>
                  </a:extLst>
                </p14:cNvPr>
                <p14:cNvContentPartPr/>
                <p14:nvPr/>
              </p14:nvContentPartPr>
              <p14:xfrm>
                <a:off x="6090235" y="988220"/>
                <a:ext cx="279720" cy="321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613333-1BFA-2C01-1833-FD5F923DC61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81595" y="979220"/>
                  <a:ext cx="297360" cy="33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2FC66C0-A923-3BFB-E971-481AB9525CA6}"/>
              </a:ext>
            </a:extLst>
          </p:cNvPr>
          <p:cNvGrpSpPr/>
          <p:nvPr/>
        </p:nvGrpSpPr>
        <p:grpSpPr>
          <a:xfrm>
            <a:off x="7169875" y="804620"/>
            <a:ext cx="627840" cy="365760"/>
            <a:chOff x="7169875" y="804620"/>
            <a:chExt cx="627840" cy="36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C32C3A3-0355-9FA1-5EAB-685C1A54338E}"/>
                    </a:ext>
                  </a:extLst>
                </p14:cNvPr>
                <p14:cNvContentPartPr/>
                <p14:nvPr/>
              </p14:nvContentPartPr>
              <p14:xfrm>
                <a:off x="7169875" y="842780"/>
                <a:ext cx="228240" cy="327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C32C3A3-0355-9FA1-5EAB-685C1A54338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61235" y="833780"/>
                  <a:ext cx="2458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1D298E-1388-F810-9E68-42974DEE149B}"/>
                    </a:ext>
                  </a:extLst>
                </p14:cNvPr>
                <p14:cNvContentPartPr/>
                <p14:nvPr/>
              </p14:nvContentPartPr>
              <p14:xfrm>
                <a:off x="7606915" y="804620"/>
                <a:ext cx="190800" cy="3096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1D298E-1388-F810-9E68-42974DEE149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97915" y="795980"/>
                  <a:ext cx="208440" cy="32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F7F0DB4-5F87-D6BD-CE1B-284E06372ED6}"/>
                  </a:ext>
                </a:extLst>
              </p14:cNvPr>
              <p14:cNvContentPartPr/>
              <p14:nvPr/>
            </p14:nvContentPartPr>
            <p14:xfrm>
              <a:off x="8697715" y="564860"/>
              <a:ext cx="394920" cy="777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F7F0DB4-5F87-D6BD-CE1B-284E06372ED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689075" y="555860"/>
                <a:ext cx="412560" cy="95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08AA085-9825-2A60-3D14-24F496AB5566}"/>
              </a:ext>
            </a:extLst>
          </p:cNvPr>
          <p:cNvGrpSpPr/>
          <p:nvPr/>
        </p:nvGrpSpPr>
        <p:grpSpPr>
          <a:xfrm>
            <a:off x="8624635" y="847100"/>
            <a:ext cx="2228400" cy="699120"/>
            <a:chOff x="8624635" y="847100"/>
            <a:chExt cx="2228400" cy="69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514C3A8-D0FF-1227-E405-B52C2695F512}"/>
                    </a:ext>
                  </a:extLst>
                </p14:cNvPr>
                <p14:cNvContentPartPr/>
                <p14:nvPr/>
              </p14:nvContentPartPr>
              <p14:xfrm>
                <a:off x="8873035" y="847100"/>
                <a:ext cx="54720" cy="341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514C3A8-D0FF-1227-E405-B52C2695F51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64035" y="838100"/>
                  <a:ext cx="7236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3D26A63-A42B-FF6C-75F4-159D0461FD24}"/>
                    </a:ext>
                  </a:extLst>
                </p14:cNvPr>
                <p14:cNvContentPartPr/>
                <p14:nvPr/>
              </p14:nvContentPartPr>
              <p14:xfrm>
                <a:off x="8624635" y="1335260"/>
                <a:ext cx="401760" cy="129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3D26A63-A42B-FF6C-75F4-159D0461FD2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15635" y="1326620"/>
                  <a:ext cx="419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6A0215E-F38D-9267-8B8B-FE59614A1DCC}"/>
                    </a:ext>
                  </a:extLst>
                </p14:cNvPr>
                <p14:cNvContentPartPr/>
                <p14:nvPr/>
              </p14:nvContentPartPr>
              <p14:xfrm>
                <a:off x="9303235" y="1026020"/>
                <a:ext cx="528120" cy="520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6A0215E-F38D-9267-8B8B-FE59614A1DC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294235" y="1017380"/>
                  <a:ext cx="54576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594BB01-E2C5-D3C1-35EF-359917AD0472}"/>
                    </a:ext>
                  </a:extLst>
                </p14:cNvPr>
                <p14:cNvContentPartPr/>
                <p14:nvPr/>
              </p14:nvContentPartPr>
              <p14:xfrm>
                <a:off x="9842155" y="1237700"/>
                <a:ext cx="370800" cy="1249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594BB01-E2C5-D3C1-35EF-359917AD04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833515" y="1229060"/>
                  <a:ext cx="3884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66EAFA1-E833-642B-C38A-E4EAA443B6C5}"/>
                    </a:ext>
                  </a:extLst>
                </p14:cNvPr>
                <p14:cNvContentPartPr/>
                <p14:nvPr/>
              </p14:nvContentPartPr>
              <p14:xfrm>
                <a:off x="10323475" y="1128260"/>
                <a:ext cx="155880" cy="165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66EAFA1-E833-642B-C38A-E4EAA443B6C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314835" y="1119260"/>
                  <a:ext cx="1735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5562389-D9C0-295A-07E4-06A4A98C54F7}"/>
                    </a:ext>
                  </a:extLst>
                </p14:cNvPr>
                <p14:cNvContentPartPr/>
                <p14:nvPr/>
              </p14:nvContentPartPr>
              <p14:xfrm>
                <a:off x="10555315" y="1140140"/>
                <a:ext cx="297720" cy="235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5562389-D9C0-295A-07E4-06A4A98C54F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546675" y="1131500"/>
                  <a:ext cx="315360" cy="253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266EDF0-127D-3DA2-27DF-1B14DEC236C3}"/>
                  </a:ext>
                </a:extLst>
              </p14:cNvPr>
              <p14:cNvContentPartPr/>
              <p14:nvPr/>
            </p14:nvContentPartPr>
            <p14:xfrm>
              <a:off x="3543235" y="2127620"/>
              <a:ext cx="36360" cy="165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266EDF0-127D-3DA2-27DF-1B14DEC236C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534595" y="2118620"/>
                <a:ext cx="540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C1BF56D-C226-B35E-9B4D-21948528F266}"/>
                  </a:ext>
                </a:extLst>
              </p14:cNvPr>
              <p14:cNvContentPartPr/>
              <p14:nvPr/>
            </p14:nvContentPartPr>
            <p14:xfrm>
              <a:off x="564595" y="2338220"/>
              <a:ext cx="223560" cy="65664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C1BF56D-C226-B35E-9B4D-21948528F26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5955" y="2329220"/>
                <a:ext cx="241200" cy="67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D2C0E355-70B5-4EA9-B303-2E53BDB355CF}"/>
              </a:ext>
            </a:extLst>
          </p:cNvPr>
          <p:cNvGrpSpPr/>
          <p:nvPr/>
        </p:nvGrpSpPr>
        <p:grpSpPr>
          <a:xfrm>
            <a:off x="1043035" y="2324180"/>
            <a:ext cx="1169640" cy="769680"/>
            <a:chOff x="1043035" y="2324180"/>
            <a:chExt cx="1169640" cy="76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5A8B467-D2F8-E824-5CC9-D1FB8C30DD85}"/>
                    </a:ext>
                  </a:extLst>
                </p14:cNvPr>
                <p14:cNvContentPartPr/>
                <p14:nvPr/>
              </p14:nvContentPartPr>
              <p14:xfrm>
                <a:off x="1043035" y="2324180"/>
                <a:ext cx="118080" cy="769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5A8B467-D2F8-E824-5CC9-D1FB8C30DD8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34395" y="2315180"/>
                  <a:ext cx="13572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D0A38E7-B8B6-8168-338B-B088861788B5}"/>
                    </a:ext>
                  </a:extLst>
                </p14:cNvPr>
                <p14:cNvContentPartPr/>
                <p14:nvPr/>
              </p14:nvContentPartPr>
              <p14:xfrm>
                <a:off x="1076875" y="2597420"/>
                <a:ext cx="235800" cy="279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D0A38E7-B8B6-8168-338B-B088861788B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67875" y="2588780"/>
                  <a:ext cx="2534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C019BAA-1F67-1D43-CF46-D4FD9776FA6D}"/>
                    </a:ext>
                  </a:extLst>
                </p14:cNvPr>
                <p14:cNvContentPartPr/>
                <p14:nvPr/>
              </p14:nvContentPartPr>
              <p14:xfrm>
                <a:off x="1506715" y="2368460"/>
                <a:ext cx="304200" cy="4690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C019BAA-1F67-1D43-CF46-D4FD9776FA6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497715" y="2359820"/>
                  <a:ext cx="32184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97877D5-D675-02F6-10EF-988031CFBE9F}"/>
                    </a:ext>
                  </a:extLst>
                </p14:cNvPr>
                <p14:cNvContentPartPr/>
                <p14:nvPr/>
              </p14:nvContentPartPr>
              <p14:xfrm>
                <a:off x="1756195" y="2436860"/>
                <a:ext cx="20880" cy="51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97877D5-D675-02F6-10EF-988031CFBE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47555" y="2428220"/>
                  <a:ext cx="385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E7BB507-E3DD-893D-C6D0-CB96773FDFA6}"/>
                    </a:ext>
                  </a:extLst>
                </p14:cNvPr>
                <p14:cNvContentPartPr/>
                <p14:nvPr/>
              </p14:nvContentPartPr>
              <p14:xfrm>
                <a:off x="2016835" y="2534060"/>
                <a:ext cx="149040" cy="459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E7BB507-E3DD-893D-C6D0-CB96773FDF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007835" y="2525420"/>
                  <a:ext cx="1666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852C004-03AE-B053-89A0-C51CCC080D43}"/>
                    </a:ext>
                  </a:extLst>
                </p14:cNvPr>
                <p14:cNvContentPartPr/>
                <p14:nvPr/>
              </p14:nvContentPartPr>
              <p14:xfrm>
                <a:off x="1996315" y="2680940"/>
                <a:ext cx="216360" cy="525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852C004-03AE-B053-89A0-C51CCC080D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87315" y="2672300"/>
                  <a:ext cx="23400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F8AD5A6-4B59-F488-3AFB-16AB3B26C214}"/>
              </a:ext>
            </a:extLst>
          </p:cNvPr>
          <p:cNvGrpSpPr/>
          <p:nvPr/>
        </p:nvGrpSpPr>
        <p:grpSpPr>
          <a:xfrm>
            <a:off x="2478715" y="2646380"/>
            <a:ext cx="205200" cy="265320"/>
            <a:chOff x="2478715" y="2646380"/>
            <a:chExt cx="205200" cy="2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B47CDD8-0BDC-E46C-746F-FFA2615403E9}"/>
                    </a:ext>
                  </a:extLst>
                </p14:cNvPr>
                <p14:cNvContentPartPr/>
                <p14:nvPr/>
              </p14:nvContentPartPr>
              <p14:xfrm>
                <a:off x="2478715" y="2646380"/>
                <a:ext cx="113760" cy="265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B47CDD8-0BDC-E46C-746F-FFA2615403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69715" y="2637380"/>
                  <a:ext cx="131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DF23FAB-8675-5437-1CB3-9413643E3F21}"/>
                    </a:ext>
                  </a:extLst>
                </p14:cNvPr>
                <p14:cNvContentPartPr/>
                <p14:nvPr/>
              </p14:nvContentPartPr>
              <p14:xfrm>
                <a:off x="2580955" y="2728820"/>
                <a:ext cx="102960" cy="12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DF23FAB-8675-5437-1CB3-9413643E3F2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572315" y="2720180"/>
                  <a:ext cx="12060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9E1666B-CE08-8C7F-9CA0-A9DDDE27350B}"/>
              </a:ext>
            </a:extLst>
          </p:cNvPr>
          <p:cNvGrpSpPr/>
          <p:nvPr/>
        </p:nvGrpSpPr>
        <p:grpSpPr>
          <a:xfrm>
            <a:off x="5166835" y="2709380"/>
            <a:ext cx="748440" cy="911520"/>
            <a:chOff x="5166835" y="2709380"/>
            <a:chExt cx="748440" cy="91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13C3D18-1E23-B9D6-3AEB-FC2B968BF49E}"/>
                    </a:ext>
                  </a:extLst>
                </p14:cNvPr>
                <p14:cNvContentPartPr/>
                <p14:nvPr/>
              </p14:nvContentPartPr>
              <p14:xfrm>
                <a:off x="5628715" y="2821700"/>
                <a:ext cx="103320" cy="36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13C3D18-1E23-B9D6-3AEB-FC2B968BF49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19715" y="2812700"/>
                  <a:ext cx="12096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3CAD49E-2DE2-5328-D1FD-5AA95BD3DF08}"/>
                    </a:ext>
                  </a:extLst>
                </p14:cNvPr>
                <p14:cNvContentPartPr/>
                <p14:nvPr/>
              </p14:nvContentPartPr>
              <p14:xfrm>
                <a:off x="5166835" y="2709380"/>
                <a:ext cx="748440" cy="9115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3CAD49E-2DE2-5328-D1FD-5AA95BD3DF0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157835" y="2700380"/>
                  <a:ext cx="766080" cy="9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2F6D539-3D10-94B1-5D5C-9A14793DF4DA}"/>
              </a:ext>
            </a:extLst>
          </p:cNvPr>
          <p:cNvGrpSpPr/>
          <p:nvPr/>
        </p:nvGrpSpPr>
        <p:grpSpPr>
          <a:xfrm>
            <a:off x="6602155" y="2597420"/>
            <a:ext cx="3415320" cy="1293480"/>
            <a:chOff x="6602155" y="2597420"/>
            <a:chExt cx="3415320" cy="12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3E9C3E5-BF53-6343-AA87-351EBC405014}"/>
                    </a:ext>
                  </a:extLst>
                </p14:cNvPr>
                <p14:cNvContentPartPr/>
                <p14:nvPr/>
              </p14:nvContentPartPr>
              <p14:xfrm>
                <a:off x="6602155" y="2776700"/>
                <a:ext cx="521280" cy="817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3E9C3E5-BF53-6343-AA87-351EBC40501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93515" y="2767700"/>
                  <a:ext cx="538920" cy="83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17BB03E-57B3-B819-6D73-CB7D48F225B4}"/>
                    </a:ext>
                  </a:extLst>
                </p14:cNvPr>
                <p14:cNvContentPartPr/>
                <p14:nvPr/>
              </p14:nvContentPartPr>
              <p14:xfrm>
                <a:off x="6788635" y="2597420"/>
                <a:ext cx="210960" cy="133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17BB03E-57B3-B819-6D73-CB7D48F225B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779635" y="2588780"/>
                  <a:ext cx="228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48F49C1-DEBF-E5D1-F690-88CFD1414F4F}"/>
                    </a:ext>
                  </a:extLst>
                </p14:cNvPr>
                <p14:cNvContentPartPr/>
                <p14:nvPr/>
              </p14:nvContentPartPr>
              <p14:xfrm>
                <a:off x="6626635" y="3077300"/>
                <a:ext cx="151200" cy="28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48F49C1-DEBF-E5D1-F690-88CFD1414F4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17635" y="3068300"/>
                  <a:ext cx="168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3789C17-3337-5B2E-68B3-57BE59C5CB32}"/>
                    </a:ext>
                  </a:extLst>
                </p14:cNvPr>
                <p14:cNvContentPartPr/>
                <p14:nvPr/>
              </p14:nvContentPartPr>
              <p14:xfrm>
                <a:off x="7225675" y="2986220"/>
                <a:ext cx="812880" cy="228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3789C17-3337-5B2E-68B3-57BE59C5CB3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16675" y="2977220"/>
                  <a:ext cx="830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66707F7-A97B-E5E1-2788-4E5844962234}"/>
                    </a:ext>
                  </a:extLst>
                </p14:cNvPr>
                <p14:cNvContentPartPr/>
                <p14:nvPr/>
              </p14:nvContentPartPr>
              <p14:xfrm>
                <a:off x="7903555" y="2918900"/>
                <a:ext cx="903960" cy="2509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66707F7-A97B-E5E1-2788-4E584496223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94555" y="2909900"/>
                  <a:ext cx="921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BF5D535-9C8D-84AB-107F-3CE4BBC80807}"/>
                    </a:ext>
                  </a:extLst>
                </p14:cNvPr>
                <p14:cNvContentPartPr/>
                <p14:nvPr/>
              </p14:nvContentPartPr>
              <p14:xfrm>
                <a:off x="8950075" y="2876060"/>
                <a:ext cx="393840" cy="10148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BF5D535-9C8D-84AB-107F-3CE4BBC8080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941075" y="2867060"/>
                  <a:ext cx="41148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24DE959-6CD9-B199-4858-2F15F0DBE356}"/>
                    </a:ext>
                  </a:extLst>
                </p14:cNvPr>
                <p14:cNvContentPartPr/>
                <p14:nvPr/>
              </p14:nvContentPartPr>
              <p14:xfrm>
                <a:off x="9279115" y="2970380"/>
                <a:ext cx="738360" cy="539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24DE959-6CD9-B199-4858-2F15F0DBE35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270475" y="2961740"/>
                  <a:ext cx="756000" cy="55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A055B5C-1DC4-5575-7D08-0333288CA20B}"/>
              </a:ext>
            </a:extLst>
          </p:cNvPr>
          <p:cNvGrpSpPr/>
          <p:nvPr/>
        </p:nvGrpSpPr>
        <p:grpSpPr>
          <a:xfrm>
            <a:off x="4553035" y="4614140"/>
            <a:ext cx="1446480" cy="1420200"/>
            <a:chOff x="4553035" y="4614140"/>
            <a:chExt cx="1446480" cy="142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1DE1000-7A2D-F9B1-7825-A8DC0B81AFD0}"/>
                    </a:ext>
                  </a:extLst>
                </p14:cNvPr>
                <p14:cNvContentPartPr/>
                <p14:nvPr/>
              </p14:nvContentPartPr>
              <p14:xfrm>
                <a:off x="5348275" y="4714940"/>
                <a:ext cx="93240" cy="4215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1DE1000-7A2D-F9B1-7825-A8DC0B81AFD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339635" y="4705940"/>
                  <a:ext cx="11088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B91BB98-17D2-0E36-70C3-67D5A3E73F54}"/>
                    </a:ext>
                  </a:extLst>
                </p14:cNvPr>
                <p14:cNvContentPartPr/>
                <p14:nvPr/>
              </p14:nvContentPartPr>
              <p14:xfrm>
                <a:off x="5725915" y="4947140"/>
                <a:ext cx="86040" cy="277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B91BB98-17D2-0E36-70C3-67D5A3E73F5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16915" y="4938140"/>
                  <a:ext cx="10368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EDB7B6E-780F-B452-3AF7-5E836C03C9BC}"/>
                    </a:ext>
                  </a:extLst>
                </p14:cNvPr>
                <p14:cNvContentPartPr/>
                <p14:nvPr/>
              </p14:nvContentPartPr>
              <p14:xfrm>
                <a:off x="4553035" y="4614140"/>
                <a:ext cx="1446480" cy="1420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EDB7B6E-780F-B452-3AF7-5E836C03C9B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544395" y="4605140"/>
                  <a:ext cx="1464120" cy="143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632D1E8-9131-4359-C045-1B687F4A9091}"/>
              </a:ext>
            </a:extLst>
          </p:cNvPr>
          <p:cNvGrpSpPr/>
          <p:nvPr/>
        </p:nvGrpSpPr>
        <p:grpSpPr>
          <a:xfrm>
            <a:off x="6967195" y="4035260"/>
            <a:ext cx="1903680" cy="1319040"/>
            <a:chOff x="6967195" y="4035260"/>
            <a:chExt cx="1903680" cy="131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68CC856-9A6B-625D-C161-C9BF50D8A97A}"/>
                    </a:ext>
                  </a:extLst>
                </p14:cNvPr>
                <p14:cNvContentPartPr/>
                <p14:nvPr/>
              </p14:nvContentPartPr>
              <p14:xfrm>
                <a:off x="6967195" y="4035260"/>
                <a:ext cx="807840" cy="1319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68CC856-9A6B-625D-C161-C9BF50D8A97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958195" y="4026620"/>
                  <a:ext cx="825480" cy="13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50DA6A2-1F94-D26C-0A51-7050B7722FCC}"/>
                    </a:ext>
                  </a:extLst>
                </p14:cNvPr>
                <p14:cNvContentPartPr/>
                <p14:nvPr/>
              </p14:nvContentPartPr>
              <p14:xfrm>
                <a:off x="7897435" y="5025260"/>
                <a:ext cx="49680" cy="168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50DA6A2-1F94-D26C-0A51-7050B7722FC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88435" y="5016260"/>
                  <a:ext cx="67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1F52A30-AD86-8AAB-4749-D5C6BBEAE135}"/>
                    </a:ext>
                  </a:extLst>
                </p14:cNvPr>
                <p14:cNvContentPartPr/>
                <p14:nvPr/>
              </p14:nvContentPartPr>
              <p14:xfrm>
                <a:off x="8015515" y="4617020"/>
                <a:ext cx="24480" cy="39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1F52A30-AD86-8AAB-4749-D5C6BBEAE13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06875" y="4608380"/>
                  <a:ext cx="421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E473F16-D11E-DD5F-2695-C7E48577FC7D}"/>
                    </a:ext>
                  </a:extLst>
                </p14:cNvPr>
                <p14:cNvContentPartPr/>
                <p14:nvPr/>
              </p14:nvContentPartPr>
              <p14:xfrm>
                <a:off x="8174635" y="5096900"/>
                <a:ext cx="343440" cy="129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E473F16-D11E-DD5F-2695-C7E48577FC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65635" y="5087900"/>
                  <a:ext cx="361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3F4E146-BC04-628B-E4F8-90DDC0A123BB}"/>
                    </a:ext>
                  </a:extLst>
                </p14:cNvPr>
                <p14:cNvContentPartPr/>
                <p14:nvPr/>
              </p14:nvContentPartPr>
              <p14:xfrm>
                <a:off x="8694835" y="4960820"/>
                <a:ext cx="176040" cy="1846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3F4E146-BC04-628B-E4F8-90DDC0A123B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86195" y="4952180"/>
                  <a:ext cx="193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9DE3700-270F-0A62-8F4D-C6FE743A7299}"/>
                    </a:ext>
                  </a:extLst>
                </p14:cNvPr>
                <p14:cNvContentPartPr/>
                <p14:nvPr/>
              </p14:nvContentPartPr>
              <p14:xfrm>
                <a:off x="8731915" y="4734380"/>
                <a:ext cx="8640" cy="514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9DE3700-270F-0A62-8F4D-C6FE743A729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22915" y="4725380"/>
                  <a:ext cx="26280" cy="6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4672F99-8B93-739C-CA7D-5F738AB5D51E}"/>
                  </a:ext>
                </a:extLst>
              </p14:cNvPr>
              <p14:cNvContentPartPr/>
              <p14:nvPr/>
            </p14:nvContentPartPr>
            <p14:xfrm>
              <a:off x="8977795" y="4304900"/>
              <a:ext cx="376200" cy="1803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4672F99-8B93-739C-CA7D-5F738AB5D51E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969155" y="4295900"/>
                <a:ext cx="393840" cy="19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8A6CFF23-180C-3A4D-6F46-3CD26F3DC0CA}"/>
              </a:ext>
            </a:extLst>
          </p:cNvPr>
          <p:cNvGrpSpPr/>
          <p:nvPr/>
        </p:nvGrpSpPr>
        <p:grpSpPr>
          <a:xfrm>
            <a:off x="9288835" y="4702700"/>
            <a:ext cx="2602440" cy="1213920"/>
            <a:chOff x="9288835" y="4702700"/>
            <a:chExt cx="2602440" cy="121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DFDB013-AFDF-FD5D-289C-D86FC22BB80B}"/>
                    </a:ext>
                  </a:extLst>
                </p14:cNvPr>
                <p14:cNvContentPartPr/>
                <p14:nvPr/>
              </p14:nvContentPartPr>
              <p14:xfrm>
                <a:off x="9321595" y="5144420"/>
                <a:ext cx="159480" cy="3045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DFDB013-AFDF-FD5D-289C-D86FC22BB80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312595" y="5135420"/>
                  <a:ext cx="1771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C375A3D-9F83-63A5-ECA2-B122C08C4C0A}"/>
                    </a:ext>
                  </a:extLst>
                </p14:cNvPr>
                <p14:cNvContentPartPr/>
                <p14:nvPr/>
              </p14:nvContentPartPr>
              <p14:xfrm>
                <a:off x="9369835" y="4702700"/>
                <a:ext cx="21960" cy="70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C375A3D-9F83-63A5-ECA2-B122C08C4C0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60835" y="4694060"/>
                  <a:ext cx="39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078FE3A-FF23-127E-04A6-1EE0CEA60AFA}"/>
                    </a:ext>
                  </a:extLst>
                </p14:cNvPr>
                <p14:cNvContentPartPr/>
                <p14:nvPr/>
              </p14:nvContentPartPr>
              <p14:xfrm>
                <a:off x="9750715" y="4823300"/>
                <a:ext cx="272880" cy="8805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078FE3A-FF23-127E-04A6-1EE0CEA60AF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742075" y="4814660"/>
                  <a:ext cx="290520" cy="89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9EFE251-C02B-211D-B7CC-968F2A5EB22E}"/>
                    </a:ext>
                  </a:extLst>
                </p14:cNvPr>
                <p14:cNvContentPartPr/>
                <p14:nvPr/>
              </p14:nvContentPartPr>
              <p14:xfrm>
                <a:off x="10022155" y="4966580"/>
                <a:ext cx="1440" cy="46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9EFE251-C02B-211D-B7CC-968F2A5EB22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013155" y="4957580"/>
                  <a:ext cx="190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ECD578A-60AD-BFD1-30CC-02D29E134BB8}"/>
                    </a:ext>
                  </a:extLst>
                </p14:cNvPr>
                <p14:cNvContentPartPr/>
                <p14:nvPr/>
              </p14:nvContentPartPr>
              <p14:xfrm>
                <a:off x="9379195" y="4936340"/>
                <a:ext cx="169200" cy="905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ECD578A-60AD-BFD1-30CC-02D29E134B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370555" y="4927700"/>
                  <a:ext cx="186840" cy="9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53D559E-FBBA-A935-820E-AE053395250A}"/>
                    </a:ext>
                  </a:extLst>
                </p14:cNvPr>
                <p14:cNvContentPartPr/>
                <p14:nvPr/>
              </p14:nvContentPartPr>
              <p14:xfrm>
                <a:off x="9288835" y="4734380"/>
                <a:ext cx="275400" cy="1490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53D559E-FBBA-A935-820E-AE053395250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80195" y="4725380"/>
                  <a:ext cx="293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25286C8-3F74-C94C-818B-2B29D44B4ABE}"/>
                    </a:ext>
                  </a:extLst>
                </p14:cNvPr>
                <p14:cNvContentPartPr/>
                <p14:nvPr/>
              </p14:nvContentPartPr>
              <p14:xfrm>
                <a:off x="9314395" y="5769740"/>
                <a:ext cx="283680" cy="146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25286C8-3F74-C94C-818B-2B29D44B4AB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305395" y="5760740"/>
                  <a:ext cx="3013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665061D-C0C1-0278-77A4-E91887AB0F9A}"/>
                    </a:ext>
                  </a:extLst>
                </p14:cNvPr>
                <p14:cNvContentPartPr/>
                <p14:nvPr/>
              </p14:nvContentPartPr>
              <p14:xfrm>
                <a:off x="9797515" y="5226860"/>
                <a:ext cx="569880" cy="540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665061D-C0C1-0278-77A4-E91887AB0F9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88515" y="5218220"/>
                  <a:ext cx="58752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C499D68-4098-0DD1-D401-F8BF081E6FD8}"/>
                    </a:ext>
                  </a:extLst>
                </p14:cNvPr>
                <p14:cNvContentPartPr/>
                <p14:nvPr/>
              </p14:nvContentPartPr>
              <p14:xfrm>
                <a:off x="10411675" y="5382020"/>
                <a:ext cx="527040" cy="3585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C499D68-4098-0DD1-D401-F8BF081E6FD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403035" y="5373380"/>
                  <a:ext cx="54468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7247D26-706B-7241-82B6-DE1C7C580A58}"/>
                    </a:ext>
                  </a:extLst>
                </p14:cNvPr>
                <p14:cNvContentPartPr/>
                <p14:nvPr/>
              </p14:nvContentPartPr>
              <p14:xfrm>
                <a:off x="10948075" y="5195180"/>
                <a:ext cx="431280" cy="403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7247D26-706B-7241-82B6-DE1C7C580A5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939435" y="5186180"/>
                  <a:ext cx="4489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D6CFFEC-329A-06E6-3566-55B634762CB2}"/>
                    </a:ext>
                  </a:extLst>
                </p14:cNvPr>
                <p14:cNvContentPartPr/>
                <p14:nvPr/>
              </p14:nvContentPartPr>
              <p14:xfrm>
                <a:off x="11497795" y="5009060"/>
                <a:ext cx="117360" cy="2552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D6CFFEC-329A-06E6-3566-55B634762CB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489155" y="5000420"/>
                  <a:ext cx="1350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C88B0F-0F57-BB54-6DCF-9A0278B550B4}"/>
                    </a:ext>
                  </a:extLst>
                </p14:cNvPr>
                <p14:cNvContentPartPr/>
                <p14:nvPr/>
              </p14:nvContentPartPr>
              <p14:xfrm>
                <a:off x="11635315" y="5256740"/>
                <a:ext cx="255960" cy="4586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C88B0F-0F57-BB54-6DCF-9A0278B550B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626675" y="5248100"/>
                  <a:ext cx="27360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C1BA6A9-8393-89B7-F270-B2A22B5A90F0}"/>
                    </a:ext>
                  </a:extLst>
                </p14:cNvPr>
                <p14:cNvContentPartPr/>
                <p14:nvPr/>
              </p14:nvContentPartPr>
              <p14:xfrm>
                <a:off x="11835475" y="5337740"/>
                <a:ext cx="20880" cy="360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C1BA6A9-8393-89B7-F270-B2A22B5A90F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826835" y="5328740"/>
                  <a:ext cx="385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88C1852-6C23-FB0C-5E00-9F3712B96715}"/>
                    </a:ext>
                  </a:extLst>
                </p14:cNvPr>
                <p14:cNvContentPartPr/>
                <p14:nvPr/>
              </p14:nvContentPartPr>
              <p14:xfrm>
                <a:off x="11198635" y="5268260"/>
                <a:ext cx="203400" cy="426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88C1852-6C23-FB0C-5E00-9F3712B9671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189995" y="5259260"/>
                  <a:ext cx="2210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6D8827A-3A04-ACC1-AEC9-633C3FE98987}"/>
                    </a:ext>
                  </a:extLst>
                </p14:cNvPr>
                <p14:cNvContentPartPr/>
                <p14:nvPr/>
              </p14:nvContentPartPr>
              <p14:xfrm>
                <a:off x="11605435" y="5132540"/>
                <a:ext cx="41400" cy="428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6D8827A-3A04-ACC1-AEC9-633C3FE989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596435" y="5123900"/>
                  <a:ext cx="59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F1163BA-478D-E569-99AB-DABBC3B1F7F8}"/>
                    </a:ext>
                  </a:extLst>
                </p14:cNvPr>
                <p14:cNvContentPartPr/>
                <p14:nvPr/>
              </p14:nvContentPartPr>
              <p14:xfrm>
                <a:off x="11590675" y="5408300"/>
                <a:ext cx="2880" cy="20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F1163BA-478D-E569-99AB-DABBC3B1F7F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582035" y="5399300"/>
                  <a:ext cx="20520" cy="38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62066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7CB8B5B-6A6D-0D01-4F64-342C6B70146D}"/>
              </a:ext>
            </a:extLst>
          </p:cNvPr>
          <p:cNvGrpSpPr/>
          <p:nvPr/>
        </p:nvGrpSpPr>
        <p:grpSpPr>
          <a:xfrm>
            <a:off x="674395" y="394580"/>
            <a:ext cx="2463120" cy="1168560"/>
            <a:chOff x="674395" y="394580"/>
            <a:chExt cx="2463120" cy="116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978F21A-ABFD-181B-59DF-E63311263FB3}"/>
                    </a:ext>
                  </a:extLst>
                </p14:cNvPr>
                <p14:cNvContentPartPr/>
                <p14:nvPr/>
              </p14:nvContentPartPr>
              <p14:xfrm>
                <a:off x="674395" y="440660"/>
                <a:ext cx="295200" cy="1122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978F21A-ABFD-181B-59DF-E63311263FB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65755" y="431660"/>
                  <a:ext cx="312840" cy="11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90A3523-AF5C-0D44-B427-D8898C357851}"/>
                    </a:ext>
                  </a:extLst>
                </p14:cNvPr>
                <p14:cNvContentPartPr/>
                <p14:nvPr/>
              </p14:nvContentPartPr>
              <p14:xfrm>
                <a:off x="1418515" y="728660"/>
                <a:ext cx="461160" cy="4237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90A3523-AF5C-0D44-B427-D8898C35785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09875" y="720020"/>
                  <a:ext cx="47880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07C8A8D-9E55-F6C1-04C6-BF3AEDFF5E18}"/>
                    </a:ext>
                  </a:extLst>
                </p14:cNvPr>
                <p14:cNvContentPartPr/>
                <p14:nvPr/>
              </p14:nvContentPartPr>
              <p14:xfrm>
                <a:off x="1962115" y="394580"/>
                <a:ext cx="991800" cy="577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07C8A8D-9E55-F6C1-04C6-BF3AEDFF5E1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53115" y="385580"/>
                  <a:ext cx="100944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9501297-09C7-6C6C-05B0-66A6C4E4F912}"/>
                    </a:ext>
                  </a:extLst>
                </p14:cNvPr>
                <p14:cNvContentPartPr/>
                <p14:nvPr/>
              </p14:nvContentPartPr>
              <p14:xfrm>
                <a:off x="2796955" y="635420"/>
                <a:ext cx="340560" cy="1198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9501297-09C7-6C6C-05B0-66A6C4E4F91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87955" y="626780"/>
                  <a:ext cx="35820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AF8506E-9B5C-9C72-CC5C-056EFA1B586E}"/>
              </a:ext>
            </a:extLst>
          </p:cNvPr>
          <p:cNvGrpSpPr/>
          <p:nvPr/>
        </p:nvGrpSpPr>
        <p:grpSpPr>
          <a:xfrm>
            <a:off x="4095115" y="365420"/>
            <a:ext cx="837360" cy="350280"/>
            <a:chOff x="4095115" y="365420"/>
            <a:chExt cx="837360" cy="35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AFFA07C-1C95-A6E6-A58F-74789CC7CD92}"/>
                    </a:ext>
                  </a:extLst>
                </p14:cNvPr>
                <p14:cNvContentPartPr/>
                <p14:nvPr/>
              </p14:nvContentPartPr>
              <p14:xfrm>
                <a:off x="4095115" y="365420"/>
                <a:ext cx="302400" cy="3157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AFFA07C-1C95-A6E6-A58F-74789CC7CD9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86115" y="356780"/>
                  <a:ext cx="32004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EF6EE5-92B0-C0CA-9B85-E96338168AB8}"/>
                    </a:ext>
                  </a:extLst>
                </p14:cNvPr>
                <p14:cNvContentPartPr/>
                <p14:nvPr/>
              </p14:nvContentPartPr>
              <p14:xfrm>
                <a:off x="4542595" y="433460"/>
                <a:ext cx="174240" cy="2260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EF6EE5-92B0-C0CA-9B85-E96338168AB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33955" y="424820"/>
                  <a:ext cx="1918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D19587-9F2C-5E91-8BD0-B1EE285C22C4}"/>
                    </a:ext>
                  </a:extLst>
                </p14:cNvPr>
                <p14:cNvContentPartPr/>
                <p14:nvPr/>
              </p14:nvContentPartPr>
              <p14:xfrm>
                <a:off x="4712875" y="483140"/>
                <a:ext cx="219600" cy="232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D19587-9F2C-5E91-8BD0-B1EE285C22C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04235" y="474140"/>
                  <a:ext cx="237240" cy="25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32598D2-ACB8-0656-3218-F81DE3A47B36}"/>
              </a:ext>
            </a:extLst>
          </p:cNvPr>
          <p:cNvGrpSpPr/>
          <p:nvPr/>
        </p:nvGrpSpPr>
        <p:grpSpPr>
          <a:xfrm>
            <a:off x="5765515" y="185780"/>
            <a:ext cx="1170000" cy="655200"/>
            <a:chOff x="5765515" y="185780"/>
            <a:chExt cx="1170000" cy="65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E3A2D51-3208-B8F2-7912-D2E5487ECF47}"/>
                    </a:ext>
                  </a:extLst>
                </p14:cNvPr>
                <p14:cNvContentPartPr/>
                <p14:nvPr/>
              </p14:nvContentPartPr>
              <p14:xfrm>
                <a:off x="6026155" y="185780"/>
                <a:ext cx="24480" cy="5673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E3A2D51-3208-B8F2-7912-D2E5487ECF4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17515" y="177140"/>
                  <a:ext cx="42120" cy="58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76D5E3B-AB89-25AE-9173-DD43C5D57D2A}"/>
                    </a:ext>
                  </a:extLst>
                </p14:cNvPr>
                <p14:cNvContentPartPr/>
                <p14:nvPr/>
              </p14:nvContentPartPr>
              <p14:xfrm>
                <a:off x="5765515" y="481700"/>
                <a:ext cx="1170000" cy="359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76D5E3B-AB89-25AE-9173-DD43C5D57D2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56875" y="472700"/>
                  <a:ext cx="1187640" cy="37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E3C052-3BCD-5E8E-C63D-6061D6F792B0}"/>
              </a:ext>
            </a:extLst>
          </p:cNvPr>
          <p:cNvGrpSpPr/>
          <p:nvPr/>
        </p:nvGrpSpPr>
        <p:grpSpPr>
          <a:xfrm>
            <a:off x="7662355" y="428060"/>
            <a:ext cx="2118960" cy="1263600"/>
            <a:chOff x="7662355" y="428060"/>
            <a:chExt cx="2118960" cy="1263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4F7EE5-88E7-92CD-CAB6-C5FCE58181A3}"/>
                    </a:ext>
                  </a:extLst>
                </p14:cNvPr>
                <p14:cNvContentPartPr/>
                <p14:nvPr/>
              </p14:nvContentPartPr>
              <p14:xfrm>
                <a:off x="7662355" y="428060"/>
                <a:ext cx="340200" cy="1263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4F7EE5-88E7-92CD-CAB6-C5FCE58181A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653715" y="419060"/>
                  <a:ext cx="357840" cy="12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DB879E7-BC94-CBAD-1585-7B1D9CB78693}"/>
                    </a:ext>
                  </a:extLst>
                </p14:cNvPr>
                <p14:cNvContentPartPr/>
                <p14:nvPr/>
              </p14:nvContentPartPr>
              <p14:xfrm>
                <a:off x="8179675" y="664580"/>
                <a:ext cx="684000" cy="2678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DB879E7-BC94-CBAD-1585-7B1D9CB786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70675" y="655940"/>
                  <a:ext cx="7016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C019A7A-68A7-1EA2-358D-27AFFFEC7E57}"/>
                    </a:ext>
                  </a:extLst>
                </p14:cNvPr>
                <p14:cNvContentPartPr/>
                <p14:nvPr/>
              </p14:nvContentPartPr>
              <p14:xfrm>
                <a:off x="8871595" y="641900"/>
                <a:ext cx="273960" cy="86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C019A7A-68A7-1EA2-358D-27AFFFEC7E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862955" y="632900"/>
                  <a:ext cx="2916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A3281B1-AE1B-E344-D4A9-4EA81570DD63}"/>
                    </a:ext>
                  </a:extLst>
                </p14:cNvPr>
                <p14:cNvContentPartPr/>
                <p14:nvPr/>
              </p14:nvContentPartPr>
              <p14:xfrm>
                <a:off x="9275155" y="638660"/>
                <a:ext cx="132120" cy="84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A3281B1-AE1B-E344-D4A9-4EA81570DD6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66155" y="630020"/>
                  <a:ext cx="149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D886D4B-4399-772C-02D8-4A37248C9B32}"/>
                    </a:ext>
                  </a:extLst>
                </p14:cNvPr>
                <p14:cNvContentPartPr/>
                <p14:nvPr/>
              </p14:nvContentPartPr>
              <p14:xfrm>
                <a:off x="9539755" y="584300"/>
                <a:ext cx="241560" cy="189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D886D4B-4399-772C-02D8-4A37248C9B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30755" y="575660"/>
                  <a:ext cx="25920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5421F2-132D-4493-9C75-76A16637C0FA}"/>
              </a:ext>
            </a:extLst>
          </p:cNvPr>
          <p:cNvGrpSpPr/>
          <p:nvPr/>
        </p:nvGrpSpPr>
        <p:grpSpPr>
          <a:xfrm>
            <a:off x="824875" y="2344340"/>
            <a:ext cx="1436040" cy="1089360"/>
            <a:chOff x="824875" y="2344340"/>
            <a:chExt cx="1436040" cy="108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171C47E-69E5-FA78-72EA-8C8261FF98EE}"/>
                    </a:ext>
                  </a:extLst>
                </p14:cNvPr>
                <p14:cNvContentPartPr/>
                <p14:nvPr/>
              </p14:nvContentPartPr>
              <p14:xfrm>
                <a:off x="1644235" y="2344340"/>
                <a:ext cx="138960" cy="520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171C47E-69E5-FA78-72EA-8C8261FF98E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35595" y="2335700"/>
                  <a:ext cx="15660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9508934-3F9F-DB74-0BF9-A8EA86345F03}"/>
                    </a:ext>
                  </a:extLst>
                </p14:cNvPr>
                <p14:cNvContentPartPr/>
                <p14:nvPr/>
              </p14:nvContentPartPr>
              <p14:xfrm>
                <a:off x="824875" y="2413100"/>
                <a:ext cx="1436040" cy="1020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9508934-3F9F-DB74-0BF9-A8EA86345F0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5875" y="2404100"/>
                  <a:ext cx="1453680" cy="10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96E879B-E0C3-C265-855C-A228F582A946}"/>
              </a:ext>
            </a:extLst>
          </p:cNvPr>
          <p:cNvGrpSpPr/>
          <p:nvPr/>
        </p:nvGrpSpPr>
        <p:grpSpPr>
          <a:xfrm>
            <a:off x="2759155" y="2127620"/>
            <a:ext cx="2072160" cy="692640"/>
            <a:chOff x="2759155" y="2127620"/>
            <a:chExt cx="2072160" cy="69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B10BB6-EAA4-154C-7209-AD841F4E1D36}"/>
                    </a:ext>
                  </a:extLst>
                </p14:cNvPr>
                <p14:cNvContentPartPr/>
                <p14:nvPr/>
              </p14:nvContentPartPr>
              <p14:xfrm>
                <a:off x="2759155" y="2239220"/>
                <a:ext cx="483840" cy="5810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B10BB6-EAA4-154C-7209-AD841F4E1D3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50515" y="2230580"/>
                  <a:ext cx="501480" cy="59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F12C83-34DF-9053-AFFB-645CCC78150F}"/>
                    </a:ext>
                  </a:extLst>
                </p14:cNvPr>
                <p14:cNvContentPartPr/>
                <p14:nvPr/>
              </p14:nvContentPartPr>
              <p14:xfrm>
                <a:off x="3494995" y="2127620"/>
                <a:ext cx="1105200" cy="6242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F12C83-34DF-9053-AFFB-645CCC7815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86355" y="2118620"/>
                  <a:ext cx="1122840" cy="6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2824C6-19FD-DAF7-1539-8C9AD83F56CD}"/>
                    </a:ext>
                  </a:extLst>
                </p14:cNvPr>
                <p14:cNvContentPartPr/>
                <p14:nvPr/>
              </p14:nvContentPartPr>
              <p14:xfrm>
                <a:off x="4486075" y="2311940"/>
                <a:ext cx="345240" cy="119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2824C6-19FD-DAF7-1539-8C9AD83F56C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77435" y="2303300"/>
                  <a:ext cx="36288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BAE3046-9BF5-83C3-3263-EC3C249037BF}"/>
              </a:ext>
            </a:extLst>
          </p:cNvPr>
          <p:cNvGrpSpPr/>
          <p:nvPr/>
        </p:nvGrpSpPr>
        <p:grpSpPr>
          <a:xfrm>
            <a:off x="5609635" y="1926020"/>
            <a:ext cx="2833200" cy="1303920"/>
            <a:chOff x="5609635" y="1926020"/>
            <a:chExt cx="2833200" cy="130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791B66E-492A-E8E7-7759-68EF841AAFD4}"/>
                    </a:ext>
                  </a:extLst>
                </p14:cNvPr>
                <p14:cNvContentPartPr/>
                <p14:nvPr/>
              </p14:nvContentPartPr>
              <p14:xfrm>
                <a:off x="5609635" y="1926020"/>
                <a:ext cx="399600" cy="1303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791B66E-492A-E8E7-7759-68EF841AAFD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00995" y="1917380"/>
                  <a:ext cx="417240" cy="13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468415-9048-ED7E-08D2-8960897971D4}"/>
                    </a:ext>
                  </a:extLst>
                </p14:cNvPr>
                <p14:cNvContentPartPr/>
                <p14:nvPr/>
              </p14:nvContentPartPr>
              <p14:xfrm>
                <a:off x="6323875" y="2421380"/>
                <a:ext cx="501840" cy="1501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468415-9048-ED7E-08D2-8960897971D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314875" y="2412740"/>
                  <a:ext cx="519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A605D87-0E9D-017E-25E3-A4BCAAD59ED4}"/>
                    </a:ext>
                  </a:extLst>
                </p14:cNvPr>
                <p14:cNvContentPartPr/>
                <p14:nvPr/>
              </p14:nvContentPartPr>
              <p14:xfrm>
                <a:off x="7033435" y="2264420"/>
                <a:ext cx="458280" cy="273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A605D87-0E9D-017E-25E3-A4BCAAD59ED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24435" y="2255420"/>
                  <a:ext cx="47592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1470EC-E2B0-2E25-A2E9-0E7F77D0198E}"/>
                    </a:ext>
                  </a:extLst>
                </p14:cNvPr>
                <p14:cNvContentPartPr/>
                <p14:nvPr/>
              </p14:nvContentPartPr>
              <p14:xfrm>
                <a:off x="7688995" y="2237060"/>
                <a:ext cx="323640" cy="2282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1470EC-E2B0-2E25-A2E9-0E7F77D0198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679995" y="2228420"/>
                  <a:ext cx="341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C30E24-E4F9-9B8F-695F-F2EDF5BA1C08}"/>
                    </a:ext>
                  </a:extLst>
                </p14:cNvPr>
                <p14:cNvContentPartPr/>
                <p14:nvPr/>
              </p14:nvContentPartPr>
              <p14:xfrm>
                <a:off x="8090395" y="2269820"/>
                <a:ext cx="242640" cy="320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C30E24-E4F9-9B8F-695F-F2EDF5BA1C0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81395" y="2261180"/>
                  <a:ext cx="260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6F086B0-8818-C6DC-CC4C-37E535021333}"/>
                    </a:ext>
                  </a:extLst>
                </p14:cNvPr>
                <p14:cNvContentPartPr/>
                <p14:nvPr/>
              </p14:nvContentPartPr>
              <p14:xfrm>
                <a:off x="7133515" y="2080460"/>
                <a:ext cx="515880" cy="4136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6F086B0-8818-C6DC-CC4C-37E5350213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24515" y="2071820"/>
                  <a:ext cx="5335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8E28ECB-C1DC-F6DA-45F8-D2861D7728E3}"/>
                    </a:ext>
                  </a:extLst>
                </p14:cNvPr>
                <p14:cNvContentPartPr/>
                <p14:nvPr/>
              </p14:nvContentPartPr>
              <p14:xfrm>
                <a:off x="7969795" y="2158940"/>
                <a:ext cx="51840" cy="414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8E28ECB-C1DC-F6DA-45F8-D2861D7728E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960795" y="2150300"/>
                  <a:ext cx="694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DAB26DF-DE38-6083-BF81-DA38A3F15FEF}"/>
                    </a:ext>
                  </a:extLst>
                </p14:cNvPr>
                <p14:cNvContentPartPr/>
                <p14:nvPr/>
              </p14:nvContentPartPr>
              <p14:xfrm>
                <a:off x="7926235" y="2146700"/>
                <a:ext cx="96840" cy="255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DAB26DF-DE38-6083-BF81-DA38A3F15F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17595" y="2138060"/>
                  <a:ext cx="11448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A25EB6E-363B-5BE1-DB41-2BA100B9775A}"/>
                    </a:ext>
                  </a:extLst>
                </p14:cNvPr>
                <p14:cNvContentPartPr/>
                <p14:nvPr/>
              </p14:nvContentPartPr>
              <p14:xfrm>
                <a:off x="7883395" y="2115020"/>
                <a:ext cx="559440" cy="152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A25EB6E-363B-5BE1-DB41-2BA100B977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74395" y="2106380"/>
                  <a:ext cx="57708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43A2E30-60AE-A109-B193-87A9C9EE888F}"/>
              </a:ext>
            </a:extLst>
          </p:cNvPr>
          <p:cNvGrpSpPr/>
          <p:nvPr/>
        </p:nvGrpSpPr>
        <p:grpSpPr>
          <a:xfrm>
            <a:off x="2513995" y="3737180"/>
            <a:ext cx="2007360" cy="885600"/>
            <a:chOff x="2513995" y="3737180"/>
            <a:chExt cx="2007360" cy="88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7BCD73-62C8-8F02-604C-E3DA4DCF8A84}"/>
                    </a:ext>
                  </a:extLst>
                </p14:cNvPr>
                <p14:cNvContentPartPr/>
                <p14:nvPr/>
              </p14:nvContentPartPr>
              <p14:xfrm>
                <a:off x="2513995" y="4011860"/>
                <a:ext cx="585720" cy="610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7BCD73-62C8-8F02-604C-E3DA4DCF8A8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05355" y="4002860"/>
                  <a:ext cx="60336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0E3FDAB-544B-53DE-0287-F2D9B92B2016}"/>
                    </a:ext>
                  </a:extLst>
                </p14:cNvPr>
                <p14:cNvContentPartPr/>
                <p14:nvPr/>
              </p14:nvContentPartPr>
              <p14:xfrm>
                <a:off x="3393835" y="3737180"/>
                <a:ext cx="1127520" cy="7156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0E3FDAB-544B-53DE-0287-F2D9B92B201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384835" y="3728180"/>
                  <a:ext cx="1145160" cy="73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91C3123-52EF-FCDF-99B8-62C2967B0F9C}"/>
              </a:ext>
            </a:extLst>
          </p:cNvPr>
          <p:cNvGrpSpPr/>
          <p:nvPr/>
        </p:nvGrpSpPr>
        <p:grpSpPr>
          <a:xfrm>
            <a:off x="9685555" y="2198900"/>
            <a:ext cx="1674000" cy="830520"/>
            <a:chOff x="9685555" y="2198900"/>
            <a:chExt cx="1674000" cy="83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6DCA9CB-571A-651C-DC00-E341D8F74A06}"/>
                    </a:ext>
                  </a:extLst>
                </p14:cNvPr>
                <p14:cNvContentPartPr/>
                <p14:nvPr/>
              </p14:nvContentPartPr>
              <p14:xfrm>
                <a:off x="9685555" y="2198900"/>
                <a:ext cx="470160" cy="347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6DCA9CB-571A-651C-DC00-E341D8F74A0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676915" y="2189900"/>
                  <a:ext cx="4878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496A002-EEDD-3486-3A95-5B61233D2413}"/>
                    </a:ext>
                  </a:extLst>
                </p14:cNvPr>
                <p14:cNvContentPartPr/>
                <p14:nvPr/>
              </p14:nvContentPartPr>
              <p14:xfrm>
                <a:off x="10359835" y="2464940"/>
                <a:ext cx="186840" cy="5644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496A002-EEDD-3486-3A95-5B61233D241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350835" y="2455940"/>
                  <a:ext cx="204480" cy="58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8D388C2-2E45-F178-42E4-A73D5BD39191}"/>
                    </a:ext>
                  </a:extLst>
                </p14:cNvPr>
                <p14:cNvContentPartPr/>
                <p14:nvPr/>
              </p14:nvContentPartPr>
              <p14:xfrm>
                <a:off x="10803355" y="2269100"/>
                <a:ext cx="258120" cy="477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8D388C2-2E45-F178-42E4-A73D5BD391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794355" y="2260100"/>
                  <a:ext cx="27576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7A50F69-AC20-5C6D-5543-60DF51DF6B74}"/>
                    </a:ext>
                  </a:extLst>
                </p14:cNvPr>
                <p14:cNvContentPartPr/>
                <p14:nvPr/>
              </p14:nvContentPartPr>
              <p14:xfrm>
                <a:off x="10427155" y="2607140"/>
                <a:ext cx="42480" cy="18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7A50F69-AC20-5C6D-5543-60DF51DF6B7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418515" y="2598500"/>
                  <a:ext cx="60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B2FECF98-F6B3-E6D2-7925-DD0D8E376F87}"/>
                    </a:ext>
                  </a:extLst>
                </p14:cNvPr>
                <p14:cNvContentPartPr/>
                <p14:nvPr/>
              </p14:nvContentPartPr>
              <p14:xfrm>
                <a:off x="10784995" y="2276300"/>
                <a:ext cx="284040" cy="6199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B2FECF98-F6B3-E6D2-7925-DD0D8E376F8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776355" y="2267300"/>
                  <a:ext cx="30168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290D78D-3443-DD97-77EC-E4E6F99C6D64}"/>
                    </a:ext>
                  </a:extLst>
                </p14:cNvPr>
                <p14:cNvContentPartPr/>
                <p14:nvPr/>
              </p14:nvContentPartPr>
              <p14:xfrm>
                <a:off x="11351995" y="2546660"/>
                <a:ext cx="7560" cy="26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290D78D-3443-DD97-77EC-E4E6F99C6D6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343355" y="2537660"/>
                  <a:ext cx="25200" cy="4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B83269A-4C48-9428-6910-5798ECBABDA8}"/>
              </a:ext>
            </a:extLst>
          </p:cNvPr>
          <p:cNvGrpSpPr/>
          <p:nvPr/>
        </p:nvGrpSpPr>
        <p:grpSpPr>
          <a:xfrm>
            <a:off x="5553835" y="3788660"/>
            <a:ext cx="573120" cy="713880"/>
            <a:chOff x="5553835" y="3788660"/>
            <a:chExt cx="573120" cy="71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EB56707-E4DD-63D3-D099-DB9685E6B418}"/>
                    </a:ext>
                  </a:extLst>
                </p14:cNvPr>
                <p14:cNvContentPartPr/>
                <p14:nvPr/>
              </p14:nvContentPartPr>
              <p14:xfrm>
                <a:off x="5576155" y="3788660"/>
                <a:ext cx="276120" cy="7138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EB56707-E4DD-63D3-D099-DB9685E6B41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67515" y="3780020"/>
                  <a:ext cx="293760" cy="73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F034DAD-2C30-7850-4A17-61972764A84E}"/>
                    </a:ext>
                  </a:extLst>
                </p14:cNvPr>
                <p14:cNvContentPartPr/>
                <p14:nvPr/>
              </p14:nvContentPartPr>
              <p14:xfrm>
                <a:off x="5553835" y="4006100"/>
                <a:ext cx="573120" cy="2066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F034DAD-2C30-7850-4A17-61972764A84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544835" y="3997460"/>
                  <a:ext cx="59076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3C5CE3A4-EB8B-EB13-4923-DF97D67B3082}"/>
              </a:ext>
            </a:extLst>
          </p:cNvPr>
          <p:cNvGrpSpPr/>
          <p:nvPr/>
        </p:nvGrpSpPr>
        <p:grpSpPr>
          <a:xfrm>
            <a:off x="7123435" y="3554300"/>
            <a:ext cx="2706120" cy="877320"/>
            <a:chOff x="7123435" y="3554300"/>
            <a:chExt cx="2706120" cy="877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701760F-FB70-0B04-A01F-62A6A47F1782}"/>
                    </a:ext>
                  </a:extLst>
                </p14:cNvPr>
                <p14:cNvContentPartPr/>
                <p14:nvPr/>
              </p14:nvContentPartPr>
              <p14:xfrm>
                <a:off x="7180675" y="3589220"/>
                <a:ext cx="187920" cy="648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701760F-FB70-0B04-A01F-62A6A47F178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171675" y="3580580"/>
                  <a:ext cx="20556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1CA84693-9045-24F5-7433-64EB2731FE5E}"/>
                    </a:ext>
                  </a:extLst>
                </p14:cNvPr>
                <p14:cNvContentPartPr/>
                <p14:nvPr/>
              </p14:nvContentPartPr>
              <p14:xfrm>
                <a:off x="7123435" y="3650060"/>
                <a:ext cx="245880" cy="771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1CA84693-9045-24F5-7433-64EB2731FE5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114795" y="3641060"/>
                  <a:ext cx="263520" cy="78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0F15786-1AAE-7BB6-E794-F2101A6310FD}"/>
                    </a:ext>
                  </a:extLst>
                </p14:cNvPr>
                <p14:cNvContentPartPr/>
                <p14:nvPr/>
              </p14:nvContentPartPr>
              <p14:xfrm>
                <a:off x="7749115" y="3554300"/>
                <a:ext cx="1172520" cy="8006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0F15786-1AAE-7BB6-E794-F2101A6310F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40115" y="3545660"/>
                  <a:ext cx="1190160" cy="81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4C0023F-03EA-3F1E-1E19-4DBED0D1FEBF}"/>
                    </a:ext>
                  </a:extLst>
                </p14:cNvPr>
                <p14:cNvContentPartPr/>
                <p14:nvPr/>
              </p14:nvContentPartPr>
              <p14:xfrm>
                <a:off x="9362275" y="3740420"/>
                <a:ext cx="105480" cy="438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4C0023F-03EA-3F1E-1E19-4DBED0D1FE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353275" y="3731420"/>
                  <a:ext cx="123120" cy="45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D9CDF79-4846-D52F-05BA-6F316D970C44}"/>
                    </a:ext>
                  </a:extLst>
                </p14:cNvPr>
                <p14:cNvContentPartPr/>
                <p14:nvPr/>
              </p14:nvContentPartPr>
              <p14:xfrm>
                <a:off x="9364795" y="3834740"/>
                <a:ext cx="464760" cy="100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D9CDF79-4846-D52F-05BA-6F316D970C4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356155" y="3825740"/>
                  <a:ext cx="482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F6C077-3BE3-91C3-3A62-B361F4511E91}"/>
                    </a:ext>
                  </a:extLst>
                </p14:cNvPr>
                <p14:cNvContentPartPr/>
                <p14:nvPr/>
              </p14:nvContentPartPr>
              <p14:xfrm>
                <a:off x="8614915" y="3981620"/>
                <a:ext cx="590040" cy="384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F6C077-3BE3-91C3-3A62-B361F4511E9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05915" y="3972980"/>
                  <a:ext cx="60768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80DC3C0-64F0-C7E4-CB6F-EB594E4BEECF}"/>
                    </a:ext>
                  </a:extLst>
                </p14:cNvPr>
                <p14:cNvContentPartPr/>
                <p14:nvPr/>
              </p14:nvContentPartPr>
              <p14:xfrm>
                <a:off x="9201355" y="3961820"/>
                <a:ext cx="158760" cy="469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80DC3C0-64F0-C7E4-CB6F-EB594E4BEEC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192715" y="3952820"/>
                  <a:ext cx="176400" cy="48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7865CBC-E403-3D8F-00E4-D108A2E5B936}"/>
              </a:ext>
            </a:extLst>
          </p:cNvPr>
          <p:cNvGrpSpPr/>
          <p:nvPr/>
        </p:nvGrpSpPr>
        <p:grpSpPr>
          <a:xfrm>
            <a:off x="3699115" y="5099060"/>
            <a:ext cx="1588320" cy="930600"/>
            <a:chOff x="3699115" y="5099060"/>
            <a:chExt cx="1588320" cy="93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F7779EB-8F3D-C67C-4C3D-C3040215C914}"/>
                    </a:ext>
                  </a:extLst>
                </p14:cNvPr>
                <p14:cNvContentPartPr/>
                <p14:nvPr/>
              </p14:nvContentPartPr>
              <p14:xfrm>
                <a:off x="3699115" y="5099060"/>
                <a:ext cx="317160" cy="8056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F7779EB-8F3D-C67C-4C3D-C3040215C91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690475" y="5090060"/>
                  <a:ext cx="334800" cy="82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4348AE8-CEDC-51C8-8B12-5A3F9C2E41BC}"/>
                    </a:ext>
                  </a:extLst>
                </p14:cNvPr>
                <p14:cNvContentPartPr/>
                <p14:nvPr/>
              </p14:nvContentPartPr>
              <p14:xfrm>
                <a:off x="4478875" y="5173940"/>
                <a:ext cx="808560" cy="855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4348AE8-CEDC-51C8-8B12-5A3F9C2E41B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69875" y="5164940"/>
                  <a:ext cx="826200" cy="87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D75B414-FCB2-D459-F243-A4316C9287FE}"/>
              </a:ext>
            </a:extLst>
          </p:cNvPr>
          <p:cNvGrpSpPr/>
          <p:nvPr/>
        </p:nvGrpSpPr>
        <p:grpSpPr>
          <a:xfrm>
            <a:off x="6345475" y="4918340"/>
            <a:ext cx="1618560" cy="664200"/>
            <a:chOff x="6345475" y="4918340"/>
            <a:chExt cx="1618560" cy="66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34BCB40-AB91-3442-1620-B0A27AA717CE}"/>
                    </a:ext>
                  </a:extLst>
                </p14:cNvPr>
                <p14:cNvContentPartPr/>
                <p14:nvPr/>
              </p14:nvContentPartPr>
              <p14:xfrm>
                <a:off x="6345475" y="5125700"/>
                <a:ext cx="499320" cy="3546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34BCB40-AB91-3442-1620-B0A27AA717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36835" y="5117060"/>
                  <a:ext cx="5169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C0CFBB9-6951-30C0-BCB8-FFAB97783F18}"/>
                    </a:ext>
                  </a:extLst>
                </p14:cNvPr>
                <p14:cNvContentPartPr/>
                <p14:nvPr/>
              </p14:nvContentPartPr>
              <p14:xfrm>
                <a:off x="7056835" y="5336300"/>
                <a:ext cx="160560" cy="1936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C0CFBB9-6951-30C0-BCB8-FFAB97783F1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48195" y="5327660"/>
                  <a:ext cx="1782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B7A4214-531E-D32F-6C43-C290D957283E}"/>
                    </a:ext>
                  </a:extLst>
                </p14:cNvPr>
                <p14:cNvContentPartPr/>
                <p14:nvPr/>
              </p14:nvContentPartPr>
              <p14:xfrm>
                <a:off x="7179595" y="4918340"/>
                <a:ext cx="645840" cy="6642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B7A4214-531E-D32F-6C43-C290D957283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170595" y="4909700"/>
                  <a:ext cx="66348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A7E7C80-4DD9-C410-1E8C-2C2E4F223749}"/>
                    </a:ext>
                  </a:extLst>
                </p14:cNvPr>
                <p14:cNvContentPartPr/>
                <p14:nvPr/>
              </p14:nvContentPartPr>
              <p14:xfrm>
                <a:off x="7943155" y="5352860"/>
                <a:ext cx="20880" cy="64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A7E7C80-4DD9-C410-1E8C-2C2E4F22374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934515" y="5344220"/>
                  <a:ext cx="38520" cy="82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85728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471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4182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0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334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450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0402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3078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82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1780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142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127</Words>
  <Application>Microsoft Office PowerPoint</Application>
  <PresentationFormat>Widescreen</PresentationFormat>
  <Paragraphs>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2</cp:revision>
  <dcterms:created xsi:type="dcterms:W3CDTF">2026-01-27T07:19:07Z</dcterms:created>
  <dcterms:modified xsi:type="dcterms:W3CDTF">2026-01-27T08:08:45Z</dcterms:modified>
</cp:coreProperties>
</file>